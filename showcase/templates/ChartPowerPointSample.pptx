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Ex7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Microsoft_Excel_Worksheet5.xlsx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column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58-498B-AA3D-0FAF0F9807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58-498B-AA3D-0FAF0F9807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58-498B-AA3D-0FAF0F980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7375407"/>
        <c:axId val="2075150368"/>
      </c:barChart>
      <c:catAx>
        <c:axId val="12737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50368"/>
        <c:crosses val="autoZero"/>
        <c:auto val="1"/>
        <c:lblAlgn val="ctr"/>
        <c:lblOffset val="100"/>
        <c:noMultiLvlLbl val="0"/>
      </c:catAx>
      <c:valAx>
        <c:axId val="207515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75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19-4823-8A74-9E4F287AA8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19-4823-8A74-9E4F287AA8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19-4823-8A74-9E4F287AA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577967"/>
        <c:axId val="2075156128"/>
      </c:lineChart>
      <c:catAx>
        <c:axId val="101577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56128"/>
        <c:crosses val="autoZero"/>
        <c:auto val="1"/>
        <c:lblAlgn val="ctr"/>
        <c:lblOffset val="100"/>
        <c:noMultiLvlLbl val="0"/>
      </c:catAx>
      <c:valAx>
        <c:axId val="2075156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577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pie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747686919181284"/>
          <c:y val="0.12757002925495373"/>
          <c:w val="0.6943320072876854"/>
          <c:h val="0.6619176236800922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07-4003-84BD-E0D657305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area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EB-41F3-B1B4-A6DA790272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EB-41F3-B1B4-A6DA790272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582607"/>
        <c:axId val="2116529984"/>
      </c:areaChart>
      <c:dateAx>
        <c:axId val="10158260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6529984"/>
        <c:crosses val="autoZero"/>
        <c:auto val="1"/>
        <c:lblOffset val="100"/>
        <c:baseTimeUnit val="months"/>
      </c:dateAx>
      <c:valAx>
        <c:axId val="211652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5826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scatter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2A-454E-9E3F-DA4290D63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570079"/>
        <c:axId val="2075157088"/>
      </c:scatterChart>
      <c:valAx>
        <c:axId val="1015700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57088"/>
        <c:crosses val="autoZero"/>
        <c:crossBetween val="midCat"/>
      </c:valAx>
      <c:valAx>
        <c:axId val="207515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5700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stock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DF-4021-B07C-583A6699B9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DF-4021-B07C-583A6699B9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DF-4021-B07C-583A6699B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462844111"/>
        <c:axId val="2075166688"/>
      </c:stockChart>
      <c:dateAx>
        <c:axId val="462844111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66688"/>
        <c:crosses val="autoZero"/>
        <c:auto val="1"/>
        <c:lblOffset val="100"/>
        <c:baseTimeUnit val="months"/>
      </c:dateAx>
      <c:valAx>
        <c:axId val="207516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2844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surface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8-4ED4-B5D9-E7D4D8FE2B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8-4ED4-B5D9-E7D4D8FE2B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8-4ED4-B5D9-E7D4D8FE2BD5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02215855"/>
        <c:axId val="2116536704"/>
        <c:axId val="196792591"/>
      </c:surface3DChart>
      <c:catAx>
        <c:axId val="102215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6536704"/>
        <c:crosses val="autoZero"/>
        <c:auto val="1"/>
        <c:lblAlgn val="ctr"/>
        <c:lblOffset val="100"/>
        <c:noMultiLvlLbl val="0"/>
      </c:catAx>
      <c:valAx>
        <c:axId val="211653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15855"/>
        <c:crosses val="autoZero"/>
        <c:crossBetween val="midCat"/>
      </c:valAx>
      <c:serAx>
        <c:axId val="1967925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653670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Bar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B-4A79-8D12-FB21A3B878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1B-4A79-8D12-FB21A3B878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1B-4A79-8D12-FB21A3B87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2573295"/>
        <c:axId val="2075169568"/>
      </c:barChart>
      <c:catAx>
        <c:axId val="425732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69568"/>
        <c:crosses val="autoZero"/>
        <c:auto val="1"/>
        <c:lblAlgn val="ctr"/>
        <c:lblOffset val="100"/>
        <c:noMultiLvlLbl val="0"/>
      </c:catAx>
      <c:valAx>
        <c:axId val="2075169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573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radar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5D-4311-BD2C-F538653CD1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5D-4311-BD2C-F538653CD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46722416"/>
        <c:axId val="2075172928"/>
      </c:radarChart>
      <c:catAx>
        <c:axId val="214672241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72928"/>
        <c:crosses val="autoZero"/>
        <c:auto val="1"/>
        <c:lblAlgn val="ctr"/>
        <c:lblOffset val="100"/>
        <c:noMultiLvlLbl val="0"/>
      </c:catAx>
      <c:valAx>
        <c:axId val="207517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72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dirty="0">
                <a:effectLst/>
              </a:rPr>
              <a:t>combo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F-485C-B79A-72A23D49B9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5F-485C-B79A-72A23D49B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9919023"/>
        <c:axId val="207515468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5F-485C-B79A-72A23D49B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9919023"/>
        <c:axId val="2075154688"/>
      </c:lineChart>
      <c:catAx>
        <c:axId val="649919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54688"/>
        <c:crosses val="autoZero"/>
        <c:auto val="1"/>
        <c:lblAlgn val="ctr"/>
        <c:lblOffset val="100"/>
        <c:noMultiLvlLbl val="0"/>
      </c:catAx>
      <c:valAx>
        <c:axId val="207515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919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Sheet1!$A$2:$A$23</cx:f>
        <cx:lvl ptCount="22">
          <cx:pt idx="0">Category 1</cx:pt>
          <cx:pt idx="1">Category 1</cx:pt>
          <cx:pt idx="2">Category 1</cx:pt>
          <cx:pt idx="3">Category 1</cx:pt>
          <cx:pt idx="4">Category 1</cx:pt>
          <cx:pt idx="5">Category 1</cx:pt>
          <cx:pt idx="6">Category 1</cx:pt>
          <cx:pt idx="7">Category 1</cx:pt>
          <cx:pt idx="8">Category 1</cx:pt>
          <cx:pt idx="9">Category 2</cx:pt>
          <cx:pt idx="10">Category 2</cx:pt>
          <cx:pt idx="11">Category 2</cx:pt>
          <cx:pt idx="12">Category 2</cx:pt>
          <cx:pt idx="13">Category 2</cx:pt>
          <cx:pt idx="14">Category 2</cx:pt>
          <cx:pt idx="15">Category 2</cx:pt>
          <cx:pt idx="16">Category 3</cx:pt>
          <cx:pt idx="17">Category 3</cx:pt>
          <cx:pt idx="18">Category 3</cx:pt>
          <cx:pt idx="19">Category 3</cx:pt>
          <cx:pt idx="20">Category 3</cx:pt>
          <cx:pt idx="21">Category 3</cx:pt>
        </cx:lvl>
      </cx:strDim>
      <cx:numDim type="val">
        <cx:f>Sheet1!$B$2:$B$23</cx:f>
        <cx:lvl ptCount="22" formatCode="General">
          <cx:pt idx="0">-7</cx:pt>
          <cx:pt idx="1">-10</cx:pt>
          <cx:pt idx="2">-28</cx:pt>
          <cx:pt idx="3">47</cx:pt>
          <cx:pt idx="4">11</cx:pt>
          <cx:pt idx="5">-24</cx:pt>
          <cx:pt idx="6">-24</cx:pt>
          <cx:pt idx="7">36</cx:pt>
          <cx:pt idx="8">10</cx:pt>
          <cx:pt idx="9">-78</cx:pt>
          <cx:pt idx="10">47</cx:pt>
          <cx:pt idx="11">-24</cx:pt>
          <cx:pt idx="12">-17</cx:pt>
          <cx:pt idx="13">-12</cx:pt>
          <cx:pt idx="14">-11</cx:pt>
          <cx:pt idx="15">17</cx:pt>
          <cx:pt idx="16">14</cx:pt>
          <cx:pt idx="17">46</cx:pt>
          <cx:pt idx="18">-18</cx:pt>
          <cx:pt idx="19">19</cx:pt>
          <cx:pt idx="20">-26</cx:pt>
          <cx:pt idx="21">-20</cx:pt>
        </cx:lvl>
      </cx:numDim>
    </cx:data>
    <cx:data id="1">
      <cx:strDim type="cat">
        <cx:f>Sheet1!$A$2:$A$23</cx:f>
        <cx:lvl ptCount="22">
          <cx:pt idx="0">Category 1</cx:pt>
          <cx:pt idx="1">Category 1</cx:pt>
          <cx:pt idx="2">Category 1</cx:pt>
          <cx:pt idx="3">Category 1</cx:pt>
          <cx:pt idx="4">Category 1</cx:pt>
          <cx:pt idx="5">Category 1</cx:pt>
          <cx:pt idx="6">Category 1</cx:pt>
          <cx:pt idx="7">Category 1</cx:pt>
          <cx:pt idx="8">Category 1</cx:pt>
          <cx:pt idx="9">Category 2</cx:pt>
          <cx:pt idx="10">Category 2</cx:pt>
          <cx:pt idx="11">Category 2</cx:pt>
          <cx:pt idx="12">Category 2</cx:pt>
          <cx:pt idx="13">Category 2</cx:pt>
          <cx:pt idx="14">Category 2</cx:pt>
          <cx:pt idx="15">Category 2</cx:pt>
          <cx:pt idx="16">Category 3</cx:pt>
          <cx:pt idx="17">Category 3</cx:pt>
          <cx:pt idx="18">Category 3</cx:pt>
          <cx:pt idx="19">Category 3</cx:pt>
          <cx:pt idx="20">Category 3</cx:pt>
          <cx:pt idx="21">Category 3</cx:pt>
        </cx:lvl>
      </cx:strDim>
      <cx:numDim type="val">
        <cx:f>Sheet1!$C$2:$C$23</cx:f>
        <cx:lvl ptCount="22" formatCode="General">
          <cx:pt idx="0">-3</cx:pt>
          <cx:pt idx="1">1</cx:pt>
          <cx:pt idx="2">-6</cx:pt>
          <cx:pt idx="3">10</cx:pt>
          <cx:pt idx="4">34</cx:pt>
          <cx:pt idx="5">128</cx:pt>
          <cx:pt idx="6">22</cx:pt>
          <cx:pt idx="7">-12</cx:pt>
          <cx:pt idx="8">-28</cx:pt>
          <cx:pt idx="9">6</cx:pt>
          <cx:pt idx="10">31</cx:pt>
          <cx:pt idx="11">3</cx:pt>
          <cx:pt idx="12">12</cx:pt>
          <cx:pt idx="13">-12</cx:pt>
          <cx:pt idx="14">-13</cx:pt>
          <cx:pt idx="15">6</cx:pt>
          <cx:pt idx="16">15</cx:pt>
          <cx:pt idx="17">41</cx:pt>
          <cx:pt idx="18">16</cx:pt>
          <cx:pt idx="19">10</cx:pt>
          <cx:pt idx="20">23</cx:pt>
          <cx:pt idx="21">16</cx:pt>
        </cx:lvl>
      </cx:numDim>
    </cx:data>
    <cx:data id="2">
      <cx:strDim type="cat">
        <cx:f>Sheet1!$A$2:$A$23</cx:f>
        <cx:lvl ptCount="22">
          <cx:pt idx="0">Category 1</cx:pt>
          <cx:pt idx="1">Category 1</cx:pt>
          <cx:pt idx="2">Category 1</cx:pt>
          <cx:pt idx="3">Category 1</cx:pt>
          <cx:pt idx="4">Category 1</cx:pt>
          <cx:pt idx="5">Category 1</cx:pt>
          <cx:pt idx="6">Category 1</cx:pt>
          <cx:pt idx="7">Category 1</cx:pt>
          <cx:pt idx="8">Category 1</cx:pt>
          <cx:pt idx="9">Category 2</cx:pt>
          <cx:pt idx="10">Category 2</cx:pt>
          <cx:pt idx="11">Category 2</cx:pt>
          <cx:pt idx="12">Category 2</cx:pt>
          <cx:pt idx="13">Category 2</cx:pt>
          <cx:pt idx="14">Category 2</cx:pt>
          <cx:pt idx="15">Category 2</cx:pt>
          <cx:pt idx="16">Category 3</cx:pt>
          <cx:pt idx="17">Category 3</cx:pt>
          <cx:pt idx="18">Category 3</cx:pt>
          <cx:pt idx="19">Category 3</cx:pt>
          <cx:pt idx="20">Category 3</cx:pt>
          <cx:pt idx="21">Category 3</cx:pt>
        </cx:lvl>
      </cx:strDim>
      <cx:numDim type="val">
        <cx:f>Sheet1!$D$2:$D$23</cx:f>
        <cx:lvl ptCount="22" formatCode="General">
          <cx:pt idx="0">-24</cx:pt>
          <cx:pt idx="1">11</cx:pt>
          <cx:pt idx="2">34</cx:pt>
          <cx:pt idx="3">-19</cx:pt>
          <cx:pt idx="4">4</cx:pt>
          <cx:pt idx="5">27</cx:pt>
          <cx:pt idx="6">27</cx:pt>
          <cx:pt idx="7">-3</cx:pt>
          <cx:pt idx="8">44</cx:pt>
          <cx:pt idx="9">50</cx:pt>
          <cx:pt idx="10">91</cx:pt>
          <cx:pt idx="11">-8</cx:pt>
          <cx:pt idx="12">36</cx:pt>
          <cx:pt idx="13">16</cx:pt>
          <cx:pt idx="14">24</cx:pt>
          <cx:pt idx="15">46</cx:pt>
          <cx:pt idx="16">14</cx:pt>
          <cx:pt idx="17">-6</cx:pt>
          <cx:pt idx="18">48</cx:pt>
          <cx:pt idx="19">23</cx:pt>
          <cx:pt idx="20">23</cx:pt>
          <cx:pt idx="21">-18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 err="1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box_and_whisker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boxWhisker" uniqueId="{DFD08769-9015-4861-AF63-4407F45B43B9}">
          <cx:tx>
            <cx:txData>
              <cx:f>Sheet1!$B$1</cx:f>
              <cx:v>Series1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7E89FF27-0744-475E-B782-0AA6A74D6C26}">
          <cx:tx>
            <cx:txData>
              <cx:f>Sheet1!$C$1</cx:f>
              <cx:v>Series2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3C75EA72-571E-498E-8F83-E6CC1E6DC82A}">
          <cx:tx>
            <cx:txData>
              <cx:f>Sheet1!$D$1</cx:f>
              <cx:v>Series3</cx:v>
            </cx:txData>
          </cx:tx>
          <cx:dataId val="2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waterfall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waterfall" uniqueId="{EF133686-9F0B-4740-B7B7-9707236C2F6F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Category 1</cx:pt>
          <cx:pt idx="1">Category 2</cx:pt>
          <cx:pt idx="2">Category 3</cx:pt>
          <cx:pt idx="3">Category 4</cx:pt>
          <cx:pt idx="4">Category 5</cx:pt>
        </cx:lvl>
      </cx:strDim>
      <cx:numDim type="val">
        <cx:f>Sheet1!$B$2:$B$6</cx:f>
        <cx:lvl ptCount="5" formatCode="General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funnel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funnel" uniqueId="{4AB5E242-6638-4541-AF0B-41A6F6597DE6}">
          <cx:tx>
            <cx:txData>
              <cx:f>Sheet1!$B$1</cx:f>
              <cx:v>Series1</cx:v>
            </cx:txData>
          </cx:tx>
          <cx:dataLabels>
            <cx:visibility seriesName="0" categoryName="0" value="1"/>
          </cx:dataLabels>
          <cx:dataId val="0"/>
        </cx:series>
      </cx:plotAreaRegion>
      <cx:axis id="1">
        <cx:catScaling gapWidth="0.0599999987"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5"/>
          <cx:pt idx="6"/>
          <cx:pt idx="7">Leaf 8</cx:pt>
          <cx:pt idx="8"/>
          <cx:pt idx="9">Leaf 10</cx:pt>
          <cx:pt idx="10">Leaf 11</cx:pt>
          <cx:pt idx="11">Leaf 12</cx:pt>
          <cx:pt idx="12">Leaf 13</cx:pt>
          <cx:pt idx="13">Leaf 14</cx:pt>
          <cx:pt idx="14">Leaf 15</cx:pt>
          <cx:pt idx="15"/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sunburst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sunburst" uniqueId="{2AD1937F-AFA1-4697-9A45-5BBCB61EA03D}">
          <cx:tx>
            <cx:txData>
              <cx:f>Sheet1!$D$1</cx:f>
              <cx:v>Series1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5">Leaf 6</cx:pt>
          <cx:pt idx="6">Leaf 7</cx:pt>
          <cx:pt idx="7">Leaf 8</cx:pt>
          <cx:pt idx="8">Leaf 9</cx:pt>
          <cx:pt idx="9">Leaf 10</cx:pt>
          <cx:pt idx="10">Leaf 11</cx:pt>
          <cx:pt idx="11">Leaf 12</cx:pt>
          <cx:pt idx="12">Leaf 13</cx:pt>
          <cx:pt idx="13">Leaf 14</cx:pt>
          <cx:pt idx="14">Leaf 15</cx:pt>
          <cx:pt idx="15">Leaf 16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Stem 2</cx:pt>
          <cx:pt idx="6">Stem 2</cx:pt>
          <cx:pt idx="7">Stem 3</cx:pt>
          <cx:pt idx="8">Stem 3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Stem 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 err="1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treemap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treemap" uniqueId="{A2F4185F-FDD1-4872-A248-6C54DB4E2C89}">
          <cx:tx>
            <cx:txData>
              <cx:f>Sheet1!$D$1</cx:f>
              <cx:v>Series1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histogram</a:t>
            </a:r>
            <a:endPara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rich>
      </cx:tx>
    </cx:title>
    <cx:plotArea>
      <cx:plotAreaRegion>
        <cx:series layoutId="clusteredColumn" uniqueId="{E737457E-7140-4C6F-8840-3C6038EF530A}">
          <cx:tx>
            <cx:txData>
              <cx:f>Sheet1!$A$1</cx:f>
              <cx:v>Series1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Sheet1!$A$2:$A$13</cx:f>
        <cx:lvl ptCount="12">
          <cx:pt idx="0">United States</cx:pt>
          <cx:pt idx="1">Mexico</cx:pt>
          <cx:pt idx="2">Brazil</cx:pt>
          <cx:pt idx="3">Argentina</cx:pt>
          <cx:pt idx="4">Australia</cx:pt>
          <cx:pt idx="5">China</cx:pt>
          <cx:pt idx="6">Russia</cx:pt>
          <cx:pt idx="7">India</cx:pt>
          <cx:pt idx="8">Sweden</cx:pt>
          <cx:pt idx="9">France</cx:pt>
          <cx:pt idx="10">United Arab Emirates</cx:pt>
          <cx:pt idx="11">Namibia</cx:pt>
        </cx:lvl>
      </cx:strDim>
      <cx:numDim type="colorVal">
        <cx:f>Sheet1!$B$2:$B$13</cx:f>
        <cx:lvl ptCount="12" formatCode="General">
          <cx:pt idx="0">8</cx:pt>
          <cx:pt idx="1">10</cx:pt>
          <cx:pt idx="2">7</cx:pt>
          <cx:pt idx="3">9</cx:pt>
          <cx:pt idx="4">12</cx:pt>
          <cx:pt idx="5">11</cx:pt>
          <cx:pt idx="6">8</cx:pt>
          <cx:pt idx="7">9</cx:pt>
          <cx:pt idx="8">6</cx:pt>
          <cx:pt idx="9">7</cx:pt>
          <cx:pt idx="10">9</cx:pt>
          <cx:pt idx="11">11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r>
              <a:rPr lang="en-IN" sz="1800" b="0" dirty="0">
                <a:effectLst/>
              </a:rPr>
              <a:t>map</a:t>
            </a:r>
          </a:p>
        </cx:rich>
      </cx:tx>
    </cx:title>
    <cx:plotArea>
      <cx:plotAreaRegion>
        <cx:series layoutId="regionMap" uniqueId="{3064754E-E20E-47D4-BA4A-AFAC4CB653F3}">
          <cx:tx>
            <cx:txData>
              <cx:f>Sheet1!$B$1</cx:f>
              <cx:v>Series1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zHxXk9xGsvVfUej5A1UoXxu7N0JANzCGTjRyL4jRkIL3Hr/+O6DRTqP7Du5oFaHlg8w0exKZlebk
ySz88376x3328a75Zsqzov3H/fSvb6Ouq/7x3XftffQxv2uf5fF9U7bl792z+zL/rvz99/j+43cf
mrsxLsLvKLH5d/fRXdN9nL79n3/it4Ufy+fl/V0Xl8UP/cdmfvOx7bOufeSzix99c1/2Rbd+PcRv
+te3TnO3xNm333wsurib383Vx399e/JXvv3mu+0vOhP6TYbn6voP+K5lk2fs0x9Cv/0mK4vw6weC
PaNk/aPkp3+tn3+W+vIuxzf3n+TTc9x9+NB8bNtvvvz73987eep//zhuS/ezym65PqDz5pNG352a
9H/+ufkBdNz85IHVtwbZ+2hr9O/7tmvusvjuqwX+ArtT8UxRTbhmtvn858T8NuPPuCG2Yox/Mr/9
VfZn6/+fHunyATz46uYMHnyyPYbv3//9x/B2/PjhY/HVDv/5GQjzTCpuFBX08wno0yPgzwQlWmgl
/jihhwGw/ziX7f/1exvjf/3x1vJvj3+/5a+LD3+l81P6jAmqOaf8xOLKPGMSDm8M+Wxx9fWwPzv9
7mNcNviXr23s/eWnW3Nfv/z7zf2+iLuPH775vrn77ZtjHjd33cf2qyX+c7en/BkyCuXK/NuvHyR+
5H0Yn2v7a15CVDx0+6c+3OUzufxbNkd0+S9tT+z7/4IAedO37V8ZIZI/k1oyYvS/I+HBGRn1THHB
iDKfS/S2Nu8/zuVT+fq9zTl8/fHW8m/+C4rCi49TfF9+ddG/IDrg/owJw5Q4yU0ASvSZIEYRLsxX
cZ/T0v4jXLb21+9trP31x1trv/j5789MXnNX3H/8qv5/bm0un0nK4eQUqf6Bg9NnXGimpFZfSu/G
5PvPcdnkX7+3MfnXH29N7v0XgE/4WPzbX5lbLApkDxfn5o8Uf2J7Wz1jlNk2Efoi8P8/PNBl4//x
xY31//j51vwvv//7Pd6N4uIvxP1MPhNrcrENUM6nP6e2J+yZEisEYl+DDNZBG7T7GJdN/uVrG4N/
+enW3O5/D/R52/21mIcZ5G4mFGfqs0/DvA/SjWXMM2JrgM+vxwJgegH07D/W5WP4AmS+fn1zHJtP
t8fy/u3fHwXfN+Fqjr8yEix0uMZIbrR9EeNYwEBGokcW9hcCYhMS/6dnunweD766OYsHn2zP4fu/
pBj87yzFHzTN4a67O37idx4QFY9/+klNUE6br37x4Yt1+rN7X3/417e2DXLhD9Zo/RUnvo9GqSw+
PoC3f3zn413b4evcRvAANFGtEWHURq0eP66fGIEPbGJLzYUizKaAVEXZdNG/vhXPDFEUfTchTBKb
KARcW/brR5aN30cUw4ccCFdoo/+g1F6X2RyWxR/G+PL/3xR9/rqMi66F0G+/qT7/rfU5lf4ElLlE
Jw+OjjANXav7uzdg7fCX7f8nGs0D0Rvh5XnX6YO0wz5y0inW7PkwTlodC20X/cvRHuP8qo5Ibrm6
y8LFfWCzC49hkwvPgfSD1pYAuEPn0+eIFEmmKui5N7BMUT9Ky7F4SeSQTo6Ja/L7XORx7dRBl90v
zEwvRzHH5YFkdfQ5P3wmyC48idw+CAqMYJRTZdBhcA1e76FBJhqatp5a7tG6vLcIJfeZSMdfrKKz
j71Jph3Fz+wPcUi6UFyipwSZciouoNrqunTiXtQp+jJNFL+NaL3Ezkgi9tIi02DcNLWW31RhiyvJ
A/3D45aHJ506wPoAzFY251wIpVZ7PHCAlkaZrPnIPd5mxjNZn73hYZv7f0IKFyts5cTYqz8/lKJY
0et5tGHVrCl/KmUWHMOsS148LmU11okzKyGpIFQzCmsSAdT8UEoJ5w3DsWZeObbtzUja2e1JJt1p
6nrncVHnZpM2lxK6CEGpVhs3aU0yL6Xh1Bu7LL0VTStv44TE7x6Xcu6MsBVSPOVSa5uZNWoeHE4x
2pUZGmvwRpV0R1kSddNZfHDaoqyvpqHUx8flnWllmM2RWcCrgmmCeqfy6jBMrUy0lpfOuXJJmeYu
mSq1Y7uzYzI4HykNBZ7gEo5/KoUtZhaiVIHXzrFVHpuoTmNnaXUZuXOs7Q9P1UnYCGNmS6mA6ldS
7aENwyTWZpB24CV9wSN3qMNydNnYde+fLkcgJVPIIjaC6lTOMDWl7Psm8CoT5T9oklFH8ZT89J9J
2diuUaIOedUGXm/V/XWZitkb6iR/4gmhGKjVahIZiQjONlLqKGF0SIvRU3k1vwiHdHD7hRc/hlFT
XT+u0NYZIEojHwg4OFcroXxqtqQI8zRputFrg5w6U2hltdOQnvysNJLGjl5b/16FMQpfEKiuttZr
Nn4QT51MrKi2+OQxQ1O3HQvmyiDVO1LYNqmvYrgtCIwHSVpuXC7PVRdFpJu8YmEx89qoTAInUiK4
TdnQFz9y2ZDksP6D3yR5FNBb3lZieNmPWZO7LOptdtDtMhInDkg/OUm7VD9xPvSDK5Oq6H8EOCvr
t61OTeSoLlW9k9tpPTtcjNVyZCqrfihzK9aHhpuqu+5qFf9i06Idfd5xot2+6ZvJG/PFLm7jqjLB
dU5a6S+RML1fqdHOr0dpdf3opANp6quZpsWPlAzNc2k3RedkHbOm28cdgW2THcY9yNlc2VpSyeWn
zx8cjj3zOiVROHpNocPhWMa0t9w0T8rl5UR7vjhDlJejX1VtXl6VcyXL51M+1C8a0lj0dVimVfYy
V42RndtbrBluw7SsG8cqAtO6Ux/OuSMbwfNjT0QpXZPrarpO8kLMV6xYJnHoJImp3zBRvU0J714R
lCg7d60qMu9kXXed7fSlFcQ3QTcU/SEdVTp8aBtZWdrJ07q5h49XzImlIYNTh3PyRvRhSo+P2+k8
YCgBP7HCE0ME7HXqw30f0CTMyejlQcKcemLswOtYe1OSdTuOvP6qh/VUA94wpVBQAckEBJ6Kmi0d
FSHlo5fWtnU7dHCRYKgXryga6zWpdHlrcWbePFk/gGIUcNAsEvl0EzyM2fVURu3sydQixzjsy8Eh
PLCvVF/l0Y6GF4yJgifWrtdA4soUP0wIbdgWEUw8eXM+9e4UjNP1ageH9Yk+PFkvdGvg8ta6t2Kg
jaiU2jKEV3izZSI/qfL0FzlO+dWYtezXx0Wt6Xlzbgw8LFSSRFOyLeMkCAc2VNPkWSIZD2bOzE01
quUqLnL6vCTW9JPpdV86dE6sJ6dzylA3hMbBa7QvGxyfDFWmdF5MXpMnJD2wMqkyV7f1vLiDycfh
ycGwstHASNCXGtTdU6PW2jS07AfiFV1FjyySPzRLxA55WuQ7ks5LB2MaaAUgGR0bytWpJKnjOJWB
WTzaiw9tJwKvs+Z0JweeuyOEQBEURLlOMDbuiL5IdmYuiVfGVeTUjeyuTB/1bkh69UTcr5FEHora
xHbZyiqM55x41WBzZ9JR5U/Glk92B0gB1pM2jkkruekugJJyTTq9eMuc1w4TXe9nUVU5QSTLHdtd
OCDsAqCEoJUGRag3otrKSha7jolnG8GORS9np+K12Ini8yLFuI0EToGLAJHYBiGbxupIi3zp0SQp
SmeQI6NOUZH4t8ae2yObFyveEXnBKfg6bQSeoBS086r4g7qIqitJXkvi6Za+D624u1VZ9CtVbfP0
wwITAEyuVh9Ht3YqSORzG6ZFTzxZxPO7YQ77m2HpIn9W0bwTTRd0AtwjcA3ErI0tglNRnI1Juix0
9niYBOYqjFRF/Ul0jXJKxoLp6vGEuD75aUJkaK2ptCXaNU3E5tTyXltlXooFqNlMbt3Uv3QjIMDj
Qi64xomQTS5KUE1jphdkCDsaU8eUtX2oo8m1+nl5x5q02PEL+7JWGEaj12U4tI0Ri7Za6kbRxWtY
22ROUGTjeAzEsExObUeydxnAjXbnrKeIvUpI5cY8qlJXqTp7G9gkveVxX45HgoMKfp15U/3yuEnO
nxBoUqIfWpt+YbbsxszCWFcApV6bjJEft9XPkk1sx+6XhIAqBW1ElI3RzcYMjRVWZSLSycMkrf41
D1TwDj+Kd6SYMxdCagEcEhp/QMlupNhWBswdWaM3qwzdajEfg2z2myz1uViuJzrfTsHsqYjs1PLz
SOG2jYmIRgrQgtNNWgvbuS8zxQEbNM+OLAwSt4+5cSkne8jy3JDANuAakD7tdblqU32qWllIoPXo
mbKY/Hke6KEWsdiBXGdUnwYgWRcsEPnKcCTr09inJU/CqmeD16rkt3xcpg90bHNPhsZy43mpnof9
XD5vu3JxLTrRVwUpdh/i3KrSRnPGYVEbT0E2pzkq1qdhVQ9eNsWZEyam/ykaFHM6GcSf50D/K6F4
blWwq2BWBbjeVd1N7kmlqfO8LQZP8r53SAlguYRmPjweaRcUQm1AaeOY4thgjE6NylljFUkNhdAd
FE4iFvpmWdAf0KSmN39GlACIVaiERqyP8rAeWWnbhVULUcmQvQmzeHDWrvYXYo3Jn9FKUoqGUKJc
fMqAD0RpZY9WFVeDV7dx65dyzn+uqBAvZWjn6Y5fnjc7OCcppMFmicaEcT3HB7LIlOjAiB6yjDnG
duz1qX5ruuCViGjpqIwHOwIvHdna5yoN5A+wvrHjolQ/G7kKLEl4QHrJjgXh01WBhuXJdgSjB5IS
vDbSpKKb0lTHvJ4Lmw5eFwWJo7M6cXIRqWNeTYv3uHdcCG9NwYsC9oHNUQiuUzuaRvVRVU/UQxfQ
xk6SpOHiZNmiQmcCAKwd0te15SCVl8xJ6By/nO1FUxcbccv8REJYAzJJQRDr2nCg582zLB3nFtV4
FlYvdugE1rI4eu6660iNw46NV/84xRiagkuXRq0TO+CnU73llIXdWBDmqQ7a5CyzHWJF6fFx8547
jabQBfwVOnOk6I3TFG2WtVZcUc/MzTvTZ81VVKAeYUkz9B+XdEkfzHuRUMACCoTfqT6z6KKqmTrq
TXbWv85kK9ww0/GOu1yQoinSFVh0jmEU35Q3u2DaEnFjeZyywg0rQf2Von5ys2OwUgmTYakDjanY
lJxYlWyxxjb0F6zVVE5f56lyQqscyx2jnR+PYRJAEy6HpXew6adGE3ll0kiEkQ+GPr6RDU+OPf5x
K5dA7qSP83wFUYDrGNtx1DK28QSe1iyYrSX0WV1Q7lZzD5BgtRlIU6y32z/2o93H/szzXSXPz2wd
Pa7F24DsBmtyqqQ1pYHhMo79BExd4kRFHU/ogebyqb4BwAWoBQfEkYEQ2miYRqh06ZJTr2yt6Tgv
RDgq0MMOsDvTZt3lWXMwkiPaOrmRMtAhiFWLxr6YpHY7Pk7uiFZ2pzs9g48YIwMKK8za1kHfdjQF
ItFESUEmr23TbnAtu7O1I0lHCnfMkyG9Bo9nrI8d5YV0q4z2tjMJs0TJjtesw+vTNIUHwXYTUAKj
imEmfXp4Q9U1wZBmeBCeP7eH8tfQaq/qWd+OQr7AxNcBuPCDXL+YZ7CY0rTlzhNcsDdHCiPrbgNf
IdjmAdBYd7NEn84mXfvDrEevm1j4/PHstapxko3XQF8hM5IKqhCnp1JkM4xFBhLeG2UeuF1EJmfo
MGCQoXpy/4E9PJuhqwQrgGhUG4VkMdiFJIX0+7wmh0LVCMZxLHaC4UwhSIF/IuBhM6HpppTFJU4u
N4vwq36OnCbWyh1p86HISuvwRNNBkkJTDtYGnA06glPTjXlt58WMIbzK6QcJVPRTqXAtJVlCvRMU
q2VODgmSUFpshbmtjR5xk/xrK2qoaTPmRyUnTjaV8WESCjPHPJnf5paQt4zM9fOpKp/MP3ySDN0w
64d/bEFK1bfJMJUl82krM7RWob4a5rw49EkX7JhzVeJMSSUVEOWqotgoOWm6sJ5AVDTa6YvZjMQt
MUd7H1l1diOXIb1//PjO4gtTBrCUNkyKiifF5vi6ZSx4Imrma2Z1Bzm0+ZFNotzJmp/o6o1ayP3g
DDAvxvqC2sCDNpyGgDKwNl1gNYkrq1SR46zrvnGGIp+ZM49FZDljVpnMI2EtXi5irn9aYl7m19K2
MNwql5rX7tLM3X051nnozpyUpTPRVPSvRNYOe8sWF2JoRU/IxBgwoaxskoJgwcAxeqa+lU+dXwVZ
dIwCEt6Klu/NAC+dAiOfonUdpG/b9tkkcP1lpH5g9RnWKubuSlopuX78rC8pBEIQrDSSAsf+zmmo
Kpq2GHPWHNSKXTh9mBunEKCC4iFOrv6EqDW9gSOgNt1muRY9eR7bFffNQItDxtLKKWJm+aMZn9ow
w4ERJhDEgd3B6JwqFQ1NMwU0535WyuWm5jF308zOf3i6Pti8Ag8B7AnIvpGSpHmELGsxn8/j4GCW
px1BouBgoszaSXOfGI1trKAvQFeA4knEdh4zt307mjbhflLKzhtHaY7dMttHHtrtkdpTcWulrHwu
2yV5l5TN/KqKxvKgLKQ9i4nFQWvIn56VQMcDAsDGQFfb+qgtM4cBEJ6PdbL4FReT/CWz6ukKZSZ0
i8XqdurxhSy40v8wtKRIt2SDGQua2XUaxsK3U0PcZile9so69LFdHpI4/vD42V4KPqVA1VFw9NjS
2aRA05veGqxQ+BGmXFgsiNibLjHBjkqXgs+ssBHtGEE62dT9OB2LJcTU2o9Fk78cFtEeKvCwV9YQ
2juiLihkKAXKsG0sEGIx8DQkQlMM1TxAlMo66edWBt8pmNxpXs46Cqkxm8QQBYkLt5+2/D+vkkxY
E7JJkarmUKpxOvIozt8tLC+vy4hXt4ks9yZ4FzDAOtlYOVVgbzRop6qJRGlSNqn0p3RJqkPS99Vv
PR6ldcg4Nc11kul0cKaZBndEJcsvj3vKhTNEN4h7RADEWLNclzMfkj6lmHQy5RzYjXbgzquoeptL
i/uRiurj46LWX7VJAgZ7nuvKLlIANqBORU1ls2AXA4riNLU4tvWSS7cAwUZuB54XzDFpwCenSWj/
WvOxnfy6GtLQe/wpLpobdwsVmh20VnrjtFFZlF0529KXc5WmTpIFfXZIsyV6QexgLJ1G1f0btAfV
QU0F2xF+ydo4TmzgrLPpT1v8D62N7c06sVSl/KGjrd821XhFLCk9iy3JjrUvRcxDUevnD9i8dhg6
sIWt8vuikS5ZJurYIS8Pj1vzkhQNYo2BuACM3Pbg8bgMrMCoxVdBMl9xOzPXNKFmB2tdlAIMgT9i
9ZyNLrEZi1ZnODOT8/m6ZcnPK2O2E/x7Qtaze2CwkS2qmatJ+iJi3CNieksWHe6cyqUMo9f7HRjU
AhOpTRVgM5Zr+bpplI7dc+TvwJnT+jkIucgJx/iO92m/43KX1DLovDWKL9ZPt1FHEx03TYHmDAvQ
8U+YLqTPR8ykip2m9pJnm/VmHNa8QQJuSf7CimKWxBnExGq6kWjgnXoJLC8iJd3R6FwUqifWwleG
yRC+9bmwYLmaCXyuiAEm1lXmQw7KzFmW/MPj3n1REvAKxkGAY+CzTl1iirppylNL+DEd66MsLOsw
27U6dHWxN76Q+FWnyRFK4bY/luRRhNAQnorKmL0kEyq5P4+yfT8h1txosYND39vUC2QXX/8J1SAJ
iRDXvM7W3rOy0QtKKZJxSro360raAXzJ+HLAKvSOz5974KdZGsHWD5YG+HYyo9BW5llewjWSLLoi
dWW5JivJ4XGFLkoxFEwZ9rXIWWSppSJNu0ChJEznq57kw4t6HLOd0c95DQPHQRmSENpmIIRN/CYJ
Ye1KFvv2wpijI0XcbgwHv0ji0cvGgbnj1DZu24z0arTBcz2u5CUvwTDo8y4E6J3VCA9ylOpwea9Q
I3JUNtpugeVGh7R9/SKIg9rXcxrsAPfzYmkQZFTjig1qibY3xbJs8rJEMyR8oRss5UwlKTNcRwjT
D82QGfuABQb9A/bugpctxh57OeU8Wa7SsZaGxQEBrL6RbuOqiDbdiPAzYh6uUyOb8Xoaa577QROJ
7ND1Rn5Qc4tW7HE7X3CmdZCuAIwwcMZ/ndo5zVrJODoPn9JCH4ysggOZ0r2J+oX0YiPeFfLyCka2
AwaepLhxkkXCb6EqHAebGbTgtku7rthxnEuicF0ciWwtOnijxalCQ1Q2JBMUCiUj+H9VZsW1Wczy
NpqrbKeQXpS1QjwKZImdhI2sOM3RCDa59KOALW5mpdnzeETJq+Jp79bMRVFY8cMiDTao4aGnahVW
te6DV9KvGzIdSkHRyNaAVwr8xo5LXAoFJhXYHiwhUbwW5FRUoxLTUtYA6XRqfkHDkR5oEDJ3GDV/
z3lRXdU5W5y42s05l5wRPDXQAPhI9EAbe84kCOgwAzcvPBbHpqxzP5Gk3tHvkhSgYSwsgpkWkHeq
X1apPJ4xZPHtYRmP9djqwzimeyPfi1IMJiYGPBTWkDYVFV1FH9WZEH7WJPGrhvP8hWUP7O3Tw1cg
eMGdYKqGhZVTXUYdcY5Uzf3QCnE3hYzxQaak2UmOF5xPoh2FO2B4DVC3SRJFXzFTEpH4NFWRiwsW
sauwSwsXWJ5sNpQ0wA8JHCLASrONC2CCG2O+3Sa+KbPAMWOUeKyY9ojas8OBFI63CmEar0Dk040U
QHyKgqYiH0mpvhrVnBzMotMdduvMbJCyAtF1ioutre39srClpGjUHPkAXkPmTFnQ3Y91qA9ZTNon
z6RXYbgiiKYTRfuMdRnGtMX9Mqxe1UFc3uf9yrIP0bQ7VFrP+gS+YTcDVsMokgLFAdufelwZyMGk
XRr708oKv691ouzKmeN6Tn60mAmbQ251Sf17VYVKOPZcToVrRMfqY13KaboSS0AsL5kGGb+ahanq
nx+PiPOpF1g+wEvkD9QZjJ02zkrGvMusFs5aT3lxzFkyFh/ZrBp2MGoa7MaNajGQ9wtCqvGqypqT
t3NBYvamK6ZhdAdbFl3k7jzUucOtixKAS7jrAOeyV1d5AGfqJDG50UnsYxk2ng59V2eDw8sgmPHK
kVHLN7Fuh/smyIX9U2YlQ/1zJVTF3ZDGKn6OJc0kPFqRHcibJQYuvLVVWe2tkp8hPgUAgNtM6/4E
aJptY2PVuo9KQWI/bLq0PMZBaA+uFkM1uQWWR4rXLC2S0u2sYZaHOIS1DioaiTns2GpFlqceBgde
13LApmOFfguGKC6g1E0+pH6Zll1zwCuCxsjRLAiyX4Kwn9Q7e6LlyByLxkmUObRgIrsrS1L/VhfY
vbSPjz/PGRJFrw82F+lAYhsH8OX06NKYWCzVZepTMecYgRu7cJclsF/ZcTi/6Lqg2nGWc1/B3Hit
vEAUmLpviSrsm/S60qh9xhLhq7yzs3t4+pP5jHU6jVt5WCVDlGA6tlGLRBh9R1nus3iYDriRvDhV
QjrvceN9ws2bw1TYs+LrjWOQfnojpkwWrrqCJD4wIFjFTMZqdup+yOfF4XFDwysxq1G7IgtscQsq
rMquOQLlvi+qpXg15ZQtV6UeTOWGSlm4IEWjPj/Qjg31MbFsjqMfE5JzZ2CdavawwnlMYNoLG2HE
DPoXHfaplWbVB1JUTe7HMiyNa+xwjp0wDwRxA13h9ghIVDUcLZqF9RF7o1S6Npu49XSXwM05XJXG
4AdpRG4gWaB13g4pyfyxp/oWsRjfkJzsZanzesWwQ/VpTgueGxz+qbIDD6amSKoUbGTX/5yldQj4
lbCXUZ5Prx/3iws+vq5QSTQ7HJ6+5Z+XNK+rZglTPyFR9LqbA7EcZWIv2dODF5TQOqzHLVdcMNqo
hLFzEo6JyH2BzZXjTKSM1jW1+fmUdMuvQ5bukZHnNsQJ4W15GMliCxrDglMbVpLqZGBL6ZM0n46M
RzOWdmR2lWHQueMUl0RhXRhbmQhfvABr45sjNfDNJSn9XsbRUc5aYFm5FLhtOCTFUxEgFhKwvwHS
gWncuNheianDZgh1HpfYqipaZ5Z9fOwEdiw69I87+f+iWg9ErSH5oFTmlrXMoklLv14K5RZ0nBw1
0gqRRsSOBc9TO7TCBQgENnA6XiF2Kmqa0CWUsin9VGS124vsJrWHBtcsLdtJUzXviDt3+lUcXg2B
uyTrq542zsjbHNRNXZV+0iXLbdJiVR+NabuDOs+3MtezeiBmkyz6BVBiwktUccmniQ7tmAR3epqH
w8LD2skwi3MZgNrohDKZb8xQdL+OeaZ3dL10ihh/oCcGuYDWYaPrnNq9hVEjHGaJ+1fZjNuWs0WG
q4bb1fHxXHJJFFYG8fYNzBqw9cpOT3GOSqyGBmmOOcf0wzjjFq7so8wdJm28xyVd8hesSVK8jQWX
HdCknEpq8Gu1ZZvMr0VlOx1uCDlt0jlmsG+xh7HXh1/SC2veaBwwtYbEjQntpS2sIstzn4cWPRRG
2FdTk4R+OploR7FLnvlQ1MZl0i5UgSyjtcz1cXSYsfiaH4Z2yOROHrlkQSzOru+8RKWRW8ZE2Y2h
uQ5zHxeOw3fgF5rfO7yOxKNWO93aySB3FDvjMnBQAq+JWPehMVXd2nCxkhBXi2HDKiPlwcJ+/rUq
guZ1a0j4EchuecX6Ybip4k7s8KcXTYpBBPY14H7Yrjr1lYnFydRb8MrG9Oo5m+Iq96YRgna8/5Kc
9a0yuP+JZW+M20/lLIUlIoE3qfhz1DKXqyAEb5PMO3ZcHeAUxsHhsQO6Nn240rEN56YqwbvmClKA
lQ+sFfLdjMh/Y9uNDcahtW/zSvex83i8XdING0cAp4A+GFdv4o2JWeBKsMx828LSZoP55bFB5/zu
cSmX4gxzCMz30aoDo64++6DgZCnHKxBS6FYkQ3snxmzK7qIQ+0mvQbLH6eFxaZciAMvCILg4LvqA
WT+VhgggdRxpQDlJs/eitbKr1IjGC4Ky/YnmCfUfl3chAnDHGlP+ldvGxH+DEuy8z60mTDIfG+Qk
f1vnc1n9ZCUmQSuTNUvu5IO18Ot2WIrorquSaq/IXjhErNyAUcddILTkW+zasQIM2dxnfqlneUOS
tnrJi3JPzVMpmCStr0kC14J5yOou21FZQVDNiljnN2B7okPesuiWR9nTeOxPUjCNW0Ws5DLi4fTw
lmZI7B73nG/yFvZDuKCWD4o4JuvqnQJ6QSEQewIhvV5CRhY5FdUPYZlRq69uhnyaXsfKhFdBaj3t
IuMnhZCE8dsB6kCKby+c6jm0LR7n1U1beZ09wGhFMjp8iq0Ds54UzV9kAYSDSVxNqDdFZopasP/D
UN2EFCuzdR8ZL5qz+e3j/n6aqb5I+fSCIxtshr1dMhlZFzZBImG3eZAulsFThjdmZO2xF3jpzDKR
sXLTABdVds7rNIt8kbu+YAmLNbjBtL3+3GKZopCLXd00WYP5Ed634ojcMocWfeNOMr7gGlgKBqW8
Toswq9ykEJaQsNdtUN5EybgcKlF3h6Qe+NMVQguI95hhfxIJf8ujLZEKi6Wh1c3S2aGbh7V+m9PF
+HhfgtyplRdsB/QCtg5RjB5je9NlULEObVbVNxZWQY9dOho3rxPuzva8tw18wXa4P6pBEKJxWhmW
07ACVhV9MpT1DbMKvKMql8Yyx5nVeEXC4354SRAWjTA/RfaFchv+H9e9SFPZY32D1bHSVdZIj+MY
0D8hBWAMG3AI3rXxPFUny2Y+mM5UN3EykFeRtVDtWDNev7CDMk6r1urd4L4wigd2W3PS9uZE2eZY
951of2OCJFRXbMJekReTLhyPeMeFKPx4VnV4/VQTYuUBF17wzo61pdlePhn11AZqLvubtjXZzYA3
m+nrsCzjdEfOufvhtUcYbYDnQ/+AN2mcGrHRXdPmE+lvhBlqDxxB7wDbtG6NFZInnxdEYTUcW9RG
reX/VBT4oX4sRtnfSIHJxsDo5JXKWnakXFQI17gAM/DmMgwGTqXwNFDdUoXDTWaPGDupBTmwHQV7
t3ArDg+Pn9J5wsXr63FpDGtubF1C32SjgYmkbQZ7vBlkW6SHMRyN8lj7/zk7k93Gka1bPxEB9s2U
lGxTcvaZZVdNiKqTWQz2fbB5+vvR5wInRQki/A9qUDCQWxGMiN2ttbaCkMCyxHV8GoQ9K49zXsSf
32/ZMR2E7FagN+nE5TIXItV8bhblCX4UVJoyS0T5aCLVNgfzrMX5c9s3dnTQ7UnuUTQuo6r1PuCT
38RIuNmAzNfb/1vMqJm9cN0ka2nVjxQMSmP5oQm0KLRFjZ+WRtqfW9toAzQX39e6+q9leC40liip
coo2290aDZqFRdaFqIKBMq47PJu+S5q+vu/sKS8XIZuFM93WlqZJq3tlGbowU5NvMi1qn/9eXVH9
sq0uerr/Ha+PKxBFmg+0mlkP2dJmMxPT7BLVlmHaJsUhWRDOyXo6V6WiTTueZlOPXrdvtUUOD6GS
pW1BYnGil5FpijE0m7hzEG2wyuXQuMqgHqY6MbOTU81GdOiWxV0AfVTq8+hVcvgmVOE2gWXnUut9
U0xG9NlIp74HzGbN+UOijAUSIbERd8E8NvSRptSJ/76/T6sU+G9Z2H9//KpJZOK+wFa6m3s9xmAa
tKauwy5PFxGYZlsYn01DlvUxz0u3TvwWZQgBwAIdgVNkZ1oawITKukOR1E4TOKl044NXO2N9tCxj
mny3LrTub2do+3Z4LSYSoRdTdAO0idZN/8nTIqvOYJk0zV/SNLU+sruL+TzWaZF/0Zsul4cY6G7s
j+mipkkg47x+vb/oW4eDiJ7GywqopVJ3eTg6WaqN2Zqw5sxGP6pz/kJoADuwpjv2fkvoa4DkIMRf
BfEuLaVDnRjjMuShdOzW70dTPmZ6MvqTjJfju00hfk1rC6EM1rbFwzSd5+HIojJUh3w6JsmsBIth
tkFqzu9jEb+dGdouFDlJvVbBl817YZs5rEetqsKyiP9RCs17iEe7OWSK3MtYbnwpBxD+W9eKpGVL
NyyUQvaWGJqwsUT+2mr6kh5kNmePll5V+c7Hug6vEIICvcGCgOWDGbn8WBI5O2PWRBMujfs6RYYd
Snz7zme6fgUBoqyehUSCjvKW4jtIvbJKI25DKp3j0+IkcMor2QFRVOPM/BnZytDsFMiuNxGIzypU
sWokIvi7eQvrODKBxONYRJ6K71Nrjq5vKN4AMUamxvh4/xzeWODqS4CprKNmrmCfxtg0RIx6Fypi
Wakxlt2037zYXqqHeDaF+UiJuN5DKtxaoruCVYDqUp1zNvdMV2av6bu8D+uyrj+7uSq/5pXbPKdz
texECNenhG4WnoUCGTpbvB+XpyQ3C6SixNKHZhermt8WmTuHY9vO2cP9jbw2BARHQ8EbpwyAVls3
+rd4QNGSiTrL1IcTbF/ED7Iu6GNjr9J9/bmwstIn6Vagm7/FZLpFLK3MMvuwFOXfsdU8agXyyHXv
HfBfe63PW0tawXprnYOAdftwNGoXqZZQkJQ0+vwVDZWelk88fru/cdeHgXNHS5smHfAI9GgvN24x
JWhqcoswwwOEuVB0ClKzedDHdDjcN3VjQaCkeAWIvrnNWxEORxWypjowhmOdKUGH9rQPh2evK3fD
ClQ2XnaYksgsbyvOk4Kmh2bKKdTzvj5Wipp9UrRl2QmZrqxwaekDU4ciLVpf3MttS5e0dKTox7BK
tPJjr2bC17pqj7R7dd4AgXBpkLNZifnkgJdWzDzxUOYcxzBDSiHIBk1FbC2hN6bkyeNoxnvZ7E17
HhVYahqr2MDGnqqmXmIU7hhGU+x9rWw5Hqtxqn9KXWSPihbFe8IKV2E8C0SyClgOHQIyic1T1Co5
QlaeMYZWM5sIUIqnaUlepxFavDN/0iL9eSnMvTjjtlFuFo1vqgPbenNZGo1aLzbfTlVfPWcJyiRv
/a72Zl8wg4P2Y/dpLMad4HGDiyIQWNe6SjkQ/cLJ3x7MxkjpOLbVFLYx+nJSUw+LHGq/Iz48R72i
fE3bWn6fyjJBPaVoza92Y5o/p8j6cf8aXgWx/A5yxZW0t+pGbos9eTo3euXZUxiXpn1wTBQ6vqDc
osZBH2mlS7O3VL4IMZNz3Dd8fWdQa1lLgiDYKA1uieAU6CLVbb0ptMdmQQBUgb7s2nu4mqsHjeVB
tsLlULSFbbb+/TdP0BStPQ5EdKEo2ugTXa7oKRKK/RpF1s/767lhaRV4WIEG64OzJSWOUW/Y+jLM
4VTa5Wms2ulRG7Q8nKRuH++burF1VG1h7AENo/G55Wws6TDndbbMoWdO1oszONnfWdvsdQpuLAhM
EhU43ma0fLYnQ2goWM1lqoaqO6SfS+RFz0WhRJ91iO07gcG1KXrFmMKzwUdELebyK5Fn5kbZqVMI
fHE8plE7HuCid75AfOHde7dS4PCfZBR47m3SRjVacybdmsJKNvKbk0fyhRgv2Ynkrm8VXpRvRCkG
dQrq65cLqkc1SWDdzqG2NHOgA8v8EScGShjSUB5Qh7GfakvGO17o1i7S4ecFhYdC3XaTj9pq486T
WcxhEjMywevr+A/JrvtKFS8/3nsCdfYQ5An6WQgubWs9MF3aTjMnTCV99pT3FWges58O963cXJBL
lECwuKpabXZRG5DwImCdQzNzv89zLI6N103oSht7Sp/XN0pf4aC8EsDDGUCx/pLfnolEzx2kNo05
zKZ2CWLPi3yjH/fQ1NcOlU8D+AJA54ph2woRL6LKJ9srlzCa3W9VX4e9l2p+OQPPVXRz5329aYyr
u8I9WNYWt9nmWuVGc7eEChNHEj9LF/sXeDXN+DAVaOoGntoMewJ1N23iRNcoZR2esNlGuFYdoiwj
qoyu0ydBbbdofqqGEjae3p3Qx5t3Fnl9QtCEpS2C2sxKUNgq4kVR785zI63Qjco2RLPIfBggMflx
6807TPCbppiRwnwS5LEp7l8eEYQSReqChQoLy0B+cs7+tVtjOvJEtTuLuj6MLAquJvr1yB3RtLi0
1FVzFLmNYYW6oyQPSTmYYR9TUX3v5WIlb+V88iOKxeu3/P3Iz6jnDGblktrqylEWrfK3WXjR0QAo
/nLf1PWxwBR5Hypja+N5O+omy4fOKsrFDVEknYJ5KIzMzw0jPmqR0L+klaf8uG/wxg4CurdxJqAI
aDFv4vGWQRe6QSstBHHifIgXpzj1iznuVC9vWUHGae1AA6rle13uoNUqNsjswQmN3i15Zr2y/EvN
snznWb9hhuLoeujWvaP9fGkmad2MONR0wzlPgJ0POSABes/vP3TrS0tEBucSZO0m9k5Lr7cXkUWh
liiODyDUOw4EbzuH7sZa3vg3pOVUVai3Xa6lgrKdUdhzSfpm8dMqFveTmsXZzlW9bYXDjbIdtNbt
M9SkotV6K3ORTpj7D05eeYe41KOdz3/jQVhjCEDbpMwU2DbuNgaz6lRJ54ZqRbFGUxvtQ53kKJlO
mb6zbdelZtA+qx+k4AB5CUrB5b7Z4ICVuDC9UCMHirtngRJV3zh+1M+ZP7jaH7nzH5RbfLWMfZlW
B/YlkKZR+lGKiMn8TTjdQZn/mN3v6twFhfjQKw3d1uK7UF6iJn1yvLE4NMb0V6v8vH8Vr+8+keP6
aCIAvSqDrenXb8/M4MTpkDecq0qoU2DkdXIaaz0OjBrCYRrJeGerrr899jhbb3U0rv9mp0hQIUSk
KfYMdwrrsawOdKK0HSvrOf0fAGvN3sDMURKkokDtjKrx5armxu2VrlyicOhqGRKS0WFIpsKBe254
n+mzZSejb5tndOvLF/Kr8V3ymm/2scxlpehKZWPbN/E6gLJ6X8QnQ3YiZH6P+82s7ApvlO5pk28A
rP+1BeTxjcNJj2aroaN2ie5EShefMlfM07+aO0f2c1x2cg6sCZbKY7aCE54WnAw0deBaPy2rWDEs
wsz3xiTdOE1gz9biLykjbn/jGpMBjoFe5QK8fa0epDnqJy1VbH/souV7NO+RX9bDsvnMvIZgWWm1
02PeogZaZ7Fp0og27Hh7j73WmuE0jfrZa9LmKUMP4sm1l/GP994Yey1arkpztD+oBV+eLX0uGTll
e33YFkXLjWdSk2BMgJM4odnOc3HIqqXb61GTwV+tlfzLWIlxHGuc5+Y5Yy6ACg1wUcO4Q7Q9SPo+
l0HbdiNCSavex7OU1fKDWVmNExSj2qSvi9cP9tF28vhTLylW++6gMnmihJOjZjxFAhQwjw+IFipW
ddUHWTKMItCsurB+JEsdVQhnEet81HRptL49IMITNt1gZl/aGXW911KhX3G0nMkaPntMeXIOQ1Gm
7WG0EE//T85kGYcOgEARLazqoagOIiqy9tusA8I8TrZCEdZBzKw4qjAzh6PXgJZ/sBa1/KGMvdu+
WonIsmPuxI53tJtBdR9tUMrC7+y0/dmq7pg8NDHqmOcskjLlZzpm7KvSc3p/jib9NU4N7YWiSjT5
yTgNXxEmGoZAW6pufpqSKkP2fUmicUFwRR2zk13kdfoN/cBCftNN8sPMj+LcU49Mlcq0lxQG0PRR
NGQPPysqy0vsF/E8Zf+OBqzzZ30l45zjZRhTP9fydgz0xO6QdZN5/EeapUJ7zIqlEIEhvUj+HK0x
sX+gguHSFZ3SOZ06fwFFnzvHyc1BZTuZ49ThIJ1JMHSnimPhe4QadpCZTtf6S0PA5IOv08ZPnpfr
3AFvyppgkgyGeWyp3eqPXlo7zhPrzVC879Wk/hwtfaZ/V6GjdS9Dkyvew2TpS/2Up2P0q1H6pXgp
qZv/slfhGzptdRt/qGvNhbVllNGUc5HzTA3yobLyoKMslfrVUHWNL5PBUo8RDd/iMFa9YR6UqlPV
Hx2Bbf8dyEisfZupJCdfe9H0MgSs2mVP5RjnUcBhaQxfpIUzHM1ZlNlnnpF5RA65bZQzjotJf6Ls
4viQ9rWNGpmlx9FB5CCTD0Mu4fp1FjoLj3rRTsk5l6bJwBqlnOsHRaacrpr5es6hZj6Reaiiys0O
bTbZ4pQ5aTY+qHwCxwfcXDh/0bX24l/NpA3pQRstrzlqXd5mQVaqRfUJqW1RHRYXRb4nyORd9qwK
Vf8zEamdfWx1Q8Rh1U/NOqFKIBM1CGRGPzaimdRHIfO8D6pI0b4itOe2z0ma4+jzUZfWR52vT++v
r7zq2dFT+4Ntx0PqN8gpdM8xnU/tYfFs6XydzaYWP5IqKvJPCaPqtAMwoKZ/ZXZO8TGh99V/16qI
SSJ1K+foJGRqtgekyG3tj9Jt3b8yqXXgjwtpVQxQBBHxIOiGzI9Za88Sqpgb6apfpkYxQsXBcWrh
UAzS+NEOrUi+j5Yya5+sqC5mPyvboRyCWjOSBMXqyJj1Iw52ah8QK1AXn5JUE50mp80nrhgkqQ+V
MjYvCfWpyPAjo0g/1JnWPU9jJcsgLyCuPaKs04KilAzweqVrH01VgASmBxXY7BeevMPg1CL+Su4V
Q9suk6z2DmD9ne6hs/oSNdbYkopyElC7IyRUE6l+nHNeZz+KiiEKZwriL5OWuajz5p71BzG21Fds
I9xITUioaEmlKKnP+XS9w0StsjlMik7BWRZZYh+1kkwmyB0PIcbOmRGk0txOsXz4CGWC8svohMzc
Sb0z8ynrX4bgtDP4oLdWGqadyifFcIvs1Zqz9Cd8OC/+J6rHrHzqtEn+pykql9FKZS89f1Rr5pAp
DPoyD4sVz+6jxOkrp2RKIb+o3hQboWj4tl8tmVgU+lNGyfilFjfiJZ4sqnKM7GqnQ1ssSIqnldGb
oZq5kQGqzimLDyoOc4aTNCKfR4MnWQ5MYevHYKzjejk4w+San8SSjP8BLilf5Nh36kdZuJl7BCXk
SLQNy1n+e9+lXvlxutLEzmupFKAJgdOlSx3lWFCUqUx8m271vtOkUaDKejk3UFuP+HEvdAdzT+rm
KhR9s7rCoeAZ03zaeNSk4J62ZWeGQpd8eEsTyuAv/W5r8NbqVuYoNQkKYlT0Llcnh1idDWW0wlrp
W3nkiRmSr3LUKiPQEXBFQS7xMu/UWTWKRfc39kZwiJgn6E2eGgpatL4ubTcp74eoFiNEZFk9QvqY
DuDXyw/MNROh0U1IIbCzgRrL9oM0m+ERLM1et/ctIroM05DHACHDkAeY9lQmL38ESMS2QSXPCIfJ
7KtQtInG8BdNL/4cRwmVbM6EbZ+boYsLfyzISr8bqCnVf2iFMn8e07JsoDUvg5P6xtKOlq9EWsb4
uUZ3ylQcDcbuGg4iZko5nFwX2RsRgCbqfupZrJycTBTyUUpNcQ89wpaeTxBkfYvUzorDwkmBwvnT
wEyNoB6aOX5olUzRSz/W6Ee2vj6Z4zodL5bOf4pRixYEIUtjTwjpKmpGPZTxmxxEcgWWt/lIFlQR
hSjKDuMFJm8xPret/MfLnH+FiLSdOsKNw7iKk5OsIl8Fq2L9Lb/lewIhv1RBQDicq975JXQ2pxIZ
O1YbM0fTywJYDfLx/jG8cdNMGvC0KKnrwAfbpGOepsyWrrDAUq+KY2wNXhC3xp6I3hsO6OKcUeum
jbTOM6X4DQDqcm1jmzhRVepeWNlaJ44yglbllzqYqMCySrUOGONkt2dLjZb84FbdgkOCa8dcQlEp
5yZJdPHUJVZsElwIK9H9zDOU5mgtDeT9yGnL+WzaTRL5VK2kG1rULAY70KNiESFsZjf5o2cwof2A
cuLyQ48URGdrLY9Hpi42RvdDSxOl/1GDQE+oCQziT6EtBAFWMqn/1jQ5h5C5IXEXWlWW9IGsbCc7
FGAiiQLJYpgGIdEX89U2dtUA0FDR8/tyZT6ZEVMlGBCqueWpRhrWfFTrPHqpbQXVBCQ/p/cRjcg4
0etaoQ60u4FwgL253OdUCBMpAdULZe4ibmIzFDXj0ba0HXTP9bHBDjn0WvYCVLnFo8STpg8NciGh
Zndp6OFLz7mpvE9M//+vhnY25TucOrT7y9UwUysHOO95YUf8+JQLau+mMfQ7L/FVNWrdM0Ra1nok
haKtIlHTtoIElrMJpqZ8aURhHc0k6r9UhifC99629a1nziAlT7Zuy7uc2DOk7Bdxqo0y/6Hrspke
nET0w/G+netnCztojq0TVKDQbivuSuboySIh15eVmhnB+oS1PpGccB/nvpbILjP6Y0/Y+fpMGCzt
jQzJ2ujOX36tGEz1MptzcurQ2zguSjMfq4oY9v7SbloBKo3kAzeWXuGllaaey2VxjOTEQLnx2W1p
aGVWZ+18qPWeXL5XBucaeVVY4oyv2wI4ZpN+TzUq6WmhXZMHBPNKeSCIrGegNuYy+61eIDQhHWWw
/Twr+h3u8/UHhNDD7SIs4HbRMLxcpWFVuV221P7Q0WS2g9KXB8glT64x/HBzuben1zcAThv1krdB
kRb0uktreS27Es3RKIya5m9NzceHEnqQv1jA0N/79QhfEGljzAF9ZBpPl5bsOMpmerrE/HnSHcyi
+GWV47uRS/zLTAyi6k85Bizbxmk7KNPobaIo4RwnJDlyIpxudlGi1wcRNuxaVkYj0aastnlqB0SA
Gyef4xMCMvk/AAuq02Tl75tvtj6BVP0pDTE6F9gC/3e5YSmIC7J4Jz6pWU7BuqwiLxSd3by3Ik+7
bEWhrtwY0DVbM/HcDh3z08VJKYX5xUIpMbQcVEFdmeiH+0fgxmEDQ0A4RzbxBpHYrKjPhwVtWHHK
B3UMVJrtD53Xpx+RQ613TttG8P9t99aJL+Z6kWFEvUGJfgupWqNLIqHV+WlMK1MeBs+spd+WNT6L
6V8KCDqwqPHfbamlmu1LvbbQSnThXAYWKnvO6ywTxrrN9dKIs8jG6FOFTI4T2EuJWGqpIJQaGmMm
xU6N+sbR4jevmm42kjZXPQsAx9iptfQ0mJQVn7Q5lsbTsLRkove/xbWhNfYD74ACLBHXVizSNoul
bbM4P7VuV+Esiuyz5SXqjpXrx2z9BvTf8Efcl61jyDLTS0kh8xPE3fhjNSlG5WedVA+Klhu2P7fR
nm71rXUBU0F7DbwsrZPNC2CWbpUiXFec4mFRimCIZYIMVEr16d37BwZzxRtzkoG/b24ngnh6byRO
ebIo2ZPQ0NCcRLPjC64vDF0SyCtkIqvI0RZm13qNo1XmUJ30ibQwaN0p7fxs0IcvKjjadid0uPZ8
eJs13iIhAFK9xW1nzjIPSQ8z2K1m82MNPWGheI70wEOdtFHO7Snd5R+t5eU68pyn5c5LdOPTraUG
8i7GgKzYpsvnwVGijjyM6r3T2bFvLbnyPDIV5Pu7PxyOCJQAwKk1K1n3/LeHgaktTRHZVhQ2caZ9
gGzS+8YcFTtfbs1qfo8i1p4jSlvMOcUf0ebWL60grKQWEcN8To0ghX304FPNT7A1W/RtZFkuT8J1
ytqvrGh35tr2M2J6PTMUF8i2IDNsXLrKzKBMEw7UWid108CdNArwmj72caA7ovUFvkrzx2RQT7VG
33XnFG2/IuYtSNhQA2FlQ9xbd+b3/XVHRtMURXXqi0oJerRvAl2d9wYm3dhf3i70LzkuK6Bv/RW/
WYGmEWdet1SnfNbqPxcjL8ug7Dt5nCzSwjlvtWBOE/vP+2fnemvBPa8gQkIzHpntGIppVma6qGV7
gmL+K0WA/KuGrtRRXbvB0eKkj0psjkHf2e63+4avN/VtOA6K6gSdZCubTR1VI85RHG1PKOfN4QBh
8GPTV/rOod2+1uuy6Nghm8VwA4aabDa1VqbFKc26O7WeU6z4seFl6LXxIdXzMZhNI328v6rt88aH
I7hZNaCJ2lb26uVHTAlzkyLWlVMUz4pvWHVyrJjed5h1fY/afrWBxJykxivElE4dlYhLUyWlam1p
tfYsp878Z3Zm79HVUppp91e0/uKLaw82f41w0VtDXvKKG1vPDWMIy3k8a8pSDAcHkIvxoRE6A5ZL
K67+RPVMpB8WRqzKx2FsI/Gprct2j2NxtVjkoHCBQJThCUDO2iw2tYYlW+qiO+dpomkB4jRMb+OZ
UvfgyFcfEFL4agJgPXh3/NTlrjpS8eqYQeJnNavHw0DH7Fs3LM1ZLLrycn9nr84mGB58E9LmDq0k
6DCXpkxeUH3IDXk2Czt+aWlBxKDM9VQ9DNYwvpLRuXviRTe2cdUNQLYF7o3BmOFLk5HlVH3Z6PLc
6mn9McmW0s/Uevp0f2E3rFDlAJCHeBdB37bOGLnL1NitKc/Stqr6Sc2X4mtijWb1dN/OjQ2k8gCn
Y21Xg7nerAZgba6pizGeTaPzPsyK7JkbAnck9tPe7ecgF87OZbh6LSEs8bHe6LAgS7ZQr7GGudQO
q8XGG37lWlc+UfKdHnOLTiFUePFn2a1DvnVi7R0ndONgUiigho1oDNUCY/OyNE6lMW4yGc9W1ChP
JjnhHyTw0PjaZm9IxG1TSBetkDbgBxtT6uL09izkeEZmsa2DmtlpxXHJc/VZSxb7P/c/4q3Dwk6u
RVsDIum2aB/TRl6yphvPWWUbf+tlb54HCOSH+1ZuLYnckzgMfjFlpPXvvzlXl9GSsSeVEei6nhIw
CL3UgsgcnfqZbpzMX99vDp0ZD5UEQkeKi5fmcn2qxWRG4zmmZXqYnL55qKPxdVwofdy3dOsOwFhd
oeyo+VDuuLQUG3lcJGk2ndVlWv4BEVX/LeNZG596UMbJg16n5fukVwkzuQQrZZVz6FJn2UKrGB/F
aEcrn84xgcVTbqit7Zdeav3V13OR+00Vy3Hn3t36fCRdwAU5IdcRGO1VNQWCM52BFRf/2NRRmZ5p
1v44xt2eB7h2eCwPWBEpAwyOq0GhWHGaPCmnc68PaZAqvNG+0pbiaei96ssEw+tj3pdt4KZG9VjV
9Z446603Bn4TRH9qnQh7bNI9zVoIBcGvneOxofJYRsiyFVUWtvM/5qDrwFLWJulaxt4D/1x18d7g
i3xSC5oHvm87I7WGLe+UM8d2apqpP5GbiSaoDCdmIpmMo39j+neJb8Zt+TnuOvkFlSK/tlPxvmkB
bydsreEh0U0cvBI4Lw/13ACW6aQ94oTT+qGRy4DuUfIfaUXD0/3rc2OzuTtENjZK0DwPGxeSCD1a
CieZzq2AMKEkpvGnaLrqgRK99rGM5HCKLUU/Euu9b+7yf9cI+Hglf1HWu3r3Ko9RHqlaTOdkqInx
jT5l3nnU7hRfblwcolAasrxCVN6czfpo8BU1Tn86NzW8x1Kryk+9M4xHYrpkx+vfOD2UDtbGGCcH
NORWu1hJm9iEZDCd3RZJ8a86A9UdnzpNCtMgU8aAMXBt6YNYWLSjMZVTFihG0ZcPeYwCYPDe78rr
y+sEAQbYHmXNyxNUp0umuSLmJKvtP6U3/DG4dtiN00trJkBe1MiH7fPjvs1rT3Zpc/37bz5mXpqs
Bkkkz2rnLMeaIR5PtPXM92YYiGTA66FPhfwOJZTVIfxmZZWrnxB5H8/14Cbf6qYz/jKzlFZfyiBv
8e53F2MwtIHrrxMnt5ACLW4JbGRDJJCRBaomA+kUvVeCUaBUen/3rk/qagoOB52xVRRh8+xReMrL
WGddLFB5mgEuPdlqUT6gBrt3OG58KODTzKSihEcrbKtSQGA/T4UYSWkA/j10fVuc8ryKd7qKawJ7
mTixoHXQwNqFWwmBlx8KQkpn5Oo0nnsnbR7ysvI98akGGelPQCUCs7T2RAxvrwvnxS1cy5ObqMNW
ml5Xe7awH3FNCefhGXZbupNS3/xQaH+s0wK5YNvHmYOgF6WzjOd2YBwIUx4nvxhrNyiNcm8Az60F
cdDpfKy0QHurthfDDBVUdVnQ0A7+bE3qsYnzPRrldQgFhhgwENB6to1U4vJDFeRndVlp47kx5SlS
AAYBvcuCbiYfoy+2t6ib5qijUUIGTk2aeWlOK0djsAucWzKm7oe1GvG5m3TnX1Bp1dOMOsPOxbq1
iauuGtwRDvtVd9up7ATBGDmdoyYrIr8uFrroiTt0x/sX+Ma6+PffqO82r/82eDDm1jPWwQ1nowYm
9OyipmIecrcZO6yNS3ISnZZV4X2jNxa3pmQ2kB/mhRA2XW5mPCAiOGRSPXfZNB2XqHlN4Ao+3Ddy
48TD60DIbS0l4VI2N7mJulkfnFY9m7QxwtwW9hed/Cs0G3dXiuw6+ly7Vgh/wGWjr77NaZdk0eMM
Xe9zkjEXe7LBNPpgCZdjhWrSIW9bpG96iy4jII/kz7m15M5xubXY33/A5jbk5aBFpRjkuUO88MFJ
QawZUpk+Kxok9fv7euvj/W5q8/EqWcRgT3p5Jux0DqMnwCZm2V7D5jrEW3eUZIUoC9fibUKBZXad
UWtnec5cdwJ9VVApjmOuNmD+oBTa3+mQen7X74kc317d/+xuNtKK+gUC8yjPmpVK5Dqa7IOSLuVO
AHvDy5ClwMcAe0+ws5X3MZTIjUxBRYdxYWjM67Y4RIwC+lzHVfwLae/IB93sHu5/uFtbiv98O6FU
y7bqTwJyyyxdKlceU11e53woUdqW/ec0ssUDTr4LEruLPzN/sdppqNw6navoFDwiSJHEJJf3XXVl
FbVoJ52VcZFhHMtXV9btU4LezE4E+YYT2PhvsITwBvGn9I628BY6HWlpJhRcUrOYHvWkn+g5tLl6
MpgZcyjiRQtkaXTnMTe7x6QqvQfTFR7j/6gvGFPXH7XYc49KPyPPofXOQ7S0e2Iwb2Hs1W8EyAc9
lBgDkNTldhQy9vJyFOMZoVMRuJTuP9QmtQY3aw5eb8QH1J+tQwUR6SGHdHwe50g/uQtwtUnplaPZ
KN3X+0fj5gdapx2hgII82Fb+QOuYldMOqjyntRU/Km4qfuiLNp+W1it2vtDNo79O5+PppwxubZ6P
uVDdotZYvLNQw3yAd4XYW2rGyHa4jDb6oNpKNAbpfg/z1s3GxZG8Qe5nbOnmRWmMOjWdOSM9He0O
3F4bC2C9k7WYO6f9piEqLWuFmK7/tmplK52KEFQxnl23lUFKZ8xvKZXtPMM3HDcJPyxMNK7wpduS
tzc6MCUMEytlk+Z+LiCvFCBVE593kynMzbDIdufb3Tom3OD1s7GLiLlcHlyrNWC5rFU/OBPeD6nK
mWuWzM8agdGO9765PNA5pKTgr2k5X5pKy0IrB/QdzqVXqh8ZPGVVfqHbkCSlUD/okyh2XsebXw2w
99rlJkreosxraQMFqNK1egHt51HOS575csgqfeftv7UyBywI7zBujTT/cmVFwnQedexJcmt10H0r
04jFB2OeXuvUMOuHSunqnXrCTZPEJSuKbI26NilGvsxTrSSkTp7QxGM7DuX3pFHdsxSe8bWjIbRz
A27aI1BWaYlSId5y4FvJyBExkQEgfXOAbDY/1IUah4oND95092SvbltjxhUtWN6VbWUTxAwqa0Id
z0YhvC9Gri8/mk7pjkx6n58g26nf7j+Wt07KigfFk9qANrd6no4yFzOAKdJrBV4UJFU7rKfovSLs
yLYQ+OA1qewBNNzqzgKGSxcvoYPXdn32FTrM9Kkjovu/fClmHfCC0CaH6HB5GGdhy6UeaY1oSh//
pQg7PWb62L5MrdL+HS8A4v8Pe7dq8a24UOBem3qBFiHCJ3lGzt0I1+XBWYRXHarJUF/v27n1Uq1v
x5rGozKy7btkK2sXmPZ0xnW6zGDO6ocRYfnTIvQ9pZ2bx+9/prbpLgIM1mKVlF8dY0gCuj01/IDh
WY3MsOnNdOcJvuU+2T+SJvJ4Dsfm9Vi8SG/rxmMDy8x+GssaZmQHSFjWnon29spx7CiRH+9v5601
kkLRr8YmV3rz8OvlUBRZyhVzYys/jl0fMwunhc0uVLfy+7Tb0wS+lVBxweDgrBhNREIuz2VtwYaT
C98PoTS9CJSSu49cpJa/9FGTfxuZSH7Ms1n5UliF2fq1Urq/7i/51ka7b+gVuqGAKzcnVbiWAmWT
5oXLdLfIl4WnKoFWzN6f0dDPz3OcfsypQLxv5tVaYAZYAfiI6i/AGaQJLheulJYyuCkDXMwUdS/k
NrT4KyFS+rHKcZQ7h+nWSwa8Ct0m2jQ8MmvG8FtVMosKb4pUmhaqzLXvLddECVTFGfdivpt2VtEO
FKmIL7f+4P9xdl5LbiPJGn4iRMCbW4IkusVWy81oJN0gNA7eFDzw9Ocrze5ZEUQQwYnVXcdssgpl
sjJ/Q2eSmjxyMheRa84hLePq1MdDs3OWbb1v4KDQYCepBv6wemWkYOhFPRDFiebhPWov1RnSDvyG
UaTLUeuM6nlcSjLMwg53qugbxw3q4Eh2Q1+hI7rGctWZ6iwSgXNpwEKwPzzLt8wiOixKu6cevxmK
hhopLHUvuN7X3wz/EfhMNHouTEP0m2MUMJBy6KmntNS74P4e2IoFIpO+oVT5B8h8HcuaO5dOQEKW
Fy5RcnCiMavOSq7CHtC1odkrC22cMuAlkfkHVyQxp6uhRaM7i7xv5kvbtCKEbDZqOoQss//Tij17
CWw3d8yduujG0mRzS3w7ZqIAj1cnmwqR0NUitrmCZtmTAEL6NiqrfCdZ34wiiXaoioFLWys+gLNv
lKVjfYCsKJ6zDgmNGdLa+eHPBT9SAn7AZumQuK4/V+kUSwn1drpUjWX/Nutl+7YFgfAbYhcEvB9r
41vxXpQWE+w3XlSr4zFDBBYFHY8V3ztSG6AzLd8LLRMSOCoW+tGF8PP4/iYevTcKQ/gLrFe+C1Vp
MQ3eHHTp2/CQiNxeXnQjF6BrAY18hTQJqrEs6rjwKYbBnL8/5I3dILUV2Fcox0gs7PX0ajOlegUN
h0uS18XHsULS6hiLvsbFuYXZvXOkbNw/FNBt7nmSQHStV2cztYfUnRWDG7DxhvoUxa3S+wiqL9VJ
y/RZPNd457xzklqLdpbRxmKVzyAOa4r4uK+sdn1BQQ6KzaxeKHQWx0510ncAYa0dmZ+N2QQTIG+f
H1WA9f2apmNMa95SL6XZ1JdCNbszgPfUz9TB3Qn1o6CyKrjw2sLzSn45akOruRzMtjEyrFcuCY7J
qCPElEdBkUR+Y4NEekF5ep5OxZgWmATD5fhal2GpHLMl73C4hBaf76ykrRnmTP3BdzXAY6wOunSe
7ZhylHppLHy++lQdTrrS5cf76/U2inTplFLNHDmcp6tRN401FXnaq5dxGsvXXuncJ81R9qSnbg8C
A0cbVimVPV4Q6+/oxQI5Esqzl9kDVzB5WvGHqObpGwTD7lWlcfvnw6OSsmAUHxB2sWkFXu/CSsQA
NY3CvMxzNf89LOY847FnxHtp/W02wY1HaYXaM6yBG0BH0urymVeWl6RKjLeD3UdYRyvxc55G4kOa
h9YpjS09MBqrfnj/AZvkAUmZCq/fG9TT0DuaKM2yuRRpmJ4ca6H/bi6e98ujEynRmY4h80yPOtUq
XcoMa7bMMmkvvS3SM4DR8e1iOO3n+1HkUr7eeliqolfDIpQwuLXLl2Y3jaeOSLtb6K0di9wBvj9b
n4BhmZQ+ypPTDNOhFeUHPsMf90NvQBuIzRNJYm3phq/t2qwGtkU9q+LiKuPcHTDktv3CRXxjjpMe
HlPXn40cXRqK8N4RLHr1i5HkxeNfE1QqqSG5PZfyGi9qjFSBllppuZSXZDo0idpnsHfatH66P9zb
jSgTJ5mtSWoni/d6YyQO2LEWv3iaarrzG47D3Xy0UYjw/Kk25/6Ie6NY3t+PeXuI876WzDPkwaTf
iPxNPz0g6sycFFPU/aWkU/IepFXlfG/mNKuPU0Hfd+ccv40mZcjIEMH5UnlZ8y5pCZUFp8KPtkUV
GN2iv+85qusDm2WvSL8RS1ZF4A+oLFtegNcjs0TkmVGCY4c7pvGTbae5X5RF/oQrlLZz08sPc71F
wK3BqTE5q/FeXdvtJRxnIzNcXbBdb49WPXW/LH2+V+K/XR5EQe4BeSqeeqQx1wNSdVGGkVCrS+Zo
GMFXtvISWe5wcZdE+VggCLsDpNiIx6OZg4WbB2WLNYY/i5dwxkynvhhNZ/YHJTHy+aAMUdH4IASy
1I+suhzO99fjZlDsk1D1A3ILSeF6kHFiCOQp7ZrLwdHR11v6Nx3YilNY9+1LVtvhzvq//XQwSeUJ
Q7kftYR1kpZncU+dmJZapKpfUqNTsHoQ0+n+oG5vIvpgQF6o9VOCuemW2+UEZ8YAkoLfo+bH4eJ+
rD0IuGU0f3W0OI8OtVO6J9rNn+8Hvt0DZA48ZnnkUcS9MRYvI1MPJ4XyQFiUw/Lq8TD6NRXaPLwD
KWs8vAs4oLn1MHyQCM71hpucMUHDnQfFDB/qYsxJ7Avq5Dsv2tsPRuOHEgt7gU0AH/N6gaBlCEbL
jZdLOU7RdOzNDmaSaYfTnq/g7UqE+gm8QQrcUsRaI3wRDsvCper1SzpNxUvhxoPfOrF4n6Gmc0SE
zNh5j91+K6AOoOnpKONkQG3wemCKFaW20AvjUtiK7h10pEtqdNkb4T2ZlWl/eHRlQP5hm4GHoQ6B
yMJ1NKsBgp2yry9O0+r+Und4nFhT/NrlqrKzpTducVIhUmWQnpJltfbOaMZOz7057i7lEOZPbqpX
UA/j7o9OF2F4zMdkOCJWohwlEu2d1CctIZoYs7GzCzdWDvhi1Bk4qbEiXuedigcPmr/0wB6y6oi+
Xqa8taPabXaOlNsPCfsJbCkJGfPKQ/N6ahMdPqOwsuFidI5JB0qnhwgGXnmOu1H7eP8z3o4J8BTF
AspIkGeoXV3HAk+Bpa0eTRdjibyjrtbjKSM92Xnt3L5kocZJKh6dDFXqn15HGbIoRUIJKJOYKuXb
GGOg/q6jEhhk7Rj9Ct4tVY5FbM3Kzhe73YJIbFIPQXaXlwKWaNdxDVsgLVTV02UZhRa0dT8GC8p8
p7bK8BFB2eDhLehJchwHGNkr3k2rcXZO1rSkeJxgGC58V/O0O5dtax4TWDQ7qe3Nh4PSCKYe+gC7
QiqDXA9tKCdrhMNjMKWmdhq00Tm3Q/Iwg1JG4f0Bi4y0i0v8OkpsFTb0YsW48E76W3OFe9CH+uHb
jSAUOCQeRR5d66ot9RTRuUliX/KxisWvdeE0RYREU1wkgTZX9l9FX3nTa5R16KFltZHvGbNszCWC
yYCAKQ3IJ+zq5BRV2mQDuoUXj4bhuVMV1zf0WNupM94sRkxfyVlhuVPs4821+mIRWwOSoadeBppD
bxNzggmnKW371mwE8vs2Vo+PLkeGApSV7JWaO83R1eZOwqHu9MTULljOxl+RkHQ/FEi9vRaVnn17
8ByRoThEoAPRLKFoc71QOouHQB262qVvwvkYzh2wT2g6O3f3xhSi7U++BRMO2dG1sFBiQmROKgdB
z9aefokTVfOnqlKO+TQWJ2c08vP9Ud2cxPRgePeTJtgk5TzGr0cVdvHsjXNrXVwzsr0TKqgaVTe3
BvOvLc6QPt8Pd7sOub4l5VVawsM9X4XzVGF0XapZF4+MATXURq/dA1wl8fVfxJF+DGSV5CbrC0ZN
ptbq4Vtdei0d3hVJQxZZV+3ONXb7sSi0gTegTclbg+NjNXnYQGp1ndsXNt5zoxbdUbHqi9BQakxT
8eX+kDa+FDcMRoMsD6Db+uqkVxHcT1xUVy9qWCRHw1PyAzTR8piEYo9ntBFKyu17KLpT16B2cj2u
CM8Cb7Bn55IroIn+KAwH8XjNTYz4XNUYx+8kWhvTSA8QnA+VE0nkX01jP8ROZqWhc7GpZ7+h7+U0
B83r8sCOVLDpHa5LO8twY4BMIlkdJwb/1k+a2iODsu3avdhVP547Je3PYZ6153Fo9qQrNkNJfgL8
awhiazhRZ+dWrc4joZJurI6e0xvDya6RQzhgcqjuPEi3ooG5k5gUytdcNtdfrsDQdph727vooTMF
iK59Spwkf2p1/fEZpE6BITYfjtroOmFNtEZKeg7hZerq4e0I2HM54YrcfDa7SDGODy99aj4cUHiX
s5vXfHKYZXkRY1Z5iSe7Ng9J6PbflDYHywF4+/fHY9H+l0YQ5PzAxq9ncIwjNSYdDy+pbk3Hqaqr
p8YBH6s09s6oblJGnjCUzAxJpEOlTF8te5D8SOgKLbzYTZV+yWZXewMdMw9KMc3HNu2WoI68+On+
8DYOYObRZImwr8lK5F78qZiFoI6dqhNBC8XQz5lD6zZJ0QO+H+V2R3N+SL0bVQKjAMVeR9ETTqdh
sLjFluJbNS6/gaV2qU02zmFOxB/3g92ueYLhO0F2z7oHTXcdLI1cofQJp3CkifCkCat8piBcPxlL
+qhgkHwc0SWW96Xk6q7TDQvr9H4eFQuSdbJIsWfDTU/GJBPu+2O6/UyQ7lFkhfwnH7trKlUx9yEX
GH5WWmhMftUqQ1CM8Z6b3e0KpI9KoUxW5ni1rM/5hubUNLmFIysRObLDxpvSq3+fdPXZ6rz3hef9
dn9UmkwAr6qA0jYPKjCYQDCqUKmuP1WhCBvXqdG5JNrw2qOTntbzGwWIqhhePLU/J2Z7ygrK09Xi
vTpoY/vCwSLi/q+Q6+HmR5CnYlMoezprh4+2rjyrhqR6SQRq7Ifcau0gY3LKQ2r3+dk1KuOYxSjQ
dbrTf7wfe2OtAhCX+QIuo7QFVxsjzZZmFGHlXPo0bw+YvSlPkOpLv4baEDweio8qNSMksudmD1ZN
nOLk7lxSoPBvXD2zKaHRAizHUNvZ7hurlR31g9MI3u3mzEzr0tGpkTiU/7PmzwKyz98NYpg7Ubbm
jtOEGwewlPTAul48VVibfRfG7iUeFfdSYWvzmiuVfpytbO9VfTsgAkmTKMCCDi/r1SWQh/WSW9mc
vpSRY8C3Yliqb8bVGO2MaSMQWbc8LFmNgI5XxzH4XzGMjZm+AKlBVD5W8uO4RHs2mbczR3kazilB
aLXjzXo9cwkGusgSWelLN7XTCVmFxe8HUwtoa+w5Q22Fkm8J6ca5wYIw4mrWc7PKXuLc0bI3k+2E
g09nYTGeSoFM7M5evr1oOEfQ0SEtkIy1teRZXzjhwtWcvSBuUdmHpTVqX2ks4zVqc0B7nKN7lLyt
L8ZtzZ4i4eAkWz0DUXnDkUGMKN/bTnNuS2/GDbDbu6a3pvHnKKsSbpjpEGS0LnsBBuEdhG4nR/iS
HfqKSX66f05cD0hmpqbUxea6ViUJaU3UiDIlg3i8FAE20t/NZS7OOAA+Rin/bxBaduQ7YMjW38mg
W+dZlV4ESs0TEwCpq7+xHDesdgZzPW//jUMUPgxH9joXqIwh1OPZLIJMbXN/0mf9kiXMYIuXxU4G
vDlvEkxFwwkYw7rnqSqG4sTtWAQcEU2OzHw19b5AbHzPNHEzEFpsUiZO1txWa2Gay9o1UycP2or8
RonK6G0VK8POI2wrinS2BQhgSqrpKoviyM1n3WuLAOOM2e9i1A0QJ90TO9mMwoEnGVp0HdfoN9AA
bWmoRREkQxG/WhFIYhxWxrF96Fz4Zx1wRchWgZSlXPfIhBAKrjtqGdAqa48Ab8RwTJDliP1oqu34
gBWksmeBtTU2dGJoo3LaSlrw9SlrtsIdszqpglbhLJ/6hEJzkpnnx7erfJVTQCe7hjhyHWWyeLg6
IyNTh645KnqhH8ZSS/z7UVZoon8mUCKJsHkn4b2xdIOIW4191JVB4/Qvs1PMvmJ6QVWOn/So+0Xp
QFQM5pvKsJ6Wec78BoOCnU+4OZ0UmVn58Gcpnl4PFHhwi0nGUgYGUgynYUElv4uVPUDB1oGBFoyk
FwE1N9ZQZOzdetXL8zLIGfC57uv2tRajOFV2mj7dn9OtAbG15DUFhJZz43pAlj6ldA+aMkjH2ob7
aDuHKY4eEyj558MBYee2B2PNVl7dT43ez+k8CFZ+m7mWHxth0r1WEQ+KCxL05V//YkzAZi2OXMKt
e2Rzpmb4kJRVkNYJt9OQNC91ifnk/SibH+l/UdaqXXj/1q1m1lUgzGo4L5o+nXJrQna9n/YQUTIV
+t/j4D/TR8GRDySFRteek1WSqK1XFVWQo4LwpkhENx0qJwyx2w7dgxJb/VuYHNHOXSLzyXVUEOPA
dzzq2Df9MAQ5BphLCh8NAoJ57DA1L85GEYVvsWzE16tthPkrDxXj60gm+ldbjoX36f4cb61OZL55
rKNFyEt6td2gN2QKn48vmWJxn9DlGQ69hdzWv9jWQJ9JZ4kCkn21Pr0YjCJ98CqgJTAf8yxqT7kO
re/+aDbPLw4OkkP29K0yOxCbTHGMocIcptDeY9hVnsLCED72vPYvCq5VuOGN6nNeK+NXM1a0Q7WA
NkCbbY+su7Wgfv4hq/PaiFVB32+pgmIevkTRWODCqXzMlOa3LhvrA5ZBn+8PfetD/ujy0INBlm2t
O8CxMKSZwpY0axEfx1YdDlYr9mxVNqMAQSFjlOa9N6XvBEhkrbFieXhCXc+zr2ru7XlUb+17FCv/
P8hqTdoORuVpGVWBpSfhaTSxitCaHwU5bU+Ye3M8UkeVcNjvrh9ig8dqrPn/DjoYEBfbmJUgi4Z8
p1S16vP/c7xIeMt/w6xeYpEpQvww2GVDP37XFtsvXf2TpybfHLU9CSV6EUr41WT3HNr8sVbPf2LL
ZEjCPblV5Wz/VPqzlRn7Q60iP5lHypveUD1rQ1a/6YfO3kGxy0W9Ps8AXNJrRGeUUurqqlMxR1PA
LhVBbnR/q4g0HID/Pmvl9DkV8R5bbDMYZpfQKkDm3tQFNHtyy7hBQn9xRJsePBrw4nmk9FH6A8LR
wxMeZ9m/yRvIL2UpAvQX5YjryXSaAUc3ROWCxF4W33En3W+LOTpF44Nwnn++m7zNwUVJGOL6xRl3
uV6bQ1MExVS3ymEEcdP4FtWx+Hz/5NjaboCwZLYliabrMc12VRm5lZbBRM7woTVH44RveuXjOr5H
st7abmSXEsZDrZ274Hr6QuHocamTdnWdE2H7FSm4HubWQ92Qf2aOGw29PFh99A306yhN7HXDpLdl
gAxLGQzTFPvJ0DcnEKR7hYituQP/gac4qCsIs6trLa3mLq+WugysHFzzIRKhOfnRIMb4gINS9ZhL
8Y+RMWmyYQZRQ07k9cjUTMSx4fZlYGYhJ/2sz747mstOWrIxKF6EVNxg3ACDWh+K2riMjps3aZBS
pEwOSL9W9XPbV4buq80EvPH++pM/enVqUDQCECT9kUi9VqfGNADGwE4lDRbkU5W3bju40SGOMoQ+
bREa+WtVe3b+JDLHbp4MKoHt43kmYDa2GDAzzsk1cC6y+jlOdZSXVQpH77tmnp6xmnaf9F7VHr+l
eQiwJOlbAC9bI0JKDWM9pU7zQFhaET+L0qp+4+yIHxNM/bFQpF4jMN//NC6uF8potXRvMy0POpwA
T07thgEaeIaPK9oeBGpjTxOK1y9bTWoGr+42LITsPMnNPJh0ixENU/EEqMXd+UZbUViPUhaclzZY
3+sBIY9QmVNDlBSCkj+A8Pcbp9zzKtqOQp4KvZ99tla6NPupgZcso+il+Ue5YG5gZaHz9/0Fv7G/
KMtK+DAWO7y1Vws+7e1e7RQ7D+Copp+USWA8gY9p/4ynVfThfiw5+6vNJZFO5NxgsGW99HreIPOb
/TgmeTBYbf0SAybHNYgveRbeEJ46jachXJ6y30n3N4YIKEhSZkiCJXTsOuzo0IT0kiwPFgxWfQgB
KWpsIw0PsL7H+yPcSq5+kHNkMRPQwrq3KVB5a4c0zHlaaL8rGtqfS21/H8rmiztifL2IQ/6q+ebO
JbOxVGyIF8igIBhvU6i4HqHXiyTt54nyXDk45wVk6sk2GufxjAoUnE5lTkOcjIW5ihL3mgobNQ8S
Z8G5eKnKw+gtz8lIAc0own+xlylwA2T80SnmULwO5/TOQPlbzwL8YKv3Dt6UiU9fx9sDxm1NHmuS
Xqe0LkHC7DrOGCWDa7ZVHsxK1B9sPa6e80jsUXz3osjn90+Zr6KaU+TZdR6odWU8uWEI9trOxh3m
xmYUamUkARiJ3PT2irhFBd4qOWprXtBZi0ZCYvXt8f4q39pQsiL33yirGRvsiZ+u5ZwZveysJJWN
jhDYMD1azJ29ezsgjgpqIPA1VFl6Nq6nbYC9qzq5bQRpNVG5j4TzuTQmd+dNtBUFsQYcuGQeiOrO
dZR66OJoHls9iAqWAI2iFkQC1KX707ZxOKAaDkxQioZK8/LVYKAMj9moJFoQQcoqcdW08/I8d02H
8XEdZHr6FiTyU2sXwTTsgWbl2Xp99trwTHl30XPmgFh3nJUorrRhUYwgV1ynP2edkX02CiR9fbUw
yzdYgkd7zdKNWaWdSLeAoWK3twba6WbP8wskTuD2XveEsAXczyXudhLEH/fg9cioWUEOYWDQUW7W
vOulUe/pCZ4rItWbsyezMj+PMLkK4qgo4yOwr7wJJoCpadClfd8cjayHnmoBZUwPOO4q80GNJ1RL
qhzzt6d4qJDZMzs9a54wHiUfwmFedQ8hDt/dJU1U8T3BMPbvQZvr4hgpE/99YWphizKm2cw+Or5x
fCgoWGR+ESL0e/bwY5d4aCP7o7ZaV9mhdGi3tTtkOeDzI3JoA9tcVwx7Urce4i1FihDEiF8DH258
BVXw7qQIqxufp67DuDtLQtCvAhfLd2ptz98zr+r/8Lyx/Qh40OuOJAjRcHS0MU+P8Bqy7tiKvjcO
pplH2iUcKifxoT505k7SfXueyJ+P7Sp5AU3mNYUJM0kjiUKP2uqsOpc2HmGXDwNaeRoUvvt78HZN
EoqFQi4gJSvXpT+rg5gMh64KHDQsjtiT9T4i0HsKGdtR6Fr8IArCbrs+T3LsBGuUfarAxr82QAer
e43Dek+6cTMKLWAefPC/uMGuo3jDwLMOPGaAyL33MoOSO/dKFu5oWm1+HAPUIGg0cpr1WIy0Vr1m
YSxlRsWyqsrYH5ZyORTU+I73P87t44uPA5eHo56HD42I6wGhhlqiplbVQdLlzdvCsMRfdW+Mb2w1
68+419rnSsUO2EQwcCe12YxMWYNmFtfMDVG8LsSsF05eB8M46Z9s7uqntq2i18KJvEOkKu25r2hJ
ejgEP90f88alwAtansiAPMAyrntMFUzSHldbqsSURMonM1Oj2Fecfq79lpzf9aVBURegCI6LGjJn
OK2jBdeGxw41+uF0/9fc3hL8GFAn+EKS41Egv/4CnenEE2TmKtCaCdu7wgsxr9XKDjpanJ/HOp92
EO17AVdJnqrFoZ6WrC7VyT70Q2m9i8Jx+KiCfHmNoB3dH97WWpZAFxcSoZSRkX//KQmr9dBqmp7h
xVnZfQQs23+A5VR8CfNxTzp/a3PqpJP4rvDsoNt2HUpbzLgsEd0KpCbnb23X4+2eJcNO4rI1IHIj
MHowt7hlV1mlms6GG6qcMRrNwlMyZcqnbDLat/OkRF/uz93Wl+LyAGcLH+bWZSxMatPpFJdQTT3+
6TVu+aTEqndgst3AnaI9Q7WtodHSA60nIXJsy+sJpBguYCiKKqgLO39bh47ul3llnDQ13XOA3Roa
kHFqWATj4bb6VgoUDsVyKbzHEFf644IIAMDlwvGmAwRQachZQUvbubS3FghlabIWaPOAeFbJYOgo
jvDivAq8AdmXQ2TNEZxhzuHy18c/HLkG56kBxBITguuJVIp5nPusqANXCQs/s6PoFytW86OCYO4J
LcZlZ2BbsymVoWCO/OiwrT5cuiwiHHQ2WUNJFR0AnZZXqdnVsRhy+808D3O6k1jfRuQqZ11KPCPV
nzW9DsuEafZKuTRxhDuEwpsPi4mHuz3/2s/Yjj86n3ws1NBZnFKf/MeB/tMh0kwi7oyxFcGw6GXq
O81kQTSdnT8tJXN/nVLFfn8/4O1OIKDsVgJWwe577e9Xh1XNTKZNYLSKeTJbtf3Y1mNzjMdoeHit
UHUkY0feke4zFgDXa8U2WpPj2KqDGpDUpzCfuuwQhqpZHXRuwmcnS5ti5+Pd7gOYbxCAUDeiSYMg
znVI0SyOmiAVHthKlpysycyOePXsuZ9uzSHlLUp20rWaDPA6Cgm96sTpVAcRXIIhgGw9fy+E4i7H
0DDSnQ+2NSQ4HSAgQG/SY1pt7dIqQJ7T+gziEgfZMK6mY+Nl8U7Oshdltc8cG2W3VKkEAg1dfESM
2TimU7YnoXNbswNXJlWsYcUgQrXeW5O5JI2YJla7IdJnHJ2133otMU+j1VQfZkVrRrA/4WMeabJk
TFRorNJ1ACTEGm8Wj7gcKXkpgqiqhDhog2X3vhUJTufH99bPgVZHf2VERmZ2hQiKLszfVK2lnPqk
Gj57nbnnNHCbYzImOCRkVx61wTXNzekz8KODXQfWrMXFqcpqeHUavNVSU2jRmG7vnvvczAJnKJad
LHPzK6JvRQ2AfzRSrpe/PXRkClEqgjKxngtD/SuqkWaa5i4QTXpOovH7/WndXJs/xVvtgL53vCUR
xLNRhDiabjIfMj2Md07izSiUFxBfklIb65ttKCv+5/DxhqHBDbQRPUA+QzvfH8vW0QGEgQ8GZIoG
73qf4Tlg5LVZB2XZR080DTmqIm341FAe+3Q/1NaAfg61OqV63JLnAlIYyUeUWj4iGzFi08IMf/kX
cUAOkwmTYd2QLjSrcYAzYVOb8yr/Cs4ys300duM9R/Oti5nUA4MhAL40mVbPCaWfBrS+OKLUSsx/
KP2cU8LLXcottnACNN6MveNq62NJ4i8CQOT5cKmvF3qk2WM+6CwJpN3jJ6NsLGQZIN7rrW59vD+J
G4Oj8Y7cF+e8LB6vBuckoaGGPPODyqw766CpQ/syIXIojrjEVxFOb2H3eM8V5g/vMpCr6DyRjF8P
r1cTPB0t8HtoYNrfy3nCzdHFVmrP2WjjVUo+BXJPJo28g9ZPcUftOYrMqQyUrPc+arWdnBo3ERdT
FeELmAP3c9aiZmVOthsAv/M+IyuQ7PlJbnxMCgE8iqlv8JBav24iw5jBuQK/tHOgnXGvVGdcZ+Lk
oMAs3OGN78RyVl+zDG18yxONmYVI6M8eVJUQx11/aazldH/hbIb60UGR6GNA59cfsU71oo2SVtag
UkQGeXKfykYpfx0Vc94Z1caBgnKBbGdzQJKTr3L/QqLM1GkmVO7CdCqX6Y84N6Lf7w9oL8rqdpmy
qS6Gqq+COcuip8gelC9tO7cf/kUU1iItIdD7WA9eTxtWxZlhZozFcnBQFG5onHqn3mPzb618tDMA
1bDooT+sOUtmkdFE0Vl05tD/MltK80GnyUsPIj709vhGNON51JTpoNmKv6C5tHNTb8yllO5AmQSN
MR5+8u8/vy7aopm7lnUIezHBG6gevaOZ9/Wey9fG6UVKB+lCPio0IETXccZurm23BdcG+isOPHcR
p7ylyA2C3HjGRKTbWfRb40Jtj/IuXCZe2et4A3wShJFL8Nta9n1KPfWjOi/O8eE1Qqf8f1FWLUo1
7JymscMyiIewPvVjPfhd0fz9eBAp1MSWguDBZ7qeuj6fFKuKnDJAGEd/KdXBPrEY8sfTe3IOROZo
WKPJs27Mi2Ic0rzkqNdApFwGJDJfrH6ydzKOjaT0h9mWfH1RSl5TjcNlsWGRAtVuIEz8nqXp8EVD
Bugbduui+ehUhtL4uAW6F1Lb0QvuT+TWGrSBlcEgoIbFW+l6IkNzcCzEQClge8alXMLIr8vpVdf7
LxXuQzvBthagNJNEsI8uH0Wz62COVaKH3YBJTYoMHdTINt+UrZbuGYJvHO7UrsmtSAwoo66bXphn
D3U8pFRQy3j+NjaK6Qs1z46xmng7hZatEfF2psxCEkfVY5UMeB6uGa3KYsfBpvgGDUh7Lix7z1t8
a0AI1EoCJ6Pi6XI9b0ph5UWaG6zDTldewrGxjmMxGK9F70aP5/PkpEjuA42mtLKWzhO1Rh3RIJQp
quJYjMVyXLLdFPEHGuK6YUi9jeqvlNsGwbNmVsZhNZZx6JVBWCWWP5YdaqqJPxjOoTU9hK6mY9cW
7yz8gcbQPsZT4TepeqDvdbAsaMKK+iLcpyVX30+ajmFndqp5BMed9y9OTLTAmQxJDkHa8nrivS5C
dK7m89Zt2/iNNujflD4qdg6AzUX0UxT595/um2hR4iVvmIx8stL4IBIzQRK/iHbq/LcdSuacXBJs
pzzL1rJppZhBE9QZJdayHsEkqHNzGPM6OidxP703lTh+hZbdvsHmnSTTtHt3ZzY3DjpZ+KcWz4wi
eS6X+U/j7Oxem+MY1teEOtDbKtLS06Aq6oe5Ge23ZZLHJ9epnECKTkWH+8fcxg4CyEIZHMK5lNNd
pZYx3p2ISoNp7TynedVhmn0ptMn6ViV2//ghx1EqdWaxdAAZvLr/GsUSolMSgKbo55+SXq9e1VS3
f70/oI01cxVldfC0URYbWgZydqmbDElGEVlPtlc3jwlk/6gCkd/LpjatVB6rq2qk1ydDmwlGU4zY
TuIB3DaHDNGvvcrM1geiuwnMjk8EQmy102os3N2JllDQd9Upn2vzhBjpb7WoHoca0REmP5EwI7Am
a31sDa8vFgOB0EhBSaQV70KcSncwQFujQb3JQFDcknpUq4vOJWdI+gWeq4Eir9nV/Tt7wfeu6NP5
z/vrYGtPkcyhYU7JmJfi6vtUwzzQPtOKgOPUb8tFi49DJowjOk6ZwMK1iP1W8XLzycuGna701hKk
misBkB5EgnXVGNmPnvMkKYLUnuyDq9XZ0dRplt4f4FYUpGk5syQ7j+bX9aGRL15WKOikBVZapL4w
9PGcOLspw3YU/JRIhACwrE0t8x5QiyG6InAjJzw4oq/ej0aU7ZTkNk5gCjBUU6U5Ldohq7EgAlSj
eCujePnwosydap0sWMVfoqyv/CgW7q+IW2a+FUdKcXBFqu1M5sa6pBSOAhwoYAC66xNYaVgfPRYJ
wbJAUih6yHOZgVrhLPo9t+SNGb0KtUosK8tLjTSGOQpp0Dm6jfPdYInuHOvbQQA3IcX2Q9v7enH0
hVnnSLGwmfVcAIJvvw9qZD89vAI5KChkAXGSMizro0lr9WKMuDdLNQbhNHJjaDwLTvejbH0adNfQ
vaLNJK+q66EYhVG4Ucp8IWgknZgTTKwHK+9ekkYZf70fa2va/iGss6ng+K1eT4khzHbUeF93naAT
6Uk2mhrVn/5FFNruyPKB/AXXcT0iocxNDWyDxYaNMMJhpsiDbFaX3++H2dhUIAZ5roMdhPWz5tOq
nTnVaTKQHKfd/H7B5qsXhyYbYbqald20h0JFufjo9a0QpyyO+8vQI6437WytrTnlJKRPgu45kPT1
KmnrBWGQsAiWKfp9ThPt1dWSYudBujVWeqwcgxowY5bj9ZQWrQow0uDy8nojPgBHcf3IGT5bVvch
1o0XIx3eDp3eHTJt2YE3by1PbjNpVg9v7EaQcIR9PeD6w3auLefI+009RV0FeFxke0oUm4P8gRSn
SwOgejVIlAGWWrMhcoVW96fIp2PVIrHheOGXxVnOSjK9M3rja2HmO7ti4yr90cWgxcCDmOL19eQC
AYoE5r5FEJYtPivCipavhtDbTy4Gcc6nuFNT+5zA7mlOVB/mZedy2JxhrlHg0xRowCNdhy/QvcXs
3SsCaCn2AcymMviqlg8nC8zKnhTMxrOfiZVKM3TDSFBWp02CNAuSSuTDWqJaR1stjQay0mAcIpNa
ADp81l45e2t/yO0hKw28zdcADzQy9SUfWbpTJXUeZsUajkWo8qK7fxxsxuHBhroQ2SsMlOtphLvW
K7PiFsGgeeWnAs8/3wXa+HhR1wEtxiuIZ7lJkfI6Cl4LBsMBJVwl8P6Qe6xfMFbSTo+PRe45EmLu
azLWVZSljSu9Y0lUipod86SOAtfMnI/3o2wtvJ+jyBn96VmW2S2N+cEoAsz10j+rGtUKz4uib3k4
qo+/jaSfgbzyybVuFPysQulrCr98nL71jqOoo+MC0vd8f0BbSwAUq8665kULzPR6QEhk5lVpMW30
gLM/7RpPebtyjb/uR9naQjyNkAjgH3j11cehTBIvXK5FANTmG8zMj9rQen7eKMMhnfawE/LRuKqX
OCRsMFtlUnUj9wGVQHVzhDCCeWhfY7dGEaCw5w9ciPYnKAbAQoxh50LbWhbUPhBNQYyfkv9qiRdj
7Sho7ZUBLTCBOV9uHepYW3wJUD7cn8qt0VGVAD+HLhUZ1iof+T/SzqzHbaPpwr+IAPfllpRGmtF4
xvHu3BCOnXAnm0tz+/Xfw0mAN6IEEcoHXxp2qZvV1dVVp86JtayvI0Xnckmk/JhoTZnDumZF+zac
w68d9IV7aEjuPl24IAgH+OcX5B6DQuduMqf9GA9OWx4dtxWvRlY4QZU7zf722i6cESu8nBkKpeC5
QGrPrVBWatRJmsVRusaYv+hi6Ob3jh3m1b3fC0OANjhWvGAYJFttotIDGW+TPD8yfdcw4GrGfpd4
6E1n7dbtcWVNCyqEKQpQs2Q7K9dvE0UfUhTqjmkoPddXSUsemtHQ7z1hVFXfxtQR5nJ4La0qKbSf
OgPyguyI68RP5WCF38e0a1HTKK0myDRb7G5/q3OXJ8K+nef/kXqtPIKB8apJ4hlSL0t0z+7c6K9G
Ldv3kzPJuwrH/5iiFMVNRQ+Ia//cLUpHwEZsYGqMJMjDdKDyiSztxoLOY9Q/VrijFtZZEPdrFJSC
X6ZVp2bPfaoyfJ94h7FznrXEfiebTtzlgP8YowywnOSlbb3KKRQKf2krjOx5gGw28Ip+2oehTJ7c
dNhKEa+ua3lSQLPE2tZd6WpkEolLK3tOjPklZ1TCGMsnGWsMgfbhVpvuPC/8e100ASm3gcRYiofn
n0r2U+GU8Og/V7MVf3XaFmSc3kKf6KdaOxh+X05FDt9AL8fdTADZiv3XvBIqimWtMJiQdpzbFwCx
NaPIs+emVkiXhN3h/AhGdkEP3fld4eptsYueDPSctPwXpPG5sa6peia94bWDACN7gXkW8G9SbpFS
ngeQf6xQOEK+yVq0kVcHzY5de5Q53p8Mo7dLKjM5jl2/Veq7snFkAQtkiEYDE9YrhzQmVYdkXIOE
sMolBNnO/KSaocsElLNF7/LW+f7fBf33ihbpNJiqlhtzjYOKK7PIo3zKn5u+Nc290mbpD/iC2tmf
eq8aAykquCNLB5zGA3yj2V9lE8UaIrvAPHaprc3vKsWa/5JN6b1UqesppCyMqN1Vsvv7VzKfgKLc
gvfkJXf+dWcG2KWSh9lzBtf7D6tz6z18Q/KP22H0yumkuMqTHAkAOKHW+Vc6KszCqm72PCn258xI
jpBrmbSRrKcog7PptrFrrrTQk+Gu1NUgkz9fEgQIxVyRMDzH4J0fKNwl9IcmVM/8/2BncVbmicgp
14ODNo6qZW6dL9Qs+S4Op96PnWSLT+eayzKguGwbBRpEb9erGSDQkiJ/ToTxMpqKcogo2vn9FN1P
LQzjBqkP+Cxkpy9qQNTnqCv1Zv6szNmwKzxnepiKeHy4f9cA4QKZXkp0+proLy8FQG3LzZ9LOAV3
xUTZcxwM88d/sML1QnBcZELWB50b1Iila+fPKIZWD4ObNXtTIoD3/7JyATbjDhV6pOTPdEuSYOhb
mFq76b666d9HlBqxRrbIwAXLOfcAJ2KJscBKVydhUPWZTiQAVXl7LVf8DMghif2S2zNmtAoEg1Uq
pqyy6Wkqoqba5Q38rO/UzCg+TbR/5YYXXLW2BB1u6wV2u7rBnDhJTDuJp6eWSc/Kd0vTDkItM3Zt
Yqrf71/ZMuFL2ZHJDpoQ5/sXW3mYIgcyPem12x2QzwWOrbOf37U87g+3bS2/exX0GfLmQUbOvTCB
r2KPUIep7IU1P8Upmsdoa3VZ99y7gyr2mR2C0M6UvFYDN/foxdw2fRn2iKsMGy1SbAysrcPenM+V
2QvoU81qmL5K8pfA1oZho954acWlH0LAI4MkCV8DD7JmbNjPPHzSI3t+0MOpeoR+QNzVLVtcHivk
ApCGoNF0MVyhaGUzR6YMn9xiNt5XVSwepSK05UmxdU9ffjFexDrAg7c+MDCUc++I3HmYRmCjT3XO
c88QdvGHrtTmqzQjd6eBpf9p98YWSdTlfYhR+IBo/ECRxljHuVFdgxJqZNz5CUGfZPZt6cmdPvH5
gj5BStrpGbTdON9X1+kwbcEcJynWep0UCKZBa3tMQm/nR6MTP4iiqnaNK+oHxA0mSM7tT/e6JMAR
oO04Jh1jhi/Ol1nI0NLp5CtPyWgPz8rQyVcu4mSjEH3FJRd4CqqfgPgZultZAZUbOUWhYiVWGGa3
Ex0OILU+3F7LW5g4P9ouo1r0FVgHulrrvqrnJqUaKVl0ylt6JR/ptuclyIyqaT8VaEkmj7i1NvhF
UnW9HzbGwHDhnJp67Fu1GqU+mXlBQ1abln/WIrn04iXWhGpLXDuDD8NKk+9NI+/opuuMDT+IMCng
WxQaMPDbS7kMvqwER1g0n2BxWl/B84IwNB1W0tb0B4IptArNB+vqDn7LvPrWa+VNgGa1c8tTaaED
oJelrenDvFCWXmyV8Wm2RgAQkEdW9dFTGRxhEqHVtOd+qPg1vWZK70s01GX0yE8soCGfE3QuXC0t
S9R5LaUOjKnMzMK3wmmOHgjiwyddOlIJ3MkIy3eJbPTupcvCIQ2aVh3V3xO7KMJHG+jS0IDJdrQv
Q1d5/YYHXm4ob0ByfJ7UXJ0XuorW1Mw1JY/slDEW+U52U/JQelH+0oIF2N/+dpeRg1sTDUekH8Ca
k9mcHym7LCHNS5v81Hnm6OfKnO+bxlVR08J9wmre4mO7sjRoemhfLRSgFGJXh8sVXqaGFLZPfdg0
xW62wtzddc6Uf9D11Nqa4lvRRiyBH4gMbWiaLZStGAk7X15oL1D9EHOFmUIy7M+yNiQsPWPk7IbO
QorTb8owc3eZImM98kcGHFTKP2kcvRoxfA+nVJPJD6OxK3GEULy1H7I00ozneKxxcquIvPKLl6T6
uBORo/+pGHZYvLa9VYqHKjKUeG93qBZ8znVeYw+KMaNQPsa87V+ssvf+hHS9Tn2d3+OdZjmp7SHv
x3Zr3vsioDlU65ZpCYAvVFnXAa0vYKaYqjI99WNn+pOjpLvMy7c0M5eHw9mppEiNu1KW4UJHEGjl
SanJGYM+fDzluZj3zTDlJzMfm0OcjzAKTCJ6MgfNO8FoLx/m1u7v6pfwpcHCUINiHAQ5OKoLK/Nx
y5BQZAGGgRNTf9SGsP2oxXH78fZxuXBfh7MCJTaKPTxtoH099yfpQWzJKppTp4diN7nM76ewfxws
Nd5SD7n8alyrfC6AHAxGXOJuKqMtAO42J5HrPzorM3fVbEwbt/jlR+N/hhWJ+47qMTX48/VkRSzc
aJ6bU5l4mbkXM4dzF5qJZeyUuh2sR4aiLXs/UOX4hcxNNvltayhbF8hF/YtdBf+IeQgUWek6y9XS
tnbsqT0VdVW9WAnMfGNaDIc+ri2Ea6UTHcrRzf/MBlvdgCwu8ebcayklAlVc5pYWEMHKbYa5DU0l
SbqTUjX2kW7hLPYirfLQT6oibINpKHser407b8Wmi8i79A8X9Sca7bS813REnWwslXGs/lTopaef
TENk+oNR4FPBjFSjszcmrdsqa17uNEZpPhMNwOETic+/tyxqkXZpOJ6KIeuLfdMKbTg0ul1Y4GAt
tve5D7upehUizr5UVTtPD/ceIC5t3s9kUcwIUMo6/wGIQk7aMNr9KRWa9TXLPfXRVOfo2Tb4UbdN
XR4g0GrEPdAM5IxAC89NEad0EYXZcMr1ZPhkgox7nVC023haXPmMS+lhwe+/Uc6sFoSqitKoudWf
RkPRrdeZEDG9y4d+cN41PNN6X6XWuUWbcGmUzIfRbdwWQIHhrW5REYEI7zR7OpUguH5VMKdEe1Qh
puypTZ1IwP4jNm1ehr4ly+dtwQT3wqe9Khx5iTsMtdbOpyjrq10kB8/3VAQqI0t8uf3hrlkiHhEO
qFCpgEHOP1w0j4wUdppKULLs4zSLdm/UWnTQxGg+3jZ1efyZNFpIiumxo0G4Hk5YKKfKbKq1k5Nb
4Q7RLb1FVn3SoQ3Rkw+G1pcvAwR/+9tWryxw4Sok26IKd9nYRW+LfLNDvhRWJvfohTx74eeum9/i
qt8S6rs88cy64yEqm0l4W4cZJ43I7mpLP80FlWy/tLSYd3Zci+6hphTfAQrMJOhRrRi+R0OlbcnY
XFkrT4O36QXCHZ2b84/phHq20CtEJ3Os+0dzQhMqLNLxsUyMcOMoMkDAf3Yezd8e+sttAmHnxfSY
1ndTOUdjcUrLqrJfutqGzD+wO+ZEn6Kmn9NdhDBI+0hsVJ1Ab2NT+ZyXSRp9qhnLLU4mClaf+raM
NREM9qwWlT+YZdruOjeck73jgZ95SLy0z79kXfcV8tAAvgu/LXkexrjQFx51jNKQaQaAtEzHl6aS
PZRxVTwxKBo+5cZTY0dcKNlYtx8R5VKg6qgTv+ij310zpq/flekPEabQvPROrvme1NWvVpfYj32T
HaMuL/wqB7PHw6opqqBghH7X2tOvwk4/trMn9+mUfdC0OcweQtP86ERFVgRqBd7vVJV9+lJ2znj0
rNx8bMl+0x18VQ+O4s3tXvR1rPtWn7wzxzCYTXFy5q710I6cpta3m5DqqioMLa1ZbuO+b3LRN0Hh
1RFj7TLp3DnIpTI8Szcm3WucQTzktWJB+q3AHwMbf6BG+k7k6Is3zj7mRP7I22xnycT83CHU8tEZ
vX3qlO88Ue+pCgUpomWBoeWfdKv5w5jMXR05vmsPdh2kFuLkU+SJws/KUeQPhfsLOcUiSE2voWqe
Rna7q+zqa6NqhdgljYXkmgLopE98kc575iEqPyyd97CdJX4Ht6Hf6NUvl9fjg9dkhc/kWlAZYj9E
v+slU75Gaf2WF0kU5I6Id4pShN/nCQEqHx2yuN05ZSYyX4/Ash8st0druUz1OPwp3Xz4YU61WJS9
psz0obDLygDUapzus0a28sm1S3sIJmb/hN9ns+ccc72Dts4uwKYdkmguFiI7oxb7rqwj7Uh1Kfxm
qmPc7HABSeAopRxHf4rnufDj1qpglDJVpXuUWlROD+pUzO1G0HzLcs+OGaguuIu9BbRPYX89G6cM
y3uykNQaItFLag29F/pqVsjh1QvjsdpNaeF9oPecJEe9hlL/yZrdon+yoBPrds1Q9/YynNHOT3Bf
VVuSMhcxfcGc8RahREtOyyjIecRxG4icCUgoDVMl2otIi981jTqWgaVUPARHR7wrGvTMN1Lpizt5
eRXQ+VrEuujyr9ERI0X1SNdn+zSNsXOATDAfvkVjnTsHKfCzPZn+fG+zDZY77hGqSPQ+FsbJ85Ua
aZY5QyKUU9+Z9qnthvQJ5cO7n+w8c0BHwAXKpCo0wqsUWVqJ22hhitQrlBN8Zqv74sg6fJm9rtzd
vhgvPx0kAiCQUJVd6LHXY7leIduuhDGJlC3LP0jpuIwSde4Dgkecsk4N/7Qz6+dtm5ffjUb0kmhA
4I7IxBoCJ7suEROVVTLw2Hghyck14qrm5Du3nZTpECtN4W2s8+JSpiixzLszWbpcNesRkZIiX2la
g3cC6yu+dvPoHI2kKQLa1lHt2xEYG1Cv2R+i7LSNw3uZFYMlfOu+Q6lB+Wy5r/+Fxauhh2xTCQvV
1PZZ+JCZjvJEE9ndIkm++JRc9bTlmIdCFgXWzdUpLKisppObTqcBMNmDM061X0eJ8xTXprEvWhFD
Be1EG226i2QD9WMQbDRlEJuDXWaVjM/SGsWkmIwbtG5MMxws80c9bVPTH9C9+HTbcS52ciHE530B
bBJQFMnV+U56sdD0wZTmSaGPsrdS+TUviy09uyWrPgu1UF3BK0dXi8Yw1DKrp3FkT6nKbeGSoCZt
tzcoFkfcznPLkubc/U2d3CoMXLNv0J4TSla+V0qhbnGwXJyR5Vdw8vkBi8uu25+Vy4gwcAr3NJou
mJtIzZ97r2nfWSKF7MuL7yPsoZizEBszWMvI+lLrdxbn+peTDoPsEiWRLjVcRtV3TjQmP6FZ8sSO
1l/9273fEXwllUKOIxAOmEzOjal1V4PfZ1Sr18sscFK73o1ltSV1fuEtkORiYgGMYufi3NHdsqKo
QPKlrVLP8c06auO9M4TlFnvIxRlYmLvZu0X9C2nINRzQqPI+DIvKOim51tgBXEPRl743mj87lKze
3966K7a4X7l9FpVUjvoqmExW1cd94hqnRm9rYNCe29qPU5rr2s4JS/2+0WHc4i1s0vphTB1d3fVr
ragHaq+96Z3CLNT3CTXMvZeNxr0RcrFCF40yH7cB5I7n/qDNTgL7muWdCmrV/qCEpt969t0ujhXi
IlIyDElREV/d3aPad5nSKd5p1MMq6AfN3UG52DzbFWXx21/p0vWgweRBA25Op9q0BlM6YvR6GADc
U1uk2h8UFcW7krG9v25buXanLSIGYEQ1+lnr+oATV1U3e8vdTdl7/uHkYfdqzCiI/cgnFDRgOyX3
fTCRRHH8StGKjdB/bZGkUFzhS6wiLTr/apOopFrJyMMVwwSJnGHcq7PcmsG5CMd8NdIhhM2xsZDn
nFthbHQeRsV0TznvT3Nnx04LXi6bY0ipctVL/SQytT8M0dUz/UlL80AGIAq0v73VV34FSBSY0i0q
7aiCXmRkY1UpPNtOrexda6/LsXyV6jypfmwO3rPRytjz81Sf511sV7H+1SxiZQsNfGXDF70zGqQU
oRj7XrVWNKUis5Gtd/KmpNybIVQcNEO64PZS3wQAzi5Ack7mMjFBHsGszuqWhQRoEHrjkp7FwyFM
lRdPjfeVCF9sO/wic+lPSEM25bjXk3hfl/Pn2/Yvbr4384twLeNfdDfWbpXAXDtB8HOCiE99gXoT
crBJdi8osSYPjhmmG8HnMqLSwwMOwdOFFrRnriKqyKKY0l8anvqSXk3GO/k5HRLPdxp73uiYvG3d
emuXywhaYtpagFzPnTka1dToyiR+bkd3bncZLwAB73IYVn6UlcZvo5OF+YM9x/pffWVH4tX2Yhde
plbLv+ax3veIPtpttOu1QfRfqzJr6y/qnHG7xUNMpQI52cnZqZEXWa+C7R1ftaooo8NsOuMP3nBM
aRR9KdNdT31CfZZF51a7bArp0416FsmdtNu6PxZA90ffGFqmPPWe0+33ddO9DJ0SmYHmzKnmZ56M
0vemLB3QMVZjJ/DJxmIMkGZ1ul0PctLd5UVowGjYjuXP3ElR7p2jxkB6MDf7KvAUzfrW14m9qF10
Zr1TEWankqBUaX2cDHuu/NqzI+lzDgjXWgYZ6dNQOjIJHEFKveH1F8nzMsBLY4Z4xr0KDOH8y/C+
BLApcHq0IKe96OCyoEuoZu+kTOQ+c435vUbXcovD4MqRBlMA/TcAf2BH67dBNtSAfuNOOamNlzRf
VGuQuMKgK8XGw/XKXcHTAP6PhaqB3uwqv6trMcRa00fPsRvWH4q6D5OdBVtRfuya0M2QspoaDSaO
0q2d33rXHep7ewMwTiLhwisBgDCbvQpeduQ5vVNH4cmWMv1STaq5N6re3ihIXtlPxk24MZbOGljn
1TLHzLYbkwN1GiYz2icxw9Cm2d7dUmEtC/8etxLKPiTM587ieTXvvVYLTy0EiQMcrvl8rFR1jAKl
LpONqYJLz+RqZT0a9AbL9bO+AJPSHOBtiZ7baJTPfeHau37EJ/PCiB95elXfcnWsjreD8OU+MokK
HTUdbPKXi9HQZh69vEKj61mjhBN4XRORMG0qTV6GXjAlEADwpgO3THv3fB8zmg1NH9sR89CR9mgW
bvvZo83hx/pAwfX2iq5sI5kS3V2Tlamkf+e2qERHoH6M6NnM5qCyu58w67UBUJ9Hm/fbzlU2DtzV
tdG/AYjJRYb22bm9xM3hYA+z+NkbXDXyIyZ4AnqE5hcP/biNtV1emVwotHGha14g8WuvZ45dmeum
jp6tzqGbMo/f0lr7Fdpq74/tuDXZ9QbtPL/FePMt0mZMzvOOW9/QoxOltmhC5TS4tZYG0u3D9GRb
faQSshNF/R4iype9i2G+zIII5FDiDwC8UMYMR0/12zjXzIPGPGq372i/fA/Nhh5FN+jVsOurzlUC
25wq8eu2A1z5IAzG8nRiqyiSrNsydpGljtHW9skxwuFEy/tXCo7pCZaBjbz4MtRSpCXYEc0NMsaL
J5rHJdVDdHjqwBDYDNhV/Qeu6nEIYsU1XmkryNNY1Pb72ozbn7cXec02xYtFBhTdPnK4c6/rG1X2
9LDtkxupz4PT64Hd5kblF1orAydR7acOsOcrgKzq7sjLnD5jxxA30GanSn1u2YXgzx4H4dLn1pKH
tLNV6v3elnL4lY8IZz2uTr8JaM0aXTR3cd/XEISdksSx3xWTSivEU6j7MnQSfr29l1di4JLxQ6zB
82ZBXZ6vqEapgd20HcrLU7mPUCB7Eoa7dZdctUIBm7kcG4jAOgbW6VjW5Ri7JyFTGQjQD0EqzK30
5kqEoAwCAIC5Yzi61jdWu0w2t53rnKpk+F2p599GEZJ58prwjXrairXX1rQMhDOISdnAWBeVIb5N
rTnq3ZNOBesoq9TYCyiU9re/zzVfQJKQGSrwBgsn+Pn3EfDRtqC5KNRZzvh5ssROdWS+M2PQ4hsB
dsVeudRBeOZSkmfMZhmtWBNAeZCF2JWiuycz7FrhGyrTKTtEDbrH0nJktDMgp/hW9Tw9fTL/tAKK
1rVJoNrUYjeWfXVzyeTgFFlGKNdxbKjcskNgxz3FiqLxAEQ9xmQU+nj/5pJyUAIFFAlt5sr52yZ2
GLuxWXCf9r5iD90hD5EQdCD+2HiAXfNNEOI8a4H/Ghc8XmlojEIYVANBRjafC1ftTnpvyq8Zv893
K93bqD5eyQQomHABwI0IgnY9qCb1abBAzHkn3j3zsExi1Mdq1tqgiqvuI93hIoil2BKqu+at+A0v
2rea7hotl7RapY3j4J5sNy32TiiVdwNi9HvXrqP/ELh4S1CZZ06OB/Qq9RgY0AzjkOM398PgRxrC
5+0s3N1tD7nmhxQ+gc1Crb10cs6PX51E8WA1+KE2tsOTUmbxvonTrUT0mnMwQGAu547xqYtqfJ7V
kShGwmOPtw9l0r9P4qp8NzpqeYyiUvx5e1XXPhMPY9pvxC5SnKUQ9K86uNDRzKwjDnpKXnecIs36
NKmdSTHCNB5umzKu7OBCh0s1YCm8s8RzW7ELx0Q4q97JsEZYEfk5+Xsk3QzNn+fB7ALAnLr2VAqn
AR4Nh3nr63U9K35UKel7XRXGl663S+0JeuD8k2el+ZfItKZvAo6Zb2VYTe8ZXom+p2aXqkHVKl9l
qotd0ZkcY4oJVjDnstN8XYqMPrEGS2E8w1r7AFkoEAaZ5bOz51ho38zc7dRd66adu7cTuNN9LSvM
DVjgtazSXcBHNK7Q3iLUnu/GNNExrjweVaSiXdP48KRogAgaAwSwEqeWlvi0DMboh6sjXPh77ESM
dxiVZTJWmQCtgDCvrWIDZIfVfKCwEH+OZGepX7NkkPrBVlNzOChxolYbn/FKygUHI1NXy4gELC+r
R4weg0UA/kCnRi/QaZR6pPm9PozHBjG7zBfJ4D7Kcer3ml6F99cPYIHnNbMQblIaXE9GqYrpzIJq
88mFtMT3UpfqQendnz2QNdAiBjpFWgvu7vzTZJkFPGRkChxK6pnK2EKA4Nu67Aq4rxNBIivz+5sq
3OwQBy4keGDX1zmE4xTNXI4RU4YtJR+7LRO0KmvFH0W5BYa9jDGgp4kttPxAVCPUcr48VSmjQh30
4jmlIQ0Of2r3IDblo1uNxq7KNsW5Ls89+FeQ06jP8O2gnDm3F0Wh6bXTsp352O9jip27Jqu28oTz
SAYaHGbyZRyY5wCIhQt0RCzb0RplnR6tOG4+eIo6/AzrQT6iF+nd9dZ9MwWpE9N5qHzSjVirwBSM
AvaG1mIKEPrBdqffbKeM93M9bjxvzsvwfxuiaroMUkIKBjfi+c5Z4KGd2WzSY+W4/SPs9fm+n1T5
vakMd68qktJ4P7SnUnTZMbPupwEFkKFzs/LIRsqHt/25+b6wWiZtCtY5FN2T2mXVQ5Km2sbFep6f
LIskL1leb8RpxobXHIx9PILZEW5ybFRd8Wmwux8Gr5+CKJnlH82oTu+rYVbvlgVerHLlIdbHSYfd
5HxtLm9hKBmn5KjKqfkoDXX80DBz9/72nXfu+n+vDTtMEiGDd0ltqQwpRD4W1AB1lIHEqzvp13BB
buzg+YH+xwr1fHsZF8XaKgECKSW0aLCSYzY4xfvGoObpU4YwczQH6+FPy0Sr6/a6VhNSf5sk/kIV
h2/iGqtsKCl6CUhCpMdZz7Tki6c0We/bWmMYrwqkvPPRnYVRAESzijmQTu/+GE0gfjt4rdVwr4qs
Ieul9aIcDD6xGTRFJzN/Dvsx9yVkM7r0vSmtildVuqla+4M+lcpHAkkXvmiDN4C5potgP2n0OJN9
GiZ9s5GmX8YTQB48VJf9pNG97mmSajazasTKQbHjoQqaOsl+eEx6oX3mpO332/t5fqku20lWyQED
Kkyv+2L6Ox4MEc1CS4+NI8CyzJ04kZs0r27V9s9mHqq/JhR5oOP1tuZ/Lz3UYixrycfe2mxrLJs9
aCJtbTU5akpOutOWCHGkzdaoyeUZX96sIDsIm1xxa0YzC9YBW2ttznjkzd0J7j0d1KoFn6GPwqIG
MNrxZHas7RxJo9tbe7FAmDOon3AGOX/LmT8/6IVBJd4LlejoKXao+lmv6JBzw2EU3LZz4S/U+RE7
W4itqITRPD23k4xKYvM+SI5Gn7nvGcgUJeRF5Jdd3wELvm3s4sRjjAt80deE0YWaw7mxGgy9IwyZ
HJVR+zkrHeK6k/YyeMrrrDQbvnltYfgnFHEMuBlYO7fVeLOslMqOj5UeNvsuD+0jobk+hZbVb+SW
F24CoyyJCY84+NSBPa0CWViRPxRdTiCbUi191w6JZX0YMt39oU8RzKuuoiBX0znFRs/hyhLBN9Ji
ZnYFMPvaLspxejGacXLs214L7IYw3XduFozumG64yRV3BDvGSeDSsdDRXrljMw7xQtABoUhaTEGb
IUQbMku24fTXFoTbw4vIU5X1LH//72edFKY7R1l6RCo83udMAQejoab7Oau2akWXC2LTmO2kMgOd
FjwC56YGZZ4rj+7TkWdrv58nV/uQe82W1NTlgkDbLXAjohRsr2tu7YKqwdy4sX7Iuyz7gxn06MUz
RPo5oo+48YUunXCZPnmDhxItyO/OF1SSRMJXVOjcTNanoomehEw+lKX2ez2VL20j7j5e5qKrswT/
ZeRvDTlSEzhzUZfU4Hno3GMoxxn0uS6e8rBqN6LGlU3EIQCEkifg5vbyKf/lFY0mbHo0mFJL59Ps
ZvMjmn8ZL4AuPtyOT1csMTwE2fXCrUZUXO2hRB0XmXhNO+RTYQSTKWRgC1s9uA5yN7dNXYZC8DJ4
IOUCaj+Aj84XVTZTPtiUzQ5VxKyJRIxUy7OfbqrsGriVN4xdcXairYaUISkxhBkrY7YR6WqLrs+h
5RX3qjJH+Nyp1bS/vaSrVuBbYHKfOiwdw/MlaeiZCbRVtUPH5MULPET2Xo3TLe7Aq9+IeiCEppTo
LgazhSu9nqEz7eCV6LgiS19BoFp7YfKzru12i+PoujUyDbAnSzFytXPAjhHhFY52qM3BCRhxbR5m
y2OEQ9zZZiWZgtiPlI28Rqd5cqH/oZnzwJAcpubQHPfmNI27pC6XR9Sm8137UkwZLj4Oc/NFl7VN
PDfzqNWgvqsNj0Cu5UNIa3LjFXEZkfA15hlRFl8aJ+uqRxzWo8sQlY5UrDOgcV2oRfswO1bxrIdj
SfmlyLrCD1UnnTb8/fKrMchJo5XqIFMAxPhzTwRVpyRpY06HLgX4Vihgx7vRc5/iWWzRRl1u5dI9
pgXPO4mqi7Gc838FJ2UcQ0ea43RoGuQTNLezAs2ljHTv0SIX5OnHRBihFnzkuRXkt9S6N7zpUET5
4DtJJ/y8mO5rci0eSEVVpeKh8weE7MqKgM9rsmQ8H4wuHgKe9swlde4WLefFo4Ei8TJ4R1mF6grP
v/O1KEJxvTYfx0Pfm8bJDUv7L1NqYl9SHPvezLO7a2Ov/JZXnb6xi5duQdigakm9mKSJN9K5ZVUd
itiwevsARqMBPhXNQSOdel+IdKusc7lITHFhEaaoj/FKOjeVh40zxLCLHFq3EwfAipbrIz2QP05t
WwdzIp2H5ccUQTem2rd7nQVqMTL1BfXJTbZ+V5t6NTNOntjcYlr4K0HENoj0rv51txUaJaRQmFqg
78vB+JfjO2rq9LSarEOagw3xY+aYPkPpYG51Ka98tGVWgt7uoltDfnNuJ/eKNK6LyDiUbazukSLv
d800FbsE6ZQN/1idZa7IRRgJ9M4SPZbr5dyUIqsJ4r+4fhycOIQ+0OijKCjVqd8IT1ft2AuIjRUt
LDfndrKG0FuhVfNoTKAoYGMw9zGKlhtWVuH379UsACjajwwLrzuQoprnMU6x0pSp/InIrpMd0jDq
m51a6NNfQJQy4zGZXKvYMHx1ef8yvDrgEdcLkiu2eBSKrnzMKYd8Aqh3pwDF2/JM/HhhtQbfsqY6
rJiDTkerrB9Lhwdd2RXeMW6U6cddXn5hZbUWVOpF1RZF/WiZcn4XV673Po1Dcd+MHLM5eB4SPNRR
6AMSoFZm9AFGmW7K6sc07p/tbvhYsrLAknKmkn4nnPFvawvpF7B3Bp9hFzv3PzfKwzntiu4RTJQ5
7pD7ETC1TYz1+rd375oLkuISCbFFJWN1dpHH6QynyrpHrWzRqCkhwExhVK/G6bdY1n35Tg3jSOyN
Ujen423Tyxr+h356WyNICnqSlDCJhetKHxRtmUklTjLPS+cl6FVUNx6KFDGFoFaK2vtpS70pnPsX
jDPSiF8GLSkOr57Jla3Vs8WVQtEbJipq2+HBIUNgurY2VYj36vTkKibQhNuLvXLimDelKY8X0RBd
awrMI6OdQz5jVlcG3Yd5KTkV8ax/+A9mbLxz4XqEF3e1Ok+WImPSu3m0wjaU/tySk3yOkykqf/sP
hsChUsRnSo6aw7mDZtBMm31ic7Z7B16gCLSN0o/T7m4rC35+qeQv+rpvjd9/3WDNJHSpMBP7aOjV
86g48mgxIH64bWSVCHCyAcovcYpTQMl+fbIz6ehhPbX142h12ckR7R+yrqk5R25xcnN9Fu/DKLTi
XV7qVXr3GQDByyud8gadQe7p822sPL0FCz6Lx1QM7Qch8hLYoTYwcZg7zoTYUdRWW7DDyyPPs5kb
dMGXkd2tH+uWXajOAIDv0axIRIKagv4HUSBDuhf5MD2aDoPO0Mp3f9ze5svjvvAX8thY0I4LS+z5
UhulS6An0ptHWK365oDq7/9xdl49rhvLFv5FBJjDKyVRI87s4J0cXgj7HJuZbObw6+/X4wvcLUoQ
oWs4AYanppvd1RXWWsVgrtIkDDtUWpHqNKVrc9m5D3fWSniFUigOhiR+u1ameGvQUnnoxsi0sy/6
uBofKifPig+KB/bdZ2Kvkr7wEHvtr4+Xe3vhZdkW/S55fClfbS4IYAUbOayyvsR9VL5GSlnSxRBP
Tq2VZ5d6rRSJQYcIcIdc/08XxKjK1l6mqb4MzZyfFb1pPk99s8fCuvPpsEJQTuKBHuUWwwTc362y
okDfEk28V7usvH/Q9huPpJUVGg0IFTwdn7As2UKmIEdOvy2bumbB2ENdry9tPOWHpEWcIEnjdse7
bOLWfzeP4ATHIhHa2xyUIaGW2aMIc6ntpT7UsT34esQ0JKOO9mpJd08DCpD04Uk4kG25/k6tGmkG
Q0rZwckaAneYqotRzHsghrsLol3zTq1CUlj+Fj+dBh7URGMuRX2JMuKhOG1XCCTj9GVq0y54fLzv
Hgm+jxQQpx63rVc1meV0psvB05MJ7FcZtXowitkeDtpioaIfCf25Uvq/X4vStkQeEzVsiSV6XBOn
elZ9AT/h/GHpaEfWqpN+QZ053zkY974W/pFzAYOFB24TFOVx5y62ip5rrWvjifnnTFllVo7/eAvv
fS2QWIC+iL5wjJtcpkP/wZjNWFygUg3fs6K1v4yx14Vxo1o7bvCeKURluFBcVSnadX0wRqW3m7bA
VELKfYi7fDgtfWUdl6FKdl60e3v3s6ntGUyataHtV188I2vqI+VuOzsKAsGd5+SeHYZrcKV4QSmG
bL6RVmmrNmtxfbFLYw7yxLLPEFb2Svb3Ng6cBJhiGiuyonm9cXXD+IimyWrCYyGiN+a7VxC38qGH
GFO58V40ftccyA+a7Rxy5KCvzWXq1LuVs3LwlkEczRjJz0xvSn9BU2LnAt/bP2LEfydBy/7itSkG
YzZt1uHT2bX1WBvl6reib45Pn3HZGeUZlGUdaKfXVvq697DTcGl7OKUH6Db9D4iZ+viBio62N9Hj
zmuP0AcBNmVayEuudFo/+b8ss+IKRTp8a+SoLwi5wGnVF3+JXT8vIKnkzP3cOe43fpCmLDwI3nc5
1u4GR58qDKNUK7u6OKWifrazj0IchLr2R7i2e8WPu7boUfGO0K2ilHm9vNFE5bV1OfLumhA1KcXQ
ItVZtXy1Ls6Mz63iTDtO9+aUkESQGBKe0jOQmIVrk6KwEjOii3NRlxRtOCrDh6Lvhp1k4ubYEyjI
ng49RQoh2Lm2okSzREYWWKmt+KC3vfkR7abqJfOaZcdt3DMFNhJOLBV8kN8bT5hOtVq5MMgv8yzF
1uOkDYR07X2WxjtEvXumJDAAeDT3mTfyelVqhShDsXbxpSkL6yVCS+qjPjgMwYDS8WywKQv4vPqy
sUPvd7uBBrIZtbNY8SXOnOS4KM0PpOHS4PFdvjl+Ft0pQlkkHxkcRu3uej1FVUTIC4zOi26tH0tN
C9Nocv2my76NSvRkfwCfToeILhW5MhQcOiHXxiIwHxUK0PUlI7w/2X2UFL6LeP2x4X+b/Mcruznl
GKMkIGNocHd06q+NmVofdwt6FpfMyvRjlQDNXI1qj3X+Xpy/KniQYYJrpUfFC0zAuXlM4JRONQQI
cXHRyRr9oho6AUI+Lc2XwnK7OuwNkJqvc5wUCCrwuvnVlCYfm0TrrR0C9c23lMkuDgu1d5RucF7X
K467hkuSeIRvalRYh7HRtC8CEd6PqHobcO6buNjZ41uLOGWqtjJi5I+ttodQHcjRTV9c0t5uf+sc
LXpjvHqZh+6QO+URCE2q7Zi8/azy6tH55Ryh/HjDNel712qFWVzarmtRIy+1g4sKzE6ucnPNgbvC
QgfRBW0LtNPm8CQdh3iOrPEyLXRjiFTg9fdde2AgUr5j6r0vcH2CJCeMsgt65aRF2xW5CCNofLv+
kgzx/MHUlvKcNkkXY1HN3pDtak4QRJA1i/TkLPSqeiNvc/6cYsvxU7Rx95T0b3eYWppFgCSBiBzu
zYvEnExjtpqyvVRV3/7OyA7db70+3zms96wAp4TmTxihA4K6PqwqBOF19uLuMsBmSU6zbSho8+WM
GHnsBm6PqISAEE8CqZQw9E1IhEpPPEBu7S9Rkxuf0KEpAkOrFxxCA7B/cp+ubklIMUArSoKsjr7y
9brgGk3FpIzVpc6qPPbtVbG+dLo6f3u8rNsDSvgKsoA+spwLsFV3W4rGINpbMdPb5oEwpjsxSXA5
pmu2p5h5s4PUB1gJ+qBI6bMo+SV/CsCW1W2YM12vF6QVGx8ZgtjPMyM/0rFsQ2+sf39yZcDGgPXy
+NE+AbK2OX6d2YDm8ozhkq9Z5hei147JZDP71632sMQ3m8gdl2f93XUjYLs5g80Qq+5iLeMFoZbl
6LDSj0OpNa/IeTxdOZKwaJrIlOOR1yHjvd7EpKvswfEy/TKUBXohSymYcmuXO9GJ/IWvXAnNLXDm
NNIggQI42WSfqy1Qq9QKnZSwjwMoxs7LuuTpn6O5IjdYCf0NZq23d8XkF7mxSjWOzjLkYWub4Biz
4SmLN+sXdTQiaE5te1p7Nw28ppg+ams/vjqVWX5s7SL6r2FUe1WLG09ClQeMHKGz5EGp256vWYts
cjpvuSitrR6HoZ2ZMNE9ncVh5V2FgkeWtVqbrQWa6Ra5xi3oqrk6LqP9j9U1+nFCqPb4+AJs10OM
RLZIfwhCPkjwLQEi6sVQ5HOnhvmqR5/sLNJCYZh7fbztUXm3QnkRvgp/4iOvD+RMbFt6qbuGkeoK
iXP91prTLzoYB79PrD+AMwePl7V1I9IgIToVWyJnHtWNQT1tssXpGR1UlPbsx05iH6Uypc9MkB8o
3H59bO3OJkpH/C5UJ8ubmxynbSxhO3kzh4OT1UezVaJDn/Z7JNvbTeTgyW48VVqc8bZJbprCaL0O
gp/RtogtWbWGKv68jue5iYqXqOmM3ya7m3ZuuTxqP983Ii38IrVbSHYW7cuNh+yNqCktJ5tCJA3R
huvQytGbrjtqIlkCt3Tqzx1zhPyoab3vj3d16zClZQIjycGQbK4t6qYtZrEa0zSGeV+pJ/D4yiGN
gUlX0fqsb0armL4aREPeLvLVbWg5oz2h60PVh4NY7W+FENV5bbTkm3DmvenJ7z/rekOpOVEB58aZ
MoPcOGevL9QkHbUhnA07U30bbTzy8cppo18rgDGJX7pWYTOmo43jl2U0ktXv5jJzP2qjx0hDFKDU
JiSijJXTgtxIfLTMklf52b2HK/6OU+PBumX3TKY5Tfo8DyEEM4Af6TiITyOUtsAbij2s0O135nSp
9FJBxhE4bYMYCxnirNOHIUxLuz4M1NLepnJKuEdi3jlStxcVU+DSERPg3QdBe+2H0JfSKrQuOFK5
6L56bq9/X4rMPT/evDtWpEq8FI2ULJQtakFFgLBzUWEOxwH+X1rYxSG2IZE+tvJ+3zcHiZSERJqX
nox9a6bxVg36edHjsI0l0CdVvEAyJQwEM7me+z7rT3m+mq+aXfQBbWn1lNdqEXjWOu34vztfEEYw
94YshvHj2ua5Qq15nTNX7cI8U6uPViSyD8wOmqlolfPOyLQ7pghpCNiY+Ixz37raRbQit+rFC70l
L0I9A1HTWMpw7kRT7WzwrSl6m5TuqQNSDyFuuz4siqJnVA1KEIWpZfuZV0G3RKpEmbNq57XaxjQQ
M+Qjj6+TvWrc3bUlMMKdsOvaDUfwZC+N17mgk+BvZzMitR1Std9Nwp7QK1FYzQpgdI9P0j3zkFYp
7ssIn1jg2vxaVgwcsCInbIAGflgG+60h7r6Q5qwBMUMT5PK9mdUhDqdI7Cks3z7VfEU5SR2svhz5
sjk8OioOFmxCNzSd4rekmcVZg1t4WI2CeSuxuheK3F5O7j6DHHBqEg6wfUXt2W5zslEnVNLcOA1o
HIUd78/Olr6zhq4vJ9UCjg8yFegc3chOJk2kEguretjM2vIHzJQuOejG5K0AERNrDIlemUyLKoyO
S/fm5O/ONmrtoEyNW3+q3N5oL2XZ1ikASt4kuum9rn3Ky9ZJLyDYo1+nlMaCv7jzoLx0bR19WAtU
6qCr5xRA/RIWzNNxAEjid8FzGkBAXzafiSrlQlJkaSFdIOgnCDaoxkEt52L6pFGFmYJK6SxAB41C
Gcq1F6HtMFtvzwl5Ow0NDirIH1Le61M6RWvfWlash4WWprZve8juf48rd/nVnR1nPSRsyLDjbW4O
i5SDAz4NQwzRmRvdWoVYgdmTfRa2azGfc+STgg5gxMvj+3fPCsmuxFmS8eLUrle2mFFt0RXKQ1Mo
SXQxo2YQh1pHEW7Ho90xBA9ZzhiCkSzbUdeGIIb1iPdNeVi4AladWvWnJm6Tb08vhwqdBTDKpWbG
fJhrK22N4IFtJEWYxTOz+JBZPBB66zuluRvv/M5Il2VkIB9gUeRafyoUiDa1zHmK0rCekEa0M6F/
qAFnHAy9mJ7SU6Ks+26KYpnEfMFY2lR1GC9YGJOdZSEIo5XRUIyIUFyxByu793HeIbBgMCg2bmXR
mSuR1HRuUuZkTA2ZilbUzSGfk3rPA95cJJbDcy1RvRQ9+E7XO1e5Y1F5ZZXy2rTuLz0hwqkQVfrZ
Suzl2zh59k44dJO3YE/GBdRtpTrzFnFOQbyZs3VKw0TtlT+hdix/Fu6YvCXOmH1tDHv6nNnlenz6
EL7XkfheEgGyramq1riYWm4yEwABxyBqUgTRiUF3DuGdb8Zx4A8KATSetswRb3Wp0ZppHjpZapzM
2ExfI83cw9reOeocccrtwL1p625fSK8xV0trnTyMGnJLAoLaXAMj75IYmGMMv/7x1t0zR52PUrtU
+QVscn0+nDhZXUOZRNi0cRROs5YdbfQ0mOQyF5fHpqRnu3olqfriX3mIQcSSpstf5adLXC+j6PpG
NGHkGZM4euAyik/wI+zyAJRZd3xmVgo9iON1GM+xIdw98u/tWpHOA8dG9YoYjNkV17/AKHRrYLpN
ExqjhV5wkvxXFaI5JLBZdo7K7S3AEhuKC6GTjSe5thTHbaUhF9WEY+dFH4SimOd8dJxfmt41mIhj
eS+Ws+7N57qzPGRGTdnR4wW7QQMkI8BmK+1r0rh1PkOC7A6NHEYwNvne9Ip7pqQeBHVbiwbaVrkj
YrIlijF2HTbasNBBnPU1O0z61HUnjdkVytNORTZgCZchS3HvtocUwEDkUg2pQ16aKdCY2/YG3mb5
7MCE/GyvhfZZs+vxP4+P663nRNxbsjwJHYnsbl62tbP0BPJ0aBots4NUqBdA38v+R1yPq+qPVsGc
nccmb2JzUmLeH9hAxJNS/nNzbDx7zCuGVoRO2XcfZ4F+mzPO9QWmn0amJ5Ih+7oCdY4/ikKxunNf
ls7TrpQslnkZMMdlK3X7KywQ741pdJVLNY8p850c1+ep2utt3rpSnQeW18GTk1SoFF4vtFl02j5p
G13WJk4+Q/L7AZ02+/p4N+8Zkb0vWYiH7XejnqOvvdUwcpsBXGURVEvRH4w8rXbO5u1VQAkIRBE8
Ex49hiteLyXHiyW6WcXhoqGssc59H9Yl/L7EUvbGAd+awk9Tt5L1BnLVLfjeg5dTWcZUhyWktPlg
z3Nj+J6lWOmhLqZiD9Z2exo5+dw2hHaR+cOPXa+McevjYrduEYq80I9lYRhhkTM00ojn+QNDu+JA
cxLnKLp4YnzUtJeo3q6WJJlXCRI6l49SzrX5spBPvTIwOWleC+VYmwbAFZNyC4MGPW/Zmxd5e1ow
R7UImia7C6jo2lwBzT7tnXoNy2IxXxLhuUdTqdLT4zN5b1G8CnTzJZ2GkPnaSk+YMjEkYA3jyKZZ
0xroxnp9SRMqakS8V368a41Rx3IHKbrddBb6uasLxVlCTW26s2WP4lw1nNLOWrQfjxd2u308q2iI
6XguspqtipiXVtOau/NIDd5okN11sgyGkgkm/bGd2yXJ59tk7AeSnfQN5cv7UxDBfN+GnFcfQyMa
VT9tlvqlQCYh6JkKsBMa3VsSCSF58HtzYasH5HVr2qwgWEJHGcoX1auGIFac5wN0+fNJNxEJBaC4
fUrFrDBOs5610FGB86Naa1TKaUjSLGVE+jSPAamB+iQJmkdGwrIJz8GWkLpt25OIRGlz5AotzMGK
HDPFdQ5xmzqHwWN02+MPdmcXOREQMvhekqK0OfFtWa7qWqZaaDC1k+5WUQZJb+zNibi1Iv2h7F7I
NYEGvz4Wli4WK4kNNRwp1Z5QtU78Xix7k0zuWgEEiSK4jB+35aQk1RAMil01ZFzAECyNtfpG3+4p
Qr2/fteBMlsllX4kUoSm52YxhpUnTlObalhSLV99zreZ/jMXTM99rWa9N84OhR/zc68sY3OI+6E0
ArvR9PREJSyZPhXq0CQvohKD+xLnFsjQxIoSRfHVsuksmKPMCPihMQ6+PKmjZ/M/jNXqHLMuIRh+
9uPjwfkccrAFY9W2oj7ZrLctcehCtT+bf+gQ/V8lN2DvDt06BdhLVPrAZfFcUDK+/voxEXHRL8MS
OpFSBWrlyY5V7h6MuNmrjN01JUMWANgQxLeppkOWlFY9K9LMGhy7mCC+oXrlG03bfX568yh+c8pk
Bwks8SaJMIWeOmWXLaFK+HdYlkb3HaThj4+t3FkQIAVqlzoJkfRA13uXFkuM2Mwyh33dMgCiRTEl
ZaQEc8z78uuzplAoMBhXhoYbciZb2CGKkR6axFET4hT0j0Whan9k3my8wvNRdjBAt6tCG5IiM20D
1P5uQ6UlnT1nNtqwI0d4saasPvSjNZw14e6AUW/TBOlv5JBnzricy369fz3tZj0b2ibUdWBdNA20
AUUpRFPKwBLtuPiNlKUJnt5JQhW4nHQvQbS7myJV3deuNXDNmbW6aBdQkf2pUzQnKNMnNShlPcwF
n6++FzwgCG6ZiAy6V8xE2G3YVkr50jmF99JrVXUoh3I8jAPK5o+XdutjaW7xxhPxyaFo2/NILdli
FodZhsnklRcQ5+YpVsZvj43cHg+M8LVoaNKf5eW9/miMqS5NJuiUYbWoye9ePDlHRp+YFzZjOj1v
iiQEkBPWGIyxucWgrlOVfKoM6ZENhybqLX/I++RY1Uny/zAFshyOJcmyVMu+XlUuFeymaCrDwbb+
NtZWf4HLFh9j0Zs7Sc/toScAA1ouNblpbW8/krfodbGaaRNOtF//KhktXYeZbg9MYUWOMglJcjVr
x1Hds8mBJ1+UEA9wxderW6PURN7cEmHMDKpvaLx1x6w00iDORPpHBdprx96dMyKzATIgOhDo32zu
WGwxWWRlREU4e2ah+KUunNU3G7XJybZU8c/jY3JndcwzkarEMvsGHHq9unGeaNHTfgjJ7MszqU/h
N672I5qVy7zOInhs7c7a4ARIv8XCboF3djqBL0FOjW6Y2lSBGCqtPZmiaOMXwJ+9tmPuzp0Gs0jT
jwyZ6sK2j+sODGwWRTqFsVvM39SYtHUSbbXzvNzZQrrwSKogE8M/tykIk2cQh+mjIUyc2gs0O00I
fIR17kFOX/KhjJ9+n0H/SL0sEKCO1Nq7/mRmlVKEGuIxBNHg+rFhLaHFvPqdl+zO3gEUdsFrQRcB
L7k59s5U1YYONTScsxHgXel1l4x22E6uI4/XdcgJwYGfjoOSEdQW+JPRitBTJR9DBewso62W8Wiu
uX3uI6c+jl3XfVAWQ3vW1XMmJJGabcSFIGd1vYGVmmYMpGZpU6sZX1PdSD63jfP746N+s38YgXCO
6jyELMD0m/gmXty0rxJlDONlcl+WLCsPSKaLHWdxzwq5L5Eu1QOwLbKW8lNaWurG4inE46Gb18Wx
L83RN711r2x2c23lJUKiDdgACpY09a6toOHDcAAEzQAHLM6nOKGYFTlN9mmqyvj5b0MNBFwzVVf5
+m9MZYkyNGXeIjA/KZ0eqoyLn4/JkizPkilwP+Q4VJH5/hRgtqXA3lQmvnw1hVwz86ujjI1vKMPT
WCCo+pIwRLRElkD55Xrn4FE0Sd9y1Kw5Xnrq4sNw6W3bSp/NdvFuvIvsnGy26VuixDBEY89TMocp
Z/tIwji/MZ6t3fGnN+cAK3i5d9g0jV13sxoY1N4IaEANtaVID+vUJX49osnM+LQ9VcW7prikhOsw
CbhA1xuXxcawLFqhhvbS6iVwtWi0fYUPZDGyj8LL6fFtvak5MjMW4imIabAQcOE3x25ea8RfUlYG
rDIL1G5Q/hinwfzWl2kSJAQl4Ei1+WgY0d8tIryXx9bvLJb4gto3Ewk5LNvqHLWYagYCo4ZpojF6
oHY8xO2r9JAaabPzeNw4XBbKYHkuF7N76LttHEZmM0XZgZMQqlQDD0s1fJpc86To+XRCgv1tLes9
ceYbFyX17hANIjIE5E4Edv0lU6MujQW8Rdi2w8zobUX7D+RA71k0MxVqto6sS8otQq/cns3FyDKu
gRoqhkiPyehws2sVFX7hdDuP1u3nQhBL0oPAhslO6SZmygRSvcNQaKFaVdHfUz9PJ4Y21AdDDOoO
IOaOKZlPknSxexKFcL15XjWuSum2URjNddr4qTpbJxWavB/F3vKs+AtbKHNxmi8082ilb97FqUpw
/14WkZIr6T92ZZShoTfD+fFhvz0PvPfcaTn/l+7F9rC3BTTKMsqdkEEN1WkQupS9busdK7fnHF4C
kA0JGeSUb4eaukqH1Kea26HSpHWQp3He+/aUuycoLOklGqb5QKng6dIt417AAcCbI9zk3zdnvYpp
lPPsOKEhjMnn9NRnxRTLztpuAk7eETo/0gB11BtxW32djaVEiIDQglEerpjzr1lCvyQ2FOeNO/J0
R0RW10GFS+wlycJWRIeiIKgsQ+1ejSZtXmFsosai6SKgcmM9+8LwSEqMNFh9Hhq4Y9fnPYqqSbGy
BFN5HP3RL2ble2U7vc3DOu3s4vU55FLh/wBCkWhJtdsbjB59xggpJ20IhDuXmAG0Z/izNil7hNTr
O/yvIeJo5I4QB+Yv+d9/itGmKiJFWKcxaD2tCuJ5BHfAvJK3tKb6+fhu3TdFKkKPQnIENjfYiLOE
JsYyBlNvnGbD6D7VWj9+GdY96Pa9zeOZBFsuAdz0RK7XFHcwS/LOZU095fvJy3q/XIw9fRX5yP9f
dvDvzpEfQAElIORt3iwnEYaeeyVWut6MX+PZtAIlNbqDnDd6KIA4/MKQrvm1V4edlE4es41hkmJe
q/fpNDfHsKH8nekzPf9YM5Sz1Y8J0WEv1LNqz+0xyxr1BWiiFsQ850e7MOOd5OvOd5RRsGyd8ard
tBUab0izdcV+XymVr055fujSagnLSuxN49pQBd43mXKvbJO8d6u3gzKFYrZGWogpWCrEUaJI985K
1Y5nw4y7I2NcV3/Q1uV1zhjlOEMhOKUaAxwWt3d8S2MQ6VCi2lKtufPt8Vm+c8Sgq1JllA1umRxe
H7EkbyFmjBl70FfaaY0ZdTOOVbRzYzYA93+Xj1fjYXvX1dp6HC3J7dythikw274KKyAmH01o6ods
7aJjPhk5ozw7+zxbXX9QOtEygU3PTpnT9l8er/faq//vLwLTDdY/dSZgENfrnZlV38VlNQV1ttqH
SSTTB0YNlUe3nbpgFMpz1PV/7dkaigaSeQHEZRNhx0gc5hP16sBOM1BRMR24QasFvbhqTxHi9jhL
QhsRIBV4F/TF5h5366qh029MgWNN6yejyL3vZV3kpwxdsWEnE7pvi24cLBsK49vuKXqYS5bM7hRk
ZkPC1SE24QO/EG+x04/fH3+yDdFZ7iELo7dIbCYL8dsi60T3V4sLOEp2t0bitRjbePi4wASegiRx
euPXJXftz+oaeakPMxehtEqz6J0p3ioORhKj1ObrTHPt7J1duL08ANeIDhDAd3myt5ANEyiIMBZn
CiKryH9xi4K5Q573nOzGv8sHbQawAPwj3ffNdy3MUml7DytrVQ6hYVe6L1Sv37mid9dCJUC+AqCH
t1KIuROPNtj9OVgX7x8UpouDZ87ZTjTwDqu6dvm8mbQdpL6eZGhtrl/LmyIUrVkCb8oGgVhmlDQH
E8m13p+NzlMOKO7B8qu7yRUnU43y8lwII27PEXJm3au2LHp5HNQkNz8TkDbLIe+VtL10NnV4f9HG
bq/AdOegoyokCQ3vlMBtrDmuq560AlEhpuX9uqzovpvJ9DsQ0b3BHnf2n6AFhTiJSeNjbxyFAeen
MN1oJnSpFV8whPNQRky3fXyXbt0fxSWOq1R8h6W1RWlOWjPbXd4uwSTvSbsCJ1TLVyNGPtfqjR2Y
vwxPNh+b8A8oKFGthNVulhQz7EIswl6CUinKgzO4euV3zHw/WdaSvea6FQd5N6a/P17ie3J9bZbk
iqRElW1cUpNNTXDMvLwfaN8HTV9H/0RQmruzaWZj5tdeo3nMUVanH2j1FO9zW4fYH/rJhVZFlJMF
qR2b/1U8fTEPQ7FUcnZGYUQfs9ZxM2ZhmV1/0roVHp2mJYPytzvo6xtdpuJHvzZ5H5p1FiNVbVXM
2mjUklmtpZKB+2gZNHhOI93+sWaR0vnzNCX6p1KItaOvv0JGaJNOmd4y+BrWhzISkx0Os2BS4slg
buDfKspt0TkqDSG4HVa6tDs38/b4MSZQYtze+6kEVNfvYqavow0Z04AltFYvCTjEAxnxc1Bu6cpI
BGAmMW2HzNfetvITM89mR1+cQCvV/GMNVymsVbFHwrgNaAmawZQylFxiibaz3fum1Qqnd5ygVkT5
2SxnJZiUePmY5KBZW2aj/x5BGDqa8HF2Eqs7lmHSU4sk5ZZ51aY8UqOvUbuj7QamNr7Ys5n6izD+
Yr7ZBa2wj3NkCz+KnixLumwjXXC6gnIoEAX+7WwKjfGSc2WTJU5Fqx/XaV6CtNHUncdu6wmxIqmW
krJHEQ+ZgOsTEuO6YpqdVqChxOorcer+BTjFoyttJU+Vp98XxLQS28Sa/Nt23jbMwDobKcIEas5I
D7QRx9+WzF3/eOwotr6QBVHxoc5OCIPozTZeigcG40q+Q5B1rWUfhnVtv0X1lE9+083en64l1D0l
8Tt7KCcPoV9CwYTK1sY1TQU808UubAIGdBKHtM2CCTdzAt+yh5m6ZwpmHLRVqrvAwDZFEkaYtpqz
YGp0jMHPVn08ZKqL8Hu27kFJ722kPHqoMUpZgG1MbcUr4J21t4NknouDG+f6H7HomOFgz9Hnaa2d
Jx8xPhyNcDwIyg2ocm5xR2tVWEKTgIjcnOJD3KBhb2v5ckZJtjsaZIv/D3sEXnSmCaupRMr1/1Ra
0OFNFBGYsaDJUucNK1WwlKs4286wnEpNqb49Pph3Ph3pOGIwUs5Eolav7ZmZTcgu7ZG3Vr/WTYEq
tlYtv7cuk/Aem7rJS+VeUkGTIrzAgfWtCIaGGujYN0UUOPPY/iYGEdUVcsND2f82uKJwv/Sm21qo
bUW1/pJoHTpUAs7udLG0eHmteTLGg1CLRD3qVWa2snja7k0r3r5N1JtBfqE1QRhBxWULwq6bqW5U
xUGKHGXHY50AXV9XxjI83oq7VqR0Ey8sqfDW6RSFEa9jqWbnvLTUg7M6QOoYI3x60oocVsQ68Dmu
x7Lkb/HTWTIpgonGVJwgtVamqg9Lfyyn7u/njdBv07j4UiHV2jzmSBPS80O3NDAzxi/AJlX8xe73
6kbyp/wcZ1GjpJMiHzqQciikbqwssYAwMRpeUCxTd5mKjtGTyaCeZmsYPy9M5b2Yq6OeHGb3fnVG
rXt6J3nfqbO9T5mSIP3rncwzIcYCiaZzNpFPo1SmBbbI/3q8k3fuBzdNRhF0c/Cl21hCrIVb18xH
PqfKIuO2pXRiv6B9mx7bYfX+1KJWNc/j1Hval8hc1Sgjtbf65QiJHvnuuHYVaitT5vVvc6MPfzuD
MT037E0+l8ylkEBwwKRQaLb+V0mTKBvMODl382Sfjay0zkNbiqfUH//XCjsB9Q+/Q4n1er+byKyN
dC2Sc9KnzUHtioTaflI//VVZC7Qjoif4rdS7r62ASFicpa6Ts+HWhm9D0D9M1ECfvevsmNT1knJb
yMJtEdIlKH2BmE5yLqdI52+Ne5iNvtppK93xKJxLwguiJXzstgczzl4Um3WLFc1LTx0g5kPGCKVn
18JPBhrLIHdAb7Ivd71jrhElIsuU5KwUdoSAnqf80fRL/efji7AZxcrnfzdDX4OuARmkunkEV8Ww
56FjHoQ6lvY/qzdb63fdSYTlEzzFn5vIK9pQGZVVfcuE6f4NZ76zJ6Iqx+FB6dMpPfYzoNC/xpq5
kkHsaflXkZnQA8fSGT/E8bz2oZFUU+av1mol5xEgeXpYBCJsvmpUCAKqajz80rkDxPHHi7PYoitP
xtqYqyVpzjDib/SrZZXVjjotZW0NOoumWb/mVbaGSp3v0UzvmQJDICdHM4Ab3OD111LzjPF4cHrO
CMMwZqJkMlRKXwhNinSPTLFNv/liVLUlIoI2AfHE5qmpMseeps5Dd6ApX3o59Mcarb9wx1+Wyv48
GNaOr7yztPc6spxdwGSqbXKnIE0pXLPLzlZmN/469euHroiYo0QfOnj8we7cLIJniWQijiai3uxi
5iHVmuVNdha5Xpw9tZ2OVm48N9bi/cjLCJqeCMNCpfTU9bdqTZPsXu+zswL9+IC8fnV0tC7aOXx3
10LuRkkGYh51xGsrxtwvo5JRakvJZE/TpE2HzEaO9vGObTNTGUOxVUSVZN+U+ORh+SnusFBmbNJU
y86jgxtqzMp8bYtSg59kKl3v61Y3/r1oVnExmSLw+2Pb91aIXapo1J3Qqdy4jrqc4txpsU0m1xy9
SV+OCmLaO92cO1ZABTJggfNOC3/bycjboR+1pMjP+qokL145kIF3xffHS5G/6sZT4PwAnIEslpMc
Ns52Sk1jGdemOPfNgPzsSjWmN6xy8YEGpYEjWu2/jw3eXiqqMqhKwzSmd0K36vq7OeUYwQSheGQl
/fhpHRbjKJSs+a+dFzvX92ZpBA4UTEDS0WoEtiX396cTMqFrNKmtnp9joU/JL6Ojr69a3vVrYOq0
i9/maoRf8nh192zSPyCkoCODaPZmdfGgwsRLuMduE8/HRZ2ms8s0SpjUUCD9no/wn8cGb7aTRYJI
lBOiUU0gY71epFEXThRBtD0Xsy68U5Q4oI/qxHHPvVkZe/Cqe8sjZOQ44u65c5vlEfvFqaMuWENh
zWd8QP9ddJH7F17N+BAp9pOzOfBYLO+9UYy/Ihzctgp6G+5KjLrbuWzn5oMSadovClD0P0VLTq7F
5d5E43sLhBRBEk7PAImczXXoKSDnK5igc7UsWQNnVRmNY9/H2Us5OdEvczPtyQzcfkAqQ4TjBG/c
BxCF1x8wjopC0caoPEfVSlMYGeEwd9P0k7IsdfD4rNwuDlMeBFVkXKiUb/viXQx9q5iN6uzwoaBh
qOKH5aR0LfIxjqoXbRHi2Sos1AjJSKTZReUL5sd2dRSeUrPsAX4OS0zpxPsOZK7bCeTvbKEkLJiu
fHFYl/zvP1303G31OaWNdJ41clBfEVH6eeR9+Laa8frP4z28ccosCJwO7CN85u14IShBTbGkZX2m
r2Me2hzffWwbT9mTLHiXy75yzNKQhGqD1eY0bnfOVJJR5/SJc+wV2dfJTrvuEK1uOr8QQaJCt0xe
7tdu2nRh5aZd/BFPF38XTuouYF+a5tNg58bw12hnlGejIraYda5CZPLrwrKiTyKrYGkVSfs/nJ3H
jtxGu4aviABz2JKdhqORNMryhrCl38w58+rPU7M4ULOJJtqGAS9sq7qKFb7whukbyByj9CBvhosP
FW/R/JlylemGS9IWx7FtoPuWdt9HhUvSPDmVa+lj+WglXewUEiV8e4mDhC/h9Ud00Becs9bOz9JE
12xIA+WlSuLl6/3PdxM1rEYRR+SPrQLeSVWLVMv5fE6C0K1he2XeY+6S5+nRTrqMhY2qL0VdZTv9
CHFzrL8nNzWoIUhyIvW+HrkCStGGmYBAF3gyQQ6fjoHa154yVeYnu1XmS62E8RcbsvBLOCjs4/sz
3xwfvhxBEyaWN/pKlR6OEoq4hbCxzNHyypO/IimdvLySsvdVq0aegWHdSycNzreYZ//R1JGkHnIN
LwdsdUrTq5ejNxBaWYqUMxqk9pOpDcuHPiXMuD/JN5bL9SoDwBH8e8BFAt6++r6tk9GAw4nojC1f
1T3JSwaBKY7nVnui0VrNrpmq0vAr6jUpdOXSWvInMrkaYVm1NWW3VEYbaqlkRpUXGqmUYKqhTrlX
FTBg3dayJiTts1qOvTHToTy3TjGbT2j8Fclzr6WNubNdxaZfTYdnloed641ceN1DZYVwcwBlc1Z6
sz9kqMO54yx/UBrszO6v3O3bIIrd4kLjxlFRFrvenk06Nug5gqdEIdlQXCeepXdloRfnugoqV+uV
7DGDIPG0i9QbOCdngbrhOjxDWcBeJvQRznMZZsclib84jeR4jhrt4S1u72xCXJ5Yas/woDVrlVxN
8KZ6Ep7yHMLGPw6jjjxKNewBlm+vFgovBEcAwCBzQhC5XkF1qeylj7Tq3DnBT576wdMH5chFKnvo
Z6meWkof51p/evi7ia2OBgRMOqqvq1HTNqyqETXa86LP8VlP1Nlr6qH09CUPj/jBVd/uj7exllfj
ra4xDJojEMRjdU6tVn5atAEbbXJB7/4oG/seEXKCIjgJRNHr3djbREDJOAv9h9qJD22TWTOukrJ2
QKjB2rmZN7Y+HVwuJRQehS6q+DF/vAlGLLe6WpTVWQs6HdCP/heqS3+hnB25qvpwJRtsnijMoLcE
XJUzfT0YUqRSkBbEWUUlN16IF+kh15296OH2K0GXo6AgcHA223uVHGOao9sJKP1z5litkOjtJDcw
h/JRvBALJtxSQIyCmyJeEWfij6Ubkjy1rYpxBrVV3NpclIsZZtrh0d1AGeEN2SvE4W6UDtsoMDGO
WrpzrM5q6AUT7+ZxMNREP5tLbu9RAm73A51fUfJh8wl1qtV+6Pom6Vt96s9WBFPJtRu7LS4EDVn8
HuPdtPxYtUrzGO9W3Iaiu08PjHki57gu/kuylZmtImOwrpgF4L1Y8rJFUygY93uP5O3hEuAuoTNK
K5o7eJXj0ECr5FqR5HPQDaMXBXF8qHK7feqgZT2kTsisiOYoE5PD6SgB3bDNUzZ7MVFKPodNPR26
sK5PAjS58+q/YZaunkn+eBIaIBJvQpVrKmWjBH2KOQO+8WPRfFdMbvizUoRx60XpGOrHvtCbH3Og
qx3kGEdb5nd5khXaRUsBsIY7v+bm7JGvQoIAfgrpSfR1r88E7jKjpPWhfnZ6vAaCzpLPo41LxP0z
8XYFXs8Z1Bmbkz2qc++vVTesOSpNGfzWeciNdDm2nRU27xN9iYsD0NzIcfk4wKv7MZmk50ikn69y
m8597aaT0itf5bgpTPm8zFY9wA3pZul718vQ5W1qnPrnwgSfcERQZnSeo6qEIJPVQOurumwn8oAy
7JZDaqm1+pcTL9a3BqBoFrtNn1WWFy1KPj9Tb0ZvOcc75VtuJxCEB3OsKrcqzNY6VlVVK5daBsT4
3MuJkh6HoTL797lTAaqvyyFBP9DQ0+Gw1JFa/S7ztvumZa3eukNoRM25TlplcO1agjFeVQpwAM+h
b+Zj5NW1h5CeaAEzSa/si23NQfa6hFFnEuEHs3kMlCbovvao8VgHsqh4fGkBHTgnCDVYUiyG1TXH
osgS5zBZo7RQxpnm8TLoKro6QRapXzVnWWTOi/AHqPGk/LcqQXP/yGXEZv9mecvpojWtVF2aoC+C
3/e//O3+Etw2AnliDCBha+D1VClTm9A1O7dOWx3MTgk9rHGqy/1RxAux3l7IFbGHodjSiVm9U01f
BxF3hHmex6j6H+rnxbukMSukfqrs3RJpyjEt6uR4f9Cbm0kQoQELiquCGH6tVpI40SxVpU7LD+HD
y2iWyjmHoOoNc7Enrri5ikTWRE0w2m5a8JGuD5ADOD5o7wzvClBtyCzK8n+YkOhigVgBmoOYyPVd
MFdZVMdpYJ6dIcxPw2RmxxyQ/qlo5+HT/bXbmpCgDsEGFC41a0zBlHatUhW2ebbwPXxfI1npB4ZT
PXqh2wQulFLp+FBX1dag2lpusl4qR+k8ZJkKq0IKDhbYlZ1lW8+F/Q08RSgBE2uiOr4K2PNupko7
48HWxL1zqcGKXTBEzXbKRpujUKKl5c5ckF65/jgSpol1JGjiMp33c9yoAte2F7uss4K3qQgeCgVM
dJjWWQ6FGauMpUj1Q3NQj2GrVs9o8Lder3Vm686pan3Gljo7FmE77cS1m0ODTARxJgxb1l2K3gxy
KdDoLQbpnH0EgJv/MtNc+br05vBd1gbcQFT0VzQsvg739+I6gnqbNBk2EAOD9voaJxs0Bkk1SBp4
ETrVjLiNTkPXxT8BJk/euNT1TqdkfW+I8bDMRYaWuFro1V1/STp3ijLGEuPFlvKaS3V/kBd8TSls
tuZOarK1a/A6IbTGGYyUfLVr6i4EWaEtfNAM+xsC4OhURsbe8/4WZP55/4opccMTSxBdc/2uptTO
QCvTWVd9Myifp6xCBll60iLpHT3jr7kEnXOw/ldr+sc+ArPR2PiqT8feoOI/FypPsGns7KateZPU
0owS2TpFpOs1bpVJtosiUf2p7goP84H0OScG33l2tr6ksBQXngZYE6+VWqQqifqlqjVEKvL8c5+G
qR8msXFcmuXRXoZYYeqrxMBwEYBFru5mlET6OrEYSq6j5h95QRkDPxPzawD45CkNnO7BTJ3xuGNE
q5zWIVeOODR/5EoZFpn6Yqe636JF9CHrpPTgVLrulZIcnGS83B+8qsV4nArRxKAwTkn1ejwlaZSw
kibVhwi/PGWwhA80ZPegOhsfjDtaJIAoAtI3WccJZk/EmVuab1ugiXoNQeZFzUXxOBp3bpWNHUgf
TyN35m9x3q8nVKla0OaJqfl4iNWfRgsLmgqP7p19vnF3oYkgxIK5rOmBrM43wD9wg8jb+FnYWd8G
M5Zew2WpCzdutcg1UdnZ2Reb06I8JbTgcCBdtwzhdI56FsrQcpfOOS/V7Lhy1i3/YVpvvQSqKdyG
6/xyaRCcBPfFtCayF7cvaftLkiGP4BqcDM5xEjx+UQpfJp07DCjmjbzTNGuNUqaB5tcE3QcjsVWv
qGi+3n9qxCld3ZPCjI9WJGMIzMH1phisBtlhNdR9wxh/m5X0pcYmZIq7V8KHz3Y8v+4Mt/Gogl8F
HkgQJASQVqEJrjGqBlDQQMosK4jrJm2In3Io4eOBDi8aPtmSyJOLN1P1pMVpSPKH7WLnpUtTFb+M
KMnNJ8num9cqHAz9Mx4VsX0IEC+WPIhEmn22pNH60CVNbLsa3R7lhGFepvoFavv2Xw7Y4MIlzuzj
l3aOU+cSL5rzxTCXGWPmKBuHd62DR+VTsKhyep6j1qhdukh2fgEHN3RuuhTx8AOekW7y8A+oLErY
T5aHaGr1HxQSM/s4qXJnH7RG0jN3GTCVQ9osMeyD2lBcdROJToKroyJnuvlkBd/48t0vJc8we0rr
PImOWpBIukfPWmqgI+IydMqyaczcGe7TZ9sK1N9zWM6jN6j6nB/oWgfayUCE+4dJAlh/oCsZYpcQ
5a2vhtSWvL7Wm2/RHASC+ib3mF3HoZZdasuQf1aSnFIjQcAmcvXYjLTnTB6G9DzGk/prCApz8jQ0
CYd3HXJE/J+TodW+Len9HoJ7Y1vAnCdkBXaMwsO6pkLhNzEbANf+0sqjJ9WZOR+72U6hYLZF+sGs
pc8Y7zbPCTIg3+9vyY37w2RY4iyKATQ/Vw8z5qUSkrx07Wz4Lgct6TVvks3w8dOMegW6R+i1AatY
x7GIehlWQC3Fr9rYdOGWVQcAzI9ClnmzaHXQwkUUjmhufRcOdRBYS6/oftP20UEbJus4BUP0H+Yi
0E8wD6md3HhgjTyKDpUp3Q8NefiyyOn4Ix/S8Hj/u9wgbcVkBDcNthif5eZqmuqsaqJC1X3KT1bv
zXR6pJdSEF78FCoUxBY9sdMDihNE4Uvfz+Uh0ebyNwo8rXaI+kJNnwGOWu8HyhPJQaaytJdw31TO
xG+kLw8LgDjz1t4lmstU1gJJ980oNL8XRqN8mhPJwn49N7RL0iWt7AIHUf6ZmzE9gUGZ/VZLH03G
xa+gNUMxEuAMVRaxxf8IjbqwNLhXuFR1PPw+4uMU/ZWUu6JXG6GKxcvOKOKAoiZ3PcqCNKQUz0Sw
3HO/5iQIzwOXjZf1w54s0MaRFOquBLDCuQpf3+uRshmGSlYHqh9NeIjHRmF7uWQ9ZvdJTEeCYHMe
OS34pXBkrkcZDIx5uOFVP+6V+CRhw+eOJffj/W288cD+OcqadmNaCNVozaj6eTkOL1Wam58LiI9u
PmLjpNRt9SUbyr2seWsBCfVUgNmgAjRzFYT1YbrkUZszNYAHrtQ606VGaWkndtjYEEiTiCIQIYqN
jMH1AoZS1OlqOWl+EhgYmIbOD1kGjhbDythZxI358DwwBNuOD7X+VJpNSiwgGH5DGn7MysI4Rj3i
EPc/1RuncRUMISRIAUhUwgHcrCLkWpqTqXQyndi1+RgYyr9DbksIMvcnWzL+cSj0J9J3q5becy99
XtJZ9dClebVTKaXTZR5auyndsB8/xe382jXm4imLsfMbt1aCt4p2JRL5NPfU6zVHHQKVmpmVmFW7
fg5xGkYRs5b27l6xQdYrIdpraOkBq2IW18MQKaJE6/S6H0Q6b2Gkl/VwmYZF/xCPVZeepFYL+3e5
ORbZi7qkjuoq6pxpIAOrRSEESq299G9r4iRhGB9z3UJNXaV/YaXh0tcQDoPjtLx6iZCzTuw948XN
UQTIQ3QeAI+u5j1Rz+qYn+7XxtSdMJ3ST/FQP+bh/Hbz8D4DWANGxnu1Tp3jBZAMuDXdJ64bjrUM
9MqU5j0p9tvjCTdKo9+HPibzWSfMJEa0H8tK9/VeDk+DbZTAEpTuVJXd48smhgJaTvXZIPNbRfUz
1vOZhnWRb8ohcCmi7/GHFaV7JYetGYGiAP0Kp5XuzWoPDNB7YknjwgF/CHrESqjrIHnunGIlKHcy
la2xSFNASQsBppsCfmlpWaOb7LewtkKoOujf6KMt+XNT7lHAbp8IQjZCKQG5ARFtrDZd33dqPEmG
gd3ZXF0MKCIfCh3MH91B+584iOCfDp28E/a+1S+uj7jQaecWYZZCIGm1mDGoQgUMgkEURz72YYms
/H9J7BSVCaOuKnKvJl2IyMrU6lW1gbUcg6xpf4w2KjXe3KpD48p17rwGymTjIJmOY+OOab5kTxmE
EIj9BlZ3J6Mq+4+BE5V/S71UyV4+t4nipYSxiOnnTvjalGX8akSG8pVSbNO4apsEX6o+WHIXpFGy
5y30dnOtpy3I4GjbEPWj5HB9s8V1WsdG65h+N+eBWxu5dkGSBaBSwI2i0w06pIn5qR0S7YKqd+pW
qWkxvTjO3zlSXB7uPzm39w2/gmdaPG6Cm756QqV4qs2+mEw/T5rwUCIS6AXGbO8E7FsbTBBIoRNQ
abrxjFf7aDHSRjV9PZamn9Ootl5axjTj2jj2F4i6SPxUzg6bemNqwNMFylOUCdnY1ws9KCqMkj62
SOnCn0quJa/NUJg/7q/fxpPNZW1w89DyJ1JcI11gKej20g6Bjwic0fyULUlV3cAJpTqBtSqnz8s0
mJTTYKerZ55sPcTkcqkCNwfnBiS0ztU0dpEED0K43nP50S5rNX2ykiAb3QDFggRtzwW/n6QvMstt
9CrXzvfnsHHT8ARQC0E5hifnpiE5jQV/hZbfFmN5mNUIM4sOoFVZa3tSgxtDsVwU/wQ6A43hVYCz
LAhGTXRcCXkhgkPRag8S0pPntOo79/6sNj4/LVYmhTqqgKmtdnY9ZINkyzOzsnXlaMaNeY5Kay9k
2xqFOpLAODEfwoLrTdbJg6OGU2H70mI4Hqlx4Q7qEhwfnouQraUpSOGPaHr1vKl5m1VdFOu+aHed
OjOezhoiEg/yfuCuk8eR6PKwiYdntWJz5ejYwOg6eOTeODWT01+qctqTxbuttAgfC15qPgvP6Jq7
PuspJWIOLsV6kAK9nH7V8SW2tGU55FF8iAPzGC3Sv/cXUFyqq0tXAI/oT9Fyp1IuLqg/EtTKMjsn
c1LDt7jZOZ5S9Jpyln/YGOedI+Hc/fjuIz7AUpZSI/YdaxDJMORJGyeD5OtOGXuVriWHuDXznZN7
u/vQL0TkEoUP2DiEjNfTGoIwkS0Ijb5mJ/XJCXuUOydqZvcXb2sUXFVQuBQFU+6I61Eao7U6gmvH
DymZvgblpCJKY+xpGmyMIhSYCAZQN9dpAl6PMjTDpM5B4/iWqEr2atP+baa0WB+eC8Q5vgzFesBa
a6WGOAmsojVsB08zPXydems6ZUuafv0PowhxSdiOYkarW2FsjDlSFKGo2vbVZbGNyI0oJj7cIKJD
JJj78A6FtstqFCKCsMINLvAXALrutOAfO4bFsvP1b4+OECQEmkrCQMFiXdIz565z6t5yMEOM9diX
x0b7WIWh9jKjfa2c9NlxPj+8erhXiBoPpR7y4NUjUaT6ooFvc6iZK/YTaq7Dway1vV19+xTpxJ+Y
KwmIjBDUut5vdjX0Q5zlgR8tpUTIOCenQeiqjmoSPIidZycQZZECUSSDR7O+vplnXdp6ipqvHZe/
aVrG7ys4xztN9I0DRHsXtApzoRa3Jig4gVMuo1UHvirX3aFUovoit9GePOPmslGwEiVkGuXrfmFi
R3FkV4xit1VwlNUwOhmQ8F9GddjroW8N9QaQetNpveHER6qTl1rXYROL0pqnqIPtFYGlwd3O9gAP
W2vHtUDi+FaJWxf8jK4dkfmkpVY45fzexlD4tKhxeLi/sTcnRDgqoFEAHtY9vLRWkNSXiBWjwKou
kJB5eyKzPGQjjhH3h9qakND7JtriG92UaQZDhR4vz4GfZm16UMPYOFnZ0O/cDZuj0D2m0i/ql+sy
nxwW+KTHGp3IaEm/pcX0tYhydSfE3rqATIhFIgcmnF9r6Q+SDoOijgO/rhBlpTuXvlfKKHbjQc4/
WzLiYI8vHYWXN30BKv9rgY1I1rOqbTitnZmUnwcr0l64Jh4VSRB3Ap5rgHipAwue6/X1Y6IOMiQZ
H4hyxnRctHD2dX1xPt2fy9aOw9kVG2Rw3sSNqxxoMXO6ke0YgI1T4kMoZ9JLqLfSpYYCfbo/1NZe
4D19axXTzVqn83pTKkrmMFRNiPl3WTbzcww6am/dNmf0xzCrkKeRHQVT3IVLoezUFzk2PkilE50r
/CN2NvfWvuMAiZ6cUIZUtesvFCrBbLWtGvh9230dNNR+QgnP+QaRuKNplHv8rq2JCWIBwr/MAYT3
9XDz3C25keu85qlufWn7tP5e4t6UHYJ42tOAvY3BxYsECpBsAvuINU6zS8FnLM0QPi+W0RxnKpq/
WqMP/sE1r9Bdsx4Nw5s7qX5vlVK6B1/f2Cjo0KF2QsgCsmUNDhzGBW3SYTBxHe6LY8EN9rGbrD1e
9cYolNI5ZWBRgVevIeWG1OWZEmqmH0VL5aIj5xzxqt7juWyOAiuQlIYyNQXI64821k1AeYa5KGaG
bsYgjy8h7LLH4weALMB4Cff4WOtU1prCym7RyfSDJRm8HCTX0Wys7vEDLPxUKSmAnRFKUNdzMWbB
jaBA4MtqPj3bkZJQfI/qh5NMHnJib5S9AL9zp1+PgsB2GHdKbfn5og9uOdrBsTO6vbT89jDBgiCZ
4NSyYGipXI/iRKZkKgk2ACUykoe8KJ0XOqX2MYu6x+E//PmoiYI0IlzlO10PpecVBHC5Mv3KmrSD
3MYabVa93Fm2rQmhnsL16qDIgQbI9ShtpRqZozFKLgMsieJ+8JxhhvC4r/Eu1uY6V2YqIrIT/ASy
ilVaIU3SqMLhM/25t7/3qeSjgv47tPqXfOYkUT/dqdNtTg2oMEeI6v0Ns1TqNJAVkGj9qJBVDwnn
4bNdq8a7TOusw/03am8ocZz/LAModl+kqThIkjx/mdRxPMYwNM9IR8U7s7p9PdjcyJsIz3r4c2vk
uFLXC5Rky/TH2Hg1rOa3FrY/UEBrXXBEv+9P6/YWEmPR0aFhRh1yfT/kJiqOjSjgxZJTu4CJmiMW
aHsIko3Fo1kkQgkAkESwqy3Y9/C6UWC2fLgjeMjUsWR4wziVeHW3g70Tv24Nxp1MqEBYCZlrFbjI
SmYnbWhaPjJMKAKAa3KzbPk1ZByvhxcPRCw1SVaQ+3WtdjOOudMgfWv7M3VpT84szA3oIu8EExuf
CMCxWDmqUByq1S2Bz9jUQM23faES4aEoRuGzKf/38FToSgl/C5tcBrTS9fbmxR/jTKUgoDTwBbuy
yy9ZqUo7U7kR3npL/WiEit4epdx11D+q6BKPeUZQSdWu8QvU+j81ndl+GUsUntxanU31bCeFfpFL
s54P6ZJNkVcZejEcaq1GsTrOc/4TBTb9+EMfl0r1GitYWtccO9Xy2YHVqwL7avk75N4NfmUS7KbO
lWOcqwN3THAi+xGVjdJ6gNTtx5sVZLZ/TG/1DqLOC2XSscmjCchzHz/h8hhr0/Akx4H1I8Ge7BQU
ReO49z/exo7HLYwqsiiLAmte3U16YQe9brSSbzgwZpq6Sk5RKY/PYWb+enwk0XUDbyYUg9Zp6GAH
2hyJrE3WJ/tgD7J0pGRtURaNHuXSia0iih7MiToo1bDrHRmgyKDLcSH5UgidObBhwrMGzc6O3Fo6
QPa4OYj1u7EHDRoElqoihgFUISRu91XqKXX4U+/kPVPQjWMs3iih/Ulbmwj2ej6DludZPpuST6nV
PgxjnBpgdkbcyR7/RHwYGzAI6rU3FE/aMRHmalH4bFlleVjytvhmoVp2WRZrzw/nxglDfCNq3Xwg
wUOk7n89J62WFgqyjeQrw/TCnfup0cqvc6VmXp7NiWtakeyaRfFJKrqzPkhfo2neK4xs/wbmSReK
A0AOef0biDRqxIFrviAs2n+NoKt/9rO8HGzsek5ZYDquErTBOc0bGH+22rzafad4CTf35f7Cv+FX
VtEPnUpBe6HSIJ7T619idUaCSnpSPy+D4WTQ8GGgfU3p5kWneZIT/W85m4J/Kn2WlieMO5zBR2IO
H05XSQrIVASDQX20s1StvQD3eelLixKDfhwiSDyHBfaJ4gOSlL7CrHG6DxkchvjzaPZSDxNQL7pj
Wstl7WVdbrW4O0Pu7MH8Cus9a8nK92GOqNjRHu3a/Dnq1fQ1abQm8TrbDmtX6aagPmhB3KbPJumr
dpIm+a0hZVrLk9w3k/QF20Lyf7eW6mZ5Z3R2lH+J86oYPlbjEr4WQxcavpIHZuTNeeF8iZJsUrxA
DVPnWRsdp/qWzbNceECYpNHNtAi6p9uSbKZfDbhQxXkgTCgP5CpRfyA3qjovKCMHKKgyjf2ptDG2
edFGK8vOdtWaqT9bRje5k5ErimtIKomAbve15aVzoc3uSM/EukDF6ELbpfbX/E6EGeGJlmHnEEkp
U8CvmxQhylnaOV3SDI3T+SMy02n9qjZlUXyTpmbSPtVNZ82/Uj1BqiJT1Eb5MEGbstwE3HylHObE
Cooj0I6oRB0wtqZza+Shnh3MKjSw5tOcPHuxYyeuDqG6GOSui5kpe0/Axu2CDxsFfWIRivrroCcs
cqPLAyXwZ/bFM6qPIRCFcE8S/m0Lr7Y4QE/IXVTuoBquOYDNMktZ1FYS4DxVeQ7sKftshNlA600A
utHpGp66QVJe43lxPiyV3H8JUdX6eP+gbc3V1ugqAdkB+7EWTKwmra4xRgh8K7UNT6EcfkzUeo9Z
vjUKnX/gwChEkDmt8kBdqU1lcXhUTZSDPod5ENGercudRszG+yOgR0JSisSJtOn6ztDUAics1Jue
8yCARuCU6mfR1X6JlFDegyBtzAi0Br0Res0o+68JVkXX5MsSSJIfyNzOnhoMX+oubbSdB+gt7F1t
EjDPGukEKuMkMKuXLrG6dLY1xomH5aVEjR6iduImRfSOi/EJOfoL4u3oDebvpjF+P2vhU2vPk9v2
4YfMzA4N8JVOmVH0yk9Fnv/VZfUJfcxjmkN5CKXSg5N9MNq5dGNtzy389nMQYhMD00MiYb6xdHFi
R+mG2Cyec6gxxxEfCUJNZzpj7PB48gDTCIofmMA3x53Vu1UkqYbqGkPVDnrkT7MSB9N57NL8cP+0
bOTkIE8FDQx8Bh999TWUuU2RqsUMDeTpj54HzKUgLh20tnnJNf5Zmo/TJLmDBOaAgiRLuYai5lDd
zHBpwmcNnUfXjvr6qTXCfKessfXwM4AIO/CYpR+7KjY4dYwk/1SEzzJmRW6QJ+coy2DTAXs0zPdm
MIwu++yfpi28OTE/jr218+BvnSfWlOeevQLae7WyWRVqeL3O4TMkGeV3rKQ9OigNqLT7H3BzGBqN
QKIpFEJZvL4iKPXXUYWc3XM02fohSRvFLSFH7gTCm6NwM5C/IMx50/VBtnVUFnTOn7NRD6mulQOQ
IXWO95h8t9uROhR/vfnUC0fZ69loIeevLvX4WUkAsL+zjUbvT6o21e2xqmt9pqPlRJ9qrcvMh+sC
SPwofCs4wSj+rLV+wMZmuEWV6TMSuU9EPSnWfMSEw5h+uv/Bbus3glYu0FAgjW+rUkmadbINRu05
JqARjgJodrl6bcUfLWWaO7cY4EmdHx8T0DcHHXgxwf9qkyyB3BpLHRbPFZ/xdc6UJvZ6vStbF8cF
44PIl1/vj3i7YZCtMdkuNMA57WvIj5UgbGJ1RUywofQ/A7OWn1KlyIKd12R9I8Mw5ZHHIQPdSnGH
rR7IyF4wdBwV69zZpfUdRfDgENfAZie9DnbWcGsoQneKE4JkSu3oemvKQyuqtKWNYs0Y/KMGOY/k
Mimxn9I0ih+eF6eMqcETQX+FjXc9mF0t+TDNknMucI48D6Zk/8pVHreoK7U9VaP1p+J6FFY34sxR
PyLKuB6rMUPJhLrlnFHDqDAna1GVLGtnbw9uDwPJBl0aipfr6m9V2YTI5DznPB/x36YF6rZhYB/v
77vbr8RkIAqxy0WOu75AqFOiz6IEznkkSUdQH5GkQzJ0/aFK62bY+UobUyIaQDOVGxGW5Pop66id
DzGLeqaUlbrzFGIJo+l7aIXNUQiZEA8G9IPe3/X3ibSU4LAMg/NQ6kF6CMsi/GWZ9bIHdb9dOkG7
EDQrjKF5mFfjZJNZ9zM06nMAVs9NVOwqAWt3l0lO9R27tI2h0O3CiQVcOPtujaqXEVfSA9TNzm2T
jEeABrNHgGN6Drnkw9+IxxeuFYBdbiTAgderN1hjO8xh65yrtoM/PeiOFyq7Pj3ijPwZ1AphJ1AR
AhFMnE5gez1KbUHcra0iONutHQY/kra05Q+A80IZF6yRlz9ehio/4OCX/o5QoQgOi6VKeyH87bLi
NCaCAPYjSpqO2El/dCGMuZSg2U/OWZ5ExSDudS/AeMrrk6p5sLgtJgxdnCI6ObgA+F8PVRhEqBJC
fWclb+XuGI2pnD9NWqnt4R035gTYVrAQIWJwP4l//8ecoEeFjSWXwdnoEUfJbIQnc5DKB8z2psOj
dweSL0KQDCkL5GbX2VbLxa73uiyd1XKpL3Ot/hzltobPht7TwyMJSgRCf+xLvtTqQ6VZ2hiY44SX
ts+6k+JU1rFOC+s0JtLD8nFcS9TfONGMJ9QzrtdvCIa66BU1vKR6+zO1sfya2lk6iv9r54EUP3p1
BoQqD7IZDMezvzppkVTgABfP4SXUm9ZrjKX3dGfcI8+uwyc+DjUGgZ5BuEZkYdfzSaYYYbZRQeGh
LE8SPjYuPdnfZQe/vSyqne+0MSXqCGBoQCiK1vLqWBta0ZGE9dElCqBPYsGFIG8/OTtd+BtJFyH8
yN2EtDHwOsHVvp6TpMLGl8pGOuuSpuejOzhTnH6YZbMcPi6qHkhunzQDmfK4JLVbmon8KWmcvnDT
1kbFFv+JIjuXkVlVntwFXfV3nxWWgpNWZAefHty5oqxD3k5tF5EUMsbrn6qMoVQA0swvmj1+r4oE
RbUi/1nkD2ODRQGHO5VuE8UcVB5X3zkoB6xg06q4TE4aHayyNY9Op+2xVG52kxgF/DF5EzsXeML1
dJpZWYrSAOmljWozeZIGhQxtg0juXClYhsxf+JGP0teAnBGsCg0kDglcvNUa9maVoVQc2yioJWbs
mc6IfKkSmNNyivUu3Luqb1JhMR69BU2YZAkE52oXO5PiRIW5WGddz5eXOJ9gigRK/q88D5Z9xHM3
7l2nG5zikpRFZF0cJy5HjxJN1J60Gp/Py/09dPNY8jiBa+HmEzx7spLrRc+D2EaJ2Wb+cfB3Ny9n
lT6OEYY/wyl9B53iu4bkTa7tKc7flCeJBkUfmyAeU04hc389rt1qgDDD0GEdKqrCSlhorh0Htte3
snLJ0Ut6Vpw2fqa1Ob0qvaT+CPTc+HJ/8iLVurolxY9A6ZpmOkwtNJOuf0RUDro+hbzRwFxj+YRO
ot0cnTzXjAudz7qiIlK2H9Moxxb1/sg3lxkj02+h9EawioXB6kQt2ApDsJ2dc6rUFNeNyprRf1+M
4b+Mw2VJ6QN6LSWs9QzNUk16FGuMrrH+gbDdv8pam++EkFuzISZAPJS4Ds7w6s5EKj1WWvbWuaws
6x0V1PIJncn58PiagSTj6BClcuutRiFQzWw1JDdaiNm04whwfAQBLVRL7g8k/qD1tmBLsjGFKBNK
UNeLNlEBK6uJIB8VvdiD6VQ9O1ZfHyjvVMf7Q22t3JuCHj4WUBbk1TutO6nUx1lK08tq4h8m9stn
Iy3V038YBcETVk/H92Sd7hVtExSGEQVnbUhn2tyJfOmlZK+YeHt/vwH6/3+U1bJV9BRaEqLgPFpx
8aFYjNKvIl09dbGkviC5b+2s3dbpBY1HfgnslfbmajxAbM6EOiQRtmL2T+Zi/53Ww+ThXHGQ6tlP
SjwzHl5H3qc36783WcXVpYWFHqAIGmfnMJrbsy03CZI8zrJTrtnYfmhfMJAJpQ1A4GpPIEkBfiWp
grMUtOGZ+8+5jHkEGjBvjR02weZQiLgJiiqVh3Wne+xGwgatD85WanydiwmlWStpiHmKbOed2djo
CDLRQAGqTva8ZlDqUorGMZ2889TKjdsDXD/KOgS0/+PsPJYjRdo1fEVE4M0WijKy3ZJabTZEW3wC
iUng6s/D/JtWSaGKPrOYmJmeUCqTNJ95zT9/IPABW3gISYL79ew1r6TrLikt2kNQjZ0bJW6a3NjW
Zhb6/jhvrBuVDWqjuCTQqDk/UDzxSgQiS4+4MdT3WlGra6RRgPyMvfj2/lBvnCoa91tt0qYCZZ6D
u62qhfhjDtkRpRn9ekgW/yQ0rX/wK3f4BuRMXmhz/bdGZ7ffFgP/Nz8Sr1eNQ95JfdXK7GhU5tyG
qrP8DFmpzG7DGbWon0Szib9vlJOJT1Y5eDJc9L6XvxDYqde4Hr1piPpAW6fHFiW4e7+xLPVhBG3R
hVDugVII2SgRCc8b0nCFoWP/mNwx+Z5oc0bXO2tmimzpMrS7vjDpRunl6vo/UN5LNld0Q8/uEmVy
yxhtPw6HdKi0n0GtSZ/XTYpmP/tTImOtSMs6skd43r+dfrL1EOa4VkbWMG9gDkv1Y5SqtPgipEQg
cgn0nGa1VmGF9v7ne2Pfb3gwLl2qr0SZ25//lTJLrLrs2bVwBlNZ86B3otijEfX/eBq3+HxjCVJp
I5J7OQpaFQ3WPUtGIpY5MSUWePUr9Y7/x1z+GuXswsWC1LXIX7NjYhTfbTAAu5Zixu79Qd44WlsX
1yUFgIum29t5+GvB6sWTGYq/7PdyUjEm9S3q6rURZ806XpjPm0MxEmJWZLAAzl4OBSt0seuqyo9G
W1bHwiHRmNrCOACfvtRpfT0UzFTCve1vlNDOs0pBD67KXTM/Flmax16pDXEyB/PeWmf3wk371lDE
R3C96elRODl7pNDIgJ5fBfkxL3pExlBgi4PUcz4Otp1fuAZfb26aJySHm68FaKn/aPN/fSvY673V
OdhuZUiKhzzTwFPG4JJwxZsTAuTvg5hAD+w8uuyGYhJWjgd1IiBrtUUwRnS7PuuqvASaeD3SVtCA
4Y9QIQXE85cXp+rSIhFokK1TBm13D15klAlDTTu9DlDF/betzvfZHnmaXIj8EwWenSd02kpUA4Pk
UPvLSvvVrMySvnmVmlypqClcqAmdx0vbcEg1ked6INkBP73c7k5rdqDyKKl1eo3bSZ2318ZkVbu+
yceD9LFs7vVKvxDMnD9f/w3KYf5vXZEfOTtjGgU7AJFQuvrFyB41b+rjhUbiqcXQ8JZQd7hwfWyT
+Pv1YryNyAoplWIoUz27CZOsXFaM4TUUw/OG49z/FqbxXPXyg/KrR3A37b4u1MmuywuZ1vne2QaG
icCBA2xJRn0WeiQdzgVps6bHzLSqIKwRmX9YcHDrwSa47aWr+I1lZTQyVh9yBRHp2WjdaCfSGKz0
aKSqwLlAENbn/QBqu5z3agoAaby/V8+P+n/TI/fSQSqi/36eSIIPzDQpGDDt/DkMfNlGTVUXF77e
26NsnvCIYwEXOtuivt+Jeg7s9GgvWRqBYpQ7G62fC+fujcVj0QhCKZmR5RlnSbFhkdw5IsuPbp04
eODaQl7LrElv0GPeRHFL5xLS8415bYRdi0ERtHoVl+oLInCd3TPiMNT3A/iDqzI3/pW1yzfa+h60
ADboMtHAywNe5cHsL0WbH7WqbGI9S527BaGSg4lCc/z+dnjjLqFLST7JXUmL49zkV5NYcJWlznvW
td1DluHg0HJBxlYmE0REewcvcKdzLmjBvz7czHCDGANGIBo+P9wOUDWz0dfiuIAOmA75MJnTNVpl
COupnr+uwFhWP4ckX9u4NOTo7WbACf8qmesS74NhoXADIYOS6Nn2UTmsoyGry+Pg5M2jyvzlEXGl
9uH9Ff5fE/blVUbFBpQAHTPqk8TGLz/naM6W3Vlkm+UMEv0OQt2U7FEHaqen1tDFbw26jXaNhktx
mkFHI8HvtGI9FSuC+aQjQ2rF2oA5343qba/7WI+LWcmQ5xzf+tx1JRIcZZoFh22YNl6KXFUEJVPw
c2oafYpM0aouxEnR7w5mL6Ud6dOKdC6Ilk580ZPBtHcpYqbuY+Io7oTUnDpvN6yYQJ1SC+GmG2PN
5i5MxjXLHmy7cMsfqUjaAvE629DqcKo1s782rdXLnrEoADNQ1JO/HIre14ZH7A8Na+d0ejuGRdIN
+jfpacEam4UhZJzVuVfd0IGq56jEJPHjFBg5DsamNlpthBEImUuRNCjgUpGfRzM0Qe8aS5hVUuVH
gUSM/7tIW2vazZkhjZsAW0Un6lt3EjtVW1l/u4zuoh/Kqqn1j5lfWnInghmkPvyloDqU7D8AKaKR
/S7QkHd6Kt2gwc4lKxALp1SeZqEapmUew74Y6/SOYpOl3zhY3QEzCcyljFSpxI+gHurxvpxatBrV
rDdONAjZ/p49KuFXxqot9Ufp++MS02XR6iu0rVSyC4oZm1pk8bh/53JevXjwi5z9aCe9uO202hv3
muZq5pEYU9WPS0ph/ZTIxK1Oci0dtVNLvbaPMzB78wbnlgp9jL4sja/NOngKf3DcMJY7RgFor2P3
Jn9qNGXc71ZTJ1zLUyoEimhmLkKnMJsqXvpRQ08omImtUpzGjFHdIYeBEUkL0TH7QJADchl7tRHN
RgPBuOKDMSwWstaWOzSIeC1YSWzUH2vYqd7ovdtiwUwsHrsUAVby0VJ9qJwmDX5PrVcWD4aZmcXH
wEKqLdS9ySrdcK21vj6WrmZ7P/vMHbp49q1B/pKa04AxTupsRhGsRYa3eRy8IeAD+O2g5qtmGK3+
qiqGxbiRWB82h0oLcmgM7VgkGRLzdmo+A+c1zV9qtgrvzu1T3Tq2wjDHT7NJAW8vtaJK9hkgavVl
8WUxnCqaezlnTR/nIqYZ7renIgV3HHXLInMzdO1yUGs4ZQWinAYQ5vkPdQZl7jrekP6x0RLf2lNM
FdlH1L89b1/3OOPEGe3XIkoDZRECq8Uo9s08TM+yNWQTD8GYuWhBaptkWhIUGfXklq8Cs6Uv92U3
WuIbplyuGbbwu7STqVXDx9UVo1eGdrX6iQpNv58AAze98B/EaDrpB71TplGEgVB6voYSuCDVIWwI
CWjySTh36Dij+tm4mTKfawePjJ3ZTEEQ2mO1/SQg6/7OyItsuJqFnuf71h4cPQSl3fuHycq9IKaC
kojHlqfYDPveyr8h5TZYXeRAyIZkaZvZD7Iqkcer0ZfJcTXWsY2nNp3VF80ZsiL29cp2gP9IQFRR
nU2qjg3yfg9/dlW2+wzwSXFvm52GMDz9mLTbQXV0i9Cq/EH9UChQziezLisrsj0hyZHEBHJ8l+d5
Y8QIdiUClCKchOdpDIzqu7/o+Rz1/IRk5W5J3N+W5YKtD+faV/kBrQQjmqz+5JgK4IbfLX5sOX33
wSqAekRicDsU2Fx3CsAHZmkfLaXqu49FDTyLGokqY7PMxumqrtwiv0kWuebhqrHpQc4E4/AR1QqN
AkYtJg0X0CT9tlW60ElwpZJrRF0s6f8UGuJ2I7iy+WoVY1KNYDn8SVQ7L68zO6L6M/kyTGkpDhoY
/Jn4J0QmZajLkLus0G+NvLKXk4HgfX/nLmauf5JJO7MBkrqa1p0rSk0T/L9FN4nQsEvd/cDKmuup
CfAMf4TD4qgfcze6w05MftPPIU1vC+G+IZnVQQa1a0ViHJTAm9NdLW9jQllVCcI174ubYk3mVgv1
Vm7XtylcDD7xMyo/5JXMs9DrRPWjUbghl6FI5SB3uTe0xckbCtSldKtAcgEzPTDh112iZeNptSuX
VWx7KQBq5zib+1hSKdu/8hTwsqugrJsnD1x6eaVR+x/CPFizq7qbde1YsKrOvp3HzoWSxjC7UljG
lz6wyzGaW0RbcbLPxny3jox4W/Loanf5RuCYw06HS3nr29Ixr7pumNKDAIrn/SjKpFjvltmcel6s
Dg2k41wsfmuF8wR25iNEmETe409pPgRNSWItVnv4jDai8TMRSZmGgpcpiXz02m96KEpfiCGyDyjd
2DW0U5oURy3X3S+Obk7PnRDzHFHGXO2brIZcekV7ZUJWY56nP0W3Or8TNU/F0S7GrjyKZWqnNWyz
Xid5CpzZGu5Kz56XZ8miegfQR6m/9+s15RRtNhwQvDs3GR8qZ7Hya38w8qULO97j+l6JdnZvUVuZ
yl/V1FO0DZvekvWzgdVcHeauXDysX1LhmhNwfbnWhxb0W/2AHKSPBP6QrPYBNTzHXD902788Vw1c
7w6aaGuPGfsWOMcesVZI0ro/pj+Fmzgiwu0kk2HRF4N2q4FN/WD0lDGvNC/v0i0ccsqw6FJzJLIQ
Qt9Z6+j80OYhF31Y5IXz006auoymoMraBy1x2gqmbda1t2OS5b25c/LC/WMAIn7iPGnJs5hknceL
YebFH/RpmzkS+GP9a0OKiJNUBTnerYQOUOUsiTatocMOL8mOfj0BQMhdK31qCJyWqAWEcAmD+DqT
/S+iB/MIOHUTTXoZd8IaSpzcsPOj3vUQVFSxQu8R5l2eiH/FZW8TI5KHLQt1kHrLljf9VUDqs1FH
rsHLj7OYfxF1druG7uThQiTNDzmLo8FK09uGSUEX9FwDSneGQpMp8/HlKj5oaDeGgPnX7++P8jqp
BM9GAWCrAYDJOLe44JHubJr4BabRlXnvmbX8rDmtkYb+kMkblA/nC4X6twakdw++cpPExezo5drZ
0i1nSy0lxSqnuDGrjXNG9HlVYZu3F97Snd6f4Osc1iAxh07KI0Jyed6yThfUjlJtqI5kGXJvqjE7
mbmhLizjm6OAvQGtDMsZY6WXs5qdVuWyY1ZOrxD5LvCqCIEmXFIfe2OPBzTgaeZRI3LAmb8chphc
J8RcxNEkzty1juZGNK82Zp/l7v553V4MdXacDCs3UJrXxbHmOrqds0p80311qc/wOiEn3/fYejRs
Nh+zswlpzVy08zLVxxynz1PtjEXYogv+sPiie87dQd8Vc2l//Nep0VSmDEC3ksuJhtjLVWxHXU5e
IcQRjl6R7XpzTLYkSr9klPtqq29wUXrxlNio0r+6/wyeKH9uZXMsy3GN8d7RvvMYoBGWzM0nEsLm
XwtErCM1NeRREH3ZoMsv51W2Nn0UBBCOY0KEZmNfEuWBepZW3h9s66K/w6vNCKhyszamLh/A+jnH
SbttjpVRYDKcVnVRNq/90TaVG1YOYNX3v9iroSjVcFtQ9qKGt6lfvZyZji5yyp/S/y8XLyYzdp8C
VeVXzVINv/95KFITIHSISGzkv7PNEWAPimolQw0BD1U5+nk4VmV+aIpWXfheb8xqq+WB/0a7kJ75
2aw0uBvo9A/G0bATNBINQsl8cyidnDzYvz+r7f558ZggKwornPI5KR/3/NmtaxizlwoK9cdxQUj6
BMjX/C703msprGT6J1MY42OWMtG4WiGWxO+P/mqivJccAEA2+LHzHc/WtJtyZHsaO0O+2/Ch1mVe
99Dqs6/vllXXLlWg3prqpnlDPXvDIZwNVhvpkFsZU00p8+ypNXnEXu4lANqrC58FBbhM3ZIxIOGc
Xfgk2y3iaJZ5hOk43eqywRWw9OWFm+r8BqEoyqO1ST7Qf9tcnF/ue6cwgtokCzpafSJOjdXhtWaP
vz3pGfvJVJc4vuffCSbM1mth5zMY1JuzSUEvd71Z1MkRQEyzb1Z/ITGR8gBJ+l/ZYBvpBg7Y1l+G
Kwpd6uXM8nkEObRQfyUIdqIKbOpplDK7cMJerx/YAz4RxV4uKRAjL0cJZFME2uz6xzlzvw6ZcdPX
bhNSI/mo3IsaNOdbAqnmjamEPCyFz03i5OVguZj0OTFX6wjGoIVqu0iSrSaviu/vn6b/lVD/Ps1g
XoBIb0IPG4Aezt7LkcyhIqMI/PRUmWLM6z1JnNKLk+7U+VZTWjp/+uzY7bg+9d0621/wAxJGHvJf
cuuOlm7p7FwnsZI7FFkM8xYf4WyOnGROxcnWMVj+UMOtL4/jkGYUpII2GOOmsDU7VGDcBEI3oBci
oM56f4/RczafcNTaSBh4NuXRZHZZskvJh7SnwWz9Gmc29K3iJbG0KW4IOgo3DCpd/RkJ0u1dU5k1
+XLZ+c5xUtOsoia1DHVY7bEvbte5EvlNg2tjcWgQPegiv1wtFFsWsD/YBJdteuelyBzEaMQhsp9X
urVcOxUkB5g0Oe3Ie6/3/PoexxfL/WAmXlffrKlEM9FQSwry2SeFv0buudMeFidAx5o94zXXdlGk
dbha1vKdNLzV4yolMtmtHHr/GX0EvbNCQ+JefXS0pJR/ynWmHkFt00bMTXiJjJKyLOs9Vks2toXk
V0acCmWVFHN97w9aqcxaJVIfT3pRd+N+rZExjiaRJD+gmdaCTNXNcdz0NacK1eIu0z4fTeUf+sQ0
vrPlRb2D2iXkUV+dsd1hrauRxfZwAx9Us7hPmpqwZh2qxNHiPCmb7/Cn9D/5YKbYMOlyCUdHzygx
o8ukXznlrPrQGof8E46yWbCD7Ns9FN46f5CNNkJZc2btZlgGR+1Flw1ZmOe8laE5LV0bebXAU7ty
Ui+LanOqgpuy8pyfek2pOiYWrozPlFvs5SZtg+RHaVZFsjPgaA5RUAbZivVh6a1+VE5O/yTcFhN3
pTIpI13WQbfDf1VRoIV8lk+HuU2C9uDqmd4+ZXqwiGvPxTtsl6ZLPR1UB5fvOkts65uS9lr9cNMM
fzrqa612dOzFqh4mpGj9cG51Uwv7zgs+4EUzWWs0GVpmfMIW2nyq68Uu9pUxUxAPG67F5Buysn7x
m7Jq/anIs2I8wPNUzv2S0i/a6Qjf65FYCz7Jsq6N9yAkClH4MjlZE00Y7a1kv3qzhtg8aPSYzGrw
b0UmyvGuKTT9W70CHzmaWeOjoVdZCJp9CGbptT9VIIpnu3TL9H6aRfeo/AXrQYETvaSbWS7Um4p5
dU8+mjxYm+ueqp6doFyc3dIHiDUkFGP/zPTdpnAxRzVHqTZZehjomj7fNHZfdzelN+VPlrbqOd1t
dn5oFfjDPs1oTw1/cjMBQTovlZ6FEs+7Z2Xn7XCXDpPh7l191PWD35Uu7hwdyNMbQIbC/lg0iby1
7NYpDpYri+q2SbI+3xk9PDSqQh1FOItWwvqhhQFZPlHl5zRWTVcZIdsr83gJiG9vndRv7x38MR3u
pmGSUWYlyFoYel/VcaWVeLwnamkonk1rc8IJsatjM6EkG3s6/L0ot0VthYOlF92OQjql+szL/Z+6
5qxokGhF5uwXdzWyaKgD8yOuM5WzwzlnqKJq3cQ+qAIPVJVU2svIUhtijNqLfz/bFW0M11vcKQKK
04ICHy1YuLnZ0ySyR62fQqQyKBa1qSutnQ/8V4s8zy+LkzK72t/IFljpdq47HD0/yasozzQTufky
d9rD4JlFFkl6H79MJY0qlFjJ0xek7FZETpGujzlvVxZbltTvU8Neytgy8u4OU3NWdyoHeZqRhPnp
9qAKYxtd7A+YHuLVketrXUXoxKw/MQiiG+msrX8yrSmp42wIfGpIBr4i2jK3S+wVbRs3ybp+Tse0
Mq+txUysg0fh+nepyVpG6dRMDnexlbg7LZu9zwidqC5aeJaMsGrK4dbKzPrr2Jqe2tP2mKjFmt1H
dMe7XxLZhh+DmLIvJvzhMpJB1llR7w0uK2eUVb1TJs8DuaFHlTTXnZ+lzNOvRemrIBoGzP2icjBh
32srjEy0ylI/u1ZJtfzm8rQQ1LQcZYSNPRu00WCwjTvEL9vPzrj6wb7s1xVmgMg++56W1Lsch4k6
Lka/AOKHhJsK+6DOP+iZ3X20sXD5riyJNCcZfn3d0zZcwfsjPJkH5mjs5mroqsiqTPTBjCBReRwU
WH0bFc9WRMbFemaBlhphWQTBEjqS6ifQRLrpB0WZPwlxobRUbGLIGUS0R1ba+KY7tRh9IrKSLAWc
XbVOZMfo9UPKH+CxLIgv/apyvbZPpWuMZTS4DZDEhhDq3kHw046tCtJZlOee/8szW/OTZy+6FqZs
YbppJin2iGiTBLgzgXlE5UADVBgkjoPIipr6cEAI2gkh47XfkhE0ArVjvfwdDMr8mihnKeKqH8bP
0yTppNLYCj5V6eI9emKssn02rdVNso4gnvxuHDHpJCiYMdVtaO9osHS+9ppn8o+qkdluxfU23XWp
Md9CHR2q3QjQ+4hmLisDl4331/ckv6Owpch3I+5JQ0TC0Bu8Z83sh+wQ/WNnu+2vPuXtBgJRmHWU
CB6fuPO1Bf8cU30eeuFoSCDJ9tFccbgJ6cgiiColOvFFOntzHHR9IXY6yJQxbEDJLvsa1tnnBkOx
KSwUbMvtaqU3i5lix8UwFW0VA5fL7qQa0plbQ2YPul0M2QFqmXMyedwt6Khe54QIHLvZ3kVO9hHL
RiSHeZRpAUymyOyQ9JWLZi6oiT7IusZjJ3WSalf5wnns8Dyuw0H2VhXNanEwTtOU2HlK9f5+1ezG
C2mSWF+0lRPC1Mc2j/xeb1BBcocyxoPS+IVniy8j37CnMfSTFfqBMdKKvZb9Un/XcsXvR+cu4Nyi
/q7HaApbrLA2L9+tWjeSEAHwJokBgpb6gX6kEOE8bxYsZZ7JMqyyhWe5a+16DO3GXTdlM9Fe0S5Y
ylCqKhMR/pqViNAG6B+GpVnoUgPMve0y9i0VaqfzwwARXnwq187HimL0nP6wjqxZXGJgKSNcP4w6
mtHY+2PbjfNJpkr7UtMH/iDsYOppek1yCGXgrk0ommnhtZ3K7jfVpPG3TjEi4M7uree2AyVwpeuI
eB6yaWpvLCQouayHlFdzlTb9IDdxc5q5eDs9Eni1n+pS9F+dxITgYxnV9DFJRCf2m6HFY9Up4zMC
kbkXTghdNSEUAsLcol60Rw/cwMMkZq8PA1m2RmzMelaEZmbNWkyN3LpZc9vrd7WzqiJsplUMNKZW
FklSPwR24LjJvDU2O3w8hRrvc0MEaUiyXz4U+uCrnTPXpnFcm0rVSEtoc8fx4O2LrMk1f5kLV+Cu
lav66gYyeXLxzmi404mpwgHV+CZCN9CZQqM3Oix/+kBpWeTOzlIfC8sf8sOoCU4jQKccg5XJKdXP
0W795ZYA3NawEM0m4ylZZs8/MFuZHLuO2taeVarqw1ynLh/Uc3gIYMHK5Cs4jWy5J3Aoms+2o0kt
Fv5sy2gMZDHftICC+o+wPN1u5+qTkZw6067sJrTTnssbH+li8ONGN/M6ymSfpZ/ntujoivOe/HST
YE2eYRUrei8i0UQ86LqC2TCVcoAOxjNyC3bJ7hDFkh4heyaaYW+15iDi2h/omo2pm5mxQkBg3btJ
afo3Np264TvKY70W635pBvumV737E+rQyBIY2pKGqWjHKhYMckoKMOFfMeBM5rsgTRFdW5dFmSfD
c5bPkv0jP9neaqC/VkLqaG9raILuHfAO+4k029RiFqlwszCdEzFGmkRy6jQmU9Bfu31HpqP4muNJ
KkOU10pDdTTsAfD7N9IJBO6KU+G4+7ykV8tz3RBugnNPi0gvxnY+EkR4impP24qdQWqlftAD0Kxn
2xwWUBBmUvg3HgHoJ6ym3WFrVwoey8Yg+yjsBoMzoVGl+ZISu6dPo5ZM8HE10pcmqpumb54d+KJG
RF0XlaUwRTl5Cm19GFXczpPWfEe2G/KdUeLbc22TrVp3FZZH1aHFwWmmvWYL7a4wq5aQ2Ohtky2f
+XoaxHPezNWpQU9Yv8OidlmhWzRSnPK0VAGSezVI10/KmtGr64wcb3EzcRrnGmBMLvdFHTjrEeKE
Iw6CHFz8qs28yz6OlTGuYepMCLKB57dRfQKZW+x8RQr7WNltv6DAsXjuXVm23rhb58FSGyRhXX63
3UxTKZzF4tfQnoWdxcC8fP9KTHPRxU2qywfZa411oK3Ykslgy1zpV20G3uqOOp7BL7oiyLnXrKXA
rE6f6qC9chF9vlT9fVW8sYGEb4qMVFQgF533BjJKHEGCsPRJLjKlLVg0dbSRIp6yKXMe3y9BvB6L
ZhH1UYqK8ACpRrwsQDj+WLt1a1enJcP1vaend8djol0rnr8LJZytlvGy1rH1pRDbhR5AmfRcLbs0
F1WKQGMoFyvAWLh6b/0AgoE/HWqyzYNs0Q24N6ekLG6mrKke9KGdpuP7831VR9qI4mxm1hU6BMDx
l/Odxqo19HEtT2vWmU8mNZVn2qrtD18bi0dtKS/5UL0uJdG20X0IlpSTArhBL8drk05inDxUJ9Vr
VuS2nv/Yort5oZD0+isyCu87kFUqwsQ1L0dxRdKsoAWqUw4sjjd4qWx84Yc2A6UVaOKStMTrSVEC
RrodoAZdkVdqVnM3ByCEqvxkJWsexFkwym9+7df/yo2m87E5KKFhAXsUCtJZadFuqX/RsS9OA/sm
SrOek25S2a5leYlJ8HpfcOZM6NvQgVEjOVcbbpNkGIxBFSck9bpdaQfjk2F0/W5yc+s5Qaf3wmF4
/cU22geaGFtjHdLM2dQGd7GHNR2Lkyu5aqtVKREmrtBvhlpoX9/f86/HAvRLGQqpHUpH7P6Xu2Pd
SJcpGeHJ6tsszhHNfDYGKGNh4fBsvj/W663hbQ5oCDNsWHvQVS/HApaD+kJG+bFdp3SP+qWz8+bc
3b8/yivdQIABBJUQ4/E52piXZ8PoaToGc82UNAsLoqul1if0Sb3BfxoCQfhBBpZ36P7Lebnxp9RZ
70kqC5twLF3147r47idDZUMaT6W1ABpF6yjfJbyl8xVxut89J1qhdJSJkCQtd0HmVfOT8Fqvi51u
XppjO+vD/ERhs1NPRus7001ACHbJkO+ND8csIZ6wnHh1nD8EaELlAumn+pSPYoxFmiQREdwnKv79
6f0FfWsk7kWfJwAWJO/By89m5b4+UnivTwrTm1tUYL+uXs6k5PL53wdCnYsdT1sHieOz9lVu+42h
E6ufAMSoKEl0PxZcwlEGk/DCJjnvSPOsYYW1qevSMeBsnzXl5rmkXCKq5hSIwLmFXBVE2BQ9B+0w
nwgtrRjY3p/3Z/d698O+2O4PnU4PrN/tz/+Ck+hk1g0Vy/qEzo+3GzGPJoScrH/+WBTN6HtT/aAx
BiDn5SilrqF+U3jitHZVnkeLGqqrTIHV3VmocVy4qF6v4taxgtBqE0LxeG47568ppQ7MKuzemtP2
Ovs7zd2846Ux9scUx1Pqf9IxqkOdBcslD543FpOuGVIcUK845efsJFsysXIem5NHYFuEtaQDEw6d
b84X7qxXm3+DNXHGkHHbTtorFQbDdlcdzONpSZYltBNU+v0kEBEeWuWFoV49M5sBsovBAWRj1vS8
s+QsgGY8V19OC44Gf+a5dqN6bNwvo29013naThfajq/WkHEgfcLRQexjI7WcfT1LonyhjetptHMV
64HQdp5d2xf2yFujYNiIbQgAnc0d7uUoGYWR3NDJmiaz1n62aFB/Qahm9C5gB15tRVwh4V78J1/P
xzoXzXZmkZuqcfRTomDJFBgGnsYKdmtYi3INCzpdKVrO6fr7Hw/1xrEGFEFxhR4nr87L2eHn2flu
3svTMgRyD8bLi9q2yv/5S21XBisIkgooy/ka8g2tsQLtSWCKfH0/Uw3utfIS/OL1l9qeEoBH7HJw
OuenWeQUY0pf9CfbRgt8GQcvArLQ795fMWN7fl+E+sisgm3S2eFseKSmXi5ZXXUlBe+uP+FxtrMN
42FTsa7zkUZDG41+GyYV/IPeOExgu31wVmmf0IbUIth6yJBk1Q7X7nuR5teadklN8fURZHW33Aqf
Mgg0/rZEf11obm7TPZt5QbViXB5q2Q2HIJ3lvvES6zSUjbpwW79eco8wCNzadkKI0s+eIZhwg7Hq
xnQq+iCNPAKWEEzteGHJX58NQkkyGoAMXC8ECy9nJbG2Qp3BG04w59I/Xm4R3qHxknbROOHIfaTV
GHw0RGNf0r5+/al5FrabhfcIXpJztpxTn4zNNFcwGtdm+aNbUxsPmViv9cWojwtRYhp1ZeE8G6TR
h/e32euV3YZGrZLDARfq3G53aOqiWPtcnfSA17YS43IyC7oG74/y+nVgFKxUECgk46Hb/HJlszKT
5lBP6pRLg5Y8Sm43VkcXOejXS3nVW0OhYgMUFUCWBd345VCGX7cLybc6ma1lh/o845rm514kE/9S
BB3wo16eUAIwsGwbsQu5q3NFLSQ+GsKjAuaBURVfIRymLe1dV5sjFKlccUi6Nbk3vNH5PmXzVEV6
OjQXlM7+j7Pz2o1bydbwExFgDrdkZ8mSLNuyPTeE02bORbJYT38++srdLaihMzN7MNjGnmqSVatW
+MP1QaQHADwLNBOvFxjJ+dOKXi/yecmW45xCjtnh7DknP0qdfraHQv3yODPZfK8vGPc7GK2/QQkq
N4Dc8zUtkZliZFJ29G36hvoII1Iba+/dR55VXGSdqFpX3NLFky20BOOxZBUNmsgWk0Jm+qX49Pa+
vBKK+/ssq4DUemkgbX1x5D3m4zXiFtMx9VLY27U2EMViZ5nVA11cewwrSxhPCLkseFj0OnK7i+ui
ild6iTbsDAZE/T4ue/CtadPOIhSyT4stpAEjv4EUfu2gBlzYbG2wawSK87eutKyz4bdMRzby/Jwa
7vCnbKbsxlt/ZUtzSgkGQCdXqe2Lb6sGxtdp081IPzm1+8iWTtyo0GWV4VZRutmhs9XyazYRj9ih
JT3oUeP48a1K6pVnBThC0YbGKBHj0qjNyDvpCUaRlAC1vytcvbtD4LTfvv3xX4m6lNfIDlHh0C28
pGYmeZDFVZPJI6lJNfBh9cyIZF+aQegovCvvEgTbatrveuNvxn7qs83bP+C1x+TwrvAlvimh5PyT
FjH4qCUu5BFPMHFHj/5jkFf9DUr7K4uQDtGUwbwB9YXLeIhpYzKTEMijPs7igDZacWxryuG3H+U6
6qI6yxVNIFy7dJe9hFiCJUmaBeKqIHvcwEPz8tDrjdjZej4TuBvJ8tVya+fMpEOyYr9N+mjnb86u
JpreiIIfjXqqUXgrKTKyxbRPMVzZG7pof3fbWZhnMRD61G1sFJfs4Hyxoo4nVFMs75h3fvtfxlSm
3o9i8LWDPhHyNzD0NO9ZNEbxYiGyZ0WpnhtY8oikaxnnOsX3FBIBDbElSatHLgWvfVqmov2imXYv
oq4q0ues7QMY+Vk3ul8wnM2/6oMy4s0kplbcmaIo6iijFP4+4Xfsb5hdVL+Zm5fVsQzK8qtURdqF
jVc07gY5LSgxjrXMzbFHn8UBBaIX2WcyQzt7iBma1rvelUHyTcGI+2MrmA6/Ys2tyuNYL8n00ax9
7v8Odvi40Rots59V5XACRwoUoFcmme92VPEgIttg9hBO0ptumXVeZWK8cptU3qZWWZs2F/leNY5z
mmeWc9SE/gUFT5vwOu21ooUPWRZ25LX9ezcwKxJZ6drwoVfq/flHdjLHV5Po3COT+MXYDV6BBHnS
51MWWSqZ3p12uSRBPBwuA2CrOaDny2X23JcLQKhj6fioPrTAXvCT+fX2obxKDliErBJPr7VLyi16
vggXhUgxStePWpN60VgbQ8Z82hT3NtvlSa8K9713FAva62ukzONUXqpOIfoQtH46UVwGqn6wYwAq
Q+ybNz7VVURbV4GcA0tnHUPYF59qTosAlmagH/2pmJ4kGMovy5zcomu9tgoCBQhd0+916N6cvzwm
4mljQac+ppbZ4aBSqxDAy62W+XUgg83EBWQgkEzyfalcagbJzH5LnSMkdHOrMZaNSqMGQGBbt667
6wda7YrXPhT9IGDNF1vOA8LA4TedYy/BkOGSR7mP5O+7IzNNNbqsFIYUrVc9+VUmNDGF8o92LLPy
sx4UFKOOkbfFb9R47Oe3d/j1M3ENOJxZamU23OVWmBj8zbLv/OMqs/4V8G/2UhZ4rf4/VqEWtyzL
469Lzcp67Ia2jWf/OOJK+tJN6XhnaJl8eXuVvzvq/J5hq5F1YSnFf5BwON9xzFmHtM2W4DiMuWw3
EPRFtlsgj+FP5rSWdfKsxf8jpFH8L9ZwZNqniS5+1hnUuJ1WalN3aAvTvM9GofTN27/tOpIAr17t
7VB8ZVxwGY+R7x71uC8ByDG2Mh5i3enTUM5qGg44YRfqCwZ4/tPba77ybQF1o01FhKTRcsXfGZKp
7WbpH103cyKOjrNz0cm58WTXB5DPuro0oIhD/Xvprz2mY6MX8RAc5zgdQVPm+lGiigBGdhQ3ttH1
pWbChgPuAISdx7lUT1yTCJAsfF/Hzqu9T1YWKvRWTlmv16GWOPofK7t5Hl95izatKrpUzK9WbsH5
pmrastFhj8XHEZQq3ihlFZEI3lJAfWV/kKkTXsD5IHJyCcFPgS8Kw4rjYwoF+qHJsuIXGu+obE+I
Kna0hm7cbK+8SnLMVUTcYDgBce38qdpZxraD3MhRMMMKNR35Cj1x8886nctNYPTmXTNPvbrxAV97
l4g3rsZAzM7oRp2vqjsD3oBzHh/rkkvb92d9H5jqFjnp1VVg2qNA5TGVuxSuXdAVse1liI+WKn+h
STNv085/d3WNfTjmKtw73AaMddYf8U8DT5+BfCFIoB01lVinafSbaKDpuXn7CL9yuEimEJdf2cHQ
nS5eWNpBc+J+047SNrOoN51qV7kK8qmqf7690msb4t+VzIvncRAZSWJWClrE0DwUMe4S3eEIj5gN
glMbqgWioTZs31721QdkxyNWSquCXuj5smZdd21qNNqxnLL4J32E1eh27DsVuRjO/3j3YlDjsHpZ
B5nMoC8yEhJiW45MYI422ciTZWA2NHuJDt2gjd+dyGF6gZziyugm5l8yDFVmKTCaXnzMZB8jK9Op
zSDd95oBcKXSPqfNw70Ko/Gy2ZAFuWcM0mYT1i1wWz0HvO6O8vDu1xbwJMjCk2mtnc7zbyQ0qqJk
yZJTbA1lhFJJsK2a3rpvGHvcuLKuwyDQEWIstQSkePb9+VLjmE3gb9VyHGX6P1vGf4LcelZ6g0NK
Wezf+1ishTHEKiqrr8ij87XMztD0ZJqX40q4ZaSN8DwC8z6yScEtD7HriMRSq4w2tTak7qtWXOZm
fuGYNBlLd456YISbTIn3qmv+nX3pNJ7QK6B3ezmoT9qGJGuZ4T1rhtg0XvpLqMAFOimbd8dxGj50
Sz3+RSPtSvdsbuC7GJQpyNmoJ1tlxakIBnmj8XIdG7jnmeNRpdBcQhf8/AMVXpylKdJtx1ik9q4d
OvsYKL8OS0PZ766IGO8CIoI8S37BtzpfivF47VW9tI4wT1fpGx/ssSy8G6n99TaAPrgyjnl1ZBPe
GoP/uTMyCSAeORD3WNDvQGTMe/K81vh/LLJWQ/C1IdsxTT5fBDkoZTVe7h2H1PhPOEl2sAtp7957
dsiz10eAnEhGfzm+ipMZJZp28PDXQX1uA3fWnkLMbAtERwCEvlc4cFVsxzSRbwRPkZLoIluZhWYU
fQ+EQfZDd0i98Vkf2/jGM11/HbAaZOb0+mgogBI8f3EYdlc2ZAiSk5aCoZcyDrVOH29EnVdWoVpd
ZX0Bwnt02M5XIRalFb2l+GgvTr2ZnKaOkgG+xdvfhx4F/z/ntdBKNydog8imoWheHB4d9hAujFl8
LIX0go2WT55xGCYj/YlCgnhJOmn/ru1G13ZWKlZWOmL/nb8aoAULEBUHKHvkFZNZfjAzukbPfdlq
0+d1yK/t4jwerQ8mk+J6W3hlHX+kUvXd7azHhtglyEdp0JR0a/wAvKx1dj4DsRS6ZUVHzTAb2BhJ
XQzzHQS3edkjijNCVAyqoNiqNvHsjS56BzB71ozDCXXP0rh3Fke4ZZg37VBs4RqOy35E0EYd3Mko
421cprb9xda0+SWb+8qB24fo3McWiTn7UFtaOm+8PgZGri9WVcrNKCdXHUpllM7RknRcImeoeuZc
S9oNz4uqEguKVzf811dy6D80Tc4A0exF8mXWBGTGSY9V8ihmC2OECpZqv1HEXgW/oXarjdf1zufJ
lW1ycC3NZAaAwFlUkEXa29qDdvAoPbP+OJg88YdkNq1i5yIq3R1Gz1bzNshKiQiRWdrBcbKRRss3
yO2XS9jUGlJS2FCiSuRVYvwyZdPyv7wVKEtpaiydaMoNp3yWFhOfsGusGZId4Qb0bglWBzMsxGDl
YbItrh7uKnCGXqaqYIQ7NnWw11B3qz7CakyDDync2IrRhKHJB/qWqfd76TS9/DG0UqZ3hkA7dG9j
eKV/Mz0FUUzgcqedFtP1uhCKMTQ0yKgORuLznM3ywPi3O3U0R786QzPkp7pzkCGEmahVwBxt6W+U
mI1xl9dYnmxmZO/k3rBHiC1VxxzllDt21Z28BszzxiGEdlEzSqEd7Aw9iU0K6LTe5yXp3UkzDcmd
Z/NZ7hOw7H/GxRnNB08aMOg0gJA/MDzt/Qg4ntsfVNvjQ+7VWMHTmM3bCf0TS33M4tj1I1DzafZg
T3Qb7h01GOOJLHzM926OrtYmBTzph96sy8UJU2yfpnBwENPbTIsmWxTzumK4k5UsYuzFbdFFnal5
c9TVyGWGQ+2lciPd3IEf5WhiClU3IOTUum4KPactx/I0xNokw6xFdPFg9QBuNwVCzMPWRe9vYa+0
eheRpgvIJtqUJ9OzF0g+bwKGSUZL5vvyLujdxdqNukpstAQZX2zndEqmfZM4kJHCOhjM6Qlr3A5P
oznWtW1gAQ7+FqvUGu6DqfC/pSLXPyFOGARRFrdpfZ9MKD+EeonCaSgsKIVRoXr206q0WEW+O2lx
qBJYPdHUpEYXadRpMR1gV+ZRVkHtitwSTg3piZ3JEGR5gL8jHZnHetHyT6bRap9MZFvypwQPMuNL
P6tKPhnsF+SoCw9kvdsV0gvrohuq7xDXh3EzgW7WNvZcgoHv3MQfR6jITrn0kYyRrwuzypTjPrVm
/5vjxXOzz6S9sq1zxt8/kSVCGa5q4Df2NA1n+7kUafm/0WmNdj/11lJCO9CnFzD8efG8eMCmHz0I
NvNhoM3Rf0YWjO+fDUHz0mlTstqr+wEcDGMuBWShNHnMhVL6LkBo8MfgLGX8wcB0Mt3mnGP5c5mM
GT+3muN+N6Eya4YGLNrhfhTLCB8CnF8TQZIpp72/5rBbMTjGHHJKeIUQ29LgO2E4LvbQN8c+FKvP
5GHxYlsc4tQLhl1Q+oDzOs9Nyv8Ya7R+JOYxMVH0VMioanNgINxIF1Dde6Jxy49Z58KXbJa5Nz+6
2pyo/ZhM+ryzCnP4qmJPzI8JzLRum+ltSYuNTzlAe16MfltNrZIPWZHgFWv1mgWWuEjEoGNDMmr2
Zpy1Gi1Lp2/se67aGO5XxYxylzpzIU84MNjtXSkHMR8rFE61x2BsCzvs09kz74txhhM2WIEcjr6K
zeWeNNuxfsWmI19KaU3Ws9N1gfelaH2t/hrT0NQ/GWU6Fsdy1LMhTJV01L4y6+EhV+ga7NwcVvkX
/OEGp4tEtzjaBgPmZebOlzHEfrYJSphoqvow9tDAaTc6DLsKeo/fa6vQ25js6hYt413VxcUcyUET
5gN+KErt/Lltm0i0ycLGUhB+9347uthklsvgfiNiiean0juYi1GjlzVUvTaupx3DMfHZ0xZ7icbW
j73ToDErIDwkKj1ywI2PrnIbfTvKXpiHoDc87QfEu7LfpTm9xx0jhdKwwrnQkvQpW9Ywo0+tUzJl
sjW1kw61NSKMlPlI8yXqe+qgLTCE5hJrxcbpiZsQb+qmewwY5g4nIMHWIySttv6pyz6JN1D3KGUz
8og/zK4olEThq4aBqN9hUyYyEJnwVGvnt50lnQoR62j6TUlsloiM6Kkz8J6VVf7h9ummD4Hma0G4
9BUWFFqVG1mETK3Q7oY8hxMbLAxXtk6DIGSIUK+IQ8aADm0QvCxJMR1NeVHQLObn1ql6FBGHBmak
Ur73kOiDmx8XT+X5tvdw19oVUBHNSOfu1PdusJDX5I1uD2HCV5pp3xSWE/EP+eWTZiZq2fmSJubG
7dIAvzuVtpwkaYx7O5+1lz7LR/vJWwpDR49LWd9EkojsY675HcdSoeJCNNM6a/jRaajhpSF7pJ4+
qUnzgk8B8Heod4wOra1f9kwqjMlChRAhWLfZKyjSX/GQsuEi8iNjrvvUs7B6TDQTLelFW63B6lJ+
QR0SNA7xV90j4GXrx6XNM20joFwOv7M5a5Io6Kf6B4TCOAW/41k/JWzBnzNkL7VV+YoYmr3RJB4n
UOngzpp9scsQGP+NLWkmtyaMtPzZSYOsvq+SqjNJDqfWbMJyhta0Wcs93Cjqpclecom990uNqCwc
c3MCvi4RsUFLYLbmJwaNOdS2RSrt0+KaUJTClHvsiwOQt3uWlPjdpmJAm8Mz7ZeHwktFuR2LZWg+
zNOUjB88TZ/kAQ6wfg8qHNO3FHXLktes9c+DPtoMinM4dPtmGGIv8gFg6hFEd5hVZJf8IhQX6o8J
EqTNRx33ZXfv29L5heg5u20c0jp9jNNGYvSmISV2T/NrUndkx6o/tLGZyYfSz/s6Qml78faxPhrj
Tw9Nx6dKreqtuCy5875RRjY9WZOo/vMHfzCOvS2MF20K7PFXEMcdDCNcYZZPPn+rC+c+T5avS6Wh
k1HObbbvSE6PBpIoTgRXyZnJ3XJiZTu2o9yJSgHmH8yGtkjYibbHMqj1W1ucLKRuQVp0cMQiCDYx
l60VN9l20DXrc+LT59vJWqQgCFRn442DVKnvhZVmQ4cebT8nZAdaIyLLT0T63Upn3/rkp45oXwbB
ZoDytZogOfx9DVDkKpASAniZqnu3L6sWuc28ohvJZnU+JvboGQ8NG6777CetOW67uNbsfU20B43h
Ls6OqtBCn6OAOnBXVzC8cb2xs+musPvCv4d3NzUHAx5F+6d0u7jcDsLXXPZzCe148irUvUvEZsUe
JqudRHhFyDIcRtOsd+COPfPR1Dot3tZZGpODITqqj/ctMm16EUo9qVB+kUmm/Vf6cSF2lZBKRpMG
33iXAyK3EaDOFKcn0VfNT+ZLaHN1hLQmkrmMH8a2sz8l3QB91OkzOXzALrd2j4mGWXCU6Fr1FdU8
NlzZB42+i2P4xeEEXr7Zz208yscyTbwKxVh6eDBdJnsoPzqehGQaCleuGvE1kO97hDsN8VihpZBt
iZfm9LXSa7RWc0jCaRQnuQpCWKuFjs29h59XylXornajyY92nuM6Im8DdhyrIN3MFmEoXAxB2sXl
5t4y2blu0SE8D7CMoasXMKq8KCzRhu6Is2Vy4oWrbid65cFi5Yb7qhBfhf9SwXS4Vc5eFrNkt+Bl
V2A80+oraLeuzdLmGMZHePkUAF7c7ZQv7Ad7QShD6MZyo0hfS/2z4pn1aK0CVcH3TmcOz5//06gx
qAb5+D2tgIzWtOG09i9Rcr5yKYcN5mfxB/K16XvuwiB8u3C/6nmtK/sGU95VC48W6PnKeYCAN/Uz
ZXveFFGRassjwgCoXSML9v3tpa4+5LoUTWrmaEyCmMicLzUwNJzrmREQaL3lm+NO/n2F/sw+FSTy
IIaQVXl7wdfeKh+PIRotVxrJ6w/65632XJrCl4wYEqP4WgbMFvJU3hnj+MtqKGvgHIeFi7LI26te
NUI8Zp/4rdH2d9ax/frn/6w6DIY7LHNZniqpqu/zWKo7L0f44O1V1h1xtmOQSKQTSi8MoBPTUPN8
lbiucqeKg4BOvJXsswDJbSlc68Ni+ccEeZ2PTZeih6RVy4Asuf1euyhGhpAg6S3SVFy5UxevNhFi
alqLDQueqgobX8se4K3gP5l1t8zy/vbgLx6V7cLgENAFemuX6nuan89epwXxsUf1PA+lL8VPtKz0
Tw2JlhcKsy1+NEWq5rCq9OE5KBI9iFShZb/e/crpDRv0Ul1nHTxfPDP6x3oDdlY7IkvehNIruh2h
UOxgxvWM89vxGKQVHirZkG4QFXh+e/VXDipUUJrsWEyZyEle9PGMrAb4OnXasXel3OmLLMIuJuQy
eFQ39tb1DgZQyliKdivHhub++d4Sqa/ySpM86ICtjSXsbIc0iHGj2/7qKjSnAx0oCJv44oEsSnpA
QZN2rDUD1XMf34ykpEn39mv76wl4tnu8Fai/qlTCO6LJdBF1bJ4FYwRdO5KR7ILRpTODTEU69I++
p9AhEYdkoEeF9i0XrnVfs9tuBIQ1hF7+AvAQYOLwcV6tfM5fZzoMuTR9HIch0rQvOuDbjzgyIJBR
+VbMbaKBWPNt2g7vv1RWXg3zGZ8wxPV5vq6hWgV0MMlPOj51kAC78pSPEi0kx0YTtBb5NpHG/Fyk
orsR6a/3Kk3tFU2E5w697cthJBAJt19owJzQmJdRX6TyC2hcN6JTdQta9jfQnb9daGzmqhwAvHS9
RM+fMtYWUWWyqE9WF2DjiuVqIX8UfVvlh6K0JyzAhTCcUwra3jkYNKk/L1Raw67zY4HWjmvx4dml
unh5e+O98g5MjwPLjuPEgsA5/12utQ7F0Hg/9Trq0AzQpiQcmHpSYJOv7t5e7HqLcaUCrGA4tkIs
Ls9SWwH0HKoGbH+TmD+MYeqDcESR6E5Cntcok/W5fSg9q58Pby98fYhNWqyw+xgGgxW82tvU6X2P
w+OpbjstQnmHgoSL4cYJun6XrBLQKzWZPUMgvEhSrCJHCMnPyxMCJ9qXos7irbWoEQOU+Na9ep0z
rOhBsjB7FYfg/Jx/tgGzY9ikdEOdptVPeZ3b+xa9KO5U1aHalcGXLqHU0ju5cVpfe5MrDBPvNIZc
7OSLhUtzgBZclScz18YtWnNz2JZLfCPovvYmsQ1cQawkuPihn6/iTQ6CO8iEnRB6cX9bFRobvqW6
b7E/ivciEsiDoNiA0wdlQZJwkaHoFEwcXJaKg94kfWbE4fvF77f33/pWzk8/gRW5Uh9tC2TLL4F+
Pjpwfe8rPldR+k8IK5tqA0aCfnRREFZbv3FuyTO8tiRgjnUYyRw/uMyYmXEZXVNn5amddG+HZw/V
0LLwXwNphz0V70byrdc9WUdAYwuE0eURW3q/9assrU5ZhhWiUuXLAEQ4FMV0hPLw39vv85XtD+pM
ZxdyXa2u1ef7wxkRKUGUko/mbypPNvvGLj+ZKTlea5nxdvLbhUZbd+N8v7L3AXEDdGUihfO3dRHD
lyARdYEm2anQKv9bO8XLgf0ib9UDr2x+Ela4Q7BlgHtcVlmdMeTFqiJ4sgrotBPt/V1aW8Xd4Kmb
3OA1vF9sTOokbnt/BbL4l/QKpej06EvcnjpEqFRYoW4jQt1BDZ6mv4edz8zk4bPel8MT6nf9j7lr
J3nU4wRrE2JqPmwghyyf6gJRvjCbk8A6LGNglXd9MVjmwXeUhgkTeaK2wamlGrdeJop5MyomDSdu
uHZVNGfz7wqqB88Pcf5yp32NEaP/IZhGIX6mfiDyYyf4IFE8oNUWlTbJyF5ymMddU4vEi5gYVvgc
Zka6bGH4U2SghIzEJg32uDhowE+MyIEk7AP0VFz1SLH1zR2c4uaGY/YrOyTg3OpUG8j1IIFxvi9j
f7DZI3l9chjdfENZU37E1+mW5enfUuLiqzHyZxS/wo6g/l8ki33XpRWt2vo0YrCiDlDh/eArvj4M
bAtF9z3UTUR9T8wImdyJtJvFvZlZSbVBNWXJNo07WX/QfO3nvR/3bUfLdpHpViVt9VODaescuxyI
/3cx6SluzRX4/hv38StbHNEYeD1rfAfldnF+q8mrY9px9UnTCu1byR6cALbpxnZxNefdCgKQ/Kiv
gajwFxaLF5cJrm/uYtCxOOHiOB6EzJNt5lntjiGZdnw7Ll1/f8IRAisU8dSCQOnOv783oJVl0Zsj
QijX2jZmOVrIfVVzunt7oevoTllNactiNCmukB9eHuSGnxGKFBmriNqyROQ9s6ywiPE0ox3KTOPt
Fa8/GeGdTJmU4+8ldpEoNkhw9sXilqeGcxahgNZw7JitYTx+C6pzHd1XfDYYNLAgAPgu3yLiy1Uf
20t1Mrqq35jLh7qtI1yp6BeuHWb8TKtVZje+Ed5fe6fBypjTQTqRLa5v4J+OSImtUYLBR3VKsiIP
08nfZG5pR0Znf52I85u33+flViGrwZ8FUw7gOxb32EWyOJbk11zc9WnQ83zjiAm/bPTKbgSky1cJ
pZ1EjdwDQQvkvcyLDcn0xvdT3e9OgGli9Occ5uIMg13ZbDyE5Sb9kKml74/9qN9ClXqX73NdG9oe
Qt3Y7ULpv4hSbevkI+egP6HVaCb3/K+fHvbFO3sdtW6QPLLJUodOzNHc1+aAOHWwtIccpU/3lKtW
oFibYLMQposAscET4ruVB0yzttpCubwL3GUsP6BbnKAXqMAspjsjmA0mR2WFwHOYJLFEps0qHS/S
HS3Xt3R9+mHbQ7/BlRA533gf40MGiiGBDSasdFGR1lbkFHCRhAyZ3zRzpFEKJyjTxZMXzTHq5ndL
jC3zBzULt97RWVlwNXHmBZE8z8qHw5gLB2s4fCAYcpSM2z9LBlPBQxCDPgvRFte/a6LP/rMs6aV/
GksJ9WJpdpofhor78C5RcDLI4dPpUwvrrz5JjfnopkrawL4DYYgPjdWhZXjUbRTiQ39Yuunea1Pr
i4yxkQ+bCok/hB5tC8oPXq/dTmtd5xsY+3o4Ia03fbMHq/1tdnrmbHomOVVUYLG43CGYXuN3CwPD
OtVgD80bQf+VvQhY0aOJu55q9EjOz5fbILFgxN148ssAJcACapo7CONLp4R+ZOzePHW9b8LIw6bu
Rri8DF40b1a+B2uuJwFGxvnShdeArB2X/lRXBsonicySn2brtp0RzsEyqVuZ4vXWd9A3AlDNAed6
vuwsCL+YRzfuhtPSx5l/UJ3I0tPEQCmLsq5zP62S5O+lrvKMSBtR3sIDWbktF8+YtBljvFGNJwfc
eEQjYVUCXppTYalb1ecrj8fTcYODpCMJv2yr1mUn/RYU/GmZg1KFoNm6g+MXwWfLWQA8jkZb3viA
r6xIa9XBUJdWBVjHizhWaVRPKjEmjJGZJW0U4AgrwsuttrZo2rbs90zIG7HzlU0DX8pcKfzcCVeQ
xCXNXTMdvOmU+5odhIjoxFtdCDKHws2XG2Tg6wd0kTcFSE5OBBLWX6+Lfy4fDKcRaYWZjhytWX7U
C5RqMzOQ+5yG8dNY5O/VOqK3taYolGt0HHm1F8EZcji5v2mq02QjRAIWCEhbOOpDJ0PE2ScMMIcq
7m/csNdvFE4Iw0f+TWce/cDzh1QNup6+mPVT0anlw5TLZuuIIv5htQiBvn29vrYURRQpy195x0se
ikgbTD6VMk/J7Lb/a5BfYLRYFtPJTJbm03vX8phJUUWQ8EFJuZTpTDtjAqLoWidlzeNxMvR0H9ii
jYJ2eq9TDbYda0RBXIBN4tDPOn+DdodZGPgJ92RpSEY4alzuMc4tnlHST7dUb2L/9qNdb0tmmgQy
tBDpnDn2RXO2WVJmF7bmngD45KGWtiAPC3PXmuZzEMvhxke76pLSISFXQNLLAj3PDOOiLhixJTA0
M+P+nyg5I81Y1U3KuC2153jCzyvi+CMN4aZFiaWqkTAnkwhWJ3tNd+X4kuKRLHe2NXo/334N18ka
LFAIkQDNCLCMBs9fOwOfwsBgpDjhBTndIXZm70AtJreGAFfKiTw/5PRVPos4sGpenq9jZPbAVSVS
7qnUMI5IGHvuwQUQYH0aO+CVfdij3l//qCHCiv0Si3LCVy0FvjBkbtf+mD2rVNuibTE3t9PZ0j8K
4UMSSGt//twoLBK+FD5iHxv2Fq4iqORJZze7pa9tcUGdtag3uBXv2rGOgXzJrO7+J+ZBbz+UVhon
O2JU0SD0LPwn+HB5sI1XyOAXt0jd+6WziB0mg1odBANz2fvY4z1tdOrS+a4I7K68Iz9pTo3CWiRE
K9nVIpCZ/pfKm+VPmtBJguh+Vi8bNKJnOwwCPXMjq8IaOQSWA56ll5bzeyjjDqOhguIjMmo1g5FI
mDVt0PzX1CaFqlL+LtE9tn8XyaQ4jrhhxJvOay37VMUN4vlqTInh+phX6k/Tgux7tCo/Ke5TuhTV
zlps2f0cmPqg0q1XyLE5McGZsX6sqkhYdYl1sz1hsnMsexskYJibbT4nITyhUtDxCOx2kxuV/eg1
+Sge5yxwv1pejVk2lFsk5Qo5JdrOkUh2Y1Re9f6+MNt4uhvw5qkB/vj1S0zijKbe3NTBXSMkKLWu
ZzQD0i+RzwYuJi908ss2Ksl3hu204IJx9OJisEHmz023jcfZQKy01FHJkCNwwjDN8aI4BrjyQBRB
ft6jUYK9TLyrA314ANZO7e0jAoXf1TRUv2jwaWBySWv1ewsADtLaWgCatR4WbdrovqbU1rLboNsh
8DxOW90su5cF5Flwqrj8v2FkZXc4OORmureqoDS2LmjM/ouS/iJvnJpXziYVN4NscgMDTeiLs9nl
PXeNG3SnPpjtD4zYEFmYm/d6kXJTojC1DufInGFBXJxM9vAEJLrsTrYX1/fSb6p9RpoSvh1nrm+t
dRXqNVKdtQRe//yfLAAkkjMsVt6d8FNeHpOk10AqlfJuoT22eXup69e2Ks7q61Rz5YVfCjxVidBw
Vkj7Uzsa1dav3GFDOvBesYP1ta0kvL+6WcYVVynQMpUUBkpRSmKkANDe3Eyxfct/7PpZOFaoeVBx
2qiWeheNWW9BrddxmuZkZVV1khy2Rxck67vzQe5dXE/ATtFsBG9z/nGM1azY7ZP2JOwJuIvqU2zg
u35v1RQtb3+cv0qr/3b4uAjojiFGQfuXC+FSAUziw2VkY9yd9LwmXGfGyiR3mC/9JvPutG0CpuuX
mebTnZURrvCDqNwNPlvA8y2naPzdNOrBM5g1MHCIx8ZthOK/8eKNqGiHbex5wdGvZ4J/L7BP3sMF
mLrt289wvZc5d8Av1owWc4lLgElZeSmTkKU9IXpVg9H15JMqDON3oLn+jRnOdZbCLmN8CQ1znfNd
Esi0eHbtfsj6U4aI1D1N+mW/GFNyWMBe3qVB4t7Iiq73GxNjRpgoTsLvR5fkfCfEjiV7NPL7U+6C
Pi0xUtu2Os5Jb7/AV1ehN2+tMh46e+F8FbGsonmTWE9olm+7sSru9dZzbrQsrz/TOv1mYLlOZSkE
1l/xT8jhAoHUXOU99/LobnRvDA51YEzRqJpbstrXDQCWQpuGPYE7JYfofCkAzmQ+EJFOGdIIeHHj
DYTYhJpBZ+tKl6QjtQUI2Xh++z2+9oQon3KiTNh/TGjPlxWli9KSa/b0wHK84idfh6cBQ4mU9lYg
em2pVWUVkP2ayV4RQEc1MdSG0+NoDrhg5hawgv+Ps/PakdvY1vATEWAOt+w0w0nSKOuGkCWbORaL
6enPxzk3anajidm2YRgQ4Ooii6tW+MPeKcYt5uy1E798VEs1RXt7rVxve7FijgOaXnA+n5wGk6ZR
JojKaQVmeiDvN+LRW0V/Ho9gTJJUwD4mLUfg+PwZFphkJ0JlvQHzn0ct6fKXyHXknYLF2dGcSm+f
S1JMhYr52yDN7HmIUZxo4Gl9D6NusU7EOiUySsf3cDLxrTBSNrpLb8y99U+kx0kpi8srekur1zyK
Uc+VFIR+WHTVfPSsjHzUy1QP2IpDfY0bW5uGRyTC3dx3G9QD9i0WH19iMUy/3DmzB+hKTmvhRGRW
uCxqpT36TuRxMSa61UZ+yUZsX2jzMPojnPDOt2FPfEw6Wox7Z0itFGe9ror3t4/vtTDA+BaJFNBl
tKmM80dPahh2qpWJACdv0NzxIA9dATXh9ipXDhRKmhrMVcZKnKlVPyCJMXCtrIqOVah3e3y7ktcG
4UIQBIv3CnXClo/8tQUJOOg90pljOrPa1tCJ2RKjK4IIOAENHegXaT2aH3U4rf/iXxZupIkXn6b2
Bq5kqrqoRlwYXDRUlOCIpj6w3CTqfEOvCd1zCyljZ/eO8en243zTHT47jayyNHNAq8LRJoafvzXM
W0Ib/zeDoZPWqs9NyRDokCxOZwcV7gN2dvEw6S6edJPhHDq7sYp/IEBUjCXDydbuSapG52Hq3FQ7
YNye2d/7ytFnf6qaAmNBYbcgQhvNCed91WFmE0SpEoUN/WWLB+iXejo1D73IRzAoHaOiJ61VBmqZ
aNCgDqBO453qgmboPTlEhzn3BL81Ah4NGPXDiPmj+B0rlIt/SqgV3pfSqCiETBWlt0c9tjP5cWg7
5w/6seVP2u/0Gzs49ho2cHkmf2Cnq2PO0BiZh0s16JBDaufO89j0Tf4Jp7z0H7d13c+m10n7gzfN
lvUoUYvDqWik4/je6M/Ij4Gcs2AEGQOuKeyjk5MOhr0WNLCbD54HpxD3uYL7jci88dJ5p+fvnKXA
YDHPRk3jAgIOKNSFZmdrQZHm6ecGzc897bvQ8KWR5u9NeZYuOhUCYCaGqCSJ5+crGicommWnBcqI
UL43dHHmy841Pw1FFZ9KrTa3TvTF5rhsmPyhaE+udWH3oZidkoO4NIKE8NEc+EmVvk8ymg++iAtt
a2h7ER4Id9YCTKO0WyCJS1T8Ky2pmmjqwZcbQW5pv+AlGXcGdq8nmMAevn/p/N7cfkGQ4tHCUJWp
KlXE+XJlwlFsKmHRX47UvWdOyOirfewb6vjP7UPC//LySfLiAG9BFgB0uG69uvHoeW3ezgEZqxL/
0rvR6z/aKtKwBxpwg+GHE6OCndC6Rnxqm9r5NhuN6IMiKRy5G/igXq2FSwE9SCbeI2ZJPZ2J0hV1
+6zbVeJhYKWU/fxBSw04FhFiEuVHKCW4kpVjYz+iaJNkvhY5WBHO2oBNsOJoU3w/zVnI4GlACOw+
SqB++rUZ1aPvjnmUHg0bL9G94KGUR0LapL/OE+p/e1ebXPdj3hajG8xK4lmnqTbgcDGoUuydNQ5x
6BtNk2inbNDHCZM5gMEfuWlCvGClBZ9GbVoR/ogNN/4JbpJ5WRTPVnoMvR4dJMQuEV2KRjyI9oWa
YIOEtG6lvIKxdq2DAt0qOlrWnM4HyCCZB6UTnTVBIKowXoV8/6voZRHuhmH0Mj+dR7g/ll63/2E4
AQWkb8rOPgGXK4e9l1iJdq8ZUY/m+Dyl5C/FyKjyMDcpMrxk4imEbuxX3fFfVWSW7SeVNdp7USo5
dEcjTRIIqFP8GWoydMYMltJ/DcYP81OOWNZzbZrxKxkUjLxinvL4kEvF+dnTdWx8J4yyyR+snspY
dstgLImxUM1mdaJbI9M58edJrfUjyvN4X2HDFv/WPT0s/Aa0EnxShLG0HxFOxNVBj3Npn9IWF86d
1yVqvKvcPI/9DpQPLjajrX4j9em8lxzTrvFpmGRWHd08xe0GuAkGydHClIaBQ5NiwHdYE6j1xnrc
HUyl9GBNJpTzaLRNafZe/3poMyALCWc0JUyyzFWS2aDvjsqqlgagHrSTao2/Dbq6hxrbTv/2R3iR
U7ESo3cGIOgrOf/v/P1XdFmMEQc5OWkwerJ5zupS/UmzcMu8fsk4z++DRTBj+RulHMaO64YBdIg6
6VSbAq72Zi5lt+PBGliw1a9aXtrxt4o6cgL00unJaTQAcexAeLfN7vZu33o5qx8CEcKCt8Ntwf20
+iENec8YR7YbaJY03I/QtGPvLpvJy1DBMdT6pNiRoz24dZ9UJPIt9AXaKVb/EitRlB66tBz7F7jc
bnFCdSAsTmge8IlnUyvaPbNMK8Zos65rX6B28KMI68mgedxn3hFfkgSrZbcrviWy77+R6ABnXmSz
MDUtvWzcqb2i6h8bVDb0jx2+c7/sqDHKozLFpbWrUGfu7ohIRvJk1lzlUOMngQ5jV5YSGYhKa9KN
PPHtlJ09LKCavC9qHcocJEJWmfDY0USZqjQN3MpRep9uuT3EB2Et+eLoOm30BKBjcfGLDMWKdn2H
la/fCXAEVJSjAlvYaAaxl7pNUJnxeB13Ruryyeg4dqr7lrap9lDVcdftQ9mRV6uwDb9Wrlf+B5xr
YX3ijv5lpt2MOEEL8dWfwTPOixcwToSfEjq5zaHIeks/2p7Vdnd2YeTNB1w2jG8INwKMuH16Lk8x
w3rkf4B2gmi60Ct1i75vmMZAB60yJ/ORZ8mcT6hBFAjJDeDx7owp7pxjUqgKdqRx23F6pEQk/vvt
33HxzZK7mRzhpTsKr2QtOlvXvRYlZucFo6aY8BEcD6SAOW1EhqWpcvb2WYUYBBcLbhSo4FUiMHrg
7yuheAhmOEl0QgYt9DGggUXoCit7NMzSKA5RH4ot/5Q3TPP5yjQoFvl7Btw0ey7oLFOftqpQs4fc
8b5SO2AW+1pjZTBWxAb8kq0JLfgi3WvDcYgR0pD/NvWf2vqQa909Y69dgYO4UXdfivZL4f2RffJt
7Aqqhg7q4YdJfUg6DbPFF3q0eDQ+Dn0c5OHX26/oDWNwuQfaetSR9C7XjVgvHl0Jczh7UDHYZBqh
981vxVWzVzuNGnAXiSq+pEg/fwPwUvd3oxvH9U5RUCkGU1pZjxNWnT/CJMXfZ+7LQd+7coIDJyJ1
HJ5iqaKLcPsXXx4q+qyIcCPArTKaXmtp5YnIIZPG+UM1Ak5VlWY8ZUyQDrdXuTxUb9QKAKyMEMFL
rOIvnTVzjpSmeJiFEo6B14ftF43OeHK0sQNuwurgjeP04failxk0DWQaUUCw0LBlEH6e0to1vmkD
Bq0PikKFWY22/t0xSoUbpkm/mjaeoBvXzJVnCQbFwJAHTgJghuUH/XWpqpllJMMksgcsPVPswbn7
vme5Mmw8zGvLgBp1Fkw7yqBrpATtmhiX0CF7qC11vJ+kbNBtGbfQNJevjGHCcgEsbKhFDv58M14+
uehLxMXSX5/uNEQrXnrhoK8upPiY5Un/D1yc8ct7XxkPEPgO3VFAxKa6emW09k2ph1Hx4OZZe0rq
SPuGZND021MabV/1tbZRRF4+SmAgAEFQ3qU54q4Rjx3ZtpDAPR7AINZ+MjOioTjZsgpbWh3nQeF8
ldW5yFBuMaKpKB7UxIxfkExsUSyCwy5AIb7cfoBvbZXVWnDogBDoaBfS1V6lkPGQdtlsT/nDgPX6
f3YqPZKVuEMFsk0H2zjagMDaO7tmeorkg8lNatsiUT4xxspcLM11DlKZeCNA2rzQbCwGnf6LZdf1
z6Tz8n+5GwxxwCt1/McQpmgPpSpxSqbfndbPdHkH+8Q1pbS7KW9kRFZgFuj1l2HkALdk+LmvNEVA
IFS96pdSy1l8lP2QRr8j2O4hBFg5f4UyalbPjBbfTV8gvQabwl9w+5DRXndCjJEHg3h2RKuonH+V
2Km5O3RS9C1SwcX7Zh3LwnWCqaIFdGT587/iQKINJljKOA5aksq9FTfOTkhEyOvaTjdCzvWl3igu
mDgxKDtfChREAeA+igNhJ85J0UwqojD+VVDRnW6frOX/dHawlk2RfQAfJP9jVnK+UpYsqjBVwUoK
QgOJmONviJNZd2aqa/uxmRDBsobhwZ28diOOX3ykbysz1IIRQtqzzkcLFFtQzuFxjlbn3vElqyck
LN4rXbkcDsZnYLxhaS8zx/P9wZnIECQplHs3arpnPLj6p7BKnfdet8sqC6JowccTXY3zVWbKaaXW
OuW+UWT1EsJIfsw79P5uv6srTwxLPdIoAFIaJOjVAYSATIGTySgwJtE7p6Rq6g86yDb77vY6Fzcs
zDC+I2pJBI89OLPnuxk0B0+XOI4CPZ4AhWheP30wcNpTvw9VIfpTbzYo0vwPazIm46JA/JOE8XxN
miQUL3qIHrFVh68z7PpgKO3+Z9g3Elk7z0s2Quq1hwkLaUmF+ZQpi84XFBl9lRF0dSA6x+uPwAb0
am9V2Hps7OzaQjTesKRDQkklfpwvhDFhXORhyEKeDiBen8UdI+r0y+3nd22VBYv3xnGm0bD8+V/B
iQSbhpBbgSSvhXd0uJb8Bh2CjSLyInvgZPA14YtARwMCwypaRNi2903cxoHmTOJY9ZXcNzVaXM8m
dt7HnGx0o2y5EgjRslycAxk3IAa//KC/tsUkUnalpSaBHprmL89oYaWNoz3rB2Zhk/b+YEhSyYSD
Yoy0YQ14bMdorjrPTYIpoWk5zKq7k+4ie5Z7jPowqbkL6fB/pW2Wbil4Xnl/fNE4ryNYjSHj2kov
KpVGaFlO8TJpw50zttQPVhVtHPrLL3tJmyGFg7MEu7KW5IAbQBRDnyJQIPOgwyWmvWjD1J8U9TmR
xXuJw6yxpEgL2IPiEzmX87dX488apZlWBKKEcKCmmXsIGZn42ChvIYwunx9LITLPfBJXC+qC86WK
ucX0vIbk0sOEObZWHp3qqvxz+yO7PP6MQRD+gPPBP7RTzhdpzcoOcwUa1FS4ycH0BvFj0N38sSoq
bV8i7fecxb2ysegbue78iqZnQ3NrwRgQRtZCtR0qTg21J4QJkeW27WeDEolnfQE63StJKWjiZubg
ec/aqMfFh8p1ahPAIqI2+LOpahh/hubTq1+VVM/mH2XVK09tNpe6P9KxSXaOJpA1NPvpsULbI90t
goZ010VZIpeOMJa5n82yBMVQiex7VsW57ovabnvcNJRiqzy5TEfga6L8u7RClk7FKirX7cAFa7dt
0Ee2GPwcMaXTpMfqR9wYpq/o28lT16Xz8FCgvWds3HuXMN0lV1iQdCAqQDmsLyFNz6bcSHuGxWZf
G/vBMQWDJwSW7Nc69WT2RSZ4iz42Gcq5rzz6KbrXZFb+Cyw8Nr7ZjZgQnsPt1Hq9fe4uDzc4QFhO
qCxQH9LiPT93Hre917miCEA80QlHcuQF84jxv9urXMZaC+kc8NeMrpnBrbX5E6dPQAJC8kTvzk79
GuBpshsjCo87U1azvRHaL2PRgvLQaYmDN9IIEOebatteN1CY5J5PtLo8mIjYVMxxdQDmc2yP3yyE
+n7f3uHVJXmtqGUDar+wDXXrvB29LiqDFlXIXTeo9qERbg/btnYPTZo1G9fl1fXAHAAl5UAB/T7f
og3drzChBwc9cqv1MWVm9FXPyuIjI2TaqknLUOT9T5X6GuKzTrQAi7TKd6tWRQczS+oAnLW4Q/es
3elGG9/BRW73GVKbG9nNlUMDbxI1HpqLoGfXlN0IqrNo3LgOzClrjxq6xU9D1joPIre193+eiOkj
IsMHsOQe3upxImxtjvgdgFXFom/0U2lNDtwE1/4yWfDdglTU7genjFR1Z0nP62EfdmZxhD6KzJXl
iA6fbdos5eH2qbq8Fdg+c1ZgS1RR8ALP3zLimVlGJ6wM3KaQ0c6AulOkzb/0HwrcEamV0UIV9cbR
uvbc/150CRl/JUZWUYi5C2HRqSY4eJEX3l4rI/dEtvtehyqP/iFpCWJsPHs6OMtP+WupqVaA9Krs
D2Kzdiy5KgJdLeQe2nG3Ma6+kAta1iLbo9dGOQpfYr0tpjxAZLQyCJOpTHxHVcJ2Hxnh8Myny8Nt
8QmqfF164X9TX7njoz5P0Q/aS2aL0V2ebhnRX4m89KwNqlPCFK331Y2PkrjXaKFTBrWIHV/paHLM
XfJeBxt2DdQIEALzc8rHdXenQzw3LhqvDGaReYBWTQHi02k2stsrR4bsQV0eL7kLAfD8PdqDOSuD
0oAmjgRWjGU0E/PKOZAhIff2J3HlsUEcopFJEu2qZJznSzHenfvYtKugY1YP9qAeaJvm1oaayrVV
oP9SDgPIXWCQ56u0rSHE3LZ14A44msVKbTzLOdv0FTeuhHF6l0wugL8wt163Lwuvd0Jw5UPQwV+b
fyTalM8/DfgS4tEoojKvUN7h5v6ei0wpGHUmdSMObj/r/a6c0jb5pM6aUR9GgHf9wU7iVmHE2Ij8
HumeSf+vyGrjK9P8Kj3RpICZracZwg6GxKNnN6ex8Vk1c4Z0AjSK+0SZlyLya4+N5h5aqwGR1M2T
Zd/F5ai1D61F1YdGSFqKnauSqbzYSjtXqM4CvEa5UTRgRlMEyVMlPk2OjoJ1Pqlqta/c3qxgwpQQ
H9GpaXPAhGg39T/Vqp+cO2l1RRkkCtKcO73Hd+1kWkM/QyLpOwmbL26K3UTS9rMIF1Xiute1+LUv
C6c6dOSQnm9owoqeNa4luSsRw85fowicV+n3Y4LibKrqY39MJBoOu8gLzfKubHLH/l3W+iQfALdO
9X0K3cR8LYahAHLPQM/5nVq4WAUOAr/FAQpHEv5hty1mfcINbUAgoaFCkSl7+zFKpNf73mxn+bHm
bT2ZUySi725j1z/CYRb08rImUfyWrmZz0it1+DnREav3FqJlJtZtbY+LZmIq+FHgYp98dCY8KdH9
rqq89Y2Ia/eEsKv+LepHWNq+ndQosO8hjnb6H2jIRC2rVDFVEn3ufJZy9iwEvVuAKcg/orySlNHw
ycVCqGqxFRCtekRxKy+e5o4ePmq0YYFUeDWPMFNCtVFQuAsT5+s4cK37NIDF/BEAaePwpDQ13wEJ
nbQfjUHzy+8x/vo5gzLSYRf1Zn1Iu9x1vk16KV9zNe+Nuy5rxfzkqbHIT10FT+hQ5Q43JRCNFu61
PzZd2t2nUYVa26jVPXrnaI0zBcf6mMKgZo5e+AZp3HCU9az/GQx7jr6+O6LAG6P4AiBIIrWGVZoc
W/R+lZqLIS05xnOvHuqoarakR68ESdYBkLpAxmmHrmKKJwtZZj1MFUwZUtdP+AKK/SThGfngOOot
eOqVEMZQieIYWiBoinW9A+1i0K3MagK4bs1ejZvwiw4FYoOEayxZ33kJiRYmJQ33NLPuCy6RWYc2
CjgK9hp242HfwejgBxh17TUHrtb9ihiYzC8kscV8N9V4deyq1EOC3+9L6Vr3tZFa2RNt9bSB+8m8
L2i5DTtEwB39W2G1unjupmFCtbSN6JbYaFpjvYGpwr9J1OeVLxvFSD9buCzGL5x4o3tK59mW920C
6tMfrb5OfqpKNxU+QgMuOi4QHbb8lq/EcJJGlA7xlUFaZP2gR5h/mpZadSDj8AlMePkdYeR/jSzK
780xe7cIBkp49KwWSSXap/Rsz28mN63TLJ8cQeLf5vc5cLWnURfTxi17uaelWwXgh5E0fcw1WL6J
TPAraDwEJa4T/3ht6jEPtfP6WQvNUN0ZoSd/3v4Kl0Lz/BzZIE4Xgyb+teBJzvfVa+XUI98v0TQs
mvEgzUYOd2XbF+ahz/Io8hn+OM1d5ThoF1vCNeQuU2QYfr79My4zbjAs7Jkkhhk3aqDnP6NV9UmN
1LYL+jId7qtcRRpYHfQdRXsVgEhOfsShPd3fXvRy78xJ2DYxCMURWrnniyKwjL2GOcGBMGvdDyNY
EOSbLjM/Cz6EwobBjthA0dTYgElpKfaf2z/g7YyeP30L+C2KI0DL2by6ik0W/JwJmbMqQEnEtvbj
7NUvSEelixx1GImdxOhX3U16bT26tpLOD7LE8GRv9JOu+VVWMP1zXKU16NxEZbqzlS6Uh8JMhb2b
dauJTzJsk5+yGeeXAtbDlp/u5XHl5+M8S16I0DHQm/MHmKuNOwHPqAG6WHjQVD2mIIaNHVL7SL1k
bWS7l2dkmZKQWcObQgx4zZ3KpANZtXI5D87c+hZxcV9POA4xMzHn+YFQ/OH261m+6fXboUYAgg86
jo7nsv2/yiTqy7hKZMYNhaHuk27IErqs6I7WnDd3mkzUYMpmF5BkZ2+czCuXCIZZ6G8S3ZgPr+c1
Sm8jeI4CLlsFoJW3bbxvwm6LtnX1ZoSzxYyLGegl2K40RhXdsTowqrLfKWIyD3PZ4vykpqN/+1Fe
2xBavzT9TfguCEGeP0ohzYjZAktFLi5OvpGG2qnMzH7jjV0eyMXmmxtusWJaBCPOl4k8vQ8jqXUw
UIZ0CppUlbM/eBAOfLsfhugOKGi95fz6xpU6PycL3X7h3Du0qokm56s2oExkBhMn4CaNlVcvkYhq
omgh5QfYSH30ufLmeAIhVNKegsys4oCgSUXt4MgARsTlwJQzXYai/qkKM5+CoRnrB/CITQihpy3z
Y1uYZvRhkJ3tnqgszZ9q2EUJLCBaw18Ss1e8vYWh2/ishMz3Nro0l++OuwE+nMMlSmazVjQJkYqe
+ypDDcfS23t7yOcPJY2M/e0TcvmxLQ0n0PrAWLgG1oJ0HURvUc5SBg1V2L4keVg8nx3cW1RhJN+s
YsyPESJRDzJ2oJzfXvzKFkkgmFxbTBwWWYfzN4gPRCdHRchgBuh+wvAh820H/an3rwJsHyVIYA2L
lu/5KnOiAJKMWcXOFTMwRq34ptbS3EgNL7/qpaFukBkh0gKIdnWVuqMXYTyC5E1TptNXw+7HJwpF
/c7AbeXwP2xo8Rx/AxzQ8jjfUEwiMOjClEEPfxWJBAhsjZHrx/9hFRqRSwMUXMi6ISkcxpMFFkpo
+Ez9PkKBxZ9BPm6cv2tHAP4GYRfDe/Lq1WPTOXx6Gtd9MLR0g1JtEqcJDfQft/dy7eUsozqXwA5E
42J03GptGnduH8xFKz52vZ4QfJ3qaGNCsdFLuVyKzhMMOaaCy4R3jTgJZeVgFDOQ2UmtvC9MN/sd
Ciw3YoZ4G2H36lLgQZGLXeaNa1tv2KpR7wmQJVQIfxwQ635sNbQJFiux28/v8i0tEon0p5cTBxhy
9ZaAnkxdZSaL+BAqH5NS5b6H3snh9iqX18j/Y2fAEJPZXLD0I30M09FD4khKXc77gvEKdijYiH9M
Il4tJVNjbrmwX2Y3pEYwtJc57gJKXV1dYM4B3ues6Qphf5iwP0SwsFH8MNSzwDbs5Ki41dandWWj
4E5QH3JAaS0t//MPGNgHyiAoRgSq0Vl7bqYBzVLX+Bi7dvMYVrq3EQGvHBQqY50vGQq3yhV4vp7t
TJA0encIFKmZvrQT4+iFVXRM2957961FEU4JTu1PJ5+IeL5UhoIJRKpiDISrV3fg+Md7GKn1Rk56
7QFCV8Dv3UB3SF03LC2zhwOAHHvQVJ2NjKudWYpfST2ZgkR35JdizvX3U0IWLh3SYtD3qBTXM/iy
Z+hrp80YuEj8+iHsTARwkGbP/oeXBUKDzxrNKDa3elmjWaW2SLsR1+iqDbLI1k+lYeUPfJfNRvC9
8hhJoOiYmEA8OSHLx/FXpm1PzD7C2lMDUWvWXTzhjRcLt94lBMdjb5RyY70r55CWEKFxUVuFgr0q
XKRVqXY7mRry7qX+39R0EOiq0CofqO6tjfv42t6Q23qzZqdPscZ44ZYZNZwKLRibSjm4ZTsQUPLi
pcLr577BYWojeF0GEmYBNLuwRoC1p6+5SXmM/qlSMDzTM9d6Rjy33GvkG99LTDZwilHt13xCi+h2
xLyMy8tI1GFotODmiGTnL7AasbqzS+Iy+bd60FJVQXS5Ko/vXoVKbAEOklKTK66aFTAe0jkrzCEw
m7lF0ho70naHAE3Tv/uaAROCmhhrAAuhL3u+nc4O57xo+axbQ8KD0uzww+JZtjEbuzyFND9RQlww
6Cy0RnhhkWqmRS7HoHbJaSjFzH2YOTMWUab+7gNP9/NNBx9NoEurIJoLGt5s4xh0AI39wq1KHzef
fOfYcf0/PDuQHi7hd3HsWc9084pm9NipYzDDVvcl3oRoSzhb1+W1Z0cpSTkCitDFx+D8DZVC1WYx
OWPAcVcCLR00X0n68WTjqrfxQV1bCvY/9HhyD3rVq1M3uFZuOnUzB7XjMgAm84ilD8x+yE49ILk/
t8/4ldWQckQynmJLWwykzjfm6aOV8bhUmg4esmUTdsRiGNyjAjx5Y2OXHy3gVsAMvChUb601zFrU
WSOGbFCDto28vV7QQcJNrtpY5cqGwH/yDXFPUlmtITjdgJFzncwqOLgSR2okuo5mEc4nI1O2pCIv
NsRYl/pgadNSLVzQ2nUD+H6cqk7g0rH+ZxyTbl8PSfZ6+w1drgJen9CKWCoXPtf++RuKBjOL6xa1
zRZr6RMjgPnJ7WoIZ7eXuXhuBj5ihFLoyguGdp1U43Pl5hiB0FVYUC1F4nW7zGjmg2pNWwfh4opi
MgKDfcHz8V9gpc53JI1ibHvL6wOZivCz3Wdy3+GtfZrUvDsKUW3BkS+3xqeLVClz+IU5v74S0QpA
ziLXhoBZswIrT8fPUtbxcdTExtd0bWfUI5QlWGOgVLa8y78Si6mBsIU3wRCkHXNLpltMDJOxOtZ4
kn4zkd7cOOxvnYKzXhAP0CVZAlBLHUlv9HxBZ7FqdujaBWEXR7sYhveDUyB3J6uwenRBfP3I5GQ9
oIznwZTWvRNDUQwOAc4Fqe6gFm6U5qOhTltf4UVWwFOGToE6psa7tpxVjypOHFlJQxmDHA9ufzaN
eT9WXfUc18Wwa5Eg++Rk3SZD9fJFoz5FbgyKyIMtuIa5jTWmvtB29EDSZPVeUQucis+5MXb5p6qC
rPIjcmczPwK/NfUn+hYTijFd44qHAd882HSoqIc+DCOSaq81tRcPITBzB+rKnBlsF+GI53cdhb87
ZimuzwgjV/61lcjKs6Oqjir0+CIt2l08IHd/1yWZ2xykkzjlo8QbxPs2hVWd7smBMa6j3MuVf3CI
aWM/afja9igGxZFfpeie9PuG7lSInbpw2/e2BHg6QDdA6S1fwgUJhWZp0ZPOGIGLnKgKjkCnHkqa
9PtolKnYCCqXx4DFIK5DeaFap2w5P55h7ggjm51FNtuzfxmd20SvTTuY5V6PLKM8taYV4phjZdMW
1eGiv8c2qZMAdZCB0P5aXdiNVXpROsVmkLau6RteJu5yvQXQJmX7JCR6mjurqcWhyuzw9XYkvQzY
bBS0LaU1rBi2fr5pM4YWYJaVEWg5eZZZzO5Rcsw2ktPLUMMqqAh6UP7fuAHnq+j1POZ6mJhBHOlT
6nuVnbWf6XjW3n1hQ01GCqcYtpSfr7xPEFxAfxc/ILa3/Ki/4hs2yqk3DSxKKYhZ9WyjIcbUSCnN
Xa2PSrfLEceJwO4Rf+5vP9XL/RK9sQiitQTokwd7vnQNrgVxa9MMgG7Zxr6t0mpiVOWW3QFj3iL0
zTZq3muTSP7FZH3BVi3RxFy/Ss+VYDQg7AJx8lzMRE2WgcZ9nxZuvr+9v8sDuwzYqWeotE346atI
blhj0jaMKoM06b0dZj0vmJR8GWb0/80+/iKUTO6q3nwv0ZE+wpsCAgkgZdzaAmSR5RhSAwjMZIP6
SEUS7nuZiPdiDWmIAB1YRCIX0aE1gzsryM8nWifB4LhiN9Y4XnZmhBsHqqcbj/GSaU0VRRqzGDwu
Se0a7C5MHSBc3bpBgZdv8183UR/sMtBXoFcYWjonINBheMSnOnH2YRsZOODEjCNQW7EK64QJiqyf
bCPU2++WpMtyVxohmSpRXFQ5cinYPWOx3pbZFgFhCQvnV/nS2SFe0kECzLwejY+pF+dFU3oBkC8x
Bpk6WDAs4Ndl+3ywteShdGut3VWzYcO5V2qRHoQsoy+3j+Fl8CJiohSKotHCeFu/qgHBJAfeTxik
aiW/RlmNJiBaDJ9vr3IJlF9AiuAhGQZy5Lmsz79mzR3CBagdBhXfROiDImuznWXlArp+Tzv0DisK
ZHUza0GCDNg/Gx9caaDOMwH26u8VzF3uEfFUtjpDV7bv0u61uR/B6cGYOP9dVYFnyAwRP8DZltEy
NbNX+0NTDO/G7SxMjIWEDh55aZevPvcOM/SodnTeqk4nTRuFPCkYp5/e+5wZL6HLTeuJjitD7FV5
N7RMC8OyZMZnlvnk27gEj0fwfO6k+aZbPkHlscbHsgihHtLoy3Fu9/Kekn1M3fahoV/QH1N1LLco
8RfRnI8TKZFllk/PiNbH+XOOhrzCf6Wm4wEA5cXD6/auhpv6rDlF96DUfbdlPHERXlkQBQvQX4yo
KHRWz5sEXJnxH58Cc5DeE7ocrn1Cnauu8HjqkPSunDL7z2xnvEUdTv1GALw4VgB5QNSTinCwFj7a
+XYxE8lCpWKC32ZI+2Ns7unohXjZlkPalcfKFUnCvciS8MJX9/M4IuNUFZkWWLWqyRMU5lD4etpX
OAVpsXGUVhxvjRkvIdcmvdQlYJGQ0Pxey4gijFp1jMrUYBzSsd9hhm3rZLMwIf0MjPm/riuj//Iy
RpLEHkJrjx9N7filNs8/Y1BA4f72mb/yrBdiGlARsOaaqa6eQSbqGA94Uw0MW0CRsPr4Poyt+u72
Kst5OYvWbBrx2QUNzeXgrmUhR6WHRShKLRChyO66Gv2INgm9AC9yb+PwXDm63NILqQbkMJfbKiaF
5SwK0ARaMIxqj/VS6qDHYaFTrIzFziwdYx9q6vTS2tEW9/naJkEywmWEfMLSq0w2tQcj8toWLT00
j56AJk8vC0nud2kP/UYicnlvE6YIhSRBQG40LobzT6TSJjVDNy3HtqH269S6c+L8pcpTX2u5m8VA
7AKaVE87E+ZAM7aPg/qpN8Eut84ekP/e6ZudC53h9mu++KD4VUz+3qTAl2Ri9eEOtUwrT6/yx16j
S9EglHrUS01yepufNsjF4+3l3vKts2PFeozjGBOQZy8mX+dPIRu5KxpUGB8BOerpqUdrQxwUzqC4
C023SB9zUVUAoMy4AFM8I7C8Hwgk5i5WU/OXQHbaPQwQ7fKDDaGx9Z12ap8HZFXqQ52lwz+VynBl
p6UkPwBVirH4ZxqBJu/dQYpfZl0msZ9iBPTZ0vom2hdj5SVfYuwR5g95jQLdvqmGTD3oGXpKh0qJ
5Ktsba2BKTzpLZcGHb6dAfzrT+RQZqLPhCGCrTioUxV603+WyBL1vmUTKE52NRXvVoRlTgvrjpbS
goshBpw/vVGJ9dmUdvFIbRjvNGPu9zikvrtByyp4n4Jhoii4dCzWGjWugdaXj5FiWZ91ZXS/YgpR
fcdne0vs8SKWLUuRiS1uSWzprf3zV72Fz42D3IUsH9VIt3wm0ekBR4J5o0q/+MyXVZaEmTYj5cA6
GaNX4+Vt1ZePIHSdI72N5FBKUzkWMnYPtw/4taWW7tiS8zAtXfM6FAU5il625WOMjBe6FI7yf5yd
Z6/jNrSuf5EA9fJVsr2L5Wl7Sma+CDMp6hKpLv3682gOcO9YNrawD4IEQRKEpkguLq71lrPpyPxB
UJrcGeret1s5N8TNle+1LQQnFY4biWJUYY3m36mx3QiDtWbvtrk7oT9G2YRIKUYeouVUhYoeTb/6
ceh9yJbaw8SjfAc7e28oas1QiWgvI9+wiZAtTF118KgmqW33qZ2z/ggVMQkmbDN2WrH3Pt2KiiUS
89CmtH19jvIpH+dkieswjvX8DBIzDQoP6a+374U/R9nkgI3qEC56RhHADT5TVYh8N1+WcMzzbue2
vjshjhBwK+D/3MHXE4qNBMqDltehAarVH2sXqxwlfasFNJk2F8WKCEQLHOT/ZkJyGDIbTmodFoUd
HRWKKMemq/YwKXe2ARColcXA+5ZEdpPf0GBOUllpVVh6iuYXhjI+lm7zSUZKsZN43PlqjAQSCpUL
2K5bWGiiTXPV9S5xAZg4DJtIi5/ivHffvg+uhtnstgjnK9dq1Soc7OIfLXP0Rx2BLqD8uXV8847j
2JDQAAqhgbxtPKCTUzdzr1Rh1qfuKV4WgY63EVsfkHOAq/HmwWgX0vEnqLLNf1sa/RG7KU2mWdHY
IoTgPzygpOqd0HIsvgvp6DtDrVnBJmv43f6kfGDSudleE04be9AtEhmiLNYHUz1p77tuts9yzjXM
SFMrLNzG3MtV7gzKJUsgJ2fDqHiTqtS1dGKXh1pozGTDp86Oox4YhTe8vP4d72WGYHjJwtiKsDq3
hZEC5rHezDb3rYz8mPbF1Mqz0saBUyEZ2xZUAXvfxuoOef8gQyXVmqyjVptPiSiCeJ5f4rY4abn1
9vmvyGKA3yo8U97x1zHFbZG3zKK2Dinmld8QOko/GGmxhw27kxGS0lCP4fVODm7/1lP/Yxul9jIW
CSc+THmo6p/0arHjQJjcOUehVKJ5cFX6HB9HtIXNS295xeh3wIS6wOPaQ+o3mbLknY4Siffclfrk
Xaohxn0t1vu0vuB0p6j+Mi1JG+AqPXzlKSD/9rwsi59rpPnKsy2ryXkw+ggM/FBagowKfWTj6Emq
FTgC0IY9q1W2aIE6th56wr0a/UhGE0MA1Z3jf50BoXEfzlctX0ZHLB/VosztT0abpf95UiTDwY4y
/S9NYGV6aJzR7ndC/2245PvxdPptuEKBcxOUFV73nmYUdTgX2RA4vd0FvILzUw6EeucY3sbL66HW
f//HUiXF0nSpmdZhYjg5cMSoO0rAfG/ed4wCjB6NBQpUYCCvR5HT1HW4OnFt4hXxAD3WCISw94xB
781lBY4i/U3kv6n092afpDacYiLHvDiP6G5P4qDNM9TP14/3el1dxy6aUNzLXAHgeBCMup7OxP6K
rIb9HeVSCxp3anndjfBNTaXpn7BbW7Q33wKMCGAETI8HDWbbpG1dRAq7rJahCTT2H8vJ5FeD3iR8
I2Hufcbf5eab6UEgWRUnES7cMhGWMXGRHJAyHJDZ40WEX4X4iJ5hMp94vjV/9VrUi8/unGZq0Oe2
Vh3azpynhwXE4rfYzurFx8FFrQ5uJTPPHxd7mSDuNMn3orVqL3BxDaG+3fS6cXAVzxowyF2K8bON
B67jd0NnuSecMvGvQgdp9j4RzTEBMtNU6kGMJor+YHV0ISkGppb50MU2/vU1QbQ/jJVYlCAWKDX5
Vp8iblWVLiHfd/W+659UZ1ryQ7+GwafXd8SdE0txcC1ZAnyghrXZEXwE3sjWwvqkqTjq0lOOuZcB
kbftYSfDubP5aINiE0AxEh7c9uVTJ0lrd8KUYTMP07loh/qxaY0hEPOiPixFnH54+9QAOEJNId6u
dMLrze7EeuICEpWhlVX5r2VW7BXaI/BQiRXg+sHro905w0yNp8KKMEcaYDNaKt3OFrhghaq6tIHG
pg+cJNozJb9NPlZtGfgaqIYAJf6t6v9H1POSWW1y8mu836ruE5u0/pr3cjwQpXKfAtJyaRIUIl+f
2r09wjufWidSioAcN5evMS65lqYMahWT7g9qAU+wcf8xy3E5/B9GYhuS5Kw4wK04R+XJKap7V4Yx
QvHZk5I10nqfgiiqjwDDPW0nGb63ZmQVrBfVaqpum6wKh7IMJrsiw0UdcSiJGvle8xZrZ2fcW7MV
L7KSAdc++aYt4GVmFlmlaEJPqov1txVpdKqLFtFfPxNu7YXOqgZ9VMjK9hzc1tO7CYggY+hbQ03h
nbTFi+baYrfd6DThoA/Vj5z7eYL1mQ2F4itxjUNLUuHIDpcqywl9saM0fpobyZ540L0NBNKYlidI
MWqOm+/c6Fqd4ALThJhCmyeBMtfHaDTlewtKzk48u7ek4BJ5D1JfAXCxOYZdWou69qhYyhyB44cY
0wD7NEUllIXXt+q9aEYzF6gYTYYVsH0dXZpea6LesljVNMmf40LBKT6Wg3z29Hn5ajt59FasMQQM
OASrnCS2HTRyrge0cbsEF9zKMHOGFvR0+stD9N7HMzT18XrYKRHfWTKCNK3/tW/EJbCZHtZYdF9d
7oVaMeTHJJf9MW1b92OPu/dO0nhnydb7AIIWEExGXL/0HzFNZCUosZHwko8IBBQ5FLqpGsy3r9cq
t0irhvCCsMrmoisLBA+Qwef24RZ/odaCnQVZuf7OGif7i1DH4fT6BrnpJKyEmf8/oLb5gkhBOF7V
wLXoag1SoJV8rIviZZmq93NaXfB5+E961sfXx7z3KXm/rBQxd03CN5PscRCRfGgmuSi0r+d5QUfZ
Syzt7XURggkRU0VphfLINnKiZ4b6GI+esPFqEUSig8witSoYZ7lXZ74TPhkKwWA618AY7c2+p42o
NNFUNmEvUCUJXHWcQy/K06cShvDznOndsVTfjrRnMJ6bFDDg2YH92WxKB3oiPKGkDavZiR/7vNVO
sTl2px6NyxDnTfloj+VexnJvqti8G9SZQCeQJV2fhLHMY88soiasJnwNGrkMiCdF5hNytc0hrbh3
i7qyd66n25YiU4UkBASBqEnpZHO9a1i9Ahut23BYpGxOgLrFExS39mNULn3t23VbnS27qA6NatBE
HV0bBwIsjg/UOmS680K5E3dWniiishjBAQdad/gfwSCLFa3kyubHVPa33JHToaMOCHbZq3ci3J2P
bYIth3GAqB2qb5tpR8NSNDT62nBsx+JnaqjxjzGHxVwlWvbBM5SGJARP7zcfUAAC8A9Wzg3I7M0K
m3Ig0zDrLlTMJX+3VJUDNDSpdkb5/c6+vvepHay6XOtnREZqMzfdG0siKF/RlqLBkR02QJE0tl9Z
nXICJZIFbVMshyJPVzmKeD6UXTEfdKw+Tx1iAqpfYOX6tpUFnIoX3ap1Sy2VBd5yFtvFHm2Quv0Z
p72JZEtUT4j6JmdrXPqdoTZhcB0KrAOvdQDc66N9Dc1/bKJUpN7oNul0rhOhIK6pxT7/tb0T4O+N
gko155VYy/N9E5gKsIKGM8kJ0hTd0sRSmxOpz55syFZHgsmsKuk4ERGIaI5u6416VOddk6bLOTaA
VfyVqHgr+V4mJRRz2hQ4umjAuB+x88MTBLeX6WeqQMT7y3CHvvdjWoj/gERZqo+VkaBy53dpZ3/P
raEzjviIOCEeXRowCT2Pm9XiwpF/v77lNyd6/f3MAPgNDgYQVbYlFPq5riZmaz5XKAH7I/h6JOnR
dzpXOMbsbPwtXX8djDON/h3XEjt/2773KI+aapcZZ2FrNdr3qtsUQzjHY80+yKrUPpcmZhuPGZUy
3S80isYnmbqqDDQ9Qx8ZpKP1j5UvypQDnagKDZsMs3z05hm+S64p/ddOH2XOW6uwG90vO+g9xxbz
zfzrgOGEPJhW32knI8ldmwHx79qZocPW/eNkrxNcDWT5jKu4Axna9da2eyvNRJGbZ8PDydDvi6w7
LIoaB+BTrY8D1tN/1xY89zev4SpeQ40AcCG7cTPq2KeDowjdOPNGwY+ANr7zsOTrbjLbbC8w356r
9VAh9ADFHWLOFk1sGW3rofdtniNTMYhbyXIAGrInjr1e4Ncfkgi5aheuwLB1x1x/SOCHugQubp7n
rKqeQH3GLwb82Av2a8uj1MtxhxB2bzxHX+UrgIKTMm0SirSAQm+6tXVO08j26cXVz5qdZk9GH4MI
qJr25fUl26SfbBREsYE3WnSUaIxsS31R57V1bAnrzC9KvsOcGk+CLs9THUXCr5NFe0cHfTm1vbLn
tr5NKP53aIQQVnlq/u9bHEdb626pOIN1lgqC9CB7kocumv5FVnp4GtOkDBvNSg+CR8tDHnnVIZo9
wx9mvvvrn+A28tBSXTvSq2MttNrNEuPADb2AKts5Qon5xNN8CqLEjg+KqPeauJuH9u8p46u56nUB
PAPEfL2bhtZT60XG1rkhp/FL6OQHvAurQznW6qPe9Oe+Z+C5K1tsk+p4p45xZ63pGgIKA82CyIG2
ue9KyI6F1enWeRX+DSSgzQeOEB/WyjrfXURyhKHhBHrez8fXP/HvV8zmGF0NvX1xiKa1UUaxz42U
47HDwfGImpT13tSFc8KzkE/Osj8PY9UHuJPFD2Y8/Xj9N9zGC3AhK7ueNi11jm3+arYoKQk3s89p
VtonuUoWJq003pgms8T0hIAUkr2A36BHdr3EESlvbVVCPUvNnmAuY+faBp3sbe84pIla+05RQrjU
21R7b7ZymA5DR0MpaDxglqD3S8/bee3dLjuCKnQNVtcH/FfNzS8q9LZGAtpQzwg8nhfuoenZaJ0L
GWYVlI71LmtxX3zrt+ap/hu0DH56ReRcfwTIR3NbLiYfobSKI/57mq8mzZ6i0O1pIkSSwq0sPKr4
28otWgmSjldknOfeGoNe9MNTC0roUBUIQ9SwbYJIW8TPqXYpWSeD+fTmSa7364o4AmtJRfd6knKm
H9CkpXmuNXwyW+GloQMOYOfo3G5bJkn/mLjDI/MG1FhpVomf3WieyUxVLBrc/HMW586Oh8Bvsuz1
AeXi5mG33nMUcbe1N4GaoDZUwjmrNWDjs0xzDOz8UgI8O5JKtNU7HXi7demzuYsvc2Z7E7rLVfyv
uzhZ9KEVoleJXJmZF53vtHW3JFgwT/W/1Yz58KMCWFWlM9xEzmc906TJeY/n1E9VN1lO0rKk0/hK
XqrOB6kV7einM7WZoBl6+5fn9Oie2kpiedrhzUtIMAb6hAjcmjtvwpIF/nWY4sw8T9Kt3skSt+pB
Ovn310e5TcZW7TDSMIs0gprSJu5SZzRFYrKEVRxNL2W+dC+xizsc8EjjSCt2ODVKOexM7c6pR+KY
lUSsg/LcVjIHNW2n1ZfZOQutE4+6XSonaArGIykF5tiJlx4bz82CpJP4Wr4+3ztblrYhdyntot9C
htcHQy/qtCziBb3wCr3uJMkslE3fasGyBlpGWXVSVlo7aiLXo2Cvl2tZYzjnaZiLI20b89mu7b36
7ZYV8b/D4CK9spfhIGyRDilW5MC0E/ecOV76ECu4bFqjVj+IqWlP0s7y7wtCIx+mUU1fPJb2J9dc
chiadviZ8szbaVbd2UrrO5LCNZVriq6bmFNIdODzVnHOKXjSZ1oGFxRuj6OLC2/SR9M7D1HO0+ur
eZseUexZKfarPCTYik3OEsexsJzBcc9DpUSXrvfMYzqa7WNlTqr/+lC3G4fVpPvLalIu9NzN7LCD
jyVpoHIugAPY/tw7Qj+Ujp3pOz3G2zmxnDYIEXSmOfXbXEBzo4nOUauclWaavpc8hHPfkY3+JRq9
ZCeA3x7EdetwR6xtHaosm9NPA0utvMVlrCirnABxXrPyy9yt5QHoUNL6qtmkbTCY3mwETZvpe2pg
t18VRQ/qArwqVIjQ2/vfq5eljdGRD4XXu76g3HyYJvnX60t374tySFayOq0kqoTXpzFJyw762BiH
TitwojOd7vPSJUtQ9Ym90+G4OxQ3LzPSCd5bQoWmsWa128ZhXZf6Y4Nw90l2pfVcJ7G2c9zuDoXc
A4kTmiO8AK9nZeS65DXUxSECUx+b1BSP1Fm/LE4hd6qM99bIQZUDxvg9pS7hdVkSt14cdq2qXDpo
zD+1BEru64t0Gz2468BroaCmmcTPzSKhLj3lYmjKEDKG9Vg2ffVX07Xyl8BX5t3Uxt0HuVjxznLd
To2RVn4NkB8DMZBNg6PEN63K7RSAnwvQB0Ur/tbNSufX63O7MwxsRo4XyT2T3LaHJsgK3NydCJO6
pehfmOm7nit5p8JxbxTwddwHnCNS/PUL/1EyTMhuMugWIGOKvgsE4MUA68U3GmSBjObxzwuRdIw7
juThehSEnYEK9jSch8FF6rXvO79zpu/tovc7welmg/MSAoe12rxSsbkxcyo7K47dUm9D0D5wNVT1
hykb0MWxsrP17g5EYRItHaIg2M3rKeFQoCqmo7Shng9RUKyObLFW5GhWvhUpzdcjWaYExZdbzUu2
8Q6wWyNyUHfnbui6F2OxxI9BGHtAjtsJwa2iTM3Lg03NYNcT4iU/zNQvvHM8zUB1IhR8q6W2T0tq
dzvJ+c2mY0LAsVAmREWFdGf9KX9supZEjfjqMqFJqw+DSOKDtzh7bLw7E+KWUlHAhKpGPW0zoUqf
Gw9PKo9qOIX5Y4qqPtoJnjEedGHuPd3uDUa7jAbOqlLJ9XQ9JdtUtLFFy/qMJ1tiP1WuTiXVrEp0
zHRjEjuX0/rCvXrcwIsn++YTEiCAmG2mJpRF1DMIhrNlShvSEtqetZUc4Wr9lcwYn78eie6Nhk4l
j0JiES3WTYyYBqXnAbpEZ+Ar+o9JTNThc6E8dTxWY9+KrTf2rFceGukpBW1KOvQxtm83te9VTHdF
gnHFJA/o+XXH3qrw8nMUSHAP5MnaW5++lDZIn0BnQX2ghL4pKaRFbHVjh5xJOg7WvzjptT/TMi13
6lW3+349WCq1Yuj3VOg2m6Rw1Eqj/yTDMjL0z56I5Dc4TfLx9eW6PwopJ+Fi5XBs5oJ/x2jHAlyB
F/N6qGKHmqMc9/x2bq5eSt4szloS4j1GRni94WVRFtVod33oVYvzPldTeRwQ/3k2sn4Mcnucj4XQ
3oiqZGPwuqUjTlYG2Z8qwvWghYlqSt9PfZg4bXmCFIWGtKgqn03f7Wz6NYu9PmLXQ23m11v0uRoa
weGcavXnru7zQ2mZAARnIwnSxbVDb06KJwSf9iy2b19oHLK1kcNTlzcnZdXrWWIOnhV14vbhYs5d
KFtl0PwKnlHrZ41O46tAcuc4YW/ylCfA7Uy7qMFI5nEA490Nmgak5es76ja4kQmvYmvASGA2bG0f
+QpiaaZ+DBkAowVk4947qVsdp6Iqdx4yt7GGlgTwA1ohuCsRTq/nniI3bXRmMoVDmxUPMDlpJ7kx
/iMK5oW8noadg39nG6PLTPt/lVwD6LeJbbRKkMhRlilc6rp6jsGFnXJhDiF9C/mBrnH3qzDR2H79
e66T2OwtXhT0s1hiCK/b1I7HWVw2dT6EpVrPj7WnJOVzWedOUKoiD5a4moMithFLBSKkPQyW0+0l
zndWlIyZFyP8OKRWtl0Zq06HVnTxGA5W1J8mbGIOcoh5uvXxtPOFb9siHHvsm3muOWhxgRq7XlKl
VlAhSLQxRFF8Gn1DQQXeh8yy8E5dHdKMbIp+Vsxy8XtNT5RDgR8aek6DpGAWtVjbBK9//nuTXzsk
gE1WfcetLLLoaWtbDttZKUfVdyykULpRefDUsnl4faQ7C83rhP4hVTL+2Co92M2oCrtPpzCShjce
oslAJ97OD/M8qa1fiWz6q41dTQZ5VFww5dT2JBC0O+eJX8Am49p2PdfbxJJRl3mKRNgUJnlTHq20
Gr6mbQUg2E68i6WXVpjG2g9h4GvkL07VfaFwaGV+we/RpoHorpcmm7HW/8sLF133qEdzaye83PtK
OGmSSvNX1IY2oXY04dhUyjQBIS6c7mJR97YCR4lV/ZR35vhR79vYDkylGFN/LvV+Cqy8VPbq0vd+
xfo2AejOkaAcdb1NU8upvUHpJqZsN9PBdjuqGraMnrSM5pLrIY0jY/W/VLWo+w/CmvfW6t5SsSnX
OiMIIGrj1z+g6txGqvjUh2kvaMyifK87aRSUZKuPUsidXOTuaFTfeVwQ2GmsX49WihYQBA5XYVMm
7ZMqI3hMpJR01KclDRq6nHueAr8LQ5uwB9OTIgcScpRwt8hAPJGSqEmqOaTKW57wI7RoD7mzP2WK
+IBnwxQYnVUDeupN78UWzedB6s3oeyq6RCecTVs6IdlghDYyaSeiJI0YnEb8ql7qwEB74vj64b3N
o+gfr9gdkhyY3ts8ylXGVp/nFtQdy3LqG6P1u8w0d0LEbScRKUR6FKw8ZxScwSanMcSAQEiSMgyu
gqckBq6k6DrwjArXM0RRzGM/5jNO0pb8NPR586tw0v7b61O9FyYQRV6tLOgjola8idGlY8ye4N4B
MtLDCxnd+KirieKvNNcj4ka0n6iOPlCVF+eY2BogINoHbqwIPylS85ROinPQytJ8yvJ2OrpUi3fy
sXX3bzcP5QMMjZH0MSimXu/XNo3zJpqXOdRyezlX47y8TN4Y9T4+Ng3tVT1q/yoKbeelukWUrRnn
GpaQOl7FEqivXg/byK7qhmGew1HxBIadTQ7zzVuQJMhUFDnq6ujUkXcwnVZl38rqJY3N4aRn4K4H
KqgAzZ094OKdzBROIDxgYHSrzu4mXCJvqsxRmiwhbRj63Ko6a7rf2QsGcF025Q+ycdqTUdD6GV0l
//L6Trm3DJSK6FUhSHLLdKP42zc6DOqwB54V+4hpOIFjkPK3AHB9UXjJpShyb28Z1jltV58yH1xx
ynxQCTaHJE36DHqEA9WwkdGPtBsszZ9djYPft1JVH8CkC+lHmjl8tJM+LjBDn5IvCqTO6ikftRRB
GFtD8+P1j3EnhpI6ATfhdwGE21LYPaWIHDQx5pCEzjW4P73lHy1xiqPotPhiz3m/p3V4LybRLiFl
A+aCYMum9ohKmFopVjeHS+saZ2Uq7E9Lv5Q7xdu7MQmA/xqj157bNuHHO1QpcBicQ8SLBu2kIUo9
+spYt9mT50j9YyWF+V8TWeY/aSFz+9jAKwLK0uva3ie+ewBBxtrcUDBz0ZG7PoBoY2LziJhUKKo5
0Y8tNDXdF2MbT0GLo9hJzaX71U29/G/PLLPutNCjfVSq0Uqxtey05kmYefxrTBEp2ftKa0aw3ZQg
MDSSu/Wv2wJT542GEiXdEkajYX6tUbNQgYhZy3GoTDIIS5vL0Os9cUwK+6cZa+Xn1Ispc/WQFL8t
CAn4ejdNX1/fk7+pUNe/CpIU+jYaUoaAM7e/SnZza3tVpobCbkztEpWiiIOBol/8aEqT2k0iXJ5R
QzQ6/6aKl75YU1X9U05TczEjq/vY4JL3uegab+J6nTIg/G0HZb7RzLOj4ILgu0PkDYj39t07143e
KBZIwL3++ZuEdfIG227qRA0xEC+ObeEZgd4X3tPrX+n2CcAoWDSSbnKKbqBaMyqLwEYjNTQAjWQh
EnDuiI69MIr36oKT4M6L4/ZJz9WOGMAKzKUUjm359S6GkOdlscMuHrxGrurr2oAoWJwOz9bi5qeu
ay5D144fFGdGynailrjCzpXxBfcMgIalMUV7iPPbQ86TgCcJ5TVoe8SUTcI7mcWSRbibh0BbxtVF
kYRqBNfDBrUU0BAEiAZJdaPK1YM124UVJqrV/6uZifj5+mrcph/rT2EVqDCs8Llt9bSZbEI18gxh
LVKH/GcYlBdb63SSEHs+WzAQvtSmMoSKpRe81dwpyHWneZryyT06CXXQrFMohChz8WWaU3FIJrPc
ydNuLj5+Is66UGw9kjSSpc0KZmrf4iKrhqorjc+8TZQc+7wa8lOiN++K3ABnJvXp5fUvc3PXr6Na
6ImsimvUsDf7xlWVfEnrgQ8zYnU7JOXf8TR9w3PpX4wvD+CbT7a650hw+2AH0cGwVNpAMZKrbxIM
kYthQbBJCx17TB9mDcg6T8BF/dDVGJ0d5gH7rCCa+uY9+bCC8SjA48xfSgMxNqvGXX3v9Ky3+1VI
4wdhFE/BlAQT4Mm6Nn/0C6i4VfSkZjVszM6T75WErOpZm4zpHdbQsXcqQaBlBw2pdOux0ZE19vEA
x9F4IvriJmhE5rfXl+XmGuYHwdpC4RiyBtnoJiuMcUPhG0ktzOw2fk69Ul5Gd7Z3mrW3d986DN4G
qxkhm29rCKD1bT/VZKfhPI72P3ZXAbVPKmUQhyqPV+HOZJbps5pXhnaQNsKxwWK0/Y+k82b8cJFd
1Q0/q3SR+bz5O2+P2fCbl3O1LpRIqexAtOSFxE7ZrIuzlIreYWxyyUqtsI5i1Gblg47uV2QeOnek
MKvpwzR/qPhnJnLXWaqkp8ghPz3XoKjzo+ooCL8XwPwh5Oe52jzKpFLlt17G83QoRVmMX1MjM8eT
bo2K8lJE7iD/ded6aS8e1sJW52d6Kuu/pZHRQfLRrbGs9hB3OBEvUOpGozrEVTtiIzkv+fTLBk4S
v5NNkfZh1VFE2EkIb+M8+QBFJfJjrl90UjYbIxX2pMspTi9uPuurzUui/mPmtvF9wraKCDHoUsPk
2syjQCiRUf2I3TEteW7HWXnQOy0pX6DJSOPh9f26LsT1Qq3FN3Ciay+M7bQJXrArIxy+i+TSOMn4
vrW67gfNhyg+aLYyeu8TZ1KNQHG8ZE/B8CZ+UfpCvYVbHRApwJTNDhkBgXqtoyaXVIeM8yxHEbsP
BZJw9dHGqOliqgKfXXVUPgm8Y/ZY4zfHlBIrjWf+pFMBn3NzwxVjTWS17eQiC2/kebCkw2fdqfd6
zrdfl81PnswFT3uWsup1eMIOhHLQYlQXO0YO0jd6b2w+qvnUjn87mWJ8nUXufrIyJd/D5t5kMdze
NAgg+hAcqFBscqVV+EevUyRW8ItxnxrFUx5qU3UfuJeUnYTp9lOuicLKFSfZ5Ztt5ugNY+nSeqkv
s7TnRx37xAectfY4j7ejQO4AJsAwlMHoD19/SSUp9Fr2bX1Rm8KCWjQ5h9po9oRSb55tEBzXOaCY
wam4qUN1wxJ5ud7VF+pM9YPiTv3D6FbmZ2cYvKOuKSTmrx+/9Za+Pn40oCnxaMDUSe22iCm8a+q+
MHp5WbKk/7vrazV9cA2wo6fZSu3oPTlqWn+KISBORySOnPFH6zVJs0eput0uiCFDjuURBSkdjPH1
1x0Wz5CI/YkLJd/6UZX6HJ3gVgvN7x1tlw5x5yuvLZVVYAOiobcldVp6NRbWnMiLwo46Vk3ZPFbu
7D0OsYE3hgaidg/8em9EOp6U0qhoQhrf7B7gWXEjE0teqsgpnvCYH9QDBuH2Efx0+T6ya/PX6+t6
54OSkqyAN3BAQEM3Axqe0iaQSeRFwwqg8ZtRgxYfl7bwURXR9pR/7o8GcII0dAXCbqLZQnnfLiNN
XswC2J2e9fXgw3Ys/HlO1G5ny945iaucB5f67zO/lfWo3WWuURKQl0Z1q69qARu3Ru/28H/4gID5
MGCFJgcW5HpHQpGwDQU/jYuSOdXiV7hiZ8fG8mLvKR+c5a/XR7s7p/83GinV9WhKbxmDCiTk4iTa
cqIUHT2MaavtdTB/F2GujjuYT3LV1WOL/U++ej0OzMVirGRqXxLXS53YC7y2ct4PbvavnUAYN3r8
iEw0Xw+GlRXf3Fx5ynmzKOr405G1+ziY3TuqxZNvl+73AqR3OERIZ1V9g6NHNdi+6y7JqW4Vi+Jr
OX6yWq3+ai7S/pcWsYoHlkqbZEyGDzp1ssc2pRTR09s7WI7WP+LLW/qGjsi5LmqN31IkDwmGvo+Y
guuXIlMO1eh13xNtDiX+te+83tb81lRwAKwy9xxVngt9dsTgt1+pgt4sQgTv66Phzc4BH9DmSFo+
fFhgHw6io2WtRMWMl9Bg+JK0x488dT6oie2mARCkOlzm5Nsk8u5QSjPlh436ByNr+2McJ2lg9v3B
HLXp5IxV9wTU5Wutti4wfXCYOsIQh5jW12evXoXLpFMmcDLU+IM7iMZCcs8tPw2D+Jkb6uTXiy6/
oueSn6dy8eiDlR8LKx+Oi6FGfoMMeTCqcYW6cjJd3DFuT6LPZ9EnT/Rqp/hbRuviBe3D6Zcmyyg/
iNnLw3ZVKgoERiz2OwfZgfSTEwEyehb2gqKwlyWD98VqBl4mQDrZDWsv8vNYEZb8oi50AbvSqX81
05gkfqOKmF/Zoy53mkubYjxLqxe58HGvRjAdak4lses2tcV7TmPFqb7WwAP/ds0xSx/daVjVIzoU
nJvk0mH0Nn+2Vaj8jzBnzegbiLgU+/Qe9f/KCtRe68ZHy8nFfwPGXPLoJlNinpBmm+qHTltl2tQ0
T9LTAjeDfBQmmXooCRXNMVJMm207t2N6QksN5yaYwNNZgeD1U+8bHOfVmhR2WNCJPtHy1aegc7o+
DcZunvSDmqluHeBrAPzKmxDfP3bqyJadxID7eFe0SXWevEbrHq2OhPHAq6esPo9wPbsH2uUDgo1R
Qc0fNQ6brCcTphqCWLO0h6LKSjEg6Sx0SDKuErffuiJrlM9GlI//dWZjWF+wh1FbxKxpLyKGz07y
TomXO8MDrAleC4NeQJydDbeV1BdJHE7LmA3VURvzGqG1sXe/62aJxgSgrD73GwFOI/Co+eXHwZLe
J1FJNQ/SZo5KX2mjtPZNDwn6BzHmov9iQjRfvuOUPKefJM4lP4YhIZGSMp2zQyXa1vad2hLlx6h1
QAX4aebQZrSThvKhOWc8aiy0auLGz/I+04NeQ+WJV25bFD8MkVS0lZtmMHp/GOmdBOqQ9S8IRLmY
iuRx8XWcihhENvS89oMApWgUAEo0vWOYVRnMaMs5fR8jpRc9x23kzherFdjooVIfud1zZ5V9e1nM
miJw2zn5EqSpPY4nNJ3n4l2U4R33BSNX9T+eHri6J9RrIg5QnFdHettzfjAadWg+TsbcdC+t11Ed
R1K0UMeL9FJp+EkUmYNf8kJbnp06U0Ww1BalfVu6q1JY1fdeG/koFg35k0tlQj+4KPlwy/beYsCU
6EpbOeeom7kf63EykhkOSlzQj1Kdof7HBKHjfUmyTgAWWmxhB0qnzqqvWX2P0ODkjDC047jEGtly
x38irayLd0rGoF9mS4/laRy14uV/qDuv5TiuLF2/SoeuT2rSm4npuUhTFgVLgCBvMkASSm93+qc/
X4LsEVHCEKMT52Y6FIqmCFRWurX3Wr/D5N5m2wKpNBUb3u00fYjgthcbPdWHwW2UTkm9EMuIj/Ec
Na1rWGAWVyqCldKV52zsjxjgldlWDZ1e8o3F1BIvI57bvoFQVHUelpa65cpWpzfBzH3rXGdp2/Sg
ZxZW5LlaECKAnikr/wiNvIqC3NSHZUvKZ15chDisOW6Yamqz71tDHU9zouJQ0RvEk2CLmEwIlcq0
JYAgjh0Umkstq9c4ZDMYTsIiWg6LPsbKFiSpLvbgC1Pi9UsPnmSiE39Yk5c0F7kSsnUpl/X+Wq1G
jeE17/e6tjmiuMDQQZNuK1lN2hu+iJAexwF1/slSwikOSh5wc2fVOQld+HR1qs+tXgGTNls+GhHG
ghW3N9ZjqgXTfs8S+gwDYESNzDtAWrDhlWMvDL8oFPzBeejHPrDGdLa39Tx1OWsnoWjXoalIJUWU
RC7XRpAwbhsdsaDb0lh3btmJpbmeFR1tmzJha+iWjaDWCT6s2s2rqeK+VFKjOHLvpny3tAXD79Gp
i4doYoPOS9XwsGZ12z70aeoUfiWXjeEihhCfG8yQHiPbCuXA6nB7wvkRY4FjnQGEuoQnUfOTCU4j
9nl1XGzjGSWNS2MnUNdXJQozKR/MeY89HtEJvVJVymGuyHJwOwinn+Sm1YXXGIhdd7KYJt0fKZPy
bRXWc+iT9jCT75WDUrl2icenOxVJvgTTbLbGTWZ3c7oXWd9NpdsPkjaBIs/EgKCZSvvYM7vByb6k
eq+LUy05lsA6IQ8bF/dAu9sYWqWBuaFuWdx0Lufataeyx2l2ChdpI+pCX74oqZ3VG3MKrU9DtYaY
23KkIQiVm35ym04PS6y3JEvd4oMRqy7W5iVqo3kxE1eok367lEtZbAy+4d2Ce4H4VC8KZg2eVKFD
8igdebWRkWB9TOSlqKhAy1JeR11Ur5NHdFh+PEL138KSy0iIGpO5DlKuwvoGZdHsSlPdOl46lUXt
zkM3fWrhBU2bysLExRsqZRm8mD2PeofWpC9uBlzL6hY6bZFkXlklvK0RkIV9gb2A9riMhp5fIO6b
Lwv8S+Gi5po2PDRJNIlDt5Ay+NiZJIK5S9RLYg8DzCrdRJlky21tIxYBhOUs32L7lCb+UpOt7IKz
9ss+zMWSPM6lbLUbkdeYYeOy1S+nUR/6cSPborX9UWe/dWlotXNv6WnZ7sJaUcXdVLWh6am1Eba7
1krawqurEJsaWLv2cBPFY5pvMslepCOLSfOI27aq+E6VJfnGZPDzldFYGvuCiw1wb+AVucuipaku
Vfbk1id6WrYIWmdpY2AOtdSf1DFXy21kJ5StRVSNFExGlWeUJK2KTnpjF0Og8HZaO1SsBD5VU6Sr
5OHJbCKBd4YlWNipZEyzgfE8u6iN2BWTpi9bvVaj/ErVOpw5hzIaxN4R7YwXxRJboTuWCkz7mUd/
uWBsmIkNeERp+rLCwHqbdwvblyZVo4fJ5rEgbKqFPCjHTAuD1NLy+ZhGYmg3k4KQ1+2zKs5uQ01L
Tl1hKbVnhkNK2Qi1OT/akdKTX2+NTYiIfYUaWfW02FeLKuRsbau8HhOMazeJvqjFVlfYhG0iIkr6
Q90IPO3yKG6ku2Jknu3rQsRgBZhtDGz0KiV2wsUbMTOZnyJHpE7idrkUzZ40ZFXjpXmDTwgK/qoh
QqfuqF72kiqe1TXR6E9KKEns9cPoS5R2qnonxU37UQkVshJ82ZgnsTNR3jhHI04q4rrHRHlsJR2W
W9gzgSSuzQynTS+mer5yCp2IwLYs29tOrRxnHzlxUrps8EQdhDjOawFuCdiJJgRkO1vW2/4BAqx5
UNLQTPcYK3RILrki2XbKefIxSBzJgc5Lo/iqjHJp+BNB2/qu6hfpXmYDZrk8ugbNyKLYpTeZqSad
pEkuko1G0vih0tI83OSypM3eVMRG6dd4D3dunreUgXzRm8KLDHkqgphy7Bywf6mp9mHRl3uT575z
F6WdsPTRsuJaUmeTRsFh+3saNaXR/HwuFrJhspFIMDOrJtMbRAeQNIvYsQ4R6IPuQkxU78ha0NKd
Xmel5Uoz1edYL7PpuHqNAyWvCRvhLXeqD31mVYNyrIpQn4/dIpbRnWwNb5DQIDoEUuWS8Mjg7Ugl
ElNTHEzVqqs9G46u8lI9DGdXCbvxOVtUa9wqix5HmxCf/cU1p85sN1lTJFowYmoc3/AupMO2IQUv
9bKswSAV+HKpLkolmvJtsbr0uKR44aTl4bc63GiJkqVfQpy0el8RUhoTeVU3zXUVZc3nOU51PBDN
JKwbCgGJiUf6cCNyGQxLferTuqbhBkkksIpXiYXxraXMQ3KZyU4P4j4CCx9m1QzLLRMeJ7xy2FCR
ej/JTuRnZbyIyW0tkkFOE2Hn7L0GalAgz8jmd11VNKbpOpguar6hJkt8GirRNH5adNbimenERpX/
XAhivstc27KFQ77NntFODugp0ofKVDtA69Ra9Ds9I0bsZKZjMwVqyhblEauChgyghOxu5zkFL+xO
WoJHUeQTPpvAIJMLojSDFsOtqXUhidQ9cGvh0FZiSzJkXyFCLs3Ny+Dh375O/x49V9ffe3/xn//B
n79W9dwmUdyd/fE/T8nXthLVH91/rL/2Xz/2+pf+86p+Lu+69vm5Oz3V5z/56hf5/B/H95+6p1d/
CEqWx/mmf27n22fR593LQfim60/+T//yH88vn/Jhrp//+dvXqi+79dOipCp/+/FX+2///A31CYw+
FACoNBDUwvJlqPJvPx/vxw9fPhV8jpcndf3cdlX5j73In8pv737W85Po/vmbpMjO72sU5Bo5z+QS
ptpv/xif/+uvaHzhcCNIhcm4jv3Kqu3if/6myL9rYA4g/RDF4WisM0hR9T/+Cp8dgi6Y0cC5AwD/
7V/f+tX9/PP+/qPsi+sKez/BB78oD/6c+fzlMpx7vziRSPqk19N9XxxjPYU491wM2ASVbEBicLD5
MrN8dfTnxpuX+ybayGXgtH5q0H17RnjIKzemY7S8TicudGd9zbAbkveOectba4aXi7OtyYXMd9by
EWVAan1LhgqGi+Im3ddGv1F02oAPQ7hnIYgsT6HDNZ6S+M7OLqX+0qoPjXoU5nVlX+jp9SCOGf9G
wHtckisxbW0Kch4eFbwT1eSylTD1gN66dJeWjkKcuUr2xSp3YXg7Og9GclVJzxnUgF6/bKmpzKqZ
Q27q/FSk1/qwN5XNgDIJhKf8QOcB6qE2vpSyku7j8UkdGhd+B6VPeGl/W8x3sfZhkfdS9lFZPtPh
WfEpFLui24P8R+O25XPGjVnvkAMYzoWJpeOSPziGr2Zex8gku5rmrZlsdOMqdi6UMUjzo6h3U3zQ
6IOGazo9EaLZPyzDJ6na5IJ+bNho6bWFdaO2s4Zduzz6RrQjR3j9p9os+sd4uumzDzXrppQei+JU
GpetfteIO2jRabyTGC9lAbk1rJe03tnid+l2Ng+tRJPjqtmpVjZqvW3i7zS4v1VHPlQF//wvKA0r
f/m/rwQuWtzn5OfXf/357287jr2/U1B03IugMK2s1H+97Iykf1+9sVYkCpnWCx3zx7tu/C6TBg0t
kQhV5LIvZkA/3nV+hxE9cfDYkqIroID8rXd9nbP/+aqv/glI01RIPDRU1I5zec5Ss46x5Sv2SzKZ
uAffSy383Cgs6VWd+WEkQovp30U27Gu54Hnuh2RHCsjl7LwX1vMa8PjxTSD1gwfA1OC8Xw+aexFn
RRgmxb7Oxn04e2HuqnryyXCAdH66OT8K3qsC99ZJcw0ptLC3QR9WcOInCkYjUk2Oi77YA61/RMgd
qJN6MRGSu9PaWNnUIbnVGZ3jpaRErQdnZQ7MFnrKoqrJDiKDE/z6C+nrQ3B+G3RuAxbuKgTtlxXh
52+UKOxWEsORdl0j+XR9zW0a7iBSlHdDwWQ3i5cjLSXDV3LNMw9yhaH7ZPLIR8ccm62iJ8VxntDF
uZDBbvGKfYrE7BXNfsjFBmfBjUiGIHTSp7lT8bGtzFh8C5dGN327QG5Zzxd6t4Wt3O16LHvc2Sz8
RjI/QsY0g6XofKMvDgmkaGZjvWgtt0HhcBnmRbt4lXpioXBmKflDUUfrGjlA/0VVS7eT00vQ5Haj
C0n1+2i5IPD7U9OEn8BFPvTTMXYuIxm7wzSt95Kd3i1lhg9ilNjMRZfLauj3ptWFXyqc+OchH+4U
ZeqOeiU113bh8PmzYl7TMaSn2YwzBhp25MZ0oQzk2/lLvCz5xyqxAmPoXRvojkj1ar6QmuLUmMtp
FRK6Nlka81w8jkao+sNop66MqbewzBN6ki0QfpAzt75EMx3gMdhfh1Z9PxIaEhgzs0IvteTRS2em
y8ga4tC1mBH5ZSEarx2BDox4ssE5HJSmLXWVOiDh8YwJiVdUDRqMIZc3Q758TsPIEO7QhOVuHCnG
0jiqrqOKQ9nL8w3A4sdKrQyvb8nC1Gu6jHb5VnGyl1ZYV0EUO9+sdp0MGEVK/a5Tb1J5k9NZmbZF
mVRbZ5ztg5nHOmkvVUnin0RMXZTZHqpl06udRt1XFZAJ2PSVyKHjNEw0prL7mjr1pVbwYizG/bwo
h1LW9yvYEsxF8Rll6EMbd4+Q5nVPLIisoQwhvYBktSuLUfMiJiZ+JfXKcclzMhZq7mssSnk3y+ih
DJALhkUJcepYOZ+yLiuZEYgPtJqWmxtSfBGSKntbaZF63+WK82WMI+naKYpRuFa3rtPSaB8svY2/
ilAVV+nUWye5Npgpg8Vrn0VE3xg1aX7g/wCB23Cb9zGQ0rd0kaKPSqOHt1opwtgbK2P+ghxXvdSY
2l05cmv4IUZlt0kuYxHJNJaLZmWqc+cMMTuAvOtpPXtFISBUM744xRyXQT1BzcZudbjWcJ1kozOV
287I60OnCHvfoax3x0gabztdLIUPO7/ZLSLJnsp0Xv5osijcjXXpV7NWflV7xfwo4zryZPR5eT0w
dt/3qLBvxykaT4XQl1MCoeC6yKTh1DPvjNwRL7wj7kbOBYPuajsvnU3CCcx249JmSr2rZ3m+r5tE
u+76eDgZ6SzfUd6+ZsJsCpd4+/E5V7WT2Zfx3VIrUuM1Vqn5i7JTBkGDCrzRwnjSjJrdmSF/I8yi
firl7smY6iuJ1KYjFl4IvsJt2kid2xQDAy9mcHtDfC7xCl08oQW1E/fQ6qaHrNBDfEH66aM1KYdu
UK3rpfxorj9fL0Ph9X3kEcxV52lBZRL3mjIuh362d1M+BYWknxTJeNThFwAMonMCz7PA/wa4fLb+
eYZYt2Xs/I1LQpuMVZ4URn2Q60zgans3j2rvJkQTl9ixbtSp4HYehmbaiAJsqrvCT3inKak/EO/n
QUUjOxpPDOlDKNdHZiOGw9C8OAKGD/qXPCQ5qlMcmsrEB9ZTHPIbk1Q92FZxIGzhY635iYbsKok+
WlLsheOw78fBJ4HyuJo21oZ+HGPLX6rNWH9shqM5zx4xw56pYulvqZ2vJta10X/tSXN2h6zbLo30
oaGUKMpmVHcZEkONYWs/MMWypKs0PagaKGYKdBm3DFifYpvIyT7eRXIZ4zFVmzsBYauJNQaI3RqE
Wqr7mIGQu/TQeJt6F2n9btHuaJ+8tpRcMfwhZVIczGaNKz5jXSrsIPfHyO69Uc+9MAmve73dGm3l
bOMYOp+FtxIRKEwCYwA8vglmrV5U1l4yxAFTZi+3mPwzT20ky5NaHYexdaZHB43gyVxXmmXZgvdZ
FLQ+vQITO+Yy79zwIY+TL5r9bFaS6eZMwrf1AMwcxullO52kcL6TpsYKoMTlHvSP61gVTCQX+zQJ
5nQRYAezlWdRiNKrcdp0jVG7bEvlSAHxfr2Wk1Hz17XcVhUkosiP0EBZZzRX2q14MCDT7pMJCAtx
6r6OLkc9zP2G0gGc+1CWYetBawqi7ID3mBp0uv0IRTzeFtOWHeNGDBgSOkoV7buRYWAyB0VRZpdx
RZS6Xqp+HTW+Es6VP8pSdYvmS7nuAQCoivoXI42vGJUwnUuVRxBqze/kKgLg2JFkfJ8xetoIU9yn
Eqj1AEwaFHE7+FAauA1J+AmaObKTMXcNmOaEgy2NP6k2wNisBqMWVg9tp9fAMUP5SRXS5Qz0f4DT
+kGe+3ZjpMNHadCBXNNDliSG1zLWUxZ1dh07ik8VYVrofLaiKHo3jGeX8cUIfpEdlF7a2Mpo71J4
d249sTK1EZtAwY6DtSt0GbWMAdMp5Y5n5ahHZXY1knbXMu/ZzOupW0vjIlQAjjbKzTg4t7C/BVDW
NOPTmlMTBlBFSlEvxZ+YUV4kuuLGNK0F3B53mp3Ldp0YJ/W9POI70Y9ItbXGjeRtJb6a6ii5i5SE
O2Kpq31f1bUfyWtjJpwdTqk7NqqPw9xdJZn6nKXz6LWGWW3tmaCOsJq9sdF7Vyap0oUEsCMz1iYH
TLuPWKJbWXxBd8HL1lR8ufyzXVW2GzW2O3bNljmc4xc96GgRsR8GiC4ujD56lLtQ3g7CgKbTZanb
4obswjm+a1vQyDJpLhHi5i5+V3JA4YgCWYTXqrG07qzzA5X5YCk8IM7cF4GMd8lD15siWPM3VVAv
twiBI7Ny3lpOzaZ30TqfK0+S/EAwmVOp6mHCWNJjWvVo1MNTLSz9vmqLL5OsNAD+Ru4Dmnnl0Ae2
M5RubU1UFS1Iari/MsiJVFJt5Ckom32KU7UuCYKc5ptckQMpZhNnxanbxbHmS3F3kIpIcVm8jjEm
WS6YlL/Y420oqTdCxnlnTZ7PiupSDjsXS3aegVzy5QFUzlEKZvPJ7Tpwnqdk9GVwMCdXHwiNuJ00
cyUgMKdmwZrSj3j3HoVypzrlPpq+wYK/yIH7MQfZ5kNAdq2fMzjoyi+yvvjG0O5t5oG0WUEdgZID
PZtxvLeqO4QYQTXqQYlJtiEZrp3CB7Aetb70R2wO1CY8FL3siR7HxOKi6gJ7Upn07iFj3GSN80DK
Zg8vwImq66TcaKUC+/HZao2NNvmqdFrFzGa/1fTskr3BBUzMwIxhtRBV1W7nYaR9WQIZp+WO1Wv6
HIlt31Frs/6ib66yethUwPBL89mw5yc9fqr7b9LMtR8XT2LIk37rJDnIletIuW+7dcqRuUCrpSx8
bFI8R6p3ZuyP0TfQGq+N/5jgKEfJpu6+JeNEa+DDoD526rCxiVsubktN+KGjMPN1h5qHJ5l93ewu
i4L6o3T+1KaulKneum7Abwwkh7fucz75EGncWW0PXQj3OQOSnW4nPNmYObNyX9YVtJucK9zZTF4A
z534EiSyUuWjzroZZqHrNPohkR1fYv+VsqGHM+A6Q7HpROUlbFQL80ZrvhqkHM+a5fZiKy18TqRv
7CK+UofBS0s7mHU6G9Pr2j4wutDPx9xvu8lTO15FxIiNrrmq2KHI85ymdLN0w0751gBBbaM7NmHB
YNu+WdfbUVZ9UPxN0zBUmgcAWgCR8LFQlqAHO3LSYOQJhAfi99O4WxXASqL6WcvOXJ2Ppvo0RO0G
qjn0AKhTi32IKl76bSO3D2aYezA9T2qaXcnKAHBluIZ8MSP8l+b2CAOB16ryBYOchSSWhSRk3bzV
K6b/JN5UiXkY7Nk3zaMZG2v1YDCUAOBdpepnRUk84GnfnMsbGMAnp30ay6uoHIECv6Jq3mTjKSF3
rpwc35ATmqfQs8LLLu+3asGCLZa29wounkfMWuQC9jpbZigQTXAWYGtaX2bka2ewmbZFltyUrX0T
d9mHJEyBNfEOB3+ij5AjlPJFp8wuNIgNlJnTWCyt11MZlplNEMTrh6KN/miK7jRG8XJI8vFuAlc8
hkqnucB4xaEerI01fJhD+w9NHa5bxUcSs5X0yPaR+R3xvXKnzt7K5cKTzV5hkPLncKHSpHxJeDsN
U3xbf1BEkwehUWz/jyDsebEyK9s3YdteLoQ/nXIi1x6bZlG2ETgqvVghFftEz3MOzXS0QILIBDnT
rjV7Sj5nSmgfs8ZIt0pudu8Q9pQXneafEx1mOESsQKWGwQltD33p2fajbiapmEs12tcdIxt/JH7j
lt6wg0+k2PzHvj6Ea3+y2OW8r0Gkr3MlLPecVULxWnuacO1uirXPCV9aHnvtfsqXRih9aYpQzhm3
4dop6WvPhHuTejmtfRQcHlqqusmkW8kS8UelnsQ3W0qTPWudJbsRTv4H0QqcpYpU/ywsdqouCl3r
ZCtxd1XqZvw1sw37oIF5uQYYkHCrtpWu4QuFX6KlU+97xFG3dVEnF1JEr9gr/YdMpkXL6qI9wSkl
p3jtLZe1y1xiXWwgXKzREZNCjz/VcEi6eZFu4NBDXs6q4a7UnI96ocIJ1Cmvtf4YIUgkFCC6zjrl
YjJyzS3z4WkxU8XVRZ0ep2qC1TGEVwuZocg0g3nRGFxkxhZVFXItwgq8RIlYw9SYKordSSesj1Pe
si5pw2NWDvAHq6h00n00RD0mV6Toee2UWwGobxNBHsqcg6DltpD7wBMKbAlC3KCrUAlj1egopk7j
iJuCx+kO4+zhVK3NXbW2edba8FUvvd/00ge2a0uI7MW5GOOlOnYvHWO+No/x2kbma0OJy+54whPY
vO3XdlNfG89lbUGVtRnFI7j8OtCf1mujWqwt67w2r6AV77k9vVZYvMwAwV/Yk4K+AGaYZ4oTy5Gq
2cE4Yx9WoxNEhvM4wvYL2ppoWnO0yKYHtexk8/6dPftfd+yvDnv2ykhmpuFPOOf7salarzTYVymZ
0LAgsr+DZ6+ws59Hj28MOX8+knXGpu2xVsfOXoHQHY9fpCjZhimEq36xvuXJe2elvG5E1kqAbz8G
Xeu1ZMx5npb1Z6WKm7Q/5mvF4VW3j/pahbq1HoGaOfvBHKNNularJdWKvZSsJWyOhLLFYNN5lEcS
dL9PYP8/zP5fwYn/M5hx+1ytgJz4XwAjqCpT7f8eR7gbn789v4IkX37hO5Cg6r8rmAUw9MV2DRdX
m2frO2oIMkhMGJQ7A9EpYpB1iP8DSDCd32XQTNOSdSRL39GHH0CCAS6Bxge9Bmx1nJsIYv0boOHr
N5cQJL4AUtcX6ruFc+fZm4siJC6d0WFHXU/4e9S9dZNnlvD1eFHxMlXCP4hmMQMhG+nfizH7fujV
+cVegRJCQM6AA7WIKIZZDceO3Aa3UHU0IQMzGbQg5Ts+M6/H9P86FPYIqzUxznfr3/8EHCAYjxV1
gXZsj3rjF9kEexQ3G582YnwHpHj98n4/FPZBKE4Q9gANnNUkJaJOaIKzUpJYP4y9wfYZMsA7gSZv
3TaCB0CaMSNBAXqmImB+GMEQY7xcL6az6zRENMMs14eeccI+VG2E3ZNotaDs0+k9GGb97D83Kj/O
kMB3NKFY9vDYvr6YIA1IftPG8BgaAmQySSr3Bdy4zVBoklfhcsDMjFHTT2/UG+DPW7fQ4e4paG+R
8xlnTwtp3/XYmhw1gcTMlHqevIbIvR2EGLH/9aHWW3R2gri/sRHDI5bXUzsr9nanJLNSmLrXqDNM
mrbXtA0CPuvGbLPJ19UE+3U7DwPHZoYV1gxJf338Nx4hHpy1HrDFQeJ7dnPLJGbHRxi8N9BsHaFF
dSaRYdgSvXOc14vay43kOKiwXsQ80CZe30hGgpPDxtfwtCVf2GFCp5VscsvqMm4JY4rt3a/P641b
SHoSkjqUKfj3GefXlVynsE8t3cvwptyZER0mMdvzvdHBCvt/OJTNzMuCCI9UfkUSf3rh81WOWduF
4U1j8zVnLwVVMO9uYiNT3znSWw8LUOQqTGT3zA17fSQIe9AD2fF62sw03SLOL2FGECkntkviQzHJ
oEmjUccPchYqF83A1v7Xp/rG6wgAiW0/boXMosyzu2hJ8IUlNUapWKvSBydE6EBgxrzHvXu67wdh
+3bo5O/cyjfqD0/oCn8j2GEZOqsB1TTXTGe5vlWiEKgUVWBp8HM20TQy14Ggue1bx9jUfdL+8evT
feshQpRDCUD9sIZMvL7eYBRTjxeU7qmlirpa6Q3iqzPDt0nPfufKvnmSbGqxoFmF/+fPK+pAaqgS
6l5nOpWvNEu6n8xJ+VIz5j0V/ZxcowBwYFXWuv7eMvLGaVJ9IB+QcIda9ly4mCR6GoGL6V4Zp/lO
qEnqCyDkAEVf/M69PLNaeKkDOLQQQoAuHTvV83onCKjMFJljRS1epg7KEFcql37DUrqgG8gv8jBh
/Cca804rKhlQ1foG/aB6p+yeeYH8+B5cZ7K1qQ6wqV7fWpmp47DEfI9Ym3icw/h+sEonSOIocgGI
ZT+N8RvAxORzOjKNknr5+dfP1hsFkS0aX2RNP6P2rzflp6rR9eUSQasAGC2Zo02SkR21rI83pj6V
m4wx9N9f04gbBVknJWx9i85OuC4XBBfGyANWTc1GTkCeZCNKgkiW7Hee5TfKlM42lJ0CoAIbvrNT
WwaplY1wtVEMEVxU1mCrrq7M45059u0+LAxz11hD/WzVY37VDoXxTpl843mGDfPirbLqxV+oaz9d
2nlQZVFKOc8YnAQPlyJzN1OlPEmem+2v7+Ibp0ocF/tiAGIE/8ZZhajrbihlKdY9ODjy1axriW+F
Q83oPhabHBq4p0LFDDKdUWSdxU3w68Ovpe9s9/Dz4c+Fl3ULUF3NhOeJdn1kIznbNALI59dHef2o
vuzU8T3G7wm3fP507meKI81Yx7NWIytWVmVeYX60rEjzK0cOgzAzs3fmU28eD7IRK4zFcrPyG39+
Neq87FYHpBo+XSt8pxWj39Ylt3NMnpzYjt45vdf38OX0MAPCWNdGH0/YztmiJqtRKKdW3wVyjTQv
RcYCnqE+ZTWiLjHIAIBOjfUMmLMfs89+pyK+XlJ/HJ3VDR23SaO1Nn8/nyzkB1kgZemYHCod1WiG
16ya4tDLRhswrFSC1hDa9a/v6FsHXZtEnlzcVHAien1QpY+kWSV7JxiVtICUMObAP3oaOPKS/WHZ
aXZjLf34zm19vcS9nCl2+zDTWEllYn/O9klhmqObQU0USI0BsSOpjF1Sz6YnNwtEm86qIBFEar+J
8KN65yK/8UQ5vJ2Ek7JxIkFt/Wo/VQRiM7q5mAYScrsIzZUkEdNROw6EIEsBcYGN+evr+9aprrYH
7Ac5YWwDXx8Ph6Y0VdWxDRS5r70piayDZYwNYJFpXqCFbVKvI3j4Fh2w+k6df/NUSZamX2M/ip38
60PnsVRYQN5tMKNIOVqrYCvuuumh50sE6Ty9d2kVlQ/8swZ9v61wjilwDkNl/L5eH1DGBL0sI70N
6lpzNmVh4otjIqRwI2Op7ysLUSM4hYVGe9Gd+DkubecaBWW115CeBMowWu9tGM82Gd+/ElMRW0OX
ruK8erYAZdgEJkTmtAG0lXveL3uDDR1IUWp0XucAAU2tal6kiKkDWwbuSsdR29g68NSvH4PXC9H3
77G6scDbfLGgOHu3raTQsLXVRTD1OuRdZ14OyDFsXzGr5J2Xa32izu+Csfr4YsID8/M8tFBySjke
h5SI9MhyTvqoVtuBtPbHX5/QWw8X1G8cnhkTrW3I63utsNLFswkmiWYZ+57EydGvzMq93Ju9P8ll
+ve2pt+vIGMsIh9XpgRTgNcH7MKY7Fa56YKpzctNj9fhAW7+uB+1NN7+/XNjDsr/bIaiPMyvD9Vo
uMGmiAKDnFDCoJbhf0P3IRgEnZMfzV2z+fXx3no4TAZu8PEZE5FB+Pp46LwwodPA1Jt2GDe9hdSx
NrFcDdUwe6cmvFWO2PVhfo5qgH+fVV59kpmexDHqc7QkvjCW8kMl7Owq1yMVuroJ2UdBweV2Ewj+
r8/yzAP5+x3E+p1JPTY3zI/O3kWwL8uczQQhYGHae+Fg7zslau/N1tBtVEnqPySzCL/OKMV3cb44
mMxGSbaRusqKEUrn4VUXy8IrpogAMxNdMKIBKQ73ugKAbebWbL/zJr2xHaAJA+yABIjz2gt156e1
AqZg2Kh4LwdjmSknx54uJsyvrp2yjK+maOqv5ETSnhIxr+D75OzeuV5/LaeAFwy8LAxW8Go6fyxy
mHcMMkNqV5xJbk4mnBkMTWpEYJGVqXiIjUBLpVA4T3Urmb7oezRztp7aWycv2/sUY6aHX3+nv14R
Fk/67nVHv1oDn5Uxva6bAT0gIjk77DZW3MPSTK3usBij+rlBCXWfqbl9U7RivpnrxPz068P/9eld
126S1Cxmt2wezkY5g15ro7Nq9LDdajzj/3J2XrtyG0kYfiICzOF2yAnnKAevwg1hyTZzTk0+/X6t
i12RQwxxDNiGAcGuaXaqrvpDkyHGDG77SqtLeW6AwtyWvIP2PbeHwoDyf70+VQG/c3qDA5femltF
7IU6imMOCqE9x77VVrdcubBU4wpnsf7HURYbvYwpQsMhxHvXGG39nZao0x+PP8D9SUGLVnZoAPNb
BiXY9UkBFRTd3xJWp6HUTgDDW2Onauk7KZ359G9CSYMTrMz0O89JdnFV9YDGzmDA+h/I0FrnkF4s
QDEH69/Hsfbm1aaShKOdhU7d1sJ9Qg7dSI2xPiMr08G2Dqcy943edk504pefSwF2pGmEA9Ot8dqj
g2lvUXNdcgJ7tMDICdcfVaRFRws1rs+QHPVXIRLrfqJGqh8aBY1iPVRuvGKVW+Yq8SvEFQ+kdO8v
UrgZPDaot/y6TDdbKoUx6fR6DnF7wLY0qkeU/umt6q8WS61uCFa8PC1EhxXjZFJCh97E9qE6QgSH
2aGApLfb6JY0yujnnbA0iL5ieYU+ljhSb5KrcrN3yHzgkMuTVOqIrj9waNTOlIRecR4pLgUDFzam
s4VDna5DvrSmAAwPPzu4VDd1HXndoKdLw8AwicubbnPdjFWdIvabVagS9OHVQPPmjTC66CIsr/2g
WIPz3HhjrgHkGLsgrfrsrd3H01+PV/bOhuWmQ06aUi1thG1tp3MhweLFV51bc9R+zNpYXJGNKS6o
hbQHZ8POQuJ+pgNEb43S4a/+7m+31aJqcpm2eBFlQ/R3BzjtuQx1tGx7tQ2sLgXx+Hhse19Y5pi8
a2SNB3Oc9bx2KNZFs1s2Z2rAoxUoTR8WlH2zz6EFxvak5ub4veEsrc9IbYDjtOywD4wIhbLz41+y
85Wlpp3nysIw9KnNHuJPAOJY2DBxdnvCz72WHpgwtcAIG2qLj4PtrGaGCpfKciihcRWtR724xthU
w9ics7m3wNQXxvvFnqxbhtk3h390HpVEPcgF7nN6urjSTtKDsOmg3reOaVlYrCUzA4TDrL2fcK4J
OLmLn49HtnMMU9aRbq08y6lxb0aWVvxya7bq8+C1hj/3RvYcZtiZLg7pmG9M/NkJ6kRegwaK03+x
fEl/OSHoPgFG2AyxNOxWih6Sbxth9xrEzuiP8RgKH8Uk7WrH2NwfrN+diSSLkJ1Mau2s4O1w+9Gp
WiOsEaYAYFz3JaaJsTN9y+vwL7Ubk+gUjYr+8qXK1kTIzqTeDBp8c9nkoyqxRpT/apRWnorMc9/2
01J+rBFU/fp4OncOBFanhruMXKd82/WiMepOq5UM6SoHHWsJswLsGwK61BJYevijlQcZw849agLK
wRfb5OyFqryOx1w5qevmQIPTuIblz8bgMTo7fmLEdtDb1fS61dqKi6YPxRkSkHNQy9r/AS6vGkqG
rKPNgK3RibnI+AHDEpbfW2w9X4OhzVCGGQoMcxFZswSkhKF0qq9pq395+edGUZPiB01UEpVN9HTI
U3Uauu5MhrGc+tBt0PZA0xvYvC6eOfCPZLnv6y2yr4ldmgQy8C9bwzDEsiCRApYM3CVzbkkGmysS
QgtURXwu09J4GmMMg8CvgVpUkA+YByWBzOFB2lLc8cCn4u6I4sfQ03Wo0uLn624L0GoGgt4zey9I
mql/0wqMwmck8i+PP/JeFJ6JHIP4gfJi3qwxxEtLFKVsNzCcfLmkfbqcmrE96k3d3SeI03CP0iul
Dw/1cxOlYoz6Eulgccu48Iu5LZ60Fu5BFRtHfmj3oQyqgrrJRQLmxtzWUeoIrbEKd9qg9aLyGz6M
4g937hxIAHBhHn+7nVBkezifyUwbReLN0eOJoqfkNusw+yI4cbWCjQEOZBH8HVEhtHZw0sn1vsr6
KNjT9pE9U8QR6FOvjwOrddF3nkwjaGf7h1KE49ma5vrSjg4NkGJSbo9Hd7f5iUT3TL7WKaFwAq3D
adkcGYuDQBo1zzhISrt5m6aQtNTJGt+oVdc9A/wp4iDs4uU2tkjDXB//gPtaoxwr0wg3E9fsO3I0
Aie1lZgDwFEO2A5L3NCewTkLOPWjO6R+gRTfFzNdTDphRYMQX9KkM0kxGhzxychaRDke/yJ5gW1m
gK4b4BXpPEVnczPhU91ALMsLI3Bh+nx3a3hNbR8171Ea+jgr3fIJFEn/dyw062Cl7Uw9qahGBRjt
aYqEcq5+S0ULGEMKDqlqgHTV/Dzlhh00atS/SpE8vaRLZx+cPXufnqoEpQn6JtKraBPQGxZjEIO9
IJlsUzBpNdAyPuhvdm+eD1166qCe1GcRTjokXno83Yk2Uq74ahq2/4yqTnXv8bff2Wz8IpAg2BdA
0d7qw8/aoBclJ3SAj1b6VDVOjcP0DE2L7XYQ6j4Pl3AarnmmmfI799/6c0Of1tpIBZ1v0J07pxCV
zxOaka9m3OkvhUc5b1RQc1yWaQ6SEdvMcO66l0852SloXJSeqXNvZ2BU1NIZS2MO0FNunqpQywM9
NJNz3fCwRn8mOjhddrY7lURa9gb+JDIXX485QbousTNLDQwz7jEyjFEiVhrluXNL5W+tM4zmbCpe
8wGgiJgQVRwV8+Cz7yxyQAsy3aEiTXnOWP+CNEyopi4scmpi2bOu9vpJhN3yRyn05e+pQpr14BPv
bGdQ+hKmSz0Gy53NIp8KPUNxKNSCDL3c+DmLDIQ+CgUrOcW2GkDm5IENlnBwJIDHhcNRBX7nk/P0
4AZB2hrXAxCgq10dpxYoATdWAwTVUmTpln45zW1uX2t7qC2kn5z2U17r4bXRx8XP5/hf3JUkGCYf
3NWBFWw/gImqKcjEFu7FNOindEDIqUIE6ozy1JHv805uBQyaYhCYMal3sc0lRTRi5VW7ZiCGskXa
qV7Qo2Ltv3ZjxCSjNHO+daXRBm6suLcs93KTHEuz3s6oPwWT1cdvHp8n95PPlWZQd4QrSrawLX3O
lPnQwGyswDKj+k2U2OJGRtvCrFzy57Lsaogu7XilNn30Ke5TLipTlHu53OiimduaY2aQUwtPoGnW
mcnNya3xWWFLHmBl73cTKZCEHcvVhWT85gxLZlrbdWLCpk9M/ZMbNTr0cFQIUqMxgyzjADnYvvcH
NOFIWZFWou2CHex6NUPuB+1sRDYU5KwIylAg6Gt0CSKXS315PHe7oWiUUehzbJ1Mbx1qygdXcXPk
+riMNd8dXPZNh3mci1brwbG4+xnJPjiQpKWivhkVKrmJosWhFVSZ8VoMaXRJjNyAXxaOfp2kR8ah
e6uS3A4oMM0yWTVYj0zVlQndSl53+tzUnwEE5xe2bu33egftZoEFWWhGeK3s8shWaneg2L9z9VGf
BhK4jrzQTS2NceKbJig3jbWRAbqM1TdoWOU3+iVH3ZjdePRj8NTAmvmuma65VThH1MEC/MWmG+5A
xWcvsnjX5bCh7KRu/3q8Zu4PWwprcrOD6tFpA20O27SIklzLiDfZfEA9MhKcviHiTUthXiIPiSxl
QM/Xbb3sqUc67GDJ7g2XxidlLilGZG3t/XpRoyWY83l19L5Rv7KMK5CmiKK8Zz4vIjrqj8vpWqeq
pqSeuDoiReySbQegnqfMjMbWDjLcWt7k9LA/KZ1tkDtCpzS63rlEdnSUH+8G5SlnUxYEULqtdxmY
QuSWW9kBiEvz2YuMyo+RLj/X7hzeZmVsrlPd6wdfdm9iMRKRoAxefnhvrxeuJlLDgwttBZ0bQh8a
tATVUzAp5gkhAPufTI2K0Vc1hFOUJilx1cO35vPjtbU3udJTSyJDbO7yTSLRx/OEYYRuBdCgredK
GIjBa0oY1MrSB8PQH72M9uJRh+JVxjVCMXxzSnjCzXNMi6kQ68b8Uy1S7SJ1wL9pIOuNU4fG+I/H
A9w5cCl7gROQNQKkzeUP+u39keVqXRWDYUCjhkA6xHNysUh5z5Ez/HwcaWdolApw9GWfYOK8bW2k
GCnlWrU4QQ3MOu3KP6vFSs5JkhZ+iq7FQQa4Ew3MNYhrshJAW1sbjCrLFRyKVSdQB4M6lkFJwhmk
AVYmkIbuofa9dHScQFBkENmSdQNvk+LiNxqjaJNE6ClrsFO5oP0pVRQf/d/JF+E4HiQBv/Cg62MA
2yIQJTTcKSE6W1++Oh9dbAl4LLTlrP8UZuL+dJeu+FBMo/pWXQzze5HX4/s4TqOnpB6a7Bo6XnxB
SHV6TStCpdFQdn7uhu4XEljeu4+/h7w9tz+P140JbYpEnJlYryvPUOiJl3EY2Hpu39iZta/P+fT0
OMr9LEtEDeUgiXaR+f46SleNAi4G6tZJOqEW3VXJk1M4nwvspJ56pT9YwfeHIC05Lhgslh0NzNBm
rxj0/sgc0QnEtGn0daDlvhdWxglPCHGJLac4w9U6wpHeb1BKQuQNzDIXHLtnPUQTn4s0tpfobKq5
6msLYqtpBqeeNOPF7RpSO7JmUhSQcLLQtg5VjR6au3XHuziPxXMfOQ46v1gULzkyA9mkNq+WChXH
x1O4Mz5MeLBYojkmIS+bjZOKWNB1sxNgdhbYFrUYgKw6w6ei7/uD/vFeKHqLDl41bBx3+wxtCqRS
slCPKahrxj91aCMwYMMVYCuYOCI/HtfeBrW4oYnDS5B/2ewAXn72NE1lcnZKUf1d22P7bpqWIffR
sFGuamHUXNTmHPvC1duf6lBW566MKgQtKvQ6+56rxpvM4Y85mrAmA19zfvwDNxawdH3JICiGAKJl
l6qUOjfTnedGGAlkiMQ4IyzaakbynOg1gkcJHuN+N+U1cvSF/n6Z9Ppt2E7JG9zgk2vTdPqbxqgQ
h069CHwFmFShtmGHi2CLmwFKpt90SzEQ4PAMepmNIg7WzK/Te3O6yOYXZAhK6TTANjuxNkH1FGEf
nwe1/FTV8Jq1BrU4aFKxXzpAgOKi66/ZgNXI5CDwpHCpQk4Y3Lc5BP4zmJEj2/q7k4izDi4hvUA6
6fxzk4RKjFgJD9z00wlBNFR0uvGEEnvzPvM646OF0+Dl8fTtBWS7cAHQuJKFnfXshX2JBpxQUNOA
5n/T4854rgfcUJy8rJ7qMT5az3ebB64bYcDnUjzDzVr++W+JgtMsg2mF0KjMBFOPBroK8ATwCLjA
i+Dx0O6eSrLhJ6NAR0BDU918S5JeJR0tsOtoj8EY76gS/aNhnuVTGB3o2WfqzSuUKSgrrzsIvTNK
zyTz4pQHykM+tB6lwmOsQwLb9IUyuGdoWnlg0Lf2TXMYPj4e5V12SwT2H2VAR/bHt11co09bSlEQ
LuxkWlBTk5oLNAaDukB/bHKnLsiLufoY68qIiEpxBCy/LwQTH9FjthCMAfpEmwUUExHcUEp8KD1B
F6pDggL5mN5qx0ZdBwGeJgnYR2F3SbRJ++x10/wmc+rmFmXhdJCuyWCrDS1/DKAeKJUUNmhrr797
DQpCcyLYL5GOmFlTayicdWV3cOTt7BmSBZaVNLmk9bg58dQmHvXQqUwfLP94GbyyPimAFnGxGL0g
q4yjp+HuqHir4btIx4X38HpUMwQRRwBj9rHP05+mMirRCxqPjG/v0hL57Xg0SJAbJ+I29URjFpjI
1Jk+Z274l1GRdBmJXf7IaJooPmB5E3lj1zkgOO99S0niwXIWSzmysPXYUpI/zZwdA0WO3v7a6WUh
TpZdqwgjN1p67jFkfPmJB+CXzUJtj2L2FuSJZe9oaw68nWZcphO+BDjDRujrFcYCQj0N+xevSaQd
qJgAlaFsQrV+PcJCx8NIL4mnD7pytVK3f6LdaB2M6n72iEKPEaSKR961JdKYXhjFlKchQy1R9k5v
3fRstBh4TPWQA9ycFaQRMWSyDnCE99NH0oVuMtamwDDhm60HxyuIPT2wFUzohLchbDEzUCe0qt1Q
fWW5uTgY5v2ZTjyTCo2DhC6dgM31Qde98OoO06m0R8rLdET5NABKQ4tPkCGF1Ewry0WTpjCPiG07
Bx2hIZWg3+M64PU2Z8scmUiaFuC1LT0Lcf3FYVf0ln5uOwdvGDDJp0jD8aNAJyqwCl1cFFsxPqoW
2N3HJ/795WJgWko1g+4Te3V74vYjmCc75ZBTNLRnwqaJfVXrnWcb2duDDGlvellXlOXJ7hBw2Jw8
XRJNCiZSnKdDbwVObQi/xXb5plvOeNI6xA8fD203HoZTcP8pcP4S1/g9O+hyxETBjLKcWFjnSCn4
gIOdvx6YVRiy3Xzw/N37lABH2JkWmCRSoPXyHezJ5rmAiEPmqsNJU9M8mGN3PA+aftScvz/EDfk0
AYZP/kOLYxMKjwicmUtCtQ6Cpx6JXWCU7hHCau8Dgl2ggEhKS3V4sz+iaY7isMGRcILji4Rjbp9i
cw79Nkx/OKNz5Hm8d+oAQAJfRYOIjyh/zm/ZHMYtmV47GsTWrmvIsFLM8bJSge3Zds8dzG6/00r7
YJHcZzyU8RgbuwCqCF2pdVCtnmn+Or3ph5EGOlpJveG9mMVwU52JB0iJ/NN7FyHp/5iZgtJdpoqv
j1epnKp1lsEPgJzAFsTMgcti/QNQc8GREQyYj2ZeHOQqxlbF0CRXTfG8z7x3ax4zJfp2dj19eBx5
b3q5ukhwuC4xad9MryE6TEwnvreb18j0megp4sicXL2oR2i2M8bgcbxfLPvtUGn5IuOgoVYOiGU9
1DK31MxWIzZk501S/bu0YUtGg/vX5PLwxaQIeyYEQkIUyW0Dx5zTXCTlW1WM1VdUy1JxMou6Nk+G
wDzmXIkaI4Q46Tvca3CUHU9enE+T74LM+9IltvZPTtG598tGL7obiP8Md8gG2WafNl36t+H04s8M
bTS8VMISCIeVLgP6lctYH8AbdpaY5AaBaeNcIO3arOu+QoprXCCINwJ+UJxhImN4eX+WXix+3Ayl
P3t24+tU61AoLo9wQ/dvahIiyvOYiEthIPoS68/uGZ2Hw5ZUiV7U5NtsmFLW0G7Vn1OudZE/pO3w
qdcApSIVmPE58O7RPzfabHcnJDXNr7jnRrTJ47axrlk/hO+tBLfPk055W6DSOJB4g+ZCkDyi9QL3
CGfXo4Rk52ilNQzm6Ze4AU+D9RBQISusuCWxcxRTBJo3558moUQnHuTz+fEq3Qtl0TEGlUDPD9zN
OpSRD3WNHZvBugF2ydTRqtG6hVsj7w/qszsHnuQG/S/U5kIsTXnaJYzKslBOH/U6/7rIp9GJV2CM
KWrZiBsGZcvl8Qh3w1r4edOs4aCV7hW/n7OmiWq0mTBCt7FRbDXNDlPTFCvB5KTWQ/3V8xLlHJqt
exB358vSPaXQRfWJbGPbiY7drhQxv8dXW6O4oQePW2nvNoi/qz8fj3A3kmQbSmsE0prNQZMXVdeL
GU89ETslgGDhXDyzaRG7dezm++NYO1cxN+P/Y22SVlFW+L0N5Mpxl6ufRrRwvteyL/04yu6I0Iei
pkLSaG0p16ZauXjXob7PydeA4sa1daj08jmpwiOu1F4ojUnCIQQUGIC49fJIKs/OQhCFvlGbELRa
6A5AdbKbPhTx0+NR7axE8goaIbTweCZuQadj4Qjs5EJeM3ML6Akti4viTtR16zG6ZmmjfZxFYX17
HHRvwsC2yYVBU4s38GZ87uA51ciE4avGWkxGaLw6qPnHUfa+Is9rEgoKmkza5hihfDrYc8PQurbV
v0Vt+Xdd6s5Hu8n+xVpnKCQpiE9R4dpMl+GMAFRHYfhVPCZvKqvhFtGjqEZcPVQO5mtvUKTTUOk4
i3m/bGLVUjECLU3Dj/UJnxAV2F0/UNSs8HG/Pv5+e7NEMo2siwHvm37NepbiWZusZuJs1LpUXJYq
iq/4g7wY6UgtT3J2YVrzlVj06yh1iRC6jSIGJoXtD7K+5lxk+nLRGZA/2mN4+xeDkrVR8nb57NwM
yla82azdgfoEpdLX5dDx2gpzKXP9OM7evoLB/784ch5/y6TljaMbCnGMCZ6WpmG3rpvNAPrHW5DE
8PLnnL19UDvcSSd5+PCMprWgo9CwCQqrJbLzciFoB9H0FIZd8mVM5v7SxI7zJu/dqj54UO6tEd4n
VHsszyKF3yRWKbKd6aCy9FurLp/6BZ+KSNUPXnX7QVgkkt0C+X9zW87uWEy6jT4oThf9s9dgDpro
mfBfPmOSYKZSNqNuddfm0tKySHrd8AEyJa9Rnsn9Pk/aoJzjBI6w+2rywn8eh7wfGJUWneIO+Ecb
OSGZtv62SFKt12ttYu3nvA8Cz6rtj9qIKf3jKPfPG1nPwXgKcqYssWzOwa4YddRPscFMgPxfp7Rb
Xulp4r4tm7D2i4kcoEJ3ArvadDg/jny/CYiMSCYFZQ4rmGPr8aEWUU/Aypk4tyzeG4qRfAHUPLxC
N759MvD2PVsCUPPjoPebgEKSrDxKDC1ELPnRf/uoVDc7zHeYx7mf5FPGcuHROUpgWv3Xklv08m/C
AeeEIfSrbrYOpyWRjWqPDFfZrW94iYeFPI4n+Jf+nJXwCC+2NzpOSw+qHr6c7IZ1uN5K6YpiEeBn
4wDbClhegBsTjngQ/f/Az1g5qOfuLVF5mkheJInIFhmdaA6cnIiXC2+ryKejOd1wxTUPWrB7CwU8
BoWpX4WbbQksbRHDg4II0sTrkrc8fKerMqWpry5Tj198g32xNZfB45nbGRpdJGn6BuERpMRmdQKj
9NC8lzw9JZpe5Xoen72RU+ZxlPsLG+wXT09QzhYxtomw2Th20edEGYoZoK1T4rZt2t07BL+yFz9m
yHNkCYX/lmrqthc3UYgaEeQml0vVMMCsO8Vyy10Cb6krXzPLwRdWdERN3lmQNm162a1iidw1AMtm
Scy65KKLzeGblkXSJUovvygKFh5uiIXd488pJ2VdwJB8WZAW9KjocW5RvI5V0LRdZrTA3Hl6b6aT
OEM6dnyUYSIf++PJl2LwzyKKi49urB+JNt7PJuQIcgeVHg0UVmuTreQxLmLe7ADNL6Lpu2uHahOU
kOPOSzVHw8HluhtMFi2YUBv69eZdU0yLUAfszdFIzLAgSGbzdYub8JVXqnZ9/FnvGRAo0JjuLwo9
5VNkGtbnSonFel4Ns/RDz0fIP6M4q2yJs5cOOGn2InttCTSQRGxBDFbEa3N02/ePf8P9fiQu3Sp5
S6EdswUegKJRbGNBCwctXvGkJlp9jrD4PTivd6PIu5aEk/Rv60XIa5w1mrsI9etDf0vIckFWUPt7
PJb7XSETFag0srjHqPT15zT6VihZSRHN6Ch3G8kyPun9GD0n9jQXJ63qu4MJ3BsWZxg1aQhD9+jv
yOwQSgZOECyN0X7stcx+M9Zud5A97w3LARMCfkWX+pZyxf52t+Iwhb7tEpfg5TLzFmMC95wvlUDr
TBSnXouO4t3fC3zB3+LJ3/NbvBnH6RBmShk4s/ImBw/1BWHW+ZZYVQpl0/3ee7F3sOnuhgilmN6X
BNBRrrujSKhhOdRFhNqr0FvzNKaDh/eW095MiTzXkuoItn+3yYkHJYAqFP6i8sm/HqITl0vXpyMr
RYmTS9zWNH4M4A38yj54vCh/tXdWh6eMhenlr0UCd3qTCQqOxwoh3yLo2nH2fBOLu6+sJfHOWYYR
6bqkKGm6YbU4F4N3bmrP+BNnKR0p5UxNX2NYoP+x6Aa6onOKJG6WF9SRxEhf2SyLP1H94PcXRfWF
R3130+x2/kAFe0SyzWjESanag0Rv98txZtGA4YalW7r+cmWNzLNgOwVJIezXk+pgHYMp1MXt8BV5
/OXu1qH8cIQBkCFVRrc4hEE4hph4ege5PX+3Jrf8cwqL+VqmPU6YAn/T0Tfz5Ej5bi+qRIgBSuPv
OxJg6cXklIYosHXU5rO3iBr+g4XzMIo5l6JXVGD6unZ+PNS9r0qxBAIy6o2A/TYn15KlQ9jYSh7k
FjpkbarPQYcAJ3XC8gjIvRuKhg9YM7QEed+tJ3BautmJQAgEPYiwkxVbjZ8lOPPEVL5feh4zgSjq
IfAORkAWntahELqczMk186CfCvfq0FULRqsfz0oWxxfDK8L/PP6K9/epDAhsUXrLIgmxRV8oglKb
DnQl0ESUYm+BDdAFoHP+PGCQ/XqKlu6VItIOTd6s+ivxWv3sqGl1cKPuLCCiAP2At0bjYSvg4hWg
B6vSzQK0GHApTIwqWIRZnyykMN56odec7MIsD4LuzCpHJzkhZXUuvi26pSt6yIqumQVoGCbnECmi
zzirdLReQEo8/sq7oahPIToMv4O8bD2rTcnjcp4IFbVqdO3werqMrj687aw2f/lhA2JHqopKutNd
kx71wdE0SoVQY+Nhbri4FwVBJb8q26Nyx12KS/YjteyA9SLuzBNuPaqoSCVMKcwQgim8QI0wuqnR
Kvet0fN+2lYjzqOGdGorEQuISh09i/Y+KsBsKdXFU4LCxDp8Q0Zkq2GE/1aMdfE4KCi31qrua3U4
HBR2du5aYKYAH2SHgENgc4IvTho3BbarwWKMKgyytv6UhyhVVWFb3rTCyK+P18vefqBwSvZnA22h
9LIemjFQJLEzkQdZpNfPhWM1GDDp5QXdn8XPtKI4pXHaHBw9chCbSxdB8P8H3Vy6yVwsY4uKZiBC
Q9qtFvn8CVK3fa3KzHnKDMzKvMzB41RgqPbt8YB3Y1POAnsBWAHY5HrALm6M/agvPFdEb7xa8JDF
aMcGMdkZMZajw5+ZV2rPg7CPgHt7i4jKsZTDRbEVvMk6sDeXpaskSR6o/RLd8D2c/0hVCggcV0ew
0N1QZGu/rkkp27QORWULI2C1zKEUaB+WQnU+VaMDYXlQw4MqxV4kw6OTy9tEyvZvBsVHEyZsvSwA
W5f4eEUq50mU+TkVTnt5+cRBGoX2TrIHInGzM0rqgqmtctwgEVo+zUXaNicvLz42TatcjRrGMpek
QhOgFX88jrx3c1GLpN9CeAfmnDyefsu5gZ0iUDhZnHSLogW6lxqXplW7J/ymY1yxBdbeTuJ+GZsY
ZzxdttJHamwHqereTqVZDsOKY4FbezP+OUwyWTfJgt5MvScMOdHqM8vYb/LyT81FL5tWzpGs290T
inNXIk3oFpH3M/L1wOtEL8aonomZQP8UZjd8QPfHPSio7W1JSClIF8k6BpzPdRT8wGYRd17G8ToI
HNiYT3xLwwu35XcntOrFb3qnfjvbyFkcfNS9i0XaPsCbAyzpbFHMUzkiY9QWeWCOelv7Zp9MZ9Fl
0c2ysvZL2tfun64XifjUugVWsIurHjkz7B34koEPDgN5D7KSzeCHrIkRH80Cm0vO5/kMNiQeUmx1
qd6kpXlE+N/bsfIGJXsHUE1lfx0vyW0t6hXiWamFeePsLYHW2OkFI9r8YMfuDQ36D49+qkNs202o
tBVOl1QYQtdegp985dpQ+cPultvlfJ66xTxYR/dD43yVIp50zagublv5ttlqSxhFGSZ708eo7Ybn
XiXRzEHxvDihA4JBSUaeRfRGtvlILkW+PLPLgiKtBww22exA5cdL0Y7mwQq9Fw2QcA/+ohstb8zt
ued1pUkxuCBjVRKB4XE24jA7JAhPoVy/fJpp6v01YUzud96Q0BS3hg9jVeIdjFrHpZim6uA0vD+H
+DFSJ5UjEfblFlCYq4pj9kvGOawk+eeqtKbMz63OvNkT5apTWNTdH9FQl9FB0rAblwoLSsMuWINt
mxcTz6LtxzQL0EH9KRQlOQM9cF4PFqVwXtszJsWW8enxyb+3omBzYEogRQDvwPYevS+zaKosMCct
hys4ZRcnndQ3s4Gfxr8Ixa2GVh6nAO+k9b5cpiHif8o0t6AbL5abLOyYBuvytj3yn7rflzpYDRYw
N7YE92+OnK6Le2swCTWZOj7yGVz3nhw3aKJIvYE3059ePjR5a4GwARYKdHM9tDaxB73MG3ZLab2L
3bbyucvLi9vHy0GkvZHxUGB1SLDm3X01l4nhKhMjy+1EahNBW1iaIjqJJOk+9TkGso9Hdn8/SogI
WTOEDF6V20kz9TlSnMpJA1trmsvoKN27xm31A0jk3ioE9iLl/iWXfdug1/SKGn9RpwHSpuOJyod9
tjJaXQNnzvnlA/o9lPwpv2U6ZWL2ZdwTyq0y7V3Wh+kVAe/xX2xl3lE0IsHzw1jf5OCCq1CLML9B
NCwTrzyMlN+ELdKi1ijCHw4dSb/uD/vyO2tD2oxI9RXOLbbzemhRVxYq130S0EX7Kwwp3RSL4eCB
Af9shtPz8i/5S2MbSCmPfuRl1uFCVKncCnETdACa7tLFtngPR+plvmcwEwGT/SqEke3TrNguwNbT
CzNuiDIU9dgCFA4rv2nr9LuIFfEWeOlRR2JnLcJLoK5AJspO29bCUOBziWjItYgFLRQwy8d4HE3l
9FB2ZC8UFx6FBeqZ3H6bY2oY1FrQ/kgC1UjqUxTizDJG2Hab6CBdHi/7vUtW1jFhVJGrkO1uXkxG
nMH25tDFZTtUT1iXaD+1UMHzO0ykukqOH5qLOUEQC0+9Rqgm+Sig5NdyKEt/Kuzhz8e/Z2/oEpag
skx5Wm1bTyZc88lS2gRRdiV5py15+IZDD40iNTrCP+5cqw4tUrqVtCqhiG62RYf5lV0sdRLglZKf
DKdpL1k9gLWOk3ZEokgLz1XmLbeXDpDbB3AAcCOUB1A0W++OWKeN56oZpKs28c66GNpTJjgQrDRJ
D56o9/vegFoMPAzuO53grccDkH6nVrMkCQox5aeka8YzgDW8WipY/Z6Gtu7jod3fCaD3ZGWVYh+D
3L7TYAqDEusR1F+QivtCrbc4wxtUro+j3K8QpJMc3kpsDlrMW0jHkAk7h9ceB6KfjKBo0gatrA6L
HcxfTo9D7Q0ILisPMzSr7kXbpxKxuVJTooCMXQH0BlN5oswfPI4id/O6JkQEqsL4f7AKWc3rFYHm
KG1BvL6DEkmqD2rrpRfbQneq5W14zfjPTk6klB+6ZnZfvkC4xKkukg3JltPmmQLz3BEezrEBNzBW
Lr03XDqjm/8ulxS3iDKbD9b+zoIkG5LsBtlBgXSwHimmS2Fn9cQL22IGQlXlfqEO0ZOnN/PVzuH0
Hkzg/Rbn8UCmR/8V5UbmcB0wr3v0hQoy5C5twmsNaReR00X3w6S1nmlWmc9GMqQHScteUDiqnGG8
7BEZkwv4t0xizAwycyFEAHO+POvZ4JydDo8rzR6U17YeVR8SvM0OEoudXQE4+P9B5af/Laiqt2Ak
AEDQCbVDv2oWnKbzZPLbPo8+Pl6vu+MjTUfkn51xR0rus7ydxpr1ijnu/EPTJmwz3EQpL4k+K0FX
sJTKynkxe4x3IEREtjy1aCReN1NpIipUiTgXQWbBUqHrNgcCTfJnclCP+p7lvvyYIR4pGmYC8iG/
mcV6WDxMs0oRpM7c+KQ6/dlEgdKfnNQ5uIN3DgCedr+EAOl7cRet5y4MFTzoh1oEHb2bVwt6C+c2
NCAZpWmqaTe0cJRrqKnlm8qYwoPYO0cc7T3ZDaMMQ1Fks24yXaRD4y0T9930qcNJ6Z1ozPTz4xWz
szjxUYZ5jD4Tuca2HELWpJV4uE7BEBtSXnFIrlzvdZAlc3PwLtlZnJD96FnKgw0Zgk064yVZNlce
p6db0p1vs3GhIqmWz4VFvy+v0+4/SjHmB0F3xofoASU8eY5qXLjrCZxVZaE0k0yB7QnvFJe5GqC1
3t1SZ+pOjz+lnI/1ZQGTG5o4BHXKLygtrEPZVhdq3gTdnxWZfFcAwvkmFKmPVPGKIKXwf1BZ2o0H
ahMkDuAjqh/reDOIi3pqyYfM2XKfi1wkb+I8quEbi6j40XhDcRDwfkEyQHqzUqeNR/O249S5cTMJ
bRkDrcUjJWrG/lXSif7gJtqJgvKcBBhJSSAkMtbDiuMlM/RGGQIWLNRmYBDP+BOVB4fyzsejaAOV
ESgOq3JbMFpGoxs0btVgjI3JIKOexms4RdkXpR2SV4vWhgdVgJ1hSZqUVIqgPsU9ux5WZU1VQlN3
CLzKVK+1Myrn+Jhkf7/HSFtpRCBLLuNskcqLq2eNZy9D0Ftd8j5q+/BZaeeEk3nSKCcPznukTdqD
Gdv7lihQkKYg5iSfluuhJYkykK9YA5imwv2B7m/uR6kQt3hGdjsdxZH0zf2e5gVG3VGKdEIP2EI1
O6+B81UXIz5QBUY5cdI8tyYLhurtEYx3Z9bor4Bsot4GFXOL+pmH1Fu6vmTJl2Pz3KSGds1iniSP
T46dAbGLgYOxiakhbi+0xUqV1tUYkAjz/L2etv05NSvcBeMjcdX7SOBFwFtDqAcmY27PDJpVsdOn
FbmIq7bvzE61PntFseiQExsvPhjWLx/P9YlItF+zhFAyR/B/STuvHcmRJIt+EQFq8cpgRKQqlZWl
+oVo6dRaf/0er4fdIpMIImuBmcYAjUkPp5ubm7h27+b1hG5riBHNm4I+jsoBLvBCQvSX2HV8eC1I
rxa6LHe9yOfhahHTwP4zxxYMUkWiksJWqpX5IcrEf3eLYrWn1OvKL+M4z38rbhu/zJE5/E3c6gHU
q2FCu5spMRt+NurGEtw+oNfXihlACgxQZUjOjC1KZGCwITVE3AWxoF7jR1NefklpGwnG5FzDh2Sd
ISxvPLhXr6kPCMmpDjFUAEErJr95vDw8bptHVRcMDHh9m8JFgfV4sBbtXPX93F3jfrQvptTYvTQj
w+f2HBr/KU5T2f6SRqZ34MJe33Not8kdJYQDjvWtXvcUiawd6TDAPd7Gjy2Z8nkWGfpVQ9o9prEj
Dt6bvfXoSYMaoTWOzcrL+UvgbCL1nmpJR/CVW/ophxv37NXM3kZgJ/0e/ayDN+H1ZafMjR45WQkO
5tWD2g60VbKSuDJ24hqsQ8MNLNKjaHlvFekq6djSc8dVr3eFACgwbcCYwVAk3rVEAvdCS6o5sNjX
F13SEklSQx5s4pFNcDAsjVYK5GUDobvxmbpb88kM69RXuYNvRofIpYhRGQanEbzFECQzYPbMqwn/
kRfzrSUf/8gdxFgJyac7OyzF19uXcW9r0FRAvwTfpWRGX3/ACu41JpmIiytzck8NpOSJrxcl/GWG
nf399rVkIIL5UbynZLNeq1WqHoOBrGpuzeiR1y88U3xK3w3KXBypTO04GQyCWFVqNxEobPbVTFOB
JxAkb2qv3imT5/iw3ZV+BQjpvp6t6aSTpp9vb1BuYO2iITMhNoaOmncBYPl6g6FWT16nShc91T1g
xTj6nKdjL8UE3M8zjGH3VTg4l3YetO+3V5Z/ebsyzM3gigD60fTdWOjkCW9ZMo6xrymqwrYG9Qj+
f3T/ur3OnrkQHcPVJUfSIMtb79DNHKeHoou0Y6FCnNNH9LPKrdCLraaDj7nnsCAaYh3eVnLTzVI0
EOZRmUOozbh8fgKr3KVKoC9I3ObRTsfhx+2d7ZwdoSQ8MTLaM8APrne2TGmMVqxMTgtLQycUhGYf
e1XtD8ui3c0desRR1Hv+YCxHRGs7tioDL9IOrj073oR8oDM0PW9S4gixpMxJGhnSBDFYAUPvlO+0
CAt/cqrpenvDO0e5WnXzfY1MzMsyUmgwIP9BpjCbHzUhplPl9UeELvsblOVnSRmK2ay/LZtWanXG
qU2qiC+Tac9AWUpqGj1vMJrp46Obakf6FvKPbq6EbCpAViyJt60tTtIJywkiDg0WwFSFIFo04n04
Lm/HY/Ok0omUERUZwpaSNJtGFQLZmGfOE9+7LHGes8UJL43R60djpz8nB7c7or5HsZsACkFE+Zl/
ecIhLgiXrgQhY7du/sGKsv5+EKEJdDgu32vTpPzTzU0X6K3TPsAHXT4bY9otJ5xD+rxYFp69y2wL
gQ37HxGZ4YlIo/2PXivV18yakYYT/VG3ce9WMUlHikbjG5GvTSU0FONSZhUvpx4tkmAKavCsAVxZ
AjIK4HEuz6IvljN9feXgIX1tc5SYcYkq7pjOx9bmRruzutRxoLFSq3j2azetPqmFWo8+Bfv4o7bM
rnbfM+4jDhZ+fa8ox6hkb5REUYLYohiGwQAyMlP87Wbbvixd7T2S3Wf+MoThm10kS8k5Pkid6SJt
CavtTg3tacJnJbNSMMPrDFWgNKP9wVLKuvXT1jiiLdrdnMwTAYcAjtnSkKtK3UDZ0vOsdtYYxLFn
X3JkNPxYb7S72/7ptemwOfqqMPcAKcd4NtYe9npiwoMU5J1jXjp9Sf9NlcL9gGBve64Ghv2sjkFQ
VU2PIPqvXx5WxlPRnKN4Qu1kvbIhjLq2Pe70XC3TyUun8KnMeemicITkoEir5vPtre4uiNgSrWsq
XkBW1wsSutazF8tY2XXqR4cRPj8rk/KUN5N+iWLAwbfXk2/Z2pG4cInSwaJJITPYzacVpobQS4U/
zpFBf4gbY3zwNBh4ZpSfAviZss8lYI5rOVSLby7Nn29e3XRkPd3gB9Ah2SSyQs/qnp4g+Z9t0lcW
MUVb38hdfJjXdKeU+Y4LI2bFuyTuu7Om10eotR0jXv2A7Xs71oqWj04XdDVNPNojYEi6fHhqrelo
0On1I0RQQeuK3wugle7z+mQnLXW83Cv6AL3rNoAO0jypLsStt7/o3obwdlxIKolwxW4Ndhwtuxrq
PqhtWvbhjKOZwx4l+MR7s4AGRQiq6LQmCFck2fp6QzH/stLMvg/UFMnUUDNTvxjhKazmXD1FyiGL
1N7WGCUkcGBnxHybsGwomqmyKrUPrFQUd66CI426cnlXgdQ83f6K2s41lDU3uDnoAyJKtbULQ3ZB
G70H88fIMtEXPWw/nRXnL1pa3uKjBWxdUF2ei+usM+Z/juDe+eD2kZXTaethGAItofVnKszl53QO
7SenjJMICgJrPqJ93v0uUsEREj6DGrn897/EAvTdqAZlXR/ocdfc9QP0VFMTvcQi8w6c007hhDgR
qTAIBsAEUqpeLzUNrvBqjc+illV7adoSkTqFkm7VJNW5bqLPCfNSV2RzJu6u6p5cb+keGNlqDs5n
53j4HQQR1NtICLZvTz0zhttDVBeUfeahshovlg9xm30itTWYVxTOm5Md3jmbD0w2QOi67apGqMFV
eSLGYIri/t5xB+qVw0DRzQqVg73teGQGB8Cf4y7IG7ftDjUvAeXN4xAUtoESATNi90uSJwFSI13A
aCEQmU4d7uolWgIjj4+QlzvWRJ2bahxry6xuY/m9zShtXLp0W2KhPriZ8VeO+M7XoTm8ZDsOkXQO
ECS3jErwFo5dQ9FSqHEIjXNRGee+S6uXJazjA1KA3f0ANKfIjH4SHeG1yVp1ZkbkpkMAi9TykCzj
eI6yWKNoqlQHJ7cTplCrgQqDeRdA3tsYrHa8IqcDMwSWHeVf+qUtHrLQM541PdX9oUKaqoi1yc87
8+1VKUDelFKoS2lA7byNC3AULArE+RDkWa0FjNwQ69Zlcp6jzjgIGHZ9gGTzoxcHnAfPv/6gkBvD
t2TR+Ws6r76oWi6ueZGU5ymNPnellX4cLL17whflwWAvqd97bnntyY0OvvaeDyCsZsCcWWWwkhtf
pPWuW7tlNgblDDueny0t/SZVy6ZvUWECmI5mqNJvPws7iQRoaOaHmaKkt2ts7oY563a2JDR1vbqL
6fgPBsJUtvPozsjsTCiQnZQQvqjbi+5dE3mwNMKhWyVxXn/vmVHCXrd6vjf5k5/Zk/JszGXy8fYq
e9eEyFoaEKEYk+TrVZzEiC2zQQXP6IR1DsOh9Jc5rd9Penk0Yb77FbEbnhEKRwAb1kt5Yk56lL2G
AIVjCBS1kBHbuB/KM1yQ/3ZTPnzJVPOoBLC3P94rkBRYjMvbtV7UzDWrt8tyDCDmmDDKvi0Dtbf1
931mHT3Iexuk0K1inbLLsO3bZc0S6mM043K0IXLvbauL4+caBmnrizHJV0qUsOVa+pgddYb27gTo
U8oCuDRej02MOS6zaXYQLQSVCj+9IIgPqqHtL32sjWcwhUcMHUfrbeL3UAsno0pYL666JFDrITpn
dVNe1NlzL2IwjljF9k7RQlledspB9m7JKySf0NDP5RAoYNi+IbmHQnYfmv0ZVfD4oEtytNbGTI2J
8f9UBwYABEU/j7PlPRQz9bByjo4w+rtLUSymtQxJFS3EtXGKzqhhiAQAYFS59aXru/gUDbl6BhH7
9hk+OrwgNmi7yZx6W5JIB08ZSx3bLJXGu8Ju5171BhSAx/W43HYpe44LPhwEEiX2jcbCelc8QG5h
6cMQMEhlaueC7znIKYQjr7xnhGQDWDv0TICvN64rSmNK7aZLUGra8SdTyWy6ClbyUDmmaGERXo7u
995xSeFWZiHJXRl4Wm/MRSQewhoBYJYI7aLavXmpC/TYwqnXDyofu0tJfAOCrTuDInR2RaEvIYGu
OhfnFNHQFwyjpyZgJQdL7R0X6FxaJBRJyRw3n7EJXR0N4HgIvHBo7wtyu8+KcqhWsLshsOQ2zyhd
3y1YCYauxY2gEQpKpiiuiZ0jgGUPfenHZZUevGl7fhiU2f+utTmnzigNN3EAMMA2kF0ZZXIfHWVy
/+wyBjsVNXKChNGy37B6+nWwLAAvp94pg8RfsrEsqbq6T3BRlDbKf3OtYYJLdG54EBXsfsefY7hy
sBm4zXoZK8uSvhgxeiack+Rey4T5EIm2ba5qCsb09k3eXYw5LInVkBjkzbPSAPEqxVyREwytGfpG
ZUUPc9copHoaXt7/jdUABMBPCUcRktzrrWkQWKlDmvyEoZTv7XBEHWQyHkR2yN21ty++HbI6YJ7k
SMB6pVBLHE1hxg7sUCYCdQmbeyRBvkRDqRzAjvdSA3IPUkiydER8NuGHvdSNXcR8wQqpq2/KBLOA
U+qpZL6Oz0PXqX4xKdlpmbJvtz/mXiUDmUZYqOFvkcqjm0sgbE9J85EsCx7t5dEeEfkurbm8Jv0A
w3uvWNcsN6ePdTXE3+FPCh8byBGXE2zd6bmMyvZqJ8L4Qw373H7K7Kj4tzeG+b/bP3L3HGRvAB8O
VcjWmOEfrxLN4/3z1NH6nEQj6NpMEf94Q3KkXrL3WNCjAWUBYFL2ItZHbhUMptYOj1IRehDU4h8u
djvD8K+DfUDV62ioem9rEtpCpAsyAcjper2u0GKekomnPZ1hEyvs5JspOdDLzv2dJFDqwEhzlmwS
m61xdSNalWzNrhMkGZCBar5BqT3Yp7hCTuQ3fIJ8KlzogBjv2qZfpRQYZAqD0E9LwjtICLq7Qo+N
E8KG0fm2eeydGSg4mXeBWgFvuv6Gw+BEwhypEg+ygS90NKynwqSOlosUYW1vyP64veDeoVHZpGoA
XIuEYePvBrPuXCNOetjLTOVeZDqE0MUQLVzSLjx4pPaeXajnYDmgcCBTk/XmSOadcjZZqxzM4TlN
7U4JSAcH5+C8dtaRHVdGxxhhpCe1eZccvZ2LHLLawBqN6N7K5/qchXX+4/aX210FTAAwHPKsV51W
JnryAeFhapF525aXoYz0exHro3f9/62zsXUqOCATeQIDoFmTP7tTBXQrig/6d6/lIkAAQIP208Zp
6G7zDcv04kFDCDaodCOaH+ysnDS/rDLc0lBn6Xe1i8s/x7ls+jujzDSSkT5i2t4EVfInula6cVZn
q73XVKFEQU7PufeLOHNwb7rT/dEUmqb4qhHFn7u4yPQgrAqKC40Goen7oUkL6QZnY/CHsDCWU88c
bUqZITHv3ZZU4tyU6fLSzFlzRBK9c+HkuB8sMSQkVM02JZ7RHoGOmUj5CteFNiCP58+GXQ53ZpkU
0PTPR/NNe1ZDOIjd/ISTbzsJaViYXgUfRAA5bpL746g2vtNV1VF6vBMQUppjspZQmoLYtvKgt3We
DJVKt6dpGETTQf0TralBWeXadWkKOPxIiw5MdceZyKkKGtAUIMnvNi/AQmdxMTo+pgqnx92YTOlz
y3o+8wHm20N4yuGebPzAiEAUuvYlfUZVBRXsDnNNLQpgefrNoC98EMvsnZZsAUheTjnNJ63nlwi3
UvRBV0RB065Wle8gS8fEH6mOB7ev+F6hUYYttO4lnzeP6Hody+tSs9XdDgbquFcD253ExyFD1fxU
FLH9d92OzMLUTSvGd2NTdJ8Rb5//Smxb0c6mlqJzcvv37J0j4RtlHdSOmEPYXAoQi1UCbBSXY1C7
WoSm34GI/a/QuiNw9N5K8MEB3pKzFczIrTdej+qkhgsK6S4VsR+DRrcLitl08kOERg+C7b0rIc+S
HILSGNPF67XSSaRZayhtoLWKo73TheMAZhwSpTyZUNumz16iuJkP+d/01+3vuedkKKHiZeio8Fhs
AtO5zZpWQ+U2iCwVqZG5y5DcQZ/ng+YJ+8Rk+vwbB0hDlCFbh+Yo4/LrrUaW4pqKMhBGZHrqK47i
QK0Ms39l69WB7e7ujQBTDvBTjduSLmRoXpvpaHVB2ZndPTJO9im0ouE62FV/b0kO5NvfctdiAPLC
BAdygFbHemsNVWEiW3yM2Q7hY1QqBhI6nvZgRNpRk2NvazSYpTg6RSTgNOulBriKugHmAEaIW+va
D3Nyiionvjht2H1VWP8gbvl5rzYIBSZ6qRXIkgERpfxBv7gbor8RllOmIHKaPKd86F3P76bpsZqK
Rfhj3k5fisWc/zaUmoeVxm30bBtpcXRR9j7xrz9jcympz7WmoA4fDHwWmPEZ3IQv2IINJRK/8WLg
7kC6/KRN2GJAosgYkMVhhgbCtv4Um4UGijNpL3UzmefbhrPny6EClvdPCn9tX3pNHRM40siAo1lJ
T6muj0+UXtXvt1f56bG2Z4gIMFURCioSEbU5Q9ds2kmZeqZgS8c+J6M2X4zYrQNQ/4wa2+74ZBlJ
+RQV4PPKfDLvjVR0VwZNm9yn/DV1lybtHWYaKLpcwX6XL0VoWfcd+fNBPP4T/f7qt1qSXh72Twx9
817rsCgW0I31jJY13b+pcIZruxSaSr+nMxmobdFMzlOnHa66njYv4PO975FppBe0eZM/48rQcvQp
3bYKmmosDs5rzwppYpJOahwXSeX6QxYVvEEaNXCgqY0Tn+oxdO/AbFp/tIzbHjiVnZoFCwBCoqMA
/cOWTr2kptmKcObiOQYJ8pSLc4pWyWmJgeZAmPRPx3z2XTXFR95zZ5OMOwErhqCAwbhXN74pl4UA
joLu0Ijy3NUTF91KCOoCzZjc9MDD7OwT5mjGvfEwtG23s6gmfK/j4DKLlISu6ds95OqFOTr+WFfF
O2C/+iVO1R/6NLYH6cXuPiXFG3V4XvstVsdpS+ZHM8aTKFOOIE2s/FxDbXlVB/eIgmHPi1KFlxhq
kjMIzuVv+cWLFkwuzYZWc9ELI76r5173C6fqfS9B6ljpXOekhe34SSi4GGWMkR4w5jfLOrEyLUym
fiF/I4HYevIQBFTU0fpCjK56XNyuftLpXPtFf9ju298vKRuIDSlLsdXhddykBpVPGXZYNOWDVQjr
mRkw98EbUU9Royb1l2V2ghwqed8xZufsJuHRk7ETWxFV/e9v2CJeXQY4SEegk6/0tvk+qTSlbTRH
PsN3UDyMU+x9apM8fXsOQGxKc5p7Q56zvbVt6EVKngMfGdph9GHc0B9DwtaDVXaiADnaQMuKYoLU
cFmbk4CkFQAxq2ioOryIKCmTU212zvtlnNVzGFGpOfBGOy8Vs7+yrUptS/b71yuqatz2YavyMc1o
Xvzca9TS1yPP/Pf2W7V3KX9dZxPfMDIYIahMLZIOSHUZpzw81xXImzEf6wMWsN0t6aB8EDMhOdwG
pJkmFqFaPfcBVsQgQULhxMz1UQVyzwrhX4VdBlNEZGRTYLIN2CurhKPqTcJ8oYcy9jWncz83dRDh
a+/y2T4axtr9ijD5SI4z/rlt87h2CVtn/7OiWxYP6gyhdWchRYaIQnTgvndNURYOwD1DXrnNr7UF
2ETX0beyS7jQC9SUNX9x8W8M3GWBKNr2829YiKQoMphHAfC/scTRhUdaTMRMRm3kMMsO5inJp+7Z
QD7z/neWIj4jYQGCvB3J0ubFVWbZk9Na5O+ieS6D2k3cs1MaR4PbeyeGgBVM6/yXUrV8JX95IMwG
JnlNkc6qLuuvfb2IP5D0sJ7GQgtfbu9qz+5lJC9nxCEo2T645PGd04+ynaQm7gsj1NlXBe6CA7vY
3RBlMLJayOHI29cb6lSFUZOOF48qnnJB3aP2x7Sp7sZCDQ98054JMl0CihmuB/gbNxYhUCmZNJeH
vMp6cYFrXbnLmiR9WYy+uUDTFR44jr0rDUyATUkOGz7jemsNo+gCtQISBHOqg6pXvQ+RmCbfpepx
jiMjQqt3Cf+6fWp735PzohoKComIZRMX24lSVRMaKYHIU/eFMf8RgfC+egxHGNVvL7UXkf2y1DYr
IXdO67Si1KK6UT5d4ihW3melo1S+PUbeyems/N3kFMAjcXdecHvxvcPk3YTKlNiBkvnGbpYqic1K
AacttYPekW1+yKxGDVR9Xt7FenSkw753GQB1MWUgKz3g29dnqaOWCCvsCCzcVBkWMq3porTq22md
EFkjvZOzZXjKbfjXhQOh+6h0QS8i7V5zK0Rt0kNapz27xB4lNR1lCKBk671EIRxOaH9hl0s/g9GZ
53OSUTLuGku/GKmBqkcENfXt89r9gADX6JQAewI0u1401XM9ES1lQqB76bXqkKFgJOSouba3Ci4Y
s6ckCepjYxUhBCCGHWc0Nqa8AkaAvszchfn59l727hjhKpwloM9JlaVt/uKEp4UZXGvA8BM4Or/F
STH5DPXMwndS+3cCKjmmxqQoL4v2ChgL+X7W2xQ0nMq1LolV5kzWuEdTX3u3iVgUz2gwxkwAst6R
VHVPol5lQEjpOpjWTRkIWPm1ytP83nFKcXB796rGRAEgZiRYgTU37xjtPBXgBROUyCaD0YwX75op
sf1kKkt0HkNg/MZSWZd6SRS/S+0CtTozvC76fKQlv7dzOs1S3gOKOFpI65134zDqmTOOAW2l/h/D
zJJTDtQF9TNkKDSRmD/ebjvwmUklERSOmQdYrzc5SGz0HesVelfeOWZUnm2zar4NxjweYKr3LgOd
UQmdgEHhtYp6HM6uNzLXFk2NdxFem34ZEVG9vn1DkFARZUEcSCC52ZCWZZGhTYxCVaGu+IWWiGBW
XKJXxfuNWTZGc5hlw3Ik+cnGh5TNGIG8g98rsbvQT6yw9GstHF6yeZwPuic7PpIWAn1zYDvQeG4L
7m3aUh7zJJVYZNkXI2kLf86q8QJLWsM4g+OeaMse0RTuPKhS2pP0CdZ+KUuwto0h7OPM1boR8gUl
+UNPXOOubIb+ZLRN+t9sNAuTovEnL+yNA0vZcWi09UAa0t0m9d920ivgD3TzmA8clFi/0Ln/px0a
605NxEF08sokKRbJ4Uc5rWPKUb31Du0B0fQ4jii6RVl7mluAAiVN1+fbJvnqTstVeN04OKBJNIPW
q0RpXVC9z1hl6McHG2TN+wKpkAvB4XM0KG/mOJfLQcjADDr2Qvq2Xk5kxtgMFfW1MnLdq6L2TaAM
ZoI4q2a89bLROCQ0gIQKB8KbsA1DZjqYYdlVQe1N/YPp5UvQzkn+CNvWUWAu/9SqwMpSxP40KiHm
lVoy612pncidXFQ1MIdRaklUlu80dnqZC8W7C0H4+rC31PcVxW9/9KY3c/nJ5ckJIUFlmIwC43r5
HHqvMm4B/+QQHp2plNXPVS5nSwnFgqaoaXw181GQ8uoeyEVplkr8Pk/Bds+V2iArlos6kHpHp5aJ
9EupoO1pxKG43LbR3aXIuQG0UQjHfNb7sxee3NYyqsBZnOXaJjq+xSZYrxpnPnhsX/kydkXwANck
pXIpyrNeSupX2YA7qkD1hGzZG2H7Q4+KfvJFZSqfSqOzPjGWEX25vcOduw7oSOIFZBYJMna9bM1P
aUahVcGkldAVzAPRhSi73/iOclskOzzfwKXXq4xI85L6YifF0BVXw1L0wI1dze9G4Z1/Y0MSI4AL
o0S6FbUVs6N4ZsiGdNWpno2cS0o1zYZu6PY6e6ZBvQkMJ48dvOnbLXWUuqPMrCD4ivOzWyf/Tb0H
MGXwjvpKeyvJ4TxI+9gQtfz1x4Nn2FMok5SBrS3unQtoxa8TT30aEqt66xODEdK/4ozAPUjQ6Hop
gZEoo0NlxKriESnnUb26y8Rb2prZ/e3vt+P+aYgw8I5RMCOznbTEBOIBEvMiEKXd1347Z2ryTifG
u09pYcanynGrH29fkuYAiC9JAfyqP49AnBGzQTRQ2zE+Mz5q+kk7Lb6Gdva1cN2jJvnelf51vU2k
MGUhhzkgD2r1mnkqq045JZM+37t9aMDXEEXXqk6PmI7kEW1fBEoZGL/Gi/dKpqTgubZatS4CXSmK
MzVx9ZRRUXlssqWB6FSvngSMFCdjsvWDm/d6u8yRSvkQ0kem4J3Ndp3YauyqwYMVUI3dZ2IxgrFj
5mMQWfdZTcf63tG5KrfP9PXlkMOrlBhIkZmj25LfeTrAlXqAoIF/GvQhCuVhIo/wdRgi3uzEsFb+
QzkDkiWWW1+OviQyw5ZptGaT9bUdptmfrDD/nDdOdXA5fpLcr08RIlBmS+jbAbJgFHm9VmLZmbKw
MxCZSxcjNdG6iV8oZfojm4qSiUCEgk91m4vu1E9a+w64OY9tyuiZzlsl4h92mEKq4JpAYw8c3+sX
g6SasBBHweiLu7249VDWeWrafAbFSD4nFOdOKlIrX26f62v3QKcJbATE1pQI4JRafwD0Irsscgls
ElVnWjxWLJ/usffSp9V3fezcg/bh3qZYkDydSgGwaWlmvxQLltluzJoKZ+DanXlpGAGvP6BNbh9x
G+5tSw7QMusJicmr6ib17WLBcGqGj2uIx7ooS31wpsIvvFa8b3vlqKL/mt+QKR6SeDi6wQZhuhur
hdZJpeSG1bpJJO4nMZXvzXIu72zM6zyblpL6+qQr75geMV+cOWSKEDKt9l3Ye/2P1PbaIEy98ltS
uPZj2wn3sWsT+z8zL60vVR2ZqOkm4jmrtJj2VX0Ixnntzfj1COjK4iw0D9sJECckZTbMuGEOtysc
X/FS9VO96NmDgfjme8/p1KfCmo3vs6Z4B8nl3lEBXJDoNII/aF7XJjHDvzW5g0Fo3Zn/9ZPw3ntL
XZxj1/zagP89qiruLQfkiPFbOo4SwLxezihiL1SbuA1mlIr+KRRruutRwYALwnD9PjePijs7jvMn
qZmD1ySI2Zb048I2i25QGog69OF91DWaT/XUvK/c8Yh0eOdhYCmZ5ZEBkHttLpdqRp2aIpYTtFYz
LBe37qtzoZIjPAjA4Q+Z0bpBK+L4oLK/YzvAa6hi4kWpaW67MNpIxYFubRskmQi/tCaTelcG9drp
0TJmt6J+2qY/4ibprloFQvBy24HJ89p4cCJMasSyAcS7sClyFm2YuW2pN4E69v33pDchU3fz6anR
xgjGtd74CidBgUaEPsbPc5Eerb+3e+YWgOZRZqW3Ju3tF4/mtUvI4HXbBo2Y0+8Vehu+E8XRfe0o
4uTGyfIyV/14V5XOUcdhx7Kk6jrpKJ+el3mTUjBAaGnd1LdB5SpOUNuj+KirInoEspB9uv2Rd5ei
GkMTW1YotxCejslo+iYlFDAFCsb5Iky/B753ymMw3reX2rmf1Hok34wrS6Lb1mjZa8zow74R9Cpy
NNdFacaOF9kC4ql1c35u9ego0b29JACq9RG6iYEaExSfKCc7dEdtN4zJBi1bOcWLMj8NrTW9dU4X
prz/2yRohPWKtWPPiaKEDWD1ZQmE3dAV6ublyUqNI6ewuzl5N+n6/mS+Wi81Kq0Wh2YKUWs6GN9i
r8+elqFSkKaeYxBSmWd/vH2AexcCYRGK2SSheKLN3qrIrtQlhsQ00vvYD8uivPeG+N9Yj5uPjEDP
D05ree9hQTia7tmJLShVgCSV+hx0pzZxMRwHbWvETROEfWozUpg3J8i13p4lMpVGBUaigWQrfeNk
5zrvDZs0OxBq9WdZZMs7Q9NCxjXn7nz7Q+5cOtT7aJVS4YKeY1sAbduqXMRAGmWHKEzCzVcH44hW
BLS3R6ifHSdK9MO26OUxkrzt2ZuzpregKvOgMYy+PU1aUj82PeN/EAMp7YMLk9bXaBiLh8Is0qek
B2B3e6+vsU+yRcX6FLjIiLn8azNdXGdwColN4I9PSPqO/wwDVbxaKc1rY1Co0SLbPQviH7/obO9K
tH4kZLhzUxinJGUlCOE3vKIVS9R56mKk2818zC52Yo4fxtoDnjyd49zL7m7veMdaf1YtGTbnqoCN
XG8YOvR2ClM2DHlF9JiVdvRl6Nv4YJWdy8gqP4tOqkWivXkjsl6LHEIO9oSE8I9BTW3fM/L6nedU
1WOK8MEzMUtF1Lcc+Z09kyKkY94cZwD11Tasm9w5GhuVIoDQrLuoqdygSGgliTgZ79q4VeipaXow
LUZ5cdwp+3r78+4dJqPGNLNkP40C5vrz6kmahZVJTSDRjAWX43yvCSsuMNn+pyqRfpCr7V1V2j34
O8CKhLGbwwTJY0ZFjFNYMJvJL9uifdCLNH6/UPU/uCqvj5SuO6vQcdGJu7bDsaXrNclQQ8fmjeH8
KbKt8JQjpeGD2rOuULdXgYhDJqBCfsjtb6q93qbMqEjrTciCwJ1uzrQORdtHomoDxxII/aWRFZ/1
XmlwtOiAZ7466+ads4zW2VEGtz6rzpxe26EI00taRqavdnWT+IqdGzAEKsz8DObY/XnwI+W3XgeE
4H4pUCCETsWQ8Gh98q4tkjIeIRJtJjE/6ot8ifq09PtuKiDAcrunxX6mpR94whwjX51s6y42mjdD
2EgwwPFAcSRn0GmFrH8G1BJ2JUQP/VVp2PedMvwQLVJe82BmFw0a1HMSLke10tdGz6i2nBaR/FQM
4sh//0ssKha9jEXYMuWEIk1yVpZp0PwMHk31CnodRkiva+bkevuDvzYKYl+TNh2wHrpm2/wNUJlj
ZD2pdo8CyYnmozhNgx1+aJPMOqge/EQsrM/WITk1cZc8wHRCNmfbz1wJL4eKKlQ6EyWjOswXvw0N
T/e1KhofuhhW8iv6kHXpGyNYmNNQ2NNfS6MMxtkzEshd1MVy37l90+QnxemHH6PeoEyhuLP7FTbc
ar4gPiw6vy3U9kM5ZGj63f5cr8+Is7H4YBBJyM7mJkoB2VuGWYJR9kmmnszRdk6gopT/RBlljEsO
+cvt9XaOh+yEEIIiF3WXbXaGcjJ/3kmbwElMYcOHWXmfFigPXxpr5LMdLPbaOQFaIxekh4Pj5X+s
LbBKk8SaGweV80wt63epboTWjzEd0a+HQiN334N6sUZfQY+3C5RMQXnSyvskvDj0zZNLNkqi6rnJ
qm86/cPWL0tbj3xXLaN3Io+pkPdDFFIuUZb3Rp8PyC94lfelrpji9qmjIcIQjq7zMVmK6GXpl0r3
VQcC+kuYWNEHJ3T7p9FVVBGUJfGQX2cRbeQ0M6BLBEHYlmdQRhbqxSHYvtOo9JaFejmyf3cDk1/z
aarGOb4sUZEg98gArXjI06w3/LSEvPzkZZPKTBh8cN4j+i4iQSw7ToZLp9Ru/zgQ4UXfG/CeKBfo
ndDhHvTgvjWEGn40plSr7mApQxOj0LLGoShmu38sFSRIb86vAEFQagFtTbWK/sP6hACY6pFuU7cW
Tuz5Al32kzWIHPpkzztnc+ScD0yCv7e+skwgwST8ExAhRxbW6yGYYmst8G4Aw1n0vTXr6txBvPSx
GGGWv73U66tFbkqOCo8SCQAZ8XopdABEzZBnHehjnV9DV4senRk9TnLH+ZGxk6ME/GePa703GnlY
FY5PvjTb2o7RzQbYJxC8c2ihZjrrzfJNT/q4v6b8H54Kwwj/amHiFQERbCg+ZnNp5qeSwsxycuzQ
C7+U7jR+4amOSz+l+xs+mk2j/VNWdVP7PC71t74zk4/xVFJHiWKxuO+hfCbRrwcx3udKAn0c2ZY+
nZrUrlW/02MvgtXOs746rSG+W+hsv9RaU4S+ZedWdc5FNgl/6RPraxPlfXkCFFP9XRhj/llNCuVH
N4CQg1NidL9G1B/z/6HsvJbkRLot/ERE4M0tlGlv1VJLN4Rs4slMSEh4+vPVufpHMzGKue6W6KLS
7L32MrmuxXTN5LbbD/Vg9LNoHPcnXHNsvGVWNnuebAMF++Xb+OSb0HzE+C2+6abW/7ktRJYc4nCv
v1HfaXn0LBkvueyI7n3cq7RnOtKo5LlauukjEUU7OLpTTn0hJ6Tlt33rpW87AjvxMEyVG+U961S+
7qZaq6ekDMIZg4Op2buDL9wheip7fMSLjLKLjYdfwE2XZvZjMFfRXDiBWt4d3dcTyixdb6eRLYAH
J/ZB+DIQVdkeDGSyHlSjbJ+79hI7HXqleVjxaXJzM+Bel3sLGOlpBJv4YJyG9nUgN2Qu4jLcmtwg
+7ndTTauT8buzlEIpmB/WN+/H+UX43QqWabk7F1EGr+t75VtBhsY0peNtbzx5qy7QxnSJIXe+MEf
HnY5B/53bV8elnDVUrwgfYEa+dfNNM/oJTYTeQSgul1hO5Oc0tL8ieTzN+rbZbJxye3jZroAeFHw
18cwfg8Vaj638Jqhco5DKuwtSFN5jATnbq79zL6WIjK38aImzHO7NFzzLnWdpvAGT/2J2Uq26+WJ
f/3glG0kpfA2Lx7hv3MzcRD0a7sl5E8MlHUfEtM5C3yxKNP4lMd19GkVZNyGU3iRAnoKGwWxRsN+
hZNKg8XpoOwMlcB3yHuXs5YfLdHvAXyptYJEIYa1OviZbpN8kkY3VyWxDSBbcnb9AkLJXD7LqGmD
4zj5fZWXti69Y9vHpG5MCC6OXlWaJ71Mgt/uqsuRk3VTnq7pKE4QFfelIE5yG3ITLcmv1a3VcM6C
pe6OjZN5z5wUyXDsZps9an+yX/pShHuu6jKqz2oU83tUS/mUGpV9XUKHLV6VEy99FfFkiyoew69K
LpA6azWZh7JDUZ+LKfDMB720+4fSl87ndhTxQ4KpmIsqTYu18CKBaanqZXvnZBk2dG03kA8eKn+8
barKLneha9L3UatwI5FG99dTtU+iaPdKuSdXp/Yzg7/5etO2gRDSlt4HE6ZzlDtmxOqxFeMjQ6Sx
OVixEw+n0rQtc2PSMSiEnzT3SMFZXQzTtg+I4ZMbogMo7/CXZobSj6VJc0KTSHSYEbSYM60VDpxt
t+23ousHKOMEohQJnjtf2A/8hT5kgBvjmkigp+2JHZKdM64nJcINYVpqm9cYfYx3WNpI0ZNVxDbm
OtGtPJRLXz2JgarlxaRKf6kaFzdoQSLhGxO+Ic1t6a+fB6wmHeiQdvjhutMeX41YF+9F6/Tpu62F
dqh4JtEW0B+id8Da7XXp5vShSsmBLTZnzr7v/PGvVksCHPDgiD/Po9f0heuE2Ztr97I6TnFVysM2
7F4Cbaj0semtA0mewSrKudiSUjwab6j8ws6oiHKSi0UDJyewdd7HWzZ9HPt0+rE4nbsdYcTLB/hl
DB2C2ovu+l357SEzqg9yrRD/Qkx0XOeQTWNz0r2DX5TGCyI4MVtMfgxzt/2kiU/4r5Vvgvm6SyPE
2XvnmV80FYM+Vqnd3yJUK9tbEggiTAljd6aiHvTq3K2bjlSRVGnTHJY6iZ/xb6lfDWrI6DZqeXs5
/fNFNqenGhvSIa77M/tIvOhgSckTG/Q+N9yJ83KHN3Of3UQiHNdiqW1sjxetXZWvc9MNx0HF/OXV
sC3B9TDZ4Z043MnmKkmcc9XMJAjgU1N9q+1QPoxrqjqij6T7HkFrTfI+CMSzWUlbRuzghwc2BG2h
s0bTU+hEnV/E1Rb8XHSXzHloUOrkFreWB79KNUu0XbpXgRTZP2M01d22S5lGd4lXQowUWyjda5Iy
wqhomraOmlwMyeAXERGzd0GmCF9yrM9+tW3zMpQXeM22u/1QkqBWQuoVscz7sl2XIrPwrmzgS0Ud
4oUE5Ixoyh5iGiJxVS61fESVH3+Vw5rofN6JcykuaVX6hJeNWfJAs6huwiZon4QTCsrywMjk09QK
/9yvNU1UJPqgqOpYmEdT+l397BPwq4qp0WOHNS0j3JzWyEsPzrzYlyTwdXrAgSadsXSV9jVh8DAU
c1CVkHJE2o15TKj5knu2qbuTo4cKQVNaVvvtFK66u+n3sPnulLSt110jxu1I4E/lnlSKf2kBkTnJ
DiWvbM9TawVpUZuzvpB/elHuhnX7gDc5TBIfTxt1g+Q0lvW5KeVY5aPYs/5+EbH4xaQiSY4Q+bfg
5IQGY4Gk29yvdmWqm+NoskYH7bXBDzpuaqFxa4LzboAdi4uR4ROOJH1ZKFnOcHKSNYHi7TcdSGMY
ze6N44yZYCvuwVo0OzKde59lJ/lpmr3Iyk8el8QLv4g6W+urXco1fkIObLqTGrOqPw2dcp+3Ntq3
i3fl8JisFd8J6UAVMSl1t7Os/U5eN37Uf3Uv9jIFCaXmOVz6tDqTZjvYm22xg8mdsfc+7r2eOZp9
W90sWHxGzCv88R3MLlwwlxrWj+2GuXm+7sk8EwJHUPSqA7bLiAZFnfqwTZ8X7RHfYr05iQ4Qiff0
2BmIOXlXR5aHT0P6S1sTabgHavjItnSXnNwXp7te/dL93oS7kje76b1nUjUCc2ymMb5pcdiTZ9l1
U8pLGvVLGcdUj6724/151Y24dShRqSxKvhYx4aV9nQjZfXBqx524EKf+a22X0c+lku439LW1n5fl
Nt/rkmV+WC3+XjeYWk0jzP8wqk9RlWVXsV12BEuk1ep86lzCcqp1XrJCQvw5mAH9yAFenA5vs0rP
WMo30ioYXqq9wGPZ9kUtFz545s3zJ/gB82NXeRt3pdb4O7amdOXN6EluTJLG6s9UmSHB8142jkWy
QFa+WeulqouQPHBJdeA5N5SpETIqVv3enYngG1sEu7UJ8QfcRhzmo0aGREDPwUetFWdhvZv6B7xd
4eeOCjtxrUy9+fkYLN3wVKoJPeC4L766b1LsTd52Su/6bmSiUuVMV/aM4MuhuZBfKu+x3b0+y+Og
L81xY1svhVi8LqAzmFN0vN2+6TxeNoY/ZvXHI1S0fQLtmKbtqgybrTp0ydh/dLumKfNWjfJxctrk
qwl7fq2JRYQfkNXbo2xQRxRCcFKdZJ01WQ6PoPlUO418ZqIczsel9RJ7wk919Ymsaeem4HIqMb1P
JGKRMV79pqAV16dOig0QQviVmy+pZXXoKVrvpaf2BRaP9dY7z7N0ihf5SVhEUpUvhHYDm3tCli+O
45mhEDBqvlrRZMFhUW6JD7x0+Zo2V+sHT41ucl5rXesbGSGe+FTXNZVc0pjo09S4zlyQbZm8pzvo
x8GPOryjEt+U+LTVnbjH671Mc0Bks95HVWiSfOd/hSI4gl9ks+90uR39AOBD1E64HcyYrlwr0m1o
3knv5B7VfPJC9L59TMzWEPtVuvETjVV6PflmdYqBp/0gvVRgeyxw6JiCLuhOYeOzE1VNBPS5Fcav
Ty7IeZaXUpffoRAg9qWEc6vXpJVTcJRxID81XtL1eRMu3l0WLztfS+8FHysABuzNnNa5wpLISQ/G
X8LgzFmu7pKLSUKuNs/9CWAQkU9pDaXAmpYHZTvKJjcoq/LKpmvtFo2KKl3IaI2aA94V3g8UCs7l
2xAeS9cL2kNbBqk54ekyvARjJMgQ3fxN5kFWqz33Uax/QRHLvdFOIexoryP9gFtiGKtiFE263gYc
UM1tujR2ZC9PcE2w0Etu9h4mdr6tSpcntqRWRR/P+304TH55SI3otryGJMe9moQaYAOC2Vp0i5HV
2SBTNugwFLPyZorIERYmXa5q3/GSkzcO/qdoAAY+Y/jDJlDWdZ9pj+r2mHhDmt1VLZmMuVt2630X
RG173XlcVrkMatxnS6Ymr+6kvflYmd39Suaadk+l8LU+N92qPiWuZZREDyGeopVGqlAVRnB5lK2S
YNVpY2QwuwQtiXhIb6isA8ToQKX9GeDKiQ+KiamLWXvA3h0q7psT8xqnyuOLWRsBP2Rm08yNMdmK
yp/ykJ4DtIo8BE2RhwilIFpj+lBmEe9nwmLofRI4/LA4qy0tXFOlFJRD9KWd/FkVHSlBHEYsa65y
4JM7bRXeaZM7QdLyGVY5oBSJ2vLWn6f7wXbtkqs+2eHoxVMni1Szbot476LgFAoQhLyMMhjjfPcI
t3iyWHK5SvNtaup44Ojps49NbFKPClKHZZ2TmxM35zJeIfwx2ZEpZRh5nHkLrfmNwjmkUAvjJc3V
KoLvcsA/LPfJj5pOqaNk8yEdbMZEA0e0JI+ixS4o+CTQfp8l3dEkQTsdR7iFUQ4RXcqiR8bDcZZl
xI/o3emnc1fX4c0e2IaPgd+Ud+6jtg+LYGyILdqDod0LlInWK4LBLE/RXq24zMG3+KmEiDs6gjq5
06MiOcUf0iHhCsSS6qnkGP9sopkbpGFd7nm7x/sdJwNldTBqShMSfv2fQ1uVz7of1Pu0905/F7TL
5uAuF9njWgVY11wUK2XRZEn75i7bpoqlXP2YqVKa3TZii575Rryg0LQBJzQXfnKsh8V+FM0Gz6WF
seYV4VIGTWEjkdz6GK7EbC5X3kfrxuWu63So0bIxGT2Uaxx2FFvSOTTaMVuRTTr+FUd7lN1Gcq4+
VgSP8O2bxb4bw3Tq0M6O/jGGGbCWt4TJtTeGi1+kUxA82cDbBhA/1d3Z1p0gc7aV/BCOgjJzEQ1f
8zoTnlTEigz6XAd+PxeDleWtrzCiK1YEpsGhtlXfFYtQ1euCj7CC76qhvNRZbapbWZm1JLcmXscc
XHN+1aON9uMyVeF4g7d89LNK6rA91LOkHY+9VSRXG0Kw8TDV8bzmus2ct33w9VhEAIbj2e+lOcW+
6dM8GmJktPwGqFjv0glMSz+afE8W27DtMlkfWJ7hN66+8mvlNJhHaSsN8eGc5z1h7+X8I1Kz8e+T
fu+mY5DN8U/LlITk0F12dNIUpvnUNnVzWLMGxK0lGUhybff8yh4QS/bDc3b/u1GCZew2zcWYAA3A
xISk3n5uZV3diGaOJfYk2MAUC5jYJ+2E0CtJg+/ZaO7gcDBOJnzDJDL9lXhbRK6FN6fVoVnslNyt
fTg/DyauPmPWFneHenGnNge4nfabnay9n2QBzNcpFVdG8qjbfffc1l25f2swBaNT8+rLtRZXs4vY
7iotg5UN6NrhV7/6a3NsKcxagNAheLdDt3w1STM6BREnrgSE6TNAmG7V9uqidZN5JPdQ5dESLqow
qUmeHR0xJcExOoQIW2Jmx81djncddRWHy6j9MyoW0lgHJYIkx4Oo/tURKVDlqATw5R5gn/+YCTb6
Zpqpammj2qE7QJoyLe1Mw13E8id/zq6Xjqey1aIOVGVdA65o1MOalCHfBkF4YELJ4jNO4JWvJ1ct
0bsrF4YEcdYscx7UYzLmDefMcNTWjX6pOKafWOrLyBPPBfrupobWzPri7+6Haf2I8ETUhaCAenWs
dGYKA+tcKQY0aY7mTXM5L4bpbItpRR6UK5m2EyX+R9WrgOh2u5gfziDUQ6dq8b1vx/KT3er6i6Fa
BqvGBfpNedg1F+Ug9reNDHM+X+igZO3CdMsDfENE4XdwAxN6szr3auHf640eB7Epss3jZj1xXshc
ftHbOL9saQ3cMsmpaWmmFdeiBoA2B6fihihw9pYf0oSI1TwUo33mvAZDaKyzfpVOOP5Sch0lcqU6
0cWyh+2Q71j3PWPoFbyWpmyv6QbMr2ifg5eKHfTTyhHiXgd0MtLyu0C3WRXEyIOUG695iYdumrv0
oOTah1v6pugMl7wCbvjqedNYHWC1JM1RyZjyG7/jiclKtOsncJyto7aem6VgKDPo54gWtL4Jsh1t
QOP3wWddxcOT8f3la9bKdrlTW5eujCbXJMpdFQt5V+sqHY603/hh22wdD/WksvG6ZXTwowbqv83I
ghxuMJVMnvEquxjMMXaUBdZf6XSkfukfdiuX57Jdmm+ozNdbvO/KqgjnKnir5zbb8mEYAJANo9z7
ZNpHQXpTjHUwBK52yiczRJ/63pqSEzTmyFm3eHncsg703wudQV9xFMvTHPaVk8d+yWFuuc8Ykbmj
4xY9Z/bz7nFto2yewSZhxkV4OrneCFDaiOHFi7XZbkA3wtedapmp30LjfLQeyUq5AILfQRw7e730
YKZFV7sTy0c7wPh9TwRe3uht8IoqdbLuuM2B7QttOnzPfEh2j50OcPwSWdamDyEjxF8dibhvo6Lh
ZS9eKulqa9NrUfZrQ8nmqvWZ3QA4RFyOeZhEM2i8qOO1L7oMn9yibXXwFoUj04uZrIjL/MUZvDtV
BfNNBZBR5qtGrnvetNjVsayHpKOl9ixDz3WX39fN1m+Qckd1wI9PNIeyikgSmLQJKQyYo/8q19Xe
bWrZf3QtZ+q9O3orOxTt93ymFF5uon30p6tNdc5VvLnCMBiKTXnq1ywbzhP1y9fMWnrZQO7+SZaB
6g99qJpncmSdxzCR4evELLXOjYqTZxTL/WdVr059HNokkvnk+PyXdiOXvIijZaA1XMMSKMBuXB2a
vjEqAg7y9lDN5YVrPM2XVMlhm79Q1DafKpNyMSalIwX7P2WOBfXXXIGN7AaNa8AGaduGbivZXIkN
oztgkNEqCoUsqr+XwRJN+bxA0MJXzIqOiYw/9Tma9dHmUOn9N8qT+CXsbDIVpkvtjRill+UyiZzr
btnm8HaN1Xq9mN7UV93mV2/9DpB0V+HzqE4Ci96aWn+hRQkDGX3eaVyqYwTQzfXQAFhdzUlaZsXG
6P8NO6CoOaE+G6OD6TZVnRjiimcYUx25Kh7glBy97Ax33nyOlE3utXVahmyt715D7m9GJkyajdD2
WXvnMc+ac39p6yfH97jbtVmm5jjMQ/lVwP+TuVo0ByNJzmjC0m4P+9ylnHott8WjjOyGdj7GSzl9
2rsBDqyWnBo5lov6DeGi871hAXyfYTZUBTOL8j1s/eZxmqkgin1VAfNxTF3OZtdgfFUtB3NcYjGR
erj03U03GEecPHdyblIOvviIQ0o4HKYlKYerdur2vogJT+hzWcdcPNMUeXdhOJvkiDsBtRddMBJm
P6mrU6Z9MRaVVt71DlDPfGFU5twwGYtyU1lK17hf1hSQXc0D+FkcclFz2lJtCNh9GcfPxrA4a+4T
PWaUR9Hu/+jhZHwbQ4xfi9brPGqCGUeLTNQc2gbn+ILx25Tk2Vjqx7Xfa+/AzugTXDw2ov7CzGzh
OfY6V9BEVPunOYhWt2i3eAwOswPmQzXhmaZIRht+Gjs43bcV8Ut+riGa3G/OlnmFynrvcdkvbSaH
T1TdwjUdP5REg1xIJb73ElFITzkjNca6fdfeLJeip8B0zHlNFEYiGGU1/mNHtzM8l36//+ghPaTX
YziYt7SuxVOs0lMtpDtdWcerNGi79sEFwq0NoRtk2f2cbes7I4tUXqGR6m9piNQPpxOcDNr6/Iu2
d/ynfd2njNpymeGK0g48Sq4ikqrSHey2pIgA1EnCjpazDarjpeFeDkK26YGDVWSAN6tRVyNkL9Aj
2WF+sZEJ393pLqg4LMO1edjC0n5WXNsvAV9ODZdr9n+NaUXVe3HLu5uDbLRnPuP4GDaNpIxtbAlS
HvAztyY8K8eKGPrX3mUd7WjCMs+JugjRxfYLnEC+2OdgLcH2gfajL7FNqCB8Xdbf4UZg9zTj/Nnk
CRYd2T0DXkC/dAgBqMi3idzDxgqNOL47B0ETPBP9WA2id/MxxjOM5Pd4FsdxUPOHMCMz7NYw2JiO
W4d8jnY4Rp0r412SGEIy9lfYJK08bQ499tFdGy4bX1diP2eA7m/Io4MLbBzRuWwLI6erDdTK5PPU
oiWrtCfgGImkD/O2SVMwIIe7g+shFsMx3AdMBSn6vO5U7y1UyKObmsxVeaDWLTotwdw7Dz3YM8G2
su1m+VNWWlcPVqQr2QVT3VLwkGMZbJyitd/6x66zDgSURUDp1A+mZjy9FfEUKPOmjFL7mQJGCidv
ygBuU2Yhb2JM51fOqz/bMMWN3m+hSOWijzkHj4nyhuYlELFaytzFXrTDQnRTwYeQ8N3hQQ2OdQFi
uHTCq8mNkVURq+lTZQ+u43xyq37trxu7quTy7/p6vK3wqzCvsbfslFpOuqfjTwJGfUobxn48Y5YZ
SobcjE600ubvq+tdRbb113sVAqIzMZDL8Asj62UfC8bJNGInLWNR/iqzPSE/Omym7nYaiMf91JK8
Mv9IPe7OBzcdy7iwGM/bj4xbtPuhX2JqoaLM4t77PDoycuNT1zEjvCq9ZWGoPAV7uv9w7Hgh9FDO
VV8HqLPtmcdoponiEse9cSUSTvAehI7L5vYS4YOXtVgKY5Cf6nDC6mmEoAACw0QFl4eWt4N4YjJJ
dLVEu3Fe+8gfqTTMKiOGJeWiNyjOs6vYUhG8i/RbrII4+WbitE3mc82cVFR5aONGTiBQddi/y5Rb
5kdG61oebWqD+tbWdTc/RpvCHLtA94bld5XYMrm1GsnGuQ6Wpb9z6dDDc0rCxnrsgM7351jy94+5
mzIqwMKfBL8foha2+xBXrmO/lJvl2mBWsmVXmvXNR4u9NjsDi5vl2psXrszK9RmlAK+t+mZzDKbO
8ZS0y9XUr2SJzENXr1yVZmoeIERV6jSuiRlv9O7uzXGJ+qD9grNHqehzp1QfQT1D90pDNdnzZth2
7xA4W58wywBsKbYoHNL3lh3zgidgY++mLaKb2V3u1+NsZ2wR8HvePhthq5/a7p6+jjkE2oMN2/Kz
I/To5sJZ1jdcNoV/sm7WvtRjH5gc9XxHyBLXX3jExawdv4ipLRN6rSCzV0LySwX3xlZeC7bLDxOp
Jjq4cJ23M8RM7w0BEhhTBGaf5SYDh8sR1ThPTFJFd2jTZv+yqWR8QQ/tfdhS4SY0TFN9nFRVDwwR
qBHzSiG3zRmhVPcDvfdTinsHROZw6qO8jMvqyzyJySuWSM9L3ku5vff+vq0UsovrHjzjq+8bpuTv
q2ntjUOx30GLGeNrM2F4T5MWH52AfUHIZXsdNI2CMzDvd4yBlu44iiW8Hdk9a777hvGN3EoCesN6
be+6hJDMlbaBNjKQss+XypdkBDAYZzIPCPSt3z37QY4yAT5NumU4qA56+2GvmPy+NJyIH1xHT2DS
eJgSDhEl1cZcI4CE0HkxpI+Kt/uhVhGk6XZc9Du8o/SlbHuvPYmhTJKXkeTvT4pASwg7oY1+ZOPS
boAx0bQdyi3qhyJabXvUIrMXb4c2wakZ07CuWC0puHfT7K3YdXSqv17ctbpaITOP9xFSppqWOuL6
zvQAloGdHPMazCbBflbfre4QrUddIU3ZCLDnifxeLv6BwacqkzBXUaK/KMHddLRbD5+joXXnNm4z
km/NXm5XwFoiPEzp1Fe3sKmcnmTDuu+Odbmbtx2awHSkjdy+9bFXfcfIPk3ztYrsbY/x03LalKq/
6HmFrpxWVfM0y7BmdOmnI7zFbZ+Zssy+vqVfon3Fhj+7v8gbROH1cTUXMH2YwzBcZdo7LwPJB7In
dzUncHTislq60MlVuc+vVUVnnJPFhXl+QqWjD6Hd7NPcBIvkldjIzStOoD0XOuk48bwMwpVYJo7z
LMNa/ewBaX5isA/zYWkxpS5YlgDXzV7LW2EpsY4L0p2Fw+0SShjttfrcqiD84Ga27HKOfdaNP22z
f+dIrevcZRL0LsQUd/R4E5TucdJNeuIwSqsTYarVybjSMUXC8Mo7dV42PUeT2C/cv8i/H4WOn7DW
wea1HznEc2dv0+1Y1dv2VEPNfQ1qpfpbncVjdSzDpRGFgnQwH8uoFCmzHoqMU6qZil8gBGD9JTJC
gmV6kTp5ft/0JyPDDPyHBhAQdrZLYTbPfBm4e8Oi8/DB+YTEYtgPyoX7Bu5WJeLoVlmNS3oSTLdM
Urbx3Wv2tD7uoZN+TcYpDQqlBrsc2dy4JzT90JPvbqcsvFbuON8vlpSrAickUPa074cbf3SAsCuP
Tu5EgeB/VNGif3KGMtxqa/cCFoFsu7Sf1ksL3RAG/dY0er9qoFJ0YLAOo1noQe2brnT0wbMYE996
3HfPe+/F1AP/TtL8G68Mtji2SimuRy413e+mR0M3b4aiChxWNvrU2yq6Xpo/PuV3KSwmv9gd4QCO
M12G59FvTHiaFBX3+5AWUoJBJx3ffjR6cJ9aOB12C0RR40b+h4/2N37e5aH/TwdFkQmiePn5/9Dv
jfC4iUpsqUNShm/xSR5fRyIGzj0j/P/+KFKTIeviHsWt8rtgCwcer9tamRTSg1cQpPV8FnFrzpWn
hj94lfzOqr34JV9S2v8/FAInut8YetUqB7bdkhZlI4e8LUlLaJO+Pm9NE+fS7H8SMfzDArkQhsmk
xt4MZuBvX127yb2EQpLBH9j8625f7HXKQfqHF/hPnwpGM5pWH/vTvy0QxOx90tomK6DwETi7wgAP
Sq89dEvE2LfR0R/olP+wNjxy3H0KedQSTOr/ujZ8GOLThMK/yGL1rQ7d9iBWOOa1Gf9kD/JP7w9r
RNyqONhZjb+xRJHIKamcOitAQPQrhIDkvqPs/cP7+5tg77IsMnR6rIgYf4Xfdboy0hHdIV+TMwPi
j63072FteAedOsHjotKlaLqqfFGx9T4yWTRHH47M638+S9D4wPkOuTNR1Fxexf9sOFq7BJkGL3XS
UOeLOoOqAksrCP5rVomHuOuyJFOQO9Kfg98e5DcVSm4CT1HpJkuYEzEAn2x1pf9pX+WfbDv/vlQC
TCCZaUG95ZzMfttwTuVNjE5o4Z2qtd+YnzDc3PBEeEdoV/8pY/p3wcblk120unFwsZ3nE/71FTbN
5JWMOQC8Ei+9l8nwVTGlPlHVfAf96gv0FeGhFcv6BynP3w9onntx6GD/XSjNvz03tql2KOjZD9ES
nSRxXYUyYXLqMykPjoi3wvV67/Tv6+UfPyyJxawZyMYIcP76YSGT2FC1zJVmwAy07FDd4fhtJ0vg
YD6HrTr6noJJirn/f97+fNxLkMhFX5ugAPrrk4dQERDU26wog73/2Dn98LIFHVDqatf+8d8/5d8P
ACS8OB5f7j/uo9+NY+pgauSiMp41iPTsrps6eztzhH9/yj+t0oiOFmkR+9/73X2AtrwERk04QG2k
UQyPzK3M0N9u8OP/cAP901qJfJRfiEmTyyzory9vb7NJJTgwFRlsrQc7b+VDCPfns4cfg3vch7Bc
c4qAJjr++0f8pxeJ/x0paCQqIqO9vIL/OV6cxgX/NHS2++r3XzpfRP2hy+ZgPfz7c36Xyl72IMLK
BEFnhPdY8NvdMDke2QdbnCElQCqIBSw7rpm9AxMJ5JMQGAifMdEPDQnyYQ3S/xpVeXk8x3iUMLnE
F/X36Hez+IxnGS4XJSbZRYhZe974CYFza4O3oTv/yYHvn1YOno0XL9YA3P53f80KE45mQ8ZapMZd
TmTAPJeEBh3IR0v/cEn96Um/vVgcRPd6U7xYEY/Rses9Ah+atjz0SobX//4d/h9359Edt7Ht+6/i
5Tl8kcNb99xBd6PBIFGiqGB7giXLFHJGIX3694Psc8wuNdlXmL3nmUmxCijUrrD3P5ztavVo1ZGt
QG5MCnDSWWHUhqa3N5XE/AOhCpzQjaT+WCfxJY/y748uq7X2P11JmxEHDFtQaPL2Q+whVq3jJxqR
P/Px+LYAZOIt+fKryaumbnFwWRUd1G8Kz5bUH5cbxNxEJvxRGbUA9tEENGv2jtnqHWAY03B0IlI4
xpx3F1YyeVC/9YwwEJzCddeVuYupLuA06rrw3S5zvxZV5V1nVH8RxteqCzF4risUE1XWZtQGLVNa
Y2yE9/O5VwWk2cH9CqTe3EOLeN8PrXLpmiB/v/WtoIut+sCrG4Mcb3kuWj2JQLEqxvSaiov2sS3G
dkdxwn6Xu/klVpy8etLdSs5FKQbMIoKX0ptpvcD4xPUGf1ISMJK2G1jfSBNwKCiaVhXPQfXuwpeT
l7S1U5YTzmXmetHzpENoYg1N71QgM12KnKtjTnY1IEXyoYUrfOTEYfkkeaqbWDTu53iexocfnrIc
afiKXI8M3lkK/CGiiNbORe8Xc9sHfXasqndGEYm3RexaPqXWCshIdemlz8whmPke0mYeuoewpk73
i0FwmKeT3s/alDqNrSvLnhOq/TVqE7AEL7/iuc+6svFNdxXAZTKddtYIgCGczXqIUkay9wp7vKva
uHsbanN87BvAZkpdqRc+q3Zm7kKZQqYV+UHMPWSl8jxxIjXK6h4keqvf6aRtqbq4dv9H3lfeVTOM
43snXrKbtO/0e254+SeSwobfwNht8L+hVBZ6RUJmCrqGH1ahsdMwF790gj77lCDUVgFBMKbylJ+4
pOMqnQJKViHoNb277Jgl1lWbK91Va1v5l5e/xbnZ7kB1gZAOdkGVT3eQPcvCsEfhG6CiFTCISh76
BogmwDJTeYuXanKAvRTeZkneXYVoXgzHl5/gm+rDU9baGnCcjWyc7hFFBkJxOh1akpz66mDkZ7Vd
3JJ2K44O/udXTpRkh7qbl33V9dbrTl1q38orYNx8Yb8RIqOUAsDp5cc5NzmxmnE5ZyMWYcpSPAD4
o7DSKTEvY1zcFnM/3w8q5Aoltv7I6sihxjQ1F+bmuT6RfODsi0gsu5W0TY25qi7KGPU+zKB0b876
sJaieuc+nd0h21G8I5tQhKZzYec42y9mAatSJbAE2RFNowq+xKTZMC83bOoHfbkKxwp8SKmmxNBm
FTU+plljXvjkZ/tF3HBd5SByy1+86uMpEVbZ+6qeG1dOmtk2sOI+vQ1hfR+GatYoikAmu7DurMMo
TzRCiy0MQWwEHNdYeHIoHoH3Ct2A6YFg5vAhSabuoAvb+vDyBDoTURj7QBsngNGLlHUEwJLmVu8t
nW+3Vep7qA5dQwsARNFFX6EtD/tOn/Q9RwMDPX9hXL/c+5mhha2pYuBpaqD25HMH54S5zbSYqZSn
9m1qg5p38WQKOKF2fl/q6Ac03SXBnDOLFp2STeFUsLLYpfnLTobSrMeeJQQ1ZJRT2J1nkuqZEyZ7
xxqHH49RpI70dZPGdVmV90i3WwWXbbf3zXxWbju7a+9jkL3VUYUbmezVvI+Os+fMb398bLn5c6Rj
YHWsmE/nTw9jwgJN3/uKWPpgrrTiqrdq1Ydl677VwatDEGzn+w2dmqQ3dKRR1rPzaad10SVqbrEz
21lc3U4mee/WtZQvUV1PgVrqdxjrztmFSDlzHOAYwBTWGUcdBf7TTucwdezcDHu/CouOJLchHno8
NnP2hxYK6stveOaQjrEFbGpmLZ3Jl/6hB0EohpED1wy32IA+dmONi/GgUMfc9bC39wYa3cc+W9pf
X+75O/NRth4KoTjIrsJZq+Xt6Xuq5cIWP3vgicgUUJ+Ym7uGIuRXCBjzMa4N7FGNurW+uHVYw10H
owyYQ9HVmxzj7w9UYwAk6mMZH0A1wRd4+enORRX7MoFFkpJLhPQRrGFUFVZu9kUXsJqLVzrkoch+
TWVc3YXR8KPKft8Gg9w1GVjOZHhlnA7GHLua0zRcWWJBztrqUS/QSU4Gid7rP74BrPrA4EatVb1Y
NsOhVmR0MXwwPwRjHnDk/VgS5QELDHcXr7XeeHqR+T8+nBjionuHhD7+O1IgQWmrbEDcwreKilyB
Voo3Y1LOvhcCLDHxenv3cn/nVmI09lzP4DDn4gJ1OpxuqeK7OZeDP5ihejXFQoND3/UfYD9qaE8X
4Z1dVdmlvMG5SYOQKT4uSF6uqomnvQ5J7I0RnAK/FJaxt70GZFmeKAeAgcoqSWBc+JJnVgoDhLBp
8D0xA5H7q11WYMrOo2/NUfa6tpL2U6ubc0A+Lfvt5QE982pkypGC4/1I+drr759s39ZCrnNZ0pEy
JPBLx20caMQ2BERFAP5GKn65cCw706EJy5pNnFrfqu132mFZmTBQIEv4WROFx9IeHwsz0a+wSqtR
P6rqCxP0zFAip4muLxVeNCXkaxGFdEHdVx39jkXLB9mXBeAaTNDl9iXx8G+qbtJRaD0H4YCGzBfZ
ZGnhs2OgY3YyTX6fxvOVZaBa0CSKuE9Fqh3sse+4fqrl20R06k1Xw6+xOm95o44i+j1BCfsPWN0m
CgdGezWshiyOYYUPUdiKO5dL3w3zIb0qIbFcRVHWX5InO3dhgKfAJZWko/W9ydWiGVhogn/zrbar
gAiFELEsfbJusagrP1UgOTjFzlP0q8d+fF01CbojQIWUx96oEkghCAJ0h5fn5pk9jGoAZTKNs45D
Aet0qqhKhTBqy1TR7F4BbFS4q/rSgCoLiK5aM7OrRfE6yJWVceECd65ncvMksqlFoFQkLzOWwA8+
jiY/VZ0/MZwwObAv/R2McsvXej3/ZHdDshs7T1w4aZ6ZrpRAqCtxZWO66vrpK0ewv8q+1iYfUfQY
eJmd7fAINHyrGS7ZcJ9ZSlHZXvshF46+ifSORp9HBtvhhGZDuILzzbEIQOpM1HAnwI3z0l45jT5c
eMEz4b+uNFhQcDBQdTmHPmuWaLMKYns9o3CigogFq41cx9UyTiUrANIe9f7lafTdmDKbOWBaa22C
dJ58Q6H0X2mTK2aiL+nuOi0uA70yxwAo5Y/WBXW6YsKiUMEpxv3Oj65O88FOHXQwVtDlDdy7ZJcN
LjgjMtoXDjLn3gqlKYMv6CJaI+/2pVbPqWsrsw8VmAx90ZpibwFaiYEpjbn/8hCu2/jJyoaIIIlJ
VNJJsAK8lSLRhSYDEhbZhAS49B0IbEr9y1IhwPJyP2deirWHC4/O+PGfdzr9tQjRg6gxZj8f0EEw
4XzBf8HnN/Kq5vPLXX03/VddRJujMSs2V49v2pZPNj4785AgWBPm0Fabq150td/Brjz0QpmPpL7n
T6qWj8eXOz33fqTnjFVOlpuAbIYVo5EHWVUDdAR8Dd0MPXlXzuTsnB5w7JauDCwI1pfjrHQ6lDa8
Nw3U4opv6nGptTpQS+jPAYn3nL/qcf/1Zfo/0WP19q+J0P3Pf/P/X6p6RuIr7qX//Z/XyZe26qqv
/X+vf/aff3b6R//zpn4sH/r28bF//bmW/+XJH9L+3/0fPvefT/4HCgS8oHvx2M7vHjuYO9864UnX
f/m//eVPj99aQWz98V8/f6lE2a+tRUlV/vz3r67//NfPKMk/GfW1/b9/efe54O8ePidl/9Nt0vfd
T5/LP3+6exyS7ru/f/zc9f/6WbH1X8D6Y9DC8oC9CIign38aH//9K/TpSI2thgvsduvdu6zaPv7X
z5rzCxlzFkqAcBQ8mTc//9RV4u9fcZ/gl2v1GugUS8C/R+Lkm/3zDX9CTehtxTN3vNrpysyeQ+9k
qYGjcDjDVky6GaUaFkQR6F6KR41yaJUlPc6cbz92eh5D0CW1fN9mI/xvUdTxWxNGNyw+qxpQS+mo
rO1GlN+6Hf6sU4HoosaYx4gGTFr2cTAVmOGjXS/i0Di9dZs5NbfrFsr+LmxH6zPWDDb2NXGT7RUl
sb5m8GuefJe/3/bp20nHm29vR5KaGoTKBYmS//r2T8IdTF/kleOEuLplJ5/JdGhfJ81WXqW6jqW9
BwDWQEpIu1ZY/B48t4Dn6hlL8uvSDNdrfrH/a1P6oZh5MRpOoujN8Nj2on38ibDpfjqK8s/PPVP1
/4EIwh/oyZf6LoKCz8vnn1gRkvpp2Hz7o7/CxjB/YdchjUFRg3MDuZN/Rw2/wSKULPd6UAN0sCpJ
/h00hvYL+xQKlax+NlCE9QL1d9Dwq3WG6xwq2WJYGI0fCZpvpfgnG6POsclBXn7VmOQCDJrjdFqV
XW87YQ3fqLPy/jgg91DeDQaaAgiQhYYD3Do0ynwf1R5qG4h0jPwIXFF71VbQ1/HPbIAeIo5ovO4G
Pbu1Go/dRxuLYceejwa3mCZIW6BCjy2kldYf4c1UhzpbCnw2J0V504F3ug5zZULtq0TxKYBhgE5c
Ddz3qtcFeSWnrBD9RdC7+msz+6Ep/P/nsv8NvfJf/15Mv5u01+WfCaeNv3aQdZv49u//mq/eul6D
oOBo9te0ZEb8tcrb7i8rOI17IfXeb3P5n/nq/EKhmbOVrYIHIofO1vD3fLV/AT6AeLPLmsU0W60Q
//1c/4tF/vQcB42QfQJDIm297zxZ/bpwCqss8eyrWDt41ptuuIDeeq5d6ZDh6Qk0XqiXfriYbYWW
UDX93kI+eHiyJpxZvZ9rXlq0UwhSM9cCBzbEPLXvaoTNHtNcy7ILqe/Tre+fYVmPa0+GBYNQGCNZ
aCPAa3XLfUbOAlUKzcJguTAmlE1Mo+nDv8Lm5LD0dCt67mXWnz/prOPbp2NU2v7UGa6BhrEBc7Ca
kfV9ebBOD7b/vIx0Rne8Rq1Tb7Z9odXma00bzeJhVFPVfjUjBjgFirNQdC7mpn73cofPvRAL/dMX
ql0ECJy1wyH3WNYq2AJib6IIn/gvd7Auov8ssv+8kXRDdRMoX70wLH/MkES7sWcj1Pc1ejHxK3xK
HO111KeRjUdF485I++X4th3VMh7aq5f7l7Ct/zyAdCSqnaKDMDiDEIgiBCEgWASAOL7WGZw8JCqi
cc1FzI7yqsLKM/OFXlUuVLbI1YsLM/SZMZZveXkEATJH8cgfSfHvjbb6SuXnkinEc41Lq0IV66jd
zL3lU1ZyfgX/UGFBJtILCb/nWpfWhtxFaKczWsvPjCR5VLk8vCqVJLsEZ3mueWltwHkWMa7YAsYF
BPejNjYmgpmLc8GY57nWpZWhzce0rvXG8ikQLIuvTsrQHuy6qpy/zoE/uhrIN0F9irC+oZroT5UJ
0Xi27QneEPRc7/Dy5D2/tlGcPY3OwhsQBxCRExR5h2iZgzSC+Gg0i6fe9ErsOfdztBoRvNzZc8Ml
rT1oHiqQAmolKKvZsd8iTBX3H4u+V75ua19aajpXFeo4WW6wUB/0oU4BwprQomgvfI31s55ZaWQl
Za/KTKrYcxjAnVmK4whJf/DzccZdr0liUHwvv8Zz3UjriWFWoTvWihP0SPL0V6VdlSteVVvTYUk/
ThfWrfNfg9rT6advUBcMUb1wAwi8y3sUouM3pWN777e8hOVJq8aYTa42csYJdGVK/ByovfEKtduq
+ZRZbjZdGKrn3kFaPeCVwUB3ajdoYZxfK2g2vPEirc13L7/Ec83Lq0eYkH6kEBGgKaZP6CpM5m/2
crH68Fzz0vIhBqei4A0AY8j5AmRaC9/kbnBJcP655tefPzlKiMQo55z0X2B2yEeg0k+CDqm0GRLg
tuGR4hlFKm4iE6PvreaS17VmlaOPG9oyvt3WgRTQjj4bnaZMduB1cfLRcbvuLWrGyLtta14KNPiN
5E3J/wW1YfbJVY+smreLs2JUt4WYK4XYtMKIoVg6QdZFYIe7QkcZLhVme2lvXqPp+xXpO0foGSEc
Fby3GzThDKMkRV3KeVsARrVvoh5gtj9F+lz+ioWG8bsoo7G8sJI/c+ahEnE6t7ADCJ0K1cmgAnta
38RKF0KRA3PPsc4FAm7ivtej17IHyFwXx2xaIudgm6NRPQxqb4uNAywF6BzaiuNmCmQ5B5ElIxmd
wHXyS6wvSW7+3yc7ioOnb2kN/ZQ0euMFhrpqYSxaCGDLCpclv6ohHcxvoq6oviIdNRZXJsxe624y
DL18vUIK0l+RbbYuKc0/E8uuFMtuiYB4NSZmUDthR3F58R7rCZmEbeuoK0Uyake2Nk+pE7RKPQZR
r5lojBtu9OemQJPNfjBntBHbjswgwrT1N4vd7a5TYTNva106w5AbKbFFdLzAyrnJ7AXCx8tOgOTt
Lsyy56JMWie6pJmpcbZu0M9jqF+7uG2of0y1RsTFSMJWiLAKeO36YtfRlxoZ2ktl12e+uuwtb4xl
ziRq7QBzyUJQAVtFjWZhKhtXcGd94ydbxGIuWSPs1vFFY2m+PQ+w7u1KOWz6MI60SGBVggBIMy0B
bI0+WEonRbG4Ti+sQc8NjhT7ZINjZeKoGqT4lu/1XiOXNv8gL/I/oe9Ioc+tp8LnvloCvYOXrsba
pzIyLx0kn3v09edPhh1KPcJzWLAHkYNwtJhLle0Z8ct0Wzh/D2cQfY3kyBIoYeFd68OUkWZEXWzb
Z5V2ZaMe0NfMaL0PdXM/GrCku0L7MV/OfwZeima31Bd3cPisqAPF+8xArt3OUEvY9uxSKKcISahQ
0JYAQYv82HllhCCGuRxfbn2dHGe24+/yvKEVL+jRj8GoWI9cO7PhiN9MXQb96PwY4fk/4yNj6Y3B
GUrYSGNgELjvvB6gq2ZijfPyGzwzM20pZPuSo9C42GNAEs2+dj10sFM8H7aNvgwj0voiD90lFUHU
5eZtkhfO63rKNz66FLFs1CE21kaPJ0kaavvW0jtMHqYsPmwbGiloUXdAJW8hzVOXyXST9VH/SiAK
si2oZDgk+VFlQEusP+IPNnYPxqi6+RurxeN+49hLUZtpydBEgz5xJFydQRCxQ1e+vDDxn5s2UtBa
qZJR/gIWhDeatjM6oe+gkl4CMzzXuhS0Rp2aepi6AyOv/NaCW9+VSH9s+6wy7iOrsflTOvvvRzf1
RkfYFUT+pkkjE6UNC/cjN9YG3xs9FQ1LWu82D4wlRWumDnWYd7SOJEGMEm0mdmAZ0o3PLm2wMWzh
ipIzrZv6Y5PgQIm207bMFqT10y0wm4rcTSIa9zBoCHLHa7l52dO2s4FMPpx6wwlRugCm1sPynfDg
2mmYZmzbXi3ptFzEtQ5rA9ZMiSgZijvJo7is1fHMZLekOO2WtscyBFZQkcUmDmnWb8rQXdJheK5x
KU7V0GqNOVaAkjQqOo1T8rkT1A+3zXUpTNE3mlbXSHw2bA9+FxYrOziLzrbWTeku7Rgp8ADF49E9
ob3uKI+8DZ0o31SiQhnidDpOAsMTk5YDNL8q7N5K0FSYyihut23OyAQGvZm8QtTREMxmgYSMgopo
UI96/2XT2JtSrGLWjjI44sQBRq75jYc+wwG97tnf1roUrIg11wbq7SLoPeN35CjvO9O439b0OlOf
HIWnDhn4GQeqIImVO5bH32bd2Zi+k/FoHhYaGCSggZdi6noQsfW+ysJq4weV4rTMOqX1XCECJemT
1Wf9laPjpbhtVKQ4BeIw1t3k4myXT3+Cof2ElcbttqalKHWTMVLYr+eAZjt8kvQutnco7Ebbll5D
itMhAhWbmfBn8XpVfzV71oEdLo2XRDmeWcFkx3fR5Lqah5UICvQHD9Xk/IEqbbht2GUCYugmjTMk
rQisGd/WolhFf7NLldfnnlwKUa+0zaRG+T8A0uW9drtIe50rYf1p02c1pBCFJ9K3AGiYjjGy8kYx
/uq4ycZPKsXoYlZeit8gPnfWAPUWb728cd9ue25pLzVHc8KegraVtHtvivm1ZXYXhECeG3ApQqsx
DKPegNqphoqyx/vgVYLS47Yl0ZAiVNPq2lkUXfEB3L0pZuc3t53zbUuLjLFTYs7pbcWY5HF5jwfF
MSwuqXc8Mya6FJ1mjXj5RE7dx63pqh31W/OS2/ZzLUs7aD1bYH9r7nZ2Eb1yEfIt23BTmRU23uke
gTIpFB7BQ9fFB9wG9qnzcdPkk0XDci9t6yXjI5px9kc7effI/B63NS3Fo2iGbJpHG65il2rvF9QJ
g1Rc5D48N9jrz5/smkYZTmWaeH3QYTm9w7z2ygu9X7c9uRSRWZ50aMep8E4STreKan9eDcK3rbDf
MRewCGuwP+sD1OenndWZmDx6zrAtcL5Rb54Mi4vwTm9ag+I3Nv4qB5cs9rYxkTbNOIobs4nnPsCW
CT8dA9l3rbHfb2pck2JypP4+z2XYYdNaX405tf3GSPvDtsalsGyFUDN0BTokNay3hqi/4I9xSVTi
mVmoSXGJl+isoijT+W1hvLVoexLD1ral3VIbE5QFJ420MSSAV0gYp2gPTPbGUZGiM+5MhDAtHHAa
CyXCRU0/5Ha87YD1jfj6ZBJOHlq+mUfkT8aMpZxqhnaF1uyiJduWFllDq8YKJ6RWg3ajWX9WxuET
xYcP22aLtGUOqPm0tsG4wCa3Do3IELhFQ2DbOUKmZbYxvgCFN/Hg0/RWVOrNNOB5uu3JpQhNC0hr
CON3gZsZr3MAhwgbOZe4s89MdBlfJaIWzKUY+kCt83sTk8q0jbcdUmSiY2sp5RwZGHvhoqXvx0JD
IddMv24alJWm8HSbmKkodG7RdwAM7N+ibrpJHOthW9NSfE5tH2aurrTBDP9lh1xkc0Q75RIv87kB
l+KzssbSgw/QBpSQlkO5VHcI324s+8ugKlHrSOpqYxtUwF/yXSda5VYZ1PndtpGR9s9RMVgVTcEX
HeY/O05wE5Ls25qWwrNn44kxC0LdwY7eTXV9rRbFxnkonWfxB87sNDfbYBma2B/GSD8oefll23NL
wZksZoiRatYFXlzvM3O+K9xLx851RnxfcoE2czrFR8wD8qF22iAuEFretY6dvm7sekK5RccUbsvz
Qxk47cTKMKyFbdLivmf8nsfmJ6XO3m9rWgrRCcRjDjmgJf6H7mrAp3E1p9tWqoOCf/rgGJbCCjd0
HtzUPhWDUu5Mpf647cmlGI1xXsRJMu4CS0/M0V8M3FJ2pZvjX7atg3VxeLKRmlgKuMLNmZKTcp8U
OhLv2+7inF9Pm8ZAuOHCTNPh7N33avImNOxNZSjEGaWm3TksmmFuAyMs9AAVif5ew41qE9IXHefT
1nVnUK0hYSaG6jKvUvMBUg/bAGOQ1E8bL2CN9FMXt0E51OpOHZwjLpbbssNIfpw23sM8FabHkLM8
3g6zfptb07YYWik+TycKqgu4+TRRG2BCX+6cZb712mRb3QwKvdQ4s0Sd9KwNtGp4a2jNq1btNz63
FJ1tQnUClaAm6Gz3U6K193nWbLrEIah3+tThhOxRhFR6YDMyOw8Q+q6ZYcZvikwZjdQbaaOklddQ
t4mbfatn90LxPmxrWwpNVeWeVVpqE0SJUaS7kUSFL1TF3jgwUnhiTQkqLUXc1vBmDICEjXpioi4b
v6gUnrg52iFYuyZY8LPaa515x066rXpuyqI0QindypoqpkvlIQXOWjtnHd4O3pBtqoJQ7zidNcBz
VS+aSsY+inE7LUmeBWFoNtvqCGhin7Y/Z0K4bRHWgat0GeawY118FZ6DjOWmuSMDjrQCEfXRU+qg
jbEtLiI7xVknto7bWpfC1XGmyVUHtQ5EbiNKgPTVHg7vxvVRBhz1OQi8zijroDMd+Hjaomefs3kq
o41jI+2mU9La7TgxNlWMw1zSFx+mXNu258l4o1yvxkJxBONeYjI2wzY8jnkVX20bdylkB2PArSof
6yANreWTWoXRFVMLr9NtzUsxa7BOWjquggHGwE13dAS64zsrrOxmYwfStkoxLqtKbJ65b3Tjddu6
H+Im35ab/45a6mSFDsa4rQPH7B9wf7ofs/5h08DISKMonEcjz6MmcErvd/yZMOBBjGjboMhAo4aU
uavAEQ8MvFl+R0V+uhJZMWybMjLQqMd8al6gnQdEKv7jQF92+LI4/raBkTbXdlao0ee0bg2z2Fla
fYNd74VQ+qY2euZCIwv6NckEvA7D9AC3sShE3aJMWWycBOpuVHhRdoW30vggii6/NjpDsYM+jhvr
fSYyp3mLOF/XPnhOYV/h9N1XV2mGxd3OyROS8dHUuFgi46PbtB/GRscCR52bMvtcxbHSrLadiX6A
1hgL30HdRRxyjSzZ3qZKPV2LBr+YQHem2LwOkfSY95pKNuFXBWQvXGQj7ZwDTGbaHPOkX45R48Ud
bDt9EcdC16HUYylplL9P8O/Dt71pK+kfHZY4TeAuujcE7cT7Hup+sVDTGSx3X+Ikke3t2YnEVYQJ
sffKdkt4YWqz6A/odYw7TKTb6zrpWjzqKs+dj2ORD2hYtmZk+YMzmqSwESUw9xFGWDgcDZ434wCf
4MBcVEmr3Y5lmHrXuaH1ZrAw2uPewtH8esFo/a4tB9U8mCq2cVjfteHykGtp5Ww7hchor2IyBb4r
RhXYONmT9UFeLsIGbtv01E93WcPEYTBr8jqI7eIxNLOH0Ek2Pre0Vg5UYqZc57ktEQadl9+ElrYp
OYhOxelT4z5kzBoZpAAlomkX4iyEeppWbRsTGeWFAa1hZxTtgkhPU8xSm6922m479MkYrxR661A6
ahWIWdR3ELSSK7ybi21LmYzxim0M/Erd7oIIF/ZXJudXkP+i/23TXLGkM01bRMOA0lkVZG4kPrZu
s5DML3Gc3da8tFI2WDdDE8GO1SOpjFBY+ipeEILf1rh0olEJYYA8dYUcaB2idIDTZjA1arLxliPD
vLQy0RbFYEbaUWFNvt6VYsGN08qaw7YXkAK1L5oxVOK+CihUfR1r88ZSum2MDoTcT8OpFmM7NLNT
BbHqgSPrO2fK94aX6l+3PbsUroPVIEct9DrIG1zJd07VGNTYXV3fhsXAPez0BfCPyjV1ijggqJq5
E86Y+rh8bzwgyHiv2hnDdInYwqnRtHsQZfa+VkY12DQ4MthrVKFKW0lZQXTN8xvbGKx+ZzetvQ3f
j9TW6dh0aRkBZKpYhkvh3GBdpP7OnXbelApGs/20dWcqmqXoOK+SypquQ2y8AwdF7G2TftU3epqs
0fHK8/Bl5zSfYIbejU20E31RbFtwZMiX1mqTmLgnB8pcGo8xaPPHBUOibchP05QiFp2YMo3TrA4s
2xmU6wwtIEysx9G6UDt8hleHFNHp6EA3DUM7d8tgyTWjfV9nyVDtQ6fU68PYVcp7CGd3Co716YFT
HBZWkcdl9BgrllVt/PpSYMPTtVWRcv7EASh290qRIkBRxGWdHzcFhwwQs1W8jHTMTIMYz9vwFl1/
eGdzg43Gtn1BhogtqsBGd9DLAPnhJNtNIwJnuzQzh40HLBkmZncYhpU6HcxCB7a8iE+g979sGx0p
tPMe2XtPLGVQt2W3nyLj69JbWx9ciuyoWbSuw4Yv4Gx7zPXsRtcvma+s4Xvm2iLr6OPUqmJN10N1
MYdunykmpYZxebdtUIzTqEB1uY20cSiDULSuL2I92hVWsnGrlI2URgcNrZIvGiTtpPxRpKPxpVXY
brY9uxTRXWoiZltqRcBZ6w5/1Nu8iS5ouTw35lKoRhN1RpTuy6DDxv0Gk3N3h3TduG0Tk6FiY2Yn
OCAYRWBkiB/u8CJvbmJHlPG2MJXli01vqgy7VIvAsUocljz3KjO1eds+IEPG2hqD5tBLysAz4/FV
1xbmHpOD4f7lb7rGy5nJLuPGvDGbh1Fjf88Xs+HIr3aR5+eqVlW+za2u3HbGkvWYUP8IwxrTuWBp
nT+4qL8unPjTy2/wzNSRoTvmoFIahI4FQ7AKkeztxPA4Gs3GStI3Q5gnpbuEs3IZh2Ue4M0ekt3p
3OvCtsS2kJJFOSs9FdPS8vBhFHPH13R8hrNp43Ig43c8e3FmqyPZoY29NmMwRvF3n5Zleknk9pmx
l0X3USEKUb2NqkAVRo9vt9Wn64qpepfcqZ7rYP35k9EvlKRrBi9hybH0B9Gr7yIt3Db0stgymiG9
q7Y8O0lT65C0VGgWoV2S33/uwaXjVckao2SAPX3NacN3w6zUD2VsbSOpmTI6ME9KTagoq65bq3tf
F4YV9InlHjZFlC4txjVJIzUs1ikfk2yqGvdeMdGz3NS4DBEUc1/OYk5ygB8oc+3hlDa/LTk25hvb
lzZYdxjDmpNtHmixPR/wl1ffYiYevtv29NJnne2EDNeIXGikRVN1k6qaeqfrtXVJFvsbyP3MeiwD
yxDj1CfbFqxmtrCKN42Gw8BVkg1Ne+QiJvQjWnp2d2isfKpeKTO3gle1kzbFb1idmEdh68u1Yyqz
tfOWUKCuMCtZ9qYoLcxiiqaZk/0SxeHyRxXOiTiWNXsuLvTp9MUoTPN2qNP+Zk7i4WiEAkvJBQ2M
eKcWibm8x5R1Tu+zVafifZm4dXfgwoZvvVq04z5WQX7epXWsLAf+dZe8NvSwGrYdJL/dMJ4sAuAa
G72EkOxHoZbeDV7mvdITPdq4wcqQuErJrIrsaBbok/po6829p0VvN00XGRLHXXMuFHvMAqQt612u
m9d61V0S0ljP0WemigyJE0IpoqWbsqCp0eq4brslHw/eDOrhMHJDiK5tz87jbdk1VTrMaw0+fuZg
ZYFSK7ZvZmN+XOo8+rBtnNbTyZMvHM+h4I5oYFVQmfFBCZdPfapfGqe1kXPjJO0hmholImtFFti5
SB5AVZtvXKTuP0+pplzIbD7XhbToqKHnRHrdZH43GZl9iPumbZLd0JJsv05GGG0XLtXPfXJp+QGe
EInBziM/SvosOwpr0kCHKbmfFIur70F0b8wqyQJhUUzuJGxzBq3UFYBu9icWoo1nKlXaYBQER0gE
lFmgUY7DTvbYG9qFBfr8lzBkEJ1jgOVc4OBi2Yzy8rWXd9YRq1Xq/nY05OomdAFipafz1aJtO0kc
BZkOhAThuuMS0TjbqK2o+J+23s1ekyRzmwaOY/VHMNfuLoy1bZcVPJlPWx8SUpGG0OIgQYD7WA9z
cXC9ZNM9zpDdf1C11vLcycMD/oY3Ku6GZmVvHHMpjGdDzbuqp+llMf3Qa45Fom+6H2KyfDokM0Jo
Sefhi5sl+q1jKbeNvS2LZ8gYOmCFqxBuEh7qdGxu0q7rA8UyHrYsm4YMoQstJx5mQ2Gya1Hn13Vr
4pOeX/LZO3+ERT/sdFRUL2tDS1WSwEm6+hbU66cmmreJwwIuOW08sp1IGXSRBPms50fh9eWV2uTb
oKhYCp22rswT9ZSiTYIkTZtDHbuvFKft/E2jLsPoplRtRIfB2KHHyGc66vr4oW6zbFtSEdeQ02eP
K69vcrP0DuXQ3GV5FaRttWkTN2Qo3RxPU1REHKTyHv36UpTqfsmtCyvvM9NFRtINoPMXGH4EUTdU
O1Bje4w4Ny6JsqrXgkhPN/R1AmupmPdlVFcNSvqltw2QBhHkdNA9fIpMJ7M8iFbVou/cPGxvKzx0
t/EgDdlfR9hlWDqN4WFpvlCzvQcFsHt5Nn67zH9/vMGp/fTRTXvB9KaM4kCbFWO4VZPCgmAUoeX5
HqWkKkgsbzF2TjMUlm+TXRvxg82sAYXM2p6PjfDUxl9qLdI/F46lD0HoGsnfhhk/KPqKH+rps61e
8QvTsPMTZ2qPVtijKaxk2+pqhgy8MUbdWPL/y9mXLEmKa1H+UGMGEkKwBdzDPeaMKYcNllNJDAKB
BJL4+j7+Vq+iX1a1hdUuzcrdAzTce+4ZeqRMUackWBb2BZJK/y/P9Q/L+T2B0EdzAssQe+n0FivO
LZIqkGlnejPW//zi/vQF757N2LYWiTqS136RGc7W0K1jJRnSMT/UNsEu8e8Pf7H9um+NXg/rJPVB
5amrdZH+C7nnT7/+3SmFapNRTdV6SC6WZY7NEJmn/EPUcPqeQKj5lprG4sO3FbbTg0nnchrIx+iJ
lF/+pP9qNlK5Qsi/IpuXdImuaI+cL+B7Pz72Vt+VEojiy+OYIvNyI1KVeRRBe+bT+PixT393TAnQ
ZOMU0USHCaSgcuoXcT9wat8+9unv8P3UaY2UyxnJpAUGNoitE4c2sA8+mHfHVLu4ZMIM2R5gr0ke
R+X7H1m8849VcO/tynYm3WzXzRzGMRsqmG7DzCZtPmbYQt9z8FY3wzKLB3MIPNnLPu6XivcfrFWy
SyfzX8uR9WsW0Rk/fVewa3E2/BUv8mNaQsQP/v3Do12ruRnoehBQz9SFk7LCofax4T1Se//+6Ttk
EE27obDimvwwij4rST4mr0ZA1t8/Wypgj5NO10MbL3HpNWkOTQMa3T8v9T+0idm7pY5IhZn0E82P
WTOw7VGuqlXHkJFhOaaLxi34z1/zh1PyPROs2WiTJh3+CORVRfVGmKhGv36MCfb/JFFr2XBrM3y6
EGNb56CBVcUUfn3op7+ngvUd9hT4jMtBex2qVs1dbVTzsdvjPROs0GlsFWPLYevX7ahkTkoYGO8f
uz7eM8ECouizfXHLwcp9OCamf0WWI/vYK33v9rVLle4TsJ6DziWv1OC7CpTUj9H+6Xu3r5EHbnne
6EOkoqXqdj2WVIePOTfR9zSwJk2HJekyfWjtLKudqaHK4Vxff2zFvNuxaxIAOS8iP3bduL/ssfZv
XTz+m5X8H7bSexZYQ51LVpCVEdeZQI9yubU1Sf4NI/zTp7+7nZBwA7g6FMUxjQCdb9HPaRhfPvRY
3rO/+oQkDfIz+BE+X81QbjvYiYiuN18+9vHvyshkmOi0x0txZFqNIOB2PpO3WTKM+cf26nsGmDb5
ilJYF8fCJGVXkOsh/mA58578BSOu2QaCj1Yprr8LH2L8GCGRvmd+IZ+hbSSfi+N+sT7qHSKhU5m7
8mMP/bKM/uvO7uJB2j1MaQ0XrtO46EfEb//LzfSHlfie9oXsRrRMSqV1BvpDN0a36dj+y6z/Tx/9
boMy2AjJhY5pTbJVJVepHqC7lk6trx97Ku8u1VEnczesEz+myB+FhXpq0uuLVC/5l6d+aVz+R6eb
vtukbdTrNHdNdlQ6MifbbJu6NzwW4gCdKm/OQu1O3tm9+f9orv9zJf2PL33P8eKBNOPWzQN6P+9G
XyVDOxB96HvsuuEoG98P5TwpxNWUI51xt/suLCM/T4POpDqise56VQ57v4WzbELUfKfUgXY3xqC0
9iXtwu5ciSJHz7c9gqz03WaQJpidfZTyGaGB+yCitoxp0SJmbbFcoxCaMry6khXzJL7rRao1KdOe
t+pM9x52z3VAQ89FHebNLVUfaOefYSHnEOHLekT8wOY7tN6MZVKsyP8riwBr+P6U6D6D9b0CZmlV
CV3BsOIHGj6Nr5oodAMd7/K/lFb452Wd061GFCcsTFc8ob7aNkfaqz2sHqlLfYwQ5e8TQFu+ln5J
4sSVCGQU8uvYpn3xU4kVQT8Qcu7Tokq4fXXhy4Wkd9K7Cr4cYRplKudak/Q1h3CyOewY2ZBDRBpv
qibHSiuqLXOBqZpsO4tvknzLimPL1h2pvnKewgkpAWPFM71ld128tnkdt9TRSvJsRhWWq7zOFQxw
Sz+LbB7B3+wmKWpboGnmFRASLyb8snlceJmTjEM3srVXTcpRNuIsydR6jbc1ybZcclR2ZZFEg6pX
NZJvs1VZ7cLu+c8VQdf0qJeJ9ff7gmTbNzkTzu+pbSi93RuZr6IedmhU0mPh1gSOCHvG1+EOCo0c
70u3rcaPE/FeiPUYw9UY1ZiKp70/hYx692POVTuJatoABp85FEjFS+I5zAirYUyRJCby6GIDOazD
6CKoWHaQtuCgw9dtPQS8y2k6EwYgjZyzfsxl2SMo9pj1cqwQdO/UAkgiRGa7VJabuYlX0x/cgjMK
ufNi7V68J2LMsRwmsh47yoyvJiFTApdYGYYafY3Mv+aWjtNN4XeAQJLFiFsunbYA88siZ5yggrKW
Ulohtp12n5I+X7IjDFZ6fzMSlwDVji281XaMmS1yhksZB5NZMDkzmKzFw/qDDBE0M8vGU/3MmUry
WjaGdT/Q++QDNo1Kp602HZvMfb/GInsBPWtWxy5wyISKKZ7Y9c4i0t8m0vX7r3YcphWKmSWa0vsZ
m1YeRi0DOWuVdPNnGSnkl5bdOOWur+KF6f5QMPTlP3qAzvBrAPNRNVd9FFFyHbls368VHPb3wwwf
IIb0bju3P2P8sqH0gCBMdXnwUd1nSCzqsft2sfwV4fT/ApO9hn5e/YW2usAM12HSO5D2Lm46Jup5
HufsZ2bhBFdZZCptX2duFlP2EErROurGWfyA6kT6k5LIX9/lYmrph22s0iYP030fRo5/waTJVX6K
h/gBzvyzSat4zRMxl0LSKPxox2Jcn3xoWfsX6dFw3BA5z+upYJPXp7TdBnGmWbFdBhyJgT6rHZx5
1plY4JnK4wIeFmTSNCr3y+6wgrmsjGy4wmMx/cnwBUYOGD004xEILBLY2wSI5HNkINqth5Ct8+vU
JwO9x2ub6GPKdjt9IVHBwytYU3ao27VLdY5tEs/hIWq82u4QkZaIO9ZZmb4sKVKf8LoNQLZKT5fL
D/kuAAZWsoIHjvAJru6Ja4UqW5a27GWDh9X3rZlgO4hMy9z0SBHojT9zV8zyyqt45iVJhSLHUWx8
r1Yr0uG5T2wYPimtdVbaJlqyH1IWna7EaHrblfmYNDHCiVLqz2ZQxtbWkTiqrRlJUo7D7vRXaou5
2GoWiwR+hx77r42EWcrOR2Y8jBfPnhKOd3t/Pzso1w5ML+4bicPleaL/g3EnsiKyO9RT4neDPc6r
bpBEVZlybPocZgQ4wgFJKXiilbTf9/bsLGS0LwEBdktTytlyjwth126ays7iHnclIPHN/HTrRtkb
MjoW3Bg97GyKpwGfEtW+1chwPSDlEaPQw+iIYiXEoSO7Goqk6A/bJugQSpHYfL9x3gjAGh7RU8Up
bgKKSEjdpDwbxLBheSxtGz1nrF9ILdNsjWoTb0lR87Dv3dsS77Q7bXZ3xdWqpqipZ0eacEuR7vUY
J6ZrnwEzk9CX7TDY4ghbeWGvix4tzn0A8JQf077FhWibhs0ggqfS3yoRd3017Utiq1QvPIKwYTFN
6yCv203yZONeQa0xptY+tj7m5DRhptzdT7DCa+dyCykSdmA8Xs5uKZJzQgtjH5iZo/E7aX0+3GYD
NdjQo1SD/EWHfMdKQMA3kJ5J5O12xF/muwNTWJ2vWb/J5tqItqNnqGyz4W5dCEK5DjivhqxGlhJt
fu/wUobpuZEdO5mpFQLkZ0i0sEZyGC1dy84GfdKdoiAVE5CM44PRiEUsNxtG8ozvzN+2RFr/bYCr
PETrBZFTWs3wZxRVZG3fVL7R/rkjmaWnvNAQw7BxBJtVbUseVUGvFplzy+Q8FCYbTypMHHL5iJ/L
2IN3QbSnaCQpRktt00fri1L7NF6D2yt3lE3j7n/iWjFjDxPVOE4+XUY5NK6onPl+t8dFqgyO6j00
57zDq4cTbYZEsluHrT8/IB7DLOfYysKevM0KdrnavYRpAFxa+nEtRRateBmOin0V1dy6ED7Rwg9F
iaSzPDvyVEkP8I66bnmIbZLP3/fF6LTDcb15dg4pjf19wVyvvuje02nCBmoLeZKpCTFyMxAOpK+3
ON+TeqQrsydUCJEWeLpEbQe3c+4Eyis77Xibi0BeApyI4pcCTGzxZCdJ5zMZQxLd7QhAH+u9aAT5
YjcGP6u8i2FuVeLQmyAfgRW/SwjsbNdxe+wBCrY/J6il+2/agMFVIn6RNGm1IcCHn3jRTLOveJeK
+OSjPbaHHAuOXSOboIeD3UIh7K3THgazWcQ2XhtYOkwBJFMe/YAHfcBxjxKgO+/r3L/wFYv90Mdu
yKrW75jWKD6mnxkBi6KiIW+6Cp1rypGfOPH1igycZVtJfazmey1nCYFyArPPoy66YbqjSrtoKDPo
tb5302z9kSVtuj0kY7zArRdT2eIlzUcnj9uAXJ3HmUj6JTfIhKlN2gA4yNvIZvdh1A0/xkvnyAPu
Bjo+DT03+02CGw5Bv2OKjQISPWht+RUuYLPcNWootK8QSC4eA3gyUeWzVm1PZncz5NNQyRJXwfSw
6SteJK1+6A0QqVIqMcwHGqDCHY4QtCWHHFnGY73EDdFV0sohuUtXLQc4gptLqZSDGyxFVeQbI7Va
5zhZy3734XOXD/BYKncFjeOLhhSOvgmTTbfLuKI+q6Tooirp4CEXKhz1W8ldRu1nssIk4SQyp4ur
mfsYRT2F3FfbMtA0sucWPyH+tE6j5RVh2Vz3Qa7jVe+x77+yeHHbkfB+SJBjssAgLUlbmtd0AOu0
NDTZjwVuJmfLhTWduV9BtCrGSmWKD7e9acJDHi5xqfuy0xuT5318yJF348tCiV7Uy57iDnDDFolz
n43MvqxDk2xP47ImFcYSM/kWhsZtVeNkekJxh4zNHpqbCTO6cvEdtpHVsOFIocLutplW+24LXU6I
Tspqu8TkJEScfnaK0xsB4yVVZkU3m0omJBNweNWknKa0y65zJ8KvFFoh1BWtBDF478xe3M0RWR5j
B0NYNEzU3oosJzvSp5N0edwiDd659bzKIDq/wwgF0m5EnVJ4l0O0fBeWnLxOLhKHnnQZKjDl7c3W
D8WDcPDbr3ss44r51VVENu0phcDvds1EuBaJH74FsXXPBR2Wqo2zTwNb1CvrirEoRYz9elTr0Pdz
6eO2cKYUqI3DMSBrLpyyjYi3LPH62nYhL2os56xS+7r747h07DqA7Ji+uijnz2JwFCbuxI48OjWK
b24oG6zcHKL6IONfrW2CfWUsy0K5tcrnIH4mmwt1e3EPOA/B7zBZyZckaOTwzrMh6HpaishukW1J
dL0lKL0qiFBdfL3IpCnuTeQN4r1xeMRvezaQrCpCutmbNdVMfEs7VIoHZklETrrVbXrb+W3AySXG
bShdopf8ja6Djh9mulJ9gKlDGGFgYDJ5nqKtGL5GUhUIuGKXurKOkeBty5W1scAiXXlbLQMKFlc2
NKJ0KAMLa/vT54zOt5uftv0H8YtDbSRtzrC6B+wtpssO8qLuAM+dhlwt+dB2n3wCpOAwjSlVR8tx
7tTofwQ/zxeyHspxRegDJDgduwHbliZ1UnhWnBOIrPxfLdQE6mE1NtdxFQqxyWszG0Ssl7AfyTGR
3DsyhE9opDlBzwyC535jzGBwLsiRu+ROK2zJ5x6trfvas744pxOmUtQox78mhvbRN4WZJppqPzFE
JgKylhVWByqnslm3Hukay+rrTYkl/5zBAcC+5U7G+Rdj5oJ0NeNzhMurGVm0PWdu77woI0I4La1t
FlUVDR3IvdlzH/5KYQ4w/FpaaN8OeYfcwacwSF/AnoBNyyMSoVnvD+MGL9iroo3I9Jhhl+FEjOky
5ziepEemeiVHiKBPHY2lO9Fe9rGq031BPVAOCLQXMI2fpnCH8q+bq7DpS2GC0BfrPnV2WYS7KnrR
L2+DiabtOHWRRUK8KVaGN7YXbqlnMvjtW18wKJcy2Rfmm3X9vB21iFVUFf2a3LSzaLJqxuzZ3oYO
dx5eCW8hHTTA5KtFbzMq1DmD+czbusP7DnLqubmdBJmvXOPzp5mSYE1p2b7rhzCgAVsQ7llCQiZW
ijSyvJuOweUsVAJ5qOt5pyYPpSxWXhrrpkiXdrXOfOKJ4/KvDUEo+WHv41jWmbvcq6UwSKQ4Nai5
b1sYeWHV0UTR66ZDwOqNFmH6XOR4CDW1Nk2GMm7BMngzw95FKFlDHF35Hev6ihOW8GuLK6D77hxt
r9APJMXXCYboXFasEHH7pDcmJQykE5W1a4lFxmiV41QNx5hEkNntXCbtfd65eK8WbPjXPmHqMDRt
NmKrNev1FAPvuAO6QdljPvqsv3bbUvwAbvMFiRqWZAhgyUAYn5AoQ55GIppvcL/o2looHIptt/R3
1sYo03bYkbjzwHN0WHtAPAnUAvGp5Qsd7mZLzXC3NKu5WbWeuu+Ik7a/o7k3pvZrhNeYev7Wr+ll
FNTnuNt96t4y1BK2FvuMwh0sKIuW2nF1hLS5yMpOO4HaAIPNDdF4uQe6i5PQAA2y3b2DeAF5jfkF
F4JMfHnrUZiVhIGvfgbwXphbZGfP0SPloPyBQsTRxZ23TAi0ktSuITbQfzdde/AxzTt+6PKs/SRm
JMkfEogi5r/8RvqtiiRwrm9wdkCc7cJykx5GSQLB0mzJ89KiObkKY2dK0uEA1eW2Lsi8E2SVP3Om
DHmjbpVbFZRJ0PrwdNh82W35EH1t26T5kV9Kk1PuoUl/DZn+bfvBpqh9izlBZavSfj0VSBDJqyJb
1O+JYcuWOQI+KoSIxOlhKNL8P1BhT3c8hJAf4IbZpOhrEMF+9IQ7/kWLqIBauS0a4IhRoeCjZDQM
DWoUJcpds2yafg6Dh0kcYFzZjW/wdSu6iizS0VNn0/Arlr3Yb5aBNL+VHPaCIS08bORWSZfOr1ET
Z+x3goAN9gt9pgSO0gl2W0xLj7MjlqEiIpnd41I0XEOYhElUKjIRP7ZRlgH7RukR3zAX4vlYbMA+
am/3mB62bDNbOajVP8NBOUk/66XYPkVRaj7nDU9eQbew+9XUQFtyiiZ0yX5QfjtkaQ77373b9Gc8
8/5mTHqQ4LIOcd1wREmn8ySLYq6YHtH166jpv0DX68uZQROkdeqym8Xr6JFnzt9lxS7z49TAqOEw
sOCvZoRQXCV6iM8pQpVx5o3UvMlCsPCgxQSt8bbBHahk89rYZ7fCEPYb7EbQqZngUvkFQDJcXLIt
4DkQ13U4Fgqa0AkVB4daOY/tq/QZikQKXEEIVBkdi2Amy/eoXkCaZweWi4x+cQhjR6oJX/b2iuhY
v8GsveufSD5BMu4BJT21+CElbbdErxWO7WBduQBJow+6lzytqMbPeZ2mxk3Hbm46WZGUa/fjwow9
T+Og1I3nfB/wHX1knvokdcMDFdyhYAstPea5jqYTCJfcfQJwPR5wTIzjcWGsMzWR25CAXIcY2cPk
YhwicNO4xrsANtFoNmn03g4U5y0E+2Qi2W3VyNZkuI6iTe1XMCvbf0UMIUvlgCDJG7FPHtunyfE4
ehcf+iJdq3m27ppOCQpO2Y43QUv2BK7zDD0B3CABesDWgaa8+RLtIJ8fc+hpwuuQcr/hIjJx8svm
i0DIzz72O7ACM6x6PI+YZ7Tf5D4bVeFNQR6f9xKVOU7MYVOVnBsNt3NYHRV3MFTLeVW4TK9nP6Vz
fsUR4o0g1WbL8raMGEwSj66gl00YdZsQyGKc0THh8OnrbjeFO1tIOIqSTN4O2MaYjv1ecXc2Z73Y
WNQb/Ldj8DYVSZO3KUWFVm+uALDF0y2DMshmoX9rM5ja1DHc6dsvA9CNtFTjKuVr7HecHiKKsuQ6
44lilSrIQOopx+SzmsZNTr6EZMqLuoNmLX5I9bzknxAf0m5lgGe0PqyhYVMZyJ6igil0Yn9GCzIY
SgZhSPEJyTcbv5JBO/4TAJxwnw0K1OyWmWTgVTrwnjwOwsG2adBoCmRrlHoKkPv3R9KZWIWSQZq/
3eFqHXeBrt0Cf8Ci9igKEbLezEjGLkxzJ6e43c9JGvvxrtBAdctMUwd3dS2X3zGjrbwnezOCCtTE
/XiCzX1EHiHH4xn21EJ3h2nRGPQRaY9uOYJcphX6Ek/0ZyjHYoAw25iK21b1nr01shWX+QYsoOpk
geYIHsvj4uxjxiIw3KsuQP5/A5ytWB/pNLfbt6IYd1aBc0OiK8DP03i/byThB1JgF8MDct7h8uLa
JU9vvI9GWYZk8RPQbtG0x6FYxua4RUmSHBjQnglpprtvbcXbtsdNMbVI7z0PyBsbKtbMQV/TCPhA
xVo5d1VI/9MPD8moD7z3Xh3HHsD+d7CC2oCdj2EiiuUJXTVuuSU0nc7qNhmQKHR1KXYhDS3aRfjk
bC2u/Ktol1mEGlD0ffqppxPd7UGoluF/zlbgcQc3xcbyEnQFh8Eq5BWX1E+SdTDxKINEfu1jGpsk
xHXPiWpE6daWLFk9jXsmfJmOqYRPAhnJMNq6Ubt3vExXX8SYQfSdRDcGrXxYj3JvVwBXOcn9J/CL
nLiJZ0qhR5wjY6LPuUQj84gd3alfjuQsfeohvsweWAzvjASxXelkK4s5Bx1LdAtG/xr06NYZt2Gk
iudm4AaKLIwG8ukl69NCvqqoo8sTDsKZPo56xAKp/HBpXKcWY9O7iOCX6hLT/JGek82DRK3F0O1X
IUCJkxzsFKfhbRXKtVlJIhPwxRyIK3KbIqoWdRvGNYkfXG9ydprmvg2PePa9eEgJ29tDr5sFPQQM
vbyrsktddlwnFa3lwImLbqcYflWfotWs7Re4pfVJZekAoWOM9obeI1wQRZ5iMd9e9gFMwSqPDcY+
LR1GmM4sIrI/88zo5oU6gwN+ROJBt+3X0Y5Ab5SlcDoczk4LGlAzIfS6Sri36ylMY0FPi2GLuxr6
bI/fACMydt32mA1WOlagBBwgRY2XvA4j4qNV2RnPouO8ELJWNFNdVM7JfpdpE1JMHxkMM45xArL1
fGyjBBOgbMTQJ5QDQtfyMsxes3qRnKUn69diP+nUR/EIkzfi1gIgnkB62rQWSXfLksWYN2bgs/6b
i3RVtyheW34cmMQgwTkMa+pB5J2AXhEUtcd2HIfsphHD2D+7HA/mJpC8N9fxipCduw2/lSDjPOzs
sVu5Ete+W4r+Fc1c22wYjaAinutuyhVw6hSubW1crRweMFEFN5As6BqTQZ4Xxx4EwYupMf8KT0Ns
g6oosGDwbhpRmPWMImvBg7W808sj7uIRSDPoORiuoT4rwjPFY4fcqmCy3193DL39cQsJRoT7zm/R
KGfRDYmaAsUbLE4AflwGezm5irss01d9x2d2uw8TNklCwmS/unYtYGPRrzATOVqhfZBl4jLGMfUk
oGHFs8m3KgN4Yb6pLc3J4wQjBkOOF/PXBLiFZ4h7z5e92LqqUM71dVDLJWMOR8U9W5p0PMOye3en
edQrrcUW9HhLDJxrAInGmMBOYeHrsQVqn5SRSZLoiKmlbeshFwVaSz0bjSqIqpZ+9xy58jfNLjr/
BJOG1AJsl82y/6Ijo+KH7jGsOscU4sdzDJh3voPgfLEvA0yqUb+MLPW3SYp991eYWadvQxCRAYjn
SV7tBUqOEoDyimFKawzof7NN79ZYGVfZgCjR84Kf0NXrTkhfgS2fYYqephfW6pYfCxCG74cNWcGv
seuFuVvsnozXHEF4++Vt8wbqh8IGZMUbnnY/AOVFtO5YHmnM5Qx6lsqMWO3qgOq5xyWoAtCHmrlF
u4ciWjZahShKFmyWfF4goNDs8gQLDUgK1cLCigfDtyGCUr3l7a/1cgf+4khIBuw9M3GepyIkZQwP
qOGZLgux2HuCqdmWOjc43wEjITqKy7iNa0pYBMINFXNzTyS37ogxL9wRt2Fst9+289rfTjtX7PPi
1yxFgzJ363UIfPefc6709nBxdaQno9amVLC/mUtUnMIDHNd+w7069/ljHkLBr42E9uAekxEFVwbU
vzvgq7kHMsUQZZky+x1S1jkvITUi7uAz3QOZW2b5BOJEgqpnQ0zzU4fRI4MtY6Pg5lhseVO8cR0X
IHCPMQZY29XYLPNkyxYKwBSXHJgFtMI0fFl/AywSAGgBysT2OxCJvY3KzKJE7UoWx40FTjhMmD6W
sK1Hb3n0EIwiLmj0aSa/QnMd1qVcHWJt5iu1WdZ2lZvhKI5aM848S+qFSpA76v9jFgvD3ojlVxhN
UVvF4AiZMsrt3FSwTqavFP93dLM5KfS5kBd8V6DF9vpyZqbNw0TMcgAisK/gLkdNdP4/zepjH0w6
nGDd7X0dZ920lnuQ7AETqnGtswZy8H9h1/yBHfTeaygL6aim0QyHuPjSpS/Z9jHO+nuLITbQzaO+
Hg60fcoBTLTsg6Ia+k6DMMG/sWhazo+4JmMARcUW3xmc1ub0z3ymP1hYYTj/d5oX4C5iRQB1DzCq
KGc5tfZGuWiCK6IBX+fKka1DUAAvZvLoDeBZNFFdFFdT5PGe/vlHXP6Y/8U/ekc1ExjD+DZa+HFC
vinm3dCK3IFOOFckeMwbMXzLz//8TX+gV9F3bO5lNlhqlGZHWATM/NmGqVlrLVr04w43E/xK4VEy
IP/Hh/FfnvCf1tw7RloHxhhuE8KOWY6UDuuS8TADT/6XP+hPn/6Oj6aR8We4LBiqa/WjX5I3l+vm
YzS998F2dhaz0qJhx4AgkFIu4dyuA/3Yh7/3K7JJYsdpzdgROPMBk9O2bBKgi//8mv/wVN6bFTV+
ay0r2uwo4sjgTt+aMpG4/T/26ZfF9V/MSNJrCr4QngvZFdggtkDu5D49//OH/2GFvjcrypZEOe07
LBfJC/LLADdyVZwFgqShnChd6hX87BO0Q0x/KLAPl+Lf/x6ZC8dhLMSOCEhln9N5MfddAgj1n/+g
//j8/I/dTd7tbt4FCuhHpEeVFxIoczEGhwEK/vsdEpu9pai88S9jmozZVau7l25vXxKsNHZqTLvK
H8Ui5AF5jb/8RhHmXNr/y9x5NceNZdn6r3TUO2rgTcR0R1wA6egpiXIvCIqi4L3Hr78fWDU9TGRG
4qqfbpRCVSqKPHncPtustbaBS/bXp/uvI/pe/a//5s8veUFA7wfN4o//+pSn/Prv+Xv+/XeOv+Nf
u9f87jl9rZd/6eh7+Ll/j+s+N89Hf9jglzfjY/tajR9e6zZp3n6+/5rPf/P/9Yv/eH37KZ/G4vWf
f7xQUWnmn4ZWWPbH3186/PznH9LMsvmv9z//7y/OE/jnH7fPyU+cnPrkW16f6+affxjKn7jGpqGJ
uiQqmjQTDPrXt6/If+qWpYuiLFmGrGszayWjCWrAN/0pWopCVx8sqExkYPBNdd7OXxLEPw0RYC/f
qal8o25x4//nwz38dUz+2g8W4+8//yNr04c8zJr6n3/MkO//PUyGahjWbKctU7QM06R33fGZDUfg
WnrdiG7YfbD0D8A7iJwgFdtw8xXHqKrwWrJ+i2vBmKZE2dxUZMm05gkusLmeBWIppzDhNqh7uVJi
tQ6gk2bzbhvOzOyNm3c0tXkYVdNEydBlCS7k8dQkD62jlDKYC5jUpti1Ubw9hcChJjllq+G3PP4S
J0SLDq2jEQAuLScsHDF2BdEe8Y+fBMkRjCs9uSvQbsidhtSAZPNL9IELADt1pgK+nlO3bp87ae5Q
TSekR9TavJHuqCAb+abvrgvKrJWtU5+nZJc60XP8U3lGGlibHEHYiLJbT9sodceX8aXs7aZ3I3+r
Bp1NHjucrg3rJvM/ToKPnuNGLVzgg0a3jyd37W06OQcslmzook5uy1C1pbnsKUSIUsc5KOWJ7H88
bYLe8q+jqPsQawnV11nAmKr/b8HL/zoKqiFRqGRwBIsWblmSEbUQ21FsJaW4FSf8XPIMawb5DXi9
PAoGBU1Vg87D0eOqvX9puhoHqFS9yQ2MQ0f50HDVbBfUt72FZlX3ourwQyLSys8p1YvkTtLu0zy1
i2hrcvxHZ4qcwa7Ug/SpzB1zoBLxJTZ6ool7Q76SjOuwug8py/STdxj6b6PypKelbXTf/PYO6mKX
rdyfs9MxRVNXWTp5vkXH06nGWXHFiETXNx1Jv8+T1jGSaBv4N1RBSD3lThw1iLUmjtEN7pBbttY/
RPjSswqJuM/NXVvcp+I2KK+T6Rm0phAculJ1E2Og/vdEfTaBqFf0h7jcBK1rRHeW6mqKZsfV4Pbx
o050blGMalecr+O3+q/TYOqGiC3kEEpLerpfTySyyBm5SUfyWCmnLeC4wY0BE811bm5Lqa74HtLs
2C2PhiURTGgYaRls1PFaKtpEpZtsmuur8q0VPidh7N0FmnrTQ5KxBcprM0V0n1uYw7ZQAoT71zSB
j931t2mrhkr4BurCYt4LQ5UrXmFUmT64LQgqZ5JvFIK7dMheetRhd5et4rmxTIP0kqjP132peaPS
r0QEaDq5ZuiNlFVJbRIUkdcP2G8Co8ujzYu3WFxeMZ4+i4MqSsueg0BIUEjQGEhulJucBgx2Hqmj
ncpaaY9zxdUAehrTpTUyf8sH+2tNaaFLqzAdTKm4pN4Nw1DGZaMxRXLMxMhNtBup3a68Mcd+8dso
POyWzj2URElbHli1FWUAIzl2pQF3DSMJeomqjO7lVVzElH8PY1gWb5kiGeKShR6TtQZGSEtIq0s2
c/sjIPrBBmEeCyvTmHYS3WcokzkC2QsQ0/2KkT7zNmgSo6oYThV3Zf76Oz8dxAU1Zb2bXJSj2Crx
uWwsEgxjN2zMegTbBC6HE7wy6hljoEl4B2R2RUZdeiaoMamGlvh0u8+GeBfI0uTUVrQRw2fd6yRH
j7w1iamzI2JVDVGWqW+Ls6l4N89YKmmGMRQTOdtWtVWpx4iDorC9KZVAsb6VhS1/ZXPPXEiYCoau
kQGy+Gf+UO8GRcI/r5tuGN1UuteqCVyIPmpuZ+W/RlNZOa5nx1IN7oNlcRmX3HTq+gESf4xFJX/b
jyF4p6HJbR3uqD0K0soVPDcaI4kWmTEZa7NYTq8JEz/hgLhx+0TnOyDi4ChIRXS+PUnqyjKeu4ms
IZ6ezi8M6fEyKiKMHxj3WJqwB3w3CHQ1oWXlSux1OiVZVAwJrq2hioq8FH9q/an3SSSygHEHrD75
3nXxDyB6jior4crLdGI7LZ1xVAAYmqqrvE7HMwpLmkf0UNZcC0gWym1mv6c9ceD0sfh5rC1SvNJ0
qIFjg5Rbkc2SZn/oyG4ztk6rNdhFuEtYtuOxgxH8NpIps4MRvkxV9lRHoC6A2yRunfdOLJZuOspI
UvfptoN5AOazfipDde1ynNxIPoclQuvRDGuuui521Rt8PauhELn91PyUuR2bQlR3oxfvYkhodihM
7cqqn5067iiOgE40pC05lVFpTsBAWpLeMclqs/XcvrQeUbqglSCqypBW5MdwJjxYGnloSiW/ss7a
NOW4Jjfw9uwvNkFl6Yn+LF3ST/pSioIpSYZB+j2MJ6QN0qYBFiRciXQh/Fya2v3oD4mdmAgTWGIC
uaoXNqAKrjQruBPULlhxOk8eAQJOgkRZw1Cp2OPFIyBG4Cqhxk/uaBW+EyMOgTV2ymyEXlHpVPoD
mEvBr8sv31tbhOM1oIG1JdN/kuCAaHdxEGUfFaIkNKlZ0hOnTX91cyLc/5oXr9wZ2+o1oC5bL9sI
wabWqXh9TvU7Nb4T6+9J97ltD7LwPbDuQmoJamE/hvfaVdLv/R5tJfDc2a7t7Fh7lVUXGWXVPBjJ
Ry9wR2lTyIfc/xyN37rgV2rSXOx2WFOMl97s33JusyHRFRkBHNb1+JJNoCuonLCiUbVXxSuB6NPQ
fo7mQ0phoaq/lZkBUO3eGz/lybVH/WX8ZMbXfYEGAiGMdlf1n2mxavvlo0qJOmy+6jOm5yut6DLC
2nyXZii8bWk1pR1SWHedWyTQWXjIHH9T6g9+v6maQ15vtX7rRfSDuuFkZ+2j4P+Uk9tOvlaK5zy7
VfvttwEglrgxdLfVH4G+DoGrfB2+JfK2bb50wcckuZOhOLQ3FjGUZuc/tODrEH7tJkcXfvnBx0k9
KNFWDWk4YkP76b3N+GEECo4gbL/PRDDr2kNTXcudLUHhsvZazrn61L9EkZOGHzJvE/q7OHG8yJWf
DDAt4kMw3eGOJwHz2NbTxipcw9oSZmsKyMlHU6N0ts3oISj1T4b3sWwd07gxuh3ui2AeZle0AhJg
XJuVbYr77ltdUkqy48C2QBLmbvci3Wieo7f3orxNY+gedqHZqXAVWXfRCGDlIfDibdgcpu5HGvwY
MrRe7Ky4Fae9Wm2pd9l5H9kAEG1TeRb12/IQmzYVRaPbeMN12ewlzfXUwxA6mbnywp8aTKIngztP
agm1QHkR6CJhbKWZgdMUwDy1wdRd4xJGG19Iv3RRguondn3lTTx5eS0DxrqE90tKRzWXIs2xJ+VV
Ncw+Pv/hpF2nIokmpmt2+S0rtLwueGaiKYu8TJK4MAXAphCOEozR7bv7pCBucXT5UfHId9rTC2xC
U/xeVJ/G9sOg/lTU17qMbFpLm0Vky+IhqF3kuoHQ6IU9dW5rboRi34Tw0Xa9BIY2cKQahvLXCNVk
1J667mvwqMS290G4hmlUeHa+CR4JWlQZIKQ9XcMauDJukawLaENy3dxSb2xiG2jaBFVqp91Wd+VH
4GFV4uhI0IUu+e38kZRCbjmltPPvuuSmaPepsrVS+6CkdgYy/aVrPpnhR+AT9viLVnLiBoUDuXWF
3OXSF0TxY5lSik4cUftSTC/0udO8a9g2QGzN8S6sD0K9tfyvVQXBZi9LG0txh+4jGQHTsJt40wy7
dgIFdkvNeoLDnEHk26rmVV1/05yxeURJN0+eUsq3Kresk76bcNoaEJ4NQkYdGrW68Kyae7W4V2rS
YTpsl/KhS6/ydm8oqD3/vGz7T3wtYkaRp4YUJW3R+PexeZwpv0ZZquy3ji6jFnYvWqUR3mjq9eSN
nvv7o0kSb4xpiSYxx+J0yXqmdrUKDSKD9h2pZPF6QOa2UXtQuMxoZbTTiI6UL7ko05KR9BS1pRpn
FdewFfxxdCfT9EEndpnrK0a1jacY3hAnT4+NYWuWsePV0kerUrXfUuggpHzLOePLapLJ+r6lRd6F
HZEBG72Nme8AWdyJYUC4mWz9nnjMX6OYpLF1C2cZl3kRAlQinIIYbpCr5eZP8BeDnVrdWhB+5qDw
wxVZF8H4sHOLd1ROrE5Ra58IytC2yVQZTttlJZlacGQGskQre3fqCM1jkSxSNVEjsbHIXkcAJ9K2
K0e3olfqPhKuEEW8Toh24ApkLhwLnnETEb3fO5+mhBPEIpJrIFvKfx3fBoqRU6kNXecqWf+tyJFq
EM1befpR1qGwMsFl4MFQDCPjdyu43Se6vBEwNV/vc9LaSD7c8rwWsanYemk9KQGJdO+qQx7MUMJx
e3mKy7drTtebTI3agIJ/+eaZvzuSkjAp8lB4tUvD29Iu0xYKrBRTGMy03jF6V5wEY2XIk3toSryW
yJGTFjZ0Qv/FAVUCUQL0CZy60Ar9qhUqkLkhKhKjM7ZCvJmymSMvy7u2LQ+DOEkrr9ry6DK8RYhl
ktfBuyXQO97VMBF8JOXpgGElJWlWQC4tlCWnGsk1NJP14fICL0/uPJql8EiTrMKXXjoHpJdQMBOi
whWH+7pHfVUE52WWUmAXjRFsW9P83qw1cTnZVJkgFgwhMqZ4uRBzj2dY6BCxcWQzVzSHyill+p4Z
IIPdUmgCpyraX5BWw5UD/JYaeu8qmLKC60PSgSDAIAG4uCyhVgtS3s7NEc2HKdzSBGAjejdm9YSs
6n0LZEos8Bih4FZAu+mOirSNmMK4BE77MPXfUUufhH0AwVH8HnRPALm2Qr6FcWZrxU2b3/L7mEeb
3iLkhfFUtdT0AV49tNITP8MAOxdvNYHHvt4m8fytAkxdybuZ8qfLG3pyfJinAREDx4vMHKXA48U1
u1zVRjPO3LGoPnp9JThlAbi9gPdmayCdV07riWEgh8PJmcsolkVmYt7rdxd06IsRGnUaujgE7tim
Pg6EZQtpIW/gR/2aFIiBtRg+AIp+uDzRsyNLDI9zixTZEhc0SaEuNWCm3TGKX4NB6jdGrwGd7gJh
Z4GRt+oJ9OpGnqyVgU9XmCmTECRjjnNw0jyllcO4VkqITFIi7kawgOTNDYItupU5Rbr2kp0UI0zW
lnWV1Dn3Qs51cVsSrU8KWCmDmyc1hSqgiJWu71M0JdDCGO8AWm4zuq7eUSjzXR2Nc5qWrOVc3lLj
x7eHh5t6KNlmPgvFmONtVgpDG9IZQqZIcKWTQykKtt89SR3eqCzYrRpuxP4p3YuS/6kTqJ5SYQ0P
alDvsuTAgZ/ydguc/roR4PU+p7QesWRb8ztbgADNBck+BlSmTEC9+oNVHgjsiUNToMuSh+xG6TbR
1iufKb6g4spl4ncuoURDwIoER+EfpuRzH24bCxRXniB5x2A3Hj86aPBFf7s+xJZo8+5jRyhSUks4
Xo0ukkw/9bSONPRdKAHtgpXVXCcEInZTwJ/ORDuHqOOCG3zMm7q0Zbh2KwbtxHDPxXJgBCRSFXy1
pUS56GnowEyEAnSmRv4iFDeDKdhF99kYDFg+1biZfGF7+cqdnnxeYs3U5Le6MHb0eN7QBkq4mGXr
Ts3kti1iVVMUQgpRSYuoa8KdFDH4cUeHjn6mPA8zRIJheaWOh+uztpp6KOeu+Ki85B+wLeJnWIr6
uIn9R8+gecKGPwovWepQ9dAqN29vOpI+NQrZjoxMBOyDp+naPwyZK6Uu6pOl9pPf2+FLa93PTHJa
bktbQW4w2IPdAB1u6Uu3JRsia6RYD0UA2tBOqk0mf8jHb4O6jwP0SCxS5Bw8ZJQcAiN+LyS4jo5e
2lFrq6VTp24UuFZJQobsA9qdjlG6ZuYaLdITbo3cvrJHFr8mlRFsE2FfajuUEZTSnr1uz4l9O3tQ
7qeHpqfKbCefjC9SY4NACGLgvXsp26sRzdx2qv8zM7dDgXC3O91ZhHTQ59+SWvJHYMe5vq8KJ7Hu
Cm1bVdsK7QWUPsRDUW8bCfmw/TjdFZPTIEBi7Wp/x/9Ux61Fv03Ih80hzraojer9NvpeR/C0rqRv
COGJgRPcyHfD1/5Xeq1/l3fCTfaKSl4Xa0jE3vsmGjM3tHy2keWMlSdvfKnKpyJ+CdNHSLikAaSH
gu4j0pVouULo6qJj/QxupxULffI0zAdHpjxlibitVOGODw4sChDV3sTBqZF0QZzBdBSDpA5cUlsa
lOBqShPVgXjtuyLV3MPlW3LqQL4ND75kLnIAppnP9bs3MUTayJRbqXHhkGzyKrJHkpX9CCWmjkx2
i3Zh1AhEO/Z6AAJdmv5uXMD4OlAAcj6GapKsPx5fYsKRXvkcNaG+SgOosHrZfkymkqxINqwMdmKH
8MtJ9Gi8TeJsjhY2wQzBfhu10riRWvn7evRuydBvi1ED3TImz37DYYgQkrMvL7I8R3AL48C4gIVM
3kWTUsDxJNM4BOGOlI6bRpq3kzp5xm/IiOglkbrDaqfXoabMGAjJAT8w3DeJrm2ELpQcaqR0mcJN
2+RJcI3k39yKSn5Np8y8wm+TU5RNu2DbhAL5RaQRnMbL+t+13gouBIdz9vBVEZDV8aefqDZ2gtWX
bieU15XW7inBOWGPz9jWcECHPv/SRyvh/YnbPY8pa2Tr52qYtWwMoaeA+NEYKnHTymk3acOORmFX
XSlfU8iBfzKma3Crk/cC0SSqJnQtkQyZKHUxy85rLFIoQKJIfDRXifAjgQJv9q1wB+3i0+UDcXoO
51oQMLL5GNKxYHEOwzwHrBtWOcplo7orRbJxxkBlxBKQHWzdzLesK9zitQ56p4vK2aPt9owg0kl1
ascbaYWNpfdZnuEGIQ1TS/UGuI24Szx53NC1+2scwd29PNNTj5CGJGSkqMHpc+lx2cwigxGplUGc
uxKgTbgTZBl7Wq/Z+tR6B9othSTikv4qLlBIbFq53GYoPzidFP+2mbV4mvH9iVUtVV7GcS1ECz0u
ldQVUZsYGk0mk5NMwOhSxyth45UcYdRk3UGbHi8vwenBOh55sepRP7VGY84jG64xmN6GHo+Wo9ca
eoXRynKfPibHY82f5Z01L8g/G5iz1IWA8n1EvskJWrQGDd9WmrupuVHlqNzSLiZYGXf2648NHONi
VjEFZMlAfB6Pm4aZZhVtQBIQMQmnHWvEGoTMX4nfzq0kbj0hBg8FqMjFFfUnLfKFQM5cZA+RjBN1
d0Q4pa589OC0YA1scOboWiooIw6ugraTtnyaIjjT1oQ2shsNyUuox79yoUbsQ/Jue14OKJObHJ86
SAzjQOXR31MKPVw+OvKpVzl/BA0DqKiWBrLxeF39imIlj2Pm5t33Ak0SV86MgLp9lN14BToGYtWF
17kAxwiNjWcVQhXo+dpNgsmz40bqbyoSGw5DVJu21Vq7ivA5zSAtnEDIIkS4st9+YfnAhjxDUAi9
WLbjD9wqWqRIwGLdIBLui650JF8ttnoVuxA3t6SrkEZFe2flhTo5GCr1ZVJCgHFJudM25HhUU/BS
UChR7DY6WnN5EX0X0G2zVOOLksbmfzIYxHVNJsFIWDPfhXd3LPdMtUHpM3ZnBjGvN4q3fSx9Q/Jj
V1O3vXwCTmcGPtIiv66T6JZPoMbglsS+Cih4DH71A9ZKti/MWRbQcDNEvVY279xgM+IMX5QmVZSp
jmfm1W3QCIkZuOQv96au7zRP7WwZ/xQFJf3X5ZmdPEYqtoIkPv4Y7626vF2jMABqkygtlRQPtkZE
FzKaST/DzbclVJ8OaGvoK1bqrT3ykZlajDn7ae+2Di1E1ehCsiGmB/YBTt8uLxBXRVJP/NrW0Jmn
gTJ2KW1jSUf9OKj2PnT3qxjX3cmSL2gYZq6OVvG1gaIpEsjGCm7lxC/g8wEWIE9DwUiHE3z8+Yax
9bB/augSBQguzIfkXm5+lLm30/N2dK04eDCTvlixMvO2LlYF60LumGHnGHYxaoqGseLLSUS2UfAO
iTD9kOD5rJyttzLq/46CTJFE0yKQ+uSr54O8RFMh/Tv5suyFbpwExVYMc4C9KCTSU7V/rPlfP7JG
f0Q2SdqPwggp1ZJ+wsP6OqrTdRCMgM37qTjIQfCM4S0OvTjkdiEpH+tKWWv5fvyI/vVJETnGSSBd
xzFfWBPU4qreQ5aDrKR+q1jpHaRGdIRqPzoUxLiW8g2lhJsQEuHK9i/aWjGyTAqdjDo1IMU8TacH
GZxuykHcibDZI27v29Ab9lWZJNsxr2bKc7OrNRDFnuSHm5GOy+F4neaHTKuq734/fb58RRfB4dvn
0S3yJ/OzDnZSWzy4QyT0hljFkRuqmu4qSNmpEPt9o9pYdbrp/TyHFG19BXkj2mlMfvny+Mcm4u/h
SRqhXiXiJS8RlKHXil0XMXxXg2oYx+ETSm2QCcSHsrYCu+6EtQZYxxfwf0YkStMo2iongVoB+xdy
bMZVyCIQatpkPITo90GBd7VgVPZlZxwUz9D+uhy/RTq6DV/Qps5/NUtK0REL6b54zT421etrc/tc
LP/m/4fkI276uz2fyU1H5KOnLGxef/7j/1TPP/6xScPquTkmIr19+19EJE3/U6FUABVJJpUNEYJr
+RcRSZP+pNKHSZnxfgrbpv2biCTrf4JKna8VT41E4ZFP8zcRSYa+pPCsmgC8DY1E4W/RkBY2lDEN
heiCgjj5VoDpi5uiW+hZJ3Iku3wWskmqlR1CL1t7wJjIe0v9Ngp+Do4kAD+TS3n8PlioVKWm0Mvc
/9H7WNXqDW1rg5tYslYe57MD4cEZOAG8CEsycOzpBS0AWtntmxj5Gk/T7xHKVr6JCHyvtPc9M5Q6
s6nmqBt8nrawtskUprmHLXV7BWENurHnpCgDxVUqpK7fna2Hvx6bC1yxefkYSge4wB6Bf10MpSSI
18jCAE+ELCAyBp96PUEaCL1WezJqICMC2rqNHH67POyZs8GTboB1BAVCEmXhdVRdJWhJKjDDIEI+
wLOEbeF5a22XFs7b2+TwE6lBc8wJwuTjs4HCgj6ZHuk6UQjCm3FIsu8ohJFDDFP1Rozj9uXyrJbh
0Twgl5AjryEBqc00viNnyipQ4Gl7Q3Et4N+OpDXpQYg0dJcmT84rt0kEr0XuPTW2rSzrv/op/R6K
ebYtMql4Wvks8xL+r3Nh/P1ZyGtQLDXZ48VnqcPRMKTAR/C86wobco47DuG9h96q73Weo0wTijZe
favxmQ+mglROmOvf/aj3Ycu1pXP545w50qzMvz/NW1T3zs00U4qIFoI0Ljr7qTtp9bPo+eKVmNfo
/Vwe6szZ0jB5wNSpuwGnXUy8UeOm94dqvj21dYAz8jEp6rUO3Gfnw6NI3Z0cygnQMzFGqc0ymZ3m
pqIEQUYB3ZIAGp9X7C7PZ22oeb7vlk71GhPpKFUhWQJC14fRDkuruG181GIuj3R25TA34JLRisUt
PR4JwP2k1sTdbjHAVsoNQDC90pq/fRRMKtvWXPrFhyG8OB4ljrpGLQwzdzVPEQ8Zit8H1HbTg9e2
a1il06UzTWBRFJdVzJtygnlnm7xMBQoC+QMcYdS2V4gTyagxe9Xt766dyXsJqJsIGEzzmx/7bpea
dqZCWSJiHr1R7IK8gu6JaMfKDp1OiK3huXtLyMq8/cdr1w5GmRpeX6D8IZmfTaFEtScSjQZqr6Wv
nLt5H44NyPFYi3OH5tsgIqdXuLgf0itaidFNPekWhPtaRPpCl35Ecuftf3cZLTZL4XzQs4m7u6i9
8NJYQ1zpNfBI5PXknB3LRKte2azTh2HGQOH+QM7TiVQXUwOzlKRep1E4kARpr9SFsRchUts0kmVq
kqCt0GbOLCWxngSig5bt0J4Wr6yWDEagVBKF17qU0b+aIFx4xlBcDxD+r8pIbzfIwa8pPJw5LNBJ
yd7PbiCznL/+7kgatLMhVIPsGePNoLBVpVcJZHXXjKRqZYJnFhSOJ34ETstMRVwsKEpktMuBYuFO
Ytvd51rVfhQnWu7kxQAeNbDMtajkzFNLbxjglm9mxNKXSfTapysHGoeVG4uRAqAAxQweuRKUGSpH
8LvCcmb/5pX2XBhqnDpV0zaPltSXj6GFqPGKTTsOkubHFo8Zu4lJm8Esy/g4bLLYoB9J5SJ345kk
01Hh20hk9pEPzvzyQx2NqUHkqsN4Q+MT1ZjL1+bMAcMuE5iDypSw3AtPp8tqWeoDxqeTurdVMqFw
6cPSuEktPbeRFRzKtm9W5nxyvPS5OoqHamoYdKg8x8cL0T9pQiqwBSSOuFzdhYCkSJc4qMW9Xp7d
6WYzlEl9Bv8Ky3BykotG8ZGtS4EvZlKVAAqVvZ0petah0hsFJlHZwyBCt3czIWGDOj6t3w5mr7ZX
RtKDMLr8ac7MW8EakBQC2kh0tfAvevq1UJVBU6xJK802BKP8oCVS8KnU8uh37RSicTiuczTGa8mB
P15iKpqjJ4BNcQsRMi9S4gZUD3948ug7tvURrP56eWrzNT0y+YwnE/1RTADiCyb2eDxd6CKj8rAY
FYK4LzGSoQiyV8Lh8iiLnA63hWHwz3jIZng2db/jYaLO88JJAxhSFLF3Tb0baGQe54nbIAEmXY1q
VW3ioa1pfqME27GE7YCgZXjVF2bzkAq0YbGH1ldvJhO4/+XPdm4FNJJ+qk7ISvy6eGDpANsJeqZw
kUVFvOoUZQD7RJn58ijzEVmsM8zb2QWaoaLITx8vQNh6gp9oU+0CCi2AZHRTfBNOsU8XpbKVd4og
Rrc1JtWVc0/Ya6Fl/SYgeN4CEgYk8qigAERaQix8OadXBIqItMTJwwIZChG3fEQhbda4COAGgUvb
e15dbeWssTZjIQlr8hRLMtzJZ1icNr+ki2fudbXrB7G8QfGDtj7e3MMyl7XrNilp8ZUEtW/75mA8
SVzEh7pv0w1qjbEr07dnX4hatEKJOzGkc5aZcvCMkYP4sozgqsTUhMGYj2Yklfc0Q5KB7Y/xoeWF
/TUJ5BkbYZJWrvlC/me+ECRrqDGSs5nftKVLTLsTzVQGSCy5WHzJyvvOsr4MvGIGgprBQJ84DZCi
0l9l0K5i+TtdVzZtj04qKup9P6wswdlPA0VTx6pTOyKUOj6dEQcn89u25/Q13zT/QRCgPmUdvdvy
6EaRE4hOiN/VCILSvcn6iuznBq6BXbVQ2IL28fJVOb2QZPfBpuDGg0UgTX78YfRGHk36A/YuT7vv
+kmlOaKKFMflUZZlkLcdAPsP/RKs+pwMWQzTirTpyZPepdrwRa3usry5NT3BzZDA1RGO5sgcFN13
hmC8jqZtl8UHxfjZAQar2QjNbxz0KH8P8DF/pplNAj2KDB/hy8L6BxZdNEVUUV1ki9ubuK/p51BI
5cOk4sQJ0VTd0y64+HF5JU48OV5ZlvqNbKbT/mZhmsYScVxTz0U3q43oevyFkoM6FOkG52INCHFm
a2dOLiAgUhSkTeavv/NPy0TJZT/XkB0wsolWixrCQXqzFm6e2loFBj4JILxTiTO9GIXWJl5Wmqxi
aLJslMqjK3+q6z0S7Mghp5kZ7j3EChQbzaLxrpGLaeW5OzUpMJDYSVD6ZGJOYra0V7PWnJDn0KKw
elTSqN3QVij7GHOW9x5M2JuJ6tdK3eTUSWFQ8r7cXxIUJ0VSv9BpgBeHkytWrQeMFtlkz8jrbz2K
/SvzO7eNFjPkPcPxJdo+3sYiKma/e4J2lGjezzTzws9Zq3y7fCxPF1EVKWPPgiMsJHzl40F0j5ag
CFyPruFJwq9p8iJYnKHqGrEYbvwu1SF1aHKwvzzq6SoyqiyTZKf1JIDxhfEp+tb3fZOp9WJbfSwl
jcbcdPJ6iatqLWt1eu8YikMKPW5OMi/rSv0YVIMURKMrtVVy0GsVUKoghXgENbTYIBzpNXJ5cqf7
NvtfMwh6Ts/jYh4vac+88lZsED4wJXGvVKVwK/edthIlnB+FFBl1C11XlhTPXvSrVikSjJgQDy59
2EtAsSDD/4O5ECKQgJkV1E7weG0X0gkPXYpEwjNO60i/biN/WDnpZ/aI840tBi1FqLWE9MTU3sjd
moQh8gCbPAd6mgpe+UFVgYeDzlkjZ5w5fugWAhTHNnKJl8dviGkhE2qMlyLafqVEgmAhWZVkhp0O
w5rnc25yWAzycUBP5xzT8XGok6bs9FqAm+o1AQBocReJ/i8RGXeSa2uCh2dOBe8apX2E6kDHaIvr
LPmofZc87G5ZocQQWo1KZznail4+FUusEC+oitYe5S5+SXjbi2FoXSL7pkFaoiwM/6arCtp00fol
BKtJS07YwJoO5ycLPB11lgoCrUHCotlBbsIrpRMc1F7DU2ALN9rM4Rp7GcW4TOpoijRk1QChXciK
10rrAK6OcToaLi0PY8O9PI0zx4A6DzBZlHNIZS71nfKWro00GWmB6PqvqReqRATKtwZ7vvsPBuKd
BI4w1/mXzq/QVpUiFUrrdm2ZfSh70Grc3+nGm9oVc35uStIb4nhWqAMEcXzYBDPtaA4hti4msaB1
AjB7wRCKj6hOr3HZFxX72bkmnwhglvqPRoZmmZsRqoBWezSdcrUR/nUQKPVtOzTN1xHtSMjiqbVB
txtN7VSdBDTLQ28/GmqxchTPTZgarUi4SyLjrej63tdpaSvVjzKCDbkqlTtfJoQpRMQdOLbaylBn
nkp82JmoaxJangjjjU2RgyDuO7dMSpjHQ5l8UPIYGDti2MGhkuceN4FCs7nLh+eM/QD6hZ0iKwLq
cek4ahn70MVNR7dJuE2horf7yvLVxPZbT7pV4iJ4uDzgGRsy4yqxV7hHFGQXl1uaasif8ti7gZVD
mrJGdJZoP7Fy+c5MC4A3+kCzeBSP5GKUhtZJY9erxB9RIbpRn7RXKIdX+0lEIVCop3ZlvHPHVeW1
hJc2c5FRCTq+Gu0Qe1XjN4OLqByNyMayRZBZhscYRfmnsUyE55QepoJrEhA+hpVl/UibEvXLy4t7
btoUGQiDkZzAu1tkrMHRjCItR3pUemb7h/TadaYLwx65Zukhy/r+5fJ45zaTl04k4lbAlqoLT8vq
fUEUkblHNLLyNkFewBYeNH/7H4wCypvCHfktor3jte0FC+54kSFSLxXePqmj/ArV8DVq15kLiH8A
vnU+f3OS63iUgU7SQ5IzF9I802EswvQm8eHv+JPn7Xqa/tmtVKgrcdsZAzPXuHQT5QEWcKnlU8Jz
63ILBFnaxF+q1pQdUUR81LemNXrK2a16N9LSUSDHG4k5I2VdVrnZGCW3AX2LVrIQ5+eDiAEquvBh
lnyAttF9j2QktEnUFOzKp0cDejhTh0irFcUrp/2cozAr4c25bAnlk+V75Ps53Zr9cZbYb6RNRUfh
g0CR0qdhVNDeDGoS3CuZ2dErJJCdXM9p8x0NotMLE5QoGkU9JDI8Ms9AVmYy83QbzO1VUEXL3YRO
WnzoksI/HTrW1DXP7sV8zMB/o/C6TFd2epaJvVwMrm7AF6KlOp1UaGK1YtrPj8JzAvLFVMh8Hh/o
KPboMdJjkmJQvcDuaGlX1WLxH+y4Aj+WtAeuMjXF41FiSaxLSWEucZeLm5Y032fx/7J3Htt1I9ma
fpc77sgFb4aN40nRiBRFSRMsyiSACHgXAJ7+flBWd4tHbJ1VNb6DykFlSjgAAhF7//s3FirMdKrd
j//+PvDrpc52m8afOFncjj1W62FnkqMbKUJRLjy2N8YWjN/QeKDRZ2AAvvf6jrTpzIZM8P8tZ9C0
xAlGGQnMz67GpAieNbHhV5MdtJ+m2sifLOWKd3E/ZNdOMQfe9s93/PZvWfkpMIrYnc57l9GjECcn
T29ny8xZuFO2K4z0eTL99pB65d+jnSGjypKrrO+WyCMkdD8Hl/zv3lpIFLCwt1eNO8YFrx+IHOKU
HLJJb9uwqY/uiC6yIlntQpv21taBOd+q51n5iueNrVNj5OtMWkNpDhYSoLge46V6V1mk+154rOtK
eY3k42Lzy7XWc/QXDMuvnaDyK94ukgv/eiEsGdccbd0Gg9cFWyv2+qusSwiSnFX5lSwQpDWmH3yy
QJdf5pGh8YUf9NYTZl7kuIxw+FnnG5lSwOiMyvTWJIIEWy68dopaXRK1B2/cNTQHCnjoY5w36wn4
y123gybzWqcYW4M8kT66EGIf6dUx5r1jqKKkm8rrd4QLAqvZsawu+ei9dZdoa1bHAkyxoE+/vj4z
/cRfEldvCW4srppRkpWjivbhwstdl+P5y8UukOR3XjLr6OzlWoi0hj4AtmjtOX3JLTfBR2QZxId5
DN3rcfHir7JWzRPu8+m3GmJLs6nCBUny0pviWVsdMcHdkITZhZ3SXC98/sN4vQyckSQggjjbKueS
eDUwA95ykXjf7caqk21gygFfJ28gL26x5+YjbS320Iy6jNuxIzIJS5+/DXJUjzILvfdkJycPChrb
DyKG2uNkGuOFTfatMgiiKZDPCkOiMXv9kvDqNSY1GpSQqOCORWLMkaF7/x57pOJIYnMVOU7hfvjz
O3vzyfDNUxzD/qKCfX3RJCFkThVsuXOVZ7ss7e4HUckNYRqfzV5cuMO3liGgIGUyjJEVrX99Mdgp
3mTMbC/wHawrkmX7iHTO4cLbfvMqQMdInBl/M594fRV0f65fZDxHe/J2CJ+K+6Uf28c/P7e3vmga
NKgwEKYCDuDXF8mcOaegYbyV+8SXIvw0b4tg6a5K0fYE3TqERcd2F4WGNi/c3ltvjD4D6I6xA6Pn
szfGfHmUFRS3rZ0IDB+yNr1qamGmu8JT2NgURqGe/nyvbz5Qf/Xo+cl9PZ8INJU1jNCVsT3XYYgH
unK2CIvl/s9XeesU4vRB38wwhRV+tjiytLUCnZkIE+LCvLW7KbxiktifjB6p8J8v9dbLY7gAnW6t
YH9LRchbxxOuqWacQ2x9qyAEPRGXVR7xCRS7ggH0KRGZ/lRasf0fPErIrtgPo5SBB7I+hF8Ogtrw
O8pSQddhT9nHrMKfpihK58Ig7K0XxlEGdkMjgDL+bCdZcomGLbfZh7u02hahLuxIW1X4nxwrDGhW
yiDOh7Q4Z3fDwV16NV3AEk5Y7elwPhDp12z//Lbe2hd/So6BFGh3z23MmwRZW+tMGKg5sb4ZshjP
Sz3ggNEaIfmY7Vysjv65vkDRehNYQDGyEjtgKfvnpIO6BFUwTOprPaCgi5bBqJ47UlHv2By9Yzyu
ObgwmA9LJcc7HablPZYDF7R7b5ah65kAZkNP95tHnbOYXWVOfBXl0mRURQWJc55Rv8guzg7zUjrf
DWuxP//0rZvyDge2RPbu/Rqw+R9USr/+krWy+2XpypKoRJXiy+N49XBtEuC9l2HbXGB6vLF0+fxZ
tgAplF7nbaxb906CoQTV/zJiRjom9pJHU16bF97uG9ehpGZLY2BAPXrOdCXYkCK0781tONjmaZLV
eCCW7sJF3li5DMgZDUDOxJXPOyu7SqNsWtdOza0TiJY905u/FYUqD1jKaOapiZuijGySw5+/lxVP
OCt2IGI4q4aWYhP3mrMXZaVNmaTER+smtd4PClszDv5po8iO3Qzx3F4tEq9fIyZVfFF1fcnI5o1H
G5A5Y/BUsUAARn59/TZtU5Ui4t6G5mDcF7RpO5z7L3mevHFcrHoP4AeIpqtJ0+ur0D4uOKsvkNm6
YL5usP/dLaoRj4bdXzou3rohm7IMgjf//C2SI9Oy1nEWmCRbItSdfA9z9Sq95L75BssLd8MVO11t
xwFpz3ZTT3WpR/6XhWhTDTTYaWodRodMoIXYeSKnC/Ja7EEXOwIsOuQmwWQewthzPlqZuA5iAl6z
oMGcKOm+/XlBrRc+X1C//rDzR926cdtiO7lNGh92YOh16bNrpBqgtQpgWiQlwckXjug3nzkHL8pB
eHzAj69fry7HRVZUd5j4Ql5Bwphv/dm7BNRwevx2b6jXOShBxddR8jkt1vAHHYoOT7OSlHN99Oel
+YQHY+SYy2d7LnEFDVp1cMeAiVs5NemHCtdQte3MNIS1PsTlbSIYcG36KrbFsV3M3v0wZK1I7th+
yptpWLCnJm/T8bCPTQLjqinCFLfnYAq8U2Jbst5nbUt8upckWb2vVBN+iac6I8q+JUYt6sXsXqs4
RcO5LMMMyNB3VvIOl5sZqmzI4Uv08Swy/nMxq0MRwwDkSSVuiyfWBN3GwObU2ZpW0sHJ6kwvmlps
UXamzrMlMksnD3bhHCfvZrdennS1SDDQcuH6U9DgZR2Mjk52gW7j/gqr1LrfZEiCSiYiSsT8LTjU
Rpb2QTcNrFQRm2I5aG2bUFWf23YZrCMZtFm570xAUGJrJY4V7Qg5LOqsrg4OOBeplBlPtaqmUm17
h1FL/yB9EeZXzF+6+aggCDcwZRkfXnc4GiVb+GZJgrlS7T3GE3KsrTP1hDZXQZjpTQXQqDZVl7nq
idTryX1SQbe8t1w9t0CP02JHNFqi2acDZqxY6Zr+FGWZlT1bIBLtRthjc1M1ov5E+LWdRJbfXtUz
MhVi5rKahCud2o+l6dkKPcbciCsxMr2KCCleU5dj14xkMockM5sx6fZuYsvxOreGxI+yseseOjdz
+q0ZKAB7vIKkOOSDBwpZxLH/Tnp+G0ZkNFnTocsm49lKConHmqvs2yyZU4TDKbv7CSBK4sjRW521
wY0wb941SODw6UaGUmxje2iuQzuGD0ok+IIz1+BXxsaMR785joFRD3eWX4qPcT2On7DZHNTGnRk+
RtLnRUZOMozfPSz4Hlr20pQqq7DuJ1ua5JKny47g4+KdylV3r4dlxn9ItIa3V6PUH+CZkSUlnVZf
+VWATgkCj9lj31D1PcbNUzFlLPwkuDX6LhTo4mPdf4pDf5JrMLy9RBzII6bDfV5I4o8M+++pdESK
FZgtD6Noxd9VBlIVIRCTeq+bknVslPn8wPaUhxiVLsWzW5TYw2HeSkAx2Gj6Rco6ONlZVvwggzS7
13jIyLs48Z1nHJVkD4sJEl2k05SQNMb9MfE8QQHfvAh7uyGHtsOFsPDnro1yd86eyxExM4wMHVf3
k7UItQ0GhkwkJWftd9dPqypSeVnWUezX45c+S3V9bPqgILNMJu4zgaB6PKCIi60Nkyr7TqVT6DJQ
ndJ9ikGr2PV5uOD258x8qmNZFMPOUWGN83zr58nGEkt4p5JcBJGI+SEZAGYS5bzKPBKEGX9vMQi7
xT57/Jq0hsDYTbtZFrmBcp4zhDBY9/n1olkYMlPbCYVCu2OUZwanUKg1AS8MqOvKUHj2puuW7N7i
C082TQL1ZUOQs2duAtLXRWTKvDyFTuY4UVaXNjOAdqiZO3gWSyafmhDTh0Tm3ftBkEmCTD8bnG1j
qLLe6sAd5Y1nCe1usqUNsS0XKUZUIhyJ7mk6G2t/Opjyk6UNMj6GsagILgpbvlnLSMlKt7oxVsdW
ewQNNxY5olsGK2ihspJw4i3GeuX7aQrcR5HiX71vsEMuoCJ42oyWVMGMLIauKaOYmfDMNsTwK0Jr
It6bbqX0ASeDGUO6JvaWq2IkflrinaXDFltat/MLFYlJ4I/yFaphOYn3Bp4CHmQ8w8Y+66maVOBl
3H9sMc/4X2WDWhQRgoP6PCtv6ebDR5cN6oNrtQLQryFO3su8/Eo2OfP0HieLtvGtpzk1Jf8m7HBr
jUtCy+O8EuWFMvE3OvEqVUfTvPKM6C9+46ElsHPHciLVTHrJI0+KpC8znsk3M3K8YmJq07JttnZM
WJ8l1WaQwt9UMMqj0GH3qYfun974fxTs/0XR8f8Pz/zfy4/260smX8pf4zP5I//SrBt/0WJDsg5W
TJVehXL+H8264/y18qBXQTJVI4gJGNS/wjMd8y+q4jX/IIQsgtqH8ulfmnU7+MteMzWBc7DSWEmP
/0505nmZthIMwU9MZEyw86ExvC7TlpSTaB5StidyjY6iicVnMTjFhT7qN7Yxl3HAMxjcIQnD5c9+
fRn8Xk1z8V1zp+LSP610k51Hex550BmeZ9v5ri322RGuxq7uyvnek0l9nJSpXrwp72+8ZUzkls/L
O46u8qMl78cobuPmAon0HFfiZ9KP8DswDV0DTc4K5QziVmep0sKm0+kOU7V6kxR4y18P/fSDliy+
yQLsy3uatgvN+W8f889L8yXTaUKLB644e0LS1Bk2yNaOLS5/0CABz8QWGLvMHtr9MviwCKs+fili
/MLy1OifK5l2z84gu5tiPQPycb4wVXpjaawcRpYaP2olFL/+RTJdeS9Dae7m1hrcaBKG2ud+UVxo
Tt66DOblJr6XkFp4AK8v03RmXzhdP+2qtGhPstfNxnV1u//lk7z/p9n5Vfb/5lX4XmBKAkX9Ri2v
vLpsHEz8d1m+hISu1GKPnurrny+yvqNf+yzeIag1tF2PJYSi5gxTjhulA6Q9GOllsX2Duc+8ncey
erA67E3tJe5xN3Xy3Z8veo4WrBIKRoswvrg4n/F657/AOpbdxWXPyb7Tuf5Sqypj3mClkQzL5ItV
lXHkQ9Tbd4Vdb8Kx+ncHyz+vzg6yurPg4OSc9bzLItKpg4ux88b83g0r/55gu+Hhz7eI8c35k2Xm
CAkVbScWCrAbz/aPpDY1X2Mnd00lICe7qb7h0JNXarEx8JuTRH6Ow1ntIG62N622E0xhC4c9hgT5
fOh+hNbUf6mNWalNYyQl6SCjrb8kA1y0PHb1dap0fjUEYOIqU6MVxdyRHy8TfUswy/elueD5DivQ
+xw3o84ioYzugMbf7aNMjtludD1yWZTljBR9iTE8De2cEU1kW9dd6+bvJ7vRG5m23melquUgZehv
YieXf/uNIz5It5r34wCDbeY1z0STpXInG2+8cnK/vMlb6W3sebb3bg2rzW7yH3PS1T8GV97YlCpX
gwzseaeNuNqBt8S3xVR1KrIn6V8bOg8Z1Hg5qb+jvXxfHPhcBX/6iuJdPnV8//QxIpu7TZ1Q+SQ8
qSIK6hozM09qUqrL59HvWwJZm5z/ZnLocgrCWYE6hmjwk3Ev4pkBep1Y8T7pOtTTS9nvw3wen1Fe
oEKQBda5S+7cGklAylrejctLYs4ictqOIn8sHDvf1E627Fo9VA9zYY2fOpu2Nm8yfBwkxi3bzJuO
gTdg5V3lKkLJ0JysTtpHQH958h2hDm3liubK5hVuvGz6tOrRd57dOge3npJjzSZOuI5hnlpReScp
PXO7MNM9Dc5QHzil/Yd6xiifl3MPvrNfFjvEkFj091IOYZTo3tv1RjUeK0cZW0vrCEuJx3kQD8nQ
z7iLG3vVUo02Q7Vfsq58N7hY8Y0y3cRGYUReXDvHVozWJk7U8K6fyJFK3Wbcqdw99rOarqSkGxdN
1X3xh/5oo3anQGMFkdpTlMO71LadzaCz59xst50yrpn6fR0K6ASJ497j7/4gCUDEQTurT2GVhPde
GxSnSjjWqSR4K63ULZpV+hTfHsnpsr4E8ljJ6ltv5++gQH8sk76Nkrm/io3yk1vb4ylIeGJY0Iqd
WWAcbiUhOe1pPG+gWlpZpHDxjhKMYHc4dy+7ceqmnWk1kbsQHNVPMqoc67GiYD6KVhrHcCBzUjnL
QJI99oQE9QSzG0dO6XRbldp3RiBvswVTm5YeFP9TfAlrpYw4slrZ3ToxHV5nhqcuyOztUFrLQycg
pCPCju/por6CxXSHbB7GG8zBxl2pkulqcQZ83gXq2bH0SZ4r5puxnnO6+9HYuHU3HrvKvp4bfWyc
6XNnGNUxyMpP9IdJVE3unVzK96K0gyfIluO9lRvhZ1jCy0ka+V2DRPC+LNwZC1x8Dk3RLju4rt/d
RkSz7fOz3freS6ZDqbLv8QD20Im23aZx3W1HAbTTL8lTZTnvEAMRi6Z4aKH5Zcxqkhis+SVXJNKJ
Mvi6kINmduY4RlQrIflbmdU/9pM2Iqda2t0YEAInGCp/S9z5kNv+ddLUxoYsjk9mtdTPIpu+C9hk
u0qn5BHj3O1of7ntJvFNpHa8ycswxXxe2vPdTNEX1XomH7gwMYA2WFp9H4v95HVf43k10ffSA0OS
L8JO76qqfcZIubnx/LwnGaLjA103wdk9wRlQm1BNdHwZzjONHx6UGZNNTWvsTPN7c8lPZrO4+0pY
+Wacf35O+f1kVMHGksj2R4wpgzRkA+/8Q9f2V7qRX6WcrwZ/sK/cZFjo7eeXsRFltDguC4VXXNXD
c5sSX6u6+fMQ+rfDUJQ72r4MPZAb7xy7dL56hUEMFlzlU2akT2UnP81a5BcKOWrF384q6KOwdPkk
GfdwMr8+kHOyBFST+fUuFGKZ9/mg63JvTKMT793cFz+CxU3yLtLt7A2n0BvbjHCaoiHVqrKaeA9T
O30A7mAtgAWayTYvquqr7obwJc6pofdmh0u3Hnv9YdBV93fiNAQGmEII49jlzUw4VzfMX+YsTL+K
bCHovWMKS1FVJnGxTwa3vgllX7wwrxLDbio991s5U3JndY5hvS4Es6rFD4q//VyolwGQjqjTKui5
sFyYDSKQqDqOXL8T+zGbiq8sOeuuF0Z7b7gJva41pom7n1OR3VekCiwIBdcYM8jv5MkVVldAEBqB
DuYlrbsoCCbs58UQq9vEmYIHo+4XeQg6a6zJIU+mlxQiXmT7g7e86CEnu2Dw3Wx5nxoAZDujaSEp
V6tl9TZ0dIPlgK/bfpNQinVRR4ycv9cEQ3+LC7+p9+EoLLHVbclmhs1McRc4EvAK7qr75HYFRtZ4
66v7wIltThQXteOmQQIbREluhe+ESjuflmWa2qhmXlRsutiAk9P0OiBTKDTGB9ur/GKbMaBuGNj6
tYrou6ATA/iR5KJUW9xklhyrSOC3mEa9ZU89Zjq+DnetrfGbLIxMyn0NIkPgcynV8+QLK91mwxiq
regrjNl9Sy5pFCeFRbT7UBbzNQhcWOxbt4+Pvpe45sYylG9gmuNMHinqTTgf82HIkyi0cp+gANet
543nxwmAF16bUDaTxt3oca5gBwg3++F0Odt7MeJ7C9eSoLogz0uKg7Rw/IPVFMa0aw1dk8PojERh
9zIpvCP/G78Ms7K866yYmmY3WBwVt94iCvXOd1twJyQHZWde5eAWJcGBxtTGJ5YFePzYTfOIraCV
neRojcvHMBghY4d0pM+iqzDgg0kH0Jb5mXMlvcZpUd+Z9gSqgdhys3qC2Lu+mAbSawy25ApE7lGP
jVLblNOgjhoXLQuxPYX/vrFSEJJEJUzVJ5WicKldpbD4m7H/rNvFAqYzEmPaYKfVsqEDnpnRXAQJ
AcO+ah+9ipzK1ARxwt1i+sRfmQyEiUr1baBZe2nmfHphLOjes+TbZjOKDL/02fKnamskjJpnuymJ
4FsKTQ7EADOQTcnxPycNuvloZCarolH7Y8IhG2fGRvYLjpPF6PXX2aDJrQS71d/Ax9ncsNfqORrt
VEMfYcpusl5H9yEDCPeiXKB0B7VmALdnCyf60q0T+SxEkMcbHHiHjJ5yGd8FiZYvohu7eDt5FkeY
Y04ZTPymEx8BwXkQqOGnEXvwZgyiqkh7lHpJZV1B6+/VnW8O1mZKhBVHa2n9DmeQ2uY8A2HdNLpP
l6gIsHGPhJ3ENzgGze6+1r0zRHnSBV+0XYLl8a0wEet9hZdKonRLQm2o3EPXF3AenHjI8qhVdvhp
MXyZX5veYg1XMh0cTvjFS8m8DCppRejVphOFSfDiOu30NLcQIPcmqTdAi7q0+z3bhPuxmCUZ8WMF
TfAwoypmAxt6QMneW7yo7Gb/ez57ajeJdm6up6Vazd+N+HkJc8u7Clkd2c7khWkOeSPNryZHhku0
TMlAswDmH2xn1iGZoGYbult3aXW/q0tnvpvgx3WbdFbx+8bv43zTG6ODr2XJN4Pa3F8AOdu8NfZC
iWWJSl7ed/ZX0hrrmrZx25uNERAOkTmPtjsm6W6GuUTUk7lkd4hqUNmg7opvR3dyiI/IVbbOaKRh
REZJ/RnZKivVrgbZ+BAyw/iAawzG62PVBNk2DSZVR67f6DtUau1X1AnZxB7vNXlkzP3yni5DfoqT
tM6janTtO8eJrXZrLmby1WOJnIoFxkrUBLIJNqHWwCYO4Cf5jOtmFc0ILnGBttr2o1/5GJE3CAbK
zUSv1V43hjZkZOSp/ooKgsSptBWOu/Vrq2NSWSYlkY1T+FBWC5ZjtddYHEckv70jZah5H4QCIqKD
kIpw7gmuaVB2L7EjDLJ4AkexnZZdsJlKd+w3LXf2WUzpQrxJL5tma3Z5/TRbWZ/uRjPPCWXV/Az0
C9oPqYoG1z2YXR9/s5rJ+WFYHnnJti3G+z6oxI/QFUNOxwdavZ1kog9Blawsj9p2vxgFE5NdYw/J
c8HOr6LUaMYKhD0Qc1QG8VK9K8zW+0IAUv0Ai4FhXe5WCX3CHDTI752E+UPih+D82K5xNPklsS68
aSrHfI7Zx7TdLePBmRL1lNM0IAnKJlKFfMCxu6ynY22NtOEccCuv3UCZ7xR80QF22YiLm4NsyPGX
k3LG/MVOyGNKtJHxBSQBBxOzVh0VfpY+9W6fUFp5Ku937CHkFFm9bRbkkMKEIBC9DuqNwpKE4UkN
fBSBrCy7Zk71BwbazMuqbqkeNPsYC2vtZUIr+GDFWj/A2YTbJIOiuNd9qKk3OFj9yPFFT13k0TZt
syzPv6a45GfMzQ2JQUvXdh9V5wV3tsQbbtP6lUmjWqZjFmWhJjppGdP8vdUqn7HZNPWM9NyqoodJ
YqYSCn3P13q0uop7W9RzP/b0MpPfc6ILMTpkco5j3hzKsGNG7BG3QrUv08+iwAUaSo4Yrwt/yN1r
bQTNrQKseGCeackddsbBQMvjDOkmH5w83hejT3xijyKGYX4YB48cF067UUHSEf6D22a4zzzEBVyX
CR8G6nEcmVYtX0i/Ju+lHPIueKYxyjqEytOyPHWxbZUnF1r1la/N+PNoVcD5NgfShIV7Q6oQaGX/
yGyWdLphkL33HASDE5BxzkhN7wI5MidZDDLl5eS3a5yOFX9ye1jz14Wd6/f54KqAAZVLSx8Tz1Bt
raYfWdIUcQd7DBuxy6q5+WxjnB3uZznP4U2tu0Uw+EFWSaowtho0ub510w3u4sL9SRkVFgEs3L3N
/3FYcN2296U1NY+tTGL6ArJDfhBDzkGoC/jzUZWmixt51HPDJhbtkGAv7OQ/UtWwgViqSby1epFX
aVL09Z3Tqw6GRZm1F1kcv0NNsH1IE8WFAj8QbDRfl+8WPElydpJ+B9Gv/GA5Cem2mZthbIVWNt9X
jWN+qAkfeCedud6YNZrKoajxj7TKkc8lD7vgxPRsOrW1qEXkWqXSEU/CtHdSTOZ3mUH9/ImP/c/g
5b9Qdf4CFf5mHfzxpRxe+uHXucvPP/HP5IWArr9+KsNQryNoBFz+P5MXHMP+gu8CgwPTm9VG2Pq/
kxdh2n+txCtkgAhYcKGy+VP/Gr0Ii7/QhZqF5xgBXyvf+t+ZvfxE0P8fXryK8kws1xEtrNYz0JPO
oG9J1UPmSdA+cmbzzaJdoHwznIOY0/LYB30dpZltv+s6ZZ0o1+R1WyrrxS+g0UxZVe2E6JobV/rL
XeIQH27DtbtjwEHbHDjVbpFLfwHgfk0k+ucHQyGEssXkCZbT2bQoQQNau6nqHskuBlBgc9qN1dqA
WV24N3Ps0n95m2+g9mehSf+64Krww/aO4ct5YovsXJxEqN8e2XiMj04T3nnYZ0ZTIfRumIJnlTvV
VU+E0jH0M3z/qI/J0h7znez9IKrFeKOwDd3IXBOF7ofErUEIAJfNoc/NQUeUtfT3zkxXIx03PNmp
NR//fAuvt5P1DixWEvR8RIqrYI254K/w/GIOnqNIKnqUbkGdWgw6miVhJSFMmN2c+4+GbNfQ6+Hx
z9c9I57+vPBqvGj8nO5x/J69KzHJkYSoqX+s4nm4moWVHaykzq6LoR+u8B9oI+2L4VQlsT7WhIag
5A86RLZtuPn3fwnXx4yA+Qgs3PMJRc44po5zEr1ckoCOMq/sd0FK35ENxMjProNkISBvoe+MlgpG
UqZ3CmyQbOdLv+SNlxEwdmFozoSNWcnZgKZ2GCkaZb08qpUOMcdE6oV60E8NK+jg07d9gHIF0Ycq
fmPOZX3L16TwLHcd8N4mPuGHEbzXzAqeoW9aN3k3jHiS5jnQdmgfLjy23z82fF8QvXAMs9n89gLt
wqco7ZX1GDQ6u/HTpv6WEtcJkJN1N6mtl409td4BQmj5KGuvvfKgm6QRnGJzb1Rq2tuVt+z519mh
RAZ6JzJhXHig6+J9vYGt82feKx6FkJs9ttFfF7cYkoZaVdqPTtbZB1lDaVssenUZKusCrnYmAVrX
sw2Rm0/IZ6+EMHr2IeWhTENjAlUeG5zVo4C8IWR7VaqJci3yzCJsSBQfxrInh8BMDOMBxtjk77MB
ve6OBJ22iVIzs3B3gtY67X0gD+9aZKH5PNqN/f3PL+/1UG79sesvJLgMVbvvost7/WA6t3WXPjXt
x7xYskM7xss+dcb6gPtMs0G+ZV3DaplPmSBlsQDevvBefurBXr2YNSlhzbljHolu7Jy4TB1aDzms
/0fbHN3P9LNMiUbGPlZUlY7x2MfJbEddOSkAqthRU4Q3FUQSmmtwJ2l07heSseZy29eg7mZcg+RO
YoqfbAZS30La3sifOniNhel3+HvPBLakXkBPB2vM/5a1Hu39kCZAz10RDDdc3h6iOdSyO7XJ2o2G
Q4Pjul7UiixPo162/WAty6aroEzhZzk5H6g7XdqgxG36qM0H9R3f7vA7tVkXM0FAeLgJAtV98BkG
Lhumy8sP4r1IBEk0IMa2dlBzMh3pFZm35G9VkVvX+Yi9Y81sr9dFfUjGAHZbQN5buUHOXACHgKEz
xxhhHAH7tDCsZpqmbp8srbwGpSMNzohbG2gMoyF1I6nDqbj9Di5hFmeFi4dY/YEoQ8zhwiFRW8fE
X2TP/Bz7zrFv5bRt1CLFqXa1JL6kb6s9tJ30Ds5D0G/gQLjGBrks1O8/L8czKQTrkeH6T/tY2tF1
Uznb+BLaCc0ky3/0iinciYVesxi8jKzo2vlSuVZxb7Tc81K57iP2UOl3SImXUmh/28+wyzLwjMXY
ByoMTOnX34RZMeBPq95/FEWjDtZST5tS+Dbz0rI64nCqL9z0b5sT16PoI4edJHikT2ebk1/LZe6t
NHgUaIGOeZpD+KwSn7Ds5VJIyRu3BlGf2SxWchjLnzP22WOlcPUSPrZV6kd2io+DEiZ1ClTffWGF
+f7P7/ONW+MYo3CkLqJsPGeal2SUJPEUhI+KWcKGnEyPj1b9KI38EsH6rTtb7cQxWFk94X5zWXBS
04kLI37UtVmdDM0YL6lFfBw5EADS4+mCfOStlbp6H65cJCLJqNFfrxJAOQPsrxSPTm5VR0W0z27M
cvVoBnylSFiWfdYPRPVNJVhD3jjHUBEG/+fHu5b/r881Sn/shzjY4BwYiPVe/4g4NMeurYT7OGdr
fEIjYPufVNMYjK+zOIi3hEs7bGWxA9UztvNQb3oW4ZoM7dtPS++Cu/o1zIJLP2z9Tl/v66gXOHNB
6VzYf+d+tTZNP3h+DAsxG7zNFManOiZmxGw889EGeL2uxswnnSgeiYDwK6rzWd+OXupdWIC/F+bU
c6Bs6K5JNMVSba20fmGdsPs1wOCB+pD3hfgWJ132ya1C565J7f77wMPA123ugSAbuaLhFdvcxkBt
b25h6AjzU4gH7se0z8latd3koyRxawZdh5l5o7raeLKhhXpbslp9uaFVi31wSHRwmzp3bNKi63q+
5ND1+0pnjdtwaLDptX3SP1/f0dDW/VR3QwzrlMlM7VX2ii2be/Lxhv1kt5e+4beux3NbOXcedjPn
ZpeDnXtGgaL6MbTaY14BvmdKPUADv2t7HND+vKLfeF//zd53LUeOLFn+ytg87T5gDFqs2b5EQCRS
J5lJUS8wSmit8fV7Imtmh0RxCdu+su1Ws8kqFpMJIISH+/Hjx0EVBLSEkAAcX9S7fn46UehrMah1
7jbT5eQWDY/Dgwg8l/bo8kKBQPtIptfAc3jAukGFcmJpQFwgteILINx+5zegcYcjGpagKDxZGZGq
R6heAKwIQpoCuvMI1APQ0mQBlZ02oxqWDxJakSw8xldjhuWGdQ/VNg0u5+enQO03UipciJbtDBcO
Ve9HF02vdSc+JzJvfT9kv9pYjBhSuOBtImr7VQNEysSyrxXuVuohdpql0g9QwQOKSsPH7y/0a6QG
A4v6SyB/EDBgqiyfn6pvkeYYFcM/50HZ/CjHfHqSlBFU7xyiDpAXL5WIo1nk1SEC7a6biC806o9e
SJF3SAWuKZbYmmwxfLYyuCE4CcxRAANQnm1uOWvQMKbI/HOiVtpK4/L+2IwTMoSVFq34qG6spuST
bStnhaUD4TwgLFkSR5F/vQcZPVxQF8Z8F0Rrs0EJokhHS7jgbPhJ7xaJ1ltKOEYLjvIXV0FVGJpD
QT8I8Qs/2/QZQGV0hB3C8xRDAzCAA4ZUa/wHli1IvlD1VRHJwWhKn58lrXLG4g6jM5RGShRc1LfK
KLlNXnYQvxzfvl9OM2kf5ush9sQRCtQL+l3iXIRlzMDM16siOuPERhthPvO3PXqaZeBFjZXgVEGj
7OWE9Z/2Ei+NThP6IUW0KoTx2Jd9xVuT0YyXRCyMY6dz+bOYFbKrehS1Y44E3VEJznKG1JHSaNXq
+3tn+/fzwgNiweA4FDmg2pIRoj+eKqqAHtOT0EdnNNFElhdZv1KrL3kib3gleRGFekmR99dNzi5o
oMgRzFN4HbOVrkRBjNyDFJ17HYB1CUlk20ta3iq8zliwXV9dCpgj5PCucjRz9zfJFOSbWyE+98Vo
kACUJbMXUJUwCkmxsKq/uhQasxhYAlDthGX5PIyVGKGdbI3DGf5vZE5l7jvovsq5gSgstTW/tmyc
TxmuAURQgD0GP/PztQZUOsSS3OTnWC7bk65W4oM/6dqzmvGgEEKU5VXqWm4XZUEuUCWNtQeW34vR
KjAWUNfShtylyzHskJjTApBi/Pwljiek7nwuSgdaaFGFgspRKeEHTn2DlrdxNSHNJkuT1SNHcsxi
JUd9XCtHBXqpN9WjyhXqc1WhnxjSZEOX0a4C3WodCTrIQhwv9AeuKTU3CsY02fpqN2z52gercPJV
9NBNx0qVTC2ZUDo2REFP02kSVYouLeK4AYMRNWE4PPVT1Q/8RDsR5FsbDDckKWS1KJEvgooWQT+G
4AcPaceaJFFeJVapiTl6Ww9R/y70voRjCyp3EQfElEDEDFq+XFugOigdx3xfcQXEElHYY8C197sO
lYRqzJUgUhr1Viohx07GZhj2sVBeGs5DEwh0/Rk3SVPwC8XrV6WN2eRqWLPAXtGmHATjGUAtSolc
xkJVnFM/DUIiYK2iQC/qooEMqGvwoAE7RTyicV3tSDXo8bOH6huQEJKqOuVd1cNiSKV2P8Fnb0Dc
a3hb1MsIaUhvqF0dXpGbjX5xl/iQ4UXPxXAfV0gCU+QHm31Xgu9jNbrUnUI1Ml7qfgCUCzXHHmKk
sha/lQqP0qg8TUSdoheIMFha30QP4dBwS2HQVeBnNhIIJzEWKMcAhDlX9Y0McKZAIqvOciwaLwoY
1xMkwSBXS4SuAFUrT0Pkeaeg9ROQ51CT7ajgLYG4BJDfoOAK5XYKGgRjgKeVQNC51HvhtFhCx5iq
FFUSSvwjUoZSRJEBBuUX8k0dlQv48CSaQpSIxVwMDLtJfEEiUJHJ9g0mAMVWobrUcPpXI8wULRXI
kokqeGzz4LJAYyfNa43izA8iZwtG5q0DoXtpOKmwAn3UNloMotj3hv9Xi8W03BhiBbk11lDnsxVB
Fr1qjK7OzwJQa7MsKs8Gf1uz+Kofb7+/1K9HPqI6hiKiIYeO683WdNVBQTwXovLsC3FgqUKNVkTD
MC2YYHZwfF4vuAqDK1lzPLh0s5MMALLSKEFZngcZ9bE1rx+ClistdKJDFW0z3mQlggyli5f6ZX0R
uiIvBf0hTBzDuef2eBRkyC9qWn2u4XY88drE71A8GuxGDW2c84kTjkXcJJYK42fGaqzvgZUab1EQ
aKuwSpe6W315O9gy4EKyXNovJzrS7PAeE7U5D4UwOHKYnsECSYmntP3zWAQdSGCFfyNIU3+UNNQc
gmxsHFs08t6CKxksKO98MfUoNBHRMxP1PcAXZt4eespVmTzw9bkvQcVGVWBg8llnLKzlL2yFAk8S
kgxYyOghPI+1UCUugKrd9ecwjIQd73fjSxODENIYidxYUa6ikBlHXmnxuVyvU9zriBpOIwhRm9C2
qL6EFkpCVMiRAk+FRjHyychHgxiDJjIvYAegA5GiclJPVb8MVBNFvPVm4Lkxhf4bvjHFoCtQXplW
yosXNmCBNFxqgN1WRfmCT3P1jz4uc4AQWGoYTGiMosZfnXm2rYDycj9EU14DGTZH7FjBdVxLpVsG
k90Ax3Eyqa63mJHLlHXRJc3EwslRhYUC2Xi0Uz8aAVmU+XrwMjRtD0AO7H0vh+4iv9jlYz777F4B
ZAmAyyAVABmwzzYGxbVq2BTKcPZ5bbxLyqGjY9ImCQljFB9XNSRmY51fTVESUwFr5YabBg6U8yJf
l5pvHMTAaB6hdtXY3xukue1j98X2BrYsCIU6P/NBi64NapSPjOcyC3xSlGG3aUXQL1GXHPyBS2E9
sv4TVz90Nl0+hwL9rBFHKByUBi14aNP3kpc6LUp2Fwzg/BRhT8X0CKF2DROINfx5tPmG5zwlVccz
OxlppwX1eew9nfpR2e2yJNZ3ggqn5vuhZBt4vhxRXcg0fFk/pzlaKRjgGalah4uWTIdZhLZ2JQ+c
1fnAo/gS+n3fX+8X84anxKrXELVD3R09nmZRqiyISVO3DX9Oa2O0JTgnAyQDwmBbdOjHKcZe6fAs
mTANCvCQTrh0Vd5eCik1dhAbrxbs2xdjjqkFwg9YCcPOuBMfw6e2MDjsLZk/A66MaRe2w00OzIH0
fSrYZSUOljL049IYzI86NgYGSlgZIQD/zfeVXslSLBb6dFY8jttMBsQlYjkszXzw0alcVFRLQtHN
uaiyxOanmD/XSL2ZwJKKDbhvOw7pjo1SyfypLbjG5fhi2sLTz80SGl8LpvmLrYbEGLIQ4FtAWm7u
z04x8iCxlk/nKgjTuyhvReZdGXbV1cXCVvtiVOBlwHeWsDQAJ89WBjSfYIDlRDjLWju5yFKMLgSD
RJQAVBIqbToeMUY+WIMXN+73i5LN8udNgO3GNFhREo7U3/whQSXhgT0b01ntRn7dVOJ49CLu6fuL
/Pp4UP+D3YL0Chqlq1cY/wP+i9bCKTLXCX/OULtgdvj2PkPpDkrL89iW6mJYV2Xa7VO/6azvr3xt
Nzd7vmuszrxFSUGTmc+rHCLDpZeGknguJoh9Njon36SKp2bAI1uxAMUcrFJzmib+Kat9eM5N3kKx
sEFlIZhlfKpZyGHyPC30TjKwMYPiglp/BdpxEN+guT/hnUDp3UtaXvHmlI3T+yAqaUcLTp9uoQ7Q
3vY596goU3KEwIle2lgGvkAhCSS9y5OSbwxwSaZ1hUIu+P+84E9gcebFYxWC3EBl5BjvmlEJIFqC
CPGQGFrOEQmclaUWT1e05NNAQfObSeJAZRyVKIhdPg+UnnQsFafGl6hGY1uUNaP9AEoNh602holv
BUZSigcOaYuUZJqcnlKUXfFokZwmApXQW6Slw5RCwkYuoVRIvIbLGoi2lE9cilYjyNqKOpmmJOTQ
GiLLzCjrBkbj69N8w0GYK7bGwQcpG03Ru5sJ7Vh8qFg1ynpE40+0b1W4JqQAfOoVUil6t5ezMloA
Vq/m/vMAID/GGnywPooyiow/D0DOpX3eS0150aQg2BRF2q4EJcpDGvkgFsME5TlYikFb7hHXRCu/
T5oeJXxqPlK55LiS5IIsBLQaAwnllFPSrfwhNqwEug8BQXNcQTGhCDHu9FJHrlmDZg6qH7k+eJaR
mGosCA9FNkRTkdRF1Xt1iHsBIGOqTnJjo3mKvBCts8Bl9rRAMeFm45qIOOaKlkhgFF0MCu+l68rK
9nG8SAQzF6y90JAdrJIcJQJ6veL9QG4IFGzLBcPzC5AN1Wc0U4biMqAUAVorszNfbuO2RhFtdzGU
uF/FEH5CT+UmXjV8o5iQr21dro9rJ9dFnMZohoXGd2p0CrR0dL63EbMaLBh3sJR/ZqjAwWD8q88z
3/FDiJZTOWoA0r551IQe8vBDEygxjWM9SqhfKEggDWIhoqRgQmTka7F/yDRR7OxkTJpTKnUa5eMx
+TlJv6ma/86yBP9vkQyav+T1v/2PzdtbEmb+//w3t06estf6I3OTvcFP4qah/gdayUPWC1xDbGAQ
tf6LuImf6AA2GbMG7EN0+/jA24Rkhijid+D9MPwbv/NftE1B/A+wefELaGGKeAVKqP8/tM0rLfPD
RkM4i5wIalvg7jCF+LkY8yRHyGmiIN9RuxQx/CbyETpvdPGQpi460qqpmWa3ScajSMwnMr8ampUq
baBhQaA8TMoAXQ3RqoSGUKQKzAI1GNOKh9iRuq50W24tVbZ0maKQugTtMXIkzkG+vYqtDGpU5RZV
X0RAk0TV1qJ1lblSv/VUF+U/0NtXElNtnHTYoKVbmNtetwrHcwplHvDFNtpdfU5fhyflfXjKHE7e
j+kpjB5H2U29hST+NZD+boSYqfrgHcDU+OiqKouOzln1j/FNu89/lD8Aoyr3/Bu4Qtozumxrz/mP
/Ef7xgrnAZ09Dw0JblPqezZyIiPLdRFdIjmC3XzVR2hv9aLGEplKJ5p2SEKMEYT53SZ2BH+ltI8J
9z7GAknRnHCIjote7tWT/+aR9BlCpSVFLXnQe3N67aGoTnqy4vWNwl0K8Qj2xX565076Q7tNz9Nd
/IjmPqgNecQJh37loKkZoJum1EhIcdN7KIdBjQutaiLhFz9squPP+/koc7F4m7Mz/x90m0sLZJ7y
/BMskCWrMHdL//Wswiw4Z2YT0AtU5aFpBLWQucJNKiRlqqaq5IRoT0m6BF0ZwP2gMXqRoUB5qdnf
0tVmvshfeLUrnjszDxDzZswcluKFHv9ni1fJU+7LXSg7LVWdkfaWTCMTymPUoIYFE08nfEAuzfRt
MKjMRWLQVVvmmxuYI+hpAhEBLw1kR3Z6iwc1ikwtBckbFUWoU1MeRtps+YRABbM760/Dq1cS8QLB
hnYg+MqhPJMn8bq4NUDZ8dG5x6l0Ij2Ha+TgJJbnIeUlffNPgBNTlfo5jS8cQiSCmtQLtJXxN3yN
37pVwv/nN3IBpVUipQS9dFnVdkQ0K84Jmh2hwyp0+xow8s/+tnkPUP59QYbwBroqKM+S1v7Rf5ye
oNvcQrJz35vdjS9T1EtuPdJuqzsVaiEJ2WoVUR+Eu/q1c+LDeN9vfDO9KYkKPO8mLqmsEKCMZ8lm
jFCIJyUUkUwZIVFkT4+RKwQmY7S8B/jpe/GSvRQvkFYB5wL/SwVR96/8XsKx21kjRKtqKhWXREXc
QJPYyTlaKeYgk1Yn2Q9xE5q1jmJtMgakvW0cr0ABOA020E9MFkA1COt8dvKvm+jDOrumYz+crL+n
+c84zUvWZE5d/WtbkxmO+HORIaXP8B1kseYZwLIbBD0YE9kpRP+tF+XjOJQhabR6WhmVJEJiFQn8
7x2XpUvOAra/xiXn4erPx4REB8gQaIcDMf/PNhvtcyHWC2EQp7ZQCmrW9Hw/WcGetgvPtnih2eHw
hy901eufHwIgEyIoQat7VCDMRjGEqrWo16XsdJ7nUUlHxXKmRTkV5WglhsNgA5jzV5pRQzEhQ00C
N4GoWqmxQqpq1C1FACIvZmPqjlIAhShO5qkcJh5Rp6C01RGWt9qXRYcEvQ6THHlxZnrxeRBlILvI
Ki6M2zyRdp2gj48zm6CsjtUQXHrZMdBlgQY90uaU6fhOpKxwCzTpqJ+BkWviMOsIzxH+YQjpUB5x
cHgd1IWINuyypyQlmomWPEuH7pfb9OP9zebVTyEKFEFr1oGsUOFCw7lwUdqaZDS6rQ76g7rSV+JD
gdhAP/TP3W5wql240CliacrnTWf+5FOuzOKXv/eUsxX3zQb7BdUP0owXObh55RME4fyYFE+oQw52
S+rpS0tLmYHcf4ultfSss2wSqjX+2LNe6//mg8oKBKGACu3EX1i9Ner2o6mPZefhgaeHAxB78vh4
ub1dQCWuk/PddWbmxNcztTPYdca1f9O4AS0Jv/Ycf9W4z4VbuTLcdpXCQXbR/5M4KH2nHoH2Dem3
xT4jT09r0+Icaw0xKyLAMy3IPcQaSEb2qN0hkM5ZyKwxZdhfVtvHgZnbFzCqwjKHfcknEt/A/nk+
bU+GHRzRLQhKhjnl3WqiTErnVKzLQ8WDREW1kngXzf3+fF66l3nCx/8b3svSgrmetx+c4D+6YL48
tz+M/zX7++E6SuADikSnN6ezGxyC6/qHi0Mmd2SDFIk19Ave/eIYzzZ9H5U1z1eY78YcXtBO1Tgk
5xJEW9FET4AghKQ6hbJOo5FoJbEK4nPcATykpVl6kKw2oaD9/aQv7Zh55e4/fMcszhhLAP8VZ2ye
/796KB9XyCzDVKut0UHFRnaylOYOj7CYeisZdNR3iYIPmE4m9xevkpmT9zdfJYuDMLOrf41B+ApA
BLcdGXZg/sCTrkniDxMtRbEw9XUhO6b5Iyc/Crt3dj9S0pgPdmSSN98itYlq9sMjPdWWRFa3t3uJ
6mQ0V5uRPqzM1SUiq+93C8rvvrLX/31Tc3mEpG30GrqLssM7GqlMHDRUPUE52YaijIOO1Z2Jzrhw
wtf5pl5jIz+ou8rmT/l784JXFpRbjdj6jS2RO85+LVfSo2K21FiBe7+KSWnpFw/BycmzTncJFY6q
Na6Bl6xcjnJUN1UXQBqFTqoZOlA6o/i0GuIcfRLZwyaw30BXtlBhaxbWW7WRQSM9HwFNcRZ857d8
55nysSFvHHXc2NGsDgOoEmo9NiTG26PY9lU33yBPQyxakTW0aezgGUf1s+/Udoh3VYnghPTlqOxI
uj3qpmYplmvghNJogftQzYRYkJ4hvNtRpNZcVBvje4OGjrfN7kNcEvpkN9qewWWCw7v30Xuzbu37
jg5rPM9LTF9Uc/vYm/d7ndwD3qL3x5uUOlCD3GYkd9F0Foexc48fbWswy9drSyd4ubROGPbG27mb
kfX+9nRKSUwaG2Iz1qa22McDlHLI5nU4xKSyWwqFVasxNy19vUMDHzslLQ73iL4q+L0Uv4Ue0NuU
dPbDpiW7xEWPFxMHhNnTh90mciuztIAOHYLtBjKweLPCrOzARQ/ch/IdzL8iJz0d19E2ctH+oKfI
/BCImVFIbR5FwIfRdlxLB3ZZdoce9fB5h/QzPmLyun9UHO+gk6fVe0vu7vhTaIKMzRNSblEsgTEu
rNrkH6zH2G0saBFbuftYm63Zm9O6t7UdhpmjA3F94qDejqwyukJ7m4XA7VrL8Iun9WEjzLz4op0C
EGuxERRSWwmeFA+ws93cCclhB7knO9v2lnnUnIQI68fatYQ1btEebYuaC17fkqWYN1r/u1iKGUXn
57HxYXxmB33VlGUzVNfxYYvK22mH3tpxpCYl/QFlYtMgKV0/jVtqSQ72QEZ42z9u1+vb08LwLBut
mZv/22j9Nlr/mkZr5jv+LTflkn2YuZV/S/spMk7FL1Eo0look0TFOSjeM3+TkxtvQlEOS21VZmXy
DjsfawsSmnZrtdZkQ2TGSu8Ge7CRe6LsZ+O6xCnZXF/HMlLsZ+hVaOdPqFW3BVtfT6ZIBVOxRSug
qRVbaI1pgqe70m66VbfiqGrCoTEN/BnCo1ZOyPiILdUqO7trzYGqZNuaVmcp68568k3D1C12kqoO
ZDUs7nbEKYraSrvHvxYUvHi4LQXzGBJ4NbCmexQvk8uTRJ8K/DsL8eE0OG8p1Y85Tseb2DneyGYD
x6gjNznditCa2xr78kVyJrrFSZuR7XF7/6gCFAjIKoH7cJcTsAmvpzaO6dfNHWTxCPAMjcADhGo6
ObXklY3NO7uh23cc3/h5j58zp+L19RXZ0DWNrNj27cRJ4bzKZLRbu7DYsKCE5FKao63aqVk4zCnQ
qWYmzvceLOZzYa5nrjyk6QLwxnIg/5i9FqPXUh2fbOahF2Oxmdx0JstwsmmU171VuJmrO9BqNiFD
aPNIPaIXBC3ghYcWmivY4BnaEb7LgK+nVmDGmHDU19kBpp/9W+kENgcwI7JDq6aoSbHwajunoTWt
UifGT4dVvEPMW6AV3iHN4dLw9gQXNLbL7fjAQbK5IvIBda1Wb9fuZI0mPH3PEolog+9MfXjTBXww
PAw+BNxVaHl4DBWfaNThQmkUHjfEimm6KS3poDpQTwIQlLidXZgexW8COK6wwGI7txsqrgpKM/Bp
rGBFyjPvTnvplG/Rj2DbODSwfBMyFTQiqE60hXW2CgmBe25BWdJOLbt3m32z523ezNZ4p93JbIlO
g3WK38o3KGPD9kEEYPI0gSMJx5CGd+g3YyZWbg54xw7ZZLScoDLWMQpKMBQb4E5wQEUnt3RLxaeG
B4LTzjYPgIGVtjW2ob0yaEfU83hobRK6vkvRIMQJlpbPoqmYAVa/TcWf1lRA8u97UzEPdj2IL8eh
DlPR2TUMBdqdOR0M/mB7p+E/DwYPe0mEjWA/UR48h9kHweStETvQc3g6giUB4rCdOhx9QQtOtmgt
F/ph+UONcKA1Jwti6ljPGjZhQhNnbWa7Zte76sOA9QxRNuCw03o8gHZgYlf4VmZL8J4RX2D3jhTJ
f7ylfODJXnwIblB8uTbcxmkcbD5bcsC+coN97iKpT/XrzoG1s743qagOXRinWSyEZu8Qqe3RiAS1
KNcd3VJE8jsoxmC0Wkt5mezOLHAsTrbykLgTrJIMCymZzE6yD5UKRKWtk5gpRq+mspWYtRPZAcbN
x999WErf8kyod+NPNHtw/HVoJXbtlI7wzGxvDMuawb5GZu4Et+z3UrBT2GvDU4jDF5Q6Ez0z8W6R
LTyzdxBWkV3i90FXdtBRnXomhwGHBq7DXvXzlfUbe0WOj8BmX/11YodrYVU6+BNXDK2S1k6K+w4x
L4ld0gRfY9wZJPWswsY94RkznAKJ3eIOmNX3zADPkTr43KUOex6GXKB425xWObsfm/2J+8ST5HgV
u/L188DOCfZ7MLb7bpXC5DKzq8GBQPMPGtJj7KbwGbYTZf5DQoyTsq7d5Ca6kR9yF+YbZ2uzr88o
QDMHW3cA2FydnAGRPXNmIOVtCmbrQK8N8xPQGKdca+HEgP1WrcTJrzY6N5v9ZMG6U3a6iJgvf8XW
44A54LFLPAvKwLSivOmR6EahAhIKUKi3uGNox3ZgBZYJQjScE87kcLyzo6vEgVDZngUNf8fHkTba
o5niZ40NJIE5FDLutbPZUR04DKfQsb40M7KyG2jw0K1uF+8KHAuPBjsPTsNIlCNyu2vfvM3B+nES
oDyZo99ETmjimPdwrnkUTsmIvWWhCS1VMJJIyRhAgXLK7TRHoYZTuvW23mrO7a7EUVnhGNtBkZOK
uHFIHZsPgq3goWsMUG1BmZSw/eVZIchPKA+hUPAxN6uN4fbkjj2hjoHBLeP2zVW7Qj4XR26LDYK7
NSGva+aAtgpLOxm4A8MxLIKjryNEA2ow0cvKwzkPv2wFKNytXWldbwVHfJBf1JfaHF98rEx0mdnq
227lIq7O6cQCbSJSuF8p2QDKMXeT/WB3FrfD1MLz9B2w1I7cenASi75DHY6+vyf09Ip0Or297J8i
crn05BVen4cJo+0quqh7c8O8PfSoJDcMYqnJmV2lxF9yXMuAe6gB7mG+3p2xQvsCGCq2zEqrXxlH
6E5ghNhYMAOgwpPtbMXU8fLKBt7k9Kt8k2NimC1ko+Vhakqsg5GEJvJC8Hq2IF4B3uttaR2s1phJ
5o7nGP6essWEbDmWkEcjCmcZy2HEek1hYEv4mVRzcldzBAyctFYfOEBDmYPHonvRRJ8ODMyWBisG
7xHLcCzJSg/+4T23YjgRHtY+qjyxNNkjMEMt4V8NTKFmqlaAt+EWIAsUai2YVPbzD+CvXOjolDPU
yJNc0brSEq8xCduwzENlmwIZlGt8Mjyw2INt6HyPw8f2V2juZ09mdUY/ExN9U7YCDGy79zcavm9c
3pKgGriSKdu7Kt0xN1XZFvazQNoLrJiZHa6eKqwas2PwWO3MjtetU8LewXs9jZfWqW4Ts93VjkBg
7fA6WEJH2OQO7DQscwQLnOOsYrYOni+wTTTMuX4gzDAKKh+Gk3gr3obb9lHYK7t467vKvrvPHUiG
47cMi0GkQFaPUPKDDYftZpae4N6YlcXJEDtoLAvLx+FIZe/N4Tt/KxN0DLJk+LBYNivf1rHJ2Cwx
gBG+9UawICd+19t4FeDcDr/THzuqusMGltlJbqHIjfdqVgBsTQB3jQUPNrugPw18bODS9/195bRm
Cb8zhH2L8f5YBRZ6ucC8RNjEIw7tCavpqaIUbnWF5Yl5wgwGTv2cIKgpTPGEOA77n4VAkSO4QEOx
CgGXMu8Wf3Y2m+kKUCs7OplpZug6+xtgRhz5JYg8FcBYRKdYiPAZnPAwAuPk8I6Zk2Df6DCP+LDQ
JQy2icGqsF0YjACrWgA+3sKt5mFhDadHuFW878GFtLUtA2m1qxnz4bvjRyaUNPEV4YbNPPEWEOuA
UWO/PlgTYgUDMYdE2BZm29WAwTYQpvoYkQRjnlDpmN7DzLkeTRHOYK6wElKYNhbwIvAEY5QlMBq8
Pwt3WpcnFBYc20m7HkXXkVlxeEvtsd9A2gWb+fphJ+vOaajhZnseZMnsrlsrO0wXA91J8MSdcJBb
3q2K5ACW0t4zdRef16Wog67680AdSHGPAlLclkGVvW5K+GSHa3zxXO4GB/MmvXSrYcMOZrbg2Dtw
CE28q1MBp8TOzHDFgsEJm+gZkXft1ih/CAnOIXyw2YhgtEV7K9qa9cIWcginoHcgoo97STEE6Xba
tYfCWYV2Rmny1gKo1jG7LRIhJebPMEMs5cYJ0OuX0FesYwwQG235JnDYqmYRcnnPRhunIoIdrPUz
O4a4M3st+1ed1iv2d8WNHPGGnZwsGgwchFGIBvFqimW34BAuxtjyDPz9HWP/jrHb9JiHWVP/738X
lsKJGVyPpsDNlPRA4yI4v8y413DynpiZFHdLpMzl4IXdzYeT9nfw8jt4+R28/A5efgcvw//y3/Iv
CvQYAjrPjH9Iplyz1R8MqsClKTqpwnyDagBM2nU0+MQLRYBL15glbP7QNZaDsFmq4HcQ9jsI+x2E
we/6HYT944OwRS96lqj6i7xobcEez0s0eL6MU2NApqSn8jXvUbgscZ5tpQNLrDLmGPKPBGAFsrvK
NYcIHRFEqEitm7IlIo+hAGuagMMwfPsnagSenm6+vDFcNqZvuUH41/tpDXgb9ZKW4vSADVqAOANI
j7npg/7GABmGefzEWTcsPl7ifS0+6SzX8ed90sX01zWT/uEg/xdNfwnGl4sfglQQdUY/BXlOIe+r
DhrjXcMWP9A64HUMc7u7e70b6TNAVbRjJHf4h8IEmr4BTbDHV4lB6wzvAw7lTubzzUQOJV5aU4Dq
Z44cQCVYZ4fsUDv6sbkXj9Je2g0n+VxYBQDtEswRDemqGtASOR6PLwlShUegmgk5Aoqa1tOad8FJ
XU9OaSqA+ls7Bzoa2ALN3RFkVnSPASVkQHAd2AS/3ZFp/YiWN6f399uA3CINgHvlzNfQPL0jByDh
GWKk6lPwPO4YbZOzN3cbAN9btFOkr68RBfcDuXyg/3eVeYfUBnBBhT0wKJxghaBVDkYEP2FPf7rD
WFzHCO/c2PiCVzBSwen1+8zk1yj6h5mZxfZJGBuxHrcyuMrsY4OUD/3RW4OZkweN2GcU4txDGIfc
DOR8rWV3QF4m1paA/7IFg+aCGhnLJ+hbgJQHS9t1SK7YkOECyBciMYFniYC53r2CajNeR+0d3JfI
eh8X6KZXIatfnOoPTzKjSw3SyCmDiHyA+qN48N5As3b6tXYbPqkn/iSehmNtaVD7CUwRFEuV8gYZ
BAoZZW2no0ETkUVIhrBqmuE5f1GR5DM5cLEjdPdGhRdF4aB4Uq2uJ93j9zMwl1e+0kBBqPq/e2Pm
qBttrXWFh70x7oUQedo3lgJN6YuAnJHpk3AX+vSS2qmdWNCmvI1vg51IWOYuREaIYdqMH/z9PV0L
7L4by5lb31Q+5PwKlltBhkqmyEQhFSLZzVYHj4vl80CIIfXqyjWhEDhrBCsHE0i47+01uEuomEJm
E1nA+pqUgfYgjXCr4MQgR4QuPE6yQ84IXlPmKI8oUV1YCtAC+irA+jCm7Ocf7DJ0xtE/hsP9s2yB
jvtlSVrkDXaM8jMiZcuyAyw/lIG41Fv+DaMvdcjEeXfI/YCP1hwYG62+JPiTpbdZktlD+pml0xmd
iaW/GcmerfcQve0tSCUUli+b0sk/V8amlM1SIhmA53EVgX5dI4NZm+F2AEr3pB4ma8UoPzotcNwj
8YtZ1JE4rZH36+xrOg0gNLvjxB2utCTDjMFfkw+Mr9BZ0pqHi5AhUfxeOP3m9dWz3t8v27fUuYES
Oskygv0HG4WezgS2qie374ZZg6HG0HGGebNzn33tgXwjb41EQbti37MsEMPKkV4EuF5d88lI2f6F
y0ucyeigZUTojRKWfErQ2RzpAtTrrtjw9hdpVRKWPQtJQCHLRmF412tYjNuCjqSgF55cUvNyuc3N
1L4+IWzi6fU1Q+0ds5Hf74OvPcT/XkfXAs0P64gfsrCTWtxoeZMcZBVeF5hmTufkjAXmVJikaSve
L1x06bS8Voh9uOrv0/LvdVourodZ1uavsh6WjLE4A/v/cbtlyexemYEfFu5vs/vPZXZnHtI/2am+
5ChdhSI+rK6/h6O05HTOtab/WZzOJbdfnDlI/7xu/7z1zE/3GQ0XmaKYAj96Zh2VvPQhOgJXTz/9
6MDcOeTDyj1kt/VOWIHkbb6BSWEl5C3e+fDkwD0w2wto9DRcw71YpWtwewjIPgjvXqDa7dTgkkGz
ylHtaYduHWZEQNRDA+krryKjrMoguBjwvMOYBifI2KNT6qkqySlBpIdizQVXdvHxZvHZn+zx1C8T
2ToagqJFNUp55xKAelqnrCsMimVHmp3RhMOU7zXzgbnmjAs7mHDGaXVG+IEAJF7FG/XKFS1pu2M8
UCjrokwEXWdU0oyk1UC0Am+PFQ+Y/4e9b+2tW8ey/CuF/q4CRVEiBUwP0NI5On4njvP+IsRJLIl6
UqIe1K+fJd+uKYeV5HQJ1ahqzCAB7rUd81DUfnPtteUrgKyS+jZEyr9BjkbckG+AS0B5Yg/vNIuX
E0Y1gt03moOT7ybhePx9IHf24axo4X/Uwz3T+P5NivjizVl6Z0iZNZRN4OvgKHZc379HXeP9R+TR
wN4RVEFOp9cMFZcpfq5Ovj69vu/QLuPGyEfOpBOb2/rdTiwVwSDMIah87ORVcnn18Pt3ePYxLZ/5
3/iYzyPbfvecVqHA99oiGHuUakCoDCxpebeiSJMUsF6PW/Hl8fKORl8+3Zwy9I8WV5d3KNmAnQY/
efUIsCP+WRujhraVFczxs3caLllSv6Y3wUVwLS7qB/Bxtxe/P71tR7/bsVVGWFPQmosFOwa3bXKN
gt7vl2c/TfNfyKDlxTBPhbWUw3r0IcigotLE5fvHrZnMvWExwX8bIDD9iw2huSHRq4N7kbjXG2x8
y+DzJD+8GerYe+rRlY+KxXzjxSA9R/XCi6s367GPAE6LpvmYvvn9xs+cS2jnvyDnd/IV51Lff0Lr
2P25BPvnXuOvBxNaJfhOLbn2FD7gWqOLeAUqFGxZcYvaHkqoTvR2k4wVufcj6qrJZXRCJ1uDb/jJ
44rq3nf8/f4aXDfv+uhTh5i2j7BLNLRtFUJMRY2v+ugNfCEanB5Qx3siEQEs7+nM2/W2U/iN9IT0
xyKO062OJDkeAlbFYPMfw+ijQgF4qxZ/vt2+Mx3UBmeFg9fHm0/by3NOfXT4/cs6p3f24MZ/fb0L
Ldv89+rdOfG1DO74Dxdfy+j+zxRfy1z/d4nvGe8YWjb47/KO5wzwcyXrRUr2L2OAf0qYhyGpLuOY
BAPmR8sCNxjMjnFLMzs95mhPwjQCEPeg2PgBti5+QIjyDvbugF6K7ZLqTOcCJsn91LD99cMt61yt
mraOt6C/to7VnURH0YpeWHO8fWb2elUfvYsGYPsNzh+imWoB2RRwng8+GqEer/uHrI+EijA0ckAy
o9DTtVl4cGp4F9Mh/QRIenJ3R/Ac9PAk8RTTSVwTXP/KqEZXTnvw4geC/zWXy2lrNZIo2BcJuZDg
D8nQRYJLmq3QKo/0okT+UyfyWANijR+i+4MigKYHcqCHL1scrfCD3xtb8G6eORzL6htVgIUyxZs5
cHRSGzTTbBb/uoXrMQgrty8xniS6/Uyeu2m23hp0G+M7PPr4l1usrQt7QW+5l2w+oo223oDPGEuC
f7s13PzRibP1I26rfVYRfvbHn/z19m/AH4yk8C1awADi32D+HS4zcGV4pLgcFOiIWuMF7V3bLTso
t7avAfdHRxLawjk6BqbnBosZv4XeqSYKT3+g990rFw5qAR/N74/sF/7pr+K0idsLJawztx7bEuJE
kCWp6DGLLlX85m2GUA+h4RA1h2T7xiYj9bG5/Pz5gzl88GIw13UIer58+QYGG/hwGX27f7oqIPVd
nEMY6sO5d3tW8C2/9P+S4P+UNuqlRbKcquox+66r8Rafw/mtUrH92V7aFr7J5O3lW/QQoZcIDeTP
QT8msUZvHx8VArP7p/fvQT3w/bsA91OJfDi93CI89NPeXD09PaGX8OEifnJwHbu93CsabfocP6BF
r0CLToc+vOaEBrftvlZePeRHE52xeWefzvLo/7Oe7rzRsnz9/zdaZ42WFZb804zW2UjByjH/oZHC
TwPtEFOgMNDGpZ49SilNMfzcLPCF8FID1D1DCg9v1cIkXH0JEhJVV2ds9E8pZzE+8P9+pPW4BXV0
ICk+MufuNwywBSuF6DGART+yHO2nkzudaun2h7Ks66RZwZHKXFCNsjLCzL2P8wyifVU3Q4wJfq/r
iT52uYqnxvQnn5dDFM4TObfjnwYMf90xs0K5Wpalnw4wnGAimdCHC0hOHneXXmRuUR/ExNTpogMN
yLsvGyjh6i4DP/8ZD2yPGPujBv1iC1ZAV/ecmYBhC0isNxP9JjtujXIbnV0VbbQwW99gBpzQPaKr
h6cKWIjfxwB0i4r+Jld+sQMraqqXcShzhR3cbtnxt/vbjRDxVQJOP72x2ry7ktH9mY88d+522PGP
P/dnJvPfPbUVTwzdqGfHwVNjsCUiOeDCVIzaF0odCrACdVqhLxsxAph8pmg+3KGPbwsN6+i+AZqg
OAAgYS7wSrbo10fZH1UOgJSe3v/+pH5u6168HMu1L2JyHNpgm+/hrR+3CBNRGcJOlDS2kPbj4TTF
4CPqotcbyeJXBmKhjbbxdNdvecjW2H1x8XaLBLatz1s9JkYj+vv3Tw9Pv9/pWUHe3vnLUPIfLshn
X6nlSf9Jr/Scmdymlr08qH++mTynrZZdr7PSm8sOMlhHt69vLn4vN2cWt7HNf9/iz4MmfqPlz/iI
F0IpF4yMT2e4JGjLAAV2QVMCYpK4vJUfdHSzdcEXcXXXAlI1gnIM/Bqg++qiO5AzbIinb9uNw6fj
75/4nE7byN9/nk67Z4IIm0T+HxFEnPFGz4f34o39A7zRWSGxbGy9YuRz129CQmJQiWUA8iJaggcY
4o36dvMJTvR5OSDnP/kA0RkUQMokvQMW8QQs4wN68+MzkcnZPdnW9F9hT5Z9/Ucq0981DvM/xkH3
X6riS/OnaOy/fxn/1D796UF/0cWgi6/D/9oW+9p2pi+yXP/vH78c/vgavXeHL/rLD18cG11ocz9+
782b78NY4Vex0H/+y//qD//0/XmVt6b7/u//9rUdG72tlhVt83JypYuo79ejL/+jz7ZVmi/2r/wx
7NLxvT8HzMVoSkIpw7jmLdafvw/63//N4d6ffV9gyiS+yXjgB1C3pu11jp9R988cc7cJZtkTTgTZ
CLr+MvDS9/9MfM5xr859L3yek/mXp3/9h33Fwf1xGv/59cuhglss9VcrjA9iHMXS0B4pxtTYpm2a
V8esGj+soXlMx/cvDuK/vvIzmuyFlaj8jGg2YmU3AJl9sUQrpo3tW9p2z6vRTC0epg+H/DXxnNeV
6zk717Y0qBs5bdIyBZXT7AEj4tMlTk0VnInof3HcgWUzUtflQ1WI8uhOCWnBXFj0Z1zXr1a2LGQr
iVyMwETmdWmmq7XBHOiqNOHDvhPfPvXFy6Rpv84Nb6tjN/c8LpgE54fDPuxb3Eo1uMn5zIKlPI51
GVxkjf4yk/IcJ8evzmVzZi92voqhYIqT6ugNSGSz9aboszPx0a+WtvJCv1kWgbHH1bFCdXiA9dup
OVbKi9fWdSHzca+dDfRu8JvxqycLspxxYL/Ytm/FiqmYuJDFWB1H42GWrXlb+nzn0pZicjWrOaia
6ijFuFy3cnRvU+GcaX3+1b4tzfQ1Z2NvcCw5/aq6LA4yf5/O2zPE0yBIFy4pXqQEv3wn0Evk1Ocm
Xf1q25ZiFtNQDqzlaDjo1KuUTphk2y0k2aU6dnUE4ziVzAstj8PIhsgf2TcPQ7F2rW2HeQSjxbrB
xRCU3pjq69rX2eUgaXi5b3VL6VnFyqWdhurof1w7jF7cuWlL3VPhU1NILIvBEU3Uu5gGyVZ3n421
U5XGE4HiDSQwW+Spz2YMvp+WvTu3tH4qXd3hdqw6TjwbMOqlSONZjOfmt/9CCp+vel+Ywbyp0jWb
4XhECJaqQYA6jGNy6K53aafLa12vczas1ZFnRX3A2DrMyeRa75OU55rCi60HdBzrtcXqnbwZxrdt
d7Vv15YvZpQ1cnVMdSzodFunlYz6pjszuu1Xx20pfeCtOQkxLhhTvr3LFsXUL3nre3/Mmf97Yza2
feiLA1GBGIZl9uRRBkH5uQ/IgPLs0Dc7bYqlmWtNClWwACxeQ5Gsc8sujOssp32Hbuln1ZrRzQgO
hlZVe0j9pryYAr3T/zzjuV+cjHQZ0Y2s00PfdxFhc0ynb7v2bc+iafQqnSoXxVF05FAv3efclfM+
9bHvAdzU52r1lDy6NGBR0Q8XNa+7w76NW15TT1ybvsfGyzm7qj1fRpUszxSLfyHlzxnyi+OeRN7U
1MfGJZYlXvNuqOvX+7ZtKVCzeDwUDZbuueaX2uNXpF/4Pgm3QeVlZXLWD1i8BszCB/M327lrS3VA
Vzn0NXzO0VRznFMY2IBLd6eYWKozyLY3JMghJsph8ZATdgxC827feVuxbJU6XVOOtTwGsmIganRD
43/i7dx2+6K3ZzjgC1nhvNVdrit5zFcdC+dD3nv73qbd7GC4My6ph5Vbx1zprHOjeljf7joWuwGk
83M5TnwFjqaeHx1nvEn9Tu0Llu2Gl5bwcVlyLz9O3hK8kWR5x/yM3uzbuOXc0kYVhReOxTFzMbnS
0ch7yDzs85x2I1hItUNYUefIBr/32aVo9iVUdLMzL2Rk8PJKTRnWTWdMOQydwzKW+8SPWprZ6Aop
pVvmx7k5zhLU0GJn8PN8d/di0zRjrjSqyo8ErI8Hr2k+IaHN9+m83aGadiW2rf38WOiyOQpnAMyp
7vcFKXafbuOgTlW4WLwrPoV5d8xzsi9kc60UE7fDUmYew6QEdxFR37khygVuu0+2XSvLJJL43Syw
epp1N1Cge6pbuu/An8vtL96m7ufMGR0o5ZJ9gVPG3Kax3Pkyn7FxL9auROHOY71JSkVBOprp90MW
in2689zb+mLxeSpqSjMszrUfSf9E2515oM3uMfoU8b2BmMxSx35IMEssKOU+I+haeumiMKnzCedd
CwWQWt3SOAudeaccWi5TysWRxqH5kZoJzehzJuNuKaZ9sexWIX5prvxpGqdFYPWWzHdVOX9XqxPs
lEMrG5Rpn040hynsHcGikLFjuQ7nGgl+EbcRSz1ZJuZJ5UF+DBSVB+ESHbu1yvep5/NQiReSSPts
zIjB1gUoNtbuddB93OXTiBXK9rVYdZZx0DgXjozkHE730yzEztUtj+nMtJNl3sKqGFCdYCB6JvaF
ycSKZbN2buZSYWWp5MH0F9W67pMSYjlMIGnDWYVYuXZaUEJ4j8uICta+07Y0k3NiKmfza+Xcu4fc
+E08LvXtvsUtxeyU8Kq2HaA6Y7hE0zodplDstOHE0st8qII6dxQW1zeFOdXTvrCHWDrJaTvqaR3z
o27NTVdVt+t03HMcgIP9aElIL9ZFhBo7Bt44i4ZdDl7YzQENm8chH3pED2K5DFx97aX5Yd+OLV0M
lW5Enk/QxTW4qudbzxRnQKU/N04itPSwMh6ZFwZ3o3Ip3+Te8K4Zm3KXbRKhpYpL3WclX/AK24o9
9OK2U+ku84FLux9f4cI8rnsGR8bM2wzEb/kuoRN2e5JbMafvB6ihy9yvxl2jdfX2ha7CbsHSYZBp
XUPsli4dT2lpVOzNYbbLgAB1+OOJ1FlVDmTZhLp1+uNKWzDIj86uuEHYPXZezT3TqgaLZ033hYvO
vcn91Rn27V1YClmFAWixQyw/qlVEU76cdOZ4+/YuxI8H02WaCNUifvXLXn1Y03YMEo+P/rJPg57R
2i8ccEZI6cisQ+xQyfvSXSIpzMUutReWcrYTz6tpgP7UtXuRVwao8rrcVwEXwlLOVgUT7+dNOesT
IJevzNLtcjfA4f944kZ6fsEolNNrxEXZrOpEvEUm+87EcpRlXcoh8GBljaadSXi2miHiclz2CqPl
LHtSG2Rp+IDeYet1WY3fpKLszb7dW1o6dmvn0ZnAbrlvfQ4Y8rLvrlsIy12OaQWg8WYRaQ6SPS8d
4iCsyT4FfWapfCHjXLWFsyxYvJrbi7y4XZ1iV1QvuKWdlaAapUyYrVIMryvhuEmQG77PbXLLbXKz
ujRtwGQwhXq6GQlpbhTue/aFEdzSzoB0WVnrNUgK2WeHfmLNpZmVv3N1Sz3LxpVwRTpIMnSynMJe
r5epzszOY7dUlPNOL64uYAnTeYo9npljHshl595tHXXEauawD5IyHMaLPlvdZEGav8+gP9OxvBBG
ktZO2DcqSMTY1Xehn62Hyki9c++WhjZ+Wpg0zYIkLycS+d4AgHnunhP3TTb+FgAkbABQA0fX+I7E
0FHZyq98XdbXcvAArVZKJm5XBPtMsA0HCsp80R3hfsLT3r2G9yZRWmTpPr0KLKVtTU6X2bR4ijBo
7hVT3mVZhedmZWwy+JMzCiytJYgZ1bJ2GB43LuO976jlosr5suvSQNiYoAIxH/dZEyTzKIJYTlp8
rNk47jx3S2v7es2XcqyCpDFUXjhl7r2elNb3u7xHYGttXYeaakhPW9I2akhZ387UPzcN7Ffnbmmt
0zieIhwnU8tRtFEXqPWWaN/ZuXnLr5IhZY5xsLygbpsoR7iHWmT7QGoisNSWu0aIoIDQzCq/V85S
33STmPdldoHlWysPlUOZ4a2WRV1ceYMPgkUS7Aw4bISQT9w6bDLYM58t6q3fNvQpbwu+z3X7lq4W
U1aoJcPBLHqsDynhgHYj6tsX/PqWroZk8Hi7WctaGJ0scxuAPmgN9nkpGylUe6as8zn1k2wc89Mi
KnacBCl3lSuFb+kqA15P9gweVsuSJsPk6ePA6p0CaeN5ihkF+TF3sHdfLQdN5vp6DPx9oDVh49CD
UqlB8hoy40/0AuGYiFdqyn0x9t/g8VcVDGIkUKZiGF/lfpYdVs9t93lYG9dTM08AjDQHST83b5Tj
s6uxYcG+lMnunhjLsunoPKGfT7ffyqELLz0tz1Hx/MJC2rCerBZVTlbhJ2PlB4fMK8dT7jj7sLDA
KP+YNnmjKtYyWILENCT/rFjlnSTvil1XcsA+/7h6yWTvVbUXJK4WzqlOGb9yjDfuu20RzAqGm9wJ
O8kGuCY1mjgVnokqvtT7VJVZqpoG2lRuE2K4vazBh9WYIBarTPeZGRvhM6VdJz0KVWVl7TykAJoe
3E6E9T4LbE+nE3xky+RBJHtcbV/LplhiUi/TvmiYWW6VVqGulxLapAoaRKQui8QROTujTtsB/yQW
syE+QtKirX0aJGM+oD11UMN16S/TZdkqcdgV1NigyoXn9Zp2MGXMpeZj55L+PqxDDDb8/fK/eAIb
SlQwxnEzjyfow7a569MKY+GzBsKveLec+Yxf2AUbUpR3gYDQBH7idUtwGeZO9hFufP76+yf41eqW
5jZT0bj46yeBGIuLzi34adDuztKyjSqquUT/3cRAarYKeVp6VifhFKT7PIlnKS7NsHG4PT8RWcGR
BKb8BFxAta++bCOLKr8ckWBCdHLmBEc20OIIMDfdp1meFQ/7OXGUZqufmCCfj01jMLK0VOHO1S29
9dENHgxoakqcIasv2qJPo9Xv1n3BtmeFw/nWx8KLCkQ4PmwlEIXiggux7yJM2OgiV6dzkUlEfUTX
3belG4LrOWvM213ybiOMtF+mk9sh6tMepUfqzJjtrAu+L2K1MUYTUTB8DqJtqSdTHRzJ++9d1tJ9
CEBh44wWHvSzb7D+YAxlkVg5P6UTc3bammeKhRfVj8XpyqYR0FfAMfQHQYbiZq3a6Yy932zKT+y9
jTUC0nUqgk0qB6+csrjCDVwchm34qvYK75CWwwpiUGKyfUpgQ5Am3FBIykueeLgOPgys7+7a2ZX7
Un0bhYSkbRVNigJdVikMJ5cMXIYu7vb3iamlwMEyBwvpECQbABLewav3EZAb7GHf6pYC+xAYwxbE
UwOZp2vcKupk7fU+eKCwsUi4PerLJfODJABCxo2bvh3AaFj0XrrvHs2GJLm4dK8ymJ5E1XR9P4qU
PfWh2FnDsSFJZePN0+Rz5CfTsjxMDXNfsSGrzujAL/ytDUqqaUtL7ggcPXX168kxbszrqt3nEW1Y
kiC+kzvNwJNQz216mQq3fdAQVGefWNrIJAfdXR2hdZj4/RhGKRrgEscg3tklljY6SSo2Cta1YTIM
0rurq5rchEPJP+5b3fK4rPRFk+ciTMSAhjpn5OG7rO/mfbU511LYgaAl0h29MOFMycvO5HWUdcu0
z9jY8KQmbddROEGYpGsJ8JPv1V/zzGu/7zsZqwJl0BcQTiPFuQeOeQ9AGKhYJMCbb3Ytb0OUAp6X
YcFNmDglVRgqtVYBBiGnodlXQLNBSj5phiUXbZoYXMnctqXGcDXSe/tE3kYq+d44a9o0aVL57nJS
ZE4PrS/1Yd/ZWJltW/hhy9A3nHildqKxJs5Fp6tw58n7P6blxeAVFbqV060cXV3POveuAE7R+9TV
RizVFdrKsrJPk7xDbByAvvFONyPbiTl4pqh7EYsUeRrWIp/SRLWEHB3PkV/qptaP+w7e0tfeG0w2
0sZJihlwwmCSNPEn3D/uW91ysHwJ2xQFCyfJw9p9F3htdejmfPi2b3VLX9eu9AiCYydJa7McR+Gm
p1k77q7Xym0AU904vRzCKk2yoQJVfm/K19wrva979o7Gjx9F0izgP9wu2ZLKq+ht7jrqLVL0alfI
x0Mrm11JXutgNE4yqWn5SJesvEo5WXcVirgNZ2JcdrQcuxRsWitN5k7eFWnd7qoTcRvOlNazq4Z2
ThPuO93RNUsaLWue77Ji3IY0pVPQdE45OQmbfIzSc4g8zbTfBz7iNrCJpt6Y+avvJLqpsvVSVZ16
8NKg22eDuQ1uymqNm9LMcxKXlx4AH/PcuTEdC7JLobgNb5LcE65i2H9NdHBACTn94LGi2KlQlrqW
/tgsQw5TM5peXefGyEuWLeeSqp8HlHAVPyoU/DTlRviwwmasLimah9+XwVyfywg3R/S3ORvS+B+X
7zpkaqadnUTko49xceNCTuhyG5NS5WURBW3A133Ka2OdAGETVc0WJzEDn6M288APv7bDztUtT1u0
AamKbIVJ9hZMZWMZi3rk6LvCP27jnQpgqUKnzrLTMPszuyKeH7xrURjpdwX23EY95WFr9CKIOunR
TRPf8+cL2Q07rYPwfnzJ2qGsrXkLcuUyqw6jmUpwzLfF+rTL5tujQ9jo54WLBvQTDxfMz8394VDn
pdxn2oTla2VunKCgtXNiI6LLvK3mk5L+vs4ubiOf0jx0Usfz05NvmilHnu8E39nUZ7sKRtzGPhE0
HeRDqbOLkjqkOXQNrsWDsl92Sr2NgJoG1bapAE0G7xiJJjqNN7ors31SaUOgVi/kBSO0vxgwGMY5
dFXWgUwkr/e1L4Mg50e5LMfGq8tRqIu59Pu4E3irDfhK9gkOt6JjhRlFJC0z/6KTYP0AfqC7Lz09
7yofc77Z6xfha1uOM+RycS4K1X0ws998r/g8fNqlUdxS2F5Mcq6LurucPFZ99l3Zfet0cw68GVgc
f3+hEsLMph83X46EGkbH7jI32suufVSLUvfEtef5zY2h+eiEaPAZJLnuRMvZbTnPjjhR1zPp95l6
ZLuga2RfgJ16aLtRRrmzOvrWYbyZmtgpjccTHji5fFTNbMAVTslivMgxdUCv8nYswbfuYTgCSSTG
OpaPzuJ16AtbWTC7n/j2KwsCyEKtb4LF9NVVk4ZFfctzLpsrPxNd9mlsRjUWUdcOS/9AlBqrLi6N
1kxGeIg0e3To7GZpVBLaym/O7OgZXOHhuGTvUpPPaooYc3IIXWv69FXrMrnc1HpZgz4e3Elg6BGr
y/RNN4FI4rbFve3qHCQwo/INV2PpgsRyycjCD6Yzfv++6vsqP6HnoOkuQzEKP8r0VE/tYSJVVeP5
83FVl2vPQjQNYOKI+ki7ymvuROuGqojnngX6pg0nquoYzK1CfKtZ56o7nvuKfKx1NVFymNy6QPbV
gsqG93FD8yzDw2pRmvFywppKHQYFpv3HtSJ+rqJZKFlgWKe3pKSOgFmmHJybFKFij9JOOmFKajqn
7Z00jfbv+8wfsILwwZDpR5VPQ98cM4AH/FdyaEp5F9J1qi5C5CYdHihlrUn04CLvXIUoqnu51N1M
D3Dw7XrKfeMPt8PoVaqKCgc4g4c19KmuYh3yIFORv6xZd5ET13c+1Z42QxMVQBXyPJqWugF1LfEX
f54jLbp5GA/AM3r9HKMlz3jetZHVhLIacY1eo3RpuC9PYJWqsiFW6+D4uAxpBBh7Y9cLWfdl8oZ5
fjcWVOTvVOqrqQczAPhuipgFdAGhgeNlXn4ZjK0ffC4GWsknTbizgrI2c1baRFPg4NfiIJ/kciEX
PJV7MnU6VE4kwWDgkshtOD732ISAyUEn5nYUT2TIck9GhVQpehOVGBvno7Pq0cc413z11q8u+E+c
b4zwqj6gi0KrOJddiJkD3ayW5rox5aZgXOkcY4Z604bLIW/aKVyuWdF6bp9IwgPdHJ0QI2ZI7I9e
njYHLop6/k5RbxjfiDozxXDQrU6DuByzT8HSt/woB42xBaQnEPNe8UJ/dQec0TclB9phHE1Tu+aq
IU3Nb9DEPtA3QuG+042QN1b3dRAUV7NbktchDSv2rZ0njGQGxdf6la6DPHjMcND+uNn6lpXunH3L
gsBjp4yHOV+jzFtyld4uVavLm1mXhs1jvLA0LLOPYw6hKm/ZmocUsxbaaSmqeC7DPv8wwDqw9tjL
hRcYG50Gc3tVycxM6gAoZCbVgVUmmD8EDhnW74vTT927YAgdLiOdo4hMotFjer3P3RTu+FDBM7hN
XM28lBi+owD5UlFLcM3YJRPu8Xt6wckEhqsTWh0DzJ2uwTqkntAc1pk5ysCaojtAyEGeIiLNjKBT
xEcp1aei0UAvJAuCuSqMwSBUTiDDbcIxw2QIhymCYzeguProw5SGb3razMEnjMvWGY3Cqe4Z9jZP
M3uqdO+190U+CPVxaevWxTivhXXjXUokXb7M2SQrULUZ0hWnKvWnHgxUqgNTVETGvC7cZM4CDphA
aXqvpDfl5JLJjSrWKG869CL1gCOoqDO4H5dxNuTIWRmwp9FBElZdDm0WtlXCSxT6E5fQob9Tkxyb
NiqLZVoTHxch/CEHMwN5xGsd5zQSi/CLOoJrmMPXoO2jHGirFpgU/A5vlvlRem0PwmcuF+Jicm/W
LHQ8larTjgLrTxdkr4Lcc9SBan8ll6RgGv6CB5MAeb6a02+mrKb8vuTVPL5qU+XTE84mY18rwWoX
HYbCF9k7OPpRllElyjqbonyom/lSKLaqBXh2MZMswv0Q7sBjzaaGzjEfqzF7x0K31Rekp8P8cahm
1jix8ou8nI+VXpSe425eyHQ/KtiZ20Hm1UaeQwrMkEA4WR6yag1FHQ1t697znOkxaipTUBl1bF6q
D046Bmt7j9heVubQ+2Egu2vDu5UfZ3folmvc9Dk+iShthvEEuLbLTJSiNlaJqCatqR/9amGFHzVh
PqM4mauedTIac7D2lGBnyPJXko89THaaLuwLyMeqpj6sk9TuHKH3pu+CqKFY48MgeDi8qstSts0p
JzIvxalxp16Qo5u5TnFN24YM5tUsppI2cTgYmq233rriXUXK1VUPAIE2JCWHljq1rA9NgJfbxKrb
kutIr57T3XdaDFA7dGYaqo7rjCIfSJR7P2vEq0rN2afUaX2EBEuv6fLdxbOvacQ9KqdvbJ5DgNKW
wW1AGOssjb5gVMxenDmgnVURuARn8YaMLqCrWTgUUxj5lUFK/1Sk62RU0uHmKHwHC0hoEU2sCJ2E
0GAcg1MfdFMpMY87p+bRqLXrr1NaGnIlFV/nt021DtMtI6bVJNaqLHwPscUKI1BGHfRxzd8t8wAB
iemgudvHGCKvizY2C62X97Dq0vk8csMpGE5pDZxCJkMv/y7Dqunf9mL02uzEWi8XbqyqQIU3PlEi
C+IR40ImDERzu7a4MM1SkPAQTm7TTZFyYJ3ezA5G0meIVRRrXnvBHIyXabjo4H4lJZkycJYU/ipj
qnUGqvceZyIix808oDwQkv4f5r5syW4b2fZXzg+wgxgJvHLYQ1WpSpJlTS8M2y2B8zx//VmUT0Rr
s9ibId+X++JwWFbkBggkMleuXNmPXhqZEm1FDkTts990UeIpd0sRie6rNY2D+VYlIW8r0IHzscfs
NVTjky86raAU41pjlrBPZNAJizDUrUQC44aqX6zSnSLoPJGgXYoqxX2bERAKd8j4nDwKOTTyPYqz
TP8WL6LOOnwJSmqAsLKOC8BfGB0auXIxafWgeCiSj9nSi+Ivh8YVnV1esAk69pluiPwrFgbPgEtj
mcWfzGzCBnP0lIXYx50qEdbXvI2SMHY5A6v8Y5vVsZ268WBHFjZQdh2OVjjHjjmLGHEs9WLIdibw
g4OwCPo6oAHTI4JqkBa7cZ5V4TWK+hY7mM4TeULMwdVHlsE3nqqFrFJfxQKJuM9zydL0NNV0bFKX
tzkLv+SLLtt3+CkCTi7ss7x9HO2ypW9lzpXlajDziOvkRV96lk47knkJtPfC92XIp+ZKpiyjp4Xj
+yDgHkr9e+dEU4OWx9bMX8LFadLenSOL5Z1LIrvkb6wFd+KdPScgn7lVrZe0dGMjRRbDxWadxvLn
0iQCr8ZQ5AVCEh7zNGC6Nc63NoWCGWbO2ELj/88TFFgvIscr9WmZQ8d5mBJVis+GwJ/8tZTYsHdp
04nhJSpzNjxPILZED6BCOWi3Q/o8qoeuaJvuO6mWYghsKJeK3h16EpWXcGBJ/zmtILvxGwMpMXo/
jBbrMUcIjcrzxzRuU0xqHYdoJK6ypVN+bGzUTP+95IoUJGDNMMnRpSgSjh9SXVME9IMZK3Gd62SM
nUtukgyNp3Fk9blLwqoX30ifJgLva2ryjyOcCPYHiFwssAeTFeIr4D7X9eO05Nnyhw3y3rsZqZZ4
cnqrQXtz19tvp7JH0wmLm1j/HsdxMuQeMqRGvLFSnaZfKNSlkpcUIAQ9NQnu4R+mrXEnPUw/0AJd
WUQz9FAS/m0IS0u/m6EQMCF5Gi1bXAobQj1XFKFV96HMaBf9OetGYflw9en84oxFluO2ZXNXvDHW
nPQuNdFYfGYTwki3qqRjX5PKVPVTY0cTOw99nKYfhKiiPHWHdKb5Jat4idmCiOk+9mBjVS99OAzp
uU06y6rdwS6U9SGqakO/pVk39me8fPXkFiDQERfPooNTSRLa+nY3JPZTw/tQfyyqIuPw2UpUPol7
Vf0+FRx4JHZ5wSVoFweTtCA2gZDsndWOHaDnPg2LJBhEbWHylRo6571l2ok+NIPhziVZxixDK8Kk
s2eWLeli3HyB9/kw6XkSXlk0fYnXxoStu8ik7R9te4zke2jt5UPqhYWTdSZQRPX8PWA40Z6SaUjh
CUcOtbUTXzCk+Fy1uXICu2oH0/poUeZjAKGGqHhC8OkMD44yRAZ52xtzShhu6EO+FDIMBF8SJLtO
TOqncEjtVYy0L+P0Mc75mIELQsa0u9pz1yufIt/NngeQr9prHy2oscooK3Pj9viF8uIUJpbPk1CK
PeU2SiK+kFZS4cei/ctxmVGL/Rg2Mi3/MjJX7efeITV5IRmiaCRwaFGSL6Zq0yZoINo8PMmRyurK
w7qDzyf9YF9j3pDpCR2kUKBwZdJx/TUt42o6qXgZig8pbjFkHZKF1OeGIal5kUPLK4RWKnGiAYgR
1fmbLC3o8jxIbHSReb012TS5itlwa/FB54uL2Aut2dFQ3aTSOpqs/F+QbWcD7Im8JlaZcHOd8CJC
vSUvMTk0R9346z8DUTa4fE1D3Kuhia7ZZNePKK/bz2lR/rMGAGg730IoNO96B3HSchVl1LpjS+oP
s6rCd//ot2+bpByxNHXByvFay5g80ChLPq0R80Gh6wcjawf133ZJmZE0Zp7j9JqVWVQlAZcLNBUJ
b8KrABcJrWsQXDR+J6mFYz/n4DHa0NT+FusUuVZSGvEc4yB1AEwRei2TxyuN0a0Wb2aGh0ih/dDn
fa7wP7QVN+GZ1qXG7La0oo6bZeC4vrG0U7QPZohJhGPdoiZmL3N2pOS6Ioh7C9wgiyBLz51JpvGq
HaQPp6HR3XRpQzJ+L+2OpH4KEZWjWvB/Occ/hk//hAROdcqsoZ3b6wDdO+shi0ttCZ/FxC59XS6A
YVwRLlz4QBMs1XsR18DPQJEjlgAkttizixdjbAMiOqs5TVnYNhedMyqe5BBaqVcV6JjrA96llu4B
CDRZ0T7HNJMIyLqu6lUHteS2rZoXEAbH/hkSARGShzZS9cPKLyst3wlTZNVBnFh9KoJsKhPHp000
j/CY8Dv0nEpDp/NgGjJ+yMsWtQ03k0MeTW6YhRDkQjaL/H0+10wQADH1YtrIs8O5Ln06QnUoyI01
tcMDV5MennMlDfTA0rEdi9j/cSV+SaP+TfwXWGXl9+5Wfv6HiPp/tOlfhm9NBwn7/3nzR9X+z6kv
/g0R+7LY/p0bQfv/PxTsV6T9vyvYn+Ii+6P498/69etf+Fu/npF/IYKGPjyANKIlXQuGf8vXUxvq
9ZSBO0AgUK/V2qrwf+r1jv0vW1Mb2kTAcPG3V8rd/4nXC/0vRwqt0YlvM0ZtsIE3WvX3tOtXzP0/
99GxkW45zJFco3uVA33b3EsGcexIF1AMkVPcY6pzpsaHTprod12yIxHatXR5a8uR0BDWhAsAeWqr
V5UIqFp0XRwHNuptf0KZtpVulkvujzlxII9lFaW3LM4Su6LI0oNC4a5xKSXGBXAi2ZZdjvpjlxQQ
9Atqjsy6sNIKo7Fr5nPEhH6Tw3SnwvxBjslRJZes79qrdSsHEAtFK43cttXBVSRocIbWVW9n+W9z
M1vnpKzG52msnMHNNTPGnXM07yAEoVdaphLAKm+PeiZ+kNZe/Q5tO0CIsAv4QfidP/lF4sjKqTNo
QHVtHH/MeBk9LIkA0gIkGUS3uvyea4pBA8ruWx/xVXri0oxPMjH6oDL/g1m4+SkOweHHTAecOrrl
TS4hQXNtWcZBN1vJm6QoJCbVRLW+Soy1ztzeivK31tiq6DQrUywe3B+9isKk3O3GyPnNAsj0UUaY
GuEnOgWg8dP1ffv3D/l5osPeJ/sxPIJwSdaLtglVJs1IO8s5CWo1xu85yobBAiE3TyLgDpoias9Z
OzePLINycFtbsV+bsj3o7dr7XqBGEAIvAAUI+Ijb76WsSERhqCD7yZvppY4r7rOlyZ7jvrWuTlaj
2CGMxsAW06RPaZSi/DLJYvjDkdlRO89rN4FSKROUS2bj5Gx75bS2e120Jg0KyJj/u4EA+WlKnA7K
Ls1R39ZthLB6pBtT254/PJWhAdyXBtSu2wFi2BZGF1lh+FXk8/y2z8iRku3O2tbdhYeWiBqdLf+4
azTraAodeNoRyKuWWX82si1PqtHF30/lf1WdXulQm2OPrBkVBIcxCbe+IXcUIkfVubNxrMYq9LuU
QeRtEcBYgGlAVlP84aT8SC7jB0f4tVFNuV7dD9n2dyTo044nqK4HEgzfE+ZEzFApgCPMM6v7iiEm
0Qmi+sUJt0B7vVoqlL8MbtSY2s7bFKKCZ4ImdePSXovfl2Fqy4PL9nr/4QWc9QkEyI5hLJtNWVrU
Im1rnY+Bw+shJIt8VKbVQ13LI3HU12dL2Wg8E4rhEaD2Vi6ghLcbmxIK2iwSMFXFsRvih30wdTb4
6O0wBwzZvaVxh3O2ToehzrYpOUfpDbO0dRKkUGo84REQ57C3oSdW2Tq477L2TAnBONaGRxZBw62z
6IEIzVZpskAN2gnQe5H5DNA4urinI4XwH9759kSB2K5Ay0JwwojcEodS3jqxHdW4oqkGNpCjlP9Q
DuMkXNAYlZeM1dy7qjfsmaBO9oQyHjmViPhjLy9n5xr3XL+t43n8nKG+BenhbkK/V96zg1fm9W3D
ZUPFUlI4FQrvdbslzkiJtkOMowkraBSMHWbpkN5kJ/g35tuys0GfQ9Hh17+DtLE5TIsVWtukoaCL
h6REqTCI27KFHF1Ch8GtZid6Thmz/vx/MrYly9SKLph+1GOsh+74Y6yGd1kElMMC6fjgkiIU3Xgu
7CXFhwIzT2Ntm+Ol5JySEP8IGBACPH6av0n4og5YOTtxwa2Zze6NooobolA8S8M6e4hq4GOGmfgC
3XsSTBxIH6gLTgesVIQCcx+nKUcCxtPowY7S+h1KFGCLA6Z5EuPsvL2/2XvOQ3KKd1BCX4ttpREH
J1bzEJVpMCCOvTAwFwLUVuRvPchin8aRhpf79vY3Q0gBCRPFgEhtzm9pV51cinUskaidPztb29/m
wUFH5DCh1OmNrR4/d0NUvC1God6pjvfTFeI2KFdBvmWp3IiG9h/jsEjblTEHCez+79vbD8zdout1
URQxyu31GtGQBTLVkAei78bf5mVE77woa+sjfGv6WMi5vN43uHOfEbo6ksKTYp7XNoRHXwBzRrSh
B4khSe7lpKPnGA1nnzqAnecuAdkNEjCFPoB81jO38XaE2Az4MMEyMXD4dp1pRAj4L10eoAqDwqo1
h0E90fIE5cnyRZBYucCWM3AbzAQSpUMOjsGOY4d5pA0/PBl6E27N03qu8zYv84CincaX2m78HCxR
L2Pz0VSjPVOU2zhxhK0Q6PrFf0oQRIlYGAh0FrQOIIoWI2Yek651XBBJuqMug72PybiD14NRrsSW
IO30oSyhhZwFGmC8qwqiTmkGTGZBtgBEO5zOfT+KX3fOAkmuw4WwQQrYGgXxZAHNJjZB1PTR+xak
Gz8el/mxT+0j4uj6WTanRhKBvdQOhy7Rttc+VcKQkRoThH3CrhPhGFab0d4XUYS5w8hs/Hjq8usS
pd/v35I9w2I1iDCHaroVoMFxHVFVYZZPpZk+ZyRqP6PIGp0ZYh637XuKAVMq/T2r2kO52x2PgMAA
QlQMiR3n2waVjPOGA+s2gcV1hOKy+b606D7tZ1O4ScnGg5BnzxysAb+AN0D4vsGrUb5FXhISCxV/
Hb0xZHY+pctSfawxsec9CUN6sLO79rRNbUyawzOwzUxqadUQlhjBu5y69qnAQ+W2HMGkGTDkwM67
g/zv9YfU+I7ox4ax9XuuP+en25g4wgxRD5lYqFzi2UN946FLMZ0JbLIeKmbN2zSyfytASDvY1h8t
2bdHF4YdQcD7p5zqV41AeVpMvYasYYuy0+DLLO9f0qmS0xlsEf2uZFNRQOMdt9pVykLVnS4Yk+L1
bQ+UuXLkdHXWeRteK+zoEcG96d0mspt/Z2XYlD7KQfqjkzC9li9rzAwLc4gvgayxzG5UF7Zwp1TY
byE51wLGJllh+bFh9lc0kSfKq6NZBaTShh8EODtpkgbXw2ZwtIJCRWKz3SirCVosYxzUnZ15WTWh
KcThlZ9NU+Jj/kHoDUs3BIVtZ/4AVUz8Nyt3rZJnJ5rVBCTLfH6MLFSwLGo1B45rBwvAb8NJFxQP
EPzm5tfReEziUUdxUC0R9cDJoSgK9raXUiIuNomkiwE4IFdlmnt0RBFx7ifLK1KpD3C012+ElgDw
ACNJpjX4Q7enMmdk5hGq6oEko+MZkAO9rlzMNR+qI5mSvU8i6Qp/YslM8G3E1eou68hATNDOA+Rp
ycyah4FVjh+DEEJAneyS30U72dqtazP8ZVkR66DkXaEjxl66J1mDwpdhJtNpcIRzSkxeHmFqr18x
ILqATx0uuUAOu+EFD0uFck1nIKWZ4LOUNUVpNYqbp0pUCmIH4B6AvHYUEewaXXcF8bgD/Gxj1LRq
sPkYmgAyqaBa9VYVXVJbx6nbLEX6eVS4kkvuHH351ynAil7/x+z65z/5I1D5xsmKMAbETsbkmimG
knJTzKf7z9fe4hgniPAI3k1kaLdWDKdlVLVwPqBUyqtYUjiWdBwCFUbCa5JCBBMa9Y8u/3pqNy4P
x5nRdSAsEL/t5adLtGRklRUmRVZ6GYBGj5k+86Wwlvd6iJE0rgF+Cja8n5YrHRZZ8eX+yn/g369/
BPB45qAmwOzNHdcVqLPh+iPKOGcvnE/oIjBZ8ywzaA7i0w6fnGaMHgQ8zbWLTX4tM1E+jWlhPUiI
a7wRaJk4krF7HfxqPD02B+JCQS3evrFEIsdsHKBFCMerANzu4hGFwvEUg/PsVknVPXVJnp+7eFRB
D0D2IMf40ca93RPOgOMyjqfwlYxWTyYzWCHst7JuTwMya8hUavEEEuroLRbFpMwZbEDPkCz5swWT
6U2xtE7jL2HEgSxU7OBR3nN/HE8jfhBIlcDSb48n0V091A30hDsTzxcy9ONpMuqjMuLItezuvJYo
zgCTBIN/cxqQ50Exz55wEdJUXOaG8y+KRNUJjxjEmzorDT27H9kFvJzoORwm+uX+cdwJP1AW0opQ
zEsldDs+hzDoL0KwGq6NA/Kb6/Ab5vP0HyaoTKO5JUquVMYoVjaN+eO+4b0tFtRGsQTdbwSJz+0W
12EJRB/F0qBTC4IBExWnfijesbAvgvuW9paIApyC/0ZpTm3HD8kSNSpFYKmvCjuI7QKDx1rR+C01
zBUx6DezHkqwnor8AOjY+7hivVcA1AnBy367RmtpSTysa1xiOj+Qseu8duDgXJWo/7tFWNuJKztC
3kIpmJ3tPMmOWkf3dllid5m0hQAWvdll3WelRCaEKYsYeuNH1my/yDH+zufpKI7d8+h4NbhCTonl
bokZkeWEyiARAGUG/RGZGrifkE664J+njzwSvV/b9EhEajdgksD1/7aKwuvtDocElMAmquKg5QLD
ElWz+N2c1CfFptHV+YzyfTlj3D035pKw1PacUYcPOpJHaOnuRq+RPLBZpsQ2RIgdVaSOTjH9MAEP
uM9L5pdlE10wpI8fOKd1TVtnKX8ytXmhiyKb8qHP48BS+eAq2QhvYER7XV50pxb1vwPvvPtlkWNp
DVgMJe7NGYJadtQ5aIoIwsZ+glBj9lCFlGHUSd15cWqHboth4Aeg7t52wtLqE5FnAmm9/a68bdsx
pFjjws3sJY0Ve4aB4g/sYDyICtbt2m4nHD28PAPlXG1FP1NQ1zUCORQpAf2dqEGVdK5wY+47oR/1
pVdm1ApTo/cfwOLqK36Kq9IuhTAZRqgGTh43DzOFwAOK5yjmWehku2TKPA120nwBub167/CSnHRd
dd+7eunPFB1CF4Slo88GNH+nFkGtjIaxz1k+Bg4V1cGjsPfFUZMEWcChYChvlUqdBWz1LsOQxkXZ
sWfVhfCrRrCgwQA3b6jQacRzyX472KGd6AzsBCrRkEwIrtEm55gnpyzSBucsp7p4orT/BLL38nEO
rcWDoI/2SF9nl4ZE4N8v3XWQ9KipcGfdKJuDt8AZWBcoyt5+I6vtMtMVDHr8cQHPYU+LD55wfNHM
4uhMc+KzvZTTwWbv+TCARxTIH/gSkmzVx1pWgr3cIP/pBdTB7NAgzcMUCccDLNz5UzakpwVtcW9I
1w3PFkj6s7vUcXKClAe4qfc/ws69w28R0NPmDK5sm4v1HMT63HATFNLYJ05KcGMHw3zG5uGgarbz
OKJUxiUAOgQ+dFtrMCZDI9OcmoB0KeEPRRnPn7C9Grgryj3nwkTpNwsMvIcqKmLLHYumud5f7N7n
BjSJD4egk/OtQikae0w39ZgNhQoYfwRJnF3B9I+vmSHfoXHLMNVk6E/3be44b6B1WDagB0pfsUTI
hIQdLSAoHJE4PbPEDFcLxN6rY8vs0ldp9PG+vZ3gRyMCsSFqh7dZbVEeB01eVYEZwoh75iYwJVoB
EHFYXuS3f/UVn57SBQ3S923uHCI8FbhAgOskiB/rvv/k6rQA/XsqUN5BODB7NR/FOWN2fGKTSN/d
N/VqO5FC2Xj8UWgXDkizG1M1Sn4LcIU0SCzerzlje7ahy38puGX5VmjXB0t7fVlxVPEwEYSsGgOL
tsEkwWDCvM5Sy49432Ji1CiC0EK/CWj9af1bnJL52tmODlq7KC5lhSa6KEFzYZ3n2cH92Vk66ukU
qlQoV6H2uXFWaDSpB8xytny0yVYet9siqLPTSAJVNvnp/ja/eiPXVVMB5Ze1TEW3OgxJDa9lbNjK
7RATFojMV4XKqkJHyT8xBObJaoipLQAGmZlGoNfM8hXczjVEFwzaush8hLO9uhXItHBAcTQ1OCEA
P29PaGmTrkdHVQi2bFOdRaMqvxmb+A0oedG3ukUJOYH04ONkT9MXENa6Fx5N/EtuV5AGbwd6cgrM
ZKtMbC51rYovdeE0T2lpld+GoekPjvgrL7X+VoRBqMWjLkW3Xkob9DSGVWz5YTwVDxSTN/9cBrv/
glYLs3iVaJovnKIN4v6HeHWHV6vMRgkU7hl5Gr3dIbDEh7FQqJzYXTdfB4zT+dBaEHNudHL0AO4c
LjAcEYKht1mh0Lge9J/cxbRoKKtway3pzuahz5LJA9z/a6rrIBxhQSir/SgqOmu6cGtlCSHHVjBA
1yqk5VUvdf/YV9URL2BnLah2oRJEGQI9ulV5SkiInrNuDv0JkumPdV1olw7iCEPas/IDOANwYOOp
3qwl1mDuKAddidp06lLUVnJSQ9Ec5Bk7RwDZHFJ0DYAAy9lYwZDXHjBatxbP4vxq0O18GoTK/Kbq
jwZ2vzIFRB6cybXcIsCm2MrhyMpRGLyuwdWepwYMABZ/SqOlABKYm7/uH+xXVx+KaYAd4TeRW6B2
t1nVyCsbokcjTDUJeWgID4MmFREicCIxMryNXuZQfMihTuffN7yzRiEUMhqgDbjPWzF3UKbBPkvA
XBhTFb9kRWh8XvUqSBaqDgKbHVMSEZUA5ICbhUD+9qxXxjbKtBgpLOwJRJ1uKCtUJGfnsddJOgf3
17WzoSg0ogIJ3qAS8Bq3xtC+UhsRjdpX6BxtUCuwoscIw1kj12pb548CfVyfx55pt+eZOVIk21sp
kCt77RxHCWsbRKYhK9C6m4Z+06mvcQjcNDf5jDsOksyvL1MKgNVwVUS+ChYXhj4mOCgwUSf0trpt
N80+cMLoPe8Xo6C6S9TjGFXRV2015Yf7tl/ddwlmAPBOEMwYQXay7sJPHpJB58TMnaP9vHGcYM5m
7qMvqPvVRx5WwF/TMIWgAvyfWyshCK8MzZHab0dNrpO9DA+9JY+0VV6FLWuBC3RXBjCBQ69pY6W3
49lhIVO+ZTntYzYSVAUHawD7NaPvRkyzOTieOyfEQYBvSwKUCKr3m9dFgNXQlA1Vfh5XaISP2iRA
xd666LISH+9/pr2lgeAPYh4q1a/JeZKhYRxpq/KneFredGWSXxIUjDO3pIjPUWGN2dEssNcUZmyn
RlSAz4bXE/9++9H6AlDcykv0nQ7Ij9vEo8AYIJR9UzcncsSg62xe/LlmmOaOGezms5YlC2Rrx7/f
X/zePmscGhuXg6G4uvE5g9WwFitWeMWj4quN93zwjRnm86wwMOuXbYF5sO40sGsKm7eLFiUP56kw
2u+KnLtFuuDrFnmIomBOT/dN7Xi3H/RCRH6grtKtKHsTOSF08kLlN+2Qn6KE9C4cNik9ZRcpZvY1
w0f0Zr9rdX4kG7uzobCMJ4rixq+O9XaRVgzRRXQyaJ83Y/iy5Ll0jUVbr3Bmfr6/yL1TpGxE2/h0
SIfVdpVpAnFyaqTydQ4mZ81bcm14Pp7TkZOrVHV+mtkQnmsOxid1kvlkNCbn3f8Re+tFUrwyL+CH
Xo32Qa9khCIrUT465DBQdIHeW1YQ4oti4J/vm9r7qCDtAIVDFrfCx7dba0Y9dnOMaRiUO9bLEM/K
61HtPoUc3Xd2kghkrhCg4UmK/u77pvdWKcBvg1z3ek22nTgN7UBvQ+uxH+bVtxx9Y2fDYBmFneVA
IWvXEsIccJJBdgDAebvImusaWqydQpQB+aNForA5pOWfchz1wZd77ffAOiArVgsHC9rkJgKAx6kn
FOaUn+SgLWIMVuELaCu5CsWHp24esgN7r1cGexziVXA1iG62XLlelulcNZbjd2P7rQlVdkE79stU
8+ngXuwZAmwCKj/KbWhg2ThXTM91RFdhbBAB/+ZiG3jSAswQv3aOno5dS0i0flx2G2WE249VzBoF
i4xIPBKEujiL4mLqfPKAeln/YFF4pZDQQ95D622tNyFVMpOskX40ZMjs0CkAUiV67eNO996vHnaU
FZEN4aTjBQZEc7sqdH2tqGclfRYmkZ+2EPOfLKsFeYLK4JdNoXMBqRdF5IuC2+b5qawaoDIksH1I
aDSQfO5DcqloUb70sxj/vG9r57yvkBoYBOuyQIS7XVZvh6JFN5L0q8H5DMLu9DIY0vuLNRQooDNx
uW/udfQHTioYhljXWirdTlTL0M1eF2SUvnbaMEjsQQeJk8W/CifB8eNT/c0Hw83aLEojX4WO2yAB
M6BAmrfhynFp2muYdOUFJERUKu4v6xWusTG4OfKcFy2+I84hSecITdCWCgBmQEGhW/gzRrGhpqeL
6mAv1xt7U4WBUVAuMEgF3w83ehM5LBPUehqNveyLXL7RerICKEllFzVF8SkDVAops8m5ot+JXzGy
avx4f817JwedoAA5EErYdMttRs7XQxyOS9+altCDnFfmlbzLMb3RHiCFpMiv0rjW5So0BQElQMor
N55Z16NTNssiIZjgmCdpqtJxMSyZPMoGHaMHH3R3cRp/T6IJA/1jmxPUUFapucfiGKTRPN4l5NLF
PL9YIQR8SKjVgXfZO0C4GA7KZBJr3ArgF04/5tFSS3+04w59ToyuUQMENDLVvMcrnrzN0P7+62/P
2uizvj54fICI3t59S6HJyh5wTaSdcPQIgjrYzePoDXRgp/uHZd2v7VkF3Qx8RRQlATZvzipX8M00
xvoqTOw5DdKpwbXk1lXbZXSQ3O5dC+BWDo4JAk1wpm9XxSGFFrIazw/tTPdSjb1uvEjK7sUUvHgm
JheXfAq78wRePpKogllf7q91z8fhxGCwFxh2CpHE7Q8Ik8xCqzzOTteb+kRFXwZpbTe/3beyd2IE
LsJKrkSushW8tuo2EkszCB8iISIY8sy4qhY9Stkl0jPoufltXDgH7+3rYHMlUqLgi+oLIs4tMYLX
qkFHgYQ0QTXlZ55QkOFHTAxcEpRhurkafZMOAyaQQff5/nL3LuSaPjig84H6uC3jzjkexAbKAb5Q
Uf6Soj2ZuwN0mVbhpnzoXAkc8dcGAK9eFVVMkKZR/+FAErbDRkocpbyFLJUPWpM5zbS0PGjG2L9K
D9hY2bga/AozmWQRiMSmOpitdnC7QS8eGKRHk8L3biGwd3ADEF1QlOxuT+aKSKglJgJAOAPhzA4X
LwLwHxSViIP732vvFqJfGpkm3JkiW7oQKdsKtSKKYrs11ok3TSlVrhGh+pyyuEiuSRrRc94TnXkz
8O7YhXxFl/v3f8TeTURZCw38q/IAQoLb9TpOSCEkAnxUtkOB8nerfauLjoSZd5eKkBClUNCwEYre
WmlyjOvWtkG4FupodkHtl58MVFG+J+hv1K5VlerLVNQY/JcsYfsw6Qqh3P2F7jkDhAGrSABa9vW2
+Rv6JFmVYninD4nxwi8gQnuSzjA2Pphc1bmlJP4OpUl2NFFy71KC8/O3RALozpv9ZYkoO6MAdU/T
YnsVZFH+wqji0HcGNp0qGh4OHdszCNIbWMs2HkrQOW63uiZTC72RHs8yxm9egPKx8xx3oFS0YDXm
9oD2xfsbu3eCVtIyOtUEvM4PsOEntNKyhrBvYij+I6lNvJmb8nnUU/j1vpW9e6lWFwPcAm1pWyFo
QFncmRleR1AmmZdxo4IBmr/o7E71h/um9nYQLXAalHi0JSFMvt1BRlcBthEeXEYhmnwFRApkZSWu
ggqc30z5YXlyDcu2L//PBtc//2kHSxqRGR1uwocm4vBIVK191vPck5g340FwWHtcj+nJJq16U1fp
VzU2MpA6NJ7s+qOx9zvg0Io5A2MHKwZo41a1SDZWU2iJ1Gqpi/prDA5ug/kl8FEeJIbzb11hW+gr
r+YC84wh8GOdWALezod56dpfpqegYAN6DgL3Ncwk28GpZct6ojDEzZ/RMxlM3fA+7xr5hPEnzoEv
3jnEN5a2tybhkLttYIlY5FPVpMV5Wqyjgcc7ZxhGEJCslV0saPO2kDlcbJZNyLlQ9b5Axanz0Vo9
+q2Jj1pLdk2BNEjRsIxEeTu1bxGQMO4xHtpfiqRzMXA5f6jS+sPCpuoAd9q5LfDpKJU4azaOTOD2
8I6JLtGBj6TfwaDuUzZS52SDt3ZRquABE0lyYG/Hj4NPg7oFnBuq5NtRvehGUhUUGpEGOAjG49Zh
mJ1Z2JcoUXXkZWWa/u5As+8IyNtdJlrSFFAUdDFs4Vky6s6ZMNTYF+WinsBPmd8CgUD+mC7hM2/E
chBG7ryYKB+iFL+CNmj5Ww/sTz4hqWckGwap3ESSETBKuQSi6SHmgxtReKro8zPExdSbMeatF2nI
W9x3grvb/JP99YD9bH/ou2qBF/RHzpcLTS1IH2cUIpQN+gQY6OkQa0yO+hJ2YmeUadGogYAElYVt
mKBsA73DKXOgfdZCtxyK+l5a2uAH1DqCrlibXRlJK6/sC3pw//eWizAIUTtcDbz++uc/LRcKnw1m
YZeOj67z6IznJ3RZHzMvnsvmeUn7+tKjrc2/v8d7lxQhCTAx1DPxsTd+H4SMtFQNLmmigP0hNcj9
DoL/T3CkvyyHAk8KFGQl2QCOQMZ+u74c8v5smP+Xs/PYkVtZuvUTEaA3Uxarqp1aLXskTQi5Te9t
8un/L/sObhebKKJ1sI8mAhSVyczIMCvWorS52BGjzaPVHwRkQKdRhZf4+qq2bspLUysvJ0ZbG63c
sYMK4aUz7PjaTa6FoO5rE/w9HY7TdXuvJ+plW5/NgtDtudC58kBOFCsd5TkS5zBU/jaTbd65TegN
QbjERX1Q284ZDqkYx/vKUNzAzkQSBUg/tEclMdv/Jd6cPY7dYD8a8AB/u/7jNt4VThRCNZKYBDDK
6hq7Bk046BycICrC4YE4+PcUNc3tdSMbO86LwpP9XGOiIn/5cVu7ds04GzDS/pXcoXB8jvYdM8Pt
IwiFnXBva7svrEnP9eKqJLCue0MIT5EtWqc6eO3iaIFil+K3Hnvd3wSSVu29kmhOcQQgn32HdtCM
DnXUZAo8ybbi+g7tA+dYzAO87rVitzfXt+P1tZKMRjR7qEPz+q29iOMpKmSqnhHYqdLfTRDOHiDV
1o7oUbg7ienrz0s6wXPECBVVG4L8y71QhiWD6ji3glGx9McptZfb2lv6nS1/7RapIhMyyMReRimr
gFSxeyNelJSclLDs5M51dRvbkTcfsnwWjFHW5We0F4xAp6PwVlAQ+RIZm8y/Qcubay6StmfShU6d
FYTIbN90GhrMINvnk+jz7M3eEFM0w/D9pGmkE5d7GTZhbqR5Q7XGK/N3WZyqN0s4FIc+Ub6+9YBg
iRxCjkC50uilJYmmniFy4at5Sg/0eZCsTcgM1rNmHK6bev2u8O8THBEwEK68GgNQqwoQeB6aUEOW
6U3UJd9xZv3JmVM0HBiB9PNmV8LptTu4sGmu/GEjFJhCOmxOljIGUm/hAHi+OSRzHZ+SbCp21rh1
CV6scX08lxmZXHo12GuU6rg4enNCk8PbudWbq+KJlpV0Ms01z90C2ahRhhbA/HHKDpPXAMKpR9uv
smW+UWw3Ol//cpv2qMswK0dQy8Te5SGZJog54XYyAzj8IR4QnXtydciQmsKihGd1e4WCzUtO25Ea
DAEmWOpLe0Nf5MmIEFHgMCd3Ui2YAsNYzO+ZWY8PEmZyUBQ7P+utkb75+SBclR0uHAxBwjotsdsu
nbrUMwNLSmih/kHmqfTlTTurkKaLvdrvRoLJLCwtcd5rPAqZ0OVKm3bUGwDiVqDHSnirDG51F1po
zKTpBL2VlQ/HsItgg15i5ZdrlN9QQTF3fM3WxwWBKsddbEmhtvLbvKWi1ZyZjLt2smNjpQ7U9K5i
3XbQWtwKJUt2Tu/rN4k1a6C5HDrmbPdqzUPtTTEdaysYOm7+4jJD3tu1OLZh9fPt51YOG1P/kaRG
6/yoyRN7aGqqF7CTwfY7JijrOLCFDfac31eaHu2cntcQedbDswSXkXTdsGhcfk5Db+cJ9SrptyXY
KhrVE+CVlLLpoPu6l9S3uYIIgyYm8z2sad258GL1YNiZt/NR5QNxWUbhh1DxkiUileFi6adeBCY6
SM+ebqJFOO2E5J8Rf/QqsUlnig/gWTW/axf1qVEH65YhHGVPfXj7YMuKLhIfMiRdnao8G/Is0gc+
ctt7FI9bRH0my8hvez0pfhuDovyxBAQOOXpvTzDAD+d5UpCXuH4ANo8aMAY54QaVw3rE10avWMo+
UXH0suGmqLL4e5gPnxBQ0U7/YEkWGSBkcxlKWH15hl2pCYTEJUXvGh9DMXgPg6l0twtljp1vu7Uo
MAzyqlJppC1++W0bOgACuVV8hjDFTQJPAbIyaXsSSb73ZG+akm4Y6Ccx+3pgP6oVs5sS3BPaEZxi
Rra/Lai5BKE9Jr+vb6A8kesTK5EmBCEgXCANvlxVnvdMsFqaGUSe1/5EipWHxoz3Bjo3nB2sPWBY
QXpCIriGP7WL1msDzfcgneL2aA+t892doblXbP0j/Texs6iN/YNtSuJzmSujWLv6VHo+zXBum2aQ
i5q5rsx2mO4I3Z9KNUx7La9NW0x1ANPF5Cu+KeZGJ7MoE44Fgx1HrdKdu94yfxkodXy5/qk2nmce
ZjI50nQJQVx9qr4sYWlDjy3Ih9owT4NlRB9sLcoWPx+W1oDt2E1gMPGUOyZ0p53Tv+VZTEDXsiDL
Z6Rte3lQOivT604QHEyqk56m1GzfdUnPix159ScHyvpT76Rd6kf4pTsg2PXRq6BQu74FW5stLwWn
CFomeqqXP2KuQuG2M2Fzr5gI+DQoydyhCFU0gYH6w45v2Tq0kr71/9X4qJZeGnMcdF9QuCbnyTzi
LQQMKn+ypv7UDshsBNbSKOLtjpMc6/+blEfgxfsxxwJFQtFZgWeO/W2nFfOx12L3fagle+Pjm6eJ
QT3Ydx2S1DUA05grNUa0Dx9dlVCzknc155nBo6OVuY7iU+7OvoSz035VbKQar3/GLdvQI7iyNyRf
7tUyaW5MVYPDCCoUzB48DxqWSNeKg2e3xpEK53QcouJnEtX5zifdOj8cHp4meqvU2OT7/XJ/l34Z
qdKaQdk66hmJuRwxI0TrqlnsiZFumWI+nFmv58lie+WDSoSyssWmKG1X/Z/Syaynws67M+Ms1s6i
ts6pqVFiJ2b3oKFdJVuI2qYQ7FV2UOBcg7EbzadxbhlGFKqk8nF+Xf94W9EWLLc09xnXpme7rvXM
YG7SXKJgKHHFP3Pc3m2MRs79HOrlL4+S7WfBsF2gVEyQJcpkfShENMNuk3Q7/dSNOhBDtLhDWfiX
i1+5gwQdzcFuCTRd0gZfaRXxUFcg05dW+17XS02B3k7uG7ONbssQ9KanFiqHzEYrEznswI7y4aBZ
xh4IUTqG1ZuKi2TQgNEiUHTr8bKwsqwhnHi+M4WGJ8AQJ1BVmD+6iJhhnBk5g+Fyj9V74yG/MLry
VnVejfAOYpQJnPGABlZ3DoGY7zwDW2dN4nUMDUgLQCH5K15cIERbwmSaEjtAwuvrgCbZeekBB1hq
+qCFavnh+lHbCKdlrUnWwzFInefSmkDalcE3QEJqWGm+mkS63xb29JhoY3ETqfV8jNJJ9Y2YIuAU
FsnTdfNbV9iyOADghBjjWKN+LS8dHTAzdoCcWRyEXdL5Q6tHBzQDy/O/mAL/ADacuGWdOCxQiHWm
ROPWVTzfwM9eHkn9m/ephhDsdVObn5CBEUpP3vO05eWmWiGavFCa0saeEto6ZaS/b4ZJC+ABhJeq
rvbwOZu7+MLe6mDCDll3E6T3gVcr+WlhsORALrccPcXda95sLo2mueRzou+4zn5cVyRzR2UviODy
uKdgkc9+2qBmjYhxM76zTMQwr2/m1uKoqjFfhxtiGkb+/Yv7YBdU7uKewj8j2s6hQHvWb0J78b00
fPNENOwIL03Jxb8w1XReMrAkQA7LZPuJNgyoAJfjTjl568pRaaLxTjmZ8sjqgnfdqLXIADoSUtlB
Z47IsZ+FmneX65F6tmICwLz2wntE5eufujd3y87x3PwBePVnWBdEp6vXrAtD0cWwuQfwgbgTSkJg
LYxx9P4Wlakc05L7bhujclIUFO41N3nzfL/cZvklVZ5SmHVWb0plQrtMgCc93FDCHFmayyFyCh0O
pdg1Ps1LkoY7h2hzyXKuiC2HmWKNhWQqNC+tEJN6JxUcQ5RPF+g7gxjRths7SQqIIJXowak1+91i
zXu9m61ojL4BhW9aWJSHVgeLzqBWDhY+XfPiIvXVqfw+qKnySbPC/qRPfOFsrPtDW3TdjtfbTCro
dRK7oM0AXHjlG2anG5BSAinkacPyO12y/hSKvLqBwbcImDxs/kZO1Z9kvQMkKgMe1Fbqvd7G1stJ
uYr6o/zw9ppM31A6xt0FfWYqWu+bPIR9E71sZNmuu4ot50T3E15ZSVDB5Ojl/c1TeD9SFfS5pXb/
mXmnnWJECf05N/sj5Qpl51Btrur5NQEXSedmfY7L3E3CHlhkZ7bpYZnpQ9mL2Ku/bB1dGQZQeWNm
m4jwclEI/XnZPJD9Itk4GwelbwVq4K4xHiF3LT4Bw1DHA5cdSlfSZC0KBgdlv+P1nd08RpRmYG2C
BYTazGqt8A6jpqJRdgu1Jfqm8tr44zSVd0rl5EEVzQ76JUN9Ut3K8M2C82XUQ7gDfN/6vC9/w9px
qmmTZB2ozUTQc1aWuH3QukK/yVCx9VW3cG+uL3rr++KlHObX5Pzjeg7ZHmbTdiLqx2ZVTTeV1es3
HtIHn65bkRdwHcpSboAumJka7KwuqFYmhWvFRPMOlC63ajfkn8O+MQvfLfIROKjS1QEvSb93WbbO
lWvKEj3DNVAVrXZzSPqsdSJ2s4myjlfA8vS7Opny+ODGBvJOvZZU8NnZfYo0rtq0KNjQAdpxT1uP
OyI9WKdLIDVcLg+32U5jrnQt1QZrck910YkbNJLTO6AS004qs7nPjGiwWggwgJpdmsomYZcLfZ1g
sVREJbWs9w6OIsqgB9h5TGCBDTIBEP4fvu5z11in9/LqDDUldESF7Opmdl7dVnb2uWLi7GwNeY/0
fFvflxEX97rNrXtCXY7asISD4A0vV+olS4cgFh7DNkR5zlOn+KKNSX/jZdP4O2manRh+65rIMJeq
vKFRnVt/Q50pt4jDG+RtWp0qOHPeTVoV7VzGrSdU5nHgpCSX7XpRY96aA/zF8B1WuvGfVXblFLQw
3oN7Lc2AscLkrodYDShRPu0wPm4dUnwvcHv+DxBg9XqbQ6THFnNvwTzE420X5zrazY59F7XRHtXI
timGGYiLINBa6415WgOmD66wAKK44iic/mc3h+MREoR+5/HasESWiT4VggE8zWu3004z4lUZAFBn
SMwDvDDh3Ti5Vu6b9mC8/ZZD9k5znEFgSoprV9NF2jgjPsIgiIiSoDc1BU5YV7yLM3LON599TIF/
4ojQhluP4tpmGvZGSuUkqgblb4rEhA+/bvxjaBsHlG2xB17dehhph0lHCscugdbqeXYQsE1UG7ei
VW6pvJ8KRf3cEHZ8y+LCfI7h7ds0qXP3NLutyeTi4uQ+euHi2/WFb9zCZw0miuQgSEjOLi+9m0dG
XRc8IwxrpV9Gb1iOHaOaf69b2To11PwZ8aTmQrdhFQa0C4ktLIdWIArhPTCd4f3I0/R3rRTTzn3f
ssTUEBUJsmhc2Wpf88rrEDiczcD14vbGcBv7qYzahKdol75t0xQPg0tjkf7WusYlGPoisqJW6oz1
coy8ML7NBqa5BydKdkKYja8kOxgeLPVcBuBcl1/Jtls030c0jEYjmU9xkjvnBKX7nbu98bQTovEC
0NuSLD+rBM8kOhwy+eiQPPfHibmLo5gEec+coYIyTsXvStHm42iJhR5HuAdD3FokDSjeAuj4WeTq
0zUIhM8jBNdBv0TDPZCOBmyyVnx+81G0oRyR/S5kurQ1aKlhqC1PYqAiualOR6u0xiNkWlFgTNnO
VMLmejSTWV2PSIXE9fKjEc1OSbQAneic3DsRqOgPaLvviedtnEIJfpcEeyAcSRUvrWRej8hbQ+Ml
QtztpCTjQhlgVN+NTvrz7TvHbAx+nxcbev7Vekq1rfq8oMtVdqb5qJZCv5lFnBwym1bodVNbJxEC
P5gK4GYnFFmZKsqSpk9HybTUcg2NbtSytVCJb5TY+Wag/W766LqoN+0wJ+fR6oh3r9vf2lTYBGHX
wTvLHvblphJ5MZZVEsIzGayeURn6UpkVNc7YWMTX66a2Tgk2UH1llogy46qSqoZlVhSQCARm03aS
7l5ANtF4+p4M89aWvrSjXy4pg6y3SRaLyy264bvTG8ntItwmyJ00PzXO0p/HoraOsVKF/jx1exIj
mzsqEyIAzRSo176lT2t76jtegGUq8wcdJY1PDmrTyDJr/3DBke+UkSXzKa/Y6uZlob2SMDnnDVl2
g/qu9zHuyOQhybV3jom8W6scjPVAHEJ4KcGC8tu+KPzN3ox2ZEdTEA6K/I83mOqd1avZzwjkwx3k
ZsWjNRvj2184jIKBhCAFZN26U9aBp8hT6DMDkWaGH/d0T8YyJEwHkhBcP5vS467XJwHvVF8geuSI
rtZnaHW7GLB3N72c9c3CoT8n8JXfx4YTntreqp/grFf+89Rsr/SzkYzYPHZ0kIBhMY28Mt3qej0q
cUwTNNMZdIS5HLKbJfPzEMoiCDXbnVhza6lEfhQ85KAao8eXS1USuxcI9nINM926RbLe8fU5bIPS
iDrZhNT9qi/bYxL3w/H6Jm85AKgjaJdImjb4di8tj4wvNAtXL8Bec/DmOS581SubHe+9ZYbwVtbz
KMq9YvRqCjNNilo26LPC/Fmh8HCuYdPcCVS2bgQRhORgpY3Bii4XU6ltTqQEvXwDmKoqMutcd4Vy
biZSnqnnAo6Zt6v6zr+5PqVcPpVzCn3PK4mvvjY63UxYGe3DPJj0tj+Oi/fn+lfaWhiPEXRvULpT
s1t/pUqJPVpO8MzoKr2Zaup96Dm7A7TFnZ/kRe0PVTLs+JeNbyYfP4kPZhb/FWEvRNdqpQqFaQlr
GEbfSdX6voVQbAfHvW1GApBJAMAgrtaWxJHSKDmFfVfrlL+1sPIvWu3std03rdBeBimOOwHccHk0
4sKge5EZZI61rdzYkSJSvxkGc+cEbrxz8HZL1UBKb+DOVosxi7FS04F+neWk5mOpKb9CuHvf1aFx
lwPdet+34w919vJ7fXT3qjYbjxyUjjSdJE09TISrJWo16IkijCQBW+Tdl10Dl6yZ2bPfarO5R7Gx
aQz6XTkGxhu0bsE2sFO3ZiL7QeRUT2rYO0fdKugrq0Ndzcfrx3/TGLvJ12Oalwjw8uMxGBwJUJlO
UDX1X5xj8wnZU7QNluQfsgCHoJn1ENCCKFpZMjulhDchpOdRNO0p7JVp8cVSi73m52vtHZYh605y
mBfHsR7PyCeVil7Dx1JbCCtroccPY112RzgJx5tWlJEapCXEjo2doPU4j5H+NELIf0qo30eHdsob
ZidtWLuD61u9eYBBH1NbQWyGKsPlVmsw/CvLwFSQztP6A0WL4a7sp3rwm3kIT+yH60FWAzud3xhq
lhzsrKibnfh763NTeASOI4u8TMRf/oYqbZiIp84bUFoz3hmTNTykrT2f2knfjbU3PCvIfUhUAHBS
KlvH2lpihYNBeYNabuzeVn2lnIU1tAebI/c/+APngx4l3T+cZx4iiVYjkn9FxKGmducoBejDrLPF
V31CPdfT8uFHQUKz48S39pIqNUU5F/U4MFWXe9kCi87hjcYp6LBx+6EeOv9RDQnN8+RFxh5cYcvL
ws/L/KuU8AG1cGltRCIjjSJOTwycO3vK3RqearNxxD8MdpBwwtYA0ogDsvYIQzsuChmUE1i1Or5j
0ulvpMRi52WSv3b1tKOzxmQTbISyKr1aTdTbXhuG+DiV8vA91PXaU8j04CFO9AG98jnZy5K2PpZJ
qVGWHyjdrJmvkI6OPNCFdlB6rX0yCvB2adYPp6EMs3+4Y3SW+epw7Mj6wOWXooc9aihnMPCtIHvW
9UZ2047NeKzceA/2tOVSXppaXWejNaF+ajxo3gwmGnqb7oU99997VD0hdJ49f1q0BdbVtveL1Kl3
OihbRxJUH+xoAAdxuKtkuupTS7foiQVmZ1ofMmZUTsVU9G9PiyRfEaEShUw+oXQzL3OxnBx6SgFh
ZCJqb0QoUHsHy/gAm/h0uu6hX6uhY4MZZDl295zSrj5dGlWA65vIDjq1EtFBbyDlnEy45mBl6Cft
ALVWP93q6thCX+KKiLC3iXDY8NQ09qO9REinoK1RNb4tbO07swDzWS+b6c/Um0q182u3tp+ZeBAE
jEaRUq0+fsccVK4ZsjdgFvUXUYEOAR78D3AbFDyoqwGSkgmjcbn9UVyHbqYxeT+0Wnh0zO5npTbK
TaQt/+JP5VQlkSTYJSrol5YI0Wdr0gFVQkqMloVdtBAk5KqGYmpm694Oo8CWQ2DWnrIk3FukaSvv
7TpR5c0F2ABUuYvvZDbaTZqr+ueidNMdgM/WQyg5UiglQGAA++rlwlQmMuK+kPgahlGPOilw4CIz
8LF27nvab0DyY+XL9ZMs/8m1f5WUUAiCcHXAJFya1EQZm0zicDXbPn6Yrdrx8bR16TdepwY1rD/n
fzBIcEIe9YwqWW1niNKCW1SzJJwsjIOZDMuvxmEyaOwM1DEqY6+FtLmnz2TInAtp93KB7dgqnlDp
wUUoKj7mRm990ZRiOI2LkUOT0iTqoQ8RA9t58zfv3AuzKwdhMRrbI9nEMidVP7RJXtMqq/emAje/
HqEeR0W2PNZdgcKwFT2WNBAleQcJqKUJCmoxgBVGYpLxQKoIG/r1D7h1HySBtvacwuFPLjc0a7Nu
BBhEUxOGtsdOFMYxmkznXea6yc4DubWJYEgZJyBuonu7MhWp6IvM9KYCa0iy2C9U8F8+TAu7advW
IaHMheYS4SxDRCtDohkU+gyMyHdjBRNiZffLKdSmpj7OeknnI/fcozc0/bfrW7n1KjtgZ4lwwFiR
sF5u5QAMKMpItYKYEZhz6vb9z6VNgW7EiXFvGYp9slP03GCYbxmcNb0dd/NaaBPTDmGVpC6lfPIq
Ia9ybVpA7dCCbCKIyketerLiBR1CxN+1FhjAYH8GXqQsvjlMADYj2pi3TBBGX+vBNSEacZtqr5O9
9S14W3FJMu5DaO5yU6DT5gPnMgCrcuMBLHh0IovOAq9Xy9RfnEYLjESpdvZi0yogD/6HFwSgemmV
Uf1xGnrizNRQZZGxMv6m2ZzeK2O3PFawb/vMaO7xj27B9fG7CBVyyOV05OoA0KBCWAoOviAGKHaC
1q07dGUbP8Ef4xxicMffPaB9DyXPHcoQqk20ECb/cztF/Qd3JUeXOA1Atcx1iKA7sT2qPXWmcozD
M+kDlHaqsZdUbt1noLiM1jLiQXK73uQ5B/Y7kNnb05LeGogHPtippew4KOla10+apMThDHEcQX5c
fso5VQwDwQlS1ynvKMTY9jmds/k8pfpy2w9O5Vdhrh3ttN4DJW1eKBJmbhW1XIolq9fUGTToauvM
DaZYqJ+Q9ko/NkjXnoo4HSZYMMZyOGeZodf+aLnTA3KrGcxv8oMXs/VkNlq6B9ndOtdkT2TWRC6U
9lYhRRU2cEN0jhOAGBW/jFnVE/BhLpoteg3/7R1wiPlmbrU9gqKtl4mskEIpNW36/qtbjHKxZkQL
6gdKWAzpo1J3eRCXuvI+MrNm/K7GkfkvS5U5hq5Sz5FikZffncAqsbqJpU5h6Fnv9N5xPuioFaof
9LnRnzLRt8fOaoyd5GZjpcwF4KuA6cq5XnnoX6QdZt2KlFE0mNUdLX2f69xcDX7+P12r/G+xxnLH
3BZuBLkDslMkMzRJHXxpT2RV1lCPcsHfGPZTLlrkhRhI/WHM8QDKs6q0INIS/RHekeqhiHi54PbZ
4yrbWjTlmucpBc758/TPi0WLvEV9IDdd2Z4Na18ZIT/wvWbMfyR568q4yl3+XH8sNxcuszuCY8kk
tr5cbSGgbWl7J5i7Ov7aNaN+dqYsemJ0x/6TZEPhC7uvKz+xlF+GMPoAAn99x09u+BaqAkB2YPsF
Fb7ugHd2KmBWEVRBnXI5Q60DQwHDbDfh4hS+bTO3x0y7U5yytkh33NpG3EUGR59fMkAw9bs63kNh
2QCsMS2KRHxs+tr9ytire6stnvvfzlbLM7tyoWggYoNoiB7OGkNTGJRBYihSgtGr00diAe9v2Eoh
BmN0kgeZDemBOWTtozNFSu0LtVT1UxLx8/xSTbvqmNBngoexK2JcXavXe99h+wdyEKgm8HCum8m2
MsTFkCUuXPKOyP2i7YsHCsrGzfWN2DJDBU0CRfgPQYPLu9ZYVaFWCUdOC+O4CkRSgalr8iX/dN3O
1nVis4GBATgg0Vw9jBAcp71nwGwGJiyLDtqQNp/VTg/9noQFcpjo43V7m+tiLAYaCLS2cZqX60In
uRSuS2CduKL8BgBB/ePYg3m4bmVzVRIaBUiZNa3Zsbu6NFXhQAVVLMv0aFYpbRAouoNGcfoPcF7s
3ZBNe5BzeLLQAZJidUMUF2xGEhLFo62zpEczp3Z8snI7jQ/xMhTRudK67u3UcHQDqVqTzjryj9VD
Z9euJbwOo66SpZ+FGUafeSs4k3ptD0el0KgfVooIrm/tlh+i6yOpZ+gKviodNnOVmwmOj6Ewu5nP
kTuL5ER1oAu01FCaU5IY8d+4TaBeL0OYEHbc4JYvovxFjQvGXnBvq522F610GoXiudlpDV0ntYy+
e2XmCd+cm70RnK3PSvkKLBAoWvQVVpej86yB0I2gqs/j7ITQZuaHtmgeyij8tZDK72ztRsSEV6HR
KwMm2lCr99U1pkmnu+syFWs8LKHR3pSD+t4SZXP2BMD2dmj2sKDbJslyIRAgC1hPuZj8k1k4okAT
28ky+iSezM/3roDdEZyk23vlryiif3D9DG1ZlYRCYCvYVm7opRPQcxf5t1ilzWRQmCiUWDkqVtTf
Rkvq/bIROjkgFLXLB7P1NV9YXb/itj4n8KDRnlBEpz55kIed5kIVPwTk+eqBoGfS/WHQqWDYif2o
6IN5auB7DLR+Wmw4nUA/2rFqfGEbu09RWonHMl/6p+tbs+UfoeWSIkjIAvLQX26NoYioq0hkgniO
lnPlleFjN8z1+bqVrVsEvbe8xy4PzDodakWoZhbNoGCKZtDNRWke1MxWA7fU9tTctkwxsUFlkT4b
BXL5VV7Ea0CMC8cUBKnZ0ufnaongdswgREWGfC/92to76vAS8ggR6itRjcImMiszl+GmNM9OzRgq
JxAh49uh9bxekoMYvwuUQP6KFwua0wwlbEPW1wrxF2RedKO3yw9qwNVOCLC1cySRhFK61BZeq+3V
qjbUeQNsTWnpoIWZMR3MEiqoLCLQf/N5QL+I5dC7I2Na97rKJUvzUWIeK8ZI7+HNz446mPQDc43/
4MAJ7Ahq2EKSljUDgqlnJlPvAOuXJAlhrx+yU0VJ/dcCzfzb3wpKai74HJoPtAdWXyoa4RmYGP0l
tnHqMwX9+Ogk8CB0qbZX693q6JP6yTEdCWKBOufyVISotWtZWjtBnqrVWdMb5ZAgM3lECGDwS6rL
hzlzmmPnjsIPRcTsXaE153iZSz9WB3HblVb+9gYmnS/UTCVfOF3g1XMi3DJv9ZLlq0PSBL09WsFU
aUTFup0crGnYi0c2/CvFFcTE+KqMU69DVp5stNMacBrxpCgASTVrOYp2Nr4KdBZvwrjVP7391HpU
FkwLrkI+8mqBQ2fAmDgSAClTPf1N0yq6nYgEjlPhNTvInufOziovoXRkynKwJnPgla1sykPQezxZ
ilaN9qHq2dpHRWu76tDQZP+QZor9X6J37RAouNPQX4in4YeB5aphujCdR19YZIkBUioMK0+dU38k
AtacY7y0hep3lrc81RNgx0O96OOXlOGI0l+inJl4Znni1s+J4ONDYSolCbbkKFHVodf9KEJM5E+l
zaqFfAHMF6eYUD5iOrcZqeQ1TfshX+rhrz63ueL3tQ0DmhCl2hzUtq/EwYib7MO0VEN9hoXPUI9p
3elKYLdF+ylNdev30lT2x5h0/mOLnOoSdBCU7XUT5O243F3Zu0OkCwkGGuDrSSlzgK7E0kZwCq5e
f+sagY5OYvXnxrLKs+dA6Vl7BLZ9Gmo8h+rn6+fo9cGV1nmdCIEkNcvqiRpQQwrrTN7dLozeofHQ
dz45qPXOtsbOPEyx7v75B4tAjNAHg/WYF/jSW2SCc6M5TDi7OORHGzjIQdhG9aQ5cX3s6t7d8YSv
Ay6qq6QnEM+yUioZl/Yqz4p1MdLe65F+g/Uk7k+G7vaHCiEB8mZNnFJmqna29fX7hVF6QzCTMwsM
XuPSqJelUWHg9QK7s/Ov/ZLoVCBH6zEEQrzzJktPvj4/UlGbciMlZCCgl6aidFAmEZJVxlzGQ5Eo
4fsoVa2dSv3WOXlpRf6KFy9/Iow5KW1q5vWiOHd5Uw4PTmbkh3hUrdQ3YEz6l89G9wlcHwM4PJuX
BkNXy5UJD0/e2vfHSl/yAwjzmfnIFuBnuai3KSKVb44FJIk9aEyJgpPdoUujDHcaFqM+dKT6uPto
m0noD+FYPE1N9vY0HWponksUTaGaexULtEsGLtPk2qtG6hxDZexPhZGLI9hTPJ2Vhqfr127rGiCb
LPlUIGDivb5cGumF5MsA7hX1CCiXo+UdCCDCL/C71+/sZbJ82y32huG3Tg1cMXRZgPxR+Fh9xGRp
jHbR2c8EKOF0nrWk/TDmrn5EDli4xxkIwU6hdnOZknuElxEeL1f+/YtzqsIC0ncu6MKmSfRbBGLH
gFnG5qEQQ35joNhxhsigOv/D3tL2eJ7hpUi6uoJm7yYwJ4GB6XK1eseY64/BI/aOFaU/KCKbDsxT
mTv3Y+1hGIyWUzKEd0yE47pXxYA2hzoBsvjlOIaRetAUtbtxnLQOqsHYA3o/N8ReuphnWwStzATg
P4ldLzc1zDpPFWOyHKesbz+ANIlvY/BLf7K+hEdejZuvYdLF36NQN/1qUPVbxHSa/lx3ovkEdW0Z
tKnl+nZU5R8oETsPXlOFB11roA+6/iHW503+UP7jGZVkPq/crlMPdDvseTlmTvzDSdv5Q8J4um+b
021hxNPff7BGG5chWQbaCLUvt6VwK2Vsu3E55lAdQyhhZYEZ9/k7e9A0XxFDtOODNz45Z0uidGGR
BbO5elRmyv0d61uosXkimAAZHFIrzQ8pAz3H60vbNMUmEkODXqKgfbm0ZYoKvaKbcFSqdng041w9
oTFTfxnnck/EY8MUR4pDTA5GL3YN/TOF6+TdgJSGUJbpS6a2f+Jad26txn7rk8LpoKoAzxP+FtTN
WnV1jFIFcEOkHvXcjgNFXWDVm4XyKyL0fUwhcDT80iy6t381ninaF89tbp6Wy600agZpyoKtdDrV
OYTQuvgh/cHbJnX3BGZeNWvkCiUS3gVbwADfeoVhzxItTcEpeHI0YnZmQfKc2jcFLYHvwsjy34sr
HChuLf2kLbWrniC6UPe4KtZOmJ8hWUblSCsIkleDDZarDW7bK+qxz6avSmQqd5YUaUynUpziZaR1
0TPgtHP3N84RMZ4stEAvyPCG/PsXnn8prFxX80g7EsJrZy2KlFNszcnHmexwx9+vQ3a5PqjlUCTh
aqB2swqGipLCtGZn2jHUGvfo8sfZ1eB0TgpdHBuoVB48F+JBlC5K/DFKFm+9nJKbghE7BMGlH1hd
TkOpZlWxSu3YohsSzEUUf4u8vA1EtCy31029dqhyMpjERIo2kNuvH/CiTVtEOrRjAVjn4BT5cId/
X+7q2qt9o+36L9ftvd5ZTYX/HwA1/kAOdFx+RNdtGb2Dh/w4MzTlt+o03nRO/9sY6uzJ0qr6Xuk8
7U6KV8KAksfBdeuvj9AzaSQRGXPslIRXb6oe5mFUmeN0hHi9vEf9/b/CaqInp8vU03VLG+vk9Ybe
iUoAclprmidhD8IVLq5obvX5WHl69hFue3EbWSVFYdF391WERqSip1VgppO3k9I/RySXLzp2yU2Q
+yS8foXaHRo7hJJjFEc702PjHKlN/Bctqvgnc/ed5Wt2FL/rSNq9AzJY+m+31rrpJBtm6SFR+/RD
TopRvG/Rtkz9WIfw9tBbCXo5cjxD3PeDWdb3MFb11HpggEpu8y4NW79pXCpCmTOE57yYynrn8712
OxTxaZ/S6aH1RVX/8vDQOm60qK/wAKFbnc3WnY9arcoNpL6QR3WCRwwr++/1T7ltlVuoS6LCV4JB
RZvDFq1iNSkG/cxY2nTuxTA/eqLs/2tn0ttiLOOf141unFSwuK5k04SjmgT+cqn/x9mX9chtc1H+
IgFaKelVS1VXL263d+eFsGOHpHaKpCjp18+RBzNwqwst9IcAyUOcsMTl8vLes0DiWDQaeULZDliS
QKTkEoPGD42p6a08SUwluk1oOSUQ9HNR4Xs+FBBwwUh07Jak7+sTHprQUfXnI+b5vrW2jYIEEyk7
hgByZTcK1Ivbruc1PogkNT6oWs6EJiJznYQ8pjR1SiLGO5S4x/LtMwnDZCCnAUBD8rhLqiwMypYB
gLjSnUG9kx2f7wIyQRrLi9jBqbtyPeOw4X7ebii0OPYOBwMCOpAlFRKQ0Q0vwJ19X9Z0PAHTLFBR
96ob2wh5OwcAjGfdWMkcYER98L1XIjoOPB64gIvj2bCPsCJmBJTD0S0jt1nzyrTmVkwV/3fU1tz3
EtIoB/fylQE3/ZFNHRfoGeDHn++fIGHMD6RcShPO/SfWVygCo692ETBZKx280A7Ge3keNxYgei5I
XNBO3DtZ1AQlKzBT3dJ6vLsgK7DfLHUtvMM4Uae+madPi4r9T69vo5f7F7nO5kMXI+1Bc28L+H9l
H6HRQcJ7TKsxKcm32g/8253uC+/G7g4EjJ9dv8GyIuegZ/YyECAMoBGDycVy4oX2fNygRk63jLgw
/UilT7Wu0cOsRXMr6sPb8crEPhtqd0TZbMKq7hEI0qRqAfeC6mPDouTRHQN7Wukw5F6w6oME5Or3
AX7jgtm8SXLtMBPgeQSQ58Fqen1YfQMsuf0VR7hKLG/Tg5Pxcii85BDfNnk18H73ybMdCIu0WsbS
IO3L8SzxH1affwiH2Dm4/a+NhET1jwP2BibbbRaITQgC2wsA4+jYoNhDp1OvkjCLheN8eH1fvkw0
NqACYg3O/CYBsbsoBpi/Q8TOxVCxby6DnXTmxGN78mbgMwbsx2zp4DsHkZkur5dj49Jt/z1PNHAc
gD4F3hn4EDDXnu9Pa9q1hze0Kt1VyIvuZvKFT3GQoZbivet93eXIkdRN1wzmCffnetIgHRYTvMKa
nM1oChxEh2tTD+C3t6W1G955F40SqCWPFLLjuDhXC3GT1v2M/gEaQ15yZHn28rwkHq5MvGgRFFBV
3G1dMhHaBivtShYFXQ5hyF+WDOltNWlV9lOwfuCLPoJxvwxD25hILLf0dUsvn0+328RUNsjtytqh
bHNV9jPiTMvDUjemEJvTnlwW/5QqfmTW+jLMQzMC2vVYbdDA0ON8PvKKwg5rO78v+4ZHSFw97zJU
yXx2DGwGV+RIT69v7Guzi9clYj1Shg0F+ny8pupor72wL6PWJqVw4zqHiJYok1WFN9VYf0Wx76gr
fe0bUXMDEXvTmETgfT5mjZwd2Z7bl7Sf/byKJQcUh+MwuciHWJ+QNwc/nJy/xtvFCRvFKu2F15dz
OIjMl0P80C+6O7vJQA5yk6ufhtIZjA9wceJp8PzTeqdWA1W2L0MZThlUNFFD6AbnsYahaZYOqf/P
68t3dTy8fiByi0QEXJrn4y29ajieKJjKuWY3Sd3/nuoeBr8jxB1HE6UHM3ntXPxpvMNfASnzPuIq
n4xBnZiuhEZY9IWhKZ6nsRBFj/JkoaQXP0RqrPO6Ctry9Q/dPmQXAD2Uf/DKQ9oHR8LdGobgBDcN
+Cwlp1w9gse93JN2qg+KTC968JBD+2sYgCaezycbhmDxlqgr0fkWUEfWUNYKR3WfUPZE4fp7y+OW
lxzg4XxkIC3xCrMdWmPv4dKm8zScwwMG37UVRgsFqR8oNtCr363wmAxQmdIxZNvXxZay0rJcFczB
XbnaU8L1Ucny6ngpUgSQiFGg2ffBlCGwCgVbpRz9pP4FU/X42+D71s2nRbV1xkU//fv60l4fEY8W
3OBbXXEXgkilNF7pWNpZqjAbUdorjaDy5IULA0Q7OaJ+X7m7IMgTbVU1SGzghft8jfUSAhhLwq70
2sQv4C+c5MmadpdhkPpgP12LrluVFJcJeikgIz0fKjH9DNGOBIuX8PQhtIstZNfHH6lq7T2kshDz
FgN82OsTemVUaFShawNh0k34aDehE2qR8TwFfQmdWXXp58m5aSfN8h4Jf2564uUVmjkHg14JDZvm
AyT+/jRw9hqJ1WBNtaaNLLUXTyhmhPSh7sJf6AOaAt4k9raOvPWDsl5zcECufC30jlBqwkWCd/xe
AlKNfFxtAMUvz1KTdxJQeigTQFvcn+pPMRm9XIT+kYPiC/ITLmiI9eC1HWzqry/muOtQUyPBkBRA
0A6kRPtihaaunKKfG/nhwnRAl7KFFdtjOwNQe7dUmn5LeyaGYiaOc3Dt7Odg+zVbYIQKEwByfrDb
0ku4WNnWfrKZNy6XShlTrqOsykiPCt0m6H/Svn0rVg6D4vULq1HUa9Aw36tsQEfViXjd0CLmvPuC
2e6+LuMhX3oL7H8H/j+jAJ4DPCuKpy8gbB4FXiieWgqdmDa4D7Sa/4GofVCEA1vB/ZmakwqGKNNC
9HfdlBzEpn2s2EaHiPxWHQ43ev428X+9RwNjIhiuh2nBzLDe8y64DZg73Q4WZerXD+21kZAMoWSD
Nv3GEXk+0jz2gYV2Q1IMePDYLOpQiMpAUZTf3W7tDsAOVwcDUmUjFf9h/+wGk2lk19UH7jtaa5WH
lIy5RTsQNTB/XT69/mXbDbVfwY2W+v8G213dbZBOXaiBt55pHf9TK+7f6GUh5/9hFMABQWLaSmD7
ZkJHlsCj04ZHBdnk5AsV3fBExx9eH+XqxKEPhf4trgjs/+cTF9sBxqWo8xVQA2yfqGWfgRYzpwVW
twff86LKtW29TUMSyBe8PV80oSAIEfvVEIDUCQwnyqBB848MuzTH/WHuhpF7uaTQm4Z4qzoH45S8
R470Vmz3n9/wB+gA5A8qpbt01g6yFYkCeh2yiuJ29msvcz1JLpCEXgqPOeuto0N7cGnu8wEMisQL
JAjAuzfQw+7MaVKF3BUVghkZTNG6o7J51SGSUuqPZwev2YNFvTYgsmewZ6EEA772toH/OuSgelBR
QxypcAYKDpAE3RLTDfmClTi3XnVo5nllE2E0gIygl4ksay9bMLFmqEyYQmpXe/1NPLTTLQ8XcoqR
sB/M5dWhcEOh8IPQAifL55/W0alJO5skBfVtV3jB4GYSReiTDEF8e/PRQCl0k7reqFcAMj4fSs0E
D4BmwldV0l74wH4OgMo/eQpvoNdHunIlAAkD7RmILkFUZ5/f6MqZPHipgFk/NuRpmfzxKzrBIk95
1H3CC5bcdXRlucssRbnbsoPhr8QzWDVvWocA/AHrvIsB/sSE6DxAgORCq09Bvag7m9RHSdy1UdBd
R9kDtytKrbtROHx+4nlGPEtb8H1l6KTf/TodDi6Ca1sfIC2cN/BcUezwny/aQDoSjaAIFXq07Uc9
tvwiWAVnDXht3Hho2OVvXzrgI7fmBHjGULR4Pp6BWWe8Rmi3Nmoy52Vgzq92Ic2T63VhBSMcrs5k
SroHSoz82sWKHbmXvHjhbdFlk5Dc6J84fC8qzMKmBPXdtAAl3WUnG400p9I0P4EDcj+PfOhOlces
KvRAwhm+MEqXMA5MP4p2bCEmnYr4i0jZdLCprh3UGC9qyO1vz6AXwgEULT3drSlkUdfgBGbJkiUB
jS4SPcCDg3ptzaF7BabZppT9At0TMjepoNSQFqsEF7+ogzVsMgPYGrgrIREfEbjoAZzs6qwnm1TD
tvhQONrtM8TXIFFgIRdNz8XnSvr8BppOw6PkjJzxGOptFsz+Zj4+uCxjbtR9Fhr258DCTysquq7p
f7pRS49QM9tdsstNcMhQxwQiCLfOvqDRsLAxhsq0SEavz9AKDG5WhQH5gtrm4OleZCPcUU+vn4Ir
i42YDPOYraa5FW6en4JokDXDcygpwDBc8UoIIFceRRMMeee1eH2oK7ES9RLgOQi8VrD3t5/y191m
I2C4vRZ3mxXOWMK3GkgHogbwjGudazwPLqTpPoeybcp2hdTj66NfCWLYYuAVIobhLbpvWvVM6Yqk
PC0A4QtuRpii43lo+UFQuTadMMOE8MWmtoL3wPNvDCeyBrTGfQoq+Q/YybDPDHvwDnaj4mA2rxwd
QKw2TNwmEYsE7flIUkg2dy3mcAIfKe8lFF16iI/m8ao2T2xZ3bw+f9fGA2ccFzeemOBn7u5UV8h2
dAOVAp2iW9C2608K9vFnR/ZdPjRNe/B5L5TBsEFgm7o1/SBij1rT7vvUxGos0pgWpgP7VHAxQbE4
Vrn0/eF2Uc56w2UyZSNsGbPNLjcDVTV+aAJs29QqcmMi8gv6c34+E9TN4WH3Vn+E//sDgYlCqRrm
ePskwzewm0jTJi1GIwJsZ0aexhbhCyhBWr4+99d2FSLV/x9qNxcNbkzVdhjKNm57qby4RZ8uEO8j
aDMczPuVY4Icf8P3gqMA1crdC4kzbioLFYxChjU7h2uHLu/q9AfH5MpmwtsIwopg4kO9ai8xwQCC
1QOMNiGC6mBduzVhWcyUVw6hBZtHJ+S/12dwXxLawg3QDn9qbC6AD7vPQrN1pYRAw4nCsfazl6AE
FdPmwRnE8m1Bxe8ddAd01gGDcfClV5YO2Rkqe38wOSDbPD+mUFdr/dRG+FLoYcLYyW+zFP3zdyGT
7UH16eo3bvpDGHDz2Nsm/a/4ypcF1VKf0WKCAM1v0BKgPsYdt5MQWZbVtyVi/rt4dOhllHo8vT6/
Vz8TxrwbYQyYkj0FZLODCeJlSpHcV/4X2bEvoh/r7wHDsX37SIh6G9oCkL1478zbV3GwkJkgLmxZ
AvxEk9uqrm+TFZSf/2Gk7dmLSL7RsnZ7Bq4FM16YA4UomJBOGTADKKKZ2t7kvJ7EkS/2tVc2UA7A
HQNYCo7bHpnnRgJ2vgmnhZ16n2VpG+nvxK8MTLISN3M248CAki+rlg2MS9ow7zo1HGzXK8cfv2HD
WIC2vVXed3uIshDkqA7f7EEgCbLI8rNU41HL9kqqg3I++sEo2f3huz0fBdem05M+Rrluat2qTFre
g20G1ok0XhFCZic6OZ7y3uouiiCAUgl2KAoZyDX3CoSu39e1CF1arN4YfY9cSz5Vln168655Nsju
FKYV79bBwyBzoCgYGDhqfs/ZqZXWHgS1a6ksxtp4p5A1hwzgLrjUqkUZKzAUCt1Le1uzOR0zE+vm
s+/X6w/PIeJ2ceb6LG1QfWF+NeeA0w38ViVj32bahdnONC390SbaPnGXySJNQM0E5V9gwPddDcfy
wISrRwvDveqMwu18gq9cn1FJZdbII3GRa7tp09rC63Rrze/fK8niTRH09zGczzits1Erx2Qojq3T
hehA/4KaDKX3wEyooyzlStgDWA9pO84L6jUv2sddOKcgJThFQkMgkaAL/1FIOM5nTr2EBwnYtbG2
xjj0tTegyb7e5zhxY20AmrnTeH2uaumiCCwkQFGtuLy+h68t4N9D7aKAB8J50ivrQGmqDYpmTs0J
Up3TKXWMzjuTeAfjXf80xHJcHFuut8uavVRSK6PFgTCM7MtpjILfkG7gecVoeIC0vnpmtgo6JGdx
678AlU8xZ9rzsWRL2i8/1gBymVngjj+MhHDv7BP/4/Zih+JtwzPSsvgCIZAwky6gsAoFJJQfQ1m8
fbo3dCtKcAG4m3sP7gDS7E3suE6h4hScJtDxpkcJqYGsg+jBBVxW81aL8y0SxhuKB49NPPX30I6l
GaTjLr1TjLrWSKRj9TM001B2vn23ptFbnaL+DId2OZzEgGBFX+h5vBeGoo/gVZjzpGtvqtbAbSUB
4UVsNtKvz+W1rRQTaL2D4QIM6L7NiYy8rm2FkAgmNf3cVP03QFbSkwejzf9h0wJ1CTYEmm9It3bB
10urtRVkdop19uNvy8SfxnC0hRD+EaN3+z/t4ynwFIDAAwcEtOn2zX8ldkvM62FJsT/q2VfFUIcq
o858NHPXDj0qwOAiYeKSF+rqeGGuKPDgEIZkGc+JsvYrAIE0cxpdn1gNFvHrK3X1q1AKBucCMGE4
xjz/KseNzWI31UJT924xx5V8MksF9Pnrw7zcEHjHAD8AEBNkJ16UVdwVwn2dU7Ey4qT/uomqhfnQ
Lf1TzddBHaRPVwZD2gTmE24j/GO/J2btz/Cp7Fm5eu2aBzpNzy7s3fIp9u1Btr9ln883BdS64E0A
OMYmfL6Hhwzg4INyEeJM2SD+ubSWnbvBuiqD0aK5cCB3bzwZmShbozCdMxos9tPrM/tyAfELNrYM
SCtQ8N4rAsMQxOdWpk7hzba5m3Xr3VYdJOVfH+XlttxG2SinG+H7Bdk7mPSiqrFhQNuwFqxI0X6H
wmZTlVwOzicH7r1+8fqIVxcRiSnUgDcUyL5ORZcBpkW1ZqhCjemlWgWFQIIMS47WxpvvdHzcX0Nt
H//XyTYLs30ajgzs2bopdNTp+4FSaF4xQj+8/lVXV4tA0B2bxkcSvKshQIDfTypuWKnmBN7NnlIf
XZa2/8MHoaG0xfqtJrInMhkZph3hUD3txZieeTT8y1o2nUQMO+XXv+faKqHtgu7qlvy+wFqMNFiD
YKbQV6Up77JlMB8YSEhd5gpUcN8+FrD9G/0UtybusOfL5CWicmftOIUkroHgdjfcqEXNJQGW781d
MsiNoMnvYo3Akd8LI4ZtMPDF0XyrhLQ3KwvYzehJmDFF8xFM5tqOwIUMGO+f+sTeHsUllnm98XkJ
DqougWbwNmE3eXp97q6Ogqr2VuIHDnvPO+0TLZKYj7ykKdEwWbPyoR6T9WCUK1Fiw4yiuIzqMrBi
u4M0zSm3ox5EueJM3SeRlAVDtnqSbducAUEi79/8VWB9oIaFth+IF3tUbkWnjlBOOLZATW78rjIf
uemOItHLl83GQYLXA2hzG2prV3MNHYfJYExF2Xs0yM0YTDkBQhjk88p571dMlAKp88HFcmUqnw26
CxSsbiWbeCywI2Akvc6rvemUMhclAsmyZJj1QUp+ZYdAZhgsC1xl6EDvXS2M9ZXvM0T0Vqkgx1Km
F2gcHpkBXSmvbDJ0m6kFZNqw5XdbpOppCmOFuSpXd3WwGxOVz/FIyx6RJCeV41+mrmNnDSroLVYc
FtN+bcvXt82VoAWmN94dMVRBN+fP54Ek/b/Gcawul2jgRbP20znRDkWjsUu/vX0oPK0Rh3E3A8Gw
W8ZGoesGNkBVUrcdL8PsiGz1hjVXY5IcXNHJy1RkM7NCmROUUjQMt3//1y0G9p7f9ryBg8SULLcx
rs0nOHLUZ42b9FG6W90BbrQCOV4LlYDXP/PKbsXYwAPhL1gC7VcVErKxx6K2Lh3mkDJY5z6DwrqX
B7CnLf3BHmljXlvBv8fbZa2S0XaJQowHdrDKh4R0eeqM6hYKAUcwoiunH6WdDXkCICNSOf/5tCZw
dnGbIK1Kf+Xuj7lFX38Om+pJijDusgZlwH/wsmvPr0/o1Q/E4xAdQUSdF4xZM/Z9VCWwA5HgWd3i
zzU3wIh4t6k0/M0vqAiJebSJ+KDRjCfU8w901fYQkSnWzgpbUFaJL74zyvMIEeKDoa7NJfIeUKxR
Fwc0a4tBf23RfmybUaHRWMLzoMt8yO2fmAtvEL5M4eNq6/5MQE04SLmu7c2/B92m+q9BYx0FDswx
cC5id7glmsHPRjT9bW+MuE0mnRzkDlc/EgEUbymw5cHTfz5eyKFxU1PelKDlPbStxX1u+BmpFzlT
EJLzPk2OcohrQ+J+Qid9uzPwkns+5OQvLpGpFbC3FnCTgEa7D4vTiBYgXUc86xGCzmJM3t5mhV4x
GD/AT2zmNftTT2qXOam/4I7qlEHBCN4GThrre22iX28/DsBdbkzATbp475/sVD2giNQVJTjy0U0F
OedczIGBMZGjzv/DUIBbIn/Bi+oF7NI3dJxiqUTZjII9onEjcCOm9m6dvSNe9csrF29HIEmRj22w
JbJbNlMlaIevcVUCg9a9B9q1vw+1PDK9fbn/MWsBSnrAz0EaaV/XgpjERM1GlwrgBgvmvzmRxIB/
3rs/5SKC4vXpe/kgRq8YeuJ4fqDuDDnr51tReWuXigHg67jj7VmuTXICpucxMrXMYj7ZG5XqBqJy
mp6DcD7q3rw8CACBoQIP2byNUrkvxXNjW+PN4IHVlEZQt5uWW1gy9B/D1GjI7EoFsGQ6Pr3+yS9j
NUQafZS7AEmGCtS+R57UVRx2SapKArxpXtdKnWEg7OTwWWtu3jwUqB94AGE8oPn3YlMzHlmTk05t
CQokDFQrw6CqzVSX9plP4uoARP4yo0i3xgH6Txv1H/F6t5YpAhkZawhO0kDeWqDNihVCDrkfAyvU
Jt2HlgbBBRiVg6+8Ni4O3qaND8objKqej9uNYG5qHwCUoGrjh8ltqkdLYAvErPORt74+d5WPD16w
ld8+vQlajfAtxgsGIg7PBxbuuE6Y2KZk42gv3lSvFz82Bji0pHGPTEqufmWCogpok5At32ui6WCW
xKi5KRVYEmhVGE9lsWrdU22Wx1pa+alL2yWvJ3IEebuyYQHn2OoqKI7hotqtazhPPkrvTl0OkYt8
sJ2Cs6TrfOlGtz3YQleHAhcDNBDELxyR5zMKqzxEUaG2GU0CtMHAFIuckT2GcugOjuG1+QSuCLRf
oCMBMdhHHlmlTeX0TVknYEaCNKjOgzP14AL73pcpGPzz4kemAAvkyMH8ZYRFpWCLsBgYr9+93j11
5SjB8Md+NaE4RSl3T4OrPMix8uhTxdT8+fVtivfDyzCLpG2j26Iqh9xtLxisJqtYTWc4BsDSZwoy
vHU8ltmhRtlKca+FUhp1Kc9pMC8Ieth9sjBM9mHhzJVfMNhQzVmg15lksnLkRw+9D5pVJJB9Zq0N
L61jiITaumyGLAZP6L/RwX1fdkvIfi4xGEx5nM5pm6k+xSu/SeEPkg1hrGEICm9Jmy9iwU3mt1xg
HMFnewO+RDcgn9XBP1NTy/YyTzSxha9NoHMz4E9ioBoir7wFGDqz41DfuFHdqrwdmP9NQDd7LLSG
J2flOX11Tomqf0RLlN50hNUq82YhEiiuUJRSjAAfT/ez8XNUvrgqwy2WFSm8L4vBqRSol2r0gE7C
FF5c1bM2g4QKVAltCjGWTE00fFCCh/9VkD0dc13BMQHUvmmQOCS+x7NEOk6VNcJd7ybBnQASPlXl
XtymF79RSEcmRJek+Tgxb5J568pqKVQypL9C31H/AsNVb8VG3dyaSsfh3SATwTPrk8nmNHSmSz0E
0nuXLMS9r4lrgzs+rwBzoIb5NK3C/uha0XzXJGz+WVU62sxRiZtmZFajW7CKh9+VGGOb0cghP7wY
D5d8jBPLTu6IN4zy3OURV9k4nJEAiCdXgdOcb5LtNyGEraAIDWPzJp/8qZXFJCEPnbkQWeDZ2o7O
v9JBmQUVpIH6gBDa9SKHoBkzLGno5KjxJw86AHTpZl1pY3PdmCAu5yDu0GGAnSXsA8IZqEIFMaIk
gzSP/uJxRd95S61FMQ6h/lZxZ95gtXXM8mSemgeJt9Bvv0KmmYkB5IObCejRn66xvM5lPwfBg29Y
BZcr1kAtM0rqzhSe6NuvsKukfb6k63Q7KqaHAioH/WUKOhJmjktB/R1W031uJsj0ZErSWedUS6wE
a6RvQWxww98h6xpAksBOHjM4hc1fCYW6/W2Lwf4FPSdoc1gxAMeE9zgyDgB7lp8WelF3dSfJL+h1
4aasU7oOZdtWKGTUkGGqyyA2/XuVBk6cKTcd3YwRzU8KZfQ4q2hk/vNRVf3F3dTe2ojWzdl1Vv+T
jlvmwxKnIwpzQl1kv3AtO2HjUo1pZWLJ46FJGQTnHaFOjE/zWNi29cRpcaeuh86vX7c5NNP65WkV
1UrKxjLSQj+sJ/djY02Sodjl/mDW7dDAB3r3YgO/xlU71PW/k4QhZra0rXPHg4n9hHbM8jHSPuo2
YTUvXt6gdXCvFDAGOTjBIvzXjUUav19qKPkNqPFPRRhLDXGAcJhlvtI1qLpirvuBn5YKcsRYDTzr
845NwNgYQ+DUDCRO+j0cHC98ov4cwHFDaYAQMx1b21wm3xv4R9hESK4zkGCiH62BTdJpiEnT/wdM
EpDDI6Qz3HLA++HReJVxuzxsOA1z/Aja3zKoLdeZiDW371jtrVMG2I29j8faCaFr3APBaJ1xrL5F
TggEx+x1ncVRcuILa9txyoznKpXHDaXq0zSHwXLuR2bqzDpr9BvmmuwBEn+EB1BU9pb3rEaalUur
nK2CZ2eGlLhp6x8puGpjBhFnUz1quE8kY9bLmHsf6gTlhnwllfg8GM9JszgUUw1DPW8CtCIByBbW
NI4F/lLNui84a4IgSxa+iHMaTOZrFDFKsrhmiX8zrw6yROQVMT+1i5i907pCr+O0QGTev1+gDNT+
nlaP0Y/ByDv1oad9+HEF8h1uCmmo+3dR5fviQSe1Nb8ah3rdHSQTUv4udufG/waFPD95SKah9gpU
8ZwPw8CHJncMCwlwowqStgGZfXhkLnUlzsol9e+0ic19ZGurb6SHcHOKh2iKb9K4l3g6CMMldK9k
v+YdqQgWUTgqgISW1eeAU1udonqApkVLY/Obe8INHixp2/9m0UcrmDtESwS1zvgPVbs2nwdn1vSW
MLCni4GI5ENsXK8t0atrx9MSmv4/YuKOAOHFl8+ONlOTGySc4p5rMZNTit8TFKtJYfUWLt7Abl1C
pySbG+mIm8YJoXFvEmgA5StT6i4IRcR+LHrqq2LsonUtwqYZhszVqvY/KCk6/h4bUNY5sDGNs90R
2G7vYmR7UHoXMRgszdL46ZkMNZFZNYaBBhOaxfEH4CYcV+ZEmZaeBGC1S4FUISHQdNq246nBx8iH
AVKhrHCFqXWbQxnDBpkYDblDSXZqb9JpjdOTcFvY0DfObFCpozCzC8uESaF/iWBl33UQVSpnnUxi
dG0jD1a7hKj7ivmJaLIUXkkfgSAnVdGBIwD4huhMAGpE4nOzzhBAStWKjCThuEEfpnhoHbAY4Hid
sk17fE7/88YxXR+bxnOnrx51GC+rZgXLe0Y7MwpOpGvX5DQqYpsN+0rGMlgSyG4ozQDeONnWW+Q3
l612dTIOrFN9cpQzQR+sC2H2ftZVVQ9ZCDh/9RuJKQRUUfVd7U/ZovdxRrPb6k/EccclV4PkiIrh
sHqFjbseIHy+1rjzgsWkOPJeH5yqxMQSWMBxHLIegC+bxWs8uP+kIqn6bFPACiDpPQ9pnlQgrueI
Xp3NWBLMQz7DhABFblg7xbnr14gA2oX71Vam0cs9GDYQ/Vkmyh/NRNql5IYu/MGfh/5udJqmKsQo
m3svrZ32poWgNjRpbcN+ThXWEJpxSd0Aug/EVV4J6aMU02iTZsCXRkvBTZvOtzpEkMtWn9k1n5tZ
fVsgkvI4dUsKQPYYzzQ3nTBuRkGPusyM2bBQtdAIbpOvv5qJpwYeHoRBGXDWy2M36cjBA9f1Wb4g
pH5J7QgrJJjZNI+QGkfIbQHA4oWHUFBnkQl98V64Gs8nL6zbNquZFmkBBoaJJGKY9sN8DP21PaHR
0deFdmznnxba4MFeQ5WsKYJgWR7V3I1B7qFkJ7KekzmEwrhuphx1beJjM64Te8fAwuG/VFvpucn7
idaAxKPy1+VRkyAJ9iqIdWY4EEl1avo5Wu5hdqTCiwp54N803Szmm0h5ejgzh2r8dkBX2gV+FWOb
kk9yWIiskQIZRVNg4GXMsrCKuvRBhn2jHwZkXQa/bQBrNvPjdQmTbAljR35DiiqHr7EcevpI25Qh
BrrI3S3LnKg2w91k/RXlcn/W+sajpH0HkzufFbGsub6ENFFsLPA3R/zWBktXQGmsi0qjp7UtacjX
IMMSpXxrlEBhMGooYHcjjJCHjI5I0rKhGgd7itdmej8y4UpwNaF+8tHhijy1TkLnC24eRBraamNP
FSgMPwAIQSaS+lbpnMWRU59cgJjgNNFDmfgcLdAsziAtAu/ShIJJVuCJu5osYsZbHntcLW4GDXga
ZxsQcMFau0hKBnB6+nwN4p69s3ZJ8HSItj7QgAzoW8QXWIt3cdd9ABfmO6JgEJaOayMXWzRJTk6C
4vQt/jMiCuEunCElX4Z3nukXeCNA8eRnD+C5m4F4snyCC6wU5wYKdO9qj9tmw2YEv6gPimwGenP1
FSm8/IK02T5aA6ZCNikxT3cWazLkATT/gsxUuBAvQFcC7rPapH2s4oTN+brZFRYkBa04xxFxvawe
e9yqALaE+tTNwDeC6+9NeZc6cslX0AOekpqoLgsq136YhyrmWWrBpTitsTN2N54Zkx/zov13NYsh
ZZ0AQBJmMwQREe0hKVMXI5HLvxD2n79U2Fk/48Fx7Nmdw3XGRe/a/l2FCk0Ps0JFOxgzB/xTHXha
4JqdLE5Bv4CY0eh5/mhQylmKyKPdJzgicQEZSQGt0WQ2w+OEvvGYd9PU4QavZAKTd+jvfEB+1SFT
jpoVxg6OCZfMb6rZvUBCIX4g4zBVWV9Z+VNT6H6dbeNAoXpee9wODPAbSNLNRuZeE9GnGV6gTuYr
AY7RRGcnzsO0in5XToyidG19vmbxMI9f7Oya4P9wdh7LcStp2r6VjrNH//BmYk4vgEKxaERSpPwG
IcMDjwSQCXv180DdMy0WK1i/OkIbBcnKQiLNZ16zd4zWvwVEZMy7oa/9LyY2sd1+AMj8aZ4Kkkit
Hic/AqiN50lZBl0Q5janupENlR7idahfBlbHbq0wPno7l5mWkO8RA0fLNOoldoaFdtfavA5qgj4b
xUiGtH5rZ8ia7IpA+dV+XAa/2bO67O8l8b4XrWNf5+TNa1Vyq7TcG6vVBPKW6GtowrSRjrGXnPrQ
9WluPKlFzBj5jcgpXZROmXxT61CQHwyF5cRQAFw3FCbwJ4t8NoU8lJl9GCyauzxa0jeIMZHsuG5N
yWeDpNOrsLGbxo3Kdaku1iGZ5rDJa6t4GEZD/47loTtEaeeVzb52ZqRAe1LmIlRW7kruAtf4XnpB
le6EYxDYl4nbGCTuDggNQT10jpRbmdWuwLS6DA34eFOYzc1oR5UAvExRCnOl0J0mUO9aY8Ps6aT7
dcyGfo65qlPJZVx1RmgEemdfiMIxy7iZu2KMB8dDRSUXKoi0ZkyWN0CzfP+QFa4oQu7/wY9cO836
2zmp2tsalS0VorgT+G8SEtzDWNXWR4BeyRCKSQqJdUlgPRYZkGmqSPm6y6rtPrAG01oiXe8J5c2C
els0D97w4NrSzKAxZnZx1XQ0LkN45PY7TA/lcpBtEXxciRlvij41vuiyaqqbNUfDjHt07dpoairr
rdlgSX5fNG77tbC1qtmvRLJP9OKrNKr4in8JODrIEy+r92aq6WSFRIYqPyymGJhPS8tFCFLaVAiB
iJwEfVWWvyc2bC75YLSyrWnNyoM7+fYYwdpz6L/ZTs3R286yprxbkXXzDqvgdmimxaNiQ0XlDunX
cgihLsi3Zlon637SZ/FUl/MyRr4zBwRPc+JQ9jHs7NuWgHCXpXy9Pdnt+KPPMFRFMbHJ0airBubC
9WfKVt2MXzfp/7qrU6EF17bKzDvA1MZj0wbAgHX2xCVN0owkCUX8t43tLGPYmuighS6605xeTiXf
G4mdfzOt3n5SswpodyetuJgVImYRGRqZt02y64SFDLqr0l9HGarGR5IzF23FNjWN5UkvFl9EZT9M
XyyhaxXTPqT0kVXp39WbOCXIrKz+LuxJTRd2Hchu1zQrriNu6poPySpMI5zn1apDTSydfmFVXP0h
c9x/bfWiGcJidIc5BOoh3nm+UDcOBAQRNiyCu14U1cccLbenPHOSA4GrNqFuWxeEGtK9LLlbPk0j
xJOw7QJqAo3V1ZTgsRilGewprSY+LI0rlVd5fmHVZkr5rKdqHuKdOKPDFaTaTMLdT/mliy94G9Fq
6rJYKJ3AX6+Featqb8FUJxvGnge3jQOT0aRY5Fh2G/MZ4yOOcXT1itrqyl26TIIFH2T9HM2Oar9R
X/F0Qo90fiiI1Ruse5A3CovJ1X84dMvTMGuLyof/VMlvNfwyN2z7nhR17mf/tu974URBXRiPlqYb
X4Iqm4xoVr35XVWBeFuw1tfI6czxyl/S1os01RvppTugZkz50RFX+MAFfqQVyt5nC2ksdqo6pajS
8Gc39tpk0ojHpnrhXGrzTw6Qk49dYJSfZKFzj0l9SZ29Strpmxwz8RAUghKlpNZn7pzWcT8n2Vwx
adSWVnrVlv4tt0vrZgJVN0V6pmFFtXpj+sOfBOHfQKrEEcCF8Nm1spYKVjqmREpTJ29c9N808vJy
vcHkeM2iMViBeZmBcN8ZsrAvzXIsPzUOql5xJh33yavthd2ode6j9JA23GX6Un4k9Sq+cccRhwii
s68GnFmTKsJKgO/i9J5B8BgAjeERLr4tBoDvUKlg/gAetFaRBfecVYpXjxmnrTB03FFrUrVWzuNF
nZg1oKPKsQ+dl6d6WJVioQTiD1q2K5N+O6xxqb3rKmNOKY05/vc56+TTCM9Mho3v461iKervkYfe
0QOUWK+KFtl133XJgRuzrJwnYg//A6hz8SF3pEmxIXfqDdgsODurqmv7yMtLbYpXogrWtlfwrcte
6j41BxqACBIGo7abA7fbbkG/vWzHiaOAwCq/CzRqkZHrqWlXjkhPRiMnH8UR8p8nQymbxHVqnMt6
qHHUJauxP6gCLNCtU5IHYjvtge3oO/okEZqB9rtFZdWMBCw6l5d6ns/mfWN7LKR1xNkxyqbJuaOd
iqKVNWS5f+ip6pLRCdfOriwKi1WssqK6aq15HPe1rinSJM4V6zLxPUgWjjZQ7iT4q9AOGjRThn7Q
kjJRky2Ky6AwJitK6ZKgxFNm5XWF/5j2xirI53ejFWhEUsqiQpONtewusLif8nAZfUHFWxbd4xZ3
5LtB2LMKVR0M2R2V+fSLMhH5hoxTqntVO4bihmjcu7ppq/Sy4m5/ECIb4T1kZW/FcOTFEEoIcRJa
/JziNmMIu49wHjAulByKKu6WsX7slUdSOswefl4JsUYP7scN3giEs9EiVWq67ZaCilAAcXkNzcHl
NrMMW/ZRwCr7jmlY8sbyan8mmRj6x2kesyKmpG0euEp9dmPlmu01kgheEQ46NmCGmo3iXeGzXChw
WPpNCggQ5S2V2vqh6Ze13OMBOVtkCAtxwriMsjvMCPg/QCXW7ptJXzgZa8efLwV1uc9YEdlvU80r
86jjng9CRACcaqdPhjGE9pAMb1Jr9pDQotRihAiXUE9rfEf7PBt9cpetjnrXjUt5L8qWsKrxhf+O
XcWLav2kvBZTQi4P4co3H/RA0/LL0kwt0L6qbbQLXARHfkcbr2VKR2UxKjQfpLLJAO35sypG4rfF
IYfcJf4ICNDW87aI6Dw5F3Y6mvgoNaUtuCFd8ZbDo7kXTTUTJ7OHsl2fOEZsOV1jUbUajTcEbiM7
CX6W49+QrK3WTb9UFpqC6IIdHGb+rTMZy5ehGVR+FSjJKZgO0jzI2s28aKJN0UYicfwnrXOMu5ST
hh3cpqqMK28O3qPWY1B1zRvv85J04BYnglsWGa7Cj6XsmwITCxfCX1P3rRfmAaI35HWtl13kkzkY
ZH2kllxuXeqh4F3VCWmFk5ah1XuD3AJY/6ISFOt2c9EZ7wbbrt6TBNq30IYWzKt6na0r0nm5AOlg
02mymqJFTVQL2GJBln3q1ZDIA+jaFD+ZoPq+5CWe290KUpUCvafXe79PKhTSm8C5a9TABsnmgjaN
m9ozZUyiTH03uln71qPx9ZdtdqQk1GGIS9KUqmropzVQh2pNnW+VrYpveMWBnlxR2zmk2CSWN6Ih
1QtNboD+rnC9+YpCG0rdferJ/G1jbXw5p+nFGdzqCRQkHUP7p/U7spkIij1vi0o05h10Eiq8I5vl
1krkHJWSQyyVeEglRkkxi/D+sq7ktMu0MdgPdXFOLPmEYh1fAvTjBkff1NSO4CcsPgV5P6vjYUn6
65V39jgEqvyRr62nYnTSCeyyFNXrcFwzrgPYXF1KBjklV0ilUB99vav5Eg1DS3MDhWIZSiP1WFlN
mYaosw57S8jTzY1W2eJdZ9X5GVztiYY05GyUJTeGSACi72jmF1vSlaB0oqfow9EnnNiQrnOdNmt2
Bkn08oHA9kDht4HfEJQet4Uz2pFdlQZNHFRjEA5ZO13TY9DPdNhPQF420iniA8BtcBvcmtO/wNtE
rVbLn2seSPbsydqrnsTa9e+cxIVoioV41Gvd/Pj6uzo1i7QXHAMY7+YtsP38l0EHx5ocbvs6XrNu
ioQ/Wwc7EMleZqI5gxk8uVd+AhUCJpJlevSAGv5fK/j4Jraz9EM7ANa1xlFG9NGaG2W6ycFEBXGP
iKX8IKy1j6rKFOcUQk+9yl+/w9FWSU0ttSYV8LwzqkBEN1Vzk2mV+fsQBpYJmMGNWI9CyjEU08MF
eKlYnIxFgUDqxTeqtN0Ovpj/bRIW3jdFOWafQc2ck0Q+hWFggjdZPryOEZZ9/kahPK6cR0UTN5U9
3OReB0pyyXr6+G37RWm0b19fQSfHg660CQignWJuaI5fVlDeQr3Xqh5VWR1zPurkU0Sd0d2PDq2w
YZPZfX28E4xTzhUEZzY7UI+jd3vFvwwI/zLVF6dq4qSu2uyyXBgpEqaT3CyTW9ziKasepKQ51mBV
g1XxRM/WKrXVDU179ONU1M5VPZTmx9e/18mVhWSZgTEOb9w8WlkDypV5gnhkPEuv/KINMMY1pJvD
10c5Odv4SoPPBhpDivz84bNhViRkJrixlZQ8DzRxVxoTfWGSrjc9t/yZs/zEoUSNkoMWBSeMmY9h
75nbdc5IcB7jAxpcmsOg9jQVHepXoLr0RDlvV68X50QpXjwlUDXILSxhB11k81h/dO1KwyaKbGLZ
tMmT5xTlByhPy21rzOvlYkO3PfOYL8+mnyNCmQ6AT6MUfXQOZjVc/3zJROw5qkBY17Hf2VVAEctf
vSgHxR011eY9uSgKaIYHgKEGgfL6u32Be9q+AzKoLvhYkI/HoGrVj3ZRLBoLW/dcdKpW/6q0Nx7b
aOYAF1Jz7+utHxVdNfyuVhwjw8FgypFx4AscrSqaWJZKConWOEbTh0F1aRzgQhu2y4TV02ifk/w+
9X4R+t6c2DmnXkRN3KBLuqy1wMvGLL76mdtWO4/U5tuKiGoXmWt/ziXjxTrmCTdi8WZ5AoLqWENh
rgNacOC4IaqM2Mt5rrwbM6AhObY61wALvFvQC96ZI+HF5boNCtDdQ3QJJO2xBXU+jI2PypuIh9Zv
woB0jHOqpPg7VudClFPPt13fjLKhBV6KqGumDbSkiXNPr7rQ0equPqAJZvihterqgkC+/NIwuRev
r9mfG+MZb5ZnRCcYkDwbldbM0dIRIzAOwDiU8mGFPaiEOmZIR9ONqmKyUEBDhPYDpbci7trU/wji
uDFDhSPnTQYSik73ONqxqWnOuywzEj+sTNqNv3tm8hUhQ20xIkhwIMXPz0xiT2vM3ETEfiuag0Zt
KwZZjOd7QCkmW5fxjCTeqdVNeRM0PeHcdg0/Hy8NOlXTxWjjdqJ35CxVtp+1zL5GkK5E2Ko4x3r9
uXiP3wG34cZp01FSPpbga92aPmSt2jiZbKrAerLeE1yk83Xi2M6dt1Ctjvslsz4rzfRuC72p711z
7JOw7lf7bSuBtf/+lCOfuWmpbaxL7PGeT8Go2m6UTdLGmL7WcSBFe6AWksWobhl7D6zBmfP7xE4z
EPLAdAKDH3hLR/EW1QOrgYDClBdWfhh69c1Z3DT2EcTZv77gX1zzhHOw3kmzUG0D7H800monmZ2a
9C0KgmUZunpuPSGDd0698OVdsK0fJLZ4pRuA+WjNphM+LHh5dXHZtPoefA2K0ZalXflrhZ6iAzqi
SzzrkozhnPTUy2xyI4IAv+UkgQCGnufzd0fDNxDeZHWxJfsF/GsJIsLzsp1CrGqM28F2L5WYhtjM
iHNsFbR3WTfIT2RI5+xjX75VvA4pWCEwaLCTjoWzy4k0UgcNAf3fTw7aPM1/BXBy7ifldMOZFXty
LOJKkngHdvyxySrdPx+EM2P5na7CarZQ0jWKNZyXpYxfX0KnhoI2GeCfbQD6PRZPawanFSuc2lhf
pL1jiVWXZlK/L42uOHM6v1ys2y6EXKnzHgFxHb1KOhcWKNOAVzmXq6RhTckxzGTapmdm7wWKmTWD
UDxSLngTbPfB8zUDH6yb7KHAGapfPkjlvtPgN+zWsZCx47bzbrUoB3m0g8JO68ozW/LUfPKIlD42
NR8u3OeDSwHAJ1t5ykmrgn1Pw+QSKFB+KPu1PTPUy2v2p8EfPt3sf2KJo+eEV2C0YFP62Cscta9a
3b1fiJxi3UtaUC3kSA6dr6A/U+s4uSc92lj/O+4R0N90u0wvcUyNBfQberVjelnXvrE3m1buG4wl
d6gY9pd1EQTcMKp/XG3wCI0LYPjMmz6xpEj0qBARE1IMOebIrHaKknDZ9Fh6DG4EBly/qovWOzPP
J0chMgQqwSO/mOcaswMgAIyy0N7cUWhS16JOuy+/vRE3WYWNFcpAlFyeLxyXVghXY9fH2G81F+24
ZDEmdGY4N8Z85oJy+ajnVzTMYZIZEjfoYZyuz4cSaOKlfmeyQbqqj/0Kp81UWs3TzH4CuoH0zZn3
dHJAzJx1nsGETXx0A2f+bAyy9Hr6Pcg0TlCld1Xp/KCl/xOvU515YSf24HZuoheGLgx44qNrEV/l
DDsXIRE/SK0obxw9dCj4RguTemYznFobDoas0Ai5GND2fT6V4JS9uQpwv+iZ7bfGhJnXLnCREDjz
yk6NQ0BNyoAci4tK2PNxsHprs7JMkdZVvh8HibqFdXHOAu3UvP00vGRHebAHjwYZyGW1NJn6eMoC
ZGCp2+9Tb1h3TsMWf321nzi7cOXaPCg23Q3Cl+fPIw1Hjf3cYuxmW5uBLyJ6mNIDNBnz+Q1a8m40
5ONviz6y7CENUVrciq/esQkZrlkZ6KJJxkZN0g5Uqz/ACblvF2mcuetOzCTnAIE+W5rQ6VgLAMjQ
1ExBI2O/wMZjKnGrK+AER6DHziUUJ1YG04jkj7cJD8AWPJrJjc9N6CTjCnOWexpCXmgrZzyzzk/s
YG40g5gEYc7AObbpdBvUvObVZp1X5RIXmcgODW0wvBO0PKKK/B9EQLA9qQSjFstheEwvNRNpGdUy
qFhk0LkH3F7Djp7fvqhxfP25FP/f9/m/0idx/8+DT/7jv/n/d9EudKYzdfTff7zJv/dCir/Uf29/
9n+/9vyP/nHXPjWPqn96Um++tse/+ewP+fx/jb/7qr4++0/cqFwtb4enfnl4ktQcfw7CN91+8//3
h397+vkp75b26c8/vouhUdun0Vto/vjXjy5//PkHPK5fduX2+f/64e3Xmr+77L++/PWnr1L9+Ydr
/Z0bSKeuCVl5UyUkxpqetp/Y9t9h+8JmJKGi8kM498ffGtGr7M8/rODvKK6jpbqZiG1/zrkrxbD9
yHT+TjLoUgPmDvj5Z3/872M/e0H/fmF/a4b6XuSNkn/+cXR4bKUFKM6bPgvtFjLpbbH+UnRtEINe
CuSf47oc2uRqlGZ+nRXSSA6zT9f8iyNE6yHckipdO3OTHQ8N6dAmukQECdAnN+jReU8b3qBR74KC
nuppL6X1I5/6eQ8m0/1odKq9JaU+pwZ2ckyKEZS1N+k7++hxKWDPMx2YZefbixV6IBeeEBFKP2pt
qd2WXfvg9v5v2sFZ23Mi3WyQwHKmUBl7PsUOjBdd2sj44X+UlWGiCuuuxKzEDLVmrh5r8CtnuhRH
J8zPESkYoatuojVA2fr5iNMi177KBGDSqSuvLcht1663mnu9s6YPuiaHM0f0ifE4WSgkb93KgB7Q
8/FkVUh/Nbpl11vpdTaWEfXq7LZ30/wSraNzTp8n3iGn5laCA1OCKsZRY6KXgdywJctOLzsc0ubl
Dm7kGzzItdBtnANuxI+/bOV/7Zlf98jRtbBN50+5zZ+2Ujzk0QW7LHPqVws46dx030tw/VfOupzT
Ezk1yJaU69hCUuY7zrRMbYYxS2IOgdvYwGQT0NZwFb7/e9ECD0OAxaHDxCFhSDX6+bvqyrajFmss
cLX7VV24lCPyO8sVZrqn7e8F1DQH6hGTrwll716fyOM3x1FHBr5drlBiKeZsc/DLYWNCpGg6vN92
47ho0Zi26r2Rjfo+kUYXpnmzXq0NE33mnDme2W1UtBU4L3/S1Y/vvxWsEmKm2brL5yapd7a7WWdl
vpGeE9d6MdDPNBmZQQr9BBHHPRXUxHuReVCbgPdArMFi7a0Js/RMFfLUKLiqQfc3MdAD4f58Ej2A
9hUubuDufYAnZRFIfwe9xDgnKPjiZeHJhdAUgqvs6G2g5+OMnQtCWSSErINb/kDI0YxpN9d3ulsP
1w0XSwRmRJ0rOBw3bFgVWz4FdAT4OGINx/Uaf0iqVNJD3bnmRQsu1i9jT84XINkOUnMOUxHESTtc
6Na5ZfLiecn7CWVpX6PNtO2R589rD5gl4AW77DrPSm+m0kqpjIklpMRPKTu1RT7u1GKo+9f3xFF4
C/GCkvImi7op35N6Hw3rNQH0Ek470Er94sY2dEjQ1EWydHNUNULLz6ARXiwfxqM6jEwqxX0yuqPb
aLYg4gxwSHezwSRXrhAHiDVq/5tPhfaySRgNpQNvCroIzydzashTQTT7Oxt60ZWntepD7S/B/dQ7
5wQbX0zgZgrKkuFgoRqGIMXzobTeFtO8ZhDtMxQ+kKIEaullE03qXHFT/O5hwmhEauhrbnET5P7n
ow02th45+QoaxHp52Ss/Cdds7s/07U49k0vliw1I0E5y93yUNi8yR1t9D7Bp631vdCG+24VsJG0U
1BV//1Wxe1DOcnSUS45L+mr2ZrB7eP2NOpDTbpL5G8c186t1nJcza/3F2tsmD7tRpCHpxL6wkkq9
ci3clckz06K9Bv0KFs6r5e8ekNso7Cfc3QmSKRw+nzxTOhB4Chzwam8U7xChLK7qtDjnx3gc85Bo
Pxvl6BW5YLul5bDsaHVq1yn86vsFWOtuzVJrV2pZ9f7113QMj0BoeBuQQgxdm8274mhL9ZqdjJvR
M4QjNb1v2yJ/BBNvXZf5Uu6NAtw+P6WVXEr9qrc0dDTGjQ9rDjBmSmevQ9r+PR2tf34jQjAaM9vS
+Vnc/OU6R23ZQ0+flQP/pMaJwOhvamF4e8n2j3p9+KFPvfnh9Wk46p/8c0xy2S0Bopd+3DoY6mYV
c23gTImKWQj/bL0IKq2+gKisfUgt8ZAmw/RGVbN3eH3gk1ty0yxC2AfE2LGfRtYnCyBwbCStbrQO
RlutMX3gNUJhwjtTINiO4F9qiv96xn8PdXRE+81aIdvAMw7ZNNNPNR6Qy8DHuXEgQln1wZf6+tjl
mrkXlhBnXurJPUqrkeqYTYX2WPRGBNKaJ42X2hdTfjEBub9YZHBO8ur0bP7fKMdtsC5d3GwaPY8G
wjhf20MGxDXw28hpgUu//uJOPtB2ZHMi0EO3jmazWietI2jixQGEv2g8T3zx0Hs7kyOcXJc/gaJk
0djbHoXV2gDOPwWfupsdt7kKrNW7GmGQfsT3wP4qDKe5Ir12LvzOPid+enpkenSbucK2QJ8fd5mP
r3GNttSumkpjCanxGAe6l9oenZTsau7sHn5nDgWpH8vvvz+1RLvEh2yJzfP0+dCws+DeaCNDW7n3
uDa2uMrNOT1z8p1aK7+OcjS1iycn3ZKYN2qtUewhPtjYc8h+n+O38HsSqz933q9DHV0d4P7xXcvY
eY2HDXfRFQAmFVI3r0/bqasDwCm1TDJLmOfbz385N70GPZvW5IEQ4Al2Bui1CK6VsTO8MS/CFUuJ
/+CK/3XAo6tDB+ftqBzvYCSQqu+NA5UQNHb+QUIC+Q92G9UknyKAS9pgHr0spE7sAa4Tdmt9b333
+nG57KdZnbniTy0JCiloGoLIs8GoPJ/BDkZ4lzrs6RLN9ohMN7k226DeC95e/PrLOjmUCbXP3qSr
XrRakeNJs1ZgbdvBnQEdpokfsOTqw5Bk6u3rQ506qWhaUYDeXCderIvKxuORfABnT1RxI70FaVLD
QD+zGE6PQtmexioin8cdKxik2EL0+Hm6Sevs8VJobxba/pf/ybP8e5SjU2kpJSkMXiy7pS845dNR
i3NL1P/RKBi+UUlE3/y4C9Elvg4xnLNPQEkI5QKxy0C85MwSODVjQKlpgW1OPeTDz1dbOSarvdY8
C0myTRs4rTnbrXOFmRMLDSU/bl38vUHquUejSNNBx25qDTSwiqDFq88Y5jhZnH7vJEkanNmnL0fb
6j9oLJNtk3UeO5tAbiuHErLLrmtBbkVZD4ZqV9euVd3owpHNmZDm5RSieLxpobFh0UI7TmgMM4cL
r2fmTutrA+UtDwgx4htnDtYTD0U7ZQtHwZds9eznL0r6A2AxKo47gegvkASvtfoQfiCcE6SRynN4
j5cPhSmBRYmCOhpwluPaOeJbhBSladDe050f1LYWO1qaeTpXiTnWkuNaor0HsIQqPcBx/j1/rhb5
uaVFVxrgxVJO3xKUqzovNvDCWS4xM1dLF/rStsqP9oI064U+WhOUstrsgeyZCbkEuQA/eaDebeZ7
4Vd+t4fRiSCZQKOoiPiZ0dR7z9OmhMo4fOiLYfAL87dfD5Y2oEgIFLj4XuTOaV+UQvXYo3sIqXgM
54xpNFh2l+/nshEPr59Ax7csDi0AcagkcZwCezpulPPGVvIeJHYb8C11ONVa+XnoMlHtUv4Oo0F/
Tn4TrmZtrjCAu3BdhyJAGWlboL/c7IOkrVQ1uEIirRMgDzBZlkEVydKKXTk09Tlb4OMF6G9tSlS2
XItCDuUj8/lwTpDPyELzztI+QxwQkK39uXdH88wp+3Imaf0TrrD4QFpSEHw+jObDNBIKwz0kCLti
51at97TULI/USdovSKQY0+71d/fywXBP3f5xx1OTOEa9UgSeKBObyCMrGsutbIrLdpL+mfVo/LN5
/GuqRTrHxyORDD6ccuoxylX2k2xoAIl4MqEFfq10V+sOnk/w8pCbq5z2aafPWBgvyfAJbipcr8Es
7yo0L+7S0ZqHUEPeBQGGJYB/kYpMPXZFmXxd0WDbaD0QcjkNxae1TK+D1Hi3MRcOoCoBxNoF0qys
ygBpvZrI3HXr6Z5At/KA0c7Lh2ztFIJaa/EIE0s+wOKFv7saWZ9eF/ratteTU/bY584qOyzDDN+m
NIzltvF6B8s6N6/fOajFXFhJbiN6yPEHgrhwPo5p0F8gjrPcamb31JoagBV/WHWkqzLjR110SzhB
rv5iLIG8bqVX3U+awbWqiT57Zw05p4SFel/CN4HnnLQ7NAa+lXOT5iHyI+pxDrCLDpH1xeRhLnBH
DMcOBDHyEDZIlSX1U9R7ygkMp77WPkj0dXS0sPJbINvKXlFaqP3rDpZ+HVYWbOhMs80QScr1tpai
iD1n6CMENaEjL32no6XW6MsblNQECmE26neqTOo1tOzNL9GWsOhzLZFvlhQpjigoG/2zl4wotdhU
REqa5lHpSB1afIF1m5Zl1pNtInMWzZqW1WE2oLPRCy5GqLXqUGTEux9U62lppBnONlNNmnq3WTHh
j+ygKFdH0Mozf49GUIEkLfoE3kfLqiYHge9O/zAJ2/s0ZZPTYEFsAAtpfUN8hdKD6nEpm/SvSqHZ
JnnFA4Y9FaIc2Pb6vqDJBesWGrKLITfs3Gxop6caDqZxj8aoBEfVmy5wYCNIrvhYSXFyhWAAExMa
8J7WFZ2xYlKV8aZDiWOMl6pvD0la2X3cVQoCvCVSKJZ1YrjXqV4X4xUSI2N713HoOBde7eT6j3Go
83bfBJ33sbQy7ao31ZrH6KnVH825eMD8XOwWAVzUXEwPJBLYiSGsRdFacapwK4/mUQTfV0OV91jQ
rPtxQBMoMo20fDNpZoKcZNFvXN2Kfj/kdRQkVr11px1FT/igXZOnqPs0Uy3QQkH8ARmAwp0ctBIK
t3PE5pxjZCJce38xd2bt2l+zKYCAGhRm8yEVa6mHpZjlFCEs0N4qyYjR5IrcCTuBWNqucNGuiASX
7/KmaLE+rx8EuQwFlzlNyvm9NcwGm2lCcDBCm8F3o7ruFgR4jH4o9qjSrE7sBUVbPLjOWrO9J7xn
U+Ro7GoUdwEKrqhG4beYDxFzYiqUIFI57FbltwALS6+0w6Hp5YcOVIsfeRJi/pdGLxvrgJZU6e3d
ItW0K0xi5B0SNJuXFIeTDJDqWPSMlicmwUiN5fRMRk+u4w6kr0AkyFNw0wczWZK958vCi10/xbnM
4qBnv5VdMIY5lrR7mw077BCVLMS+Wfz23h/ZTnuUHNb7NFj9ZpdgvUGfaV7It2Abuz/qpMeFRIP5
mO0azjJjX2dqpvXbTQmiI+kCY8pCArTd+bpm+ig0lOsHzCccxJisYLEg1hapgcDonN1B0G7W0O+b
9qtd6uadM0O42g16py07rHYgJiOOat9kxooauj9N5aVnph6g6dxIf6TILEy7Xpqrv1uXYkbii7Ud
hEWDHtMOtYL121SUuoWbmT9+Hlez9C5s5GI5u4VMv7oS+Y0dXmQ67VYkPXTkdvOC72uU2UcXZqYe
Wt00aTEtfg0+lmXPF5PjacitIE6DBuWMdXHYr3oHqcjqlutFrSNCTyldKmTPrBJotS4tN2pTxEZm
UCv+jGScOxfepTeBcnvDBU+hljWAMZguDB8trzr3bkoEeoMoUNowxUPgzdPOtmfzI3zfIL9AOGjG
htFNCjdcm3H5SwcskV2OflvOeygC7k1Q5txbo9PqZgz91Lg3uxaqqdGvEo0MlXl/DUYZ3BI/WfYh
ywfns+uqVb+yVL/S9JqLoDjYrRxFNIiGw0QUtvHUTjlSoVC4kACoG5eHmhYhQhtraG8/e4b6uMJf
h9Wdr2V7UNwfb1GANLklBMKMUb9WFuoMiRckkSJ5u0lo3vzQSgEtqjamCQnATqEgmXZJ3l4YYrFk
VA2e+51FBt8Q6UP0NI3V4AlaaxkRVgB5YIc0qqviIht7620misLZZ51W61E3ifmHwAh5CH13kdlu
qLxe7W27yZBETOfJixBZxomcLlGAPJEpJ9qNdkFQKlkNX5Cx6DGDQIhjioAmWirOeql91iGgf5mq
nFLwWNfWpwKXE1zVkZkoLwwazAfpeD0qmB1KWajRTV4Q6q0Z3BhOkVa7vO2Tp27TKg09B2GYMOht
p4s6F6DVvtz4h2Ht5sOdb1SoSnpCo6BB+Q4Klw0/zo8Ac81+1EACsXZSW8r3Kl8rfdfXFpR0z5q6
Ye/Y0/xtTTixb12kHt8na5kP+6DMpi+2t5Y3pap0HKFz1C1R9knrJziNHKutUlnwViCDUkR+rjVp
aCyyrsIBPUb0YuWc+SEOsVxyo9bxAoM6mCx0EUtPuxBLUo8x4gFdc7GINQdmxmQ7UVsuPOKERKmO
NmGlr2FPD/07OhKWdd15iJWEbdO0aAVa8B6v0GvJbAROAkcgSlJWeVTNGpq3a/k/7J3JdtzIlmX/
pcaJV+ibKeANe1GkKJKaYKkjAENraAxm+PrceC+zKkXFCmXWuAYxUYQC7nDAzO695+zDOps1yiuB
ZUWFJw5u7fR3JQRBN61pMyScI6oioaRIAnMxmt4+9UT3OiCw13F5cXNW+sudfCoOZloD96uXqMo5
UmnJ+q7vNgb2QAtxrx2rTq1QsbHrRfeV17b6sRVw50ae8dz2y6M37ueZJ4pJUonu1ggQCeyMxd6K
DXRr4Yvu47Ruq5vjk53H3DnmelzBio4gHmm51G4T8P/invXLkVxhCQylBzQ14QbctKp+VE3p1i+R
07mA0sIcS0zKkuPM6QrUzqQaU2Z3GtrQmFPTVSORxnM9LWlVYBP6kEN/u/L4GOG+uGNyyCe/+clK
TcZPJEeIH0MJfCPFNeckqUpk70JYWcufEwmyDbgILR/tFhXTyQ+24NwxaCBCm/kmPN+FPznw6rq3
LVMdtlPFT5l6LHlF1g2cg25HHwT0ybTF+Orz/7aOgNvAdchZrWerncHfxiNn0rRdoHNg8tXrxwbP
a3it19p6UQ7748kvIqcn8Knb1uPa1qOTnKQI9Mg4qZgfew/w+BG5mDAZYMRFnZpNwHktpNNdLv2g
t6dxVOV0YLcY4mfgaGOTDn1UfVUo87bMqWf2vQ2nYALDv4VXuS40R7N1M/GjbmYi4LmDwZBhx63z
U6HLpcw8N48XCOmdQwK3q5KHQhp55w7EVlxbFRgSseMucZyL8tXUnvcqRNeXn8SAy+cM/VF8KPXE
WjXCbb0aMV4uoLOJxDxaMEk4MTpe8ho12m0zl3ZFcYLqDHttXnZytI3a/74zU/Pm1K2JMpK/4ICq
aAs4OXvu6h58EemHJhq6b6yF7qe2c8ycBW4+FmfozSJK0VuEzFu3cCUHfS7fdn2Ff25rd/lhLCwW
VDAx3c18MMOFEUDDjyjgmjdYAaFK6dNAJxzrWd1rv46bNCBh7adww5nSZQg5uUvYMT91zEa2y0vH
G1ttBqyTRSYYxVszUcLlznjVdSWnQjV50QDac+OwXdMuOniEBou0TrzBP5IzKtcUAKF66bfgOd/M
kNlN8TVYvfE4tfsX98N5Sg6+Wd5mOYApQl991eWNAmuqqw9gl34MAM0O9JrErS46vkBFjBc4lCDv
p/uSt/zTsOrqLa8Cl+zPcOkOcbTIU9iW48hKFDsdtN9tOhva/ydmKtZJ1LBwOQFs7belUfJZWP4j
uTYgyNeZc1E6IKzkFQUpc1aQ2A/CnraDPVYgGsvQNWPqOuQTRu7cgfwkLM4pRf7QrrENFQmp0E2+
gu0FZ5qtRjuffLvQN1s9Dtk4G2DNZSRPrkmSz65i/xP52GZ1ydo7RR3JLIu9Wp/A/ZUXVqVuc6Gq
E5Vc8NDHQ3cm0qG4Z1/7Nrqr+jjalnVh2PRo8rnKl2nfrGxS/IbjYdji7arkrH+ucvirrGHRcxFP
62ObBFuWu5u684O2yTo5cray7CoNg/YTcBbgmEOLbmUG0KVC2DUjr/luvNwyBY8+4wS0ZCoW/jNh
39UF9BDxQpC0PlpznWQ4KQG/gve/DS3aJjyoLnx2K++drK/N4xSxLWJA869WU82XJd3sVM/2zbw1
11Hnn+fImLT2Aat3uY+Lu6Ttl4TNktar06SoGNxnm3L7IurBgve9dl83LAF0AxvxuetqDRKvsKMP
W7mpE1y1a23y7gm+Y8dnBwRVm3C8zv3kymIy87bzkC5XVb0krV8CvrTabPBtcs0qXHu6Cazn0vbk
jRmD7hOGg/mBaEoDKsHPG6rX1bUv/MbM+MLELfob7+TV0aui9Ew3Y18ycuqfx4UW79Z0pJjNFif3
sZyuw5JUAkawdvJKtgLgA00sb8qEfYbNvsA5DrsH4zv9GcJcdblDW66bqd3elIadB04g/wLi+SKo
57tiHPY9s6u/ucVsXQsI7RfgyMAglVYlMuhk9/0cTPd+41SfqiqcZKaW+rbU2rqkRaEvTDSwrinz
c0G0cWpz7aSBCJcXWlPtcQBhDSh4qr/ndbFd9Uwgb5qg/9pxAqO+YAsTgw+zWJnqem276qtVAB9F
/OtedWTCHWVO8yE1Ycgtju0GnaxUJ8HBsskmONSGgmExJzWxxU68Ppf9wP9ik96VrxC/ZpuuR3ju
C89vV6/uscIexvbUOPcCs+q1NQYvJdLcjFK5vvTDvr5e6uCzM/YuyPpxpwr6w3VglzbPJLl4z9CK
ojt0LA+sINHPVvhsFsCV7yEYvc3+9LzwRb5SifRj1gZN/wXTChwvPxbhMajF9Agqeb5qtmq88Oz1
vgG6zbvDKpsamQvaq6F3jzzDBRZX+/dhNw43C4kFqV5y8gE8j6KEjcpzSlI1EEVDSy36nCe9zV8c
z9Ql9RR9M8jO06Ay151DsLxkUl8AT2APr3Q9c1ivRj2eR3tSOuMotzyUXR9CtIqdB0WslD7y8QNo
Yh1dhgO4rtqkvmwscJP0Ih70GrA2xGPjXoc9jdx0WH3vZQjafkutInS/Ic5uT6WfTPkJlFZEqsQC
oAPeGeRG2kVQImNZrMVB0pIR2cAy0WVeg3ual36IvzusuTWvXxicTbK4zblRBNRCwa85euVTjU+T
kNAQHrrf0aJdS7o/ZWK1QGR5kGSKMcP2Tz4mUqCYo3DqlNQ6uFXV4C3OZd3F65JtATcvtYy22JpL
FRdpbZcKyt/QRPdWXu2YfwLkg7SOPfNqCdeUmRAhNOYGksxzb5H5CqTVga4qhTvPKSld6y2Z9pHJ
hNMmP0aCzb6F8zzfNwp0GUA+v4ATyzL+vbOqGObchD/9NI+JhO3dkjrwT/L4dKzC3n/qiJyUGfLK
qj6sVkxQQeUxFL5daKuQKDSv9XBSVEfJYTKNFEcxhdNjp/oqTBP0GVHKdjzzKDDH+9q4RvhMJsfI
S+d11sAuqzmgQbZ2pLDFVtnZz1YZUTR1zJ/yVFdivUuCwbFY0ouF3lMoh6doNrSQu23Kn32wz+y9
o6mKg8+x7G0Z60BkfauGr32t9mAYSCmovdfcjW4tby+dTTTHxACQSYCm2K+ZPLiEh7spQOxoOcA2
k6+Divn4raGBmiiaSCkLLTcOAKcP9rl3SZZw9TDIg3Tq+FZ1TfywSZWMp5Y4uZBGz2j0IdJU5IfI
ryz7UipO3WgPRqDY+GBBJ45A5U/OomDzVB3i/gO6Dx2dky4Oxyu3IT3p3BOmcmHy4NULWjJ9g4Zg
kuNKR3ZGldwYmRkzqu1izwyZjw3L9udQevnPQrDxZAaI4kNcVVN543LAAzG3D23o/DTxj4EppToW
ETRJEgbKnHwGFYPfdN1to/+HcOdoVV5OFgdFF5EmOU1tnj3AqjSaSMhF9NUPqUXPWKZrUSuN98gf
eTFdAzo/hm9xu/UjZVkCDZuTfNwCyavsztJsGTH8kGmwY2pIEPTupz4m1+ENwn49H5emdSeysvrk
toMIujzaW+8PZ6vnbaIwkWhij53PzTjFFVZ7+iS9ag+4l9zqYHsqCA7wxsI+0+TGxcQQrNY1k6L+
h2CWs2bRZtwOVLDo7INBKXInSd396uhEdBlJLeaDqw1r30IiNFzPreskTPRgvlvKqKsOJdEKPJFl
63xSS1RE53khaZJOlG6eF6ur5jPM/PK7GinLrmTn8LMfZLkOcwgS2l/Ye+ZB+08zo6D64yinTt4K
FD5k15du02wc5BrGwbG35m/SwCw6bknbV2neDnaYFu2wkOvVj4t5iufGao4dixyNW2pPKh5G2PdQ
guHiWxLfeCrBrcvDDD5vPSaEHuS30gSRA02/CtDd5GEyES1fTwjYkdO7SLSGaV0k+/8G6M6IJenv
4c9SnPkq2OKs3dp6uDe1Mzq38BVbm18WAz6LxbjYNMlBCJ9DBNgdBhnJXcoh9EZkMiXdgLqCY8Kz
oUWoDsvKOfEU9DuWJM0x89iftbDKIDhpzWTgOjGR0Fc0M9V8P01DZY6s9a56DCbCSzCuuqRvrvQz
KxGe+yof5ScB0RToXGOt68fceHbxNvZ2a12VqMOGq1jj7z3NxpfjY12scj4lg2rDrGxseqGYqzvB
ObH0hrCEMCm8hTj6yreCc8C8qLucOPwSp9Y54QB1PWgreVfRBISAmwylcvrMJohn5wMPy9rb2bz1
A9E1LWPst3ny9bc6oIDLqNI0fTuc9mHjX6mh0c0l/Zo5eWp2dzOLWmtt1gDnnVBBlVIiWjvHc3Km
8CnRtac/bJMVJQ9V49INcipSW/KLxYf1zcTY9ygPTBLUwRFib92+0FVv1iOsjwl8MPiAmNO3IEGm
vgtbtFbDmSGmt53BHYz1RY9V1s4KS1pUlsGqdsRyYnTIia9jBgUfdJogTERdIOR5KPvIYDMfrehq
zXMLTKlnvCEnyK+hN/O5lXpdzpHUinO3xYZuPawueVag08ve0k/IkUUpDzbU19bKRpP063nKgz65
J2XBmGsCTaviOqT2r9JiUX59gJmyVIz91SgadrhkrS/AfM3DAzOr3D0RABKoOwCiPeP5ZJEDsKIc
me2WLlMXdx+GuY/k185hBPZoGlu2AZuetob/MJj+fyvh/9qlo//7Py17f+Ek/Nl87X78V+/h/hf+
5SW0gn/gY8FllexeBaBWPhPmf5kJLcf+B/4WKA2IetjH8WH9HzdhEPwDazCOmz16lr+666X+w00Y
OP/wcRfyp97uzNn/1X9+tP+Gm/DXSTG6Djhp4IKYvEM0YIj+TqjgAOWcJkP5iqPwFZP3xtLQu0eB
euZMYEX7hzHxPz0Z/3d8+6/r8clxjbNm7NP+XyfTtRtThpZcb+rqAoJ3TndycAFqqQSu9hyq+Zzk
HOTwt4yHsgyDFxFIusyz318yVTZX86ofdDDUV1WzOAdO5TUZN4yb/zBp/lWY8s/Pidxmt5eQ0cnQ
7J3iL0n6besEWOwqGr/Ifi2vSk8mGQl88g/y3d9/AURxCA92fzHTBffdlZyF7LhtAgqtklKeV63D
syvIB1IiRveq4br+l4fzL7xxu3Tw118gwv7Ng+PwdAF5fveLV27DwdOlFKLh42ZGbOy8dVdlXlmb
W5zbuDA8K/7D7/4XXxIZAldzkBTh5Xyn82lE006NXxGI4VF8WE07wOOuieJYjLzweuvt77+juz9G
778kjwh6TWQdCXayXx+zeRrBD9NRpT7syDbbe1RPzIc85rh2N72wW8ES5wGyHulvOfBhtzF8lE0c
/IjsnlHU6g0C4K0Zne4YDkyFj6W1ACXmO2z6kAvYxY2jvO/l2tlfZBWQTIQ+NH4UyOnlxd9/mb+6
dzwgXsTziFTKfidRoTMFC70cJANZO77piGQ4t5Pebtqi7o9kcYXHv7/eXzwgPBsgbElRxnP7XhIT
ynHKt7Wnl0Ni23nP4rixqOcPTCPrO8mW88gMa/rDU/mOq7K/cITvxn6ATwdIJy7pX38xFVbFVCyV
ZGiwehCCjUMdKRpqYp9qisSC/NJxKR+baM+r6bR7gipO4dQHf/I8/v7qR5TjGP53AuAu1fn1k1hB
PPUeg2TaFIt7VcnFOZsq1o+hTVX797d6fwzfPaakm2J13P2dHkLCXy/lLmOIG8obeEy9+NqvGYhL
tAJ/UAP95VWwNPMI7WuM905MPAUlbs3IIYincLZjM/fWY9fX4x/Wsd+vgjkgQT8MC3NfYd49pn6g
hCDMkumj3JhJe4QDZRzYwGv//T37/eehH7ffMYx4MI3fm9C7ssk9GgxUN/xHF3L/In3hb1k7m+p/
fqk9CxZ/7276R0f6688TCJz0dpnQ9LQreW31eXTJtME+Urb8CXv5F3cPhy/aMFSQ/PPeaJs4jY4n
4H10lQXRswmz3Dguuj9oSH9/y3YkDKcHnO24a7Euv/tGAXFvDQKZDL2fPoohITNG5PE3rTznWNOE
gsSf60NXBhuFNp2BBUBWOrt5+Icn/7dFBpECiyzQWJ4XkCTvbi2CvpH+XzsgDcrpXJGGQxXbBdeN
HocD2VHewSsS5w8vwr61/fK6cVHcQChKcW1if3jnfohWRoHV/ogSRCMyj30wzakyqO+ZOExuWJyV
PccHkEDV/8ONx5rLcSKARryzsX698Y6hHII/zqBqHxAif09oXpUuTajWvRnpXWVEUbl78pR7TXKE
PhB6R6IlCZ1/eKb/6sbzjO2iXt5VbM/vPsiS08tH0UK5VU0ZaTo3Lc1lUGRTmQF4t642G17L37+y
yADf3/mIF4gjLicOfGdYP3+96hYwfyL2uP7ninCVY1OGoifd5b7CkULyhjNV536xiWaaFk32idd4
L8Q2Jtc9/S6T2j5qsDvfxIqUm010Fc3bbm+mkqV0RVJYyBg4CtnoZdKZn14rgxfmEFZ7WRCFdFtO
bTGlunZ94qvLsb6qp0J4x9E43eeFspxopiAu9blkrW6yAoLBLSl5EJSibnYJtxiLj4JmDnJ19h7C
TuOSuRqBOHRAY9OLB71sw4dhUvZXGRufk4DTkNxswNhqcoym5GHeUGwfvbkz29HtZ7rkytYuQZf+
LD8nYECgiQ0U5gRFVeokeXIJOhkHoLebyGVw4S+D9T2vdPCZU/LQIxF25EszbNN9vUxM3okyiS4i
afsfN2Gv4qjWwr6YWNGCm0q3zWvfz8jv6BXJbzkDiSd/JN3v0JbEXaB31RbRCjnoAL0EGk3Rmtvf
V0+6r34Lxu2ebg4C4NJMGkkucx6LHCc9IXogFKinI1PtT0+IX4XBkc+piiHzPlqUgnA7smQJv+6G
tbyNush9IkMLYC+zr9XQYGN0kQWdB1LHmHVqM9ME8a3lYswkf6QuI0ZeRQxDUg0o+augrsYjGkzI
dckULU+rO3AgL3VJAU6UA/nMq03TWA10GIhkGRShEkxxv7Q2achZVfQTJQNNrmOpIrDqGwwoZDUu
0pQM4vpwxzBx4k64nfCzCP0QCcLdhqRq8uaZdiVhIFVKt2yH6Q/YSA8WneY2k5wQP5PZrBC7CDZA
2tXJAs5zZfJ9gAnWPSfDsKF2SkbrtelIKSFFBKZkiiZzW7MkImlnbpcFxYst9DOxgn4C/D2BqugZ
e31doQbqdEyE/hoNQTSgYJzlfRlMJhzSZB5iqvyY5iUiGbndGUYi4ZEMAg7wYtHNuVxCORPtA+I9
o1WFgC00RX4Rmo1hF+YFknaHQDKe8qsJwRFJx9WxVrNI0jyns3Ik9WW9rdamflPbgG7Ac1Tz3ITB
eh9uNm0irTi4ZMLUxR1y3KXOMHTEaHDzHjlogKb/w9C63pO9cnw+mtgdLsvWa2uIa3SgSZxL1CkJ
CaA7rHMUfiODaftUDxwl0mJcmAYYErV+RGpxtrRwpvm1BjYwEVGm+/nkjV6lsrAKqpAkPVp96RRL
fbkUG9l1sdEBBF7CsXWKzMp+45azqM/zAOxhMysDwrok93P0lDUf56UhI2KLtrFnIOQR/AbOhEjm
mfHyYfXzgjSOziakiUD1IEld1fGWl0Hl30DMV7TFCROZDpYfEpI5t40vibklDOfQmtlGaxFYa3Hs
rCZgWD4P5pvwmJCjL5HVPZPDmcnfMq0zk2/yxFCM9uGLaykmZKIG5n7oenc9Ro2UflYpmfxYnGUP
tCgrJslzbT62K4eUsxrCoszWob0YbDt/2N9n/xwyHELxNSn1avlD8jzR/6pSh9mtQ5u/W6ssYl3r
UjO0yc8kniFu0Mhcr6V2AjKtUGb6acnMhqeOQM0WkVXRP1bk+DL8WHqinjzjTjd1MweGStxuQkaC
Y/hxIn0myEKyQMgaIr7giREJrDth47lAFzx/mak/eyqLKZgvc17pg1PYZZDNnuI8MkdGexnGA+Lm
uqobsmLu9HJalYBX3MQRYq+VTEN1WRIv/qH2K3/ipReJkwVEpcIEx+LdpIRUIjCLcm8+aCIjn911
jD8NKIJmsjbd5UuyRbK59GZwO0dntfwXiOMuqO+6DcZj6zob0UvlIm9nM0Ygv7ep/llGZXLLmzh8
KUm6+R4K5GeHYOrdhRU/IhOzcVt1rdVqmWvKnfKDTVZFfbQZGLopS3LwYwusUTDeG9wvS01mXFZO
MFvFLL0lVV2BDMOhaXTrEBtMTAglc31SYYBoMzK+jt/4OdfuYZ1rTEC5H/rzoSY/y/BQFe4PgYQS
sRbPDYbWNnoCjUGSfRnZRPqhB6/JqUU6c4Xfzp+zBuFYTWiSWF84ZdY5O8gWfNi6PbOsG6K2v8gV
MlOGFYZMEv4UybVMRn0z1PFKcxhj7HcVJ6Qj5YaXAR0VcziUcq7aKW+aarhVbRFdwiEcAzYxqy5S
bRuLAdAet7VKTQaAJAW4z1AcIdfIxdbdiHCd7CMtqarhAwH33XUzxFhOsrOss+v39QdZ6xzex1g1
FtmOef5kqERIAu4kCpw48JpnNq2ZlXcNIBDTdmBGSAbQt7DuJgY2DWGQLSpV7kZL8jNRRGooTlvY
E4Mue9svDguRbCP/NuznVLU1+TGEPYfyYLqoumzzKSRVs62jb3GU1x57wIqqJfdXlnWE/oyN+G3d
mz4sSYiamv0r0IcYP0tf9uWhahiYplWZ6z4j6J2XslBznM5TvzGW3wbeJ7+xW4RrkffWqrydMrcE
c0XPAntCupCW+GrDLiCgs+kZyoI/LW+2NRq+KGchMWgrjP/gb3yFFOKFuOFsRYKdSyrS90hG9s/Q
IiQJ9OsmUntS+VtBlhbehZgsgSPhovnzyJmdTBrPG4IDWq78pooX74e3rczVcPF/aRcTfCAtLpEI
/Lzxvqkt99bqtcCw7DevUWjpe4SIJQVTRS4io217PrLA1AwERzYW2ytPdVT0l1WPF4VMcgLmCDBS
6HB7a/mJSmB7DYLS/2SRQ3jtRpKcNelOIzDQaJle18m0QUay9MJgnOnCre91/nQhtmB9xn3PmZYb
Z9/2OnJNRst/eVYckr5qNBXOZSm3+lPedy7rqjvGVUYCqGGw1czyRgaRePGRHJGkJDt0RBIxAkpL
9IxpoagwsL5VvFh23SxX4xAN6PsX+j2HeP9vMjZd85YvbcuhyPEGJxNMXKmahHIeN4SW3kG2ZnuW
yAb7w6QDcyd6ycBzrDXKAQTXNdrnmdiDB+2vHRLgvI8+yXVgZXb1FAa4VcqgL7PJKabkJLp81gRQ
bflXBkHjD1Tl9acQo+KQNs7iEhcm+umpJb9YXOQTUgoe2uhTOazDFftcgX61ZSR7cHTcMrtvRok+
Cx06iMGmr+QhWuPZSW1XzuUpZ9yYH4XTFEjey6Yqr+wm7i/lZOvqbAkLH43buO6LhR2Nnau1IO9K
a6uRVw0uA1ckNiOi2dr9RikyLKmDzCo5VkQhfpMguwOm4cbjDIVLn0ZrK6tr3zBHBLPYJA/2IsPk
wp/cvkjxX06Pc85fzIhlXp+cLRAXi62MSCdftK+mD9wHrADJj6G1zSeH0TjIKlHZZLra1S42H5h6
UnzY+SvqMyT2bATA+ZllusVFBY3541T1NmDWqGX4I+zS+yDLCU9vHufChlpRsL7Hqlifqi5ceuaf
hnPaLBasDi4HATK5gsS6H0XBES2Ubnep+oIlyQNQ9AOFPAe+bTbDR+MwgOd3IutxGAdjk16r4jrl
RFAlZ03GHMe0ds2BjcOlI4wuGbZ7YeWIIqspGn6QqIBwpSe+tcoghu6y70I5l0yjw4uwb6azrmP3
iMWgqzPlmPCinxeHX2ZZkAOaktN5jhOHJqiemCvZ7mQwJ6yKEF+X0u+jD8YDCeqGXpOdZHN+ApJm
llFaY5QOdH9m3AuSTrVuc5xxlb/WE8C6vlwv+nrVx8mfK33EsE57H8HI8jqOkSGZW9nc05zF9Cdz
czTY/gI8bBA1c9I4aivriO63Ck+hYsJ8KLqcuQBBRGbMZgRQPEtj3n9VHIZyLE81cNnEY2XOutHB
M9ngo7sVcqq9U6S0Zh3gRIjk2NYGy8+oa1q7e7FvGdv+6Fe4c9Ookr1Hwt/C0ACNl2F4LeV8G3lm
I/E3GdlG60mlcEVLDpJ0fnpSv4OVca7lqZ/EpCGALEgWRCHjtPyEetzGC92v5KqXI+6tNEDkhOYz
VJoAv3a9ice+JguUs/5l7QwMmxWF8qXsGBDyAg7+w6L0egXm1HkmelhSIfBqMsqbpf6Su+4uzIht
edok50Ea9oN7mgI5jxRwbNXHAWn6xzyy0ILMYR19QpVFyJjucSplcb9s+dFhfDFlQcuak1mcCxjY
CqUffINrL93jUO/x2wQ/Z2fmWC9zyB4jOuq3xJun73VZxPpOTNvwGnQCsEIJKa3cTWrzmKEbG9qP
y4SmfkF7EmWxX/oWIY/O3GXVmDgcqOyJNwcF0x64wJ6L9cQTtkQ0NGzP0zz6+todNfOfSWjvzmlI
Pclsj8Zb1kQY+7bRUM1pHvs9IzHy8+PEmRfTWNW2J8j8bp0lehM6tbQZP1vGTdSBH9/B8OeYOgvU
CDFrmcR2wNIRXDFiQ2jgClXyxbukvEmmoncOJRp6TpUxCzLS9777VAdlCCcId8x3kkCTW3xx8808
9KtKpRzDbbcENa9rNOqPa5FbP0WMBSWFkJ3XV56q8SmsrXJ7oqD1crsV+5qy5mJ1jpyT9kKlRrAL
92OIz66Mptck6prpAkVBdTmjtvxB4rpnzrEZl/AwxRainm1waCmQRlR88xfP5gfrCZ4EKr55mZZx
QwR446yA10jTvHalY0WUyhD7M0RHaKT5TIV3YkdM7APdQUucZuAgZE9KHAW4peuvG29xcDDW0t4g
p+Jul6Wq7gBd+G9iNP5P1JnjdVxFkbrg8EYFp9ek+uyiiH0CNcp6EeZtnqNW78QHw2EhQZUzNeQl
y64EulX1IVHRof8m0WgsBz+adfFqusCn0QUz20d7NdpX9CaCGP9esWE2d1qOjroW5rKXGrdVMUGC
PxGlPuisrybRnNlZG1T4a61QRW5xFR9rpvLX2q9mvlVRCtaeSlEnE71OsrXphu+Egwp5CPpivUOt
sX3RyMFupspYX6RurS8NgK84I5zGZVfHIepdFVLSnk/YOefMWoeRgGWxGMiLjRm+jt2cI+zCfuNi
xuiLJkNeW8R3eLPtx64C1HpU8Ypdj06j/WPWsY/RE8kdvjUPuVEzTTgFGwcSEqH3jngK5tV/mXiJ
9WU7S/+nASr0IEkKKkjD9EtBNVWEpFMKANJpH+Qx/RdJBYIw0VjXNYswf1z38RM0qjY5V+Ak+oPX
46GmmoBBnjKia3g2CbKvL1dPxTdJV1fcceCfl7sl0cl8OB0cSZFAfotC+vmp2/tTdxnR71eHaBjF
1VR3CyqNkczvtOsRstNe0DYAlhmLwilaabmlkxC0jhuCeLMF0WmL28WWd7TZS4sRWmuCs0S0/Zmo
0vGDrOByZXY9lDkdoLDzT62kQ5N1uOF/EI3M0rlx2BNpiz3nY7sVJPWGRV2/0FumMq3IdfMuR15m
9pie+IWjvQy1vAKJy1Ey9UfqyzQAXItOjM1mPfBv4/nDKvrgW+XQEE6H2VhshqRWPrvl3CUMv/0x
OoQtNiIyL42FrLC3erxCNPre6M/HNxtH+ynltW6/scXpm8khPPSwtySR7NlrgIwGEk1woLceHAvI
B93Bn3vkkCxLBN9XoZ/fy7HhZFMIN5ZX9E/ENQWFQQC5UFBm8FLC7YY8dhJyjaKngDx2mOYsGZKK
4z2SIqd+1Hy37rQulp85mAjTcfZg80ovXpDOIhpZj6Fx1Tf2X7LCksgtb/FIFIQD47DqLgUpyJyA
CFUNCCrYH0pBau2Hphf65d8CbAl2NyPHwbIb3A9Kbg8r8Mi7f+vy2mw4nxmtNlheDojEoouxoUdy
+vum8W8tY7w8IbgGZklM4vBX/NoyDtnzPLStJC0HzXA2ypUZ6VDBVSfQXecRts6YbMKsVMUf4xH3
HvivcwLSm3YxBNwD0oPeUynm3KIBWCKg68OIEydJrteco9j1ME1/1vNYH0zddOkMUh1x6DgeUZi1
B1rJxfnv78Fvsy5GXYRVofbYQagAbX69B1rEdYtsp2c4MBbp2K2gcxRvi1jj9g8D2N8GUFwKY4nN
VTxe5vfw0IYkC3cOeO9Q49YXsmnyY+DZ5vj3X+j3qzB6YAbjgwlAvfIeE2CcsoQ2tCI0tO3x7FZt
9YA8NPzDjOP32wZKBP4PaAcIsvB5f71ts7PquNimLhuQeGaqbOtz6aOYthVt+L//Qr+PU8Id+k3e
AhlBCXqcXy+FeA9xlsel0P/by3EdfOs0V3F4bAk9zpJt4bwKHrX+AxP0t8vu8xRAMLwa4Aionn69
rKmxOCNBZ2hmh8XVhrU4s4pGXDtRS4t1m4ECR2P0hyHWb28kF/XoWcNL23+793EPXruWg8P+QNOb
um5RnNlXIcMzHopvMkdejAOkIf44av5wk38fW+5X5p/QczkOMCT99evaVr53GhHeespdnbRo1oYJ
CU7sa2ewvRsLdfOtEwq0scO4XPcTSSaIxePh8O/sncdy5Eq2Zf+l53gGLaaBQCiSSa1yAktBOrSG
w4Gvfwu3qq2TTBppVeMeXsubiYByHD9n77UXTTRfXAXjo8sAlQ58By+KD2Pj7Y9x+pIJTsdl0L28
ucl7VWxNSZsNpunLKCd5Xmq4YHtYJptFG+RR2l1xCOw1jzhZ93QSW34jGpOcPa+9QgpjHmMBB662
Kvc/XkOZ+SMvsIkdYc76njyctp3WVyaO4N7D9Dg7mnWmCpKApTHN5/2AKbAEYb9xh68mrR+85xwY
qQGYOeaM79mLRjHp6LPHOvRMpe4KjP1bVKn54fOX76OjQPdGcODDFeMk392JWPWN25R1iBbav6hq
7wkZbXP9XxzEM9azQKhleu++Q3JEZqCPBZspK7cPk9EWVxLK91eP+PoIv/3moOdDqwRdDiQos/m3
5zJaqpNlFVfcKtK+rUnS+zXd4JxyX9v0TCU2RtDpOxeQ2vWom1m49AQQ0XzIzG2CgfFQOgQB+L3S
7mtH+j8+vwj/JF6+/3kBxBWCXknZMN8juU2pUjNmX4YB23nVU9E+j017g/W4PrMCqsKCWG8sHCMd
GQ+QxAVMpAre0Th9c8WcbGpb0cE1sunx89/117vow1mCwsxjTjYRhPm3V60Lxtmm7V/jvDHKnahT
Gmz4UrdB6eYnvAgvogCTBBrl9+fH/eBu2esjsWo0abn67xYkNkM+EQ08FLlLGSwhQV+2Me3fSS+/
+pi942ujjFpZac4q9XSwzDHAe3uONJol3qmUMW9eMtttMI+XBTiGsmCIPcy5Dpc9Db7VfeV9c4jh
3hTB8lWwubk+5e/uP7xrapFVOohU690Hpwhmqv6BCYW0zThEdWlGBaKGDUEJHTvsOTsaswpOtJfU
j0YbzO9WoF67wTUQN9C9ak0tucz9voqStvUQtfeLgl/SurfJTDtNNLitmT01ygzbOXNop6S6TyNN
/0qA+sED46zxmEgUyHKx3t84+rqz3hgjBYhhjy+OSP2bmDI+cganulm8WHuE05FfKIt91uePzHqb
3l1BvAV8qvl88dS8LyoTWx+we5RVWHLkn5Mf63sd4StBnZp+087BV6/GB4sjqYgu1Y+DbhDZy9vH
pmLwa8JvK+HdtvBoY3e8nCv7K3rkBy+Cx/UE5+34VHXv1wW+MGlmBEyCK27srV7hqbRpll/6eWN8
gZB8x1P+50Xge2Jx81aGFs3It2ekBsdmhcFR2w147bDnFOyH5vHMkPB9wE0wO5x0g+GCzruSms2+
m8oHI43PKY/ATeIF/vyO/n2FPYMlh4rkHx2a/e7L0BStyEeIEqGtGdne7tmNNEhNvviG//3cUFoi
nGGQxTJAVfv2rIEXzoXFOxSKQqWPVce2UnbBdKiQ6UJCoIHz+Vn9fUc5HlA+FhoL4bn5bkm1tVxn
U8LxbLNKd73NPISJQLxLyE7/4pX48FBQ7fnemRDz3qt0U1qzRauaIvTGsTs6axm95L46Oqn/Feft
g3u17qSQ068CMPZ0765izmTNK3hiZAHrwoE3BH4EP93n1+7DewXomseUvQAj2LdH8Q2yAdXECcUM
OrlNTndW0ZcKB8x/m9jN5RcF0IcX8I/jrX/+B73OU62e+l3LWXUj7iXXlxvU5BkYoPIrgeJHh4LE
uH5ogTVipn17qA7rKEZRTo21GhYamSthPxTdGa41+wuZ3keH4kMHKItdIk3i9Sr/cVbCnBplSAZr
WTPYRwkgbGNBEP9W68NXKH3j7zuGBp6tDDRm2lvgNd8eq3QqJtgD2oYKZOPP1q3RANqZf9W4ppXt
6roji620x/vcXBi3rzGs6z7jCqN3vDqa2nJTgcXZDgjMmdEMeCFxUxhfvJJ/P7zrj+ShMhDRBQQM
vP2R+kDdiDO/RFORN8RAxJAuaHXvPn94/77svkkh7ZoUVHRd3u/NGR4gS5UQ3Ez0IPskLotj27rL
FvJa+8Wh/tq++rhd1hBNvsOrivfdw4TxzS2wHxTMiZcq3zLa8R6Uzxh0NgZVbfTCM0Qo/fmrKvaD
u20zK+S76MMWh4r59kLGAbonm2I6lDNhhRtgcOCKPGM4SHjEXPj6hpvfn3jUl29AF+TZnHv1PiGn
NWo85LBhBvD5Xhn5lc6Q587AKPjFrf77JiDzdF1+JXJtOt/vfqEIBtXoAwKIzvTHW00X9cWoM7FJ
hPaVGPjvi0GGFx8vPCcswGzo316Mtsx1ughpHhZaEHw3zdzfwBy11BaSRX0FK23efv6A/f0Yw3JH
TO3ASwTu/r5YzxqmRW1DR61u7f7en6z5xu8Won0+P8z6u98WWhR2FgxRHVCkCYzl7Xk1DmY6P1cI
fGn7nhZVIqUb6b6icfPVqpljmiknfzpqdIs3QcGo/vMf8MF50hKiUrbpo7EBXv/8j/Ur7xcjMEv8
C5TRQRTUYwYqRYnbz4/ywZNCJenRo6SahN69/vkfR2GN7NBGDBntd0veDLO8RvVdPjkFn5rPj/TR
+UABBhJOiAPP5bs1cm6FlgKNR3aiB/Eubkr509OD5u7zo7zLr1/LOxqciLPRJtNeMr13hQeuUQw5
xZiFSuvGaLXw15sc9trWm6EwpHkgIqhLhLKZA0MvGInQ1KZfQDD8fYPSaseoHtliBk3HQEP/XzxU
PFbrBsy3183D26uNqCam6OoZJKdJf9mj3gqrnOnK0ivGfLzNbMWJP901boH6Dxn4F8f/6x5wXXhq
WJVdiLx/rQssjl08Ola8gemR3ydakF94fVx+cZS/t/mU1tRHdCFWlToF59vThNOA4dbFBgxS2pxp
DCXJPpsgvGyqggmDm+f+Ich8BDsGUrmoTJYfNoFg+xxVYAQrkXR7kLP3CbOg7T+Px/93l/4fzCV/
vCl/2UvPfiw/8qQffryNq1z/0r8spr73PzQj2YIQ5sUcjofj/zpMbfd/7NWRw+qOOsMg1+lPg+nq
/+Av2ZgSKI355/5tMLX1/3HoOfBhJpDZtX3b/k8Mpuvi8P9WY/pmQI7pPZJLwiO1do7ePlFVYpfj
MMhlV4M8dglYjvMXo3Fw4tEqN88Gp3S+2emUfhX79HZ5/Pdx1x9P03h1V61fvz+WxxQHfoySfdn1
LnRLvbFj8siX5mBOhfuF8+nth/Rfh2ITw0K/kr6ZPLw9VLkkGeuDDvCmmbxTYY0PASrXHRQJualM
7eqPu3/1r0v3Z7bh2w7Gv4/2z/YMFLL1Vw0ztaQeoBabd5onfeR0dLskwsZtGwzprpmmKRRs+EMU
jF98cD44TdeF075O49hCvUf3p5Nh1VmtcSd9j4E74/jX0S1xXmSLETHrr7/Y3Hx0PL43lIk6Xmjz
fcOkK0iciXPIsyVS2FXGrZFLILpFXhP5KQNwMgW05s8v7ttldr24FCgMdLBZcnX/Cg7o3cHN/AmC
v8yHbJ8hQIZzYvj7/+wozMBo5bG1ZuLGu/F+lcXyp1xGzNPO8Qs38huA0C0omy8W8/dvAEfx6JWQ
aQ0mi+649faxZEKtVZU7QRdFrbWA86F9gKAPOfNkL/rx81P66GBkEtgGB1pjklmD/nzdhsRorNgV
aqfHTbp3E3UvEIfsrNR8/vxA7+/QelY2aHMfb+9qYn5X9jRWVlWpV6od0ZeXeeN0+zYBd/VfHASf
D+sWTV6WrbdnwxONRbQf1C627F+WnaszscT+F8vGR5fMRsXHDI9iB8/r24OgAClc4XMmlENy3ywL
APOgPi8Ec7XPT2eteP9Yg5kfUwfzCPAcUHezJL49kmvOhIM6RXGmR2yuvnhl3v3jloPoED2bg5Fv
rWffU/tBNS2zUZb5LvGW3kZPpsfdjeVmxnBdl0WfHtRgNl5YLXHmINSvZfNQg5BRN5+f47vvzPoz
1lETJfEaVvdXg0fTeoCk7Mx2gz7ly5NfxyvQLzX7OoSw5TcHr0qs70o2ifufPfr/HJllfy2O6Ysw
jH17dUmWReK9jBSgqY8oKa2cHRqROex4uO7+85NcAxJowmMFJ7rg7aHsRFZWFej5rk1Ammqi736x
po1HGdvLfjHL8SZv/a8ilj66susrDQeGFFi+cG8PGmemnnqyK3Z1alQVg+VheJRB3hwrd1C4DYQJ
2Y5+l/XyH54s668b6J6+QjDIjXv3WY1Nva5yHW6ZCCCJEnDWHsekqp57tAr7qR/rK/Qn9uPnB323
vIAMMIgboUWAA54GwXsfrj0Rw1kFzJLa2fCvp8FHvWhNqSW/eGvevfz/Og5VFsO+1e3+vnecpDG7
Cdg0O30U8QUuIvuqoUd6nYi5/uLtf3//6FswcWBTxYYYyMT7dpqdFLSNBJy1ZAiH7+kXXXn67+tC
9cfyYgXUj6wseElNJlXMm98+INZoI99F87GXw0pK0OelOskkR91K7m2B8Qft0gA2uQyQl6P8z7fF
SnzbsMAaFYJLWFpwfjRKQgz52r0H9TrYKGQ+TzYtf2KHk35JN53XFw3SWQdoGyYdwVJTt95zbaPJ
L/J6xpzmK/ViwKs0tqMl04emsgaI0VpVHrKp8oBE5511Gpeudy4Kc9H8a8EIKmzs1PL3JULoR3hW
qO3xsSQ3VR64T3nvaM+xmu1vRjY4vzzoUb+RU1XXhZZBAPf6wXtOc0cMm0Jf8SDAFIEFQzOEuU7T
CLRG0/JLtu5QzwdCK5C8x8LWi6j0DHgTiRZ/G3v43tve8QeQ+FVeXSMvRRMvibANwt6S4ugMPbwv
yxjSfmsbtGwOLvh1YwOQ1bsrZD+akcL55oaOIbj87BGUfah4Qc3Qw2by00pm8ykpLLAWc2UgJQtK
EihDW5jtKWNpxwVhDM4QohKvmx0YadhXyPiqJ5HGfRkxniquW89thpC60joTTjvBZcqcJT7EA5jF
TevDywoxxZMwITRZjAc6hmDPqHPqDtaQ19/FOFauqhQF4DaYE7UghNNzK3RyN1OHmD/QN30wBPvC
WmipTpR2Rw+hn7ltXVRWu4m4id9x6SyXNAyh31tzZw1HLW+Ki4a4COsq78R0he50gmkKFmOAWJHb
kPtjqH1hOeVltcMmrD+Pg09alwm5jwdKWDyWk2qrYj81vWPtUk3rMIJPmvUwJYQKbPsgjeNNMpfF
LeixLtnaM+3daNTZ+58AgFs3Ms+7dAeFsnoNZNb4myL2UeYSqT48x15am0e/CFLvVSijj0MTfYqx
H4gZmWBYGI3cIdnDjkkRV38zRAdksTDd/HuxqOkFq5sKduYMevUwUJCP27Gf52wnxhan0LAkTlTn
tBu2Xd1qOrtvx1RhVrbjL0uLDT2cWrxZoUIyc0Y3G+AYc8/cCKtxRAlfBHDowU0i5YxjJAbh1LcG
uOKJIg/LYy78nTsTxBFqVhx8X4oFB5jWLdV3XCJCu6dk1eVeEe5QRCqw27OmHRVmAPCG6b5xMrqI
ViGG+OglBShG/HS9uEbaGNsg52zzlLn0aDA5FOoM3HZQh3E9Gm3oJ05xbzd1gucJ7zWtnymYL5wC
iww+LEItN+s91s9p/E2sIlbizfu4TZl5J9OCZ04bA5rvgNnbgDjvSpBSgVzfKQkW8QQuBxvdTbjo
g/jZdRK9c9nCTduljjKZO0O6T/alcofqLrDrkUC8hvZTZC8y1rdwAcjMAToM9C0pvOlpqmZvCR0r
GR+Ndumcexxn3kOaCl3smmQkb6fje7lZbJ0ZBk6NBf6zr2oAslbaE/Lo0SLK+tp9BqsdD0ehF/Am
wep3QLDtAhil1k+/0xh/9HYm7Ffb5GmOMbWxgafjTx5tjGgEVE47nVfoXpdCXBDuWvrRwvtuUHxM
6q4J4OluKPaFvUOZQP+aqXCxR1OvwVHEiuds+JdtAfMpGV8nqTQD8Fuaf4tN0Aw7py+Wl6at+N9s
c3QekFgYI6rLFf/e9BYGV88bkh9wi+ibeykMA0CiQbcp6jw1z3K3wuRfl146gzt1u2mDgF6pPZA5
6RxFHGgyUnlaskdeFtYm14g78Pu4q8oTbb72UJKBEEcau+hig2peL8LcdKvjMMEXj7S+BLSsFBEK
sdfA5DGz2Dbh4tZk3RRJGZuRmaCyBSxX/Crn0rsUQKMwWDqaiciWjKCnVcb1wLOFixFI3srNJ0vI
OxeOg78rFRioIhFnDLtItRiZ4YErOGIKgtZp5KZghjA6ugxBVhHQIlKpnE3P7moXS9k8uQ6vQ4gr
inAvYjzEI8j6oAh9s3egkc7Gcq4G6Ph01arqqWFOSNZetwhw4XMdYV6uLzQ5pD/1ZubT0pYJGKpY
vywnJTZVOkGvW4ocVQ3lReSK9saqWXu2daEnkDsNv3n+p8MC5iKGQuixo+Xy5n1w0VMn4MefVXtW
zKls9mTPjMtGlfKEuMc4H6nFWBvqCNHTj0ozL3t05FFVlr8rrZJshVEsc99/O2O/3E5m/kqi+C7R
zYOV+rdFS6ZPPutPcye2DEKf8JcSSGHeOLgVQr1d/dx45C8sb2nR6zv3tl8gkTMxhJYaJrykI4oj
t7RDnfKSzXzikP5qULin4WQPmPURxu8ZhtYggsruvJNe94A3n0U5L68cT4nIz1K4u32HSkkC3Jyd
2gw7Dz6kJqr+lOEJJ7NF7LRmmY/g8JLLhMDp82mGpBD1iYevo8+6Cp+fw9tf+XX7YrVG89vtS4L9
Mmw8d50u21Ppzf6mL9nahWudtO9dQ9tOTuD86pcaVyBLI0aSVrTm7YIP8gZ4BUUsZO87BOf4g5aG
blfGieyRC+p7I8AzYbdiebB743uQx965BYn0EuPfyuTQ/aqO0CBbhKwASw1NR7WoH3LsayMpNhHC
dcDStTafmtq/YLRfsBzYCifGNpZO/cvJ7Gdi4s4SDaox35Iz8IgHE+n4LilV/tzrxnYeS39HDsnr
QIrS1l80/VL3yvI8AfWPXMf6PmZ4slQ2J/RFTMKrdaPvjajr9O5nTCGbhb3Zx3NYKQQaW1DTtN+F
HQdV1JCS90KGQn+0+SR1EGf8aj8Mo7pcU5ouLC0tfraerx4Kk6bWVcFTH0RN4+pyK1jdePhNvYns
2jnDyqtdoOroTpkzvSxshaJ60oaLmO3/Vtal8yiFnv4u0tl56SVsWMhAVBVjUj8ow7WvlU8vZH1F
eNwy3Z1OkgNUG6Ss5nOjy/EYTLb+SgLQd4Xv49pcrOoWc9iB2qiIDM3QXrW8HM/rIMZIkBtPid92
cHdZAVBQnoxWB9+RTwI8aYx95duUo7BvA5KB5r69bocpJS5ntCvKk4A8aMt/lQqUf0sMxyZWmRnl
g7dEvZf122bUFpAWkznf5YHdbMkUEpFlWxNkVcY94Czml8x2/Cu/WTQ8lS2JGpNR3bjpdAj05dLX
CBaAkmx4J4KWyLAQsevi4pvJ+NZqDcBboxXjjykuChlaXT1FlKREV3TlsJtdGUQT1thtalq7KXY8
lv4UHuBUFtGMDS7FsrfkR331ckBgUs0Jgh+vrNGoXTta9CJHNyA6LwZW3fS6+dO2YzcMEvUQj25+
SxoTjgvRBPOp1SeiOWNdRGqKq2fYqcbdwPTw3M9mKtVcuVfZWFl3lRenN3pmyp7PhQ92PB0QB6yl
7WW64OwiTAaYculP+TlmeG3jQc48Nb2Z7DvLnrbuAltDYTPV4VHwys2YZw6aFp/leJ0iX8o55JyT
nVoKkMxYciLAwbjKeg+fe1fNpKSVY0ViRd9flqno8NHhyyaIlQyhuHShRKDOATgyFs4VwTLywW56
BcEpT9s2jN0i2cdNq55TJKNQKeRMQmzBp323LKa4pJWLU0pafJ82QYZeBLvNzKoBmfk0cZd2SWBg
mbGmriEDaobhKikEMQIUFlXyYiZM0F0YipGHNpuXZRLmNa/HQvQZ+UC/SqOW6VkJRdw6Wi7f1Iu4
ZsXEV9/K6dwqfab7mRprahejsiJ6v20f+e0/5Ou8kVFK6NmdnWjVvvSpajeY8oUIQS5ALgH0s5S7
JW2BJwHURTPAwobLnXPA8pMNlyOrfheRNl/pxwmeybF1+5xHwe+SO3do6/G61e3mEujKS9PoeM/m
1oisPtDDfnS0HVj1EgC3GO4Dqp2XtkZktoeC690I6rsIB5h+SULd88gkeIvP8zLVxhYcSIJyAKM9
mGPho4CfUpedJlmpCs/ihPUM6pIIAKtSem1mEajnJR8hKei9Ve3VxNpGQB9GrrnrKjabpOAwsiax
gK3BVla0oQ2X5TYRhnesEuOiWrJHoQn7lAggClgbIwx+3anAmXnh6a04l7Dcb11Y8tXeXvCXlkWZ
HARBgqykXYVF3l2xJAWA6qsGS9l5Otp5xMtjXnVlh43AbdzW3pGlgnU3cPlzu3e/OcpotprTHRC+
EaHGxmYJiTMXV2ynGrz0Hc4sLvEBXfyMH3wqssus1B67pq/3ljcbv1qMqw+OlSdnLSqvA7vudNiU
ZTOfWaxPHsh7v9lxBR4YNGDWhBvne5uK8Ua9WwKgE5tpZXqhw7cDdo/k0R6pD7291bU2sTzY6/Zu
lpx3mf/LXERwZPdyYVcz/nhVSFBbFZijg5dqj9XcDPepoclvPsHAV0mJQLRfzbJsgH66qi0vG8Mp
L7uWXCierAfabB1r5hoc5zVecg5Axj0R6rr3QcXfMBo5elNKjuNcC67tKCb9aMDVCNOqfk7EhIOy
09XeKHwIg+RnLPhm6S1tTGvRzzLhBwdLjG5osygSvVKajxQP6d1QjJW26Vxa6YQvDKKJsg5r2D7o
lbjzSzeA3TNL8a0gd44nlhr/Ox9GSrZqIEqNtZRKqqTA8OTq0BeXSq/io9+57dPUtDqACjVU91oB
fmIzmYMZjrgKb0Vsy/Ped+MQ9VzpuVFjpOo8sZwxcmWu3RsVTnkI+TEkAySI3XYa9SeM5vFtUbtQ
H6ZC/ph74572kr2D8LEQiIkf3bGw8aVYp8lioY7c+V5xnsq4pU6X8DCQ0KsW+Q252Yx29DttaKeX
VKbpge3vY++MkwaePtYASDSSD2nuWfylPrFfmqBjYV8Zov1FV6qGGqTrit+J08Q7msDVs/A6+3EQ
gZVuLbLQorZL/J8eGR5R1bkd/wzmLmPYUAvPOyF1TNcegO3L2GJN3vpp/UKgXgpoRWgXrqf55cmV
QrsmpYQNhDTH+RlSYJlGQnOXbzEZnXJPU61iRD3Nzj34ZSKX+Fp032FE2dusnIsXs2/zC8Rb88Pk
SP3WMhpvM9ItAl7lDPCuCRssoDqZtdzrRCQQ25ZV/mU3ZxVhZoN1FifWiCwyWTps4m3mcs3a4oLW
BHwVa9JIggO/Qu3J1YDz1kOSwaXcmwFTc25+WKJwPsssdrlrdpNlkvgrK2czj+7wMPqCSl/VjXvq
MbM82knupWQcta5kwfZH4nVG3eF2ClVVWwnL5sJTZEbteD6IPEXTUl7QR9A1qKQgKsKuHtMfo8W+
jMiFrr6KZ98lFbBAI0XtZBCyVS7zLLeTsei/0p41fRuohiQFY0rVtCnSsbzLAmRZG/w25rjSkKZl
606zJiIWD2FEXuv3N5MC2BkiSkHl7DUS7TG6FeNV83VSZpZ+MDD2914L+kXFCfC0vCCrqFIyg0JF
NQAovrXrfQzWqOFLkLl6VHhe8xozI54oZktwvIJeE6EOvn+ezTP7YQKTWNQJP5RXgbXkgHF46q80
QEJq40DbksBmCJwIKeXUcB4oobpDxfQZqD+m61/SzNibJLG072SRs0PBVbVYYSdXj/psj8uT6WVy
2PZTP5wX3PCKdCRHyZ2XJ8jIOumIy5bv97Kv4dt0bGQIR1R1F5Cgkk0LIpFlrAykux4oEZ9EsjG0
+xlaDG8Wvo6OHL6KvJbR6CNQbyQc4gRyzuup7AK4R954LfhSaaHgyhLJx0oL0MLzCjhbOf74MzKz
PSJWu6HB+pTU3V1R9CRbuUqbiKIj5uSnXBGAmxHyQbqh7SfpZgPGdYibdJtLPQOyEdZkOcZH1woA
urepFqBzRD6XUGHJ8ntqjS3rp5IlGavseF+tRgDXC2xRsN0NMi0CTiu9DWiT0QkRkM4XdtA1xgY5
dHvpwdQiAMkYxU/+Rfe1TkwqTUwC4tkhAuGVaDxAQHpZqZ2llRCuMnTfMxkjebKmL/UuOXNMHEnG
SAlDjLDp06+FFYUAqI/zIN0Fo2c9zSnu9rBxNd05EPfQUSISC5RtsQzRe8j1cT4HRWYMaxuMDkfc
EG7PJqOWl2KeyebT/ECV2zTQoKa1cP/oVTul8reg3aw1rFFr2an1RtAeq7EVDt2+wr5Ocje1jtmA
T3cjbbveZSls/3AB0UUYCkXD6pptSJZQizTKKFMBnUS7IWURTlFG6T9aXf5Dy+rpXlVOejdDQa42
dtxj56vsGPSLbAx1skQ7T8dMc23nTMKMk8ciH+wnKBHs6Qc2sU9yoMaIltg1SQ1To3tLDPhMrSZQ
VYQWb/V8memeBKwbmOMDSCANPFIwVPbPGSS49c3XgokI1SG32k1GZOyLMkbAfMT8GuZmwl5gQz6g
Ox6a7CYQ0Fm0wOxt20N22Md1a54BUbIuRQWV5Fhmi7KtV2pUrfcx32dODzStSeOxvdKnVofwEvQG
vLuNT/DfVEe67OO02Hi2RibjMS7NeCAqCRuqJg517RREVGB4qedwyuukvvL5FE8bk447e+kmZ8Nu
6lULeYt5jhvNAamxR3/0EXxUFpX9ttKtBgFrsmjdjl/vJI+Nqbc0fa16WINFfC8IAaEWRI5nbHjC
sZsWEQ3Yyri4kmWakx5At28g76feCWtRaoSEArAbLpgRZ/FZmVO3RnFbCPUkm9ZYjsTS+hnNR/aY
20R59KVNbcqSiHQDOcJViZsO4o4t3X1i8TseB5vUUxoohpHy4AM5OybkiiTPnTMly5luG2MRtY3R
1D/4gozWmZnX9W88Tm1GOyVlgzZPJHxtaQcjW7AIMoCM21DO7nO392HgdbklHv1YdPG3fAWL7FVN
JGxUWbS1tg4bHg3KAtN7HOZStC+kRZEB6HV+5USNKom6A6/O+DRvYXTSUiGLc5tzRsnJhQfyCPPQ
J98Zkx4QY76H6VbTsqE80+Z5sU6yJJCL4IR1m0VwV8mb7AuMgTStHPvOcppCbsllVC+DdPSbxu5c
6EfpPGrncRGrR9LYBvtskqOe7mODNJNzYD+eZDlLvJPmWMqLUik9Gfbkx7hXhGKKG1q/KQsxCX6a
ttObGAqHQ4Z1wOME3DwSJGJAYzMQyjzFFfrac9uR9nhl00zI9y4GIBKdNPJ0CJdz5x9ISP10w1Ok
u/TK0AUA18m812wCSVhurN4KdHSHfCgIg5IuGAueE/00dnHrXbeul7d8+NHGMeRymYHrRHzRErUq
X4tmQUBhiG9egezjbRx2sSqb6jB5rXql3k5tvi7xGFynk7LU97QSoJhEY+hqi5qDllCuqYFInjZn
H08Ch2cVv00yIWcqnNkKIpqYWs/SCqtug3YTyzVT8+TWX6ibtr6BEJodxNR1IVz7JnlBVQTNSaut
/jaA/GhvgJBBr7JJeiXTFGI0cDFyy2oi+shzdogN2EMEBBzZenSltkatY79ZHDAoRxdC3TauiD8/
641lsTe9vlhXpd3Yt4Vre3lo6OX4OxBIl84W5mWAU7JWu2oswN9hV5burc0u+IdjEg17MSeLeLX0
SmowgUSj3cS4XG805i/8NSYCwfNsWbG6opE63c6B2bqnxnfb5YxQhkYcEDS34/lIDki+Kwa9DvaQ
gSEsMEdYAKUSLec7QOXS4lYJTxq7Hugm4DezSx6CtRfELnqAfZXF429XWmy9lw7SyF7hwqHTy0JZ
fYuTNQhO8qTJ0CkWm5ytanHssOfpJrIk7r5RgZXskXvikvctmNF8n+qzO50DlOfbjkLIeU4tqIBs
WdnDRkbcsu302cPyToKR+EXRMp6VNZ/VzeIXYj75XZfInRJ2civagG9yUOlUjgQR0SMnqhYTJGSY
LiIsKr9ve/i+e2UuHeUJWnLavTC0aeMYpYpyFG2/G6H6ORSJDlUKs6uDidJ2Y606YznNTVLCCgYj
pMlAEtWQGe2cQZWvugh0eoVwZAoey6Wydp2pk0LUM/El0mvOimLnjA3EY9fIm4YQJD0p5aEh+9bZ
uI0AOHhO/CzVfjZIT13mmi7pKMGNTXZeCnTptkINPEWkQQ+MQGC9MM4jG3aBCFeJp5Jkk5xJJqNp
QICeIc/qqmR/DbRkgEdoOthHWqicRZj2TvYdSFCDwbCtgu9lOVK16GTqJtHQtSDJNn6Cl4yXLk6n
b8JwZ6rfwEp0OqU0/QmXWdwXh5hGyCv8NxFSejcOFzldTG9jLVarRzpZmScwIvTNLN1SP+1yyWBA
9jmkMNLRzoika3jlmTUC8Ks9ds6ShjUF4ZTc49eZqm9BwrQanmMO94dSibRVHlo3MmgZettA65cD
3A+XAX5cM0EAZhdoEcQ5T5x3nAh1tWX3Gfp92bV0Y5ImObXKscr9UpNatWHi4A57JQXEadR6tPsn
vWHr3IPYmAAL1uK7OZXMfRl60F+nzUMDhcGmBsZqLJb7Oila/RRktj+d7Jid53HxPepCAVgY+oXD
fCTqCY/NTuvUG6lnRl+U4D7afKBhCOfSySVeomQA9hyRdtwb8C5T/TAVU/Wi9yYaxgQR57IJ2iST
xAo1imFpm9WHyQH8GoFKU+dQZhgq83Xgjkli3+uDkyqbHqpDeb2rB4IJeVNbSu+4suc8AiIXkDXh
TPpTDOdoYQGpFnEqGXD/nAOh8qgmtphOFkgp6iXaL2WUNoZrXKR8HJsdulUooB3f3hvTnSofqG9h
uVttbit373sWdLA0YDHn699YE6Fy5MdudABFxjNzWvOuG/kcWXqsBQd3cXzY1yIpNL5Yi1Nvhywv
h5uO4oapWVxqLwB5K/uQ85OORdWaD+yncodc3cQBPps58b1d03nfcq3XneiS/y9757VbOZpl6VcZ
1D0TdD8N0N0XdMcfHXlzQ0gKid57Pv18J6MGnRHoqZy6H1RUQhFy9Nz/3mt9i4fDQkjTADU11Bff
oi9PHNI86gv88lkpdnTnYRA7loJgfZtxvT2bzNxJQeroHvlIOcgr6+WcXK4iR8x9D9tJZbBvlCpJ
7okh1jZYJ0Pk71NvhP2twGp2DBPWIMcBgXrkrkCGWMlJajIf6ByJNyI6ld671pHhrqmB0PkN5eMY
AO4Uxr1IW/tmUMU4+Tkg7jsLshO5unVeA37NwVvBy1zhB06NMT1kirxMm1juhdi3km6FWwlNoL0d
4DKzLgbxDNFImwgCJeRYW3amsk71TdYkKRuNU2Y6j3lB9hw585LpDqEMAY4itKj9QZoVeq2LAKqy
RqV5TPOwNTcmXOHmrW4yWTXcoqQV4adgoLqXqJe6txlk9OByHNMuSMkqa/x1aMxTRg7IZ9RE6cPK
2Zth9CyqpB+FwT3rK51pnpc8WivHNpaKVq41pEhkRFgMm2SkBbirMtb2TPUFrR9fI2e44vUnmx+N
RQij09dXWOM8Q6SmTEur90jS0diW6HyAa+X1kG6gxRUNKXnQgl3ocLXYQ4LW5bcQ4rVyJFBsEAut
ulAzXb1emu7JXFW6w0dkxTMIyTosoiczLqhEHHuKmEg6qTV2ujuZ+CMdBTwLY6N1gVs0znkxBINp
NN2uBo817ueMBZ5vDsACt7B6shE8cKarX6HgQelNscZCRwAlS3fgaSfZVS0r/dTyCTJe3UYCgfIM
K/gwUaz9yMSUtx6Rs8wY86YV5u2wJqu4N7tpyp3FaEGMMw/IvrBtxRpzCFZge7I41S+kFNoPJpvm
dUzYTM0WbcpQb+hitYNrUKIbbiLEtG/nVh3uJjAGr8z84ty3dA3nbDeO0HQWOda/SaORpDO3VP7Y
EbTyGAtjejP7RFx6UKiUteNQfyBhIoJr0sx2cichittRox4AftqAIhTmCsrerGlMQM/WKFASVZm/
jRY074ZzbHa7NBLAnMuZqfgpZaXOF1Z5yDuqV/Q3yjA6DZVg3Hqkx0nhhMimSRxu5uJFXcBFOxAN
r4Lr1tIYQiUJKXygCZtBBgirkpqncMCN42JKqRVUaMHaE6LIuGU5q4EgxmxJU1Sbk1ENkEFDVmoK
wNMuieprE6DiSwciBoWe+zXt/pdm1lSESUoh9y5erSh1DUnVSLiuTR7DS8w7YitHUSY7rL540SVx
M9tHtNqG4kVZmStbiubwhRZDR1WQSUSPGMgIfxiikBiUTkblk0cYyr6WFV0SGIi53rtCaZZLvCwU
zpJUyq3qhpNolm1O6uh6gCVNOqJp9ZQTkgEnjlE6nOHjAiQRCZluTuphzUOdVv1UV4eI3nrhyfqo
39kS4CO30O3ywNlPbVc21lXzRqtIEPzEKtPisIbF6KAGWmEPJjYkbZM+NYmbCY1B0NuU4cT9NgWb
TTlH92rlRB1S4jbpYalJiAJ/4Luh74yp2EilxJAkV4f6xujl1XAh06oQ/2E4KmDBoFk7+pQ1pE22
FpN8G1b0cSIylWA4K48/LbMDt4/bPXs2u4UyvyWYu2c8zTzTTdtUPUVxI31GHLVHpBECaqeekTmu
S9i1+wakLzgawTlDb7Cc47i01RuUt3Sg2axkk/SZmTloAToIrkIyLvNICeiVZTW9DYRxq65F6XTX
11MuHJDRkN+XSiPQRTBozR2NFc8F7pZx7plaPnEdo42Z0olQKSmaQaI2DGVpHjC0fgCVHskgctXe
5tneT7DEjaq8aFejI3tlXWuaHK2g0zD0fYHrBW5NsmuMmUwiupt4HPoZWVjGFaaCbA1gpy2fMoSF
W1PLtNdGwEgn2S+k+rFpr95k60w0eRSV7zQzzV02DfPyPMaWeJ8MPfoyaX+WhKL3+jEc5EH26jxX
7+TZzOObsm4kuoYDd5eX0mv7vDYlNK+11oQ1Z1QYn6JYKiivkDEVJ4O/rG6hyxnfFrCnAqVU0QV5
pNaAHdaxog5b1ORkzAkt+o5ng80KUlLC/ZAAbnkzOq2ljR6mZcE8NFsmB2xvGbpglzuCIJp+YWzM
JN68AdrGezzq2EYnFEBwgfagHjgyMiHFQck6afSQtrTcrPoI2jqKa3GyMqHLyFJM6jvExFQZLZmW
3yr3MGhxVotg9IuwrwPyDS1p1wI/5xx3Ca2ZItJHyyNHVd6mrL9Hty7mpj6JmekPGaiJDUDTVI9A
Z+wpWOxYvcBvlb8h0vU2T9Ql5UxFXXUSur7yKFjn9VsUWfYIfZrne0o//wfvswEdhaTohtPrEyqG
XqxEbSFyTNuHAZ9BFTudiLQfrZ6nzXG9Np+/kySVk8/GapLML4o4AxCrkxXu5oD4PhiMXhnZ01DN
uwo8a+yY+ShUKtp5OV2bNOD4hyklAVQCcDqncpU8qoMRUx50pN1szDqO1M9KkDaAFoeAhGd+4mIE
pTyzzoHITMOTkQg49HUqw8mtKqtAqTL0RVAmqyU8Kc/7pYD/3y36lv2AdzyKGlxyYZPi5hddSDe/
EBFrDUdN2kZTgc3yPwjGYRr58MO4IejtMXljXhMPrpBp2yNQCI3nGrqmeLWtJFuPXbau0H9GU/hm
isLHEaSPzeASQQPuUH9U2X2nlv2hC0cTa7VV6nSL62vOmjyggdwy8BPgDk1jybYr11l2tpNZyj3T
stGr0s6k4UFK1xiSvhDJOVV/GUtBo1GIslRL1WvMwEJrmjgpTWmi0AGv34ToAs113Y52JLdPo0yG
4A0lDvarlFdZ8QlSUVT7gmyQ9iTl8xQnpwUQA7NPJavmOmRpVlmrJ6IxYrKZ5bXqE4OsW8cCsHu0
RaxXkUIWWT29FIFGKvRGcmwqUPk9+kFqJcILtrUhEzY7kTwYka9B5TeggI3LiLckCZk898ilyEj3
GHsC6kkHYYlbIa8wOGWfoFDTfl9ra9fVTjdPGejHdi4/KUbGNmhnkb42M8HVwYDYDNwvF8hDQfhF
6fUMn2jWS3P7Lq9llF+w59umP4WRVBxsKU4A8lTTROPf0OfodgEUPL0kCUyp01Kq1bBF85cnfjmt
YUJtC71E3QD1IfgwirTvjqsYQrYmSGWKwJJex5Hj1RhrlR3jHZkXYsvDirzbu5pbEXkQYtrJm0Fm
iqPMW/uZy3duNyHzla/cKJLwoHT9WPnRQpriCVWNbe/Ic2tRQIiUjG1ueKzS6aRjI150lpnvxRxZ
urdqeGLcGN1zjBJ0lRn3S8SdU+SMXCdnUo1CsMhj2D+LgarM0dKMQTgu/CTahmoBmaIEd498zEqL
4UMMRQoyvyCmGBVFbJTXTkc57kvm3RbWf0ZN3XZVayFRAo9Jad7Sni3oS6y69hnS8yUSLtV1mQZP
yQGml0FwSRiXHRJYxLkCLSlBcWvtpTLqrkA3R/MlRmJHfFCBDCBosnbWaUIb9bgXOaFBgRFVZhX0
9EqKfaQwEtmGOrvj1UWW87KXsnTylJk0Hzp0Q0rVEM2L3fm2gJm7MXt8AgcI8zWvurUnkqcgrAFp
kAoLx+mjdrI3YIYm7fUaxdD7LICWdqsuhRwf0GSXILyWBnK43iX0nxktWauP2LGgOFpoeTpFzEr9
ZpB7Q3NzukMymre+7a5qL2SRnGo5Pczq1OtQ74brSBx753TP3ZApD7I6Ux0TDdzKFBurdEswW20c
FSmU9ZuxXRvspxYvsx3pt4OC5ddcpZhGEwYocUCtMXLfxGWhlS+h0UbNoWJ5SgenKaTstlbDJWEp
p9EEqtRaKp67bqVH75IV0zHcYEB4yeqw6p4Qw0bK0VbTBc+iXV+hL0qFIf9H0q6Mh5w0piNOBFkI
I/qsTujXGHqVJVz2qVKG5yEi0KvE9aFLKHLW0OxXX9GzrHs16CtS5TGutzTI4Gqels5KkcPVPymK
+QLVOTaoAmt4tZ6qhvXwwPUvjwDU5dzu4Xzbs1qcyeOwo00Z2ULye7lZNNoF9B9Hz06ktt2lGWDf
/ZKb6DiWGgwuYsjWsH5UiVUlz6aSy9IOpoU03q59uyBcacIsVm7WSRkmtCHdOrxWfaaopxpgiwWT
PDGbK7sUVDQ0T3rBqpdn6dovhyq6wm0PehVB7rsZ7XxcLQTxMOC9cs3ibFPrhZSfabO11ZFppUie
DRMBzSGpYnDuE8p22SsLu7Kvrz71WKwymS8At+xdYoBncgy6pMgP7RSRXmLV5pYVMDPDhCoODQiA
/gUzwyoJR2ZZ9Jn3tQBwlrE0dmyavwd7gJAR9COfOAxkSZiSuaU0jEy0SwJRQLjp5zjS502IW36o
7+00ofe0S4e0FOWWSYhatO9Q1SvuyCy3kaUdLAZdK8Xu2A63oywPKs0kUeRm/zTSbNFyZyyytF4+
iw6QuRZcacByv9fnEVRxMM09fTJeYIL0Dk0BZ54HIxHRCoIHwrdyfywWAwkoSQY2ZWzcCJQAXWdF
DU9PlVEgb+OoNSQ/T+Ni6bxqXmNGkHE/RnbiT7LWGXchYUhp6zDdtLRuhzRMzJccnwyvipFts+81
IwmnbctkZfUis4lojMKda4nNAU7QV1r61GQDE+BEjuTbSVuL7wQzzOCIdBJfvNZGnZK0sZ7NtQzf
SJ7mUzWukod0sOzNLCsA5gtVyt6UthHPpSTsl7gr4xEfTNGlVdDGlAbO2AvU+BiIFMwrCfmdRJ9C
H/3TH/X/bfj/UATGtv97yvOpKt8/q7+GPP/5DT8t+OYfOr4IXBrgc/CM/uno/xnyzGdkvOHYIi0Q
Q7zusOyVVdvH//kPXfvDFIp1NejaKg7nK1Pv/1jw+RRGM6ZHMERkiEvKv2PBB/f5q0MLrM/VGgm/
D9QL4/LfmV4mwVpLSHMYDt8t0ZXE3BxuUdy5a4D8yBu3p8X0MLU40T1T2z0dCq/YJBvzZl2CFXEG
aW2Hp2hUXVCbG23T+2PrLC/UXfsBEbGXBtPLshX70e/3U7QVxl5GIoJE+vyE7MkptiylfStY2+NC
d7qGXGhs1eJJXraFe7XgkD3PteoUp1HcUVaMbNjiYltmTOVjwaUSexPe4N4ObMUtC3Xf9kg22xl+
vEm8zKkO8a02ucZyHA40igbnaXDio3xWb/OdzO7gOg3UfX0kV3lTe+L1IHkAunzJk5/1LVo9X/1I
gtAftk9AdO+RbjrX38CwHn8xDf5jiIuZeEFHvhtf1dPgDs5t6Ha+cmNkjnCe9rdPT7ZzOlz/gunz
mO86/0130S85iNSPlbPsM7wFzoHXuPMSPDxEzsfs1cfeG/ziruIfs6emBpt5RX86B3mj0vIi7251
bdsZnmKWF57Jzzadt8R54Fg56Y42K/+GPebTdiSH5oLlfLSvzA/uaCA55ZHl4plZsps8Kmp5R0Ba
skmx4SCI87DBOtpt87lu5F297Q966mU6M8mAtqjg+47iNrlEbr3ptgS23PQwDKKO6AZfvaFJMnR7
/hjWzWRe2pc1YI7kJcdox3XwNPuLIzzjLd83OPnqQMm9DoeIW06Xxstzoh4dhLIUDR86yyfdGb7q
GyVz9S8RNLfDZtjA8v80ag8L1qFMOG2a2L1BgxLMyBDjcK7pWK9f40lgfdtoNLI3vJOeWbU7AB4e
NfaGA3caXbwf7Vu0g8ubxbvZqeLdhRCC13bexd8D6u/BobuJj8rvD/KOoNFj+7q8TWh/SGbIYb0z
hSAagWlK5PWRp0ybRvbMI9FU4/iMR0PkZ/sWXZdXb6zn+kTOzUm7b4/TZng0zIv0YX9UK4ahqzDP
dmRciQkXYXYmMfCm4u+pdJomn+i57FgxLxABYQqy5fIxPToEpka9mY6oS2dvFa4S+7pNcoGvKide
PYPBe9oZvsESkGOkkFMtgvpheGdFK449WBq2fjct+2HwqnireeE+vqS79CgGvim85Ud6H8hVnMvl
uGf7QRjfN57EI6BiFkBL/YXmS/3AKl2jNmjc7tt4M07FId6wRrACyDaSr+2zQOICYwhDcguWB77b
8pSNF/tm7BYYuYLo9poZOzoIICQG4y9cdVSMybNyIRBOvDJBccJ7+TMNHIS1zrgZtvpp1NzRY/kh
Ptkx2ymDOBiCy7JVbceNsoPMeVGB+fNwiM7aTfgoBZl3vYNl7XF5jjMPe1r3wXYRQUH1+SJ4bpgu
/aTb9BId5h+G5Tdf0scAha9isOR0WtDMW0HB90xRgNJe1Txlu5zKQHcD8ij9kbJ9t3o3uKAOHwB4
T9w2ySH9kZ2NvZQ4xnvp0QL6gtfLLJEe6mv+UaDn2qqvl+hkv2uJ2zplelHvtEtiP2rpblRfcZ3A
JrrVTuqrdazba+qVgzj5E5HqerJu/NXFLPQSOtKpODI+c+oP9bLT7jamq5zjb5Q6F/T6/nKv7c/N
Lt1WATE6cnRHrExN++9Jb9mh9lx3TrzNPB7L/vt7TAvHtXeycx9vq8s+9TX32Ue/7JwXzxe3aux/
qp7qYY39oR75yGFl8VK+vyLdoKDn7CxB79NLDOL3wSOylX9R3Nmf/Xwr3NWfjmc1UNwz3fenDiPO
zbpnF1gSusWuOg5e71s31U7mS1A9OVRLruGZjIL5GryehpOfxX7y2CD+PB8VN2epvE0agk52WCWy
k/GaYRzZ999COHyYf7+amz+34tw/YXLrDvkGTe2T6ZPNWY2EzjndkT5qMCDxwKbnjN+puu+8kjzA
1lldVnlOgy+IfSp2fHi0N3jLNDJHuh49iRPe5IVH8JeyGZZg8PgewxGbXAS0R1bLRSom5BMjHxkL
hQg0P7qIzat0UtgHW/di9OROvOGq9MyN4lfeu/b+yOx1f+9uvyW0Y556MA5W8HguWVyw/rAc8S7c
bNfy3jRPyjmb3OWScIiGoPFQXW+u/+996dYkJvmNdyybb25QUUcP5XvGvMXedEc2ynopOZLTUUb1
7awkU57s5m0JXenHqHtm7xlMTfWb0L+1PTHx+rpCCm5GOkE17znxmrPJZKiSatThApK22ri1PaWX
Xb3aG7b00/j+bxWQD1XBn/+4fs9nVS8tZrr+v/7jl79tvqrze/HV/f5Fv3xP919/fjr64lj277/8
xS9pBS23w1e73H11Q/7z5//zK/9fP/m/vv78KQ9L/fWf//isEF5ffxrxmL+imK6O+n9ROH7NyW+F
4/UbfhaOkmVQ6SmaYVgATdSf9eHPylFSFOsPzRSgJaDuWGD+Mfb/s3TU1D9MTEtEKZviClaS+YH/
LB0V/Q8AkTpMXjhq1Hym+e+Ujle2w39b+4UMG1DTQK4YlLWUjdYVl/AXilKroXgrQfuekBsmJp4q
dVHI3Gwy9VNqQwIzc0kz9UMPiEYKCJNL16e/HKvLz1/1V9qR8mvpyhaw36QrANYQAKRA0v66BZCh
8jjr6/FYdU3DE2psDftejzRl2C0C1cQeb48qLmHbovhCdAtZZ58X2pX3FyltxO2AfS9kgvI323Wl
5/xyZMjoAiMpC9At/8N2wVwRvTLlypG2y1WhXhmEFbb03kY3S7OIx0+6tsYZL5DeBVkx26wJtYLm
Rd6NSQpeMeN21zHXmHtBLq/i/832/QqYENclhxCqqmDEMBToL7+dOazVulqjsDsmRrIOnlzJGu6O
WrIu0iwX9Tck0bU/KLRuOkDzbTI5M4po64Nc3KH16IO0d3amWuMhUvuCQk+MdnKZCC8Qf8Oz+p1v
DtqDjqzFRWsrisF/fzvDSrUwtppVxGBk/827EdsEAoIcmgvpRnOv+vRvyq+qiodbzPbZ4qVT04lt
o899cvjXR+36q/5yUhUZ5QIg6ytNkQuPD3692MprNifzS7InQ3NE26YUXU61RseBwMshrV8Tg1zE
6G/O1a8EHXH9rSz1DIOF3hXj9vvqjGRNCS3l0h8qmQmuB6CCBGNmqrLsFj2augdEcoQQSqWezJtK
Lfj3hRHvePevd/63K4bNAOQBS1/jjge08fsVU5R6OXbl1Bxk/IjSHnCFMez0IqU309SQ9Y//+tf9
Slq57jWnHW2bweoXZpT1G8tGW+qcbOG6OKjE42UL0VmV3jQOCe5Esf/rX/UrAYXfwfOQe8CC/8zj
hEfjr6e1CSOayro6k90lLYNX/zyEZMpph8IEwvLYloW+7pae6ff23/zVOrgliGIcz+sSXL8e9L88
QNFt55q9dM3egBE+byySkzwVNIdxUyUrOyqluCp9Qu6l9m+uqt9PJ+M1mCzsOdhrAOXGb3gpSV6i
rtXKet9FDTSIpi+4038+jmIDW8ffHGOFZsJvdw/vMIXYHT4D1QYM3vU0/GVfuwTVViXV46bDjcyE
QeqW715blxFbFTh3n/u6Kt3ULlaXGGXDT/NRP9DnIyMLj+Ryo5k9BX6m27ulXhhINUwHi6SyDmGL
BXVSy8lt+9lAP9KPe2LEtGcSDadtI0vGHUawxJ3bEgvh0J9nEcb3Y2hOkApyHLs2A6wE1K2+R/84
99LXiFHC7dpm+LYBe37UQzcGESYftNerOHM5fBRYgTYCmeBJmWuLlHSZQloNlW2+WgW9zka1Dm2m
9Btrta0HaRbWTVLZ0P0jlrZzXZmBHNfFkZ5g46GjW2OHYV3GQVHJUFCSR81Q2rvYVJmy0EIMcE+k
KKpxzpVh8TjV2Xo7TippmusVoaIMtFXtztgyV43f66H/pgFuyPSFiQAChcH4f5JWrzD6bGPbM2MA
0Y50DkUIYiDW63NvcSQUKYXQUtfKttfShrWjXD+FysTSHkAQGve6bN/bbFA3pGSaQUke7kPUdBAl
5JD8MgBgH9akorxampYlUhVh9RDZpdMM81YQ9uL0Rq/cWmWc3Y2VPH4jg5hdKxV2ubdNzUIdJchZ
ZWioOyhUlJEg8kVmQVgaePsHiNFvIlSiyjVkuzmiABb7ue5BbMThNbPbsDeDUd+nJGPuq9iYfZ4W
jLYrONxxzJeh9ewb35BsTTowfl6PKXOmhxBxxWs6Mib1eDykN1m/GPcKiqgbQg7Hp0InWb6K8Tw3
Q4adxiC9knk98zwoJZT/TWEpmxE1g4+qlalbm4HH9Wxm3J/ZLA6qAvbQQEqL+JnoOwkwRXEPLZeL
6zzrsxj2Vbh8CgWJ22ygeczTpdsB2JkPI/LkF5LCEyyFLZiEWIKj7vSJ2W8rBqgqg9cf2iKUXW11
0ybV6L7HRj6eG5PFZ80Ai+yhxCXJ+jTga4o4qaJ8ZFyHDwC+DoYU2Hs5xm23gHoRpMNV7aF2o9tO
y3rSw6rweCaPqABV/Oe1iO/NVjmmTI/dxax+GE0VOlMd7ZR6Ke4VbBMLMgNmjmkfmK02oTyc5Vcl
sZCzFZrbI7k6LhEyJD0ZbsJqnDZqtc6+xkhji3gZI7GaIfuWwoWrDg1pAHmfruKYruepN+2NqqaA
OYsaRBARePfGGhbnhPDnSxJGyzFlvuy3DRpoCY/PQJdsFEhxpnZoHDiz3Je1Oo6RL8wiJG4YaRwt
oDiev7Q6UYVbDZntJMqcn5QY1eXBiqc8f4mRzUuvzC4LYlNtkI803WwzjU+1XZfpDyVMle+GM6c+
IW1u70qyKg1vKpu+P+OvMYxn22yT8KmteZ0XTrImabIfDRkkhlWN4+BKKu6le4M640dr5YwC4nRo
18uoW9FM7pnVybhqOyUPfhZmpWQMrFINKFD6boaZGjrdQrzLPMloY1xpnvQEoeoIa2hBiRZTY8ZU
dd0wzHlgp5Ua76YO9JBbLQU/YdQkZF+MyrITfmidTshcD9YxKmVG/N1cJtleLByCkrYTbrXjrOT6
eDZ5Euu6zyQecTwrZp4rT0OczZkDTsVkdSkP9pUjWdAQ1HmOGvBqqgnBY50LnJR21awXndkZC12J
aTaSVu6PU1Fn+rvaUjju66VbH0vk2lflltJSHhsYQbqAoO9QvMyNwrHpLJ4dLuOtfr+qVQ1RAK6k
zBO3XrWxw6I2L9CI6MkqvTneFQUS9/0QG/V66cvZMh4Kw6oANgAIspFQFNoonGayADNxYkMUWA1v
+vKrJMGx8BpIoNVB7ZI23qFUrdFLFZKVTEawypwhOlqoXdo2SEyjPBn9BBKh7BrtTmMxlCbHRi4X
nUjdvGnS4qTkXZ5FBybbjArcZprHKx6IeDoXP8ZEA4sz3NBfUmW7xABQkZTjxCQBw2S05HT2kO5k
TMMR7iPf8JRMNn+Qd20hXqgUXH5IA0YU5mg+utHciAjgdZWgwUs99G3ZsBGGNlmOpMVWdRS5kkV7
eyZm6smeran9KsqJ04IRsx478Dhxytty4j/zhuUn6bU+Su4kPaplmQ1v/TSVCQ+/CiPw9fUUVvqX
jgwQj5C2hgI5fsqqKPqm+mjr25XadN3xkETUG4U8MLFOU7Zvq7iOEkBRKob1sVtWjlSsNFr4WrZL
ySMLOW4S3jVYUHGbdHCJdBNlpeh1mhlL3KTfCWUL2q4YVWgjuTiJmorudreoVIkLwbrpg9TYMcy2
VAF+Beopt+wGKFWXNbuIRMrOHZpQP/eamN9E2YWPyjLa+7qMDagAGOgRRRlPlOXPhEwmO3aPLM2S
NRDdp8lwqjw7ENM55QH6yiV0iBnrL/YwvzdQ7sCX6ViSrNQ6YboI3YlEVWqCutsZcyjdy4juN6gX
eLfMeutieiHBMZnl25rnimcjV72BqMi4OrENTxli4RGeA9bhGgKDzd8c/AYBWZAx6NsjKR782o5w
pRoYMMEvkWm9jsSX3wkrov8urXS7JJais9egTt3HlpVrziCa6mSijM92yHrknQrFapsUmbLVlDH2
U0LGAxjJT2Q4MdowbPR2jHcbDEM6RsO5XfY64tODWkyTwznJD2PJVS16jnVcVwaNwLIWH2pU5xuN
kFMnJxsVJs4An6m0GhrACvYGrVp27Zp0ftmlX/patHfYJ0unIxfMq1a8sOCa4jvEbDTglMh8FADg
LbdEAnVs5ZII7AWOwk06YYYVpSYiXnir4totABAXz8H4iOq7RbTfVzPvvBHwlauZySj7bT8p33Yo
XV3CuvakhiyGnZy0WrerYT8ht0yTYEgQAjB2btvGj+NQPDGfX0QAEaCwXnXkAOl5JO21cywevqw6
RXftpXYxEdbCKlUMYkgLnEW9+hFWygPskzkD74SX9T6KEkLvowrMiDapO3XOK5Ld7WjcaDUQVSyg
6rLNesJlobfZTCSAfwz7Oeqn56rHoN2LloKKvbfuQGUgJa4xkz2URVrN3sIk7hk5jPWYmOm8j9uu
uusT9OTxdWHv6cvc7eRmptXQtl3ir9mIRi5JAJ3JBsoPfxmnnggvPQt/9EiXnoSSNBb0v7rHlIpv
L3Fo8IBaayXkrMD9gC1A5e+3/GALaSep5Qx2epwH82z2SjC0A6YKkh+Y7Gm8t0bwLbGLwo1xkT7U
w3FJ2vZtRLt2r+QzJlgG3+uzpkUGL5Q6TwOzmm2a270kd85V0I5stsX5hX2/kfb4PLpHkF/dLQ90
Qh8VGZhFO4f5th8mslBmOV+CbkKkAreloYcp5Uj09EU2hsDGAnCKNCPqtqkdTxPHd5EKx54zITkh
DqWDukQYmON1fi9G0/TnNlHux6G7IllWIH74TIMO7demDaMqALefPCBsflcqggDZQYHAhyXWM4e2
YZq61ghMYL6ZHlAXI5DUeNlEzOkPDeumjWYMEdm8JgqMuc3j8WxTH16aRJ4ejcTEnjel4fQ4a2W/
t9ImO2ZDVpzqsjhJzdJ/Tk0fnmD9WTfqGPeBPC9iq1chDBptMlv6udHesq2UHhOqeNfO0va4yimX
WKd2rKkIzkEdV7Q3olqld2gK8ClzyGqf3Kwq4hjNKF8hJ9Xv2DunjT5YP9SSApPdGSy4/qumD5Qr
5JdriQ3TK2E5Bp0EsTLqrq/GSpmJTNwXLVrpTYqPg7jeq6GjLbsTot0WYXr9MfTZZAWzhfhQEqNy
b7AK9kBXxFvW5LUPZe5LzOCnlK44ROYQBc0U2rcyGNiHnjXAXqaKdVVCGM49GdPuajGfCI21x1CT
mi+iC7uzlDIhtKQ+3lR6puIqrs2dkMGcFXonfAXigpdbPVMsvTmCllapfpiGN/PUuX2l8q3gFPfV
FHKPNKXyqk+pHGBkkXHk6LJLKgsjPavbhqHBfMcaa1sLNEFFtbJBgZUUoYfY5rPVGISlhKowL5SQ
0ilQpEojzD14BSxHpSzyC6gjzWZWtOlzmfTHWm+zfdaR5IozPHKosu6MXDO/WWNV9yPryHPKyqPz
FzSbpQ/LeboLdQpkz4LfeKN2cmmeloK7y5HUyDrA9ZIZtuLhZe4nYWDUMHYuxgUysfSAdsa2NtYY
Juk2Lf83dee1JDeSbdkvQhkcGq+hRUZqZpJ8gaWEVu4O+fWzQNbMkOzbXXPN5mHGrK26qlgkMgKA
+/Fz9l4buAFYQh19p/YRi5tvRtrvlfembVpw3Fq1r9PG07h2cw5lQuRPwVjYG43qGi5V5N6beDfo
jYUFsWvWt27om/shIXulbKP+ltHscJrmkPhyidkzwllHMpajHiIz6NdZXVabxaq0wqkWPLdQ3dfK
LsA6ZdZTpoV18JKJJqBZJN6mCguCcFjDAqn9c5s4/BB9U76xlKlVnBjjc9012GCcwS+Oc8V6PWmq
IICHi7Qn6MfrUfooBBRgDxu06hUQNe+URfkrR+PsLucYQu4I8gicuDzr7FCHsbK8XWzGFGU8JwkN
iDYnO3vMthM6zIcsbPprstnN5tCbKOYxk5ffndZovjZt2147aIXWoinbA/l7xguNUxbxucA/QS2d
HwILkD4t6xkTnR2JTzk4GN9BO2wbx4nhXrjOVoWSaa/IJdmfde4DkGxYGaGhoSzU6BQx3NTPiZb5
rZUX8p6QzBw3b89R0ZgQc1RGfglTajOzGtShafr31MmBk2B58eq9Ij9u1ZBg+x0fu8McOuWAWrFv
8/yNuFCphl8wUZK2l06pWGWmuBWqrk/RstfCHFNn22mDy9hbzjVtRftOwdJAelf61qFPMMZXsQNb
YiZvnlNNYiO5FkyzUmMYty4F4EOSBdVNh03mJSw0LyBg18+EhgaVfcRxdRibeEOjLnqAoGle12AW
rfVITXhVOZbeybTpzbUQFX7fyPS3ag6HfewYR7THS0CwYe7iBhUZk73FScMRXX8g7HeX02S/gTlS
7+FsojpzMu87Fk3rZaYXg1W9Yx2j3ucLC5SPskq0W76AD0hHz02cG2voR+E9wnYsdAMoffhtxUEM
BC6INlf7BTZyjB2JxiYesfdIJaYrA84KcrTedZ9NeAJ3I5Z1WiIuo8XaP3Okdb8YchpfPKWqHR3g
0tmO0CA5RfnNtzIeptugnVzopkbpEmCkME1vaDd2GKDzAlZsMahv08RbTnWE305UOR+skrXzFpbx
+MFm2a9TbuyV6o1sY9eYTVbuMDkPYEEAW/uBCXXewDyz8q2uR9cdMLFHoJenZ1pGUXwVeUGEhYfO
0as5xEgG0TSUGNcSz31GgTp8KXJbDkjuZhwsVbjKUPy1V2g2o04/j57oMfUxguwtuwV2JfDvlPZm
hG44wiFAbH2B6CSes55hv9k4z5Kd9mLKvPygV0LJgZMdPHauRTsi/LaCOq9xFdv8bKf+xxlGJnQG
rqscbd8OD1Xh7OnAYGz05jFka/Apk86tlfKrVtM01aXNCc1bzVPEv5lUAgeAutGdW94w05eMhGVt
htdz56fzpmp7p38kl8u5FNqovEszSNP73lW2lV/mYQBgBOUt8Dd+aupqXxUBbjxIaAG/a2oLmohJ
2ubhVbgQX+8ny8b8ta7MMuOe8INxRkgbO3H2zY/jMwt3NL4ZSZgj14kit42+SDgOqHMYBBDEOBAY
8JGGSs/3/mwWNPWaGRIbMbSMWfdzV8rkHMwx7uMYbq1/C6zTkuvSTlI67KDl4DOtHdFOHKEQybcs
hiOOw/gYTGmXHdCw+deFa3OOn7Gcpt/nGt0vR6+Zw2M32cqHOWopPzjpzLDGGzjKHPxz9GvWuW1Q
NrO2gmlkQj2pmvYEKmCL42+If+V2mI3GxJXmKLogObX0se1w3J4DI6b1bYaD7xw6VhpmG5CoxmfM
S1XgrEVfqRr+Bce/fSC0pfeUpjQL4hxZ5HGCKB2smQppfBSOO5Unk/ZCt3FIL88vA0a77NNIZcMh
CEOoPjaiasVuXkCvKEInDBufsyCDDLFWPAfep+8ScUwAVad4noRIlpEZGBIFnUby1yjsvf4eybXF
uVR7M5M9L0KzDRnIbLNzKWyuXcHE8r6yGGfWLbUQjtROivbOqgtBzg+odoxBnNYkZ3hbjts05mjM
m9MwIYmWWsb0MM6mGmALbne3I/swNLzPVhmifxzy0ObWFX1g8n++6y0Pizs5GHG1K2qKpxJaIn9Y
hKw1iSgxH5WARwlicoLp5cM8OFmQTiHKQbZtARzq2b7rMKnWuzZqLGQ3PNHZ1hkxiUBN9ebqFsIH
nzNRdU5jcbaypDoVaLm/RpmvQYCpeHAT6jimZGuPR+PAFjiEVzOlLmIhBl8OkDxFPBYb/2zdLakk
CewxyYA0gg1ImysId3neAZ9ssU3xM01+eBayQ0DoLKDXVZLH3MwlyQ6rtaYi2KU2ICCGY3CLNoMS
OY6UtqG2YuEb2xPkdH6X4/d+QM3HzO2khmAOTm7UIQOj4un7eftzKur8uK2S7G3xYBVdiNOix+N6
BHRpLphPo5+vDFV4PXy0BkD7Akq1tuHc49gfVKsKaFydcebhMsLrDtz5EXO9L+8dnCLNC6gbqIGT
7yHa1nPWnDhqWtOZGVzn7wALe9UBg2Bp3ifg66sNC6E74/XHQn7dzp6LX84RqrqMToVMQ5WQ1GaK
fWrYKiQYnIMRjtCAwNFy29A/zk6uxm/mQFyRz31IlvgKkw9PLW0avHf5ONfqzckIQt0IfGKvU+f2
t3HJLTpMlpDqHeaBk1OU1tzuLsZourFt13omNZX3rW6w4F+g+TXvNrf6hR5Rbh90iOR5541hUG+s
tI4ANbAwRNijOWqy73OoPwDm4NHQWTG9/nw5tQS0wA8ukdmZevaTRfmmhvlQ9YJ4t8SzaAyWXT2r
k5WV7rArKBS9nZZ0EhkKNRWw1ExlZ4EDsVultq0rkLvYMU7eZMn4Bst93Z4zoypAdY8ZDiEcnnXG
uVKnIujFBqsN/Uev9tNtxoPr73wd5h0wAyM79xMq8SPe2ebTV+aA7Kp2xUznmQBlMCfQTGF44IP1
TwxF8OU6suOdT62WKV4uy5zGaVwXjOYWf7yeby2r5xY0vlPkCzAl3g+WtOKNwsQTzFjtcnjcrvZr
eKjjtBjqLVbc7DOjt5Of2Aa8/OL2QVZPGzxZo9wx/qWzbriNR9ZcFk5P7VRNV5ABGIoziJCsn6Et
WL3GvKLuznBFQ+wMfa88uTNQs512UgOzISxuK3pK/cRt96HhBnCx6o5Km3Uag8xN4dATuwnHNKl3
QRbyRFhap/YefiPzrMQdu47kTFy9fIYGJwgi1rQuipMqAwN+vBlkuHfC1D0I+O/ZkeNG+AVIlgPF
UjPc28SBCaajymqY+uWs2lcMGRy7tUqFuxO0xL7KNogGbC5ZgRn1xx7xc1Q64jDOwH9m4sFNiWu9
8CW59V0NW42WBcNU/dRMifauf66Yfmvl4ksvzTrbjcJMXUhwAt7jynDsHrGW6rhxi67bOTgJ6Qqs
wGaVHCxci9nR4lYemx4tKHxXW6t3TwKo2vTseKw+XiG9/UQd9iV3JA4psyrUt0b4Zr/tJ9zBwEjq
ZrD0OoHKRaXMTTap2QA3GYfK1zwWYoqoiQ1B7sLt4DC+oPOpR2NvVukY3hh0PqNVWsdd8L1wA7e4
OGPuvdFmaKcrZWhn4RiCiXykInL7e6CJNMEjq7f7R5+MAF7fse6PTmZ4/VVRwQi9l3bAL3pIiwBR
EVE5p8cI36HzlsE6MsUuNdkkzzY0g/aD/QTE+IavrATQRf96Nq4V83zUqVlhmgfXUUtD2OgssjA3
HKGjccDQErfeGx6eOAduAmvpKpBuiZeTZUrMG0zY9ZwgNrUwH23gXpvdcK7aemr6FUAGZOYtqOwe
wiU7/XdZ9gv2b/AWEQ/DgZARQRqiQ1kJ2ubUwxJzX/+gZNE3dxwmpnTPPNYNrvyiG0DJ4TQBrRSV
2bdcTgIXFfgrufSwR6Ych6psA3FN/6lst5z0tH2KGZrSbJcZY4+/ayTX7Gyqrin2nINK84qtC1WG
r3mLy3K+js28fxfpxApgeIB6McpTVDbfJXA7HHPm0BeXODOa8SFomjTepHHHcwa5hptmZsBHjrQu
muZgGAZg4cId8+5hxiAkDmbBqefQ4655YtCkDsOAj23t6KzKrqB691O9jj0InEh3DEzNPrPPF86s
BqEdvmW++oaVtW/mJELOgcOYeD4IqjYZqQGYWcJmX+nSil/DXg3J1yEc2+gFgwDPRkR7M/xkwDK2
h0ljHznCu0w39mzkMz3shFHE2a5yO7+omEJ+G/WeMh8m+llwZ5cv9mCr1NBXVUkH5TpCi9Hs5lJb
+bPLnJ+FPseUW69EkhDlubMDx3IYH1J0vSdJ6vXBqo7qwFtXU8tIscgUJypSRaCqzuWtDeqI19ef
w36PRSYaQDPbmKbuSEFgW61T7anXsurkhLAqHlI0O0yhurNsrKY+SDR2YhmypPPVLLVlXTd0yquV
gcESYEM9cDyLcI7VevoKeK5N6Y5U7nApW+Bc971gczzgX2Vthm1CPYL52ZtPfV9U6IGI7A38cW3k
OKiPqYrq8DaLsHZcB7OOLEYtVCweTZFGLG+9to3pzJmh67bmQht69uHvhlvawPAY8CHVpoICO7iS
XmERl1G76TStF3TRbe3FhMegqTCaGxtYuggvMLtS9N9pQaHbwQH0nbT6B7HbHyrA5fjuwufwHWhK
ABgJhPxN2OFSU0uvl+Mea6hnP2gH5+NzlTlN/jImMEj3oWDifgsdgXc0LEK2nx8qmv/botFL+gae
sf7Uf6pG/7+Vli6xnP9eWnqH6lX+Zkla/vufylLX+ssRngeeER0b8WyLevSnsNQ18R2ZCBcRdC6i
yoDb+beu1PL+WvqeQJ6IGUeCYPGb/taVWs5fixWJUANkpWwRaON+SHaR1P4t40SNy/f8v//5V1nn
7+IvH01ouFwZ9artBVznD0WWj4dxEA2OTCUb5yLIaDilpnX3y5fxX2hH/+UioGbglaGTpRsibPHH
RbqaAh7dIWzkwnApvgG/twD3j//5Kr9rBvkoXMUzke8uaY4oQvnKflU9ZYEyajSOcqPbyDyPXvqY
kE61S3vw7TXg4P+WoOzvywVAn1En0kNc7tCvl4vG2CAimNy1SOcvna9AQsmw2czBRCJUgr47E1P6
D0mFvwsU/+c1HQdFsuv6yLx+v2atI3Yf2+SaDFeusnZBerOnbtk1e2aRPcQO16YicKYjU7Lpp+Xw
3z4rvwvZfl7d59KkEmORR0X3+9V7tCc02bh6yJkSSyWQOcCqap0EOv6HD/qvlxIuzwvMC57w5en5
/VJpHHUEagXdBupqvYZp2OzaUIH20dO0+c+PjfB+X1WXz0VUGrpEHkEL6eePX/9FLlfWVaRUGlSb
ohlxREHEL0+p5ccPKcrEamtElfweECuhVmlLm3Q9kZl2LNAXfC+I/EZ6kwy4C2AEwbTooyey3pN6
I6c8/QwAnEP5q3w0FTmm+WaEUmkF68yC35pKG+oydmhSZagl1Vf0FPGz00f9d0Mk6WPk+bh/3Hzu
QOWCYzU3VgGiAuBuYrnbxFkwIAExrOsSJ+QVYJU0WqPY0VeMlDnPO12LTUdkxvy0yJPfoll2zhbx
cMF0L7PGcdUnVvg51vB2116LymXTMoCHmcuM5OwTSEZ4SxhcwsyOX6JOhk9aWdEnkhHmel3RVO9D
17TiOGTKFRutixK6Nz1QzIIVwGrZzV9ARwWPE22RL4ms7WJV4W+mzPAtWMMxWuNvGfzLN4sZVYqD
dsgEBuYyu069AWdSmfnA0al9CmChnhF3GzfoE5c/xB01taMGtTErpTeuBme0gpeBn9hkKPoC4wWe
TOTRC6K96hnnLgwAs1eNnt44rsUfJgqxS59nbbc3ZZt8heCdPppDiu0PMoH3OGt7oM+W+cU7IhQk
65RP5mXIjPYa3zyMFEQXOPRSVIbznCQ3dL3MU9lYTrdyKCFpW8oAvxw4AAYhVCeGhx5Eo7aaOhhT
Uy3ced3LadO5hOy0ZUGLy1aoUIBahWhNCnWXmmba7E0rgXJVF7K9GMmcpLTTl9NM0swZKR6Nl235
TFG4HbKFtayyKn1pEPkg1oQ5yMAbqhNHG85c66lq6BIiWFHbXjjl1kxjaz4kHoTKGETqhrFUlx/0
MM7vE92cfhH3MAsA/LjIDAdv/OxJ3Xkio2l6UaXsnw1zadZVADaxKkEoaNcjh92vgduSVt7LGoFE
5jMeh8IFF6ERRblLa+0d+0YGDGPT/rULtH0vTWa1aT33n1qrbMNkU4E0TirzzupoufyD0vkPYezy
podi2esEknyB1v0PqXPTzcRuEB23mTD9ZypctVOwH8IvVQy8cokW0kCoXL6ODnNf9dC0b4N9VgXd
qPDaZVRV3gwZDkj7EkSPeoKfZ+xGVex/LEj/rRrr/6yAumk+qgctPz705aX5s9T6f9CgsxQ4/76I
2smX6u3j1ypq+e9/FlHhX9S+IRGdnGFDBqM2a/jf7hz3L2Ej7KY1QCUVLHGh/6uKcsVfZkCBFXIc
dpdiicLj7yrKEX9hJ2MLdZhP2GSTe/+dKur30oOSznEYXNmIuylxkJn/sS8z74jASVdk98Beyw/k
LnFyzRENVbJUVzRVaVP88tX8FyXVv1zRdWxKKVZu3zP5av6oPszSaLQiwwcxjazWMIFIAmcIQtep
HqXELGml8z9UceL3Mo7P5S7aYspYakb+5/+x/9cgLurIzHGSekiIUMosmk1i2DKbdvTsr0cmUlvP
96JsW5DY8LVzasOhz+J8MkUrXgfUoZyWbXt8Dllgg91//kaWT/yLZYSfDttKaJoW5Q3qjcXE/2s9
ZtcddEw6+St6uDOkjEp5E3wP5d3QkEesy3SOLDGXhe6fCojlc/92ZQ+Nru1gzOJJo4O3fG+/1A9p
56FXlTh2mSwaS7US2PuYAE3MiXhlTAbyoPfwC1uSLJ5GinObdiFcHDrw0MBo1LDNtV2Kjgxy1982
v39btInfSynuGn4HNNJUbLwkvB1/FN/O6NQlpDf8xEyMEajZwruVDrtNLfOMfbpFd3YwpEH943py
wpzvJ/VnHRAFzIwV6Cbk5fQOQVluXBKVxjTSEXc3q/9895aA99++RrohHuUXBdhypnFt80+fRBmk
HnMSvgwmXu6RElBu+TTZGS65efBN+V6Degc2E8onImSc17bKYsYL4ElugKQXVxNQx2+eThzSMjDQ
3Bmjb4N0KRCg0G9qvWPbx+5XOzXaZNMQTzRtVO+KFyob1BCAAAvkOpiu9lTVRQI2waBrPExhMd45
YSpe56im+UT7mT181XSyypnNQUAGklfb9t3iprC2tiRSBYJCjTYZuFhSh0ij4Vf1u4KUm+z2p+Ej
9itYwFEM4n2jWdxiyAgUMRrxt8vQvIlGElkMusAbiWQBt3lhaIoHF2a87pssX0fa8KFhC78Z1m7G
M2fMupZH2TXKupn6KpqOs4eKeGVC41WIJF2UIFRJDPgqNvmX2MfKRaDCMqLzEuGkaMNcmnsEd+Rb
Fhz+xLmZFgC32Tt4mpvSupNqijeFzl2UNL5ivjH7jrxUqSJCwTJH/mqMhRXTe/HigR5+nmOnlw5f
pUZi2DIuXPTxNVpi8Nc478b9ZJjma+wx36QHig4Ypm7ZrYuikQBZhrhFUECVuAP+mxSPvdLqjAaf
sI4hT7IJCJNN8Iqo2+JJMMwMNjDcgvdimn2EkpJQNDIyx3FdhrP/SiIIQAFqkaAgh7QYSaPUrNNz
ZLpnmjcQHgsybiHtBOqHcC7GQDyMmR1tszCMLgHcLVJYG/5tGfe2Q9u/CjaqRoQ9d4PutyOi+6Mz
GxAwMwv5/aBHrMURiK67mYi59xTumEF2Bkmvs8IbDF5T3LmhpeUpyvJBU5C74fjYgfyKV9Kuk3BX
Jgh447Bqb5dsGUTA5MdQddE3PmCi9B4alxDPo2tAzlxlaBPuEJyllF5jnIuVkLT8yfPp62PrNs3e
YGZ/sovgpSxJwVmREZK/zNoxLOrhSO6UmWfvU+YyETW8nLVK2tMoti466W1KI+88zQBiGZ29i6KD
89xptbdTq39zaytDIJCZj742cRPZoVXxM+DsoZaU9rUmMeYYe516dklM2NiaaKMiFSWdZ3JNEqVr
GOaoIFfTaE3c+SDexipp6RAbdb8L8wReUOU6PLxOg8JxLDWxcwq1L6MjJd5mksXAA6SR9SxA7LhI
dCrQ9WRwStqMbkeKCxvFTpj+h6ehAxuZE362Rgu4W/P7iXWmtnusG9MWK8Zv6UnI0WDaiIjAqexm
684Ko4tjTMWK5mP2nNdmvkllgMdhaC1EJ2TnWuhPpzwGPY5VE7a8YgGbhwn/PXO9B4fx/Ws6ThVS
SYhoXttGRJ5V/pHBcn1V14iikDqgfW9ctLGruvVstIw6x9/hwWmSu6Jzmt3UCuOjDkJ5af1x3nYC
LPe6qqPkNDgTip4Aa8VnTTb3eo5oxK6nhNwdsgiN/HaU8UIu8mt3g7p+Ria2oP6ywDnnsWLADvg+
uUyavN5z0Rp4QyAFw9jE3UWUJDmRDaeiEJkEW5dJpGEeGj7bmtbD18bmKIjwL7YvyyR7p4hkuQ0q
wjOyHFz9yohIh+sZhd4Rxg3zUSn74CuUBE5Xu09tiJNxUTSFsM5rJFihtHoBqNeqd12bBQfS4Ugo
YH6QniZmKHuThGB9VZN0drQrc9pnCZwzpFU9/YeCaDe2/uI1IArmgqGh35WE+UZ3SI6GZIP/kSl3
O1vtfYkZUh5Qand3k80BkWiUyDu7nHPzc6+rhIHRON8a1QjHgwMhUZFmwWKWcL7hKZ6/YxXhkFfV
Ds6E0F+2H1xmwV3e1aVxV/KkN8d0COfwwI5sREcG3ATaDGpMdi1PLO927lwr9E1ICrxh21vmsMk8
ggWtPGN0oVwCiYkv7IPh6NjBYx0F1lVOV3xHwObeyq1964s3AO73jRl+KNHcizrckur5OsXxjZwH
EnHSW9r+ztGVqr0hPw2fGakh3cruYhbVRDwUjXchSSXdKViqcKoQ45Ytf5eTdd76SL2R2ost8t/5
S8RAYtdaLuxNAoYO/USeexhY9pGtjjNSnGYfUbOAUYy43fMM+tvcG/Rr77T4qrgEpB6e8K0M+B4d
WK5PNXlt5kabxmHRE6qdyei9WLnMjdMTcWMd1B561ucOTxoTClQ15GVZBHliq3jJ2nlH8oiZXrwy
74aNMBKTfIIBHi9qqTyKX4xlGLoGxmo8MONBMFyHSXxMM8+m1iJXwEUvGpvBZQDJGsALTNRjjVLo
Gc+T4BvOy+0wt110X7U2UTVopiDBJnFD7hvKDWj1CirNqN2rvo3mna/TUe2pNQYklaObrG3iQQBH
MI1YBWE3yCt8tYhKehOKsUejp6dr1pPqaDLzPyB1ca9bmi79arIRxwIxLb1kPY3+ZK6YVs/3WcR3
zjLo2mLtJKX7re38JNyCV6ZZhD4DISCEW+KvKKS+8M62COxBta8rg/nHSvaVt8mmsrkFUeruMuYc
1ZawJ/oZMZFNC7B2O0k6YhsbYLyDwyTNHn2Ke9J2hhLw+GSXnrUPBsO5w+gWrSE1559L5tsX5kFp
t82LtDoqQijjLdEkcp0z+VqTJGJ9GT07+JpYTtmd2hoL1zrTKXIMZtYROwfccGjydXvA4lxtyEEI
N1Xaypu6LBn2spsUpKaSBdlhQkO84coTaMbgDnVydbFd8cwEXp18pNUX+knxkzUNoGYTS4vvS6P9
jIkkPJC9Ij4zZftf4k4SWVBH3RvfrPtNC/rC3DieGD4eHL9SWowK08KVzzjt6DZ54Dq3cCSRCFfy
dbTqcTtzmFvndtcclEWrdQV/EHpPiJxmWziGPRy6uBDfCShHSSHz8CTaGn5kQJTaKR/sqtrlTq95
7zHcznUycr/H8eSVCtpOS3Q6eOx+Gw1N+swAclEfecHJLDEKr/1m5E52oT3tHMNFPzyKfLjqsUqn
cdafsNhB7Jw9/mIO/isT7WwdYAjZdlF3JEM6xlA0Ty45O2q4roV9HqaiviccFQ0ImMP+OIwENbdG
E9wOrhaPsC6rc6lFez35zXQ7NaVDVBwKl10O8nUbCRKB4AIcjanPv3M2TaCeDONdyK6xp9NiRFsf
Q9dNgm5+ZTbZQBqEzZGIQ2P7XllOdFWKXpylNNQXm8P6AT8I4OFQJxdrqOPb1szPcaYIKouqq2bq
TIshbXSKfXgtaK6/elE9vCAcqr90FDvICr07cIp7qrhpZSa12jsG3b7Apy0uO3eJsSvB7wgPKk4r
ustslP7GRTTFhlYMu7oo3V0hQ73NTIMTY1s2j/bAIb0ObKAspGGCyU8ADaW52BNLzSS7EVu04t11
mMMHG7wyOVs+GXsgvoOVsEd1Axk7Og4ekXJ2N0znSTVgbPvBeKTkIvHErYxzT5AUiHFuN/cdgSqd
rsTfTNKxnlAjFPvAbuYzsM1hU3XuK9khJXUIEuAhZBa/hMbtIVB/0Natw12XzxhuIic6t8acrZKE
blaVTNaNARr7kdyB6lISfTWyQ6UYKhKbcnqCqj13+UDaZKLPUwOUf8Rncsh9w900RjedS6dSj8mc
f4ZDoN7LIWSq0Y8hIZ3o2Vd+ag2rtBuiPSr1Yl/gZqDeh2m+wTANcb58J9sy2lF8V4SuLGI+MrhW
2m7t77kdIbAmfoZ1R6lrf3QNGpu14pnCAZfYGYifisojmjmq917GLU7zvXKwX9MotB59J8HC2vbV
rmB+TglSteGlyxT6Wuyc8NhbngNA3juTdfcN9Xzw4ctiXnW9YJ+JIiLRVGRcnAAN2KSc4EtIgAZC
JF0MZ4MMh23SF08INllziRNYRUW1UMMs+Szwuhk6yk66DmHnDhCp0Zb1bP0ksZQ/8hquDNljbuy0
uU3bcb6CLy12g44fuCdYC+0U/lcSoeUKh6cgcqs1YXfFEZXRrcL2vLXp9nOOAX1blP4+mVLw26km
r6cFb7rpPSRHJvTeVVBO/a4aUpajnHOMYG95TNPUPhiUUseA+oITXWW/Fbg0yUwZ7m2QoSifCVV+
NlPjtojTGTNM8OFBbT9xtwXhC0l5DNN0H8KlxtqrCcoYhzNrAWe3wSgfqNfmQ+7oYp1YFnvpmF5Z
HST7FZyGAMbYYpELW6LXe6MuViYp0huIMO6B3le0ozj+VvpEFqGSs5/p54fLgITKCtv4yiWQcecP
OGhVHr6qMHiw+gY8FXLINfpmLGmiqHce7iyDF2hVDY59hTk+e6+KYngeCEZAMou0+4irckXuY3Vb
ZKRtrgc/9x8i0LC7XvtA1GH3UtTgWzm48/w1dZN5p8hH4zDmdtOKDazctoS/oBILoGwEIxMK0pm6
hewMefSBgB9sV0iCeJFajggYMCg+zKJ6jXT9XIxj8I4tKDvzG8sbX6HEPkZt516cGHIxlnLpfI27
2jl5fd1fw0adXnKyI26ZuY4KVsACA3fdF6cxwe97qGIuvec5L4hOmlsvM7NTSyDfRVqVfeuo0lmb
NceLQaTmHQdK94Srvto35M6fMPM3jCSMRBwrWXQnowqGi07leEdkkLxu05B/LId61XUGwoFyNOht
OMN36fTitRw03iNDd2hhqyH3V7nKp0OYoy9ZKVpeR9cjM8P1OAkoux0wJtfelwbd83tkOPM27ILp
3eYJ3w9uMO4kXmSB0k8U5zKq4AoYBIEAlKEECaN8yZNlwEnQs+eHxG+OWAlQ55f2F99i6rIlVomi
c9bhM5YFhm1+abofPfIwTXxM294plEJP9syVNlnTdwQHG2QbSSZABfLjt4jsi0MuhP21rof6FFfu
O9H21WlRSqwNz/YfKdsf0L7gGs440a48e74bMP8+JwiHsFSO3cEEuPuaO0H+0TQAvxLcJz6NnT2Z
9erUl3N4pWVFjUQ66mPQt8EdWvVqm/HQHMIMJPQAdgjyBMLyqtPWvsbbdm9BXBgnYkkct7vrauZx
BanFa1DawyXvh2/CDDGLJgKLBV5Vo3kNTac3YVqgR0JmH+sNpyRY+mY6Roeyw9wySrfdDDW0hNjL
cr184QTfmvGlFMrfgEBeQq0zHGF2NQ5MIUuC31ZUsQ45eQTVzXrssAPZTnAgznCK7oldyvNDTx6E
ASF0HPeNNXkfPuOrbSvg9TdYoEoS3uq3RI8O2vzecitxF5MDiGqHtsZNnxdutCUmZABNJ01xEh3G
JZwcMyBhycJCHITIx+Sppf2Er91rzFeBRmUCWDV04HaNLt/1sgXRrTt447k/A2qjI31HRDf9pQCL
LF0jxzHItIgZt8FT86csTw+29ONkRwuP6phEYS84u21PNoAFpSg4oFMP9ZFRVWhdNVZML602op4c
ltYlREwKYWwyHXDKQg0e79n5cF7WuNZvWU6r/KXVQ0qfm5hRYiJ4aN2vQ8JR6DrJCXn5pAWXNwvt
oNcM/lMmSMwojcIhkRgFHUe+3JONuHG8AgRI2fUqA94/5u+9sMtHiwMB+o+iu4csNjJ1dYbiSZey
eOL01JIygQv4+4zxgKSiKnDna7OvLVJD3CW9yx2c6463jON5ZiH9bsckLck2S+dLXC/e05JmIko+
jFm3yCWj6oSrBHNsTUjKxnCq8qrCFTGtwiBZys26GHFNBElKqdnHd4kbEXPBkkACkkpSMOAYjYvP
sKPpuhHC9dwv5NjoAl8aIb08uVZB/hzocbCO+APaLZFBA0gH5J31NWGJQBVyXzIYnulM5ge79Rgh
SMviv6/mmfuqSmSIKySo420/97zeHmK//j5JLW3djIqp4wpIWgKNkF7eY9TweO4Ehq8ZDIcaEP3O
WuDcInepX/uRpI+X9JJioprQxvaG8DA9xEt3BKbSePEypsSAyfzumYnHcOj/B3tnsmSnkmXtd8lx
IQMHx2EKnC56RadmgoWaoO97nr4+pLyVitBNReU/+81qVGkl6XIOB9y3773Wt7I4l7d2pbleHkqt
geUOZZ19g9fqDs+zc0lVHl9GhO1BEh0QvwYgx/nfHQ+E7idUn8pPo2zKfAWYe/UMgCck8jDU1ikk
NhH4ajDKD3JgWbWPSi0m+jeZ1PvVTDavuxMm9skcE5OmxpZiFsmIyJsV0IVX2GtWEqLU48udKdro
OKXlfA+pXVElr6SpePa4sIGMcKlsTHcT2lhQ/6wZJFd/i63WKPyBA/enqQ1jODFm+a1Hm/loi8ml
CV5311anG50nqi0dWa5zCCOnmAGpmoAo4AiHRnciT2h2ThVh4nEQo7CfvHGS3UXX5IYXU1bdCGEu
0h9gvDya1O8fFjGvV26lEPPXDRZNNtRKPkh9gZTfwkRgbx5i9bQ2k7vXaJWzS8+lY3ug0MfiQ9KX
pKE7RaeS59Ed6dkbsWJG3eFMWzwa0GWxpw3TuRcR++0BTFpce4kTIsXkk5tP4+hKZAJa6PDELzLZ
ERLI02dmYguhWpOPAqDPvROZ/ZXRZtGBPgOPjO7Yygk292V07IlCyc5XIiCg5IJQcILKjIo8SICC
AL1dC1McMHhSWGmaIW5kowrzfMnLnBgMW4r8RCIb03ptbBQbN1aaMFC04wkNNAr3fC47evXOorGw
9RnxiCiOJZE0vYl3xqZK3HFW4+Fm4Gy1gS0H/XMit7Iz0Yvpzurj0vRjlCot5oKKjD5nKLTT0o0s
9ROmxSdk2NxKyBTYwTmC27sOpSflKikdxXFFIH/VOT1hRKDUdUFDwqC0qnGc5r6GRp5Xk7cSSmit
cQwUP553Atvj73MGdGVnccy7EnxJM6hHxpxOZ0ASmYe2+tzJyewgfdhGtWWt53f0c52nhHiTz4tA
+XpIazN/RJLOW7BGmfm46vQCmLbPOs11BYO37ufx2uH1SzkSqPmDsWTdFHREyKUnPZlKDtYbdN9T
hchAT1c5waBpFKIrFmakX1ltKb8gzS1OkAB4QYeo56eLAeXEBzWBSPGSkbKbK5ICFJj4COh0L2CS
M4AnQZQ2WnHBEHOpQYla1pWF1hPeAUrrw9S3GgPOULN38Bojk6C0Wot54o2wP+lgfaZDaVTmfCAG
ijiYro0Zr4y4YMhkmPKl84uxJmqZeHNYDixcObjUQjTXJaSom5FNeAjoc8zhngNOUV4M6TRddNbq
cE5UhEF8tK2i+rooJQGpdhZKW8n5aH7fkaxCeVpMAqcMPtYpaB3SqKZe1RXJYmAqjj8pdT/GWNiT
i+Kkg+eHSMUU7EvVTe7VmDrtsu9mgRBXZ49kbEv0012GFRAXKYvnzuZlUwjbBvcxI5I24Tzq9Lcu
+aDGyWkncnATN/reEWngm1VETVcl8MNIjQIkvvZO/4iqd52DdmjR/FdZsXn2QaEB522s6SJsBALl
uivdg9Qcmvw9Xf7yOHaCnQHgEoDeqCwvQijakBwct7C/IbmLl5vU7ZvoqiU6hvydYl77C30eG95A
GiXivMtUuh6rEbTYdn4285MEM7YGTavVHT9Q0T63JFwTp4qu+rE2G305n+ZMhJ+QKK3A/wSezZPZ
Yc960hMdPbogZJhDAJZTZwcYgXwZhx5Fc0d0EEqZ2Mh2tdEDvLErJ7YCOkBJUNr4K70xbNgzGKIk
8QnZZ8LxcqqHrPcLxU7xxULes5IIO7XFcENXPu3eF00iHlYkK5hqG9ecIRR1kSQlTg7yethkRlh7
sZ6P+nlWGuJ2iMps39IaxCmUrV+jRA8v5VoZHH+lPIf9un6AskM6S9V1t9jsqmO9OJJQZptpTm87
x4xy6Rp7ZhsI4o3roAxXdUExx5VEDUmesay6s0y7/5qRd8rjA4n0oMdxc8MgO/9u1O343K3RjEyd
1SdY87G5TVLMMecTdq1zu8ZZHmjZNCVQmVxcVVG4fFD6nBy7tN71wu2hyMer+jxbbvip05X7oFH6
Bgq1/VFlMWFgWiS/F0nhWLBhlLiE/9Wf1Fjq1/jQpQIWDorzbAoXYwMY10QZVvAyWAzIo7ctYntp
lVRf6ri2WcCHSZv3C8Gr7ENN/GTiQD4SiUQHwJncc9u05jN8CJ1vG5p7tsQFo8M5U1exSyYSYvEe
DnGxhlkAXwxaWcgmeSjyeL2LE80m8asrdYvoIhpczmrNR9LikyfRd7FvKDe75g2qtYAIPIpKFXcD
QiOX1DuHURRT7zG96BFHCh8x14r/MEsw80acdPej27jkpaoivl7ptwIUxoVyIHmVpHnLqMn1wQFV
3K0yj58ZZrPYGSMnthhWZerTUibYsy1igUEk7sGHWZm1o64tzyY8JF2AKJ8g63yo+Fnx7KdjEp4W
d9riKJ3hk71Ckh+aob0Q6wqTrMoZjhnhBywxJXuPDLXUVwY2zd0KKubDAvqF9Oz0qh7GBwIYFrbC
KtstdLQumJ8u13MN0woGRJvcVv0kAzgJAzm9inFfG3byrJ9RSdimNtyTg+08LflUXSBnkzc0U3nw
1wmKky7x4c2y4dlwQb2Q6o7whUSb3I2or0R4yhVyYT8ctWmvyDSqArfQm/hLYXbaGYM36BFtTVpe
mrSHeJ26HoGEhm/VAcrkTZyO8evJO312igukJOhrdd1RJDyngEe4Z4yrOejfWMOClauWU3W5hrV7
4oCcPzJxKIIejB9NtjJmUB86ielbk+uep+VQfZ6TkV1sWuLqYarx+yZrunxy6wZfo8OQKaVB/6E0
tImObs+WmlQ43Khf9AQi+0Qjy2uL/Fxq7OTEV9kRhAS0z5NWP2tKjEeJNBCOPxoh/7/iyVj4qcmF
WjWXvuhgAXPltqvFl9BT2CLD6ixNaEp1Io383CGf/c/yjpfiHLQdjingiyokCeiGf4MHt6yXelnH
rLlpw0rtYGg8xxIyfp2kYN5Gajp0IUFl+efLvlRJ/bisRFCC9ks3qNzk9ue/KHPKIZnlSjo51Yym
yA3OFysMcnreLKkY5EBzlCTs/fmahr7pff6lB+Kq8FRxwYJKNvEgWa8pp21nuwSAM33uR2vrZuIj
YQ6ls3h5SIj6dh/P03A/h5uC1aCmRg2BTY+hPye+MdtIKvFi61+WvHNHDlDY2U+l6ub6A24mqZ1s
jY55TmMmreQXxs3U0LW00mfysZaU4beDTEXqJfXBAvLkq3IrRkCDtF2DndktiyPRdOX7lLaG5jf5
al6NRj08OJxypw1zW5jvq9Y20AHpkIiO8VAQxNeTILXssilUoGZ6ZK2EPkBk+OIu1iYh0Yg99Gxe
Olpl2Bbu3WRggkqQm3bSQ8T/TJWmhlh1e1xP0izt29mEOepnnBW+TFjW3hdYoujBUlrh8Ka49JvI
MrHVRQScefT/YIsgdNLtoI1B856chIzyYAtOO9kkPrmASyTdD1Q+9ZmR2Q1zE87XH4CKN2VQy0qD
u+ZAUishJakDE6vkk52XQh6SdHT6nRUiQ86dOdmCuWBueJCaSJkAYoMwoIlXO+hrOtEcNKuZJYDu
mObrqTk0J2x6dcZpJqNxjD+sPXfXjG3Gwd+dIyFqUbxE2A2zoK6hZQWxlpSHiKgg06vA/xa71O4H
PM0TVso9VmWX5RvdDPkl+UBmG2lWLvEIy3qqXbK+/x90pvdvA+D/d1LUw/9HmHiBNPDfy1BP7VPz
qwjV2P76TxWq5byzBWNGCADKeqFCNZ13yjVRf/605ChEeH8R4tU7k+XA5q37+YfI3rpq2HKHhPtO
Z2+0HeSUFM8KQeUr586fnDw87a/WHQmVTvyTM85E4LW6WfWDzENcs4yVNDbBloXoSAO0gtFZ9qc4
TPIj45nO3ZKxEInXM6gQuuJRGj8od4LYpGMii98roymye93QHSh/TtnWB8ZoW0hmV9VIpJDc11dF
r7sAw0p0BwcdfUO0d5sEjk9cykKdIcVHokQXGePc56EprOU2xLcOBlJL3fwsRUpoPVqsb4iySibS
FgfmwnAOcR4bn/S5CDN6niDmsJprOgNOe8rDSwQM1rRrXYG/GqrgDDRnO5V5Q9alNw49IbSMvO6k
z/a5RisKFdnyEBf8JaALNJ2YThQVfwfYRLRzzSl8Tm2kATs2K+odGkm9TSLlFrB2KQdlZe+bHjvI
gwitga5a0/QbxwT6NsmWSlhAzGQUxtgUapvjPUJAxGjDsBD0MA0qUgd3WYx7ThwaILYYfCWw6Wy4
0mgpNrtwyLYx4bzEwH6TeLnu8gV0i6zY07MyfXJqTsBGisCWQWBGgZr1LcFKjtKqb8gztHN8ICku
EqbFlW9A1pQBad909ZqywpTDTgg8ppXYV/ZdY0uGwDV1eO0Za2XVqO9Rqu3oWjYPVmMwI0OW616C
5RDdCWI+qYi1AwT3mWnUIO77GlHc3gTO5OC9zsN51ziFgiIxdnDl6G2ggFTwOC6nyIQZBKKQITki
NB6nKBoK1lK34NJWGZnxLu9aHadA1NXpSfZl9NBGs7b6NbrVYkf2HiegOhwdwpi1LgTK3OsDohTH
HneOmzvfQvzeaCxTwLCo78w+Jp5blLdx2q+5r0Bafp9p4z4Wm/kckDACTnhz7tJQ8kK3wsOuVQBT
ZUHaSjM4nyIdJYqZt3pxCGk8tWeIm2Z1oO/IIyaG0bVR9NLw2JeZwwUK0DqkHs/kjNOWiDj2wqmC
HhsSRBoMxkqMit6MbrufYM/cYppQl+Zc181WhxYAEaMa1/1AKi8CoqnrYggDcX6dxwuVJgLJ5tPQ
FjiejHKphCdRVSDsk7heUW+BKPAj+GcE5k1Qqy4XoSNfRR7UFqearsITslqZ+qYR9ZTctGgDKTNa
tjj6ww92v6AEdWazflhjCS4gpC+s+YAPpqs0bV2QmpvDHACIFV6Sou0QPNWSmsjko5f0Gp0U6ubS
RFiZCrGAqMri0XnCaToQx2vOkyLxpULamHV2R9Ql2RNkrrakJeU9DxnG6B62VmqyelxOw4TkJavC
hFycWpPNRn+wHtxUiQ5GSdiSfwONovWGzizMfdtpThYwTZ+/Qp+LI/qOkilnM1v9TUni75eMTtq3
2mooZHV9nC4bHgWijCZ69V6tRbSg5LiKD1lqh0wMMpjZ9Gvr5ZOdAAFiWpYQdLTEtn2T6/FYBZMd
EoqTrjTJPF1iyfKyPCUwlpbVwFyNb4aWp2WfptUQN8k+1ybd2qcpn8Bzmb9Rh0DAvmJCvkV+DSWn
TA2kFW1IFw1nIEVMCQiplg5cUUUMGivGL1+tnD4IEQcDYpkkHPPUh3wxRUFVb2LUBQ0oAcasHle5
VSl+N1Ng60m0pNhHIDq+NPj6CQZgPvpRVa5tUHwM4nzZXMvMg5vu1mJEptF/GOibSkRBVWAWLIVI
JIQQuzJ0jFsI1XaQgOS77fRunBHpI6w6pCSk8lWF2pSJtMyOA6gZ16N/24w+7CoEqnIdKNpBwIcf
JZCGkN41Oj+KGNOIfTr/ZNvnECo735wy7SQc4KlNso476DXXJTtVIgrPNkKsTXinH+olMU9ILbwY
pcaVmajxgp8LyUCvvwcBOV3HUHajjBZenUfZ7Wxb54RSNzdk8N6ipk+uF1QepaOdQ7O4C/vNhZaI
czgXN+HUwHfqNIsh63hDn3pX6kQBZBhEPUBaeuGz/lfHIjaZ+Om2sekzmvchUclWq5/iCJ632xUJ
qbndI3scTco8vCWlI30gMPyxpuex0/kQANQZTwzDt4hqzSjEI8PdU5jEihEKc9sotK8JJT5krvwy
rdO96jXbb2EIsIgI6HXk5KJahmbVpOGeJueBI+EXJr4PHZNsXxv6M3Bv1ncAT/uFxeSyV452NptA
qIIBkNVHpB6Ie+MReSuTp5M9xfcN/wVsmzKCsuXg3w9THSPeUvK8A/4dyFdDpptNAuitafuFbp2z
7bHKVRsSMhLXmPOcvZkgl0LsCjDRGmXEbGF23kOpFcd1BXgFRUDzZ6k/KbUSca2qbWRUNfsoyc9D
hrA98i2f0YZnkYuaJ8V7VOQX2ojqlBO2zL4NrbzMtCI9JwN0fo82nnkGNhq65dkNPZqrlKB2Mp4r
EL3FooE/TR+mNikv+dlJf1WVfRGC10REwsTCKSMU+Q1Eu0y33iNNSfBn2gsDgqw9CE6BR83KHvDc
5UGo2HkJtaHplA7nSJTuW1G4xJlkl6EbWnfdyGyXiHbjvTHg2Zyk+X5mOOkVHI8/S4Gk1AFdcRNq
bCerrS9+2bNVF6IF8u+2ObCXhJaKLEHs0eorn6VaqgvLqYxDNsYLCCMdJaY2V9c6zB/O3eap0coA
ABHrzgLJBWWkYOIez833rjKuOZojXyotqzjqC7NYGyWTB3yLNmBXkg/mDslNCuMduoUAUF81SItQ
EGXsrn1NcHIykQCMnseM4/t2RhJS99p7g1LVd3Gm7OjHf+BAzhh9ir6SoP5ZNxtKGtuW1p0W6dW9
jRZxHzaZ+U0Z4UO6CURzgDOeTnoxpFGwvsuEPsZKoNkX08GkU+U3cZ4do9r8nFNKePNgfRvQGNsg
zBuh21vHWLtTKQCGgFFqIBeEqkYaMqTVs9PcL3x+Rc1K4knWTPIK82PhC3O+pB/L2xxLNz2ozDRP
PZ1mbAcdo0z5vsKUeALLUAV5p1KPrsLeMVR+M9iR+CbN/Dac1o8A2J6TgZRgTZuWeyGz9DMgUAPp
XCxTeKSJbFbC5eyyRnMLh6k8cYiXQ7VjQRUGsXVxGX7ZzNj6jTDEmF0KYxjJy3Z62kXPTQR1n3FE
RpM9mMKm5zcaLLqu4C5s/UwU7QR02ooJFX4OgRjlzLrDdup3nNUFWdmYKWBeXDWtE7sFgic1KrbX
TOuqr9gw+zrZAccwUBZTEwABuZKrxqQOGVtSFGfkfA0zMntRGOj5HWcqMg77Zt/cmcTLz59kwZhl
2k0FdZR5Rnw6XoxDXMSVYd23BZOs+sZBNDNnFxEJxmV5Q2Bq7nSw4lxUyk9hg2OpCAi1D591N1aE
fgOf5yN1tT19tqJ05sTcIckSs01aJIm69swcsbZvkcZSLoMTzPd27Uxs5DZjXv2q1VLNfAAyV380
TRrNu1Kgg/iARcfS/tmH+j9v5T9sfF3//lAbpMkXDp3Jrwfb7V/881xrgqjA2a/jnGN0L0w6WtP3
rica13inwJKxl3PmFfgrOQv/82BrbNFnurllFdlCNzFe/s/B1tDfuYYkTZf3jYrDxUn4HxxsX7XT
yCGhNaUE3TsDB6glXuXnuAxohhTTuIcMJTpy0O6DVBXuz27Iv/XJ/e1V0PnYlgF4wNG3DuYvrcIm
TQCXLlwFH81yEWFDecyNVrxlcxOvr2PxfYRA/r9hPzijb3a9X66Tj3FiislGSDzQ4vf6GCQS3aHQ
uQFD43SHJVM4oOFiZuSACYVmst+044iIb2rX7gyaikN5XyLzsHdIo4zqEkqjMM8a9jviQvGakRiT
KXPaJWWVjEGPQXyl/znMHX1ygU0phfrGxj0PB0OtVpwHAISWAZfXXCk+ytjVZaAPIIWx8+vNecTM
IPRNLWVBBLgTvSc7iABxfRhJNFRJSVg89EPzq+WuHdDBuTcOKjSxcOX0Dha4VFlKFIlFNVrZ03w+
KVPeSpU4ybVezfrjQvIJjCokTA/jWLgMTuayurJoruf7ntF+udfSAqk9MpYChT5dAbz+oA8wCEA2
mVg4N61IuuqV8vl/6PWubWODghzMv2UfZ5SXjyUeLSIjRSidQ82Yt94lhBGlh6Gw2xxRWlKO55pM
gKf1QmHqL+lrnFoxMU2cZGFZT1Yl3SKw8SuVj2Vr1efk61nNsa3UchMykIez0E4meydWQprKAnGh
10Zl85QSdv7U1e78AKO+fh4LE99dG/X552gU+edEH+TXMRnNZwvDbflJUyHjnjqfRywYpS7QLsVa
y4wu1YbkaKwGgbW9M9UpPkStTW9dmx4FXyxHgRM1uPDPCbBoaXQTlcRgCryY+EwPxaKsELNgqip6
mMb0FWdx0N2mnnaLC4LfW6PBFb4kb2w+tXY4JntL4prizIroJPOyyJg+OoPTo/SQWVkfm9pOr+kc
jT8N+v+3PP9D0vb798uzv9CN6n5dnLe//3NxNsmRJLKcUD5ajzQftyHGz8XZFO+gQAkacQY8KPcH
DuavrqN8Bx8K5RErNMbozd7+V9dx++/Z/DskCgyJzC3t/D9YnLdm6Ithh2TU4Vi6iR9YMPlwtz//
ZT3De6WnkPRoN6ZMmHkDQDB7eppRV45OPty1cqTKylrjwq2t8MsUQ8bdTpPYKziVa55qO3HEOlA/
pMY8NX6vOf1TJe36Yxdu+t1mMBTNnLRnSqfGJGbkh8aremP1f4WAEUyJdAFVgPslmdzYr6ztba0m
4p6wYzOmLEiPxFuhdamkxWY1QaUixkWpH6XDp19+5ZufM6Ff6Ut/d1lmRIBcdN20yJ9/efPcmbQo
M2cws0QLpTNMZaYMQi+uoR5iHqCp1lLV/vmaL/3gjN/4qr9ekyrg1x9snifNrIlr8pkonIyQlm44
MRlsGvH5zxf6wY76dQ62XYm7aQnIOjyi9quNW2fAmGh1SjVtQAkks14UY5CgtCOgoxw1CBousXPx
otCP4vlDd0irpMo4me+WqBjOGY8aRwcf3shYTEi2n9hkwjQlQ8bwWRhPuiwIC0ab3EB+IUrmOklU
T4wW9rE8+POX+fGavXrQlcFMhhLB4SWU4tUs0RjAnZcVD3pKzA56+Jryx59CdBFwPo2ZvmJcGl5Y
DmrehRmGfkxRLm1ed61VcpgmmZ+v02hcIsTEqNdiTma7iZrxe2zh7ySUDdPDTlNaWAeYPmkSjtmE
IUKaaL5R5vF1iVLI4D3h48fFkXM/8PvMSKe22zRvNwylOZT0kLuIfRUdJ71F7m233Wa2OO2+ybCZ
IIzYfodJm5odXKvQCCiHIt0z0WXBD44L6zs9SgbzK5rk6oxEABJTqnmYKeaHSgsMSodnCyg8lEku
QgzNZE3w23vXfMZcunKoL4zeYa8BpkjjirggvzbHcKb8mKz0oosRF/trMZdoX7qWcHizSamHAF6g
lu2jVRg7ZVioaAmU7cMgE0aU3nG8PWs4XOxSoxTj2VSmoW/Y67w1cgRG0KIp5g8lFAxim2dSHPd1
qV1NNGFv7dnQ7uO0ihciuFTT3WDUnQAWhXlxW+R9RVrLiLECr++0fpMrOMkd1u+EnCrlzqQVZCRb
eXLSkmbnjN1yW4HOjPzYXtgxCa4JIcliA0C1yVx2E4VbhfKcXtKpG4bWGAMn6vLTgHcfX0GUQLaH
cY8HAVOw2Hclg3iJGHqhOTVWNIkdJUEGaXK6F+HSngmon8WBf8UTYpPFIbBYQz32llV2d5iHoxkc
VCSeiUvFeEiVaH6vEmahQZMKE/RANg5PQD1oURkVKM4h4YfOOb853miM1veyI90AIOP4rSznlbEO
v9mMKJ1B+S6Ma4w+WUPqmXRamwiBoWo+0pHtn0ZsLigztkXb3pZvtBKs5OW2qFedYH13tqU+3Bb9
blv+Kfn6u/8qFtlkfdMKf3XJ5KgjInDmSCfTwKbKAbKkzxqq345TpWfamXufpAWJAW+9xyxvLxYl
ugscYyC/2NgMEPy/XP4QTogpVtzIVajr0iy+0d4eg8LpXRah5GIeWvYkIZ7rIQyQjXfB2toXliT5
KIzG22Vdjg1Aqj9/KPb23z4TKkv2UHZkttNXC+W/bgwEKr6x+PHlnQwZHCUZ94R4Ze4P1HvI/s12
25btBv74DP9Xev1Dsqv+ofTCZVZ8SZ5eFF/8i5/Fl2bb7xywNzDoOH86JiSVv6ovzeFsTEiwC21G
gHb88Ud/nY3lO4faCh0fR1fdogX2P+WXZr3j+McfYVzAOcxu8h+Rh+TL7RyOFdUd8HadzUlhxbFe
PTtyFC0xT1WxZ7LVXxSPRFBdQOW/ha6/Dw+EVPnrPrvCPjZftCeOP6c1qPfDVfO5vW2h5Dxn943w
Cv9s3E3BuFuChym4u8D+GLgH3aMT73UnfPpB6DESqTwCqFdv2Wfffrnlf1MHGS8Lob++BeniP74F
kvlXb6UybVxDfIv847Crg/aEt9rxkASLG0G+1aO9T3eMf07FuXX7xqVfTs3/eWmHM/+Gb1Lyx4H9
lwK2S9wl4rxY7MVh3c+fUtPPPzqXxSNRUdl55hen1fFzFazlVfkG5PBvruyAjuKrGZiTXf1V0Zk4
80Trsyv2uqvvSye7mJg+GvF8lY/GG9/yt0vZAGwBx+qCFY+n8tX9DdH8DyQEJXvEppRRmucyIdcR
HbXOz3Xkf9lH4Xa+utKrMsme9MRamT3vR/N2su7y+eGN32tboP+1gG8XMJCS0XfixUOHYby6gDOk
mCPbNttbVRo3H5C8Y/LtS56eD06mFc2V6xiV3EuNmepzUWPMu7M76dYnRPbd/FjjH0XIrNZq6c7r
QuvHI8WNUr7F1j0+YkIxTaYcbTjc/PmDb7f41edmBYFqyWqAm0e9YoRByNFqgjFSgKQPS3Fjp0T3
1W8A7lhWXl+DswSZmohTqJfsbaP55VlGFJHgOeIaA/y9GdQqBts/fwtjW09efQ3WQTCu0AHQv4tX
lxgQ4+LrCJN9KPtvxHjsTCNFnxCiuh0fMK1RyLJJcZTRyjee4Ze75I8fnisjIdyubHKuePnl9NZW
0ahzZfsyul0uw5v+LLmZD9OHN77h7+8Krwq30GJZh2bx+rWUhP+kFQaFvel9brz6gjgff/LHoPLd
3XqI7t1D65f+GxcVf3dbOS6xFAjOnz8oXr/8cmQ6hojfUYERmXOqruQR2fJ+PUuv7KN2Mk5/vtqr
Q/vPW+lycjAt07UAE79aeTQt49ypzGQ/+fbBOtOuq6v2ZPmz973fgancjbvV5xTjIRb2UG288WU3
It9vz5ALAExHRI0c1Hz1DMEfV8h0RbKPT/ZZw5edz8OTfcJ4cxyP2i67VLf0CMm/qnxyIX0Nqcv3
9Lv2zbxxruwrdXJPiHsDWA4n+cad+XGfXz/ev3y019vpVEf6hHop2QNHiONdxPPdHWlpOjltOW8E
XYWtZfNIeAWTK+Ssb92bv3u/XNZpaHIoxugVv3zKVUmuGeiRZI+b92ju3UDbO2fCn47OLrvSPmof
k/P+OtyYXJ51E15be3GOyDKYLqr76gbN4HHxhjfe+d9XFWIXtmVLCvrVvBovP9JQVxyFYFntUROX
8SVn/vY2NVQ6n//5sfz9OuyBuO0MQ7G0CP3VJlVpOWRbG71NUpGmHCxksoDk4DGd39ijfl+KWYgk
J1d23q0H/+oLTZ1oiMlpuFBkfbWLwfFH3hUsckAM//yVfltL6LUQmM74wiInBgvCy1snXQcjNtyF
XQQmA9fKTsCETDLfLN/a4X+MQV48udulNr8u/0eZ7o+X7pcVBFNZB3Fp0HbSy26Xq/5a+9Lf4fu4
zs7cnXOd3ZS75np9gPtbfta/OG980ddwSEnQsCVMJJDYF5Sgpnn5TWtqU3TJubbr9/WpPYVn8L0C
l/JJ7DlXBrX/7c939vXDwsyJfiOZFvTsbJaSV3WvYWOXWbb3hITkXQv5SmrBn6/w+rfbplpbx1Vn
8CWAFrx6E2O4MuUAjmFPYJfv3OTH6vjnC/z2FRgCCaoRxlpQf3gYX96ySCgT5ZKWMfJgAhzL1fWs
fqrfeNhfXwVnBTWmQ22LTJNWzrYY//JcMBeHB4DrK8AHG+1JrYoxUCX9f/hdaDLzy2+0Ice0ONe8
6mQywZ14OLN8J0DKXIJuDm/xSr7Vpv3tu5DSvXVKOSsThcA0+OV3cQnYG/ulKnZk7xnewLzeb5w2
fOOH/7urkLJA193gW6nXj1ZN5vPc9mWxm1FOQfLueL990aP1f+Oleb0Osc/jrtQlPQda8vxML79O
jxUkCgXByeVYKc8QDYwgq5j8BB3OG5cyOJLyX/t1gbBpwvKiUBgagsVcvCpAVUayT+6ivAODlV+Z
UalEfG3TgloclKNFjd6QWYIizbIGqgkRLFq3kSH4DU9D/3+fY9dcg7xodX2fSX1VdJLibkT9bkaL
TwfdfkZqZV5zxDNOssx7/RCNnfHFjCsV79Cs6DewuNBl0H4pnAA5Ur1nDrv2XmrhbPWshqMs3UkL
v2WP4gb8TmwO8Mix/NzbDPXwxLREskTFOuXnDVaWPnD7Qc47G1UlzMB+6ELPTknaPMeKC0GojNOI
9EammPNjijwUgVNmuvOdSZIN2c+xEUOVSE3oM56T9zGx2mDjYHg32YirEilEsKZNepPjv0fOtVru
9Tok072T4dVEF+nqZLvNFh9xHtv8qSGrS/c6J28nPwvD7pagYZDwtGPJEmHCofyxVjQE7SHvjAM3
My6Awubh9TBsyT78eiWtXxM3RtCjjgLXphMVimwU2L6rT+rKrjFX70aaqHjGysR+Dwt0C71l+Fns
YbvBZIiJK78q+VC1jxlHfAgbk0FyEkcmKYaVTk5Zgn4EGSsuYPhI4KOUj58DN+KqsNYGYzplF9W6
yhv0vmQhx0u/EtDIuzh7vSVwAlpFU9ZnS15zNeK7Iuzpg46rDG8V7W/bnerPjQmoAU/xArTVi/Rc
PYMn6LB/kHsFgEQByvHhY1W9F7npiukEFPziE5WsRazmWniDlT/EBKPaMEkwcBHXnR5aFHlPqVgK
WDBG0Sc7pW3KXnIca3KIVjLR3K5yumBqaNp5AwCuCIK73MyTVupqgduO86c4W0vNSxFNtfjFTEo4
Er0yAnMGSF8xo+GZ6YtGMFvNyBjRalIifSVhqH2I6jEhs8cazPViXKy086YhrJOjAtuAExT1fL6L
S55ABimIXpnLi8NSlJPj4Y22SRsG5FT7k1vSgEeXbH5QRlk+gmLPvwmnkE+q0lUdVP1QmH4vK85U
irXniH/UuOOdXuWxJcjQ2KX87afCLqDkaEo5X4fEhfwcdWp85tlaG/oU4ZZiWLnYVIusZ3bSCUSd
hG3LWJEJbzn5HgYzwKd0zl3oaTxOZPQqct9R2urNJ9KQZh5vt3bJTI6dznkAAcjr1fSyiGASZXp5
FE2d9D7DeAdcHcwn/NVidM8RRS60/O0R2TbE+Xa9NMeyvk4ln5QBTZ/Ph0ib2/g0RxyVvZITytcu
RVa5g+6o3elmD+EE2ISuEXitJFrGNUV76q4xEb7g8rAM9W6a54fETLPaDzHWADTe4gN2aeronzLG
JIL7MqsHMSXjp1qmZNdGmqXvNHxyjKCARB5KLR+uHEh78r+pO5OlvJF2W9/KvgHtkJSpbvr1gGkM
hjJMFMZg9U1mqr/688jUiW2of9tRgzM4gwrCFKBPqVQ2b671LF7WyvvkVV7ebxuv6+574Q63YUf+
He3oR5w+IoRCeyDz7sJYLVr5gPni1cUjNEIaMsEV2t8IDbgVGXLrLDVNd4SMkde4gxnopWcqdcMM
CHGW/wBKE9h7t5BjvKO/MWspN0LhDxat0ns8vbMLFjWpUGJmsWk3s25kvovsXrU7pA/nU+dOkCgc
67OLy5/ojayz3P0AFeY1sWoUcJD/U30Ko84XSO9NRj4ay456X3ZuOUHoyozcwMVwKeupxblyTdam
26iOVtp/Tf7UphCqxsPcTe2a/x7U3o6jJXo6DAUgsUmj1bJHPEF2HhWzxN114By9rbGGlMC3NGbp
KdM278+CFI2rSdqCUxY3KznVSKPsSS8ZztVIWkt1BdqzAsKTtUQkj2petlhbexJTBlwWG3JZM72m
ekP/WZaVkpMnjfmW9L309lMlS3HRY5p0T7gXJlaZxEe9joTC8KrlRve7PFdEPIWz7oetJ5CrHYbM
X/6KkGE4W4tYwXQbEKH7qdSt62xxJkP4BAyMF5Nkz3i8HInkLvZqctr0qk9CZ9gCMxysXR+KFj02
sk6ozbkL2KnuXQ9lc5/9IEou9fe86XG4ISMqKc6AGoTJDlv9Gtq29Ba5D0mINHoebPPaznDCNoDb
GmvjzZO4KdPcajcjkZHVhuAC1PQ5q9uXPqwyf8teZtDbVK7MIz9NQhdbOqmN2Pd7YigKWZNWmcPT
YHyabQ4KGkMe7Zbqs2q2UFWaR/jkHXAh4XBaOMcJ1G+ijjk0G0o3uGBAGegYbUUg4Qa9PfHJuIp1
NDwmPcF1+7wKZyYCLyeOu42BlW9No7OvQGoZeOIxaV7ifklqpjVStc7Tycer4KrcDk4cwrj5lk2B
/NxQkPpCXlgHgI4N4EuOqP0iQi0JJzanR3HmISyXmaAar4ewJRGldUfxsrTFQs4dm1OcAvEcDeTc
gzABZtRnX9Rgq3xjaYFRMBRmLDaC+PdvlVcHr3OAhp9Lp0TVG+TZYhMNHLlitZ7mI9JYvj32XvMc
BQtG2tZelyXGIXpvI7pxZvTyyS7cppVxnH3Z8OoSQr7wjLfCH6zHLnAWXBMEnooDdvD6yWoCXINu
VrmENgP2+4oLhpHX9hVrDjnp/GmYGsYfpYA+bLiT9nXwgfhulhHa54mg5Gbaggdd5J4wHPuHP7hG
bYJRclhmKIImW2kv3aMmlA9MrGUqMK3S7R9KF3LOtgrxru/Qreq7nIkWPRa40bt46lFTxVJO5MEu
jHPgIMpvEt4tLwf8FMnLUGbzS25PdrIxlt2CU4rCsm6vdDZM4ZHZtwFaR53mm54qB7ozr9RZr/Pe
Azreen+VEKcxQHdY3HEwzNE20NFyOwdJjRtndPyXukvH75k3knzsYWGqCR/14ltAQ6BJ8ngMvmS+
B9wuIcX6kDmF1x0Q8deoymM9oCUBRZSD6YrS/mlQNMjnureDH+CDcBIZhFTurgRc1h8RajsOgXWA
R44LY4UAtyEkQc+K9aCrUQls29TLlr1NWeE+wsq0HAUkga9I8NgOg1VI0wOeVwDSvY+KGRUdKU4b
aYLpphxkCHKokup7AlyjA5M4teXOm4T7Q6VzQl+Exljv/TH2QLHg2frUO14eAYWuqL+OJV6BVAHV
uii58AWdfch2jp/jcRmIGhaHMSm6aO+VIv8Rh632D2lfx8Rqdi08QMliyB5iFjEzupQH0Kq9c5MR
7Vokp3getfrRKVJE76liC7y/LIzs8z5qompfoYE35PO2XnG7CBjbu4XF/3i0XH/pT6qZjP/IPqf1
r9IYHdglDIWwvRJVEhefh673u5NJO3c8QvQdgMAR8vc1zSjJ701ocXwAbb6ejwiUBWJMJNg44FYc
4jYdMY1si6wIss+hpVk7AsSxbY4bnJk4cpx91Q5KS/qdUm74Ok0LM1MyNalztDAdyocuqGM8EIG0
HyUfNzmrnXqxL4Viv3dO+T6TZjtHSUn8u2tcegChsmr6lMXFFHnYnWr/00JhiYU5eZJDtEcxZElQ
uI5XOIj0AN9GQIqz+Xlwp0jsl65fEMgl8kFQTm+PBRudAbJioazLPGe8PUUdXqYtA7jnAK93mO2n
XRB2sOKLDE3eUQ5Jkn1q29kZzyzDMLLaPJb8jhkWbbxPHhJooXapkmvSjqHFwstjzGalH1R7jSl7
OXhwAMbzIA2hMBdoBmHVGaXrYwD9niFIxlHJ2BpHX7qwB1tUJ/X81RIUFo7xWAfL+VRb9veIcEji
rHN7HE/o9yQ+Kqi2gwFglY7eMV84Zz9THN3ADqgWp9mbbpqdz1S9huDKJbA92g+uxVhidxqYRRAO
SbkL6tKRt3llt81mIAo+IKu0kubVTYp6OmrNaue8juGWn+dIEwGd1EzR1yBpKkTzued6d8oL9NXk
ldhFLEzmEhON5RWQElaTM2G0du8/ZjbPBpgDwYxIUHlLLo3dMxAr0Qt7p8epz3bBZNnFMVIjcgmq
AxGSRL9W/qF0a5ncaEKKiNOiY4+ENtpFSJZPORV7ewQhhTTUtZI9wAWRgPLwZ94ovGgl6hFHG1p2
KjDHEWcVo2Cb52Hf0VTJk7B7Af4FsaO5XYBg1p+8sMtg8+qlcpA+WI3c+aIO7kCjL7cDCMSbCdNa
c6x8W3/HBLv0595AQeRzk4vxLxQpkXVkkECl0UUa+/5sqs657O1msPcr1Z2J0OuS8dEdZ5mcisFt
xn1dwVTfJNjTndsOBsgTEqrMObphHP1wsqUtz+XCtok4WJ7dLuD52sCR3co/jFonzvUQ6GI5Gyrd
sNjGxlkEzLPeNFc7q01pLAhX0Hr9uic1emSlNm1ZupQ/nDKzmnPVxilksX4Z2/GiActq7SA5tywQ
7YHZN5mpkVz5QmNuEJah93UNPOi9M4apd91A+U8uTJ4uE8B/arBQ3zNCn6mdN+vKx46dathkS9XH
58ItQ/nQyFXnVWL/fJYxniJIaOFDbM3AUzPlD/e28YLhzsqb1QMyj9ZrG7ORhsKuzHfXCi224jXU
/TLMrOIokn65a9qhVVsJw/u1s+Wod9KqSvFSmYaQNj3m1dcZ/i4ckSVrL6NsIbvCawAGbQo9soGR
VBVeQmKA8zMQotkP1ywKIlsKTuCr29hizSMjyOOiqbT1aLHEis4m1dQt/DQsmWxRyIW5QHad8Io7
fXEv6y4Kt1itRn1DQSi9Lz2wRuAKoPWc1VWXW5gjhvAvVS/qr6GNSTln50peQOfZKt4hwsyKzeBZ
rsWeGgU07omR9ajvtyo5rUNWdQ30iKnX1S0ARkK62FyQqzB9KivGkw1RYh5n20w63JspBuTSdePg
kGaIAMKSFXeFnbAESAvPdPhAJ7++mwxo9hs70rV7ni9LZz7BeZ2AkAlfRckn4GDNs4cClSJL1w4I
0mt2ErukamH/IqVe6kPj+unnim0EtkxACOIg8bQBMWJ6zLeDpy1rr9QYKipBw8xE0yjY3gUgYwfM
NXvY7yzbiug0g1lOsMq1Q/dpdrz6BtthOGzbhLCRXbL4vSyw1ur6u9GJf+P7bhUf824KFWsS1/lB
OWZWG2bETh9lmEN2ztED2LuljzxGFGbfjpFAwChsO4EAq1JiSi8b1Q/tPhVYdE5gHkA3lz7LmE2C
0Skn4zu2sQixIb2Z3UYvn8o+tdFqDxYo98cAcvwXshksuPmJxZ5r5lWF6zB7MESDpIuB71ho6PDp
rOQ+FvFYr8I24R2c3BjTcJAnY7NZT66fTBeuPHyL5cZmKnrxMKb5AsDCdb+CvCQlPSStT1IumnnB
LHKOx1OepEm2bbtiKW/mqZa8AcLgsvIW2VCLSH2I/EWeRFsafcYKZ/ku2l3KGPZZwuYKXChg6+9N
JHh/kYsll25GxO/GAEub971yu/wEB9y7iSGiPcVLGt/6eRzHFzK1iomoaJUfl9QaOaMCN6135BSH
4YYtjqmPmi39OTaPqTs3RZfeZLD9cJkO9XKe4jWwdmQu8oDYe7CLbmlrdHOloco39Yv+gny0YWmm
MDCyvDbmKUHDdieHYLmLCX3ng0NUMVs3Ms7EfnAcvrWynZ4FwDG9SyldoiWtMnPmqFICQXV4ifYO
MfXgbC37UcQ8u71xPYNKYgA3vRkCiz+UzeTzHLSggQjSLg0x2K0CWe0S9nkjglqFOytXTJNmVu3d
qJrws07S6nqqKe1vNBr6r9Es7In+PdWKinKKx89O4+CmFaAcN5MIklutAuytTWrNMI5JZcbHnPiX
cBDYBATAi+U2qH3/KivjzjsOEMitg8l7C6ZOheACF5+GK+wNTO6TQtNvlsn6kSUVW6wwFYm1b0K8
FjtoBSW46QK6A1QnDjjOYo3iFRViV7PtJ+GpY5eUULAxrYO5gO1VNJ7z+ixINAeHkcXUMsi21KDk
J683QbIrSGqoNrZG5I6RI8NDo+soZXuBYDM8uiwjVh8hFGpAZ+OTU63eYEgFyUkuDakHRrvyriHt
8qkfUAHtplzycEN/VD8CLNqgZsBgEiDixtQi3K5LXvNBmu+RVrrdV32a/fBFM1O8dsbqvsNr8ahS
JNTQdKb2YI1edz259YD5oUnNa62F9Tj0oyp2RUM4FDVsH88gRwH3XkvGCzUAsAcb7fZLy0xNqvpe
+KNnkzMF9fXCj+fma0ch1t5l0FnOsyJWkNzKmO04iNXwOz5sjK5guZcLXynENlHWRuelMPDOcWqz
hOrqZZZ7JmxWH4voo68U8CjohpEpn3wj4YFZGiwQ6xMdRluiLwoHyJRuvpu5qPG5tw2q4HCKAZ5n
pJkVm8D3FXEQ4Uz0dzAN9TOcrOgMeOFA5lPIcL0V5VTG+2Wu68/zT7fK1DWsnTUb8Gw3kKVltix3
QHGPDuPqeQRE4s4NKGv0uc+Er+w0+JIncvzSk8sAUTzJvX3PYtPZkZfA5lF0VQQBrSkH0sNDpB8q
AGHPE/4GvZUSIau+/M6pYndfCgULW5POoUSd9qAYOTjaJE0EUbOE8wG6DsIfO988vwbxHT12FCZ+
kCtuTq5riX5PwbnrtuAOrO265dy76SHx/d7fiqgdr+EKyi8LKHds1kn8qfPmGjB7Wg5PrqSUdAiY
Jc8h1AUvnp2BX0SrJJoLmbcMMgva7i867OyLpA6dS6z9LVxAq1xerDTkJaJya74m2KYem34MqZlZ
ZGFGBRAP9pgBhySZ9PJP7PJLVFYUnhENCyLntjm+qG8OB968tIGYfkRUM/hreT/dT0MhEMxw4tVv
7cWOnmU38OLx3ul2i/trWnZLa5onKFIlULORYHgCFVJUoFKNwZ3o2dsyq7X9ZUU+KAC4ksXExsYt
WrK4Dol/hWMOpGgyZE7Fg0bsCqb2AVZWhEqA+L4vmW3qe6h0jrNz5FSZXbBmkLD4yt1hO8UGZGEt
O5tTkiKLrwBFG28j20wQCEA0xFOUpjVQyDCmzCEWR92KIG2fE9ZP7YYyyFq9sPL6dRF6ug/mSH/1
xqnmzZTpK+VLhjiwJVGzGyKpP6Gqr79XHOvWAOIrCAyydsRZ7gy5AjFfZ/c5mDwCexo3uMVmyvY4
I+y2ofMhbdsR7FI6B1TXZCBrfwwCwDIjEU6tcjwWv1hT/G2Pfe1lTuBRbIM2ql4WqiC8q2OwANpr
84TZPExr4HMaDABQk8J8D3Cv4oSPhuYyKLFEQdcrmKKWAscUoYdO1hwUXJ38QMLWrPe5jGpWOAVz
ueXnLu+c7w43OGJYFRWd4/D26yr6DKehul/sVskNL1H8jOi4gwDMQrjntCuI2La50r6eRe09Sndd
lDGd9cSG5c7obUaOX407bcYUORus8LDDdqxxvHF0liYYZtZ3VkhKfHvH6WPk7G6TV7upHzPY4pQX
uOc4g01X0ojdJqv7fAYxaFxBLEo8+LvJn81Mf2nTjPgvO+5P3RK7ZhtKtiOXjP4QiH9/Eu5+PJtc
9Z0BR+EooDCM4sB5fxKacOjlOZUq9y1czak45rl3tqhr6eTnRt77Tn505+7Acf+euKVdgvPC8sy+
dy6o010BBd0peYWNgCUBamnU/95wNlDy1HI6q0LSP4o/HKf+pyPiiIN1nB1UEyI0vO8O1QcM8g2J
j9U+dT11b3ECdlXWyfKvrwK3jqNaRxBvik7rg05Fhd3gRH1X7pdGAdggxv1KwvI4/L7xP+ocAgpm
uPhXTbznUllZn80vAoHcBNJ1Fi/fe125fLFHPVxSnQjOQhaY+7Dwxn8p8/l5PXbaISpF2Ivex3Po
jroN6yyiWISmaLASZdB8en/oUv/xrtBb8ptIYpBbv7+rnvNeFEASYkJnIylzrfYkPZatkirNqUUP
+wfRwNpDfz1d5xzfwTkcIuumY5C2+f56c7uUHjCCcFet49oEOdgmdZP9AWcckPauyTBM/nCLH18a
LknwK3cXMgxJaX+4xRzOAzjeyds1TRafGgu3XNAZbydw7f/h7v55KfohulubaQrjhP9BbWOZZfb9
qfd2gFvrrVQtx/4Jta5pKP/04D6+WhghIneVqrhAxUj8/XApBi/gqtzuzopTinGpDqH+KYdN0u+7
/X+6Dv4mn+7IC4Cl4/0DK2cwxVh/f0J6xckLWFY0U+D+QRfzz24h5GpbRwSGXAn16vurtMQA+TU6
I1Dss7hlWA9YvFludSjStHjqy5rTEnDy9h+6xj9vbjVkolwKXaib4U+11q/vdBk6hItQo6r9pj1Q
o3HWIMj08G+bEAkdavIAmQZK0hUo8OvIkeVMNSBf5C4N9XDuZRJh5Kj/7XjxU9C2DoFYYDleFR+k
Rd5UpG4Z5XI3oNlhP28PxJHpv2mI/6tu/eN4wVVQH/pgBujhiHDFh3vp2Dr1XSt2vl4Ialxi54Az
oN5QrfZ2lZ2pm3/ddlhwJb4N0H9u8FHw643KG6l8ip1TOv1BW9FwGzTT9Pr7q/yz+2E+WdWAEbp5
Zti1n/zSD5YGMTgVTkEt13evMzKdj72nzJe4DqybpeAEKg1DFoe/v+o/R4tVucpQESChZoD/0JZR
v0QJWRyCsRDQepRQnY0lxvh6aOe3S/2/sC0Nr7rr9et/kZVu/uvQ1y/fuqyp/z+ITXclj+1/dzDd
11n3+vJfd9237tX8amP6+Xv/42Mik455PkC8D5BjnSzeXORoU//bc1x4XehTYXms4eV/25iCNSSd
N+6nS3xds/0NrnTC/46ECwcTTzqUD7rvv7GQf5CDr1dEkMayT7gBQVDgZN530tLJ2fCOhffKoNX1
7Oko2XBebnNUtjx4Xt8W3yQUBHOoFQtTiagALQvgaPIKnxNwDLW1BW9QBOdRSojkjozSWp3GiKrR
JQjmNeIEO6vXPnMGmU/NDs9XicsnCQLpvAYTgeC3ZToF5TeGlzb+DnhO+VcJiLgW4J2TkTWwlS0k
8OuUdB40UgknK0ULtBW12CcnwOkb7ZOqcuYLtxJ1/sPCycnv/PJIb94WEr86xd+/yBK7fsRk6PlM
iDw+1Azv2yhwqoxsKZQOALXqXJ06dBDyVMrB6OC0GDIOxi117DL7UWKRcOM/jPQ/Zef/s7zh+mg7
iVdBSMo4v04s76+/5CI0EEmzF+h3osi2XYN0FnNz5FroqPU0QjoHztslMA4tNB5tfTNKMYPlcuTi
j+K889OaqlrToEhzrpCZA1L6Qxu9H8IR3qAIRUYLh9WR0dot339G4m9AcVHfefEJZEP+lyyAONWB
04VO2Jtad77/hHCRsIZ/9WzW68KlYQUBYzPCofLhukSnQUCyiHlOZvqcvxnstjRfOblb08HHPOuz
6zpOqVuQ0odA6U+j7bqE+OXRcHnWgOiHcSLiV+Eden/biccZJ+RW8WIFJRDMLfOK733jRbK6s2bJ
gvIqs5zGuRSFmvu7wpDj+1NlVdIov2+I9+M+DwBXvAzxQvrIWRn5PzQEwD07p0gVfwc5Q3gxQou2
iue9FVcmmo9zqCeeyu8v+c+bD+F/Iq5njc8M/tGvkaI1Kkk+1S/ShwkDFw9TuAOGVI+9kXvyYKT/
pMnbcmF2MUH6T409D5rTzqyx2/EPHWFFHr1/FLj45Lpq9TiKX3ESHx5FxNlGBFftOc3WktBp6tL1
hag44TbNth9zSRU3q8yM+GaKWP+qjZfZaX8HRZZNeG05ur6LCFLU7Gi9Rru3sMFr8/z7NlvH0187
DOlnrONRDTkBYziS/fefkvzGUNtqmZ45wdN0ArsvbBrLnkZBlXLSYiBB1y3U+tJ0Y7N+ydqk/7eN
xW6JfQuKcXD2QjK0vf8YIZKOboap/1yXnsUYnjN6kUE/kDs/exckDzHuGyJci29VTsAAoUFtpckW
DOGFcR6iUkbbdeSf4fbzCZdyuJBT0TbVH4YV52MfQ6BPeWJd5rp0cQza7z/oJEaCE+pFPJuYnRzQ
7o4Quv5GLSQ5kQWqZsWHs4KKk599M5O4Mu/CYpmtuxGu05mBBQhUv1oWwkXAhtYdlEysUTGBdp5t
lbd+FSXLCraLJoZEl7KiU5/bSwTFGCUFZynqD6/pTzH+rx3ApcQS+WytHEFOF531/Q3RM2uSNIf2
KfAaj9M4EL8eXTGO+yjSW2cJLIb2GCHPOnoCo+D/9T+Hk9aJQ/7XNHYcAB76Ufz5hZYfR3GUXixG
vNXmx+7iH92imAqwp2nTPrWat0jhvypCCV8vFfMFZ1gzzRFBSV0eYMbPc0D8ryYRdMuAD+whUUts
nXRFAteDtnrjX4WZvy4QJjlUZXQsADHweBojIrrQPATecEvKZrE8gO8lvGtjlwT1AHag9XlADecY
q65s1qxEwmqaeHYChipfzGInXQhc3ghzAM2wPrtiAsDZoKVfLx+FiYWWiAI8mmrqbo7NJ8+sel0b
dK1XFd8mg4ihPazKtOGOQjS4KXytMcmiiOzdamslcTWdEs56k8c6RNf7MNiDQycLwoR1xsAZCkuU
348NH4dwWj+wsWHj4qAcJD66a0lprRMy+cqnBT8RcNSJUjty0LHJG4JwkL0yUPz+ih9HI0pO+DmI
Z2BVytz98YpG2yYFRjg+CkQ2dMaxl+vw5xqCPNXBH5TnP8W5WOiEo9t3Jrn8aSLXf3jLP5QgWeVy
TrJC5lxvtRWxSn7/Uixi6JUV+dUDGbgVtcOu6T3rlXK7YjRKC0NMlI7hi9wMJkwYcZCUNck+QQtE
yTkMgrEkrMFN1EUZh/7dJHSJhswggxtuu9CCoqEIVmsu6EScbuW2jNGTo3Rw1pc9temHzZCyujiL
CXNc3/wB2+Y1hN6APZMotJiG4+8b/uO4RsgGtRZ3vWvulv3ah9mq8OO0HpUJ7iHK2SxiPa0JjXCH
Ze23kkWWPKXOONFtpyLCOLRJup8rW8sn35m3goAqN0Zn6K9d2oXrW+lT1rpiHSLVYmzngGK7Ndlx
8WZObTkWrtY1tTOHFW9n4IB0+1e9F4I+ZQifJQje1hAT2rqV+XW7m6GhDjzyjl+K1bKoCdzigzP/
FhFktqPVCEpzv2/E9+vy9Yqshsn4WJdg4Tqtvr9iH9acGKVJ/Vq9XXEgm5EJU3i15k0xQSp7QqIH
MB4AaoGwj+bw+w/gruWPXwZz3LshLmWXgZxOSzn6wz1zjlZxdFW792FHyHN7APa6tnnHadk6Wv0c
uvADoW09xOm0jmpMD+soqlvF3ApThJ2LM3nrtxpFtsU3ii2BPGVjuT56NY+Nf4XIjp/Cj7M+VeBM
vjkUVqDFoaXyI9DkMUXyhP9wa+8bdzUmA8ig+MzogEmKJe77xiUmE3Br38z3IgGGRJK0VrxNS7lk
zffODgsX7C0HXMtDANmX8RxVFlr600SKXTLvl8p3OoIJyPMZ71mYa5pjDHLBCyeGhQEUr0nEW0Xm
ZrsO6D0zxSlzeUTutmMRxgWzLrb5F9tKh6aoEklTdF2QkhrvlT3elU0auTn/emufdfQvvv2+ET4M
yCErJBaUqxWdnbb9j9W9My7Sn31lfRmqoGFAfFvRu2nI4SG4IJe+96eR8MMMvF6SsrztYs/mPxaK
75vdzhtWzaTPfzE90YjfOrKu6FAsd2gfzkqBIZJYjw4IgGuJ1UefyiEmJxVQ4jrFjSCdupvAN2Gc
H+JOhox/jEHDrSZ2hkkPZBffQSeEk/vtsSVqBIm1mQBGMjwwcKyPIynIhcHMkWccdm3RN1Igs5uq
4ZN4RcF0XPjdujX/fWvjIvz4OlEOxncCm9OBBPqPTSQrYAPueJq/pITwkOLXEcCA1WS0Y7z47iL1
vCeez28RGcJ5ydON1ipT53aJYMXboFxX1oVOKktexlUaYFshMyb5zmmzfRrjHi1qgcW7fJF5uejb
qvEr/W0kV2u8JojZ5sCX2LvII/ubJbPpDyMa1OFKK/hOnCVUduV8ErZ2Ik7XNW6GfOp6HRMYHML5
RgA3cOC1JaWMGAvkxXpE3zBZXi7zAyX3Xt75ZYe6cGtPTj/2xzYaUwetMZaA7gz7G4tRPFrluCxr
zA4Tz9lUzDEmGOIa/ANZd0QeQlybli+cbLjZQy/LBC8LYVLA5NiSI8zxk458kShzyUFN0LedGKW7
nWow1V/EEUrgIwqS1D0klglTe98WTSXvZ9x/hXUfNfY0fZm6SXSXFsIz65ZJMuhfPO37+n4JhqRu
Nm3ToFH5HKEcLo5xRkHnQKhFiCs/KhriYakPEyEbPjsV4paX1G2bYdrRVWb1yknaONrbAhOpk5+6
uFb4Kdj6eKV/jCFZ+1fUn62iQFvTuqZMX9OwFisob3JEqOXlIhAO5ocF2Wibfha+3RHzVteybYOz
npOEtPxUU6xWCcFBCcYr2KFxkgHKwNLZe7dxDZHrzM85o4WoPrGDXDVGnPrrbWmgcxPwhlRZERIU
a5LAzsbEWCnguKxiggUmPkoG2KHNeu9rY/W+Z87oHKMVb0fBSs256lsWmtGmm0U4+dc4OwK+gAdd
v2llWckXG/s4l6MqLNXz0qsIklru6zbBrDdZ+Mm2c+4VfXCc6txZ+eNyWJcCtmdl3E4iPCaVb1M8
Qx/Z4jSIvOR6Rh3aBjc52W9jib4CFweklX6OwuHaz4WXRRuFy5WBK9C4u4qHIIlja7mQsjS0lDUr
huxLRm2VeheWiHVQfnIyhbjmBgF2HpInnTMQJCjiwZ7oLUPW+pHmwSqJArET/NlqZ7eoYMPdetLn
1V/dxK25XpWXUXSPgUeR/8HWn5YlJHXVkiKtQWQFLs1LWKVh2IvWbYxMDXePU8CpBbihdFxbTICq
5wsOgc66qyvSJFkZDV1CREk0dg0dYKlZYh3R9Fb8XPt2qynJsTSfytf1A3OJQasPjM9hX107YH9I
AQDf73p/AWJd2xn3Vk75zOotzaOwiBtJ5SvqoYhNls4yFpfbMcROqbYZ4tre4glyFN8/kIvYZzXt
hfqjOab9gmrzMsyD9SNnPOl2ufPpWVwBg4ijnmNrWjuYz2kDT96bLb6HB3BtGiwU/ChTbKhGPsNQ
Gy67/ft+NCIw9UyNMeV73tQ2/l3hIUz/mWZHzWvTBqlDW/zde+LFRPzJIEdLhcSjm382Rk+v0du/
l/WRt3jrv9BFFZfCzrR193dTW28//n8b+e3nKI64UEHctuIDOLWVDs9F5rdk9mW1mLlp5QJcJ6CR
05rMvqPmgKRo4709qGYZyAhF8T73ejUURDNGD4cQk9m/jqq+oZUGt0JHSeGZsiLWs0jEAzGQWJZ5
3EmF1p53NEhs8s7eWpBoDskdIrVY7ylFHIkVtW1qf3ROcx+uBQn77dG+dQ8/Lkrax8cvwxcPKQm/
hswipZ8mjl4vkyLK5Jtzo+wgvUduja/4nDsVa/O+daSlnxFgELIt1r+CE8rwezAnBL3LdOn60d8a
1FrGhX80pWhksLdsry7ys8X1gon0n7WIZ++BaDa801GerMUeM/J8syFw1bPjJzXdx3gs0rl5DbjR
v4bJt364xh3WL3geCDjYruRXfqRavPXz1/D10/G+L5MyAcqQhPxdjC9OIk6FmQOnuxBjtPaVLDdR
Fxz/bvIoHzQfZ8pEwR9hBiB4fZO3EA8JbnAUuQr3rNzycNi1ykKMvLVNEnNxL0+xoOw6BOPdGUin
tVjFY0pxH5KswuvcM7/yvWLuIS2R7Vu403wuENlNzamTjU0kRRnJEhV6bIiEP4Nijt8A96MyfGHR
6JVXFcnS5dVcjdQNPXt0Vg0fxxfl1QDwiH3FiJaV30yTZnjw63hi4xPPKNK73RgxlOeHSSiXESbU
admHewKVbH6ENMg4Mmdw3ThpfLR9eC/+ISmbpihOf1fQ865MNRQnRFZN+32WBqr4qUVN79tH8fOd
QWJa0mAmHot4eRBp2IzdvRJjOvrYyX7e+hQlhiYSLeYC7qhIRuPt/cV2GOXQC63NByZ67TWU6NYu
/lYyxiYw0gJO767322WZyxdNB+fnVUb1F6VbiXH8KZLYIyKcn9nsV5eidTQ/4c8I2tVhQBlKv3qr
Ky2OVxJZ09eKdM6zJFawOjbLW7UxZldFoVSRd8QOLcYE5j9VFdtFzGIltRjvoir89X3q5Jhx7pCQ
OsxQKRBiMueZmZEmP7C9XRuvz8RaHXH7sOD4IUeQw6+T98VdPo4sz2ILSJXROruKBHJGjJIYxBlW
iphM289QWAmOgvmQW3N68MfWK8lZbsg+lhtwFqFPuAG4HuzbzNU8/AUrD3fl19U6bVRevHY37WrO
lndvLZl35KkTY2NnAmLp4lVx8LnApGLd4aTt2B4urYr8J8Zb+hdi6YUWQPu63kMMvpTBnx31Wpgr
M9arrKxJ7cFe70dzqpxnOZV+eYX2s53jg3Qb01k/YODmU7xnRhPoMkxJyd/aIowLNOUoORbdFxtW
c0IMDInX6XQ7Bqxt1EsEgly5jyYOqcYcddEPFQIrdzHFwyJ7F8l4z+yAeRQJW8OakgjqqHd6enmV
Q0FFcjxb6BqCkcO4aff3nbw9SwWigOZBijOvt/VzuCnLYR3/4O6towmr//XlzQzZLpAwfh5YxLm7
fg/BncVPAEdefzAWFGSqPcWK9TgHGXTLq4y1s4uvlm52/g9nZ7YcN3Zl0V/p6Hc4MA8RbT8AyAE5
MckkKZIvCJKSMM8zvr4XRLlLoiWxbUeFFVWSiByAe889Z++1S5yqg7E8lQSO8Tvfb1lqSlYii1E1
v/U2AliWUwE3wTjVoBUkHILmuQNKgd5+EHMGBuo0+5bskS+7POVkUC4d0IbRGL+olGWtV80i97cq
MnI50apdXnkSMVx9+n4heKFsaRW3inB5O7HlUTwbi5YZG9R18rZgJW+91Qo9AneDkFZL37Wp9Rr1
SxZkFXlKYaV3wqV76yq0A4PLfheRz83nEWIsFS5GTyAU/dlvD5xQJOwjqCq75SHH3sxk1c2Hcbkn
QcsTSIIhrMkzdGv49bh73z4QWt/LopcsSEuW90YS4n0oKylavD8fr94d6GlfsT5wB8sLklz6l056
2DI2oUUvX8Ki0HnVRkD+26UeCpbZiiBgXkT61rIBMbu89j9ffjm4/tAqWS5Pd0hHsAcCl+u/O9jW
HQy+oTHozr0tjTFtb14F5wCepD9f6h0nD8EP0g7kbXRlNIX/f09cHMykIsdcyr/fJN93jPjtGweh
tNzflh4uzaIOIQ23iVqrfGlIS2cSd7J2rD94ST93EjQRTPxCiuczQAjA7S7/fKz3ewUNJU/gZWlm
6U8RjkZW6qaBJoXAkAr6o4/7Xy9Iijf9A5R+qLkQdv58wQS7hZSiH72pRowLT0HCxu8ZBFwsDd1v
D/i/9Zkv75Cu9cLQW2RPDOLeXXBMYzXI21S/+b5wDOG8jCsmncAvbT2qjdmvSWSY6+tuwC/rZh2x
f0+qUrNCIHFT2ZY+eEU/3/C8ogXIZbGHgTRdpHPvWqyTJQqDMSnVTfr2bA2UdzzqY5f4LO+R2Ud8
BfQIJx5QS2GPoMIQwuWFEM5TdTMBixzw11qmFHgQRlaYyWHFr/jjdDZ96RRNCsdKZ3ib5JVvq+2f
38T7r5EvDjmPiJCHZrRkvp8vs/1WrTwK/SlskmWBmr/VQ2Wj5d31JJid+gHE8lfX00S+yOV/uv5e
AGgA0+YLFrvT991vDMJF2VuwwKLtbqLg3+qwaSiwaN3SYFzQ7mht368KJIHSg0fxfnrbnaiVl2/D
SFKei7ypln3jzx/oz8sQbVoikLlRFzkOA2v+/efnYpjmMapnLdkauVAnSNqyzFCe9JoH5qNH8F8v
xVdHK1w3VQ78xvv3huUimzoE5Nu3iqTXaJJwH8G/45c/v6vvIpS/1leNliGXspAGfZMkIIX9+Y2J
IhMpIwqbTT0T19isZG1cdBgdMKqu+NrMOaN8h0xAWqzEqGEbk3TcjcTPZHs2bcRHAbmvJQ2gg6zS
ghDPGcF1QYH7D7VccfLHKJHGySF+rqFaqSrI7KsaEgeRquRtz3KLOwBTGAmo9eLvOCijVCj62Xqb
ZCZE/wnKlZ9nUjUek4D4LcRCXa9HsKDEGJHKlvOGESGMx6bPV/G9TsFTsNz2yVt1QaFusmfo35ax
txNHgl2UYW+YyazfnBCXamDATk1dW8AZS0+53PEHqLT0zjgxg1hqOuFtBSwZC/O0i6Upka+TNC2g
BTsnBJPEWMSVadzZ/+x8VOyemN7e6plvhRQzxYHPd67MZS83qp4GE0eMRJeJcC24ZJZwuOh3InOa
iCRGDB4cq2jrp3F6p1D9WsoJsa2lll6si8LSE2j6mnYrrtvlOEYgUqNUbph0Gd1XGjEGwwY7Dluz
8IkjLIIBo33FGEaTz1ZlgQCDc6irWnWrweqYi1vGDsssj1JQlPVT0TbMEm6jkqZz4DLLQUixDtH2
SjHkD2rPrxMn0Mbcafo4yE8STuXWPNE988vr3LLiRF7FOaAKDsQsHGPr1C2ueSIscUGh+x9GeQZc
JAJoILGACg3nhzOpQAIPidW0DSlIpHlGHKots2YiHIVis1FFUkpfdDFLJtJMVepuIvyMPKsfchow
QmdDjl4mSd/XIthXVqAfwLIYnDvQdOvgqb+XW/S/l3Jxyttl03m7NdJvRWGOxZeTW22hBcLZXIuk
HbOSBUuc50iyp2wPidBbtyzihXkpc0tI11mkBZqNo3q4aMQJxe4UgeOP1F7ZRqIye1k99lsaGsWN
UeuyA/4gPBlRm4q0jvv61uem3qrBAgDm6Qtf4rpMH3C2FyQKi2Ju+2Gtrjnz0lkiunhvluITmBMd
z2GpH/QhKl1DDQGUVaJQr2NjVFdxEXVXcwzWbcXe3a7MaUmSTBo9ew3L7iJLSyySKgR7CMTtSmvo
RCPBCbZ90VluaA3mtVGGFYqGMvocAZRw05BYwklFq675VrUzZ1TRk58z/85LTeVHL9wZNc6N9cCP
9EyOZS/1WHRYQUL/c2Ul6SYZl/ziySLgPoQtdimJKsPHSqcGahH67rthnM3nVMAFZilddjuYMkGd
oPx2QAQIHS0EQTmodOuQSDf5lyY2/Gt6iFggw1axPktMfDjWSKV005NYGq3LKRdWEs79m6ZX6Tuw
FLjNNHY7palx4mkZfi8f9ExoPkS9bE0e2ovutZHJ3FoVXdly2okIPLF7RLNfTEIicOL7Qr3LgG5p
riq18fUINIDjUlbssWFLleObYfEsxk15GFET7xsdbhhrp7ZMjwPAESNV7VEE7ufRBBcwJCqh7EIQ
Sj9Lw0Ae5TybEt5HFJWPENSGL9WS8ABFYH5umpigYcsvEU5ijuPODVMYt2jFgCiV85CMOwh2AAhE
qYxOk2SwEHOycvpBSZUdtoS03NVjVa/lksBZLc1Gm4bvvTZMr8SH+SdV4vHpmw7rpkGKhB2MWW+4
2gSfRTXa/FSGav04EXW9jkUG+wHUtgT1R+IYUaCVIIoU9ZmZPA4vOc03Bf0C4GxZez1KeQKeb2oB
jeAGvQPDUj3UY5mREEdMieNLdRnjhxRTZs0mrTcePEKb4fCYw9mSmzB18rmPn2Ns6tilxeyeoDRA
z2UvXVvMErxSrk0Hb52/U6NcfW5MfTzEtP17pg8qsS7A6chOFYDPBV1w0E2BWPEUl/ozZmhRdE3q
s5jIrqY664OerFnodd0BMGAAEi7CMwolVC1DWN/J4AI2fTdKG7Aw+nOt+HcDx+W7ucpmc1OV6mTH
mK+/THwgm7A1um5FGThdWqLPfMxNFYPbBAIfYa69p1tJuamoQyU7MBrrzoI38EIAtXILpqt46ed+
/tJxg7u9UchHFUnFRmSncInyaC/Ul5Cohrw/CHWTPM1ikW+UVPLRpNFVPoWTqLKXgW1jo4xM2kJa
om8N5jMOlu54k2hdfYeqTeH19/JOEnNlDeuxeaQ9V52tHC6ZNKXWBZLevA8aHH2jwZLLaTiLTrkq
tru6U4dz3vg1FkxTfVWSnsVBrqb+pMIuXaEaHa4kpe32Y20MXjSMWBALpu8bHx+yyykZbSndD8ub
hdo/+Cxv1zMIyTuTDgqgG7O9ZcMHmiPUxhE0S4t6SyfA2fK1A4NuCeheBmfFxCML7hsV3noOhOKc
0Ik/w6cpKwdNjLiuh7h6LNsOLoaPI/tQW2q3R6IFQlDIittAmeF3haTYrhQjMbfSYr7ty1m9gqei
0KCvhc+CL6O+O0yaCg/NmQgml00Xdhdu10OigWNpV2JBRmZLlFbpHwYgAWeaLelJUKf8Pm3rZ/4O
vKY2ku6Be4E764z4NFoxwlNyvSPcu6X81Ak+PLU0HMQjIqfuLpL7vtrgo4DUgzXb2Ks+6P81BMvc
2mWhCXpwbNQZb3w4uKY1k2ETz63V25ni56dCYOy/n7D18lnr4tDWUJl65j3SWMO9yVXYE8qoCmT3
YncmgKcOixVgLDDRQdQDukmLKdxnUVJErlDnGlpQ35eEjdE3DcAocgK7cLOUHqJrVSOBHQmfWgEZ
aZdwNCdKVzKoXKBzdn5/pGkSkyfdScHtsFD8nUJM9QNCRZKMBokScd9yHG/vtYjTX806UpetplM4
BTmCqi1GfmOnyaOYx7ezMvkySDT88sQLySx2omcSywrZKJ1yeAF9o3UXSwgINB7kILVqKAzAUxN4
GWBEIwW9kC2HKpCXSRLmzaAvFCbRqGTxMFjxmMPioJ2PdZTllGTfanYLGly7WG6JKZKMZNcK09jE
V+kk6Bbwgj7LRWJdaddAK0SfVsoaVI9Wjc3WJR8K5AN9dsKA8fIz5XQ6aZIz4vwwbR8S0Hu6neV0
e525HascM+fE/Mfo4mSb400uVgHzwmMS0S114zEat0qgShDlTOzddMbiWvKSoMauVnYaHmB5YAiu
t3J7EjRrNJws9tXGNtREoSNH6+5eKoX6c29Rmih1OcmbovAlZRX0odyRJaiPoVA4jOgR4Q0QBfSb
CVqIQWHWmVOUOqykLX+gEKEORa8sQpWpg+Ak/FsLKmkE05QZEtzYUh4LTTtKQq93d8x0M38bV6b6
HPT90zyHwV0Qlk9wI8gq5piQXQYkHqsFWLgBU1NheO30mimYMe/TSU5PNViWdR8S51NWJRZ/A4Eq
LPdMyy411AW3romi6sxIZX3t2+y1Dfx5bRQp07xg9I8MGk3RkcZmgLTJZqOerSZULgbSqZpoMzo+
3A/cMDZKwOGzVJTJdVnljYkSyAgO4NOLS1c1bbCCC9PDvM/J4rWFbLS8rIgrV86rdJ1UvnbJE1Fa
WW1Y7AnvFo5yMqp7uWR2WQQNM2yLY5FLcmb/TN5Yt5lHWcb4bbAJu6LVV82qlPTihHJyaL2yHnwM
xIMIYi4JYsA2DaQACz8+6lmkoJ3X6Ly51USv+wJ6LfqM2TetNuDuerfmoRzseUrqE7s8m3+kk60W
xdQXvASwH1YSrTvDwl2dl+E9GYDSEw24cY12x9oUIvnFRmnEZyEWa6eHrvEg5tkdlCb6qhzc1gZU
h8dikDFya0pRPCqiX+86WcH/7ddjbDoRHbOdX8q86UCk0R2NvcNhV7mKOZbs+kGKXpNQMZ4SP5Ae
EkkZDj0DXFcrq8JT6Bzf04OXk2VNI6NLicXqqPvABggDCYflJlRf1WQ5DE95tuzao9y8FL0pRKtU
jxb2RMaRxSPwNIKlWEdjy8gJN64N4SCWFrACtbQuRLF2TMtGfgnDsMXvSYBLbscpUC8n4ec6tL+4
J8Kp1LxM72TDbUMkrAtwMgl2WVm0n0pObWTHl4oiPrHxDrVtCeZAGkKb6G5bxsI2qjT5bpEPrKW5
T0AnwI+50rQxfukgJrI9cPJcF52PKKrwNYXkLbPelxPaEoANlDSHsenKl0Rux8hp6DWCX+rT8bVt
J54VHkrOaV1JL/Nzz/CqtxnM9as87pUdveoA5VQ0zhTzCGa/YAXs/XVmhO1enTi/2QLlSOumcHK0
lVBlqJ1JadXuMcKmjwYcFSdpSEJPRaEST91gSBeGbKaFOIgaDofsEKabgaJqx+qXD9BLwpA8wtGi
9ETMIRQnJRwk4tT8RYM4ZaJGxmvZ461AmMJNRJB2FsZq0q+DXmeiQuR5nFCk1avlGNs7sEsimZpa
yf35IW+6PLmSC2loXE4VePxtbt5iLp1a6oIUkaAox7l6BQ0IlGciVZHynCKYFXKnF8wx9gEF5qSu
H5Ow0AvL4bQNbBlKFqzIzjHYcCEahoyxzNTu0LGrk5v3E2ia/WT6siI6TTdaUglXkO4QtBoE7hb2
v66soocgSGBfuwOPCtMUfEhKDiUQqJTergNqtdzrwk7IvjZVM/baKkQGleUrrWLkdvFFmRHMpkQv
1eZuPamCGJ/jrkz4HlQB1VQXo+FmFAC4oubtf8kECxxtXTZxPrlWGY7ag8awKby8NWuFcpk7tKm1
tEZlyR/LvbXAxZm8so7Tv+A5nI3PsMnEUd+gKJ953iqpsaLHrhyWuDL4C9MSBpj48aCzRbAct/dd
SEPBPLQUlONJjC1xIpQuaLoq2cwMufi22PLiIn5RzC7vM1dL227K9xAeZIHI9wKxReOgfQFUcIEW
XBKCrCPRjZSd2HXVVCBHilpqHM4OQbUuSzNmPRbawk0QIx1lNF2U7hCwNvNkRRRRprqJWiObppIu
bE8nNSL8t+7SQSX6Y1QjgAQDwptvCcqFeZgp/cyVL6Qw9uy2962SwHq1AotoTLOibhj/Zfel2aV3
oF2blthGbHcwkHh2VohOss9inlBlofsP62RV6I1F4mKNXAUSqFwxg5z1bvrmL9hZUdCfgYH2W/rA
0aEQfQXmod4dY2maslWpZGi2eot5cCmkl9gaB8OrKOEMW8nLSQXpOyTAlloRMeNolkOOLalPPpez
6CcsrWoGOox9tHNbZZ5umkgYRgoEIV1RgXJC9ONS0za1rrYZ9GFzfCFOaZxKWwqgWdyYEB41d4jy
/LUWmWNDpug5GuSz0HMaqWMpXFFO1M22Iy+4/wz0eem4UFHLEO6TMFjjUOt9YZ11kolGR64wlfui
WhQrdRKbrdQUxmPap6rUOCTFBIVDQzGCDT0ZU3PKTJ3QTVnUuvYBBQTqCbsuEds5SDsgNuWdJCMv
orl1Cjh5Z7ZaUYcfR+ZuMDOUxFgZiZ7uhKAB14TkHFsJErsyQ8EhT13jmrlmMZkS2nCDY4MvxhgD
wVaQ2G2rMq1ip6Nh9jKjW+De8K3rThAL3udcrnV4SeeJL9tVrQU0GSOx+CKgYaJ5CIj6ILAMN08c
Lofw2oizeqm6FDnaUsHou1o1tOiFJVKZNkqvxjcwTP0jasngc1BLfPLmMI+o1vyOzgjIutEuI3G4
M0etOw91GvIWMPAxJDaygtXUyLBpJJp1I9E+NFwrLgZPomkRuQMSmU+DouKg1JJG3ebg5FEp1tql
8oNi3cq5+KDXjWRbUAlBZqUz3oQG+hPOL1gb2OAiV+7IYeCEAh0RwBF4FC/Qa0RqTT6jCg38AfbW
YMGZGmpOw06ZG4RdMiFi3IpxGH5y0Cs9S6+A0yOy29JAZagETUVRkE/NUenK7hDIUm+6ohaUxho9
RHk7jEaL+LjNeZeIAowntQ7NwM4owK8qYal4GxNYq01NDftcT3wLVUpSRaHLhh4jwKJdcp4zOgD2
rJekKCY9OjtXEbNoNVcjfyfQUNWhHslKt1fKr0MT5ivZb0ZnaLXp0WC16Pdjm9dg+qvevGk0DMdc
TtOqBaBHFyiTi6OS+vLeDEHxoBby4VLVkm/tBSGUX6Y0SnYjFLQzkr3YQQomP+MH6nLmDIY1OZHW
wHUH+xtNbjdM4K5SgET+CsaVmbL+1kq6jyV50tYtTKp7AAnleKJzlSykkwIyExwu6TECMj/ZwJjr
U4HQRFwZgwZie7Zk/BzEEWjQYaU4vE20kaQC9k2qOupzN1Tqylw+N/1qUAba0Ipc+CczzZSHCrEF
YPcufVSarHio2wIAEPnyNwbCSvRSQc8tn9aPAdSkgNpqFABtz9Kx7jA2NfRdnvKgE7w65qF26ygx
rlrIRLtWq3C51EZyoC9gbAVfNO/pGEcGt0Ggv5TyrKxGVWxu+nqSvYTEABlGuDks1ZqYoaDJafEY
DbHzjRLmukuuKIVTFlnjJtfkPr3BJxy5Nc0tt+ZWV51K0boV5Yu0z6ciRCI4SA+hP40Plk+2edks
ICEGMyuY4P5X1MWiq2pqe2dS7m8kMJwvBUL0B8Btk2YLIx8cZocH3EbmcWTWvyn7lqfO7J7RKbfn
sgONb5ttIUo8B/PZCsD2cjeoBLqOM0TGDh44GEE0Kvztw1DJ9ad4CWoxRw4qVRHlsz2GUnEvmKl6
iUNFzRxygQWvLHOJURiCS8i7r1NH979eJSX9oPqFDSoh3ZdROP6tB060RVbe1GpTqNpVS14eq3wD
VwuJUl3hiUErMJKdUTFrYOBYXKkTipppM8i4VGRXKcSxDT2xC7N49tBzT+2dH42D9qrlapFs48KE
Gu74ai22gmv2GpRNFq8EUQszLWQSsSVFuuiiv5NmykZTnCKnJpBGHL1uGuli2ro8amtVJSjhSc/z
lkWFhAFwZaxjWihqLnUecgVXmHTYolWlIrVClUwZj7hqwgXOQ4OaXYWs2Idl8UWsBKIMXAaa6PVW
TTlMcDbsOQoSRENl4C9acu7BijFIQDaIWF33ChRy8NPKCD/vvjCJsYtdBrEm5z7MUtEYn+K4aDr4
4AP0F2kllkrXVC9dMvfSZPNTymhyhkKlJLPnMmRl2IJxBwHt0LFe3omqB6KVbsJg7I3qE+EAM/Tg
yDcTfg9JvKGPewFsC7/EU+OnujMCHDL6D3wi70x/DP+wjhP2Ro3JVFpH//DzcC4XOXPEY2m9ijFm
ku9Tb1lPNMZPNeBnRJ+D2UNXFTOw4yQkwjlEsJIyR2mcVslH4y7+Nuj6Njb8twAOt0XGP+9JDKA7
XosSf0oQtv84Rq910RRf2z/+qc2X4vScfWne/6Hl1fzfz2r+8e23gy+F+9w+//QvwICidrruvtTT
zZemS9t//M8bQGT5k//f3/yvL99+yi0Q97//92uBHGn5aQHF6Y9wBoxuy1f0e6zDpayf23T6L69J
n/PPzS/+7hvaARvt33hSgQHp2GU4rGBf/U52kKS/WZKGnBNzl4V/huv9M6BW+hujEOI5oPrgGhI1
hvDMV9vw7/+t/23hMPBzFpAyB2noHf/8FM5vw14+wN9iVd7pYDgaqDBbrH8hZNXhoPST2hmeUu+Q
CrxinV0Qjne5BOubWkEti501XHWB5f7wKX1/BT+SEpb7+K8h9F8XXGQFP6BOsiLvUxkumjeLilv1
1kbuxMo25+g+msqXP19D+tkl8tdF3imIxEDisCoGExL3mwHoPlBfd9B0N2B16scXhjWw8+R9rRCI
HqGoBOuGx++Dd/gOxvDX1ZdX9cNbTBkbTpGakPcXD5siSzhy08KpZ5uRlGuUZxGkKW+Y2G+IvmN2
yLPtB++bO+aXH67885UVS6CqqITGEzgxmcWmrSMPGig5I9O+E3sQd8aestqtmYr4Y/yRtGCRyfzq
O11ezg9vOFGrAHEWJ8tpXFlX3Sm9aj9BK87vi3PxkSpjESf86hrvJDoCdhRmw4Xv5b3iwnd3JTD5
U30VQHrvCkaX8I0++BR/c/e8h0FF00AmxzCOHjvJcgK1EQDZii/T8ozO0JltNp3NIev3XX6r0TFh
XLL64NK/+QLfp8/qs8AITKIbqKbSphfP7WBstDrYRg0ySwbQ1KRFqO5pwsLflT74/n420P/f/Wos
6qgfvj7TGgVijebWS2RCZwaLWnvcCL26YSzqqqO/QZIIf1Hd/Idv8t0W1zMbM6vWZIL3UF6iL7Tc
htFJQV9+qnFj2Vik/sMLvVtr8GjHppKgtrAEwy6U24x2nzJZ326fmRUtwPcldGspVu7EDxc46ZuO
7Re36vu8OG2Ah04cQeG1OM6d6F56yI9FeAwvUWWuw3PuybuhMzgeklbbv/r6DmL1KT/2DQGrkW+/
+vGek7kv7/pDctI6p7mPz5rwzNDPRndmm4FyrJ6LU3GTdivFJQNnQ+ddWFlOs675z9dx7LVHs5Q+
pVXqjJ+EVW+/mnYlM05wzWbbKsAaHYsGZPTY3vQ3jXmUVpJTHCBUGpvGi1fTVvOEvT959Idd1VH8
9bSpd8WqFdeqO3n5lsGb37yGR5j22yjbtdv6ZN3o/EQA/fZ4m90I6+6qOlfgPaNr1X+JPymHYGP2
m2ob7IttTG9+NeM+/pxeR4x8aheavMqCcUL6HbmEFmwIVoj33bb5D1dG492aLA3QG1KB4wk5ULbR
Wi6nt61BKgV89vhsEI0l+YCwehkSgOlG4ncA1u832OVe+9XN8G5JhptL0hhVutctj68oo1OwXDp4
ti8/hT7aht6nY/0USRJgh3nTt+WZVDYmb5rdfviEG79bV96v0MhwmllmlGGqe5GZrIhyvJsQ41iQ
O2d/JlqBdLL0UzqIez+riGbRgt0cao7QNC4eIjjVpSSumly2xx4PqCrbYePKEZkhI5T/TRf0lofB
8ibmIBdYUN4DGTG9KRGQq0arKqpd9sSOLK30SiAkwh4ENElyKx0w3cFRHTJba/rYZqIfp8EnY4q4
2aa7OJC8ETPVWlOY/fbd9Bjl4VVDnBSthoBWgXoeJe04kYFlopReKwxE8Vi6AOEQj2ensM8hfmdu
FoUX2C7bQAKM20nZFiVGtQZp2dlipJ3yQr6y8gHew0tgPknt1Qfrz+82knd7VswRNlUJaPD8iGnY
A66zFxAD7hh1Z6PkE5xXrV4yWD0y0LYJ6bJZhz/YxH6zpr+PGO/CQERFmPue5FcvREq5uUlCg0IJ
4BtuFBj7glsRrMxHa/pv3up7TaFamyNHyMz3qnzDW9OIDiq5yZddE5jUDcNau4luQmjYRP9sOQZ9
8D5/V8Dq7zavWRllBu0CQzq1OOcMXHI8v2kKybE06aeVe3Xe99o1TZD/7EvV3+1eqsI8QtHqeJd7
+O5Iu6nJ9Qm3y5caQ5pIhCMpk2dNYqfW5f0c7Czvz1f+TQWkv9vNJkaACZjKeNeb1r5SZVeM+n1D
ZiIkzn3Jvy9l0J8v9dtPVf25JMAInJotiSBeMYnn0Bd3pnarMrhmCHBnMuEY9Mgu25muffpR6bMs
iL9YKPV3K/Q444ICYi95vd/uhWgmtOwGALabhckKQ8s+YjWkWXLlU9pqvJSELvMHhQL6899cfPnv
P5RAaoP4PI0o+cZ+jy1z66eEnrI5xEVLDNBoQWgoxHs1ZYliZnXIw2QPp+YqI6yoqk+0U/cYsr20
8h9pzxwUgNoh8SbMLioldoR2K+trcp4SZVc166LYTzNL0Sap1wLfnrQWWt8JOxQO8nbiSCJTGZgC
qyxJBCxaCMXQaTmIphhQEgVIcz4ksWm4Ueb9UL6o6bmkSAw3fY+CysvNbSBuR2hz9dYY1+K4Kras
irS9dAo6Bj6Tv5+SB0U+DdneVx809aaTb63xU6l+bdX7LL9I/SZRNr3xtW+3RuOh6RO1tShtsmQr
ZhtpXF50E65Be0oMPvttGHiB5mnhVigRUSE8zezSZ5wplPKhNycOIn08EoogbGNFuUrq7jZmzKkU
MW9rPhHCt7fKCmu2stWnCtvk6ChRv046y+sDtB3VaZwSD7LdRa/bTTd5gNFOqvlJ0e965E/RNG3x
txMfRy59qe6JTyHsLdpAXvgsBeRzmtOFFvc3Y9BXgTzviahMtT0hn/OUVL+1lPyYKygIrHBvROON
pGIKbUIP5NUqJH80yFQbBqwjWUgKp+Z1ENDjUOVg5nbLOH/GGd7aZhReRyZ6mZkhXayCsSBYg5jg
KObDEBoCS9AjHMQwuY0rw5sYYKdfQsRsNPzspnpqfBIgtnWH0MlN4b3T6BmOIVbEGDqbWGjzKs1x
XeIZrAIOdaPljDNyzMTcDQpOPYF8BXk+T5XomA1ZGOXQEX6y0fRdFaVoRs1rCWVX3o6rqlOQ7kQr
EiVnRGI0u7d9U1xSaO/MkcnfWjx0oudbBVqQjT9Wy0dzxZnytk0+KQnBJrPEmcDo4Cf38Q1a69cy
L5wgF9fWXHqG2nnM1496upiMyS9UjfE0ReYXlUzMrjxWKrN8kYemILsHPb1+7KetLEY7AgFvGNAe
u0m/DIHxYpJnMictkRXyNkzTNb6QQ2sn+nSuEoG6UbvuxeEgk9uQz7pHu2uj0a9QMonmdOFpqoy8
09zq4Tmb8PFqCGfbah93CRzwRwG5FtG71yDfCFD0bT8mIldNomfVatZBSEegYcohPrCy2gmWbpJ1
SDH/aJ/83ULzrhAjXo0RADpzr5q8uRm3ZtWjY69XeLZdbTlufkXA47Q+JZU+78it+/OC/o1F/qvV
9V0pYvjprOIeQ36qZA6hC8eg5QHP+nURiycce9zP8DOZhXblqaFrXWQXnwTUgIJP1C/VxK1lmI4R
VG5J61MsIfwTNGnk7apHOFGg9mHgFZDBkimET5uxk9CUVPPbJn8URaqdz9Egr5DxrQdJZY8kDsMU
Nj4QuJ4SbeyAxMsTlsBrpqllfpMYHRmHpALdZsNHtHb5N50nbSmVfljjyZuYIW6Q+ckQwpbzPfk2
qXybi4/sMKRBke0xdiuTNmsfkO4znRui6ixqVlFH+E83cvTE3BmH2M7JvSqJ5LBk5UDlhv9YX12H
SfDB5mv97oUuBcAPL5QOYYjJKam9bFI8ojk8ppzELw6bvCax8ka0TvW8yG9LJs3XtSwdkFt5Sd4e
ZL9dY39w6oipRXmO5GMf7gduMnlPuPauKvmYQxzhiUMCHDL7B6XldnshutapUrJgl6FQZZDsojsY
djHxYhT283XII970oTvjbSqqAP7hqtEY3aHlWlaMqrjNglVkzU6mIGNXXtPs63IE0HTRiVpyepao
QfRTEtLrlkEvukrHZ50q22dheGJSjbb9wBjbARlx3SqTK+ODluvrBOV26MnxlYpoSid5TUJSZTL0
lnIG7Z/Gsl0XsrlmrIXQqWI2ik4zhj7Lj69p3Y9+Cu8VRW/7CHECt8AtSSu2Or4YLLpkFDl/frK0
pdD8xZP17b//8G0JRh4oSSNxbj6YsbRBOShuUlk/gzza4KWzm8TT2ksX3y/G1WpJvbnWst4hzgWt
YLeaO9NJ2+ZW7YI100PisBv80zWDUA5ZO1xpF60aXcQ2TlDXR8VPVl1C8h9RJJNFeFZSX1lJfohx
DLD02Zkue3icSTzq3dBkakpIKggXe0CFnSeMZvqZPF6UNzpTkDTbJZaxTWTS9zL2VS1nwEqSLEHP
Uh4wnSGHjnLkz5/Tt5P2rz6n93WzX0uliXLY09JHn/lOUulHNu+92BNyFbTb1BxPVWRdy536uRSi
207chIZ4lPnikgB/dl15vV5dS7WncpvHk3A1/y9zZ7bbOJZ22SdigYczb0XNgyXbkuzwDeEIR3Am
D8nD8el7qervRlWgohJdF42+SCQyAmlrIA+/Ye+1HQL6muzWxtabUbQ7qDarThlLBIwBgrfALh9N
dB/Rk3xz2uY4ROMBFfjWNCy4D58dagafZykR70vMQBsv1VcxVyPmgTMm37McnF0kB1TLDWrIDmn0
h1Ux7Zsfap9q5aiRAIZuNyVyC4BqwyZtpfPvWndWwBI28EKX6b0e0hXhVaQlv6LVWPQkQPFf2JdW
M1GJ6I+WY+PR+f/V4fH3PdG/+5h/6xKqCJcwvvl4D0IFOV1Dnd4+dwwwvbA/TOo8avxx7m0kvPQa
/XmByo6aC2U8YuvJ3/z1WNH8w+jD/q2JmKc+tBgBaDsv9VsOL/OgT+d2qgTjTOzpeOy/m3l+zN3h
Svm9M+dXtYsy70CuOuevtmD9+dwsXKQxMzkrqFnfpvw2KwhKaMKLofhedPOOsf7e8BdBmFODeupl
rqp0/8gYMfztYO9U9hf23D/tFOzf+hNXWraLs9vZ1aHFbCx+N5loSVR/IsAH3qekCKrobujmoRoP
jkn6jOr+Egn6h/ba/q0/yeYaFULTs6ZhIDwJ7ACld6ikD82rO8Q1euOpP6CjXD2+RrLXDw1fq8a+
9T/fvH/qB+3fypa8FI6GLsHdpYV7RsZzMGt7GXbZJUyZ8VdMKx+zq8G+wLi7/+ff+YcJhv1bxdJk
Gv5Mlsc7QVtLNgPRipdHX/+YnOSUJkOMC93+L7/d3zNc9ERX6JV8koyc+uZwNtthvpb2FzLhg+1d
C5xWle1CH2oumj0d3Hg+2PRB//mt/qGz/91pCiEUtG1u2DtnYCRXOJu5e5oce5nyNtss3Bj1X87e
H/fevzkerN/GJVAj4fBiTKH+PIvBJPm8uOm8x8cnC9ho0yBb9EBpEXVmIXsoE4fnAKVp+lcE098W
3f9n2/B3sOw/PS9RDzTKNGdvl/G0LAxrmU5mIDJm5XyeJNEulSI7NfeCgdIj42X958/4j7/3t4MR
l6hoBmvydq0vKezfH/duHd5bw6XAmQ+Cj94pteUos0td/eXn/aev9rcz0E8e+QtscHdj11UBc8C2
vHsPUSNmKqJk3YUjtuTu9awf0i7al571PEbvQ6g+OjO9RMyjzcZaRuFfLbf+cFdZv51ieY2w3u7o
rWVufIY94gvLPiS6vclC+PuFfmi06SBC+6/6ncfd+u+ut98OrhpqTFP10t8NRvrdY/VYOM2+RvHF
eYX/coVekFyct4Rm+L/8nn87qlqsyLbmcYXb3DmJpS8NWy7N4T2MvGVstJdhYlgs32t3o2vRf3dW
/Y5oLeLOHgfN16jY+wPSpEPKtgz42/JxLHqle9BZVgqeun/xHv/wqZq/tTKdbeR5k1kaer7p8Dgw
Ku5TQv54ek8HQCnkeBA934qlbYf/+J3/z4Qg/x9qPIxHlMWfFR7XzxRkUas+/0UY8vf/6R/SDtf+
G7wO8hYgFCBZgqHxv6Udjvs3wg5AJ5PyY0JRegS7/I+0wxJ/0y2bNA+XFCVkHA8I7v9IO0znb44L
w4E/JKpd8BP/b6Qd/3ry/J3abmAnRF3lmHBdnN/uQMtGlChn099Y3kgqBnlxN9W2w1sIHeDkdppx
VGn9sFR2cv1PH9PlH3f3P0s8DGQt/3Lb88sfUSECDYsB6UMHvsvf/9NhHxr4quYU56QxuBnxx628
8Z5d/IEu1rJ1SJjgKrRde6LRdIhSxoh4mFCYrcZ5yn+0jVcuq043KWDnYeONvnv34zl6RXnFkKYo
B7NZxHbsAVZKoue48o3tYJj9s5f5BS2wbTdiGSsrttaMaPuLgOn3PQyHdJnmCdlYWIWO0puLRRcS
riNQnKJPbr471qi2YxGZawGB+nPMjRoHqhqEWPc1CdaNY9tq2Y3FkO59VmPgQGzCxkVR/hwtL/ml
qjZH9R0VotlMJG6gSTO64tkii27RuH5+RJAcYZVqKsD9ZEEjkzXk2UxHB61uJ+sf/jDL16xC+rPs
RB3/qAB4vQOEKlduPil2uMKPAks97LeRTeMIDSvrBWtt271pQ9++k4JqpDw8Z9kGlpa2BWLfRxk9
umkWDGlR3NFzNQFyTZ+JjTtkCOMJ4AOCXu7cNkxXPbXQNupEvER4pALZTNo2Az5zmbys2oQd7LhC
19NfKNY1QttjBKhh2nDmREZH3KxrnAxFCexSwZ0E3uVr7ibaepj1ZpuFWXYZSB5fZm1fruuqN7Ht
DeM3ZUNfxeXXF18jorv3GavQYdI768TUpmdbZ9Z3qyvE2gREegORoy1lMkfGYiJ5jUDhVF/jn2Mm
mDUSWBbS2zOSR0Cdc4RfAVV3sphjjBu51oHKwr2x1wgJwS/VVpspD9mNd4Za43tvP5WHSKBjqa03
Kx7gc1DiL9qW5kiT6aFGVBJnUylozAsoXXYuoy8OCG2fu3gi61lElBS6OpRaYa1jaWq7tMzF3fM8
Vp2VqTiuRc+iUy8+Mku5z607Tb+KxMRvZ2VT8ipnKpKgTWjes8RCESmm/jh7ttftS4IxvrkZqxd9
Jtcc9LGfCeiCal6ZxCKvizKSO2TgO2BYP5TZh0dcRRXPgeZ7zR0NnBbro2lKFzwgeU9Cmy62o3k/
kVeeYlTNSvjVyu7HdW2H2spuo/qMlnaFObZahHWXXmjosqUzAiOANb0SCMo3cRzuVSReoC3KICnm
L6eydh2AM1khEKf3K9ZlgaMAfb6PsYlBUN2/DYbYQ+/6AewBBase/cTVVkvtaYZmVTxkBChFn8c8
uVdqusLa2oeJedWi+BU3zYsR1wwcH7QAICKIrJwuOZkOhokQXXtMqvaiUNxMWemuzKi54hX5BHwK
zHzEMsDNvgiZf2SsYPLwNvk2o/SeJal1jTPjY8J8cnI0pzprjR8i9lbmpTXSr4mo7mihxvFJKu2Y
Tc6+1zBatGJrDWhXm58FMYaEdmt7iajwMXdY1uy0Aidvr7pfrjiRUFKQ6gnRNV5YEnsNcDQAI83V
mvJj5VtMncdVPKDMn+2tTpHUJA+1sxUzD4qVuQpnZmuOw0JJOurUmXEM2oCtDKEDVwv/ITZ/W25V
nNY/zFgrGepE2Zr9+DLLKPZV9a6lJBNpQBO3TmPv02G4DqTBrXRbVa/C7ldGye7dGGme294PSMpb
1OQM9wUDmvRtqJTaOAJvu0MYXsaBmWd6MMsPMsHNxWRGzAvTn6WBBqAAxQyRF+eY8zQNebNC2cuC
v7i5tFKx9xQn8TU1rYSDr/wKM37+WONVkkZ4Ukx+LYWNLO2GF7ewGbaiw9a7QNSWF3h2ss979mGx
/jFX+hn588klznrywPiqnNWrM/T4yeQzX+5jsrKNcQiwBHs4VOP2Rc3jMgXcScA32BsyxCskvYsh
nHcYA051Q742sweemIyegREsunp+MjiphrR6NmavY0Hv4ncPOdkcjGCJ825IebJQiy2SxnxLlccc
tHxGiM2eSzyLzk+XupfuG0fh+9T8Y6q1cUB6K5NA8gKyaEweTv1zampnbmroVnIBsgSgp+O0pFvs
BBjkBeJjVD/YlJFwFCvV2+feg5CfSHke+v4ote4bxqGnkNg9FUafykyCYRoxB8U+wwI9Ocxei3CI
GQxunBOAWsXlSghH1xGCINleglFItTvOu6MYQFrF1ryIi/4542HhiCpf6u60Aq2rkwBtAjweMFXN
sHiksQT8TiC0WpUjphf7ZigMeDnE+SAZ/55UUAObIL4RogLGxsLG3uOkG0v+5P6Kl5hvzYAFvnsg
T6wM7ChlQcMBfxRRXgfgnQRO2/EaS9pxom/whFWGXl7KSo3X2XO0felYL7k9k7tbWDqJ3fw29oSs
4ADLc9EPXD1a4XN96zwGXS7WSHnbdNZ7vn8nDEYqi32il9OmR8APWX5aKfOTsR8UF6sPF7avMT4G
SxTUSZgdACqc3GjSuHAICmmTtFz3YKRftYQzpg1wdH/i4X9hqXEXyjnPOAPv5JWN3nEKvZtXtUHm
5et+cJmMu3vP4pPK7VXrp2umtoCWUqDA5lHVd08CAOyBbyxaLbkU+uOeNhYA9p+sKF8Opbi7mnsD
hBngMPUC30q/GQABOP1iIpUKqBruWGJIzxFfDmb74TrNZR6xN5WTDKbG2UczT6RZbF2h7l4dwtCN
0s+umTm1GKirVn7Vgh2JC65kkQwlGQR2z8EpMZ2W7g20pIW4Q/ZL8nW+u0XOiJ0FRVIwhG8Vwl7w
yFxQNfVVlL8iBNpJzdmWdXJpM/kap/Etb5NDqFnB5OIgjcvLiCP6qWxeO0xl+ZguxwLKNtbiPC6v
5LbVC0ZAFVcK08khBjbANtcp6j3iPuNhoqWeld/8js+M5R/dzzobFAvOXn8fY6jiSbWfMvUrDeXJ
VzUOrmLjN/63MU1epMYoXXorMIz2Brz6i1nlMoiH2gpimXzEXt4uKqu38A67+8ilM+7koi0GzirF
lQ9BKsQ8rW8BvzuY30QgddYk48jWmPVQVdjB6JbHdgybpauFc0CctbWwAGOMcb2q0/qYeh1RSpxg
Tu2z5EiHeVFrzQXL9XfMGnxbVokFQkJ60dIaSc00mis1vkZNSQQRwCV+IcqCTh4yjWVL5xj3yHaN
RdolL2mv+mXiDXKrhxGvuoIA2g7ewsCuDO4LVFtSW2sLQTbbEKLDewwQm0qkt9Gu2fvkzbrrxGrA
icPeJUdNHBZBagjcYAgQWZELA+mfkAFbWH9VMA9VQm5Y1u61vHy2QFAvBk4U3LXuB9RtpF1jDHYW
FlEk/YRcaA5RmF410i7q7iqJvmehxGiSc1IKwa6wZp1Noukd/f9zOM8nYdnAGdzaD/zQ4bOvw5+j
JOm2mJ6rBD+RbFxtAxJsXU4GH/DImZgyxVOreCrfCyLEWZZTgHNtHYQ9tfeC0m0bRR7irEQP+qZZ
Q/di11+RADbHvwShASy2m3umdQgsjLtloawIMUBGMKE7nMrqcVE6WXGoY+Rrqe+eiUYIGIZmu0lT
9cKw9ZPGThdVmvwwRmpb3YDIrj8QRBXUW5znTsHMBVZNVOGQq0JgKCq5p6iJdA5qrArwGYCJq4JD
133DE1ZztPV0+caIqLzSt6zWbu5MaI0pR0gMXKhiUncnn06WMSxqZ97mbv/mkHgNOuFidP42qUdo
S5hdU21TKftrcg4RpJd132JG7cH/zz0iVFP/ifW7X0b4sqjNDiwWsZRR5oAcOcymOwSt7WfLGhON
2drtp+zCldvwGvraADHQTB8kJg0LKDmfvNZPb4jerVZnvcPMVlTsADFkhfgS++9ekT+bU3xsWhsk
LUfmktUUcIsR3lwgGtZckWske20Wy9CLdsoSx4fokGzFTVuMx7JlJ4v8/FpC6d5IG7/lI4EkJu1h
wbDvBH+NXa0vVpHJgz1LusApOFwja9maL17U7BvXWbLen9dd2sXWClvdiB7V4aBPr2amOjzqKYtP
85fQ/YUo+mM6xivHmK6a7hAx4aqNWSX3xmxe8qymrufI7VS2xHrULyxNrcEz9ZsureJrbkZ6uYQq
R9KC4/gV0Zfc14ss7mgYC+/dB54CpLrLNkivhnXVG4h57N55rim7V82I0ScIK8EWGvrWDhhIsTaS
JNog7DR/SmUbb14VgxgX4Fa2ZYXILm4WnCGkCKbjKFAx6eE5ba0MEEBVQ1wZW13bx3hgfxCtYL5H
RDqrBXwTjMcEoiUoK1PBshd01GZq4x4wXTm5Mig827w6fUE71+d0lj5s4p8ZnQZnBnkAeGiz5tfg
dI9+AnfJoz8Xu8rS6tUgJeohu26089j0+Vc1hNWhrxJtqwkPVUCfDrtBzR18P6U9uR2JYFRDksc1
oGhQB8oZNzFouyv8Gn1LbVa8FWKolk6se+vSb9315Hr1l80pjxE7hSYGQD+8OU3d/zDmcNpjIZPv
juE4yyGf2VDr+TTuhaET0RK7boWlU5RbIynDV5jQHsHCmrntCC/4MkbQxUHispRYmNpQeMDdioSj
zGdYTpLc+Asvh3YuQsgvhhvuR0Sxq8oviw1BQ2i1cI1ite0nyvFWAfggYWS8UFN0ftCg53+CXZzQ
vYytvR+zhCPLoUIGKYE+XThqq8iUvA+1Jj4rk29gTIqfc+m7r3M5q5XRYppjsRw9MVZnY57dvQRW
Sq0SfTO2rdSC2quMlVnF1UnzB8TVdefRZlX9Jm3bx4RBe2zKNGzAXeUAE4hS1ycpJxsCQYeJd46k
E9AenRFvQtdsbonvxT+HGbBL6ozmrmGbvW6KibrZqrXT3BXaSQ87nofhoPaxL6p15ON28en0N2Mf
x58Ai7H8hM5E0Tb3ubvtPTe7ZK2bsuux24PfRSREDrG9awZbLXr82tvBC8n+ye3qrY6K4dNp1Vs7
cvFXA/PWrn5sF22IMJGDOdtMOVwlpv2MlqlLsJbrIdqA7MGMIQmdcQm28x9WXKUHq7IGMsJMKsdH
BPQyBc8JHi0NL44O1pXpg9z3bV8jXXKgk9D187LHa+qUzqYRiriMyGuC1rGfapOGrsKmMRTG+KTg
7HNvQ5XdtlGvDhWxl+sZjNJ3UlfzJR6w+L3qBRI6lnXPdR+F37D7maywKfP5x3hpQwI36q5/7EFT
ogawhsfbZkr8FF14jYJ+ciDUWVPr0oC59tOYDTiLTVJM1o7B2Cy2m4QkAK1fwPo0fsIpTL/RR3hf
XSQnAH5DeKykBSGFbI63bDKiazi447LKbPdsqcFbxdDp4BeodmX12cQKtsk1uhBRU9yAfDLcwjtW
tAknuk6MB1Bg3ixflRdMJMXZjewoSKxUPwMTGp6zlhCD2J3nj0zwuHOYlz/HAsGckZFXZUH4PBNL
M3/wkEB0YHuYhDOgL6shzrBmGXaenGRPqioykKr86lpJHUnhepR+XV6I8rSCsjWNWy2o5/AJyYOY
mumquy2PGto9oFSYrbWAyDSwV8jD1nMStkjR2v5Ay5LsfFcSMgHmeWnk2rwsbMwI3qwbVwk7chuH
VbqudbtdOQC8tujmO/a9NfscBXPvU+O+XvI8RR4v0DVHLj9aVUg6yVsKkU3pxRtQkflQCJB6wtbC
g2so1AXFq1O7yYaURNSRHpWFATd10XSF9Tq7bR8YdsxYFEY27XGFRsGKZvUezzPSqN5PDk1Vqpsc
dWsvQqSC5Ad5NI8eVRgDyklcQw0XEyX0KLbstrqLprv+PRob+xgaboOCHhjWFvyFt+wtA+BrmVbu
KclshieAucdvJdlPJARE0TezSIobN3ihHYXIJoZUg9YY6wZG/YcHSmOlD8pcqqEojS2wY7ffZ12E
pUdvSnUtmiq7JWHeWgAg/fxc21MJNCh5NIQmN+Qw1swEhKyfLfLFmCnw94spm7yV48fNwR1s+6Wf
R/mRM/u7G6JGEeTR5mn2wuRL3PKERNyTZyfbR0kG5DlF1VcO+bJ1Yuds2aQzEQGTLRB+IPA3Gqvd
otfSVrkr1k4X8nDxK6/Z5VlRnqx6HJgPUK3YRjIh84jzXtv2Dnud2HwU/np4EbEM1yAJMKhMXsrV
rvRrbzY/MwdyaaVk8iM2tA7bH9Y/y2WLGmXfm0YziXToS2ZmmmB6Jtpv1IyTs6gE0Je99BJt7ySO
0gOOypgkCs2HKeMw1pWE8yXj3fWLpF+GEWc4oxJM6cYgvFNndbSiST0kULUcX/vw8qj6bNM4/w7L
tQG1H+bNtvcjIp8mNCq0iIOfbOMs9685LJi1Gt02uQAz85lIuRGYwcatOSD7qaPhywf8AxbEXyrX
qJX0AknUrWidzVfPGIfNoE32JU4N7+oyteQZZHbdkagbYz3gK4eKSp4fDAjRpNuGBefdZE7KBfl4
CA7psWwmZeEN8EIwKVAd97ONhZx2KwYfhJE7NFY9s57DAB5uO3Y5FrGpHDZGa1ofocqMb5bWd5sc
T9feIrvACCSxTwwpnan4ikTX7sZShOdBptZdg89ytlsRCdg03NpFlbAGrlIeDUJK89bWjJ7Xfj0n
V5kLZzPESV0RBYsOLn9caDkMqdqJtI0ohbUrceS7QN/s5rVmq7xiKaQjCoyn6dzMUjslpTP+iOB7
MvKaq9cEzq23zMfIIPupHC6kTxvA/t2W6K0iqwLJKu8BhtUI6TCNLL4Sb4l1lKSyGyB4DU8l59jC
YxL77qXdV9RPPvq1CrQYcjfYJkvnqJFaKNIea395CaNIbsFlziu/mulEhGzBRhHAQOgutbdGHBdX
/VPmSOiCo57jlIkSQIENOJawa3W+VWGgumnpPvR6tJZATUkb9tOvqJNMsythnkyQFNdW1vJWRTpT
p1gb5v2smOQFrpagk84YhHkdZDhy2az5PLihy3wu7o11OVQz/J2BesCiQCsbm5oY1syyZ658ox8M
D73TVwd6U4ilpZKvg6+J/ZjXhmAmYtrPTN6qvSnNKegzazw0fksvBDiVVjAupwCPLVeFyVgzlrX7
Cvwsol3Qku4qgUy/pZHXbrSsrG4NYvh4Q8JI/AniWtNOJMW7xcmOC3cOhjJ9z5upBI9YAxjMWVot
LCtB6t0Lr0bG1Wb2qkk6Y2MyIx/vUI2cM02JKE+TYRvmMpynOSM5JBxRKjVVfbaSpjp7usT4Z2ag
qR4HUvOtJdj3B0w9wHVOGceHRLbqTlSh99zliNfzVpY/5lSWvwqjlWvqlu42FJJbgVCcb0BbE7i3
WZW/trFTbUfsT7s6EsxuRYoPpYSFeG7zrnsKrUrbtXbaBXlixefKrs1j3cGSBfdkLLJcl2fmUlxQ
yjc+Ey81yg0RdFSEhmWrVQbE78YgDXanSqIW5FJmBt5UWSs6yoKQuC7eESUnDhkF0o3L4qstHaoI
5lGbMPXVi6Z8dZ3bnnEN+En5DFOnjpdiNrkC8iIunz1IZUedWedSlBTafdX0K9YGJRwkq94MJSxN
tiyCjPJO45Zp6w4Xn9UMxTEvmfOHbvfcdMzLhD3kVxVLfWWVvrFnkdhOCzjP+cpt+cpB0blrzrlm
QzBEvUysKcPdpqLouw1yOEeMUNVL0derzmHOVNWq+cH3atLESfXTHYwcbYqmXxxi7Z6U7hprTMkg
6JFxnsoBVhRnaIs8Tc9tCjuIuJQ+zSUMM+2S6vPVT0BHp+H4UriyWNkaAsIFL9WO6MQkAVPo/G+5
ThwHzcgwQI6zC/iH4WB5zcKAdbebSSbZaq0Il6LywIV4uOWqxm3QW0flR5F47Qdny3AkfWA+6Wlo
HmL6oWNSWvONNCq5UK4jP8DXGzzfdAeBDWuPPK3EtQzbLwySzHWrOFxLhjCg3dm6LfTazPuAb2IO
OtTiB+gqxRk7h/kJr347ExOyNxpea55VXbOI+rbeMcMeLw5CFkVgHjPDgMlfltOSp8UxpDObnZHQ
OBsgX2oV8lDorhxYJ6Ak5wkmf2il0984fBiP0NRuaMkoxYz5MAmvWupmVDIwNL+yfMq9RQ9UiH0K
qMviEROTbE0eQ2tnTlKMAfBJ71pjiZ+Oy+jRqNjtIQme1jTEwwnYTL9KQeotVNGW0JlRSLtpw2Xi
vJlWA+TG7M31lInwkgy1pEwGNbmpTY0QUdfWi6euZWFhVNpTjs7yR+Ton5kXx3e/YlL2cPLZha42
RAk1S/oz5ygR2p644d6qrGtLLLwA1SptZFvl8GUzLZ+YIBFJtfCkqS/xCd/xtafLKJvdYFRp4Pbd
zgQ4G2RDeQKEu2RjoL30LZrKnhCmBQ0z2WTgdBd6J86yldNbCdVlPXpGhNSet+2yZl1meFKysms2
bjM4r6MR7SAZMt30zZkOdg6qOF1S2N+isLnVORqtFNDXjvpiP5njB9Swx2vPlfYcpd45T+XTkJYr
pry4efSPsCwPXv2ILch3o/BfAKs+p0NzmtO54KMw863nh8+1lbP07W17m9n4QAnDDIMIVTcAWGeX
Urk6C30Y9TfSgZpFp1lMidTL4NRoZ20NtK82XmlPXrBrVRtnoAbPXdDmM1PqPZgowhoNp0Fhm/au
9R0Gjof0lqP0mNNDrf3IR7depX0p14zQJiBPJjzQoZVvA+ffBsOrDGbIq29+kqkAM0gYsLp7TKjk
8KK4r4sg62yWpyS3MAOH6ATid0qv7eRBscK5kR5HB4YbmLdipyqb7bHnFR/sxunCcQqua9Nmd9Q5
LO5H60mnG90AF5Fbn04P66Jp/ErlyJvQqxDH+kwhOZgaRyU07GdQs9YTTSwz4safyo1wsE/1HIib
0S32PLX6N1Bm86Jlg7/EPfNA0kbpzhjj8K7XDuUurC+SUi2LNiPTmdYsDMIBMFp4w1q0JU8qrW/l
c1T11bDVDTZdDdHD+9pOFbBZg9QrL51Xo+mDM3Yea90A8b5iKq2r5uZ55hwoLBaHyWynI/2ltZIT
w1Q4YBB0tHjo3n3WjmQ+x4zVpjpSH/pkY2IPzZFVk+gCcy6mAxPkUl/adgWDc4bLz70RlyddIwQx
UHZ75Hk93HINOXeLnObT0TpkTrSudPi2UO1XLdW4x8EQv0F6aQ9WMjCjHshdu5U6VP5HbhOtaZ9I
k8pLjxIOiu5hQxk8nrdzkuddkJjGfXLd9jt5kOI1IfYiFVK9po6/By9tN4E0OU2XekMKfTAivLHA
LA7xuGd8lPKGe1AbR56Z80qOYX9lHYLo2xD+m6EgqzumJNpuwKlaMH14pW+tdo4I3e84zOhwawrJ
Ex5D75cNfe+zs7KB0Wvl713R5i0+jBoHfZXGuxkWLysdEpyA50bTh3TNt6biVDA03i0Xj62DF4Dl
/MVYF2LfAHVkHs16eLHjKH0yMjMEvZCyXaUO53lJ6CsQdveX0WTJZc5tjDe0EObZ7LiVgt7UOhpx
MmhXlAwsisq6h3Bahr8y1ogs++naQET0z2QMszeOo1pbee4wXUu7q26wXCOo9BggPN9T69mxwydd
hHIbxs/Knam9vJikXl7xK8Ea1VanzHy35sq4AIXFBlZm/Ucba8ZGZal2lGXbk7yuV04gpZ9fZhUn
rxPY1Ofem78bCRO6FaM9yXSJMwatP1Bz1NBJyk6rGOyMsmZOs0NZZs6ltjJ3SZhI7QaR6fo/hsTO
d4bQkkUXl/6xnDhztFrXfgn2x4FOnuG9cMZpze1r7qIGWXoWFfC5cnOO2YIK5+S3VYzSwO/3sito
M2QjvksN1zWLW/uosxrYV5ienhymKFvkX2ITueX3OJSveUhy8kLS3zFE5XfUGdDmTlR8AJ1JaDFG
jgCjNaBu4f9qoQtipIyNoPOSn6as2wMpZ/mKHns6EXyRnhkOe1c25PpL7HVkALG8OSU54P44nBUr
DBZgi1jP/FdTc2tr0bmp/5nPBa1OnegO49bCeR4NcvMIJ2jIrDRSGkHslOU2HjJvZU+e/XMgyQkN
AMbRFhbctpvNmGGS5q/pH7fkaMzbzi7wCHmV4657bY7Xpl+yQ8ulCBcAQam8VBODX5uK+Kn0Vbhk
Hu486/1jVUkTNm9cOHNBkpkYYvLaJnqGxEPGe7nAc8qYSlyK0qsuXRp3T+QoV6d0iM0h6H12+brr
iV2SFywShoxxFDyxX4WexG8dEm6wotlMLrSPoXNV5cVtZrb1xryN4Rj632NE+4e7UNarakAFlEeF
DNhpusfEzNU5HbR+LZtMBp6yux9hbUmAebgsCG8rj2SqhLvcz1k8Gg2nou+ql86eyydzgo9QK7Di
EN0Fc218x6g+yK9YGlRfAzJ/+AX+sxkDpE383HwBTT2dNMiMwSC9+k50S40EIQilujgPfmOHKEGX
2PEkEibCK1y8j7lDLCoYRz4yaorwUGL9W5JdNUJBNN3kkFt9fnB6Bb3QTFIUC4/2NlL8VNMa903d
lm9MD1HCRCkLt4o7hUnMWbgy2dCFZrd5NtV5socUl4ZefBN0ZJuomuv3sI29NyfRnC+raB5FQGUB
ZMf8C/4SAkEs8lsjq9sABgmxann2ppZI7qJ3nzp9ZiQT1dbJsNS47pKuPkxtpW3YvBuMd3q8/X7L
exWEBeE7ZJu/Y3Ic3t0UVk2W6TJG1GtqPE1reSYLIQ8aQZYhZImyO7e163/GUexuhVmraGEy+IFI
mKWvZsP3tWCj5ZxYWwxbX4mi4yJvcJfiiiHoiLOjWSR+Yn7pSO2WTPZPfl/gtm+siKQImymLNB6L
ci2b/hd7Z7IcN7Kl6Vcpqz3SAAfcASw7ZoYiOFMiuYGRIokZcDhmvE6vetFPcV+sv1Bl3cpM66rb
d9lmZblIS1OKooIOxzn/KI/9wGxIfw70yihJnSWhUz46JLNpz6q2A6UH7zldAlQI2en0UaPSue1Z
uoONU9jIwKWmc6GaKagMqs+uZGpIlvlxsGe0LM4A5pq7BI0X7TZKOvySOaG6rzQAN/uIuDpATipk
7iknWoesulsHfvg8VYB7G1PW8oOkfYh7jI4L8epOdj0g89qqwKXlojFXTUGn+CpmXIES9+h1QhTg
Qc9bgTOueWCs9h8ItMVFePofkvCLNhRE3b6Ua7k2TvxfPs0/aENrcsB8svbDPUh2i5wSfc8c+cVz
MQ/eE8X0Y3mIAguHYxM1x0gy4G8JBrdoSW7r8mDZaUh8re641FuI1XUFH350Egd/aw1lE5OgTYtA
TAsRc8/jXAzLxkbpmv4DketfLDE+tV2SGVkp4UopQv7jzxLXVg9kEY59eqAtmMByqy/NVZoJbswO
Cm+HosZsMdbiw2djPAUB0RyoyIZhOP5S2/5Twuz/t/i9G/1ZUT7y+dmd3/T/Bxl8wuUz/c/12Q9/
+5/1vzzW5d/+17+QwPcvt+Zv/7v6merPP0bx/foSv6u1L5F6DoprBeDtO5Qn/V2tza+Q4kRANmJt
QRAQJ/bfg/h+uxxTh55E1+PHbF9+6Xe1tmX/ZjuOK/ltTMp0t0lAkX9GsO38WTTtu7YbItaGzgic
QHgi/IvzqcAtP1fNpVGMmKax0/iOsYqvR8892EVqznkkLCReXbZQjFD00RVUjEQ9uCTucUgsslvL
nCXOnuLmVkZ+7Ky7GHIF1aW1icOgfkTp0Yl/8DhfUgr/8DjzXTOqUF2pBP+2FTEAf34OcnrvC+O/
DLD3hBsNjnPL6x2xaZe32R0WWZQ+4JN3HgwBCKyJ4hvKFpsvLgYARQpPKGcSE1CtoWdjUj7rVxM4
36C14A59axhfhlJXj/ygbW9b2gtaLTtVJ4cPEVoqLayfrN3jJ5ko+n5EjraTvTu8Z96QnukT8bdD
gsBlRfdxdpprsSuGHh2AvRgEa/6Sg90H3KBfeEaCtU5reXILS657Ta79+g+H8/+iir84rP7j2gt4
yH2Xcyc9CXcTqOAvPiS43KDwL5+TTz8yXu6kJ808Nxc0ze9mtC/m9x/Nf98M//pf3gv/4wvotkr/
atzg9/x+EXi/EaHLk8GDTfwme9rfLwL7N+n4lN86YUDHqnvxh/x+EbjBb1wMyrYlbg7X54f3+zUg
wt9oa6UnkIeWy+DyS3/J3/wv8zi5U/50TjgjNmpYoST6A5oabZvv+4/WiV7HdovFMMKLDVtiucEn
CmR3Yy8AfGkCMyHHY0NW8DGqh/hoDclLDt+6Cwa5tsUsto4x9blWE13uLXLnHdknfQ9D3uc+eQ02
2grKJMLbXvbsdC0Npyku8XgsbvNMtsO2od60ob7eNEwdZpVNeS1+ylZ75kPyLv62ENpg/dChqOMf
OuvK56Hzh3Pn+e9+7/R3RYU/YOVQ5A5ilJRjuVZ2vo17FV41KoRyhC3YYMAK7hh1LaJ9aio69Hms
UYuiyK1NuCo6alFOYZAGyyElVLmvdYEdQffwZRIJpykcrjuwBNlANkLj3vrLBHRwyRZA23ZdWvzV
rQYUNOpfkT3WG6hVgWSbWs+jN5RUb1RoOJaY4HXq5rNNJbBtq+qSNOCA/LfuN+Q42R6ZM6k9Q9Nd
6ulQNtRr2DmHhutI1t/bpUVWSb1c69TAIRka98EjBt5G/nlCWNStm5qeKVOGm7aJC3VTdkGwskvn
q7eQJ5Xt+BA35bXp5zYm3X4EB5S2b74bw6jmddm55UsyRy4qd64II+bPne0kuRG5IDnPKxJidpmX
JEtbrsedwa/qEEeNYHRTqnTo10lLArkxQbse43hJ1q7NYk9BBvOSGAOaSOQ8fp9nJ3kggaf7RiDs
9yYdUWCpHimBo2367W06AyUf262d6St0N+TC69u66rvt7BAryBwnNrFRO2do3/KalAWJZHAvmScR
tubtLimAHAdeZTAalHiKQDo3ld/3cpsLUm1W2OiZbsdO0uIVxGjErNwdxytSmucnv3UcRaviJZbE
P0RddqTPkj2STmqUBPWCY2ibmAWiMe8rJCxp5q6yLBjPUVRcmS5H35149ajvIBqW5KgTh+ZQGqhH
s5PFCHiOtRUJh2dBchamRRhHJTvKObLvRAs931oxXoYxeg0FEqg0gZgfTD+QYi4n2HzinYg+Xx4m
sEGKYqbR3vRF/+hEi3+T9aSNoKIV9Qe655QWb/CdzqG2BNz84jmq1o5WEJwx9Q46sHeVhz/BpPNr
OpRflUtSuVMfY92dloUW5Dx8V7k77XIN0xGZ8OQ7afR9TJKYKUHQgSMjuQG3dDhCFW9dHibMLOjp
6gjHyTBZ5afgidpxsJE99XQdTOtlyY9KVmR8gMA/eMvCXuxjVT3DuNOmAS0W5cAVzXTrI6tJcSuQ
6EQ/TzUs6zSuewqUcFhOS9YeLWGX95Xx4dwG+6SEJg4y0tZ87M3wLYrH7FvtoiggQYTFeMWWTxFh
qgYJvQJRvr5UmBY73PvtPki7gewk36ZwZsoW80ZceOftXQJ6yjWTkCu29AuhSYov/LLvS3GdESt+
jus6FSwDc3UreuQZKz3phJXQl877EBM0tQP2nsoVLh1fkhAxr73YC3aZVcZfYMdsTFDSpLm6yMjH
XN1Zc5y46HGLr3D04APDvo8QdCUD2FBPlKhFSgd5g1E+ba0qSe9HWubpDHNOAkLz3OSkRlmx6z7m
dBgdGWHavd0Kd1+msSFqKRgJBW7SKt9ac2euloISkoPfta+syN0xnBvxzdc0I7Gnxt1IcAmZUp2O
5ATx1bgjBp0CyBOOalqh/tZ81nR3FONIWrUWa5f2qh2fKceMdpS6HjBJLFM9fLMQHZI7ll/6KUcV
k0oMsbYcQQ7K68z39HPmt6Ozhlbd54TFbEbY4YOqg0cXyx2affloqehXWmRcosSdzFPsiZviUuxl
DWQuZU0ARTMFe1IonrlfiZVO/eEUSjoMENqRwTjrs19SPoXAwIY9vnBgk0X+IR1exEo1WbczE0lg
q1aKTadkf0oW39DMMN7IkCyOFUmPZYsyGvXjukQZpw46TdVdbpWaGTKtXoYcjfnSe+oSeipe3LC5
6y1TQNGjSS2NfuKAQx4N/p3wAPCRJN0p47B1L0lzjkL5mc35h0B5QsiOxW6eEYB3XWSZAhSjboaL
orw0EYnSUEsyNm51yALvnldUcEyrwicA05vOja3Lx6oU6Dg8IDvXspuTdsKZE1yQB0aBFzaUrBfL
W63JP6W/pW5BNqQGduroLgJ0KNvjiIhwJdJm3ioHPYEhwGijjaFK3AJ5I0PHWhTx0gsjcZiZVdSO
p5p52p70PVUJC/rTltB+xYMWRT+aiiRxsnJKLotKUexkQfMuMlw3wooPBT1a1PClTv+6OAOJX/gd
rlJ6Rm6WBqJrnVluj3/MpOjK0j4slrUy1WPkk72DqAPAeBVWdD/cWQ7hXZlN7i5S6abNkJh22dvc
6bJcl52bQL6mpNqIDGB9lWaqbFdC9D8Hn2d2R0mPrNbsBfZ3gnHSo1upajvLjEljALs5Ap1do4i6
5AG1yFl8QquEH9qnKY2zLWWdpynwrXAl6ffiLSAra6WgZF9yWgqctX1RGO3aMCpv1dy73jYCdDl3
eam6b6TnT9OqnfQpbMTw4tNEIKjiEteOwfXYQjZlNFLhG61+0nhNh9zgIsdNcrJ0RNXAbqc5aX3K
CU8KA0i0shkR8607zQtWhSze55mfHdGuhI9uP01yHcSl4u0IFwaquq/0MKWnJnHvgbtAuTgmGARi
iiNvEyqVKOKJGFdXUTEW77HTwR0EyskIZV606dDZtTgBAh0lNaBhyd8jF57Bpce2q/fdpPp+3QU2
hKxjJ1X8GHez/4n4+i7K7K5cC7fz5ytPM1lt+AmyGS4ULdXfPe3reJ1NbW12YRn4byId7bPuYZtW
HkNpdJ0Qd4/VR2Vpv9JFh5c06C8d3KNAon/ITEoZlN3TWbSbjGqb/eBZ41fm+FXO3Wl9T0uEMTNH
CVLbFtBTcQwN2BHwvSOCTN0MSA5XBDhvkimL2drq4NgC+OzSevhhksTstEOGwsxlmuAPC+kqDuG6
VxMnbZNPKKNgKDHLeQrdA5+N/jHlWCEQTtqTs/E8+xYq/UT2K5xwLSNyb8Wws4CcEsJS+3zaL5rS
IDTwJVz1VCYdwDkZ9ZsBbTo9g1DImEFrbAUZiq81aZGHrhfjDmabVMi0+ERqoVZZTtJiahv/HM3D
SFJa1Qd4AHiBvkvfMVt3KdqzXSIjxvG1yXyd3SUYpVqegTk+eq73DYgg3Zc9YiNC4TpN1PPskvYY
0vtlJjuNN4OftsfUqqdtlpknEStDcW6e/FyS+WAja9vYU9uCHFcY2gY8M++9iMZDH9TOFz9WfYiL
TO2Bwe9YOCbCzqu0CpjAox+d9nEVWG742jSOPeySqU2PMUzZ+MS9jRmVqgpxnKVB60yl8hNacmxp
g61bmivzeHwfAOme3KgoX8dlHNbqYn2lUA/FQ3wxxYJSFm+JCyNB1q+BlWkd/ROBp5NRlim/pMv4
QrddcwRUw346xybV+2WSuCV7F1s5rbuxWjbhmGEWnrANF64/zEfqgrxiX439EtJGrZEjRZCHG40U
GONb3eePDlq8kJaqkv8vECXes3FENwSYMqn4jNqADzn5ZazGeZ26B3OxXg+hO42EQzVede2hfZxw
qHFZEUZEy040Bi1dLdgNiKnMqJ+89S928Ipr0WHwDkekL/MvH7kbgtzuhaewSJaYWSqLl/PaupjS
xcWeniGzuC2SOUZrNTLu0dXOA1Yhw85TszyEQyv1q/kF1nrAtlwD6C4RV+v+bak6xzn0oC75qV1S
VGIXBNnurW7lG5k3d8UFdM79RFCE3ITMoHPkycfOwzZB3qZPYZ9uaL3fzIDcZeN57SMvEfBweFIT
bS10Rk4qYDU6mPEBmfGEqXTVzymx/xH9Rh9NQkHrbhz1TTjqve8mgFBmbp9ZcutijfUx+EHfD9d6
ZgpMjpndmht9IRiiKJXvZYW6fTWEHcomRAKo4Mchlru8pHtpVxKoCmpkbs2F/pjdJHxLC3Yjuhj9
u+nCmzDAdd32UtRXbIZexqjpkFm1l7FYMG+GFl185HLC/mFLxoxu8+ZKVo7Nj35vX/ghHGloX1Mo
xvhQL5Gr1mKhhXZHhBdMStVTnklxUu7tOlZG9ToNbYNpgYx1qOALAxZZpRpwzM5tvp1/8WZSKXmH
xo8XG7UyaX9KkxhLJai0Qg+TXh7Usiy/AK5UsauhYRC+VADHlqreR1CI+6iM6/fp4mrAqZ3aP1Jj
Zqw5l0GOGT/PxF6V5HklZI3SA0VV87iNMllnZ8lyFl5lXebwrm+1sp8RPrqIYifNBOEnaf1UIfxO
dxNmXmdlB7QEMnDgCd/hh+uJNLCVty4u/G9hj4MGPfCycpfOYuZeHS+EchOTqZ6iUqoL6y5sq+gN
u/KAJUfm6QsFRf0d1F345STz8Oi1etmygdfEGORMcsfW5zbbUXgi9CWUxTNrtwqO7hi2Dxl8e9J1
8MFza3/Xg+7cu0Tywl7Nc5FPZ/mL0VeJE37SfTyVx3BIrfyqJX/iiRxoewcOaTmPuS2jV2R7bCaj
QRkHuqFQnG8WkyYPQTHXcCqNUOxi1Hhhx3VGNV5Zg+1PBzANjXsF+Wd928YZHl4rBNA/YhfNfmIJ
Q8qfJ5eSU0HL6qoddfcSeqi8EDta6httqGKbcZQYolGP3lHXjmpmCvCSMv7dI4Fwdz3a+k3kIfQg
JdW7Fn6mrsBI2luDiwhlYFWvCg7BMzF/8YnhIKDBIHYfoLSS1wLqmdd5EWD7Z33mLedGpMyCb1LE
GdTdkKKXQseci1KcBu3YDCAlcXWiao92OC83qTeykk/pdZfY4ya0DMJintXNVJFqdu27mUdesWM5
8wM9895X4k4ZrFMzFCWMrpUf4rTxEyCkYXB+keRmU6lYVbdBl2KqWRe1QlKH1myqwnfi70tUPozg
+euAcvFkGh6KG19bsjyMqYWUhD7C/uBFwdZ2ibsCX3rIdP1gB+mPLJQfFmLVHyMan1XiNI9TrYFW
LHNbSb6UXdyNdnwoA0rPLq1XNz2T2INmCF5ZvjxHujzIILCoOom/X/pZcQQdm6F8Z5wkDqDh0Op7
I+jYdLKT6G1/nWfltm6nN5FY6Qb/7RWtwvcYNMJVR/tPU1LBCWj3w3IJAhhkfWuC+i5wyhdpvIfU
tm7GwpOnOo4SwC73YtCob8qpvQFT+TaGHDLjLG+S9tyachoaxVK5KzXVfBP3KIZr+bNRufgoHKow
iHVIWAPit0lQQFnlJyvE1ltQ0c72ihaSAI5VF9It7dro0AIL4Dhnz12hEYnWpZsdSp0+krTLwIEd
dcVp/xxdTokziPskq7+bll1FgnrPCpaytUkxidO8NVcWxt7lYGekDqecpmKUT2GlF1hJPfcXZ7GC
93zKF1hDwPMTL8/raEaPHrrYsynvvZFNeEgWdQ/ccq4dksIrtQ0ywIhCpjs8BCRgzDXy2PygG7u9
gkdHLEtYiW/Tr9VCkTNdR3mmVosaCOBdFAEKyWlUVnmudEY+iF/f2AMRpp3qXorJXXY5OlzamHHL
QzVftFf6hmGoXdOLjPmMptqyp7Pa7ronrNy3aCfqG+3Gp5odxx64iSes/s1T08kvgQ/u5MweucoD
C2g8js03KycDwFHTNXMQbmPfPwTGAeFCq5+p6DOuvEtL2PLmKufFUXmype7tCk9bSo10fEtQ5H6c
xDVku3fvFopsaYmxQNt9eKw4zajQrergoXlcKQ12RLKySy8QukjRNumVl83PYWLttOYb5NW8YqQ8
cqGO62ix8GcRYjUVtGU7crpSSXZfy9anvimPOHwNIamWbN2te/mZR2yPSzm8RxOie+Gxos0pn2ZN
RMymzJCFiWLqCHCubhwre1jKAmxn0DPhosP83noBzqToe+8ur2ndH0tX+XvioG/Y85uVW7v3DnO1
vej0MA8Z02rFMqYdecgwOp0Sx2vpA5bu2qbIk3M2LDcUOOvD6Ot9Wpd06zQjx4kbfF2Q4/nAH6O3
FCRJFBbGPfjGeWsKJlNylEasgJpWEau0D6p1aDQ1Ap3z2N8EwFyrXudkhZT3Mote+gA7T8jrlVGA
ld2OPgsAkjy0z6pkasT12/G5koKT9eFdS6/yESdexahQJCYsWHHb7ejPxLEmrnyOUU/swCZueC+9
ulHzrXbkKzXp49Z3gvAytCCtDuNxFVTuS2uVZh2ny3Xgo5iZnfYUq7x7DROCVBCRQ7V7R7ujxDHB
lx7e0C0+suFlSkRbZO+JdWipOJaYyj0gzEqquPrpVqIpPkzojIgU8/CUamd5aOvaXjU6gSJPAjyZ
MPsn+pbF2mj0kyxA20QWuJmzGt5vJvxjPbbzeBiLov0xSX76VB5Ts5oaf9eLbsZyliwo6yOqZJeJ
BpcZWN4Wxn/vS6CGqgfy1swsSaZ501B4/JDhUdsZD5lEUJKePo75VVw1zs7PMvo9dXofZemxzuvH
oFzuXN99xKpHJH7f+N8GHIOHbO4PBdMiJOieUYuw8cmwG6lok6Qo22U4q53CRMorzn/EVNCsQYAq
OmWE862xyXIISr0FJvzGg0shAJgZJGjzw9hLdpW3aXkoO1pnRZstm0H75dZBj0Qh79l3wQ3wAd/0
mf00N+pgt1pvPICtb3mim0+LMlnSj6YFPXQ5bgLjIaKmOWROpqsq7K8wyh3bkm7jWPfzKY4zB39/
jh5MES0ckQb8rGVFKsCCzM71D1lS5lCcY7c1YshP6dCpl7QpfnrBIldk4FxUVd0TtU/JIySNvUno
VtyNgUHGOJl9nLSPxic8Bt320QA76nRoQLDL6odI/Ql5a/0eW/G7bqsNzUPjrpTUn4fF+JXzkNQ5
5NfKIieGcKSLLYGNjlXPBXlgXeSr5mLgUerbeEebimG0Q9jKvvqBwunVn7vbwjh7yT1ylXrFB9sH
L3jLJpGyPHRB8jwFEbLL+SkuG9Io4v5JeVq9xAvZWZw9vnl8K6TsDvkZYvR9CUb5Mcpln0z+a5RW
P3o+0MBx+J6bRuwpLr7yckVxZHQeouVT2ANMcYPdlg5j1682YurjK6gqykr7EJIHJNvbpU1e7y69
sBtZY3vewHtFx55r6rtr989Zh4EhQE/tXwrs/fjLXfqbfMLw3YjumrkQt4ErwVp6QiiBLVApgaXw
NR8C1bGNUAl+NmZ5QxETrgi18G8bPye0yjsPRCax6DueeCsyPEArAtWmaBcHHTZ8YrIZ+oaBIO6y
p+nSM+yeKQFfXCx5HV6QMP9mTDA3atoROKKJPIVoTbZTZ+3BRvxtnIT1c4Fu7hzyU/6QdtS+OZZ8
tpd2bENyxOaAp7rI2hsJQ2RBBcoo3cC6hddMXJV7WHAfiisSsCb8VSMfwTqiEOv71MRADFnGmByP
xyGuCF1YAn95ClybYoKxGJ2OjdVSeOWngsAKXnzIr4ickUHMZyyXksZ1OqC7DF9eM8lt75ieDJO8
HpP70sKsuUbTx40vh+CIm7H6ysHVz3Y/Zp9CdTEitNFJpyeZF4PNjeBXh6Bx22NulpEydmecZH7m
b+cnN0njpfJYgJ3uSlCnGEdZ5+7Bs2ZOIeHkOkYfHKUBtofyjBkIEFShZtcYV0It5jXZ9gREyxoj
UR7sxtQGDx+aVl9bgTyXUWX9TDlrtw4mkcAFfjFiHnALRoDAHa+1xSZ3QFFxkfKe7nyq7UV9M4u2
BWV0RsR8qr2fcv19sox7jGtQ9KKhwhohYXookfVT1QYpOPfjTRNlCXYQYh5WS0j2MokQjN4crg4h
eihi2aK1lhbIz1eikMJlp46VVhBDULo0QtckzOxyzHxk6uthwQa9wu960ZwVCJ+knxNfAFYZ7zSx
Nc96yfP3jIWNzOdB4vwnv11haaF00Iv+LU31v6UF/yokcoD/XHREf2n6nr79SWN0+R3/Ji0Q8jeh
HDQxTujZIWIjRCD/Xvb5m890BKEPyQnG6EHr/y4tsGgI5Xzaji3cQHk+YqS/qwssEfBrSJAC1EeB
VITG/jPygovG5A8aFGjJyz/ESzKchHbw14ZDLfimZ8GWpgbj3LVT99o6kh0RA9c/kMf9Cr/885+l
fOInHeG6BAWDa/Eh/VHH0OIsnA0744VeDVZWPza70eaPhsWhf7qrogm3TDG26wY36zWjPVFdahof
fB7QN5b/6po2Ihqx+6S8CkqZHwaPx4CiGXq0E/EZWso7aD0h9w8ptkOUcIstr9t4KhS3eRF5L8Ri
Bw91UF8nJB2s5CRD6guGz9mQwjUS3v8ztRwH/DZ+jsIFEaZiO1gpr6QFuksjZgrPClK1jvAl3rRl
dzuIpvuMSOLn9pd0lcik3achM27aIpL0poyIMiKNo7oZCC3yaVqDcYNsqPrqYw4usD8KsHU5AK5s
qEBvHkzjzxmbr4egsUcCiSmIweWTXHriylxSsnZAJPUmd1k6wPxLN7ZM91BiE82dLdciBdgPYaLc
xAkOdZnWNJnS6OEVaGtDCwxrxxYy+1CQgBDj8ywKgxZrBKtE/Oy78saEbng75E7/E5eqT8gZOol0
XdiV+9ZOjTNtY7v3ruzAY4L0iOPDcNB21ksYzeqOt0H90as6vXf6OUQ7FaUDaehOO3TrjKjdVy4y
NB80nsNfhIngMyeyI4yPMnH957muaFnB4LQwX442rDQuoHjnGBUdlmhon9p6dMCbDOZoXL5tk2+c
xs7IPYDy1xjKwUEYsO30h6jbrDtabQ6NFxcDxw1ZhR8ea22DwvtBmOcUXlwkB5huSZ4L+YPrDfZT
zMZd6fKOYKhNjn4Po0Ypega5lFP+/V2qesaw0KjuMbPliAs0BJZiQurVVzAFoEjLpah6BUWb00wR
kE9C+G5JiJ+z+CpaeVC+SPPQbKAlzrFotFDV9ZrCbbzhvBytzyFqDcxeWogPgr+sZR/6bfgDoTa9
mLm4zLuk+YeEF4TBJcyB5eS4jClpXqXvRTTVkDDSMpNdTm6Nl+RnVjrFDYkX+FazNpiIqBj9ElnB
WDuX/7trPpZcOVABfpTXW4tMCOJQchQaG8zxmDoGzEVdfNd2ZMixtECT6/YzN4GXoJ9NxhevsGD2
q9KajloUObmTCpMsBmUQJpzAhQNWYCHFwDc0mxpGuyvfVObmz0D8ptgUrjN1AAEDH04ZunazDfIW
sBYa3Qa3UekUbQyixTuXQIOfnInUu9JtRGiKUxC3trL9jKwkWUzzu0ksIns6pDDFLvMqk27zHqX5
iuNTvuSLbUEy+jnDI/G8N4vjoW1IW5eMJi+bFrGfGV/wJbIr3pVDqsA/UwVM2BUGO/fsud33rMZv
21aV8DFz5R1mVRNIGj18ax5WE3b4Q0WuR3LRLrWflXJIGJ3TtN9WLAnzoSsHdcnaQUe1de1BZLf2
MI0fLB9mWif1kAP61BVpO6gsrNvYadJneyJa9dnNQvdjcvAVOKRh3QtafcH6EhF+lEtAeSNSAurR
1KQ5WaZUCbOsdBMLrNtPCiICs23DaHIb6XFRgL89VKIjS3YffELm3glFkK2gorlL8lDHXzmt4uk2
Ky1PHxfTaPp06UTKt6YrCOi2y6nub2xvvkS4lNNlJq4iYM/ATXtKwBJszVsxgvzDjsHhHnGdS33V
uA4nY0hS10FTLy+22iwTz32BQ5i6l3DYg2JSKmQ1JDitUuHZEHzNzN8zT1yyq5HIIvQW4dK8TRrW
k7kw5vDEZmIMC0ROSorrTvJeBRfjkEdF+AnjSBVu69gdn4O0EcWBBIQhAHgl0GidQqJSM1uWbfAD
6zYsvE1LPEm1NbdDwncP3W4Xw/fKxIVYxziGunMRyjJ+radYdp9gPlX51QzECL+TTEClJK0pDQWH
BduLASNEvX6HmdtakA3JqpjnVTKgE9zOBZPeQ2gho7ieKwByRmw/IrKwKgkV7ShKxAEJeatceplX
DXCQuyc/Kxtv+OCpziixiV8qUhUL7Mrl60eHBLi7/wZ67/FXmjwiCHzKROPI/QKdBfPsXKVgiNtu
wAgGYiVnf1djXcWXmM1VhWjC6p2FGJcO1onCHr9pn2Ab5jZdL7ldsirN9OhwZcdZc68bj5aAYBaC
UCnset4+al2/2I5uM3DBdBHJhbbrJbxrMLwllLsIz7+1Oto4JTxwzZuV12//XDoJwcF2JTyXAIIs
d9ZxlJKXOjc+mWiqhl0nlqujzfFMzSHC5UGArm8KDEn9VmejsD5juynyD3d0mvAH7Wydva1MSE3D
RtemyX4uQye6R92rQZzn0p+w8ksN7zeV3mzIfRtrPznplp8qHKQuoyc7F8uwCXEFJnsBa1Ie47Q1
C4xnOd6M44yFggDANME0Jcbxs1vsMsNQF5fybsxt9zQlXL2ot5qRJESOreBjIhj3Pg9DPF6E4qqf
2vHieWNB7fTbFCkkJrClTfrbfnbFu3TGuP8yBNklb54Hz3ZmCc19nIMETx1yuyovAB31cuA23LA2
mRMVYMWe8zJlw1Ybz8xkLxALA5y0zB+TJFxwor9ghfGqvKZOgUmCAYa4CTNrcoPKkFzZvtCw5QgP
C29TgwFC/0PaUgbOMBLJ+CA94o2Eql7GvAHmiUpYwRQj5hZYu7hmnJi+ZG0X2xl3Q0bqstXu8A4u
PN8Iw0pDk5zJy2SHmEOQTojlDeZKe9sB8vsKFwWKLtudV1VEfwhyZ301DPXyHSorgUxwBNH8HVVH
oiWxZZYd63PsSZIMHARFRoDuqjSEswjkdRCAX2ngWKIgRnJp2pEMO/9DzzmNhF2n1r7N/ZLHEQkq
fRPvsm76WKBC94guCNOMcmJWxrr/0YAZ34bIzNc4hJ2DUSi9qjGJXqa8NJRY1XaiCKeoQn7IhQjR
2CyC95+YmT8tNLir2PcbUCp58IoYYZqv8FWRQSE41dp2sfIQSgXXExYwjov1E2XEO8ekvZ08Um6R
XlAyabz+TNTduJ6ERRjiFBCZm7j9cjvXRb4ZweiPjWrk3pGd9TP2vFOQAPE0Vk6z7UJ0bKREstYo
QI+ZP5uHQWHrRT+HeoGrzGT7oE2++gr3EoNezSsULg8jAMW33QQkKrzie26AgMfJgvhvR/teRxYs
oef5V42JycpOqhJeBVY4Iv3i3HWZuaoKyVxU2tAqc2zvYH5H7lQmq66O9HFuOTEo9YkEV7DOJ6cT
D1MXUixVg8q6MerKCFfbtmkNws2pip95eAHR4r57sUVFlqXFTTAZqb+qeo7uInKuVtr1aJZ13Nsk
rJ6Ermyini3rUHTRlzdf+KQQ0JChecNXTtGJmbrf+6k9fyfce4GCDb1XyfS7GnoFjle5/4e982qO
W1uy9F+Z6Hd0wJuJ6BcAZckiRSOK5AtCOpLgvcevnw+8PdEsVE1V8D5Pd9xzdESTtV3u3Jkr1/IJ
7cWkIcE3cajdRjD1n63lGd/wQsbOsGrtoHOdgsLsX4yhSt/GDuhCTzPmPhkM2gfSMv9dggud0Xb5
Xp4S0rVB8mSV0giJKB/cbeaW/CntSbYpqWXA6Q0EhlZK/bsVwtAGDXSQ/5HyTCdhHunVX7mWQ8jy
ZM+VWw3dG9PvAZ/UsTV7egVO0UJoWnjIxDjm2EXNnymFjAqaCwFpLyJXYEGvERRePH8SCFHiWNtp
4HKAlCm9uCLJ2/6NypnL7+Pt+//TAP+h0Ojz/84C2NVPWsI/JwHm7/9XDmB+spscdxoIINOgOXDW
YP5XEkAwlP+0yKfRKESPwaz+wJf+OwswZw4szZhbiWgBoB2J1MH/7TRSlP8Eq0p7jYisAmg10gpf
6DE4TgJoYNEUXv/04BmyAr+iNTf0fOq/UwQ/i2S/Gu1SI9JzJrxmtWnxE2COJ3r+r2QCTs3RaGFK
mKLVQpLkuS/mk7lCMNCLalQ45+l61X4PSSwBEM+8UFCffNWqpn8+rcSZPps5r/A/OY55eKomqrzs
6LUxabZZ2BNB1lZjArFfKYjZY0NW5rkESbO5YkVc2DFklpdXMk0kLDMQgrmb69O4+Ctq5YH0cLO7
X99v3fXattc3h/XaddcHh/8+uPzTdR17y5/cw816Z+/4nsOB/9y7Ll/bunu+ttrzR757vdvdu1u+
euCHd3yr4+z4beuNza/k18/fss75+d3z+n6347fZ/Dp7NX95vVs773wLH8F25r/hz/zHyradrbPF
Lt/Lb/y2uefX37guv+qdv9mt7NWK3/jqHuzd7tnerRx+ZrVaOSvHceZvW/Hz/L75lzm3/OHASPhE
j7P5zdbZv6z287eu9jt75dw5Ln9m1NtNzuAdPt16tb11nPXusJ4/KJ9tw08+Oj/5rVu+dX/3tN0+
zdPERM0/7R4OqT2bfXL468tLJl9ZsWV/XRpVtSpG0sNhff++Wz8zqJXz09nunacrlhYifNpybyyP
WEOPitywN9buw+uve9++t1dvd45oX7GjHPcKndrBCX3egzU57YDo5WHNEr3uHh9ZZ4f5Zkm2Nwf3
xnFuLk/hQkTr1OCiOcmD+jKaMHhw35/ZLazTFQPK3C746fieTN28iJ+OVS0XhteFWHi4Wd/MG3p9
+Ph//n3/vuZs3LNXD++H9fvhvrQ5OIf3d9bSvt2wsXaPm91ms1ltNrf2HTts79xs2c5vt7cf2/HW
du62rDcnj2PhOg83js35XO0fnJsbdt9+u70ynGujmZ3jp9GAfIecjvlyX91nzg0zdm1Xawv/ejJh
80f4ZGLCk2egnJmu93t/xbHkuN/PB55pe+T/dvaGP82n2rcZ4f7vFl4U+6+73W7/9vbD07Utos0O
9tIKLhwwjU5KlM6b8n73fL92/m53ob3erOdJP6zxce7TYXaTLAwLsbLxgc78n+79+tl93j0e3Ncc
37axX29+rfkFDOV+Y2+ev3VMn4sXedxt2HerPfu8sFd3PyN7/8RSu65suw9siHfL/r66w5OsXXvr
rh7wQ/vD7GAur+1Hg/elcc4CTJ8mPobHSZHYqTjsg/2Kz+1sPvfbZm0//sszMzyc6I3j3qz5ECv8
7uVPoCw6hk+P4+IOmoyxhy+XqX7FvR+YhcPs1w5P7r3r3Ox2eOvtO6cFZ43H55bYrFYl7nW9Zs65
erbzLeC+sjjrd3d3f4/DZt/cP/q2/YNdtGZNuCVWe07hK157b3/4st1md797/LPz7T+P8y/99Xz/
HtrPk/3Lt3c4O/zQ/SP/+ecPuxGfv3XunvCx/Pth+7R62v51cPnbJ/uZW2Swbd/ecFR/3N7d/bjb
b1ffd/vt76cHbgrngevAWa2eXPvnLRfR9uHGfeKI2qv9/hafvd8y9S6z+jHNjPwv083likXulu2B
e/lw42xXdxz1j298eeKvZ6fw5N48vL6yEZ3fV1bk8nmn2nO8J0zfywWDK4Zb8ob/sXc3B5crj6Nv
O+7+X5ecc2Uf0I5+8cjJ4iKkizvD6HLMYpPpONxz/jlqs9X59i5tTpH9a77rcZeci53NN+Id1o/z
rcxCs/D86ZEf2Nl3BARr/jT/7G63uePf2ycmzd07Dx+BDdO6nm9NTtQdJ3f3ES5s93sO5LzV1/Me
vF/P7jSwt2whph9vvXbxxzfzMrrb1wORjru9d/mZywsw3w7/cyZ1xSSeNeny12HzNgzRmL/+6Ux2
02RRtMjgzYQB2aX5pHMMRW1Wl60cr/J/W6E511AJ+5A4W5z83KsLz1SAtHmQra28FqrQKhuSd5/n
Jp14lnBFnfR0VBrVQUqHokTKmgfC8ajo06ILZIAOsK0sgA9mP9BaCQrz8qjOWVE0w4Adh6eLJi5G
JdF3E1Ui1HiRGsg/6KSFygxxE/eyldO500jiahqgBpqstWXYXJWJGDQG+ZQhVgPDCSzSzCh3aRq8
B2AlqZ+U4GEu2zy+Iuf10oAUU0Cl5KkRri/CJAsqsiLtwN/lZSbvRYEcFICWCGyCqV8Z3hlTvPx4
51gaImL6cmvIRQqXU0uJME9QIOisbFoXYVs4dZQm/yL++Gf43/4fxHOT0c+z/wW66lseZk39X/9x
ZiZ1FcYI2WAaDV6Gx7tCKyBbFDK6T7uwjnY0wOpbpNmbWzVXrHu4R40rwcyZ/fHZnrHwbWOTTzn8
/2jZZdJUbFN4vIRVhJbHFTvnplCT4eeAUMPi9bzYh15q0o0KValNl2eAXFpEj6bbhO30rviwS13e
GucmUTOoiIu8y4GyzF//5DBgedXNOqLY648y8g1dJd8FOhpBmgpmXB9M9YqDOjs4E14hmXMG5Hlx
lDu19cBLg92VkpZOb/DlK3rtDNCR1AYuD+2cKR2ggcFppiAtLy4FQENaLAy0W44gpt0GrNwdiDiZ
ao5fXTlgxyHfxwGDVuV/TC0OGE0ERVVLjAri4/sgMPyNGY+wVkmKetujPPFSUQq4PLpzu/GzyZOJ
JFPYxxITGYipo9JLsYYS4pqc+lkr6FiasMMr9O4t9iKSwRScBXJ5RWi13+J87isD6nn/b4yFzT7T
v6DVaC5Olqd5aolmV0l9nUKkMuT6Ouxy/UrK4txWh9YJWVHgKQb4j+OtXlkgPkPyyfTgWTS5mFYS
71Gi8f6mRR08W/ir5srhOrsDTR13aPEbQb0cW4yEIKHbRaHSTr5sA/XKG6Qcv2SYJVZfn0BDVEX6
OHG5sjF/kE+nmKbiwIcwvoQKVYAxjWqfqyaA6y9bWbx+521OUsdSTTRf9fkiWXjcADxIm2i0+ZUK
Ce46g3BOmwLIuIvCp/EsV+CcosqE0OUGzAaSahQO6akR1eCKFzndlrRwqrooy5r0EY4cj9cKUx6W
3QxEyZpEf8jQCqx3VA7S+soKSvMxOg6osAQTyoxN0iBHWRyzofbNQBrQT0K7L96LCa2SZVkozzSW
H3wdLEBVF/mqinMq1diHGS4OHNagkehDakehvBIKnXqamRqRE0mZWhVh4DoeeT8SHwlgkIHSm4jM
0GIHsEZuehhS6AmB5SOsOv2xbhtYBi6v/umcYxlBBBXyGOU0PBplZUhbJCztQclN5FsQyZsUWggv
Wzk7vk9WFlts7KBf8EucNs+6zgUPLtNpTgNoqvrAXt7yqC/dyxbPjosFnhlvDNSMFr4bss4MVgxm
VBnhwxAsuoxgacmuzN6p82H2ADiJVLThxV+yRNFt68W10VD08S39MTdHsBEQRG3ENol+NXQ4ri+P
6tw8znA6omaNc7L0CEBcSOBr3Ehoq8HR2JWmgJqVCGLdTOuDDJl+gw4hUeCVcV6zu4gndCRsSlDC
tManWYUceJ5DZ9JOhwiE001raqojwnl7xf2dm9w52qSsSAAPGf7xoRgKMy2TCr2+OJS010Zoh3YF
1iKCQd0SC3CgQvPj8vTOv/HYLQDtg/1M4QnEtbiMBVvF7zPAqzDie8DP9RLQkZJGAFOz4ethJ6E0
EYyuaKKoa9riRMSQk8Q98HJ77NtkJcZTux4a7evBtKWpEgEJgaA8F22OpzCDdJLyGwQ+ArTk9Lgg
IEPr/oMIFyvoH/HK7jxz5o6szbvo033V+7JeD1ClwFeUeJKjhIBAHA/O0PHKzpjjk8U6wYMCRwu7
A/4qaRG/cI7DJAiAzIG5rveBKaSbHKz4HolCc1UYevc89IIQ2ylppP7rR8ES52oV8TUPcmUxSCMG
ghM33P4TOgBP4ELkeyCwrVPIWrnLK9pW7CLwtCsjPrMz6ZzgoUyErbNvFhcEbxK9UaSeUBR5HErH
yCsWEg2/odgJX/fV1sdbGdI7nikfmdlPq2gW9VirfkFABarrRm/LdpcqjbYPVfTIG89oaNor0Su/
fPTOLCkpDvIOBCKmJn9UOT5ZrYJSnpoGqwqyjxDihuHcJoGaDArT7d2g5tDXmhaw2rALr5g+2bbz
paurikxzg8QduFhRzesz0AZ4FH/WHEKTVVmTi+kOlwd4soJYIftgzW8ywq2lb6m8Qan6iT07hY2U
23U7t/GAogHxgajmZVvnRoR3Ifw054atD5LPT5MJIpROg6IpQMRlA+JprTC9d4KcGFe2ytkxqfCF
QhNnafrSiYVoeZi9CAGyhpCSWxejeoPQS7orYVO74lvOmTLY/zCszhftEuPd9F6W52mKKXpRbNIe
yKVP41uQi+OV4PDc5BELcQQkbUa7L5xLmZpBSD8fulMqkmEwKrbAiwEdfnmJ5muGq5HJE+GOPfaV
tW8AggpDXJhG96Koo14CtZp5ZYHOjIWAes7nYcOUlxU7ThGid4kHMjweLYdSvfCraxEPu3KCziwO
dFWMhduG+vGSNNaQ0zIQfPh21LL11jNLmRMrHWAsybpShzk7oE+W5q9/2tmAUEq0aKLCtvTuxTQy
ZZXJYKIur818Kx5dLxYBB6/JuTtBBO63WBupGRBBRMqKFs1cvAVSVT6lSp/vLF9TUcXqh2Fz2aAk
n7MoybIFbaOE1UU0AHI3SvoSiyqEgesGvWL617PY8awOhE8ArHKbDZ2/GkPN2mRiKf8VRmEP41+x
hh88frz8cc5NMgupa6AbRFodFuP3s4QeY49dA+37DD8SohXpgT9fN2Jo8KvCC0nmdO4c+bySegkT
al1ouQ1/oRw6Yx/pjVuLVqFfOQPnVtOgcQUHb+E7rHnzftoynhpnYPTYnFmUwXISKLMkB2wNWrfN
GmG8Yu3c3JmgJOCDVnWDI35sjcYlOCq7HCpbOthuaDcudwUe1L08eecOnMmBBqIBy56y9B6K1YLb
D/GGleJ1tyVsdxs0D5W9gAP9ujtk7nhF4RJZreX0oS0lxFYYzIGqEdwlvaU6UqgFX80VAQASSUHg
O3jc0J52PG3m1AmNMB+AOFTSQzoOslt4mbm6PG2nqY7ZDAAhzaCYwtNt4T7olM6RuzHAAEIkdyuM
prKWymSPVpZl62J3R0fnYyGIHnyhhndDwnuvW0VxZUbnLbBwLxxySaFOQLoFxcTjsU4l7fIweRMJ
AO6VVs0Q1Nk3ddCQ2dDavlecobeScFd1lnwtT3vmLPAcAIwlKzAyn8R2Qh5oYptasA+l9DA4Aaq/
bl+EtwrUgU5be/zz8oyfOQ7cPjJJaGWmCV5e260McnkScSVqEMBZUivV2gDk+eXjAGO1QYqMHaTp
tIEdzyhJZ5QgkbxFfihE2Nc08t2YTcZO9ehBujyg0xnElKkQJ/IAkem2WZgyyUNWGjOItGgouEBa
6XwXAY98t2pF+40OIrQfl03Ozv94v5CrAklOqhEfps7dd58dGKxsGtzXdEoUtKm4qlVqL2XbT7/K
1kB7VcrkX+RBhpsiUPJtWsn1+2Xzp9tVwsGIMk8dQklc27H5NCtFWLLgn6TjzXcT3fgNMfY76oYA
/NEEtlvoLi9bPN00s0VerZTTSLMq89c/eey6DyN64lEcywSZV2vZtluOSnZlJedNsZhWetDoHoCX
eL6AFpuGdgVgcDmUT1UkIGthZmH4Wk5jqrpV4anfSlQxETYw565mlEjqaxfFqQsnvKQ/cg4CSR8t
AYQ0fBlxRn0b2LWHbLwfjwgdQCb+nNcVNKyXZ/SM46NWwlvZ0CUSKTwKjqdUkYVY7RuRg08rDX4R
1jAPyfNOrVDfUunXfqJvhrfyQA9Fs5Y9D8Emoa7L70GlZsWVcPHMzFOQBaRpEl/PqNHjDyMndVPR
Z4CzL+kjI4He/Op1AvpZudNORi8+1OaLNDewXZ6FM/uKMgRVI0oFHN9l76aYWolWFuxkbVRhkoCh
U6E/rZPC+sp0n1tbXl6AUBXekxLdrUcbOM2yyAN6mtt+3XrfuzFSDLiF0S5pQrU1NpdHdc6YRd6K
FCQkWshVHRtrVBmCnybO7YnU+h6OXaRjMkNwOz3vny+bOuP89NmESEXRoNqnHJuS4FcbjYxxGZHh
/Y4aqBJMeLI3cZYkWyqawY/L9s4MbaYrn0NEytxgBY7tJaoQpi1MibaeGyaCmFQwq4qW+5yf+fqS
mdScuRIZGunihc+hV67wUTvMIauEDo++V9hxqftlyk6CaipzLw/sjE81ianU2csht/BRn/jk4WjS
0BO/FTJbStOI3tqghm+2pPLneGYt/27o5hU3JXfNlefTObvkG2eFhw80yWKvtHAVJIST2O0zUjhD
O9N1oXrjVFkYfIe5OL810Vy4EtydWUYQCoQABsEXf1gch87o1LQR6Lxgm46ul3HKixhJWsOo9Suu
5cwO/RCtAJlN2hhU+vGOmZS+hcYmhbekniYnaefGSB0i37byIpf2aOFKpuXc0HhXz/UTEsa8GI/t
lciMloMJq21eq/pOFiaIyn1k4CY0HK7s0DPeC9U5hWKDAZ7+JOZXdSg+/NHLUC8OEzgbyR9Fqhas
L+/Ms1a4dzVZoxxofVwkn3ammBYQyGp4k5Ket1XpieYNfan9l5NhKAXqpCRMsrgahOrH01YH1N50
WFnhF9QGw+Gdk4xb6KGE0h01UyyvuMhzu4IU1fyOIahQzUUII4qTXrUhfktomqeumR7SHMJGnXjK
NsqovLJQ56yR5JsxVOSJedwdDw49twhVPA43zXD+nt4dCGBj39iJdLPdTP3UXhndmSXDI5OKRmMB
m9rCS8aGXNDrRGMNzIbQn01w7HYuBB7etSjizGbHxJwZI0kLE8T8QT7tjaFQpQDJXJ7ssE3TrAV4
AKKg3KQROfSqp8sb8cwsMonUJkEpIGGzNOYN0pA1vkmPnAXtmcvHKf/JKlXzbE8gk0vqXw2+7h25
sUmXEpMQci+v7Sk30yFAIw65zdBzYsF3aV1CWa3VhJXqwUwOtV3vXh7muTklqNbmHPScbJqn4dOc
Bk0kFPQqE2PWyV6mnLhKYESwY1W+lmG/Zmm+Gz5Zon0PhQydCS3aJux2uOomQZ0rpl8XqmyW8vLA
zlw1UPzwlp9jE+6UxcDSpjKToIbgqRmmZjONmvBt0j3LLbW6XAmDNe4RsvV+/BtG9dmtcBx4LS2M
oksBGY8JaUHdM4lIzsXf0aX/HuhZtRb1EnL+OlCv2DzzPMPxE1UDUAW3oC7mtTYnyBoUSAN5KUm2
H2TIag7Jj9ELon/yVEnfEc9FlwEpoJ0MX/8VZ3MaS89lIVwoETWNV8vDL6q5MSgJnaWtMUgPiAnO
PCIwLQpeieyBieBK7ZU1mnv1lZvv1OvM25WTQhxNQmGZgsoa1QobkpQ0a4Mcoqbh0xQYyQ+XF/TU
C/DqNEhGgisjmba8Xzsja8NQhm2IgDp4R/GjC9wmr/NsrXpD/t7AjPvzssXTCZ3fudQVDZ07UFv6
naBJBfrniSDSJkx7lJIz7ZvVTtCnVNRV1tqs8m1kvtghUeBF12AL56x/RPEoKhlznH18SDshF0NJ
JQwVC/RCXEPgYKK9lwc9qhgJhAJh5k29WwxiEW/JGEt/Lo/+1EkgC8pG5pYk10C69Ng+NIshYTJO
AkFhBeoy5WdcqP1GDkxz/WVL5EnJDFHL+ciyH1vi7QAfQsItmXkWZGgZbGqjbcUU9dfIaIzBFXd0
ekpnaTsQszPeDcewmNgaMoFomAWfaZguf3OBuHEfwb8Se2Tgmizf+OlYvhUziSO6y+rL5cGeHhas
k083Cb4RaTMX8U7TzhwGNdaBjkU3yKSIthZl8peP5GzFJC1MuQeM6SIQ4ISYwLQhRiC/be2jUb3r
zEHY/RtDMeX51AP3tJbAmhqwnwAsjYnsp+IbqHRvpAo9c9tdtnNmJ1IYmysQ6FbxWllEUbUvj3k5
T5kgRMoq6czkTiMPtUqh2vh22dS5vQEUUvxXAhGg+PFWTKNQ5P0zcgcbfb0To1J1eNynrjz2CWwt
lbgvKYA/aFVUvNGYVlzZmmfOPGEV7weyQCDUl2BdLYk7sBgEw97gC0gmk+H7pqKqRl5xMKpnWRY0
2CPVsHxWIUOvrgz+9J4m4qGnlAoMGWl9CWHKhamAPAwNG5SKxTcWI9TtTOZwOEg7JjXYwzh+9IVB
+zccAIYp+LPIuIFlLr4JQySkOoJyVJegt+UT7jpzCl4lo42vxJKL48dJsIDYSAYBOT6VSOt4gb2O
jn8LwhxX7GvNlcyk3kgIO13xaMsk23+bQUmNrB6HcPl2yrgwxFChrz2iZtBYSet2PkKwuQhvfanX
4h1FvmwfK8I3b/CGdUkJ8sFrmy9u55OPsXA2KhQtDcFm6MKvntqDZlQbArV+k0O/58bWtMp1BaqW
lAScBrpwdfkwLc7th3UQd0BIJDKbZFSO57rKwzyMjDak2d9v91qpjyvRb7t1HkKNfNnUuWX9bGo+
158jWoRuIUroQre1rHDVwIUEp2adX1lWnd/yKU/8MaCZyI7OjhkPYM1f/2QFKbpYCyDXh2O3gnZM
BJbqOfVYxNUOAWRLfDKKxvtidDUbBdrOaaTpWyS8XASVyogaAowJPhyogX/QwBu5cybpio89MzSD
/JpMXwINMsgMHw+tpXvDE0j4uEWsef5tGGl6t2mU1JC39M/XNOUYRXsNM7lwOB9Do5Q4Q6ewzePg
2GjuGV4QjmropoMYeVRlizacUK2sewiQ48EYLAcu1q7f+G1JCfyLW4YiO3sfsALod3zt4oqsusZQ
BS9THa1s/K1YeaOjg0S9YmXh0aE6BMUL0yUVTZ4h8hJ/0yYhHSW5DCtQOPod+g5Jfh+Vg7US9EFY
wVo8PxaKbK3Ik3/FnZ8cP0xDzzoD1GTKG+rC1VlRLsI3nkL/KsLX+U3Wiq58CZtGFlQb0EndXKkO
nbPHuRBp1uHxA/nD8WoGaFPLcJ/IzhjD0Jn0k+nCwwBpajtVV477GVPk0i1S6iCOOIeLoRW0WFVQ
yEmo33TBykMkwh24l3FpZXVlARcRwbyAQBMoefM/NJCXnYdRrEMU2PaMqhZzFBezYiN4E+JCguE/
Nh2Fd69vI3iHBuW2V7T+yiKenMvZPKUKgizgNOzU40mVERIgJg1kh01qboQJESNVr0gUiwIKbmou
XnllnThS6hTcjvyDPcPgF4tY+PDGRh5uDQY8dRsjprQqQxSCLp+901EdWfmQCP3kSGPoeoQyVjyH
Crvh+FCcOwmi6rS6WA8IUGlfSwUzDJKlZIHJM9LZwPiOJxHKalQDTN1300AcWxhnPaGMENQr9RSq
JzNTUTWB9wldo/XlcZ6bTYXWPHCpIBpJKB0bDkj9AaqXoUOC7/gtiCkr5vUXMTqMDvoRUMpkWKjI
cOKPjSTIggQ6KljOmCjJmyXmmUtVobiSETsdCh0JyB/PfRIGsfhiDiP6/JE6RDJElqnCaGYIxSKY
st1XJwwrc86GEiWJomWqqM6ROitMYSYNlYnM6EFdQ258bT+cug84Umdlc3omqYDq89c/bT9S596o
lCbyJx3iFV5rKsjFhd1+gI3xyrSdXHEzzIiYCsEwg+6d5RVX5XPbKwJ0bknv1j9T3KbPmuaX6zLS
Brc2c2Hvk9S8st/PjQ9kAorepEuxvxhfNTHBfsksRmFQUsIFW17LmWEPApL3lxfsnClOFPcL7xXy
FIttoSVwxdGLRUVlUpp7SJ8Qqe9M6U0F9fflwzS304EJIsM9p9kW+1ycSkTKWjN2oX/MNyhy/a0U
RPQuj+d0vdgPlAcA4s/X5tLf1tA7NiqtpmxAY/ze5tPkToIa3NKIipxZUCSHbILK9cqCnR6uY6sL
P+HpY04PFTTnitRN264I0TWtO3l7eWynsQhFRjJaXJv0hFNvPN72GlTycYnGiyuYbfgtjVtUUhCz
cVK1kFEEjjxkC3tP2apB4/28bPrcALnEeNnKxEAgn49ND1NdCMIwzKKt+uDqrRzfxo14LbNz1gpJ
ZqrtZF/x+sdWtKgFgeRpoWvIXbdWijwG0yVdy7OebnneNDhCZaayoja2eFTlhphmUhNErthOXrtB
greW11MEO+C2TOWmueIS52199OhgoRgT1XzCcpPX5PGgILJXy3KC2M6bSnXjo9rykGlh4kbVnDuy
2s66sk3OHAGycNaMDiHiOFmroFFVoTOQbTMNoo2mkaghGUJubnmoQLkM0Pu2M+o6vXLyzkwr/hgQ
DFbRTRMXi9cIc/BVdhD4cfmstSyadl7YkmLNecxf62I/M6kE/zolMg4er6rFpFqZOBqWX0Zu3TR+
Tj8YoZ8DGsDUUX206mAbq3mYXjnlZ0bIM440FhccvF3mIpZT0RGp67ZN3YzipENuyXvW+wZBAyXv
/vnyeaOQxDEncUt5dYloalqDrHzQpS7II8PpJLTTk8n6/e8YITNMnoPerOVzWJQKH3wdAq+gkvtV
kImim/XWdOUGPZk10idcY9ThyNnMwNPj/T/weKPYF+Uuzd4o/ZEGd5HX6zfBKOk/Lg/oxEGy37W5
QEWUSH/NEm2WVbDkgngu3SjXlGcPpJS3C6eRrlM39yrRcrm5exOu8L5A9ivqERa/skUoac77/Oi8
834CukiAPCMzaDk/Hi/PuZguzLhEHVaMacwWJiWRk29dMtWzxl6q1ikcyWE6od5FQ2MdJajcQVcZ
OxKlNK9cWaEopRJSR8oY/AxjsBHqrk/MQngJjIwMxQ9vjKMs2sK2XAu/IWNFGtRBhM8TIjuMOyhL
V/DSi57iBGPWlaKLaHXjo9FsRZXy3KGfLeSOHgT9/P3BVCpvyKalzV+pEYv+xyRPunJXpUaV/i5j
FfkguR1DaRVB91uibCk1UbpHcCvcQ3itQxVuRN34OgRZQ8E6g8c5MtYIg2atM0pxBy85FS+zOojJ
TF8QKUFivpDekdUb3e9q8bcF8aT1PeZBqEATTp+SlKFDbKWG2yUC3Lt8+Hzw9kUVpY1DJTXrn6QR
Zv3SRufD8xAfz80YwcvGqr5DRFlF9xVkx8o2sSyPBCFjybU3pA+RbnKVsh8MbVuVkz8pq6aLBqGB
TT6xVGNbBbXQb5oU6JNdE/MPwUoaQ5Pu1tQqrRSJv8IT3TzwlPExbycp+50UmS6Hmwbqvh9lzXO2
c5MqL4Q78Ku5d9eE1gT4uJVgLw60ruaj6iA9XqXWF+kyVaYsm54KvQBjavlwOayGWiwbpzW0JHqo
Z2KY1BUUobV+aN5o1O+ixyAaB2HMUkFgKSLpCuF1lFSQ0gqeJW3h+W2GR2jKm5hXhD+1JfXDSBTg
Mk7kqp1+6IOR+N9DzexKYW1N8Yi8HRA9pXqeRLTBerfvDXTV4Bn3+zFy5voo0XUIJ2z+o4JzVQyc
ICus5mUaEcRDI73TJuHBrBUfxSDuatmHwFkw/dqd+iqSTWrvotY+5Xogan/kaVLRnM/k+oOR2+8M
OPtDs6skFLPbMq8aaJ8/ZDETQ2PrRdADgx5vC2QgN6OPEvybqcViFKPwGwQjt0rSGv07XrKTRbtp
1Xj6VrYmgMSNUIOoV2w5gkTfdyQ/R6yIFklap//UVSajBx55ek0XgTDC0P9qwiBe0z6uDlPVOX4k
lONbEViTtO/lQp2+w9/e+k+K5TXZM42mQ+JqFmpGiDYrSFOaYuNlbpeHo3hIYVei9540/PSSCOA4
Gjdv9RY+kr40buGu1tWXJjLbaW16Ob7HAQBXB6Jbe7nkC9tyTKiB2ui4juNbpsKfHqxTccQDobQu
ToA1MsRTKvFGqeS0QGKdYrSFKFMjBHW3EgOTBKA9yTFVgJtWoKnScqQubaffWiBQT3K9oAaPY0v5
KObqGrBOBgt3LQnTiEapOGX9G1hHIfJRy2Mct7LsC+BFodwBIIxQn+nHP7WyGorQMXxxEh/1oIDH
gCaa0YPDeUK0EaCDCAt2+Kv00wRSe0H2rap1ZmRCXe8NKSnV5i7ORQSYdpC4B0W7qQa6dGun4zlg
6G6h6J52m8E4m7bQCIVBFuwa/HQEWlmymgLl1LSCyFwVhALu9LY3C3k3KSmO67uXaGPbPmaxUsYI
aWSW0UvfKy/n1UNcZ2pKNFcHBeMwNCgP3pjAd2p5VUBS3duIILbSqq5HGHoQnuyj6lsalWO5LaHW
CCOwfdDsR7alyb3120xlqh3rBl3Xv2iJ9caNJMa1+G6EiGE8pwbN8eDvgA0BAaSnM/8tK3hjW+6I
E5x+QKH7RtQhEXweeRq3L2KTV8kmSXxdvqlNqKEcHJf4y2hSuIbCFibqypuSTa95EnwNfelLtu73
/kH35ODeogdgLSdWfE9FraDSg7RErT2boZYi6aZX1SDblJ/z4F4vup4+2kIpVeEVau2x+Icxhcpr
o0c1CYFWEKwNH4tiA4zo7eiACEiUDcBnMbmpx8zTXL0nQEeL0pLLV6WVTUG0hTQti1tBiy3kAOIw
KW8l7l7vG/pIAwJkYlO8Tqo0Bi9+hgz2P8YUmulDFAum8dCU4mS9gsop8zXs8qHhBlLRjRuiVBQb
O0Q6R3VVCqn3J7dqqfoGgDRM14iODNYvtizU5bYnATx5qNB3yH5bnhrp9PhVzMMqn7pK+ROqHXlp
hA4qmV3NHhGHB01JKUwJ2djoT9k4ldM+ECKVLnt18JL4xUMlS0T3sK/12liLWuUP0nbgieANztSb
UfW3M8de/NPFapn1dtBIais4iI6o8i+5GoZWoZk9G5Dxo1eiQ8wNUqJZPNyyghDdSjQZZnxoFSgl
OpA6ms3ZH6NNRdSgcrOsaVwNfLmxfpZqJBYvRqgijgBilo2OqgYXii47cY7KNhgRqU0bZC18c6g2
pokGKh2iSI0fQkHrFfSTA9h7zHzAnwMCqNu3FIQmqoQ6ar+4Rgme+xhEBmhHKUeGWRvyEICPGIeq
+TL4lExfvF5If6PCFZnkKVG4IA9cSC+SQK7MUdiLimOUfpX+U7eT+QjUirvaSsVgeNCzHpE6zpeH
9IESZA7ep3xFC7XruVq7+K0GXvOI0G30Ww+1Jt0W+aA8FH2vP9AD6iMbz7Xw5psSahSyVOv7DBWH
9okYwSQZHWhWuikneCY2cIt4zUo0PHVwlNyqtO1UiwBMAN6mL7lksFjjJOxmaWLJJSsawMtdQD7g
AImDGUArkyRaR7rm3fKuGVO7SJPpZyhwc++KRkZDuQjqHjA0QiGrqpTitW6OkrpWxczf8OyAwANS
9wIudxA6FF6QiRadDvg2cl1EKpuecbwpoCITp/S4Yxwt7liUEOWFyIETW+Y2r/oWheCwM1CO6UxQ
XBC3WT5kPgPc/eEo1MPeh4FiRI43M7YQvzcD7DG9KbmiwDWEogimnDaXY9AXUuupTiXluuBCFD5I
wN384BF3J/+olRylRHm06u9qZPjfNX/w/gbUdB6kCiYSZkRAywz1ZSpIolGhjEubttXblokugQ2H
S6Hfor84xA95PmX1RlYRvN8NOd0y61Zp5OE7mgVN6aqlIYQoW9c9BaCcranXVorE0GiKuRPxM/fz
OpADH2PExRuE4GTn/3B0XsuR40oQ/SJE0IDulexuea+RmReGpNXQgN6AIL7+nr5vGzE7I9EVqjKz
MulOenzBbVSuKAR3Yr35FQnfDLvV+0q2oL0piDwzBzTG2KizH0PUWiXsyIK3req/ZCy4VVZtjTj5
LGGTQIanwAngEBf3pm2VlzHmtOSwNPwnACzdd6Fi8mr92i3eJlXX+aUs8s0jQrZEehnWcXLOwWmG
B9WEMbnTXo29TDKv4XLy+9mBzKd7StLezj126hqNbSoCt5R8+q0THO3aDs9bNLfBC1FNNTHroSBQ
g6A4InVVORpzF0TFwNZz4SdF1hVb5B56nudwP1rHu+yLug2uiKA3BNEYIekrI3IxCCNNeIZLtFDM
SFGXzalrtXjwEDn1326vsP2PqZnpGJJGeCiLkX+W2IZEHXWidXMVkutboNnuopukqSN5QXcbC0LU
k079Epxrtt8QD5SPlnA99VCTdOkfujlJpnOuuMO1uHNHUhsLF0QiIfS4zrHBf/OCncjeLkeRn5W+
Lp5tVGCAP6CBvzGaLOZUbxtNnrZD4h3CXhYmwwMqwQGRqOfHffS8vzMBU7cVUZAyXRy/WCiGJEVk
Xa4pjBsBOX8mz9n/il7lSSq0rNxnbyVPOg0QN7Qfaho1qJial7W757PcLb6HhpMvzAk/fizpa19J
WMBlxem96oaE1DUh82ji/5tVr4pDURBTesmjCvTJriWRXzX9w7Nm8aM+5qZa8rSAnS4vq02MIRnb
xaZSzUJRdMqXHCDYirwtCc0x7ofcCAtmvgvK+gT8OB8TX6PLzE2ZX1hPO1gCBUXRXgj66eG9rP0t
HWI8+zMC4qldhFNGqiUSPCEwZWL99BHUzWsOMEfavRqjhTzHUTCt8H2FldAXeI2b+rKT8TTc0Ksw
rykeS43TXsK/49RrMB9mI9lMZ5WkfIfQb3891xb/lUO//YcTS/m1FaohHR2V3MlnPn+09apeu1w0
5kAut/xY/c6ZLxzld6+TEg41s3Wtf4rM2co/dPJEHAIaCv8idI2rrvymnV9h2IPCEqw7MbfZpfOf
J7bd9iO7QASr53XIWSA4tTIEtVhV5Y2MK5rBjtFUN374CB+PT4RlrSg5oZZ3ppOIpsj8qbskVleL
VLTDC6HoR1KuOIdS8un95UgqZFGlBIyUn3XBInuKfMxpX+t13+aDbsfcv6AU9+f0wnxIa9+GLMCs
SZhKW7O2j4Qi+ecQ5/HPWUTyb5YBM62u83HPVmcNoCsJrOjItOoaEhLc1jvmAYM5ipezd6Nx2/Fr
2zZ2TorSbwlgT6z/A03CDLQkpIXZRUx/4jzqvwnsFv41kbDNheuEcZUBZE8jthjgvyd2SNSQ1QTI
rIeyHN03TaQ5n0tvi79hN2z3oZX5V7Ls4mn1vfUpEcmmLgY6HoSMS8B+b9RCNx2ruibRTrZzdUxc
8lDTcq32u43EYufUyM18R7iDEiQi9uWn9rEswHSl84kEIWTionEm7QDZFPZrdqRmc32IO3Op1ex/
b5tcI7Zr9v5roHjYI+HQ9Z1Xe84/b223ey1AwE/+OIdfmiDQ1zLAsILlwma+XkOiZPhsV+r7jrpH
XzLuRfth3Kr2nxkd8d3N5kzt2X1/qfoFh5S5t035UBNADGHa6u7XbeZpz7ad5LTjLogZQkPZrDei
NcPEgLCP/4pQ5n93fyieVo7wR3K6l89yCWLC6LlrP9G4TDemHUm0TQh3Y0Uo4bQkuJOUtrRpyvMC
rZwRLBAu1RALUJbrfTINDHK1IRc5o589jwlxUD26Xmu60+BUAVi8i7nQSc+7XtN6rILoAs7S/QwX
FRAaTgbfg5wCPnePBcgIiIrp/WDYMp9SGRlC12o0BDE8k9gTUowMyxTKmP7awvbKE9FUhT1649IQ
UyqX5SKquddpsrQkyvSrtxbpOke8ZLmW8iEf4/INzUXzupF3w4QZO+uc+gNhPQTn9NSQNozNs2qK
4Ff3SXO3zdVcXJtS+PKYxDQxp8m08ZKp9cylOLlbXLlj1CwnY5LklTO9rw46qLqbml3r5Wrqm/Bv
r31xZ2qSpk7EzZXvBQ3reh0VU/JcEsln2EJUqP1BVwJiwMuRgDWXtJLL0SUwJCvkIP8jb9Ug/+ny
5kbayb7JbR2WbArmsMN9aBdbuvNkLlpISFJ1dGk/8sLs5pZqEbSnhMC1YyvjZctGxBK0s0PBcJdz
8dydPdk/GLr910D5xYuaWLlNq2UMvLQQ9AAHj4S+f01Vtzcs3p1LOLhVeJrIWI3IZSNwmFQgjY8u
VgvcALuFmWVB6gGLNZ/UtMGGxOrGIiSxl7Y9yEQjnatAb1xmwjoCtoztFkVEernyB26PlKdBzu8S
YftfCIL9pmjW2mRL2STv8ab7/8AAm8dpHdrvOrD+Vc9lThn8OOOvgR/CvAL1PQq4Lcmv/G5uYn7u
uvNGiXzZjkT+ai91ZT5yZ6kZBXHKwfzc4LXBsO+hh6B6RoRZMaUS/Z5PtXsz7CL4q3fCZaKwnr6a
Ssl3wv5kmc6yWb7JrSbe0pBE72dz24ctZa8msWha5/gLbpkmeS2T4tYGI3jLzk28I1fDqVhyMuvt
sBY0KY67uqQ5RU3PgtUownRn7vgUiLI+SbKU/N7ewHIGko3+Qg41EXS7nki7Jp2Xeu3bqh8v8lZs
d3l8zugg3Mgs6Vh6UZHNZR+vR7qmvcvkbOsPBPP5o7eGm05b5iObtcW5axul7knHwx4wJTQ86rPC
Z3X+Op726cvTuyStPJHUbmG7p75b4veg8N39KlGFeh2Wuv9ZEDvfSY/4xVNF6JNJe0wpPhwDhJp6
nMCs4Vej+9zojiMgL3GxpMSG0ZPpnOh99QdGOfS88q3UmqNjIwCzPYSTMs314tT+TTMzJNP7+v16
8DtXfFRxj0scM0POQBpLfJVmupbb1uLJmw6EaeqUTzz8FmJrimM5bvgQ1UzEWVMo9dD5zBPgQLDJ
Fw1pv7eTxbLgIheJexXPKvotWtldoySni2k0LYa7xOYVTDkaDwiCc6KfYhGXhzgYkLI3AGI4V7LB
fldBM/1szZKEp2XpvRN6Mzr6jsTMKvOmaf50xi15DJH1oXrvcAhJVdA2U5ZgxXgDidkHxEup6oXU
y4U8rqUjK7GaNb1XjIeTny5+0b6siYi2rN0G32aLdM2tjIudSMZ+qZ5jTHGjtB2WKjr58eqeeMaD
pXNj6bj1ZvGJrIjFc9bPvfkQNMF827Cntl0q+KHXSGxTeY2JI4cjoU26TKlF4jIpHaMvnGKIosMU
xOyLBwVFRgKWXeduYx/mpRmTozWluiHzbDpHOga7nyZinx+qLeRU66ICApPUyu6yiqCIjhbN4UeQ
D/ZrTIwzHniG6nY1i+cekm3m5W5U3r4vJOR9J20jiyykQ/mBXtjv6mhbygMzc0cg1i6aRwdThKV4
Tgbg34Pp/YWQnHytpk/X30mhpgLI9V6SuRce4i4e929lhTOnnVr4CkS88BQcWnUmQ1Ka/Ysz9c+y
cTUlP2FQTaReTbPdPrd8dV9iKMPLXTslH47V6wd588lPu/ZNeYrdrnvDx1y+r72op2zzRfvpVJy6
qcPE/YeY6AQPpDDpT+4U8pYm4bo1R0E2Ojniaz5UlxMo95x6nXTtbdEk9CyWsfgllDPwoms8dvR9
oOvmUA0qNinOob05xnHdK2AOv31RBgsDnMxtR0rrVJrPRda0oV7kdtGxJdirOPR65EebeCTl3LG7
uaN5Hpll92YfsxZEjxywtmxbMLVh/CI4M4yLn8aeIYXdGcenuBZxfPRwz6HZ2MZ9y2wVdCBT0bqQ
D7kb23OoDNOQkSUY/vP2iKzGgedQeZdBsg1/x3zFdDSP1tHPwJgZa/bIX0F6RNgP17P0CJLcOZBA
h/C5AyWehrLNOmuDx7Xe1K12SEY8mGVjFCosgr2sNBOe7uW0DNvJ8+gx0rIsEAC3wzkRrmbN7rme
VpK3C6v7e9ev6dv22jrtyYL6yizsqvCpbdALpGZfBxA31Ub3OMT5UboM4fofq+lmTQFDnOEQ8piH
QzuJEsBqSIpHve8FE8XeKudCo9fdDoHBLBMcOoknXh1P3jV5Pj9Dp7TM9kTouufy3XxVRq6UaezU
+OsV3XQqcle/elYmDwPJneYCoX79OHeF6x0C3BqelgQvRey1FwzYSTJF5FW5JezH5MyeK05rAmT0
1pZ1gbqDuGA36/uusndKKka1gGOwTeNlDcxxsAIfTdGQ4H5TTTExesOw6HSA+X8teasWNDVNXIJV
SJLptr7ig6pQyZBqhtCLQTQMiou18GN7wCd4gMTMayKiYzzA8yxcc/Mlu2ZxLkqm1CswVf+hj7bw
X+kncqVuFcuezbxAEbmwjXVO6hydTIqsp1+3QLQidd1qJ96dMh6RkVpFbTa0A1LvHasqEyO38O0G
zIsSVt1v2JkFGQztNtLtb/Ed9ND0J0cc50D1A4VgLbtZUD+XwDiUIKMV0EUzylG34mxqXNl8i5LI
xGyXiXrN4eaHYxuJZM8E8wFZgzWdE3s+U5k6zmzBmfdGXeW+x4btYmBW0wCPhO4Q0blO2Qq71/Ik
bc8AYGQwZUE9yJeEVG2buqw/PkP5uEAYo7vSCK2rShdFVDNfwTI8rhUt7wF7bHXVqpIeQxdCjwe9
lfrby3enod/bhttatY175S25eJ2s9J9Q/do2DRYCsQ+t003TsYXnu7N9AABWEoj65/8kQ5roZPj1
1sk8iC5f3gSZ180xIY3zN/AJSE0Hbez3tovpwd+78nfsMdNgOPDzh2HvQkpQ3ntvupHY52rQp8vI
670fInDlO5fKOwYjatfDarrpb9QJgHlrNQZYa1w2LAdjqoJ9Wh0cOefkAwza/MyoaofML4L9A3m0
+NvBTHCQJSXhuM3qivoO81D4pGIZ9cuwx+WO0t+SQjB40fQ7Obin0K2HvwJPRSdjGI3vPW+rQXon
M/8RpqWzLpfVuWvqc6UxpHw+dRyfS7Ytrr6BHGEPFglzJNK8mt3wzgRWhlAzbfNk3J1+lx/ZPXhG
hLgMas67ONIUqykKnecx7urxZs4jz0AwtTo4FFEDTImjdexdrqNsp9sArxOiCt1u/8cdOhcrWk2V
EQtYvblbCViqsKvb0kACexSYhJD4aRbints2hwL3bNs/qfPO/ynpvP2Wsud3jB+092lI1Oy/XLRS
Zp0pR0Zh7ffPtUnmLYMpr+ZTIjvsVzxTuU8TLYiTheh7Hmfa/4lyEJeQTyyOrOyoG2eiyS4MZux5
O+hUUetYTNJVtF9JdvN+46CuZdq6q2wzXpL9Q6+1eC3ceiJDmbzWr07loLWaXDeVrkYPjyFOoT8T
J88DSLP7iH1u7z2OkZ1zILtWkYRx5oZN3bnTew7y51zU/r4+to47tzd5uFibjnxe4Ym1QPi/Wpz9
h8/Wv8d2Juz66MdVQnrlMosqQ1xbfncKbJZ1xomBVkxKQRMNqnz02EtdCUfWE5GoM+S+QcTH/d09
moqpccIn5So1cqsLeoUeHei3o6Ckj91MKc722vDGxr0T/Vt8Z3+W+6rnmyEOOXJ2tm3cLNKB+QIH
j2Q2Iz++CHGhLa8qiTD+fMxhTzkMvU/71xfgdhjCeHkGrGs/aqPdz101sZtqT4kb1s/73zDaAJ7x
XMb7tIYCfl+bSEdp47Sw90ERjVftLPiX20mPtLQyaoJsVHHwD94jgO1AP0BZKlq2rTo5M2bh4e78
gJ0Ai3cUNZ0p6EPvdp9a508j5OgdBfGBVbZVTXzGkXNo+KgE/z1g7dY/q83fvw0ark8uiMAUho2m
O0bshYQZ8ePzcrFhZX4N4ONspJ0X5oVuqSP62c+JM+1jS0Dy7i7+pxN01Rv61PLvCjb7ibOmW17A
U7dvY10Fv5PtS0MUfOKA+cPNfQ/9KO9MEo/bdAx04v4gGR9s6uU16/gEQ0h15ahme+9I0gquvbLL
p8OCDoQXmRXLf3yPZgQ9HOGJK32mXR00N+MxVKIcjvNUyZsZ3wfoJtPJ39xvQQLcPs4P5bSF2ymq
LDrCag0cwcTQi7m4K4K65ZphBkRmeF/3E3HjfpO1PLvrzu0duGRWI3/VsC1PQ2dpakU+50G2A1f7
x6ALTJ0NTuM7NzZvpjzFIij4FJ6BEeqK2FtONQPsc6SEO2RJIMR+VU2l94oQlh19xy3pDaIeN5V+
cUFninMfkBZ5Pjw0nT80FPetexET9BinNOEbqXWH6MmZQ12cNrG0f6OB7iirOsDqtBFFwHnmNcPr
MprgP7YtwGc6tfZROi0daxcfEmNB987fd8/eqklWIvVVDtqkiyB6QKU7qEPMOWyh2uORoiSClcU6
jU/DqSBLpbnImzGqbzzKB8hzOS7ukdjI6rVWxQ7cE2yiOvYokiRwngesPCyhzbx9RTdMGLl6Y6Mr
bNMWZwlijYlzOISdZ5eUIxKOY+Wk+Z3xs5UHGB/3OtzaXGEpmYTXoYqFAdDfzEvJrXwbrGXd19RJ
1WdCUfsyXXol7r9dPxI2HJfF41yenTKaLXTfhFOu72x68Pl1a470ZG8HMx9KGc8yK8RQwBzmsXc1
13x/X+gEKJAy6iC6PJ9iq2iz+Dg7bxpStwJiwGYEmVRaM1rcsDUzLsT0tC7K7AUHNk6DKD9KwxCR
SgxMT51eRH0b7FseprFxDBnbGo+grOkAVC/Jqw5+h2As3ztKSslNiNar3qUlOsSon+SzVc16u0un
r27pzsLbbXCi7iLQna6yIGiR09A5gNa4rnanQ6s9AQBjC16eMgj6T72vXMjoV8VTy9D1bpgJWO4R
PVYDNh7yPyouhp09ShtFGcA/NABU73QzDLQppxZMXWXNsE/rBS4U0727bv2PaERQ3RgvDC7Zg15/
Qt0ER8cr1/Ee6B7Oa2EdcqcojeG/RLfVfzvc6m8D+vomhxDpRD7grZP5qqB7I2tatYdKD/JhQe6B
NgwOFkcjvRsoBy1Vtns4guOBuU1fUd1TBNcStJyTZImmrFbVzKPYIl79JR46mXblLN8SREdfZeOa
N2eM4jVtvc58dfg1u4e61OKJfsKiUBn55aO4/SPlOr0p0ztJSq12a7af0J2gGZMTTcteDBXmQ2Fn
md3svKQVVixADZi5A3MN0RSn7mrkV+Au8o/vROuTFAyo6Rzr+cdzio5+hCFoOOTQmlctF0hLl6/+
TUVLGmZNpecezQoW0nhv+jVZRQMiCz79drjgLCy/I7kFC07Pu/VxXBoJZZciiKpDzg10MwS5Ed9q
znuQVZ5fIVjGvQv+fECqlZ5rMusqPGCZTiQ83XYxcCeMnBresHpq/lNGTz36e9s8dA2d53HXxQCt
Bb3bHpJaS3MyNbT2aMJ2zPZISa4sZz/0aHMOGLjx2PwdlKO+GAjYqK5aYV89d3fWNBbj9kr8ev3s
7doFNHI3WDiOj37I0GvATDfx0j/oJR/vW+n5f6aOSf8J2MmX2Yjy6u/OTt1n0e/tyxwqWmy03zVq
sCr338pg79mF3yv/XkBzl5d9V4xfpe7P2kNmEJVuGKotF6vTKZFqzEeR6exrDZ0Emfgahoha6hLD
yXQbu+VXs2rxN2QELeg3fL5PnyaBbgKOKzn24VYt2Tjb4o+7uIiJBhidc8BFCV0R9Bv3uWpxgk7X
1XOfjL+Zp5acsAHoUtZfaOkYQkhr/8+gKW7Tcj6/xfMsq/7SDqr76CGEeaGTxlSZABhwUriDMkkB
nYCibKjKu3IZuiibpDdxDm/8pdNYyrUkaaMEHG8csTeXss0RDs2FWZ6KOUdiUZ8l9qmUW0ncu7eK
D2bz5sEPgLq587V4GKaleGSRBi/b3O3klecuYMDTWaLEBxcEWDWqfo0PEaDaG6Di8OkUmxccI6cB
l9VT5d6jluzOSe8ewBXzWggrXbvRnlFnEW/QenVP+0pay0GM57TvcoFKPvAJsN9RoNX7EKU/mINf
7s7lJqDfqeGF+YqHIH8N6GK4T6FYv13fwvLjpVmR+OIGO4O62Mo3N6+C/Bpz1O2hG/FuOfEpUNiQ
5nFW9gGxxDCweizo3P0JvKkdQo6KvZ9uhaS2pNFSLOqwNHK0qQj3/IFNC/2svXj51nKR06WLe8dN
10DF07n1ObSkDL7A8TbKXzQVl73Pbj1YbNVfONuIssdIMdxwqTPShsgry2xn2eq34v3hJ2Cnfpqd
Nvw3yLIJj2LS3de5PDClwXlgq00ncRXlpsVgEL70c4w3l02H0i86TigRA8+AUdw3E2sFyGPC/N5G
DeF6FiAOLUJpe31I8r4YaIlkdW2DDgR7yFGoA2Cg/jiNYlf3Kuk5PNux3Txen8m/VgGcE+4zTt8w
Q4Xq2VlM/bP1NvpbogRfkaL4zvtsR4aioMH/RpoStU3hOWwXFquT05aH2n/nLaxvEeH/mHxuxszv
Brq9qKI/j2zs4c3YNc5l7Q3omYyF5KRgk4R+rGNa9lQLJtG0hq5DbJRs3hWinDI+4jlHTFLYCf+r
QwxHtfI5hutOO5flPPJJAPwnj7M3+I8DCHR3yDd/+xw9Tk1ePrl9ex3JP2mt6vBGz2i/0i7pq7dt
hy4Dk9qCO7avN95wxJXlcUXYh4KSw4hpPlKwGOHkOtc8uAmthjLiVSWmQMh2FiD2AeE/F3rUFQU3
7z4n1kc/Nn/u7zunMv5l3QzOqRNmkRcU11Fl0dIvpUQ1ASRIMg94QqOvVQf/6Z6ZRDR1cRqxS6ov
TRK08A1tFc5UIA+wl8wSVhywrYfe1r7ie+Ih5BM6piUIIT50fKe2inCx2Qcev2OdDPSgMyqMiHmZ
UOYCS4BWcG6Uy1EPUeOfCO0B0q5Xf/roa2/73TrOILyxYJwP9bKPL1HiiuYWiW91U1Mt2izazlMV
HDO/BHKZqkgjeq8PHEHFTTQ40NiR3eovWcrtF46PnzqpWSUHcKsmfphkCyBM2KBlHsCJFta1i4Pp
nQ24Ibgpg776g+hgWWi49LAimakEmhHDEovKpgEF1mUBpDbfskg732kk5msWA3fZS8IKh6p8gGs1
3isKC/tN46VRwptI5vPbUiiWQI4TZljRlYDK/8J0e/swhW/WCzj5uD8kTMVoLFaBTyPzNeB2EVnx
mWBOhoFWHCb35aqSEjVYGdNc9/3LDI2PsMqpnG+BPKI72Ip19CPikARpFKNpe5AzGiGY7vMHINcd
20Cvi/WYxZwpIR12hNIMpi95XfoxfrKrvzmQlZbLZDd5vEBpu91ZPVvgN0tlOECMrM8FcukVfshV
I5hmrN4qjBH8w9r3E/47qABpMlW7gxXPASVnchVDf4wwxEUytiwLuhRRKigGwWsDf4uhohpslF+O
YMsVdkE0uFnveFCGUHBdeMIAbMAlCVOz+ARyrzibfA9qTiIgx71tsozL3aQ9SCvi7F9oHjd9LPEy
vcbWxQVhcTohGI5nXt/NOPgpjHW756naKe/wiAA+V/hzM0wjOInQdtna/QqUp9gc7jC0xPdUK3No
fS3/K21HDRQVwTCp8Fsw2qRGA5yuFOvnqRmbPwgT/eHIVG/edFG25ZWg8YbbqAb/KSo8vK6MO/BG
LmG3uLCGrnu30dx8jbWOXzDuTRAfERyUH5vEssxpfW+5n+LK+1v2XhQc6to4VzYo+uFhSvrpaSPv
2UG7EaNd78+tfZv7asqks6IKoyMX7Fx34fzelQ1zbo1BJ0UeEWd+ABmXT5QDOCS2y5Dk+l0jBOI3
sT5SpqzO/FqhcRxqvIW28f/ngFwSnfZOv9xRGuGJ0RHlH+xgNJc7HqfmgOABehCZz/i5sxk3H0YE
b+M1ESbOv8J07I46AowvAyZwOUqckDBHiouIj+7mM37iQ7781xbevNFQq+INt1v9tJeT5oQZwuJr
XPb9XxEhszupKVHfCYf0dAz5sGAixjoeMZ+pI3ShOy1nxhsP2S1LwXfD/gKNH6O3+gGj7776Iaq2
1MWk/Q0WF4xmm5f9ru+35AvXF9Q8MMbBCAtgayTLvoj/a+rWflfMVlyV26BpW9tIy6zG/mE503mB
zpwqav5WuKySoeNaFu0lSB2sZ3Xe5ph1gli0622L+MRxePgFtN31vO3ekjqRtwV8B1KUqIzqYjrG
Q4LsmrOFdKO4kLbIIGTHe0LAnP0QOaFzGxQd3v+VuzX9Bf2jeh97qjJNHNKj1Rso/Qge2x/kpvUj
G60LOsPKa8URRXj+uFCfyow232VMq/r1xUMr/meAu3kNQngEyel42/aN/1w3vuyexnpbMdlJKr1f
erE2L3M5zxiS2snHAGholvxi7/36eR38GeRp21lX2R0L2kjvgn2p9WIVH5mSRHisZM+4aFgpnw7e
wldzLJbKUB+TbequOmm8lUXcTcYJ2GpAfQj8hT8uWeT5GSo7iAzXsx4vg9rd6++4RzhxgTmGzu80
Mw6CLkLjnw26uV/JaMCjds82Ll0B1p7LEjnZjgIGecPiNN/bZPLXnE7/P+yZzjDrbjZJIaAHPLKE
439OTYnSo2Ux6HOsDAf5tLjJxdhsCpaV3aD20qDvfGZWGcgYrr0Z+XzAWtDm2tHN5oYdxFR5XtOg
MAEkOeTn3RL6yCh6BJum2wzYCripJ+R3h4q0xxjyYOV4Qlzjv3k7An8To+zNmiaiy2Xvbxqz0Ynz
x66W6Izo/GlyoV1Lder9NnwRrYeQZ8Uu5HEW7mKzMc7XLWXxDTXTEDn9q4qq/W+8hu5LCKHlHN3c
OuJQJgnkBDFNRZWpqaU1bYTfPbnxEj8TpNh/OmIOECz1feFl1EPgQ4LauluW0UTHRvPkf+HsjuAT
OW57NbFypY8uDuxLxu/jvOZsO19bu/VoRABQ/5tVVXx6oGkoakfTVjCxvGKp57diRymoz7pLBG6I
A5DAv+fdXsoDiiQLDR/FwwUKe/6mj7au59yDfaM5RpKfrj6OZcdiWqL7pQ6EoVQ3bgD2V9cf06Cq
1yRXySO0IYjLludWnAEu06dxKFhtMZWk3d+pbF80DYwaHirLdOlZdkhZqcq/wxKo4jQnYy0PO1qI
BJ3Xsl9LG7a4XDjnE6Z2xqY6Sl0CyzYoOvyj28bRw3nuDCgqq72a+7mYsnzVYHs4N3m3s7byT6Go
YilWkxVhQIwlp3gaaGewUZ7+baz63VZju3gHPTnw5VXMVgF3mhcyC5axaFJtd/HB6iHP2OyYk8eV
dV99E2HSMqK79IDGaNEItOk9Fm9UlzwtKrdByrBe0jTkrssH4Xjiz1b59k9e6dVFEH7GmbFlW79k
PftjZjdwmMySBZGfHf52CDcwo8d2HwqBfJaxOt39yL1jUWy6j5MCwXHktnT2hYwWcpuSYTNUeuh5
b96heq1RW35CKCqLy8adkyfRlfhnJAmM/Y2vN9gM6PD5kFP2Z1YsOOuvvFomIp0XYo2XbhLMogu0
+5FhtatZQKz7/snbXWQBaMZmlmhyB76L7bj1OJpyHw6TY1yZxZbl58w46/ql/U1sx22d3PqUlIni
myqTkE4LAapFPlcU9cEFEqz+MwXAzHG1wtVZ27P6TmO2KyQXyehV1ziPJe3dpqv4MahUMx58bRvW
tHo0dg+s/EBqr+wpcDNGv/3PVZ07n/bS5uawGyCrU1HSGB9c7uJ0sBRxeosaloob2wzCBRXy8udq
jOglRkIoBEJPTROy863+Np0h27xi7+P5f9Sd13Lc1rauX8Xle3gjh117rQugI1OTEql0g6IkCjln
PP35QHsvs8Fm49BV5+KUXa6SKfbsmccc4w9ZPaDtMgnyX2NNUH8BM6tShMwq/brQqDs7yjjkQIvN
PEQVUXUlkLecXLZAIeVGciUgLz2ZVJB4HbDsVQx/6Gfm5sNDFkvhQQWVLk6AQXLHZGMNHqJZ/st0
Wx5/5HXJFZI9JOIKNQo2tRGL34j4utrhiZISgraleZBypZC2rmqO3zyhE68hl7biJWQy5WenScqU
nImBZ2Lt4+1JDPsj9VExPUAuUCQw/ErjU2bHasABBMSOMvpQvPOxH4icTBWZsFYUtfumKikrF41O
eTcSK2s/CF7dbTvm++PIDd7vVLIZ+5DsyV2ttOSQUDdrrgBEcEtmoE9uiA64LmKxylp7rEhibM2g
KElgybAJPpKTjAlBslYGL5VG5p2eZIBhuW68QxGDJLZbRvkzCPX2MD30gOKIMXwwQciqWxiS7o8o
J4PstErPC0PtzRiYCOYmXy1/YDN7uT8Y4LNi0hVJiMTtGh089UdMsg2NVjn37301rXn5ilbxFYUh
PSbJlsY/PKkoQUG4ESkleNxxDiY9ze+lDAQAhyz4C1VDfdgOKvzBV+zi4Zs16GNLHK+ABelI1Wqg
cAgbwUmr8Qc1gMvgUIXSv2tmadxxB1XKJnM96tws3XIt1l5JiF/mSu5Mp/OwkUOSO2s0I0lja+YI
MNI3k8OEQR1Wfl/010QuaaXvPCraw9pXJbNAVK4QrquWW3MXZZmyN8mJyLaJ1DtP+KzPpUMFGfBn
6YrjQYcnWtsdwIpmV4/k327hnrmojApGxtj4qpatMdWqjaux1uP8E+8C4ZNgkRilDJSL4PP1kCi3
7nLpa5yOqkgMyPPoh+WFrWDz/AKj6EqQprZ5AWr8s4GBp0XJxUo1DgmF1Bg4W48kPACgYHgAXdri
fGFBXdooOVweO2sGbGHPc60nxYeXNGdk/BHhRKhBRN6MLOSM1h1Lg2YVAH8oCKvyN6HJXLuJimZr
RF1/KwgxsquC6zF1dbOKo0banm9+TvWemsc2FSK+iaAsVbBjljWE9bIGtkIeCIExAVgohiqo07m5
ArszP1CjsOxRU73Lso+BBZ9vfG7yhdcbrcuiSNVR0SfllOPWse3SNUp3qR25XLnrUnLZSAkOfeuI
V0UArIksmgcnm/p5wIsKjug6SkGbEMSQ8C70+svCN5pLZ8y/0UxcBcCzW5QJ0+FlKucwJcxV6Fmy
Q6j0qSAU5uChFl7CRlvHdaeh7GUO2zQlAyB3HtDwgZQDeBJrYaTm5P/nr4Wf4KQ/KymvNMWKnhO6
UXkSp4lHuhXunAewIyYbGVWZnq3Oj8JcFWJqbdL2MEDomGBiZgIpeaemOK6DBAEObH5XA0MBHgdd
irCw1/rveO7KzvkWTy1DxPYkXZvWoKTNRC8ASFZZVFGHhw4o3+rATAhzJbC4tdjvQc9Z2zz1GydT
9PcZMUxugzpIY31agbQvzVagmcFABP9CuQ8JPChXpH+D/CFRuQv2ZIIobb+3o8ftzdbXoAsQU/Ic
4mEqdrxou+F6oN1L8BgKWPGiXhVmUXywtNjbnG/59cqmZWRnMJswDJyhpil4IfZUDVomBSorG68i
8cID28rFm2fvVGl5Hk88+1g2MDJI4hy3QtOBYhXsaKWT6gttgr6ZiXRBUb77aIC3Xlg3r/cFOtgc
H1SPKQgym8fNmarlWonASi1rbrOa1LBDxvEz5Bppd374Xu8JFYUNA3Y75R4cGqbhfTF8ULnKsg+4
G9xCLvZEMHCxoA8HDgBPWMkl6dwFB/STLSpIMMGAh5ow1y2UeGEXScOez32h++EOJLqsOpwyiaUf
3aLTaC4ojJxaIZgYmBAhTISf5jrfHd4MKpVbTuOy4b1ijXmVr3KjatN/sBQxA0KdXVJVZm02lgFg
ciIKxnIsjAKsc22BOeqLhVZOjR/C4RLgKRMNxLliYWeA0418WqlBCOhQC61xF/pyue7JsVLBJxd2
fomcWoyWaIEeICzjNJvtMD0rNW8wpyUitdZdlyIJ4vSeZwjrJiaoWThJ5vJE006zFENkFFVUI+aG
IZnVxMTAMI9LyUseAwp64EMjoCtjfmVW6eQOLNTtp/NdfH1Oc0hSi59Us7iHZPl4F4yuOSoaIFEb
TQEYnZLhbquBfKuShJsidk2yEIq6VRUAjwvdPTGbyL9SbUaNicNFnQUqrRxkvomtI9XhxvwqQ7wO
uYuldodtWLPx4Eevz3f1xG6YAjJMUhSJK2l+tFSdVYOxi6llAQ9daWhabhpBWTIIPzGLOHaz2yT0
iRB9nnULoRovTKc958qR1IN6j6pwq1SVJG6kVASNHITicJDA//oLB9rJlrkIoLBh24dy+fFUuuD+
+xpfLjs0G97RkGHclVuxN0iSVNJ3znbArh1UTneh4RPbhPZEogtkrsG3TV/sxUlaQnk3YJgysFHe
X1Sp2K7RgBXuLDIoCyfaiT4i/KdgJcJWmZy7j5sqYlEeOy2BnQ/3byWUQMt6rYR4G1BAusuBKX+J
JGtJqfhEBy0GlKDa0MigiLM5hTCN+nLLJgkkpHPEEjgS1BZ364mwFN69SC0wHxZ+FxjQIH953MEQ
0jn5JDroIgW0smpwTF2hLSm9vd4Kk/eBiN2phtabPhcDFFsTP40CRxYBAYFD1EXg+fywXQjFTrQy
qeLxD6cnbuCz47OBr5KkmkUx2gAjmkupBlrH19+9rYmi2XIy6omyiO7Z8Yj1ot/2hO+ALACNJIcS
cZ1slZVCvbS/TnSHg1lCx17kkmMlHDdERUn1UvKn9tihSRokcukAWFzQGn59Kj6be6KUhVs74c+s
NzIBS9enJDnpbnTB4RkM66AC/5H3sP7XMKzz4et7lxwyvNgmAlHXJpOT2bkhI7LgC5Bc7K7jqoMO
x6llLargneiYYXIuqiKXm84773j0OpRbvTIqeIpbBSXD2DeusHWpNqbR+E7ee0s2Oafb4wmApSjx
3VwPv5XFxjDI6wBBECrqfxh7Ul11PZg2oRhmd01fKj/+wUBOhmLcMqj9v3p6o4wPa4WBHPw0gLmb
UV3I6vH96x1NHhJjmjKdutZM3tuqdDjukA7sJhbdW7OH8FSF0bDgI/k6LiAVpXGVGNyVUOJne9fV
/dpD9SixFUzmQGqjygJrpvtImFxcwThtHbUMJkJN2HoLFh8nZo5wC6VADddAiVzK8UppAzEoCqxD
7ExXvS9QgLQvUPPUahNnyHbYegSkaHN+5l5fK1hSMJRTJYfbc35p+52cWh2m1rarpONWA5X1LRao
SF4JMs/zWxcGr2RnhU8+93zDJ84UE0FPfK457JHcnG13HCgJYFEatFvUqm5CTU3sKs+7d8exdM9C
8VKGcIXY9+z+yvIeLr8J8MuKzXQLr9FF3k1IDbZCHCfawgI9tXS4mskGTiMKaO54/hoFcypwqrxL
zT7You0Fti4OBPToXSO8RolwuNZI2m0Vguv79w+nwTDiM2KyfLRpab2IRIyA3LWna6D/ATPdSmg+
rTPUFBfeqKcWqDH52BNDajxVZzEzmk+5gtY8yGQ9MuwKwMI3pUfPE/xtsYMnUu3+Qa94SiNxy7OH
o/q4VyNyKhkUQVanmuXBCpZ7rgPzQiRrYTWe7Biv/Cn44L/PCo4vhg9lKmChKDSg4OLCIcCjl4JJ
lVl9vIsSTaw+jDB/ljJhJxqd7FF49zCYXOGzi2HE013PR3g2A95p1KigcA3g4DN0bbwkWZ0fyteR
HIuDF6rGO5VbQZmdLUkXwbJFVgdKVA25yAnGvoi/wP0yih6G+NDJS6+6Z0eU43zwZJbCy8pkXIke
ZrPXJ5bv6ZQmbIttl6yDthavux4FMSuo051rUjqSgqLa+iAjceMTKE/Z3mBQEEzQyFtYuifOGwvh
E450Redsn4eXfgcyE5+mDGxN6a2xtAXC56ERf36UT/f5RTPTNLxYSKFex63o4nvjjmOv22UziWth
2qhqTqJY9UFLfGEvdtTXzBit2jymFI1kuYkfTyi+/zqhyySU0P5XORlmuzVDTM41VLrsgR3n1rKq
J6UsIiBhonfRVrzRznf+1BCT/OYu4eac7NWO+67qI64UyDLahqYU6K7BIDKGpFvo1amFbGDpLSGL
rzCXs5MOZLAa9w3vBCT0iq9u6FFHLGTvEQvspVDgZId4c03a5GB7xdkAoosMQEAi4Cix8165JYhA
CjX+QsBxshVIJRw85D44v4+HDV6Tm8sYmGLY6wXmBpkitVnx0oIBfX5+To0cxj1crSTeST7MwviS
4N6E1EpDQi1uBJDpKyNrjbscxvDHf9IUks/WFFjjxn3cp6Tqq9oSmKS8r/OD6dY+FU4TGC9ooi58
+AeN4XNFCo4QW5q/wpGz8dGFJuBtKcBsmqbGghKE+Kqt42RzvqlTc0WIxgWIEDM3/KxfYJhUvUpI
3SiKltwhZWHe6GZrLpxV06fMD07kkY0pPcQNMVdhTuNWH4KRdZdW4CbtBqzonsOx++STodrkDWyf
8906tTJI9gFRBK1EDUs5ni6lhjSe6JTO0NNKnXCEHleG2IMR1/sLk/W6b2RLVBYFFx+ZjHnfOlWy
4gpM9cSmLre+W9xlZnkBVE7fiWXQLnTsRGsmissYJ+D2MsHNjjvWNYqA7zflda0T9AsvsYR7TJ2g
7kjNeItEn7sQb75eH2TWJSxziCNkmK6zvRyIOoB9IYPUTo39ay6NAzk3uftwfrpOtoLfINuYVAY1
z+NeCUKr9yPqTCDaUGBVW6+8AcK55KZ0YuymWIhCC48Dks7Tz19cZaTrYUeZ4OrTdmhvJcmdIBOw
fi/UpNM/y4Ub/3p3t1iCJJlkdOqp8My6pehxGXg+TwIUxgjWE/lnkBrvdIsmscB7QOVY4kDn8piH
lLKA2EQ6tjzvMgUV3QrtGLLLauoAxYCgJjJnC7v59WxxrmsYYfKmJMScFwSLNoeB01rg+eKiuTLG
0L0Wm07p3n26Q6kQDVxxDE532Zyd7mYC3gcASIQyRp2tkyh5GieoWamHSwZYrzqkKxIvcEPkiSzj
Iz7bVCj9lkIjQkSUiiH4mmRCvo5q/935eVrhaUo4Mdkk0KHj5QcQFLS3gdxwCQ23sKPURAqnG7pI
uW6bHNheWFmA6ODJs/lRuiwW62Sn+jkdG7zIOUGoOB5/g5iXzkT4Bb1UxmBlglLxr9RAS957/3Od
TO5aXMzczByNx82ICMM36pTGgxZmriyle0oBGe/O763XgSkpz8kpZCqGW9O/x62M+HaZ8Ay/jcK1
P0kY1IpjDWh0qJdDHe28stu7mnjRqgexezrf9DRRR7fZ1DKMI3K76qQaNJvISbAPpKP+TUX5vpFv
ohBxdhdUpAX/UXc3ZjguZF/nOQ3SyCKFCJxySL5Chp6dIwESEyMoUQjCeu/dIHziOk2XtJcCoutr
UYeyNvSIuZ/v5XyxPDdKuZ/y5uRCMc/yhQgQaV3W+zZSHtEdVIF4PZqDuTrfyrTkXo7ln62YhL+K
MrnrzbYe9WgPZWC65sN46sCXCFNWFkElB4r5EnbiRJcmxxAoaRS/8cmYXQAYabo5AnxIoRR58HEw
K3kfJmr2zuORLh21Mlv+mu66xji1AkOxg8qQuFskVt4buE2tkP/BG4PsGufJ7HRsGskHf49GI0eN
tu2oHVNyG43N+el5PWLUaOFCcFqRcyJLcrzJ4B2MoaZDUXSDPOctW/noLMbvPX+p/xy1MtvKPEtQ
Buh5QiIL6tqoZ30VI+nr+Z68XmgkJRBoxZxjqjkZs1npY6GWvRFBNUyL9J9Sj6pDDE13UpcwlqyS
nlft8aqeGiNRQM2EKtPcoa5DKUEdWmpZEXLfX1vIQpBFNaO6KoWkuAGCm21qvWl2SMDKTh+E8h6t
3HjhhHw1d7yU8TyRwHCZE5Nz1uOkQGc98Y0vVgAPoEBs0en1aCmmOtkIOA/GlLqNLs4bQfwFMWHv
azQUibVWCkW7SPGqs7bvmr0JF6PyHKKQQkP4n8yOiSaOe8vX+85WYmoMY5+bD6inQCRVQ//j+aZm
PfqzKWJdrFqpZItzCy/FNYIoJcS19QQKeEUHV00sSO+7I59boQD03BksMOd4hDHLEJNKffg2vowO
G7zoK0Ucl8p2cxDfn81QY5jM93i0arNxQz2npYomAKZvtXIX9sVwhZZcc6M1nrb1eTbD7+o16Jiw
uLoIExXo0o2311BvcZjSpY0+24TPX0enIDBtQcLiV1lJM5UR0kMwIhv62K7UKL7sETXYBDDcrs9P
4zM67MUefG4LsJzMwqGET4Q8O7rUBAHogXn0w/K+geKDgJayHd1oh3DxTsvKb03QfWsk7HNU92Oq
NV966tADsV9RR3vU6ZeyFbOwYfpC3OEmd7k1eeXOMUMQLeDmmgjli1JpKU8JKrDRRVpR67xFQTON
NlEwJvIHlOGCH2OAJvUCZunE4E82tiLZM2ATSPAdD4hbjnKDCGhrAxBDyVfPshUo4nxV+GG8Oj/4
J/bQUVPTV3nx0iqkQfaHadn5tS7sIxbEFSFp8/6dSisWexQ823QXHrdSQm5105g91Iyev5GtXtjk
MopT/6AvPK4kCoGUIvTZOrLwWogRYGMdZWH4DW50dSO0gv7hfCunFgeAD7YEWRIquLPQBNiFl7cJ
3OookMItlq2+AS9E8tae6tVXYo62g9zk+YXShu3D+5vmjgJbBuLj9UaBYJ1KXQLBUCFFd91LWveI
O4Kwh/Ct3SZoyyGgpuu3nP1LCMHXywT4PK8uQEtE0xwJxxModBR4hDJExcNUi+swSrOdb1VLNZfX
Q2tSB2TqRFPkmTfP2vti0epingzE6vkHUdceW9W8d0f9okXHBeXWemeo5fvALex18pIymgEkW2WA
urNrERZSx+M7HeCfIlnwxcqRB9/lkhLoDkKzuY9yY+VRikGoM/x0fjqnlXJ87pnSlBwnAuHcp0Z4
PKhAaKCURTRt6sCyld4N11nuF2scj6A81OVS/mH6vNftqRREQCYDYZ2t3EEaXdWTUcWpOkQP5D4J
P8ee525AW4dQHI18hyLxkv/f67NsKgoCVKIQwMqZ58zxcQ6hR6OyiKyR4ERiJqwitbI2OSpbC2fZ
yaZ4uUMFRdGQG/t4PJFrG/FrRGoG/cBO5gIRI3HtWkGabKRwlPT3RW14zZjc1cAqWLJTxX52Yws9
DGpTg4eh9Sh4CCUqV3mEcdo7F8mEV6cJTk+wijwqjztlucDORpSokMtLzGo9dH6YrmLd137CEDNR
RMvDJZ/hV+M4a3I+jjE0QBNfAwfCZ76S1OgpNKR6lRRxu9C5V8fKMxgfoAPRFdVrfXYv+OPgiwgj
oSg6FM0exZLEgSGULqyL162Q3aAWT7mTKxUF9+MhRFu0DY0CrrIVVdq68NsR3SZ93J6fqPnuInZh
V7GvWOWyiR7pcSvwsyScn8C7NK4rfuitFuskr9kPitHa2BD1H9psqUj0qklGjIfLBN6esNvzN18s
GUqvVNApgqqUVj0q5ppjZbVwK6GvdLDMelKtG+r1+Y5O0//yGCE1JhOmTeBDGgVyedzRuO+aVoyw
g6o3gd043TrbKtfyaimrMU8bcWgctzO7c4gWG72IaSdfffuUrnDgsH9e3D6e78zze+Rcb5Tj3vR6
5cP/oxV5C6zAxtFjLd0g9rLCBcXR1hTg7MvSvkBE3x4+n297/vh81cNp4b4Ivng+x2o5GWsJO9Xp
HKDw9g/j2rh47706H8lpw79op49TVCFS2lHv3G0Buf4TsOYLd2FdzG/veSuz6wVSfhgLU2/GDQ4h
DvKBTurkC3v51Ttp3sq0J170RQlKSQ2n+bou1t8j5/5J2z5++rjknPls7ntuWcyOXeDM8SAFNIMv
gNOuUCGwPyG5eRgd4wEVz/3CSpjW8rnmZkeuhWMlxwfNdc53pF/tH6l98cv5uBBwSCcOjJdbd/44
T6q0MhAEnXqFDpZDssjBOcgxV/rqcfu1Wj2gGLQ0YQvHxZwGVZtKbvlTm+2Khx0bLFh/Hu0fDze+
fVutHnkT2EhuLlwsS/M3h9grSHXI8TR/g/N93IhbfLHW1ca/CfauHW8be2H+prv+zPzJs1MkUmFS
QjKcOuk7Cf+oNrqfDhJtC8M5v5tny38O3FEFDIl86pf2hGu3WxdCBHDffRwhPne+T0trZXZomEZY
mem00UztS+PuAhSTcxnLszRCkGSp7PycZzs3gLPDIzQFWUN27M8BjA+4NayMDU5wzkOwCla/oN5z
EIv2r8WZW+rmbKN7dR/o2TRzCnOHDgLrpN0RbTmubTj5Ol17K9MxnSUA9aukx3wiZzt+kNMorqYF
SjlwE+yk1X3ijPaTa+d0M9vI9uJ9emojUp4DUs+Tg8rS7OSsIjNJxWnpYAa8llinysriBlcd6zJx
MNS7q24pzmzLrXpl7c+vpZOn9su2Z6OMussQU6MgZlh1a/1TvPE33WZYRZtqL++WclenLiLy+tQN
gLhRop4F5iGy0eFQ5pVdosUuSnBhEYtSh6dY/WEkD2SRFy6++Z4kAicFSd5BUUDdgyI4vpL0OpBd
P1ZHR1BqZYNgETLHUhlgejaMC9tfnZ0zNAXUkso7pCDTQKjquKnYlPVebrGycqGNX2ZWmgLQVeJ3
bv2pFZU6EoH5RF+dpzhUDKMxaER/qIYme0AF0rgo27hyxEFODmGeJA9wi6Tb82vkxCiSTOGFQ/xM
VVKfrsgXF3uGckFZ5Zgn4gCZrxFK5XhT6+QO/fh4aTlOp8nL04YO8pwihwIyXoMPNdsK2OOUo2UI
g2OkbWo5iFFUD6ixIWpUapkS3cdSW6PAmhh5Z5NkrgQbscLkNg4H95NWp3UGo79t232R6PId8I4C
058yyE07FzEyOj8ur+JgzZjKVLpE1gegFmWk44FRcbVIa8PAVVJqW0xAhNgb8scBEVl/1VcYr6LL
rLV9uMFytH0sqf/98CrLM1cSNbpxE+aKvkQ5n++w6SsprA8qTWivYix0/JUEVJMCDNt7B8+DCOVf
BVUXqcse0DjUSMdrWXvR6DhNpkHbv3uzKUwaeDFSsyTLldlFgbSq0A3QNZyyNr8VoCkeatSADkhg
LsE2Xy9IZaK26NTFeeADrjnupFdNHnSWPKJvF+pgGyAfrbIhRL6TktHT+Ul+va/JJpJ+gscPeUKc
l8g9Q+yTDG0px0CbZl2XPY5LhbdQyXj13mDaoDkqYCQp43ILTD1+scU86gRKODat4wo+4omxiwOk
hWo/Cyq5CJoxWxuxG69lMVSvqazHT1oySAsn2Outx3cACDPRh8B9zZNew9h2Xlawu0zElfW1l7nC
RzUSAelZNeI0e/SE0VZ59+hO5xiMG7A3Eknz434nmp8oWezCfK8yJGkGNdokiaHs3t8KaOMpb0/l
H+rqcSte11ImGsIW3RUMNpEmQvYXd+t3j58qKnREIslF2fB5jl/MYR0j9+G6Ck5IyJVexmolrQJh
koPpkxwTNH3pcnu9Mif8BBDHCco73QnHvZIHsYoxh0WwfQy8izATxr2LScpCvP76QDFlDRIlnaL6
9QoFCA2X6hplfgfD1nQligjSxKim70RTE9ZmonVItfZVu3eF6i+M1H/96P/be8pu/zz2q3//D3/+
kaG+NOG4Zn/893Xwo2Tuf9X/M/3af/7a8S/9+9A+lXVTPv12/ZhXv22a9OdjHWTp/HeOPoKW/vom
q8f68egP67QO6uGueSqHD09VE9fPzfGdp7/5f/vD356eP+V+yJ/+9fuPrEnr6dM8vtbvf/1o//Nf
vz+jRf/r5ef/9cObx4Tfu8jKn4+vf+Hpsar/9bti/TFdluwcAEk6jGViju7p+SfqHyAAubKfS2UG
9+nvv6VZWfv8kvKHAkeZWo9JOt+kiPj7b+yt6Uey9Qf/Q0FdZ6LkUyJWfv/fL3Y0WX9P3m9pk9xm
AQ5i/LZ6vHQmLJiM6TyAMI3K+YQbOF6gbR9YdYUBq2P5rbTT5KS5CsdMDtdqUVrGrkYBC9sRTwz3
ahX5I86dCfpzAjJdVanWl95odPtKUj51CYoEuCT3d3JRf22wFFRyobtBw314EDgt7mWhtFIna/pu
mythjw+tOF71RBcB9KH6FoJpcc2doVcXqDZYKJv0Fd9CFqhOb6xcSZQLQola3pgRwuWYU+kyqkq6
WFbXjag3WKWaOCK5eCxIbvQU4xGWPeLwqVbmSkEwNbAtfGEFOxARQFoPvStDsKuxRijN1WRj2+Nk
o2LxHYigxpRONS47qinFZW6g0DvmQ4hwaUgsrLiajBdhidHJCjNwDaXirtubGcq9dmAh2YciXnod
8LkJ2o5K0KxTCl1s+LzuRv0mqDIf4+K+LORt2vS6+sEVyjzFjFI0szvPHYJ9Vfeqd4HHmoQMzegj
8IKPpBF4+5JMwL1SNa7YORHjBPIRJlZxqSH2bWNbk3wtEowmr+IiT2+KAnn9yKuotCP+C25rqLsH
U0Rf7Fq1wr65ia2cz+3q3rCxILe0R6XxSvqAT0F8j4lemlzoo9AoLoYMoZd4Gxh8Lk4lQNCSfFNN
bsA+WEUztFZ4rLoPUom+2B6DcbcKHZB5unBhRVaF5LPYW7G7ablffnh6JMqUp5HvuoTQO2nasYhq
Jyz1uF83ZpOiM29KqMb2NJpTwPXCbKNVYbPJ2boiIoX6mDxyByNgj1APhsQYfw/KE9VRhLL8HFnp
kfgGGzPQfoLTEWghihdoMZ8ojD9qOSyHVd+PqGZjnSZ+7Tst8Cj7RYH4Ed3xwdtyMbmfarP1HnmS
ICcM/hM7UATXLKSXQj/62HiTUr1mDjEKhr2BTbiIF0Dm+GJo0rc8ay5NABxMSdMYB00lsbEySQUf
Ks9AXh9VWkwEpbaoMNrwExIqQJp+GSrSirY8uOYlBlMgCpUMn1gH7hRKj4BcjStByGXNRp/N2sUK
dVrbj7rxQ4J+m2gH1E7BOvaqdR2JoPLseIzTfVQqQbGRxxCtoDgbh/sSzY7CCbqo+W4G2B9SFVeN
n75RNRZKgr34pRzr4QFjLKxecgXLL8dvwghFSYJZzF+ALVObRZY6u24GX7G2aDAIWBL4uFBfwpPF
NaAQsuKpQUbJXbeo5/pOXYgBBuaJR1VwYjhdA3mu9qFpxpeSAHR5I+QoCq0Q6KOq0CMZKl55plh3
UDbSYhoQPc82o1+W8lpVXRQPq1bRzFWqQ1FYVeg0SpGcfBJKbczXo4HqBEq1VnIv1law0htTvZnE
wCKn5fbdBGnaKbgA6Khg676PzCWo3Ma4G3Ojjze9oeSf0DuvnnA2spSNNgr9l6BMog949U5yJ70i
7SaYJOL2WduT1uCDjE3By+JAATDdAX7ypZU0SG6/xqnSDcuthgqdukGBr4o2inwlA0uytYbXDz6v
5maoyD6JraF66+dI6v/FlZw/pR/r8ump5k7+/+AinsKnt+9hBx0V6hd/XunTvT399T9vYcRC/oC0
MDHaKDNxs3IN/nkLG8ofYP5BW8GuA18BvvY/t7DGj6isUZmCE0XcOwFZ/rqFJe0PEhUmgarG1UlR
X37PLXycRBP47EmoRZ0rj4EGhxAl1MXBBQqBqPEFAFFvg4ODDSdU3+L5/a7o9++Gpij1RdTbtIMI
XdAvDo08PMZNvwkieaN6mmjrmPpsXgz6XzHGy5hi9uL+u5VZFpcDGk0bKqqH3NBvpTpVD9QVMc/l
cnTyYkB9OTEc4I+jgzM2hrvWASO9X+cbP34f/d327I3iGXKEipulHnJXsuxaCK77PoodX652jbjw
HmJFvEh//N3GrHKHAi1auKGiHgRRvA8lf4+z243Y5h8L1fuqiB3OXVjVqAutHQdof7c2SxKY3InI
Xci0htGM2EccFXeETYnbXYY5l9qwgCN7o1fz9BsilxWqvb12iALtUVSrnRkEayAmCDx+qePyo14X
D6ax0Knp2fN3Buk/nZqXXMvI06UCCORBjJ4ViPEaC7Xd2Mo/zi+DWQHj7wZm4WyXgTNBq189DHkW
fRbkOruoLPR5xDr9Zom9scmItted3EuAvL1fYNPkXVwL33oEAB0j0xfRedM0nerptFBfbLnEtfIK
83UcA1mCldCt+h9VvO8j+XYsu29FiHwrOpYYtPkLQ/vGepmLyBkCD8BeiuWDNug/fCne4Li2V5r0
wgD1VvfWngh0e36U35rF2XGSAUMbAteXD+QaZdtwfSpTkiCi282Vf76Jt3ozO0uI6GNPrZGHwydj
l/VfM3/c68qmpXyipjej+/N8M2/1RD6eJWygyN+6qXxINXxMkOJdjVp3nXeyvHAoPifWTq2D2aEh
RgRuutYpB73X1oBRiRk3UfM0edEb3oewyDYiMrhCvveza01eZ+GFSDFd33tQ3yrty/R0508p3myF
7iThRYwCuxH/UoJ+BfuOU4CflmG3m/7SeJHFrLHwqTZCp8rDTbV09L01TrPDKMIsMHFbyTxEiY+6
V9o4Bg7nYDXUfHd+Jqa1c2Kc5uC1mlQkqBCcacW06zZKGhm7rKuHhc3xxvUwl/UhaYI1Ri14t641
ZPiSNcrKKEUJIk3aruv82/k+vLFo5xhxD9x9RoLTPARMBVp9YB66HqfuZg8tdNOJ1b7K1+ebeuPU
nlP8oGm3rYEe123i46Gt5y5azuJnXxuvzG78wnP1oE/FzcUF8ByTnJqfaWW8OM8g36WaUcbebWoK
d65U3ZoRdltprabrhtC3dkxUzXHakM1vvlUETp97uAeOUrGTU+Gy9HL0p4p2LWfuV91qOpSKUaTS
xeHJNCN3JcnBavSVfZIjj4uvnbDHOIeC4vOj5/yIzar4/7kaxNmppSmxLtYKxttC1F8W6MhC94wB
aRnGTjHTh3gyozV/FW66ivKNO0ruFcbzIVidTWt+ESJMyxW5usonXf6Fb3T6joCYdzym1fRCE1TR
vdHBAuUfRbPdSO4tf/Cw3G7D60BSyRLsz7d2egtANTxuTGsmCb+qEW6kHKw4Xg/bFAClbeafc+Xz
+SbeOCXmuptctpLcKa57A1v5ZzOY297vkcQptKUCyluHxGzALDMT4lhLokMqW5PxdH0vhkton9Pj
A8zzeHxMrHV6JdHiQ+uF/fUoF8K6VWRca0T9PsHmc+GceyPmF+cnqVro+H9L8UGtvQupl1Zae9fp
n/3I21RStKC4cHqcSBYe98VvmygaOzc6CG5cbRO53YieJC4spLc+fDr9XpwEPg9jVUqq8ACGHIPu
1EsdvKzOr6DTJyj5z+PPDsYx7TFZCg9iVw0XOTWd9SiYqh2FbA2DYFQLukM9aN1CmHF60l9x2ksX
yp+rIjwfxk7cYvnURDtsBC/CYKF49FYDs2PTIhWSq6ocHupGCFa5WmzSqPtSYqTmCPX9+UF74+FF
Uvh41GAsRoWHgcBBCmt1j5+FeK/FRfYdoysPkbzBwbriBuerbWU9pyMOUiAshIJvTdgsTjM98qgD
LxXi7dDG3gFyDdZn8j7XEU8ejZW0pPfzVkOzrR8VhViIfR0dPDNGDza+9oVkXaQblp5Rb/JS/odb
Z3YMCJIZdarSRAcsMXG/qhm9ttb63fmpeqsXs90vaiPCBpieHuSmk29yxRIvGxlwcEb+fiVkZr8N
Ux+xeSVxF/ozQ8z877VHbe14cXAX63nTu9khTcNbqDHbQNp16YXkWvcpT4W1iw+x2iBB79XxGin0
VShc5dk1Bq3Yjhj1wkY7fTVAUjj+FqKB1EEhuOmhlinTJpFcr6CI5Ff6ElbmjVNpTkRIIRTLIyJ5
BzksdBGh3Wb4XLqYjJ2fuLe+/7S/Xxx6ojdYFm5FyaHQdPw25e+95v/shaXy7lvffnZM4NOuGW6t
xgce31fsGWik/+wAmpOhkG4JxXKQ40OvpnhKd+K4bnxxPSgdIp3mr/OjM62l18EhsILj0ZGw8pao
6cYHCoCW48fGhZ+mweRessJoc9vgaiIWrmLnlrI63+IbG2lek5ZCqcJciAELquomEg9NFFO2KXAe
xH5P3i8eO29NzOw4cC3XFwTToB3B0K9Ns7QzT60WUi/q9Cmnxm12HBQUmiwtSfIDqj5qWuJ/V63y
rMLLC4tkbGycssFyaviWJl+t5gLQ2w7HSrvvn3BjcCCK2gVCPS6enfW1mDQ3WboZpEs9fJCM/f/h
7Mp669S59i9CYgbfwp6TQOYmvUFJ02IwGAzGDL/+e3b06VXDCRupV0c9lcr2tLy81jMY9smqR7Df
HnsD7H2IWNhnYzq+K/kTAqafJ1f4D7xdBkHvtXMHanh0vft/vcm9Wdjp0L9ytHKoY565yJhpNQEL
XjSvCjIQQek7UNU0qaoDBjTkv+bTsyADj3CiJsp95J/ltVeYd4CQR8Shd3kmr2HgfVJeDbiGSa4x
D5f34UJcmLOtCYEphxhbfFI4OydtUFCFB2+2BgNe2H5zKBkc9Azwq2w/mnIAdFq8Jid7VdBxBmz5
39XgzaJOznofrT3MEbKfznzJpuPgS1h0PerGvjIePIY2yLCy1xc/dh7iXxG0VC0eH61HIluMTwkS
Xy0JRmEc8s7eO85w15R03+ou6FQ4wv+2OLOw5CZNw8yckGhQIyQrOtsJmnHowg7dppX1P8f/b06w
NzvBsE0ZS8Whg6nR4qOgSK/gmAInDhgkeis58cIWm/MydcDSaEV1LaKaY4WUwrGJZQ1cFoeVWLr0
gdmx0XzT67tm0qKyzaCyke30SsG3suy2/7QM7iyph3Rn4dSwzozgzAoMURvStA2SVaDfwhLMxS64
BT5sj9QzSqEWKrQHs0ChzNvp5H7o0Tt8dOQuL49OaQTMAkA6vxn5h+kcm2FlfRauInd2igr4kbsN
c7SozaYbM4fh9aSjzViFdp++QoPu0LK7yxO5NNLZEcq6JIWBOybSLYegMs4DOnuiXBvuSrK4tBNm
B4aVlhAgi2vRUA0HUFY3wn3TxpVfvxDL5gjVnvVp1yRKi8a8cqBOgTPim2tH/byXvjmHcypcalpy
rCA9HsF5OGYKFtjpFAPVD49XzJXTrskaLC327LwXw6gVfYuzgroxzMimE/wGjoKnt7IFrsUxQOny
Xi+v9vmm/GZIcz4mHGNS5uoD9pXwAjo9SAceP2HTm8EkYcM6we1rbWmWgvNc6cecNLN1CBYeNwFc
x0McEaA3oVAfmk6Eq4ARc48zc3lgC9t4Dh82U3Dz4e6lRcKvttDXPJ7vTADodqXgK8+Nhe0w5+oq
oyOO8kctskYeQoV8U3ogJMhd1R3rdq3jsvTungNCDb1jnWrxlSEVN+eaXSNv8AWEmPxs1uY+u9Cl
BfYqXC3iLS7ULAQoRbK0gllPhIyRJvBa96Ax0R01PQtF/1znFZ6sO81fG+JCQHBmAcHtWsOFqSj2
4Hj2QX805HOrFyuLtPSPz570yneacUoQzkxp36nG3Uhz+JWQlVvts6f43fmZpe7NUJnlCC2amFre
h8VUlGQJrFL9/rWgO0b4u+IwbYN1T1zAYg2yU+DI2+yYghmQoO85QMkI+H0TefO0gTHl4fLm/+Q0
ffezZhHEtLmh9FrJGD3r15RUT3nFDnpvHKfEuDY4TISBVwvz7tz4yZJjbeNZ0DeHHroJAWHdQavp
ttJguGkZYNkk1cbyGQr/2HDU1dgm69ofdUJXhLk+RYa/+bVzcRFSnFE0npDxBFaBV6tdCkUwmIJ7
x9LhDw7Njgpg2qqEiDTxABWzNlaVHWw9h2U6CvzW/YiKl/rwPQum4G/Uax6F7LZ+kx3Mgm2Hnl/x
rAxrg21MpoHtO9wIn18THX7Mnfnsol9CXWvf+YIGHI+loIckTuDb7W1fJ2tN6U/J9O8GOUuAXIDF
EtlUDbwjx4jCbQQuNmxrMh+2PYUe63DHJDB1Sp08Lkny3hbGXd7xg8/Jr4q7ATxno9FokTwPV9wa
9oNxbsf1cafqHLmOC7FgKCQNlTjkxAiaQY+6ESoUUroPyizsHUyUYqcl8K/MvG1e6Uf4rLOwgLrc
xjJyihen225SrSyA8qNrHPJPNb7vBj3LymiqWs3TRRvnevqe1EYHx1XQoEUyRY0s4hHAzxDQMfTK
cQtA6uhpEOnHUGtTWFJJISdxZgil9n7o81M3NgfmtI+e0vlejmSbYdG4GK9Ynt+XFL6wVNPvRmHv
GgFqn3RXVCgWrsj/SBhBFxoKzYOI+9LeAGz8h6nkVDn0luGXbODlsZWF+6iGl8tnd+Hyn4O54UzV
k6rMRczsGiHBhOezejE666nT4b5Fi2lLaLX9t2/NAr1Tw1QTtJY6piR9NzzUBWG8qfHrtJWHGprU
gBw+Xf7SwnVsz2I8KurGpCBfETNm36a8uCOlH8H4ooDsZb+yUAv38VzYr21kS+qhbGLquVcwDv3t
T9ldObR7X2b3fb/GsV8ayizkE/g/0NSYmphN1TN804vd6E33XuKNASCsfOUpuzSYWQTP/FF5sPHB
e0Z20ajGmxyQVyX9q8lxXrjW/Lq8Lp+stG9O6NzhwYO/tDVNiRZl5MfA7wgzD2M3bL1h2JTue+f+
EMYDChmS3aFlOMHC3i3FT1lWG7PMtp394MBq2FZvFu8DacDRxj4wtLzbgby60CH06uSnxK3O4G8T
rCYoC3f6XKy+rpmDWJqmMUn5LcCbFjYr9ByAIZ7+bfatWdzSKGmcXmKLVjzfe7K8Oo+27YxrZtB+
A1jF5dlfQBJBYOZrvQJsmi7r6pJEiSrg9a1tfKfewyN4pzG5gdvfrZZMmw6QWrzCyBNJmsdc8x5U
s1bNWgg21nmG/6qXDKLz0IjUSCRMYAea4T7vy72ABCe82O9GBlDPSB9Xxrr0rXmwEbA4MlRG4yKJ
CSnCxmx3mfGzfQVYPSuPZ0XOyTwi5ZyYAcdzFzrkLxl0SBMO+0jO9vVak3px1mfBKPNy0fuJ4HGd
pTfMtcQ+z+1HqMTHaIbvYOob9mInZP4T6KmQlo9NmnyM1O9WJMQ+dXW+O3OznLSGvw/6daKOXb2+
NXX2CCbjo1YS/UQG+HRntD0NdRawDoXEfoQUpVvvC4OirFrACaGmsJ8IIb1dBW03jCt58kJUs2ZR
jfnOYI3WVCNJwNvFoAYNjc6pt23K32xg+tcS5vMcfzf2WVzDPp9GHb7SMeXNO+fUPaKZNwYwcyYb
f9C3bd2/w6b3RcHnGfVbufMEjluTsDA15crpnlGe/1eT/A9FVzetfioBVcWkRpXZmUFmZckPgOZN
tI2ktxkL66Gz+kfu9reqHh+L2me/naYUK9fhp+7rN9Mwly8ua6ahQ+/UcWLbEEAwLfdMwNBuNTc3
ri3uQR4UvoZ5Ud8klnoqs/7KMIS71cc82QiI6O4GruNBe/loLtw1c3qO17lAlGcZfKkpermV0l5G
AO0cIBMCMpjjFi1DZ+VTiwOfRbxyKstWeuMUE+t+GvywpiwGxIJ1bQj2ewBvpXsqIkvDmvsCPA1Y
1Rv1c1esRKGFbT5HQ1ejZQoLooCx8MwboJeuuWh+pqQLQbS4PJkLl9Nc/aGvMlULczLjrMt/qb6/
Br82WrX8XHqbz1UsJqOnY68rI5ZICAB2psmGQmt9p6EdI3wFjYQhuyp7G4gwv4BDQJqtVNYW0uC5
WofNamZlUjfihE2PnZCHVFplmJTp/Zh6J4iUPloVfOezqsm3l2dyaa1mIclSRq2ZSQZ45kA3FOTE
c6J9n+VGBbi3vmYwuLT5ZwEJ/rd5X+SAtA71cFVlznash8fWRxG5QGFvdeEWBjNHQA/eoGp0R4cY
0rEnkeh//D6NEoP+6Qcy7i9P2NLhmiOfYZ87ZYmWDnFpjI/VqF50r37OPHrwzV8alTdTcichvnom
wNb1fVK8iXQA0clMV/b+wlx+ouL+SieMJocP36QPMTK0ZzjXs5CxcicI2QKGdr/6ll76zDyGaFSk
vdFOceZVd6aSt11mQjhs+iFtdhBr8iNLKzbLjYjmjLZo9SnW9WYnYSMdGCZeZZKfWrZyES2kRJ/r
+Nd8gWSrlWmtO7HJrEeE9m2triAlFhTa8AwkwDYX95d3xtJYZhmP1YMQ4ZPWgwtk04cTTfyg77hz
8i3WhlVS/eP6m1/TSaunSVML2439Gnfq2BLoejD48AEj9NoqCjYXCAyXR7RUF/38/3/NHYdJJNSF
Wzcu+yy0ufcTiJowk1NQiwlGjeCcBpayAlPxP60/oa5irjwzPyPeN3f3Z2j+68tKQXOhSoUba9TO
A+aMw7bBaX7vfFXv4Q926hrU/NzEblBhyz2I1kAr98okyU+7SNDzyrVuMzQ926PP/muqCv1euMVr
pVkdVFBKBPVMcwLSKbI1BRvXwO4LW2DuCmIlQtFkHPzY7Z2tU4xh3Zb3tEwfUdy9vCSfPm/fTMwc
3ehqfp1AIMSPTX/AYzirURaXaghFKh/cGuRJYXshWJj2Q5MR8O8zT7cecHud1CT+QBXW2ovBmZ5G
qzUBJmje+rbDNh3YRqY10YJccfdEUsNCKa/QA0oHdpe27bvu6KB41NU9CMFHPxsgFjKOMIaQYB/m
uZs4J0eM75fHuJA6mnOkU5fqjgetYT/ubfXSgx266RR6pTo8SH25K+2uCaAQct95Iuo9ACL8kZ/t
03HMLv+Ahdg3h7B7cJorxjIFA0NpMcmK/STJQ8b1Z3vEi2nga2nM0vmao9lpDQDkBB/K2C3Zs+YU
LaqGJIPMtZGDx8iawGQwMeCWdq48VncQ4Na2ZZ2sVVmWIGVznLslSVemrPZiU7NQK6XOVe/rgV7a
EBiod7lVfEBrxT+W2W8tB1taSKSsrp3DXbFk+JOztYfi9+U5X/wtswsnsTMuQJvz4kkBYg4VZoC4
LdAyU3mVe8UhychbYWLhG4hQEYrS6njDPLHpRP/uAaq8zZWqVqBWS49XfXYt+X1RiEYYYP2yfNPw
XTMesfF6aQR5u0dnDY0UqDEUG9esQvy1z18uT8L53//ucM+e76WZgClj4QrxmTgJs/oJBZPDtJbr
fUrNfffPz24oWJ2bvkwdLxaZ/S6TOx1VAq3wb/Jquva4fPGpd2PCpg+qPuIqSXdCeyFg9ae6MQWD
kr88dH0D2Vfizac13PQU9yF/3B89vgZJ/v6yBsfz6+VmummiJQRcd5n6gcbHO5KWO1v1r+DuHiA+
FYKh+3R5rpdi9exTLHPdxrFyxGrCDiRv3vLav7L94k33spU4stC5gnzE1+FYY1PaRVr6IFImcZl6
KDJqp5oD9sUpDRxYwcPSJm6JsTfGZtO31U/STwcAu6zhCGi5AQv1M/a+ejUMtQbiWGiSQMD7649i
tIY59mT5sWKFBxsExwhGWe+cESeuBu1jkwItv5Pcqe4yy4GiSl/dwxxMQvgf4ZBP8qMEE7vWYREu
Xbe/HvqyCEsLtqCVVf+kRj3t9XFEw7loj5mlvaWdF+a+PAHkZ2ztRLvXaf/HNtBUMoQ9bfX+J+Ra
XmiSXjkocOqih+CVC0zR4Pg/YXl9GOqc//qXNYfO0Neh52lns8ZJ3NhK1L1bIieXk3GgWYee3Qry
4vOx8d9DBh7y129wCpkwZeAbDvp7SZqeMu2svvbiqytBnX1D200ykDJsdWgbqJ1P9lXdHhQ6TakT
ita6EhmEzT2gxExe9NvLA/8+sEBw6OuPgn6zcoSek7hqzr5vQqC2xa48VfxTkm3OgevlCApKPlQk
VnpzIFV+KHLzXntWoMnrENlbY/l9/z6GC+7XYRScl3yc8BkAdwERcvV9Il8TQM3gn9R2sIYa1F3d
rYxpoQwAafSvX1O9VdBUE5g07PLGd5H18hPuAR9G7761Z71E+a64dvE3l1dpoWgJv92vXzR46zBa
NCTuYYGyF3Y1bTwPCuwlgAHlQ269Of1P6VY0SLyk2tWiKILeL//0Z5RCC4EM37lXY5qs/JyF+wI+
iF9/jk4hKohntI8Cmv67qQTfQg3vmOjXGdCsYrCD3vplyBYw/qo+4h5U9LH3X6wx+2UlvX3ovPY2
bR8my74f4Unu6MURXVaxW5mshT09R6L3taHsAX5bcd1qB3hL5weDkyuIQDwy82ixFOxKI+zyZmdr
T3qtbXrP2tZDtW2lyA+kdfjvyz/EPE/HNyd+jljXqd3mVqV5sSUgE0NK94MrFdFaVME0GSiqc/ZR
NNMp7QuojdFWnqC/km/UMJ6oYXFIxrHpprXT343vPVlulYdS+sOGwnh856VTs7afv7/xoM39dTnb
wmcFpOTQGdC629Zqr0vfv+XoDpdUPdSe9Zz2V8OHl43hkDz0tf0iBaQvnOxU6SNS0RQvhcsztpD3
mv4sHE1tb7g5TDTjthyKW7d3rcjQgfbLxqK7cboehULuc//ettoE8kOZv4cgRP2K/t+0UmlbmotZ
ppWCPghXyLyFsoF5ILV4Fnl629NuD+uo98ujXAhWcyx91wFQDFhAG0++eVtO1nbkptombR923Dvj
ERIUO/xbYblrlLSlE2F+XWDZmL0t8rKN9bT7lehgqOv5E11jQC1Fp7mye89lrnNYDMXDlD5oTRrq
cE5O6Y8aaFCb71j52qCUr0uI9uQ3pIJSk1tsEq/fE83bSjwpL8/rUlyeI9JhhwUouOarWC/z9zQj
9HoyKgiju+m+d7TbtgQaLdOVDMYKRVtHtGuW9t+/C+HM9XV+ueH2kMZI8tjlSh70pLgSZyQyUQ8S
nbXDlK0JkC5N9RyNXqFnyYwc3TMrBeSism5h5ws6RnmgKO4Uvbnt6iSua1i8dDzWuX1VTTrIptnt
BGjPZszNvfS0H5fne2FXzaHrlu0AV+BO+C2JuM2Ajm96PQJ4cuUkLjz84EvwdVYdMsCAbtQwDijw
SCfNA4j7mIczlyK/SQsIr/bJtoEjWG1PV9JJ7jvczKiB54BoQlTp8iAXnnzQff36K3iqzAEP7Soe
On5s6joElHJfpFt7BMsha7e1X6B5ArhM5z7z3vzDjfFKAca98vmFYOHNMhuhEqinCtLE1ZAfGxQL
TUYORO7wFdPBQ3NKgH4sY6qnQWJqx5qpR95xtUkc96RBji0R1tZubil1D5ZXrV2xCzfbnNdcoQY0
NueCesEg1Eb1NxdbDUYL4Lw2JyLUjbLYNfPeVrF+SydsngAZEPowRzHiaIttWrCgUsW1J/o9ndjL
akl4IfjPsf6yNIlSfdLHud3dwjBwM+XqHuZfP9NV08+FQzPH+qPPm7ey4YDbuf617o/XTq0OLezY
L++XhRG4s0hk21nJjLHyIhcanllDb4D63RRmEk3e8799YfZUqrsWRUMTT1ZW9tVZGVULhro7gIgH
ssdKnWVpks6j+6vIW1aVT3klM3BqyaMASQXYlxtfn46Xh7D0/J4D+r02Y5qVVeC0sj9tYpx6L6Ic
lMKkueUvAwyGzPbom69QZ0wD20z34+i8etO2NsRjU2iPdtn8mvSVivbCznZn8aVzpQdVDJHGjd3c
kyHf9ml28Gv5qBVkzyx0Pi4PeqGC4s4CSWvV4N9YOo0n0l27pfsHbjrPZmo/9T47oGgerq7eQsia
0wDAcjRz7mBEfZlsbU06sHfRX3MvAWzJuZGJ/tIm/SmHVtrKpl/aLrPgoLeG7al2SmNB9WscWx74
Q0oDtyIre35pjWbvHa/UKhRBWhLRatgzAENNvzsVrL9x0xEqmSs7YUG/wpzzAYpJ0lb5Coe1aDcZ
+DOaqDZNp46yliFvrY0m7gT/bQXGFRl+Ezrd6EMP+aH0HdRpEWRAQ17eK0t5+JwtoKBmouo28yM2
jo9dT+Kxo6ezEWyhpzeUmAHPgUGX7aZo9HctMdW/bdI5cUCDnGVRodQd0WyPeszWqaa9xfJrWpZb
onSckc3KCM/H65u32Zw/gFYtsatBS6IBJoVhyaPO9wOHQh8L1c471aGAwNAtGkJtelSp2vNhOmlj
seb9vLCj5sSChLa5BmlOKwJF7ynLNFDctRB8hoOYxiNNDiujPB/u70Y5Cy4miEo5XlFmlA88TFvr
lzxrRxLzVEi6cdqNkaJ4l0IkzhhugA5BBd21tk21ZpWxEHPm5ILa5tBDaJkbdaYDTJdrPdd2l+3B
F8uuYB+Idg2gN2RTDmaztnOX1nX21KlqyK7DAsyOpCC7PBWvpU5vGv9JTn7ovLPyaI9sa3nixEFO
CMtBOxhFeewY+XN5ypcWdhaLulbPcR5YH/Ut+eVOesAJ/QOfhaAt5WMmLHNloAsxb64wP00s0Ss/
7SO79680W7s3neFUGW+XR7EUAOasAEFyDiFPo4+cUSdnHRAHLjQ5+MXOSLuNrEu0V2VRpIFTF+YP
QTL4v7MeZdyWtfvLv+ET7/nN5v0UNv4rC8gLGAuOpM5jb5JAAjp7Wd2ULcRcoYWkGc8Jwe2cc4L3
HQRTAX5x4Qq7cx0SjMaLN747yts2fJ8M077h1wkoylw9MMim9favqYEnAERRm/EGBIezqu9Izi1R
GuAvz/9x5C0kY89/YsPu8ng+EV3fjee8Zf4aT9laNO8VzWMnMe+UTkMU/A+dW+5y755DGUyIckPZ
zqMaPBWNDeFGCCmxT91hU4YikSH00Qb5NhnZBgWbwAOhZnAiCV07oZ5zj6PVD+mwtY7y4h6YZWG1
A2dI39SzuHZ4KIffmD5wPby8gXLzDri1I7qhVyrTj6u55VKNfI6/B1Ee9TDlI/EbUdwkkMN1D2MJ
6/E0VGrYODTfTPWwcQEazWTosA85HuGWsSmKcluK42C8YKntaq1t/1mp+27J5vGTGWi2egqJYsuD
QhyxwazkFs+88x9ED4zAh5XdYl/61Q8Fb3FXnt2xczTOaZjTBjDbH0qbAp6QcCp/SVVBYfhH6Y0b
LH/Aij/ozXMJw1cBjebsd8FU0DfbTFR7mb9yb9OaP4gJin/5mvEH30MvvrrBh7G/p/KcsCHD3xho
0FJj2g7SDfvKComPQkARGqW9hxhUmCDLs5iAQIw6cH0zeqCoOGFeiDO6SkJ0EoIlJ0/eYmTnI+Cb
p0T7MyjUELKtMOlG2f11QpsjjkE3HhlN9rJ/TZl346flvtlhJQyoO6dZOIHelw07AzDSlfOy8Mic
0xZImZUarC6y2KbNvmsg6A+5YZjiFta4sYE30i0Uct40Cm8N6J26hwlGfxawB6bxy05u8YML66NK
wLZK1+6zpfLLnOVQj1VT8Novb6HkAlSL9gd9sXe3JY9dMrygC10EpW3uAee9TbIuzkDeNUrtYI3m
rpZdkPbVtiDeSrq4cLl+Sk78FU4ESyTqtqaMtMrcuhAOVGy6T6sihptDaLA+bBpnJcFe+tQs/x2F
71dQUZKRQ63fiawgZdhd0YLcDU3zMrXO/SpSb+FamzMigDrQi0lY+FLhH7oiu7Gs6TcZ9X+7nefk
BYEbTEHrWkZ9KQ95r/2Ay+7zaOUbAqvQLunuL2/dhfmaMxgcTaT1wAcZ1b6Fd0gLLK1T4hvODgri
u8K0b4EWfLz8rXM0/iZEzVkMFH7pQ0MKGaXwOnJL8gJZ/cMAb+7RrNcaBOfk5btvnFfrr62WtUoO
iUfayJDFiSOuCbuISJ2FlTCvTBdKpK57B/OBYORTDC7uv41sFnzhuNFNLPXaSFr2U1c1R73AnSnq
JyHXCgFLA5s9ivMMLjxIo9qo1MrdZBVvJkk3DfNOHbw1BIzWM7+ZYAcMVSPf2EIuf03nbqm4+Qnj
+mtKWd80dVklkLZBl3fXZVMBa6UBTfXc/DnCJSUsKIiBZuY/Sldom6y335BNJ1emiZsDgrdiQ1L3
fZSOc7g820t7dpa4TsB09ipz2qjxhs1kNBtfFNCS14wbMkJnWXXtVmjOSmxfyJKtWUCBGrcNisfA
I4jAQ6DGzshH7wh6XbLeBKMyL6cDnB2cNW2qhbHNKQeGr1gOC4AqIsVwajk5c7bZR5O5MCIjuhF4
eBVVWrWSuC4Mbk4v6EhHOzWZPDLdMREbuCNzyNp1zrWeVuDYagXiWzDWxvT/Ti1fjFr+1uVeCJpz
CsHkt/poCYtHsqVXWKiI9dUBxOGVR/lSImjOEkHbaScE5ryKxAi41Rj04qDxF5IdzonzIA6WceNb
EL3/N8FqxI2v4aYjZelIkD0jYhRwmnEOPUKNg1TPMOVVorEqLNOh3qSetbu895dWbBZpcp/KBsoO
VYS+ARCg53dE3b2Rqdv0aypdi5M4CzXgE7aAszg84tS3IUFZuYEvAarzPc43I3jQu6nNxMEudOeH
Kbr8vhDGhwdPwpVVXDoDs4exVYqWUCMtI8GtrTZOOwA8DxUkHyz4S3jedMzlCqV84Ub6RA38FdrM
IbUKzRFlpGqwNMMGyqo06CQBwIQ7KHUGZm/oPy+v3HmFvrmZPlvvf33LmLoEjeu+Qr6gqmetTtxA
aeUa2nhhzua8AT8FKA42YTxyGrGBuQXChnoyNYALDe2GDvbB5iurs3CE5+QBV/pp5icQvm6Bzg20
vlVB2RbDoYW4xNplt7DL5wQBrYfpI95zdYQXk38qOqlBBBcsN94nQ+iMvhUqqBsHshQQofIBSPpR
nMF2tL1VE9ub9NVojMDBkA3E55VxL/2mWWgZdU32hWnUEWRXjp1tvdWlG9asQzwup83q23vpM7OI
UluTzzK7b6KuzbqfVl88S7jg/LYoZdOuM8v+AKdRZ3y5vCkXDsCcWYCEONEKlndgHh062UIkecJq
Puhr8ipLm2UWSsA+6+ymz7oIoCqYVdt6KE2gtqEyefn3L237WaiYROHVUPvsEO9/9o7xnJNbXKBB
Mt351A95bq48K5bmaZZy5K6X9iZPZJR0Dv+FWmHo2bq6t1xzg+Ls4+XBLHQj5oSBpASTrm2mJiJE
mCH8/eC9AymStxoHe0vqpNm3fbIz/BYEJ6vYX/7owgrNgeKiSBXR9UlGfCpOzgQx8tTtRdhmxevl
DyxM3RwgPlqQPenTvo4mN41htIRCnNO+Qp/ZDRJrJY4vxNY5CHzq0onCTllETFjDnZ/A6XHM6/Qf
p2h28mEBqAQ3MxGNjX7ddOI2n6zj0Io1p/KlGZod+c70KpDJzDqiXr3vYM0HfbCDFPKRrBbIlj5x
nri/Lh/PmSRw01odAYpXV0GdZq8F1GfCRmn0aqpSNHZJUkRVRgckmtLrgFLuIMQHh7LNmYtdOyDL
OIbhQCutNEPT5ODdXt4fC0d4LtQ9tYNIMlGKSBsMG1dwkW98Tf3BXBfPyqbd7zQn6MH1cDRa+eJC
iJ1TXKqOjrDEntpIg9Qs17KDw/UQTsMxa+hpNTQtfWUWMhzYXAE5xdqIg4sfos7+yMD0MRsdgOle
wRjx6fL8LS3t7IHil07Z5VPZRp5lXGd4kxDV7JtcnFi3RvxdeAIacxC4n/jKolotIi66yT0NpNL9
V7NMSxIYlbqyx/zWdbkH0Is7tk/2qAoT5nw+QB499AEcp2aoT3PwJJukhd4+3KOt7eXRf2b2/02r
4IP0dWc3ufJ1O2mbqGZe56HiLHQ04GXCX8ze9run0hXKx+dzOJ7tYRYCum2QNnr93Oue2ZxsrwI9
NTO0tj6hfpqDIWI13RhImJ1BxNWwILVPcgiX+0xpj4lgaRF1jf44tA1YAz0M0sqrTJNWt1dwDAWZ
KR1MCP8BwLKyWRcKecZ/AN8+kp7Gn0SUSL1yN7VW9pGbtqAMFTnQhZn/ViddvdcpBH64P/RQcB9a
fUfECGSNFjLOza01eBHys49UNMY/1fSMOUZcaHBn9JmJkNtlzsaAO1vIbGQQKBQ8GYy3Ee4yb0+7
tF1Z6e/3uTHHf+tVZdQts0TkT/bG8Ry8jvkALKofMFesCnV9f5NAKPjrdjJdgzs5k6CWJ+zaZxH6
RR/S4mRLNKABFR26Q25noM6k7632g+r4ORV9aJ1W7M1JraGoF/C4xhwljoQd4h1Jqd00PZpJDdCA
CTG7UC/4tT+5v2F87gYNZ8h+gfXaVJTCbpUKFmqKVLskk6glG2mlAnj7DSG6l+UGxuY3HYyWQ4EH
XOD57fvlA7i0LObXCXOhesJ0y2ORsrI7IBmPuWYMgQsQZ+B62ebyRxYYy8YcVZ5AUJ6wAeInnm25
YX6Nto5JMhpQAVRDRcLCK/bC8Q/QQ4w9alx7lahCoyrNQFlrT++lkc4CbYfXYaqxjIKwN/5onXxf
8PZhqNURKNXLw1zYfHPSYOZJEAVbL0WlzayOpl4V14Yia6r1319IoF19Xamk7lNeZ1kRic7esMra
ww2gCHQGaEQPwlRvrzx0z2nLNxF5jiVvQMWEbkZaRRk0BgIIivFQK5sjhQvp5Wla2g1zFLhFS14T
nVbRMHWA56LouVVV44VGvUda/lpXNAWvzdn6fqeCvJP3Vev/tit57/HxdXBruZIYLrA8jTkIPPk/
zq6jSVKd2f4iIoQV2kL5rqa9mdkQ02MwQggEwv36d2repi9fU0TM6sadRaskpFRm6hiol8ucoxsD
wYhjg7sgqFq243zX0n1TqycUIQVsTLtd0QML6sHRiXuH64uwtMqzQNUkfLDBlZYRj9VOlfkHs+Ln
fg3gs7DX58Dvsea9nSc9VE88davMNBq4cS6k+ThU3pq8zeXcfLVPZpGjASaWCZvAQStVvyrOb1TF
Nv3lCpms3x2UFYoWXc9esdNqF/3rCgvurf89ApnRe6wd0O90tAFx1OKRj2HuvkpIx2QE2RPoMNIs
V27IpTWcxQvHRVjmBTYHSZs+8BJ6kFmchb2gG/gW/9MumOPIk9ysKpej7YMc5IOmyU2awyJ4jQi2
MIM5WHwiotB9g2a0DR9RZuSHCvuMc2NTQurx3yZwCVafChP0n50sjYWM4H72y0n6PJjgS75xPbJy
Ti7R7YtdNod+O9L3G9/DOekFvCz6+tTyeK9auS8hY6XLab9aZC1srjkIfEqlm4N8KSNhenvHsc0A
lDWINRbvXtlsFMA9fSNu+7WVWwjnc7R3UsVDD/1TiWTQgwKi2nBbwypI7SbyuxvU2im9nMav1m/W
wYFkuVFbXMuoKbID0e5jfpnX8/Cr99tfkPF4FnaBqxY03Jy6t41Sa+9OS/ObhYc06ybPcLEzdENf
iRT7BspegugG4obGjZ+ubMCl/JrOYgJsp+tY80pGVpNt4ppELngCCXO3Qy1Pg5d8NwpnY+S1CiCw
jv6+uUmYv6+FsAM489Qd2p/DGpr4Ery/WuxZyKhhzE7VUFWRYxonNFX3Sk1rpM6FcDuHcycJeKPS
VVXEYs5Cl8nQ1vXraMiLwwf/aDN2wMOFBxSS925bxQo+eumunsO8bbhKGj0k4iPZuu/1eHStNBjU
RoqbHGw6NGmRzmkLJDHrcWSi2nq5v+8v6hZrvY+FADBXfGcDhRSDogUSdWio+rn+MPz8Li6b36y2
oySeto79cT2YLcTLufo7eresZwwPziUKRsOJjwDXnI3c3q5OZmmESzbwKVyOcVVacFDJI4coO2gS
eQHb4mXLIrD0C/5tFpfN+WmMaQIIn1gpah+SGkEJpbmpIu8Ft+5W28ILoXKO8Jayg0NONmCh2HSX
T2+ZG8bU3WP7h4br3+Pt6V1nK73Bhecscw7yHh2rZrHGYDBwRzo44eViLIFma95gKbu5nLK2tk5V
K04iNZ9MuUadX/pWs8Di1zDs9n2CmiVPfvrOdJDg3ni1Pli9v1ITLwUvbxYwYGfM066fAHFIYv4n
FQPbEzubtokAirbojK3Z5B85iyF3MbAmjFvbv2jD3nn59863gJEcqBWQOLHOqRzXUtOlnswcHe63
FreS0kOaFbOtI3W+g88zgF0KUrVWCxBXBbBp7x3bZm9V8Uss9SmTFUjdmtMN/GUco3x2aeoG2hlI
0NPht2p/+ZaBcCGy0M5t1C7ZAU8unN0LsDmu7/uFTTlHkqt0KkeoLCJT8NTRMdDZRwEN95aQGu03
m1UnAanhca1KWtgdc/y4ahMoxAKlFVUiLo+wrqxDymLnVvrZ2aHT2/U5LVQJc+w4BJyx8H0sI8Tg
6Zx7JD/avSVPTlnoX9eHWKComHOAuESnVqDljofNXgO9zaAwnwSEso3GA7wqbyqV33S8BOTRO4C6
/2QT4yDiXeI/i7YLeb7znZvWV99Wfs4lMfniDnVn4asjsWuOEJON4vGlFeZZ2/K2q+Cq3P7gTbr3
feshm4atRONIVdN7S7szpPCuD75w18xR5DQ3ey0TFy/XSDBhA3HB+B6EE98wJP5Mti8Ac6whnZbG
muVHHjU6aLxIjCWNBtq6iR1OOodNaXoC4XkTS+eARlYWtA3E5GE0/W2S010F5/XQcbkdNm27hzbu
eSTJ0+Tq70jx1ro1C5mbOwt8eBL1AI5pRaSYHQxm921k0z0bUMzBKfNutcG+QKI158DyIi8TK6a8
jMbR3JIy++a69VaKcqMpOcdeGxJHh2bbb5Jpc/37LsxsjjXXKRUVqcoysom1tylpg8qlp7HWuwSS
iv96y8/h5NAzLEdBLRGxke1SxjYukiJ4sMOEdTpcn8lC+HEuM/x0yWeU6xFiJiLyLCewcvstiduN
qVQSTGvqBtZlJ35xEueK6A1eJSwrTcqoh7/bJMKyiO37hDv6t93JejvEzo40OgvBL6lDp1FxOJqw
g4UZ6U6ZFw/MeksAUA0y374fazRXeq8wzqImCb7qvovJRvZrTPel9ZglVsCN68Yfuiyqzep5gM41
2isnLvk/l4fOLC7ZcBPO8bZg3LaUw7Xvot0MjyDTiEEyr8ck4NYEpQJkwvZK6bYQIOagZM5Lq/Sc
wbgtAAQOLeHfd1Y1BegNb7scerqlPGndrZyMhYtmDjcuStioONLjkWh9f6OQTIHm7EJg63h9vy5l
Ov+DITanIUuzjEckr3aUFRAQSZJdUoA07zyQ/s6oPqR47VV+brCi2mrQPhpvQCB6a832p90mD9d/
yNJEZxmXD1ViJZSfR01qfu8NWKZ7oOnbWbVWpy3cX/+DK4bLApdJwqG07u8TCKhqO2sC9Mj2tuJh
2/mbboTetvO9G568eltadGdW7e767P7Kz35xZuew44LJtK4LGwUGzCIg27YpWZRBeFln38vExH/B
DcpjsisFTHhAERrrdOe2E9wC9QuYWRoAxsBuW3IEafViL5+yi6OJHSBZm/RzLP2X6z90YXP/jTmf
4pdBcpL3nl9EqilD6dMoYagmvdbcODQ/ttIIxFo9tPDF/wcinaY1ntSw8xjxncAr5XtRsaOOVzbU
0jU2h0VbE0gajVnyqGihywdTta4IqU+/e6adv44ybc+91z3Dxp0EFR3bzaDtYnt9FRei3lzXHXJz
fVXUI4/ydLrP8oJukCS8xrHnhnCpy/bXR1m4Ne1Z5KsGcxyF02MUu0EfsU7iUDK/OFojoJgCvKFq
DZu2NNKsWWVTaM10VCMKVfGtCfxeTQv4TBY37lA8ul3+4/qEFiqFOSK6N1EdCyjiRw2ptwZ9mWAk
MTp6k0D4AXbXL7lxMV1b6aBcVumrEznLpopc9BYExXjUDDTddo3Uocih6nB9KgtMXnOOb1aD37Sd
pfJoEINHALccfC9Me+vR8gYK81/PPIBY44dTPpKQ9waUz4vspm4plMd8K/Pufc9uXLgVwS9rnFo4
obui3g9axyuJ7oJJkTkHaZYwhqFkYJca1/UhrOZ3eyq6XeoVkNqlhQ5gRcdCSpqPdiL9sRzrITD4
CAHqcR+XQJMkHcrfsfA2BpxuvDgFJhd6bn3vQCey0+4D+Ege0g4T/vAVLf+NxW7OBRjx+Fh6Y45d
71rsVFFV3sVx7UQVXDOgm3Pru4W4ab1x5TsunOQ5bpzUbcuF1+YRWCljaBuosFuj+wEtwhFA3XLl
clqKupd//xR1SzEWzI8nbBbH+ymqsUcLap+2fOsIELWqKugTYxV0ctngX2z8OVacw/ZFEKhDR06x
r2BwA7L+L7Daz7Vd37Q2uYvfaHlPGnkW6ZqEylLKOsePdx1ebNyyLiKjri0GOkV79kwjNAzP30lj
PEtX7xuPbRq0faXr/7bbl4uqZnMyZQ/KOfX2BrWPTMRWoChcctIssYENhTTCyJW6ZaX7eP3cLkS6
OfA8y+yYUZmLqPe7P54i7W3RZ/dD721ymA9emC9rRPeF+PM3U/j0zcdKMZfE+Aw8id9Zws4MQJ7w
+iwWrta5Sr0AqKGHjOPlb3e/HZIeUkWewHVYuXiWtussV2OjVUs5oR87VDD0AxfVhL8rATUe4oQy
GLWxnTp+f30qC8s0B2DD1y8bbY6xHCqgIwUMRKmclftmCX81x1zDEBHGxUMnoqoF+nPsu+9o4gOc
ngkYvoi7sjZ2MMiEMVwXGFWzlyQTmy5xwCNvHDA36Xcik7V26kJVN8dml3GqR48SEYHhWdIfPIch
pIIDEMSdmv4GzYZdDVEnkA/3A0/OxK4eri/wwsf8Wxh82of9lI5DWfbodyCKF45xm0ziWEp9KR3L
kNZxyOnz9aH+pl5fhJ6/3+HTWGXmZnY7OSLyram1AXyUkJQoj1TS/LX3MojjaXMrCwdjjik/mtOY
B6JvXpSrQcieOBIPs6/CVsGujCYgL6TF2ZYKrsnUf8hxjweJ6bdO4BjduTHdIqxTI91i+9jQ9tZ2
fT+xxHiVPG83DSoASOUPv4a0Lc7cziFFmQ4/7bGGygPszDakgA/O9Xkv4RnmOFrXBduCJS2PjJw+
9K39s/TVWXUxnr3yqEuSA1EsKGn8Dq3UaFD107+2PMjlXvu04p0jLavxcVsWOt1UipwAadgaroR0
VLpyeS01Kv8+UX0aoyUThJ8ddOfSXP3Kqf9HEf9eNskz7xzYGfIQhWNrVdB7GwOnP6mT7RY3ia1e
SobVKIb7Li5/0KZYaRYuPY391fH69HsKYVFaKpxq4ZGgsZ/h9HjDXL7J6Q9p+1uvBDjn4SK4BEeZ
IObAzlfFsV99F7lEwa82+ayByKwkE11t4EDFw7e8Q8Ay2XOPGwSK2lBPKQL/0sH3wOpeBTgtBrJZ
Mgv1b8/WyPejos72NdrEWu+s0t8x8GhbUt9MzDnYBalCMMVgpOXs26bcF12/gRzgtkzrlY2+cHv+
LcU+rXzpubIb2wxT1+S9q/l76ZqAmkxZaBowzUoc/XL9RC1ccHN0vcEs0HZzNGnHRhlPSepkm7Rx
FR68qo/rIywkfnN4PcCtlmG22ER5a+261vjw8gbmr2T4CY2zfxvicuV9Wq0xdQowdB0eTfZPJiGr
bSffoEfzunr4l5o7cwx4bfKa1tTlkWNl21h5kEcfb1veBxZMmSf900qQXKmjdU/zdFv19lvj6F3p
0ScTLpUmXcmhl14K58Bw1Nq5n0OvBFji6kl3zc0AButQT98qC71X37y1hmFHjPrZYXzddGNpj8zO
RCwamlqdxfFgoUU4AWDQifxbU9CVzGTh4iSzLMjEXTk0mmJWiQha/2ebmWeAAYMmHbHW2fdVRvzC
+pE5TBz4a6utKwYsKMGtnNBj5VkHiOlEfgE7kca3bxO/2JsWPZnGr/VAdlmo/w1kELn77/5MLACf
0EfmEGDtvlXMpbfIh8sNhIjVVmRd8+g2qBtZBo1vHw+kpubPjsPWovilt/DV6JcY8+l0dH2iskw1
POKeHzT07dJ2oD3bOOwN/m17IYFpQlS5oSmufdsBwXAQ7q5ZE3r4OpSROQ6776bKygTaAyR1t4nV
3OSN2BpWci8Mb0PLlTj2dceDzMHXFDEgqzP0qKak26lKnlscUr8yHl2Y9jiWgauq9W4ct167q5e+
6Szm5IWva33peohhCHuIve9t8StV07eOpyUQ3+zR9+RBxZXCli4hsmig9Xc93H19Xsgce62gEwqR
FnR4VU03XpPeulRvMgXBPfMOTd/NathbWtTZBWwD220UwFlGnI8vdTPcyyQsB0hjMz/HtErzxC1z
v3pOloabxRkwI40Upi55ZJktEGOxxBgF29ZQcFMVXMF4C33Evh+2Rh2vbJuF3iaZy2+LmhXwvR4u
aR3bJLW1mbIafAl5uuAUuSUDnyd7v4+P3doT7NfRlMwx1L7TDETLDu1zVVxMtOl+ouZ3D1SB67tj
YRXnKGoPbMze0QToGFHyXVNB5FPmv70R0jIW7CYKIoM2BzkGHYKVKnYprM4B1fVFQlozmyPj5neT
y5tt7+cbw53Ol2flqmYS362E/4L+Qe32zP1VibKvU0QyB1pT3QEanmBkRZNDlunyGx7xRzQhSbvx
IQ4dJLZXBNDcUIGlGhVQNlkr6/x1XoN3vv+G1b7MpOF1yJzaiv1Gg3KbOezks+7XKghpodmD5v1/
h/AS5bqulwKgo3seZlWfHTXdu7C0lQTSIFrXXShMSffWQO/SngYJBEu2fTluIav/QJ1WhjXv3HM7
dCFeTWkJ1+IdilBlQBrJT7yH6ztu8ftfbp5PN4x0xkw5OZpSZiGLwBxQR5YGOm5pUUPxgwORu8vd
Y5o4ya5CPRHkFoWoyvXBF64Xfx6jWsvNRzjc4V00O/jM++Zz4y4rvXt7Gj5WJQeWDu0sNLljDwcs
G/QOlhB6F3eef9/ootip1FprJy5NZJYFMdCQawA1wXHkJ89WJBgzICBhBNCBRxTCVOv9+oIt3B5z
RLYCZtUpYRUI8EO8rWkF1St17lr2Aeuao4eMZLVLsXBC/gedXfZuw2s0QqSL/mOswgRqTx4f71cv
qKW5XNby08bzlWaelXjGbWZ1T7BNHkASMc6D2GdQ7I2bJ+hLrezxpZFm5b/f9LVBi9i41Y2rj0pA
mCxNbLIhves+ZjDKxHsKYCxJlazBQhf2wxytTSfodVfjlESudnZaOB/KpL86ZcpdnY+Q0lzZDksf
aRZjRGJD46pLsqhwto0cH6tmHAOKl9yArb3zLw0xCw++qSpsA55BkIEGplYPo6f/JIAFwiV17WFt
aYxZGKiGQrRFBh4I2F7TBtghCr0h4zejCj7URU8P1w/PQhyYY7GB4/F7i5I8KgCgNdtB74fJczcj
SdekDZcykrlwdqK6vLIrtLNiaLNRAKUKUd6aLr9D0b+J+/pbyu0tMYdo9RQtTGoOvBY12LO11SDv
KtI9rYouIKYXCCnW3LkXymcyx1inYwVss0QBlMv+OInagyXTBbbonuKJbCjw7FRhov4YAhC2xyLj
J0zWjwuhLVBS7dzEACJl7eFrYa/MAddpNWg3gedL5KdxMGUdtCmTBBYh0t3qtapnaYzLv3+KTJ4J
u2MHbBqoYRlJGVr+aEHBDOCMTd1eHgmt2mjov12Bcwlu3xa9h1oyv8wHD0DpvdGIc2UVeyjrQSlt
JQIuzWgWKEqklAQ3bR6VSYM427LHepDvNjdvIFV4/XQthLw56roE839oLev/A8WojBvTc+5FDiFG
5oWrCfgCd5XM8dYdHqwNlrpZNDl15GRmUMKBusODZObX+8Q8itL+Nbj5IR6h7sg7eZx0Kw+p43Xb
VN1AKtIzvo8JgOBpDbJe592lsrJXarulszhLNGgFPttYpviWHjy6CgAgYCnOUIXo/fU1XhpglmaM
3ZhWDQEOCk5ogCwPNyZHXQfg8PU/v+DxQObQaqrIpHyCFgusv7KTCUQOMyFw26itlfCdT+uA53W8
A3V4U6Gugj04xEfljRrISut0KdjMYdIGdXLa5hWPqEU5jDzEbsz9mxK9WtdrtnB5e2urioWQ+U6D
zpRvSsZBlUE9qkHRSX8aHXrdPkqz6wuylMTPcdSdP0HWYgTkY1Jy54GFnoz0FKcPVgGlyXrrDo/u
mRnmwzD0weBnu8oSO0uKg8G7m8axTsIWARn9oCsfcpT8PZrS3KjWmkOXffVFc2iOv7ZURt1c4df5
Lty2HBgPZN4Rpk8hFVFj2ehzwlCaQDK9xMOtvTbqQktqjsjWvQTQ286LyAIurYLpgbppUv7gjBKI
vCKF7QUQ2pC3aoMUteWRmzaOG23EBwUv/FBK01vBbiyVLnMwNowg1cABLIoKCX94Vt37NK1CkXmb
1qQHDeNdF/UXLwi49gZMefz4eH1fLJzDORLbtArZ1UKiFYkHSTvvzlpaP3L4Xl7/8wtvN8SdJUSk
4z13Xc6jMUGsagz5x3KgVAu78bHoym0SFyhW2R66p++Tdn5XxW+4oLawJ7TAy9+u/Iil3TWLZsyG
jc7FzCdKXFkF3bClIv4Db9OTjPFtvUkcrNY5DwZge7A21sJcO3UL7zhwzv3v/Zulfd8WFBnH4Lx2
7e1YHwCDgApjAR1IM7Sy5mGCj/EFj62N4o0MxmYwrJ+waX0VVvFyffoLnZg5GDsZTAhmuyyPaiiD
ub2zMwp3Y128pGv/wZzKA1ol0WrGsXB5zjHZvSP8ZNLoCnYwWWlSaQHtRQ5ZPsB6JZUNngWgl3N9
Yn9Bs19EjTk4m7TCtUH0Qj7ngdWVJyTdjmO7A5galms8Tc+jp9qNyOLN4FRDMI0xeZUanScJcXGH
66jwqzPaM0dt/bFdiE7L2IOKMocRKsVddIOg9JIAcvGUGuBkXJw2Bse9E9Tcagg6J5C4OvYuJ8ei
SMXWZxc5KODoLtwN7PndUOPdm+WSH2ByXgRJPt22pXNoO0gsOu5wdtTaIV5ciFmaR+1pYoWq0dln
5a6ZOn1fOhDb5dCdkVP6SxVAONSyCBleE3t7UpvEZe6mBhbnbey8k528mlNzTIn/CCr5s25bsR3h
z3qbGExuK68/uC5tA8AdI325D3w2BUjUtx7XT9Lv35k9HjLbu/Omnh98bp8BArghqEEPHE12Jzbh
D0DC1LMfcLndpFp7u9Rpv8O0214JYwtUKjJHaKZ9N44wMs6jlg2RQTuIS5d17D3FUrC3WgoVJJ0a
zlKP36pJ2Lc9PE9/FpQ3cRjD1MTf0Kx/yHBUq5BPpD3A2hQXdRsbr0nHBeqEAl4nsW2d/LH+MGPz
sYbmTQDKbftbEvnEuRhWprJUec0V0wGDU1M+FFnU5t19OewuNzIQBzvWmmHe0e+AEY9ByocjlB6v
H6SFnHoOubd0lwldZcipXQT/hAMOmN6BsbtZjQpLI1xu4E91iO4dwNIl6pAxF0dj9HYUWDuYdRxc
umYZsxR4ZjcNKp1B+66BUsepTmiIwYZu2pASguZ+An8x8nB9rRawH2QOsHcLI0dlKbJISyiEQRlw
nw0A5k4+lBhGhuDtnD33PAq4ujJ4ZkoxAqWMPsb14RcaQM7sQrFxBqcUNoJ4Y+5Ri4whS5zXjNp3
TiUeYRSwCqddALySOb6eQld7SDTLoopNezECI0r8gHoy7B9slr8DomlBlTMB3IcjXUj89Acyy1um
nCYA3moH7OYbdKRXQv3Cx53D7Ylr9hQSjKiVM73z+yTKOnJjaPvU2Cq011QSF5AvkOP57zZ1ddaV
TIM2nIokHL2L+nyevySdDvoyPyEa7i6BbCROGlzMYgd+GIZt6r4b2R+zP/VTd3RcL7Toz+sfe6mK
mUPeS3v0gbnFy1eZPlpxdp5KGxTBZFc2+WEEks3x3dtLPWNK67mMydEx/cio1lxElxZ9Vmr3VmUp
Q4955HX62R2z9zzvoFbU+c9DaT6uA/sX0jN7FhyKus55UWPVc7cGhBQg6WmbsvLOmtJXVgClTBhy
U7wWXF79jpU9vK0s7yU0fJE/zPHpdGROn4sLGDh5GKvqbbTcO4rNpY0kkiJ/zknzoIbsVU36dzfV
d6UNctX1sf+Gi6/GnuWk+eT1wFMbwMarH6YPor+n4TEMMTIIr0dV1lIgFSGf6aE0TpAwiNjxA3AQ
0VxJbx1hbS3/w2zio5+J7VBoE8QSKFgZuto0ND5ZnYFKBa4ne4zRRb2hA7DARAsId4xM4IUNHC82
gN81poxij3w4VoeUUB85iC1B5VF1kJVbBAC5w0c37cIufrw+74V6Yw6j730oVLXarKMaZpCBHfsn
k/Efqz3Ey9b8YlXn8G6PguNtM4gJ2iPEsglE1bDEciUILf3xS0z+dIkRKH6ndTnUkZe7DUxy3SM1
5MpeXEjS5yDuqQOi0GpH6KmZzQ8ozN6kEDWr02nvxY4VNDl5dvC6zgGPWtmASwPOUkZBoVPTUwi4
AdqGFhPbmrDeTMkmTcajUfgbSNnsVvm+C5FkjsLWcSu6uIvriMreC+EyVIU4X5uMepBYu2xTWwzx
Suvqb9j4ag/MwpZVFA6xJijOGYKJH5DY+9OKcTtavdpBBBG5N6/4yXVwQsgAhDZ8v3/WZTbu2szO
wxrAqmEgI94LhT50jMHjo55AXol/j7wcH+AFGoe+S+iZw4N2oPgfGwqZ5cDtgzt6jyVRQK9k8qXs
SxayQsdNAOirt4uHxtxkWj5dP0d/WR1fzXIWNNG0jmO3kXWkuLtHjQLauDrQ0osmwQ5UcR0YFG7p
aO2kjbdjBB6yeJHQbhpI7wcxnyrSYrZT9looK+S+M2zjkv/k/5hSznlnTaocE3qkFbhMIyru79x9
vcgCrDKMF/KgOdmFZ27emWVXRZZrQzzIaU+e6AFv4erA4cFk1uiZrjGLlnpnc0lyvLJ1xTCMFaxw
+ZHW0ybm8g3kbTy7ia2lugMB9yHtsw0IaptiQFsRqB8b5zVup33FUqhSm2EMXcJkyKHk8uH7sIRC
icmfr2+GpV7jHFTfyyQeCYeubzKk3wd4opftNwGZId4DJ535W9NI9jVkIezOCFRyX/kn/VOOGYD+
Pg//tYyYo+89WDPD/wIKnE2W3frGq2NWByTgb6tVxEIYmUPqE2gRdI2Hy4MN97w/p42D7txFx5GE
9qpu+1Iv7u8ifwrzJasQgysodpIiOUON9Q5whtdc5b8HyP+6Zvvsi3YrKxBoZf8DhOSVb2h9fXX9
bSF9GrZQPBvAk8Xk8ksrMvvuQ/kekmW/L51YyoZfYAaCAV3vfaSjFTqFwLH949CziMkHT0JbhNUR
DENg8flqSbJLCQD9fk31NsFhgj9YiWyhcTatne1qPKAaoI5eH/4yyheRbA7vtu1OgLNQqMhx2VZ7
/KaQ5a/rf9pa+tuXxf60qKk7tMpIEhUBQG0eYcdQHMY4AXH9EYWMU9txqKfv/nhieuwCRxWHvO5v
0Ch/BZeXBBJyLNt6EA0o+dILIceTh6r2H2uuHxjZJF1xW9qpt2v6f+zV/d2Tn36vORom9ngC0gDj
mzh7494m1s1LIeQQVOa4tXj1YxWH+rdo/GrlZ8Wk202wu6a+BMq8Hd9HsLh4kIo432pGs5uLdnHc
pkPod6YKKqOFoY20yltbOLdd2/RBVTkdSKnkSVB6oZjUm95m5Y0BAFSQK3949MpWh1VGIaxrSjPk
Ziz2vMjH51aNd7pid50f407I6KOdqyKUvJrChjF+xrs5wIu80hvVVP4+gzTKXvW9vxO+9cMFyeLg
8OSFjAM8sq/vlKVTT2ZnAHqwEIFJeAWZuORg2RS08u6RKfvFwp2dMhvwuPHB1QejJhsGcfaVYRc2
6BzR7bs6cQxS4p5sjDsfghm2B/20bZX8lI99wrcEht+jM9zUGUd3YYAvWpUGWZuvPIEsXKNzJDcM
n4DK9WQVdfF0MJIuqsZjnbN9PPLHxq5/5krtV2Z6OXJfbDYyK3jGkXptLCDB6PTGSzeZMYzU2I5O
lzIakie+gFMeFCtyG/qP4JG0aMuOpnl/ffSFbHeO7W6yybCHFFqrI2gGAcx/7/GOikzonAjEthiW
LA0r39S/9fAomyO8PcdWbSEgOkjJH9e27+zCPpV2cnJadEwbfuPlxauqimBV4HKhwTYnUDQcHBl3
LCpAyPWrHv1H4cJJ3TO2q4Ybf2uorz7grPyxKzzliEpgCCFDqSFFluPROlb83mEwevL9qImh2W4U
W4Do77z4sey7R69x6LbF8d+NKN4DZVn7snAeS1mdcJVZbXv2C8hV8R699zIJCs5uy+pBlTRsUvFL
C+8H0qRi5bQtFJ9z2lbWdrljKiSlYxG/x0ZyGxPzZ9quSZAvfYNZSaVBl+m0p6EcqNAbd9J3XJ93
tibws1xp1C4kQHOutN35disVjutkveZe8ats9H7U6qMu3HA1y/pblf3Ph8bmnX1op+tNTWDjERlZ
4x8M4luRGxci0Gn6USRxdc5KYNxCtApC5YjmkZWGta8K6k9BCrDdDq6FKZoIotj3MX4Vt/KTStp3
Q5pu4FDDei/HzD7Rmo8HVFn1xsIIoaTU28A0Z4269OXHwCQuS/jpJnVsLJWbQ8+0YeQ+TYo7LwHe
pwFmbV1Y6cvoiTFmH5x0lTI8WaKFkuQpoK0sh+30az4dVTN96Ml+SlurQpU5wY2wJt8yhjuu7e6S
3j7bNXmodHHUzIW1KFziIB4wrmzzhZ81RyP7tjHgdWaAWxP8cLvReyu7MUp4zQOjsx6hLQIzh1Xd
06V1vpy1T+tcdWhitbKRUUror8Fon9JmixxpD4243cinMSRWEKfnOvldwWqPZ95JmbtW3U5DFTiC
r2hpL/2K2e1tshwicQIqcam0H7grt1np5EENRua/ifziY88K7rF0WDHCRCKyHHnT19ZdPqRvQPoO
gS5X3hYWPhy7XJ2f1pJA1NyqelCGLbvUgTLPDGAzQw3fGyW+ST6EmqrN9Qvx65dpTGd2HZNkxMP/
AOqu8Asotbq3ZXpPhmSbtcVGGsUNr/xz3RffqVt9cyv6glfyW89O0SfFYQWO7v84u44mOXkt+ouo
QgQhbaFzN5M8M/Z8G8qRLEQQQb/+nfbK5jVNlbcOLUDS1dW9J+zuP8ftDB3PMctBuStEggVUPgjG
TxxKnb6ObL5DQhpjY0CMwovzaTNG9SEem2OMtqSfSPU0osEKJHdy6DoUN5FYGoDvpN6+g3esoaPa
B10MvrEiS19huJFeWGxs8g5VTq3f7j/5zVjs8TmBQrSu0zgNuJHYvh8wtg6IqDfoJD5oN3b8VfTy
wpqY8yhcOpEWHa0SPhFAhzlvEt5dnXgw0wEtZaj3DS7/fP+FbqfAeKNZyOwrWCY0qQLiBufiJmf8
ZYy5rwZ4rJu/qiw6sUgdStgfGa3Yaiq+rYx781jGuLMQkphRUffg7j6UbrzXstqomPANN2yIFDnp
I9NwvlWCwPa3Ny4oKh1G1ll+Ypa5T4di143Th2vARXjlcW7minicWSzJisbzGhdCuFcdUtz7t7qa
NkgNZXeCd8QGAlpXErBb6l2afh/t4SDadNclnyU6/eU4BFnd7VE5XS113cbQ4IFmkWeAMRQ1SFM8
DBGTPrHkBzRkQGYYk11Vpz8p5NJ9qyD1tsOmCeIBbg7SrT5DJDQHhGyNQLv4GLPolGhaTWUOigNE
+137mxGdFPp9uApNUxpYOt5fSe8Itz3xh8tVYWo1nf6NmbuRkfyfHr0etWnQsUDihmyRpnGEDWay
Q9926ug2Hfe7ePxpS96WgVMYDkStvNZXWdIeylqll8az6G4Er2ofNRkLIJGYPNkU9g6TMnGVh8km
fLAicpDIEXZVZ2a7CDgoC7IQjeg21qQHIJUiezdwWWwFh6Sen9adcwAhBiX7roKSrKOnt8QQ5a7J
xsqBaXYlx8DmHKFIjQP8nONCWq95Cn25YATAqd/gpm2EVqShW1CUwFKbrYRIG/yM92hJSRhNJNpj
Pkvc4ggzKiLwnWsafXEUKT85wILCETxNrHdmtdMTqvnW0WM2mOKmJ5/GjIsVWaWFk5XN4nMMha0O
yhhRmMfyyRDqbLjp1qFXBSfc1u5vuYUYN+eCJJ6Zj4CbGiFMj8mFweRqNzL0lz3T2bVWNfl1XquA
ZZyunX7Xp7+xoOackKypiYlmJjT/TJr6LqaqH4vveIYnro1z5Ti7vDU/Ssd5WW1NLXxIbxZdHd1g
ARR4SQivcRRyaIfEAReoHKT0DbNotDJhC+fSXMg/0bjn8iQBRYTkn8cYF7NBopsntk7HXtabw0tz
NgvaqCr3Q55MPDS1u2vyLKQuPTYeO/XumPrUwhEOYdn762Pp080isqUIdmdh8TChky+sod5MsQfN
YQCWNozwlVW49OFmYZZalsUYMVhouNDjlVjdok7hper4SZQ8Ifqstd6WBpoFUhvcE6K8noVObMZw
qnLj8TLFtPgl+4jAiLuSuyYq1hAjC6frnCvSCSMxSprxsGjsAUExkZCsgEpZ7fjSaaEgf3+OltbD
LE7k2qZ5nTRwQOnqs+DdKbW0z9Lszcn6F6YBCimKtd17/VA3du+cKVKVtS5NgrHYOO00i3dREae+
nRvfWcEeqUl9i5NjzDrEWPMMbO1+VeNhKUmac0hGpSH41lcJBMpQ/OAlRNJyP4MF60g4KneQFBfl
CN0dmgeJgWx2tVq7sAnmdBEq4gKqYQ5Mj6DpWfUvEqK9kFtY/f2FtGcuyj9RQcappfGDJO+OsjaQ
Pcj9mI6vVy6MWURPyh4gRr2KtVkIwXO6SFzxEp7zhRGOAFSzqpcbgTKcVSHNTeUekWSb4W/giZ7w
S9qzeqWEsnTxobNgogaa5DC8ix9sNX3x4AFi26GjBSqQ3bAf8da4ZbEgt/sOtvHMg6zG+J0aFjQu
4m0ZtaEu1pxyryPeWsazgJPntIgtJeKHMmtNP8kMiiIObB/ub8jbQDUPDMS/b5NVPyaWNJkRumrC
VU7uKPTjvXYXGUdXYZgCV6hSD481Mx4yYOxX+4BLK2l2tfS61KlBNcBJlx4jdwxgNv/ddqJXWz2r
qwDkblU6eSG2zWX9UWDlQ04saAU3DYDdQEZBKf48JuP7/W94u8vu8TmNhEHjCc4EHNbQiUJn90iA
Dx9q8yk2hoeegkNsdv9FdDPBxW0iFzhLB8UALfERTI9qAMi44GBoQvT9dPUKPpU5QWGCPt1/uNtA
UTzcNRT/US7I7VhmFRLjECWCLxD7h+IpxInK/JTV6bgpTUjyG7SQG+hGf7hW4e7uj7twfM2ZJDA8
tSMXi+sh4f2mLX027aXHrmyV/lXXw/b+KEvXjTklxClrO+6tAcMg5vRMvllxtYs74Kq9k6tKoAos
WQWdUtDV6J5APZ+AAAdaYzKgYjp9XXmK6168sUfnFJHOjuEoPcUJSIky87MpCfgkzrAQ/EbSetfF
5VPv6a80NSw/H5qgy8mpg+jAal1/4VidE0O4XTLXGWT6ENffOvfHlH5LxG7ok41yjqk43H/L2wAH
rKRZJGIyzkSVYhTb/umIFg7hOdpvn3RjHmBevxMNsDKtvYOM6Wb8QVv+SKruAYCCsxlbYgPDnMdu
IJbPVXsw4KMOLaqeXDT0EO4/30JAmZNIDKLSpCEgB9vxeOgrKB7lgZt8cPO1dktfD1D3y1cWt7X0
wWfBS/YebKmIgQnvBuGnIJL5U/6VxTlqO0UHBmXxlYhXB+qhPjSe3mTexcFVN7zVuPq3La7/8JnJ
h+nRyAH2oHX22slyY/acHGoXOr6QZpBnVBc2Q6N9G+h7vyIm0OkxuiOWN6wRP5deY5aOGQSLpnYY
TBh1hQuu8WEb+iTc+FcnoQJTk3G/Gu6XduqcYGLWwA4YOYmvVOFDG+EimsHxHTcOqSBunXnDO7fd
wAgxSWVewdEk+dEZ4Aas8TUXztE55YQrOJ8MBOMDMYE9KvSHnawK7CykKXOOSTaUxghD4vghpuRX
PgiY+2wT7PZ6EJsxnUQgwHQtEyg5rjUPFw61uR0AMSzZlCMSFN2U75HTvQ1R3AUtKIz3d9NCIjnn
FzAimqE0+ximQhwUpPiK7dh5yjgBtr2yYW+Dxz0+ZxS4sahpDNuMBxQVw74Ht5lMyW5g8tmx5GON
1NWObJjueL/adnytU4Av+uL79dgsWzgSw3EutzdqTZl8YTPMFf4ZioMUoEOkfO64yUznGGkAmbWd
fvJqcSgbIFvUuPLqS193nnWJGj7IQNOHkfQuJGt31hDtx4q8rNcDl5bkLERxPmTgNxAeVmLTGzKM
p+xrqdpNCkZTDoiFw93zUJBPbvbt/opZiL9z0gEBpj+pBtz1QVlqIPabb8uy27kZV0Gj67dKMwAV
ILK5ZdEaJmlhyuaItrFLXGIONgttV+TB1bKW1/yBCqgstkTt0sS8GjgF99/vNs7e43Oug9aw5bFl
hTsyyV5UlX2Cksab6IdDNxG+axvox1DDOffZT+hj79EGD20FVZf47f74Cy87ZzeAN5BPmZYc1UC1
sZrvLIkvBRAwiaH2XtwAQarWuhZLQ12Tuj9yRoChywhMKKwdL940Ys+/pjXkvN3pJTbkfujpWtlh
KXWecxcyLtEbjUYe4sQLJRqB1fhttJpg+q/IhT92MPpJqg36pYDPQifwS5l5R+gcP7fx9LMqaMiS
/HsNzCwcKuIyvQqX/VuBbE4Vs5LRSpuOopoEYpBRi01RQ/8DZL2nazRIW/v5/qwuxPG5nL+HySyc
xOBhrMaXxjC/xIW+Ngbu//rSRM5SttEopB0rhvqbY5w5cACU5WeJQGqU5ElH3tMqHmDheJ2zJFjM
WWlIVICjqTS3HXTQ4OFu2Ct7byFe2rNgNowTaDWJjsIE17g8TT9FaQK7F3hvwWBx5cRbmolZMqSz
QqSjmqLQU/XuatTHRk/7Aot95SWWrmJz3sGUDkA/wKMmhN0GGvodh6Hz++CSM4uG55o1z+CmloE5
wYZ7qNZU2JfC1u8c9o/NXFo5PMXkAKJA2eyjLpLBONabFEW30muH7ZgkP1vPNJCKlk5gTE1zdpzm
V5dbhZ+1/1g2nTMXJjfVUw+ce9ijWsL9jBD5UGtcw2EmW9KtLnL5mUNGQqxk6EsVuDnMOMpKbRZN
yaAymj7WdrntOwkMV7n3UkuislmGV/56WvTQKc52q9vgN0XlxlVwrnkPErnI+ywDK7aHfxg6Fg88
ha12a+k2kEI9oRx9VtT5Weg8iA321aqSfIOyXbfNjMjnVJ9iLbdt3OwI/VpQFgVJDlVuqKGjYgCK
P4g3hPDt4EljC93oY2fF21xGful10DouEJm5a3yMbSdXtsVtRBecJK/75Y/1E1HiKSptmCyYxrCP
veGLZLk48QEVVl8Y4ggmrLMFQACCDB0CJPy1+gup0wM8wtM9paYbeFF9HK9+0ImZWJ9xk7Ghqxab
qdzUjMkzqLXpJgao9tCroj/VABwGMDvMNopk06mMNUwBQFFKfTNJ8z3JoQF6PzwupCxzqHg7alDe
25yFcWXBZ+QKqQaNFqaWm36IAnuMIRDthatXkIVo/Bvd8MeXRIiE3oeHY7XId3Rgn0kk9yTF5Q7g
410zuhtvoisJ5kL5Ze4FkJT4yLpokYwVLqSJrvUI3zBP3BIHm2QrAW1pEOvvldFT22owyTwcS3a4
nipjlR6kMW5SLV57bh3vz9LSZ5sFf5pZrd0SDNNa08mLna1t0D1WG6CF4NsX7rbNyJpS6tJYs0OA
NSlRCZBJYZvBPtUFwv6sm6du8HbAfYs9MN1mAPORNt8M1fR18MCsGWIn0GKkr70z0sCVz2PpgPAx
scARa9akC481Zxskad1WfcFYSGzjAg3cxo+UOqq+/rgunZSr59Va0tKemG13x47KsUJDN4QXQgB1
/S9o2n+6rqTSmJ5tIzpw3oP3tHYoLg03K7SXDkzd6TWFT2PnuzKnXarIgUTDDidG7rtVds1t96vx
+XdJ7EZ8nvMIlPbitFDIImJUZgP7an/Qly2Y2CNswUx4g7GmM30KIAF0duSG0uRL7rZXsRFUdQAA
jsDocNMvnQcKgEeeolZutNnrwDUg3uY5zWMhzGhzrUZq9wy54hQc4B5wuso8DBFnQcTSH41bbKcE
a0wL6QNqsE0r/clyROXHEbQz4af+wV2CK/ckkwDy1XCfke22SNOLcClwL7rb00T3PlgWCLmtOLQt
e+4UQAQWFGHwx3ChzS1xIaTMAtNj7/f34cJ2/91C+CN8wYhBAbmU0dCz0aUzCDR4ZPsKgM2hBx2w
7cuX++MsLfbZfs9VW2tHURCTgM8M24IZQXE1GspI4mySBNgujuLEEUJ98cq2v536QUrm70BWoW2b
26QmGNH9iV7Si1Mnm1VJwdvfjc2RslY/ZFEMJQhcwZ0nLnkcOOpZ29IKCpDzfB1Tub3/5Za6Ob8z
zz+mKGs7YECYtkI1abGPY918FiPI9zG30612omZjxYhLrvJHyqAc9OrAO8xnUq0skYU8fQ4w96w8
7azIssKpkz8H3C+gjHAx7Px19Uaz1JmbS/TH2kUyCwmK0OqbnTfF0X5wYWggfDioZOa+VNOGNsjZ
BYQJN5MNVyrg3M0+enQKtoMe/Bo28vas8jlMvNNRImSSWmEhSQTNIuuhiJovWfvRo4HjCy7stUm9
XtZuhKy5m4c1Ckj/pBEJWxn0dhC3ud9HEj5KMn2NIgEJGXAzI7rTfQWhFm83jQV4jsWaWuVS5XaO
J5cKOjW9k1ih6artJKIvuKvDnjUCZdUKMu6Agx5DzSJN/anhJ92W/1GK9kPnBCbkwO6v7KWFNTsm
igiKwZkjrVCAzINCzxM++K4EiRsdtWGtGbo0yHUC/tg9TVoxjnSMhK4FAxknLa1PVTZk20557hla
Of1KcrZwV57zaRqL0SbO8UFT00TuDy+SIknWylS3YxmfM2hgnVsRB+REQG6cJ9J0Zyennxmkrf9t
ImYJkqh5yienQagsYLTTda/xlP5Ct+/sDiuVl4X1xuagfMXMdoSRlRvWMVY8cr/AKdN9g/zSy9nO
SaaD0Zi5P3D7XZtX1aAikBAuAGp8WxQrOeftpQCA9t9LAWg2MvW6c8NeNKdydAOaSyiq9Q+Imfc/
5O34weYmAHmuO6iETpDmyOUbRabY9Po4GOgROKx8dvmw8iYLZwLjs61TwesG98LSDYeeNQVKWE63
yyDoFjBaf8NVTn1ixpVzkHfaz5T3Xaoq3zlROXGfCHA0/u11Z3urQCXaHc0Ckwq1W+hGhiaujkhV
VEgVvLadZKXidZvl7LE5PH4SfVORXGAg2wzSpv7VdO7F8HD/YVn7ydbFjybjz0ZcgDA4BQ1kpvy2
zuD8WoXE6899k7wQgx7uv/Xtzcjm+Hmg0DwJvJMV0h7wV5IaP4mmeyjw3P/528kzm8Piq25IzSgW
dthocRQUEPdyPA/yJam/U4/8SPopXEUm3g5abI5ktxvNSnOondDGRd6HG9yJCv10/z0W9sIcvt73
lkalpHJQ2iuem67bju74bjpyG7nq+6pi69JOmEPXXdZJmET0Tjh5UPgT0Gq9Mg1pBCg08cYNG4C4
NPNp6w7NhtnkCQqPEg7P7vv9t1yYrTnjhnJAiCGr64W89nZjdTUqg3ZLgnpvDXS2H0kKa73uQ0Oc
fmV93M6k2RwzzweQiExwMcK8pi8NdT+siH9FE+8F0vud70T0dG2q3X+7haU+B8QzmG9ZidF4ochK
6btUPTpm855BP+L+7y9UT9kc4D4aHAVDiB6Grcc3DWD/keFsPQSPyNKbJsM2Jmhw6R0lZH9/yIVD
YC7XTzmDeCAjcMBxx0/Ca7YFAgMx+RMv25XDbumrze468IvneswxBJuifgNHr8/XsiRaD2plWpbe
YXZe6wwAmCjCAPR6n46S8ixsFQBn7MJ8eWWMhaInCrh/n5aDjewwySjmPgHihFC6tehWteOzXXhl
0JMfJSRka7hEVsVAXm1ExGBw6lC5/MIk3H3aqw13i34PgXSsfWkASdjSzvkoa+JfcUSbjjZfp7E2
ty7pG9AthtemaDZDa/v4MR+gqfsTvlA1ZnPEt9PDkwoq89gwbU0CKkTnlzKB0h2F/7ZENLC9/Cxa
NKkH1HOLhtC9mZE196Pf1bn/z/TZHP1dShO+fY5CPTIZ2v1A2ncBORQGuWF3VH6e4DSeiGxOsLMy
/QE2qgcIaQQ423fUo+Zej+o/1o27bHB81yw3VZWcenyn2MrgtMV7AbWT6k0ba7inhYA2B9YVFgxG
ncijYZ0q681OQSxA6/fkdQQV2kmmzTEp9VdVwkJFAxyxttwWOhpsDl6nXtKBWmCxUKuBnA2Qb3KN
bnOs9nAHuAy5Kj6niPWoD4qzzPcDrmIMPr6TI1bOq6VYNPc7KOAmj06R8kI7ZvSgxBfSme8G6BjQ
Dd3qiJAgqcfGT1j+JCJJVvbZ4vKcpXL2VQggoT1K0lCiVw0I8d7YbFFcQCx3L6DPHhrBgBCyntwU
BHbUfe/vi4VzxJslb1mVNA31JCo/JN/nSFGJFGfIuL9U9fjThQDBPyKSmGf9HUncNIEkq1eisZuZ
n7xO9H7O4m8TEHWDZ+8FsMf+ao6/9Faz2Kv6yoonDQEcqDXZx9YEdDd3oa/m4lgOvTq234i2Rn8a
8nhz/zsu5FBzu4TCTOOawAQmNNtJbV1Yth9bCFWs/PrSvpgj3kGR05bLTDdsRgJlwpr6mjfQM+8f
O8CRC94+GjHsdgiFI2T+yVbagaadmPw0Fsf7L7i0QufA97gRsulh3x3ClCNAYcT0LeWcNKPfJQpP
OIxYUGTRN6bKcwOsYC+qlZEXzrk58L03bFqjgYkL2wAFHLMAQDyOu0fXQKS0S0//4zDX4f8oEcB/
Af5sGYiwuWG8RpWFmp61TxPnBLnqlU943VQ3DoE55N2FUwF0zUdwbXFpLwd+iKJkx9oYsDjrdYRA
RUAG+pGn5k4NewphUXYyXHstsi1sijnwvam7RPaVdsPUqLNA9XQf5dFOFPkejh5dJQKHtS+mUVx6
Wu87HC7EVf8RAisHHADpNh2tH1Bq3LYlX1nVS4fMLPYorgvUSlANzgZ64qn9LLXaGdcIq5zXJin/
c7zpy2p5cQHZyeZ4eNdUltXllReOcfGJxBbfQjdx8A1L1OHgQOi48CB+WLr9uRJp4PX/uU78Pjog
A4wefLxSQ8ChQ9DszMf2o4JU47YU3kZO1meXszaIevmdaOdXnsDFvLfrLwZO91M3dCCI01huXdtY
Oy2WPtwsvKUxMcssc2gYwTAF5oU2ZPJH6AOXj1rKbZ2bE5qsHWSpvZVT4rYwqsfmOPj8qgPEhhrf
rnb96YF6j+yn4Aydi2pjm/VrZf1Hkf7R0O4iyNWXX7zRDnU/PrMi036X6ovTrmrmLGyjOe4d3QFA
8Dl3wiQ33xAKTrEgW8CHwPox9rY29pmgJxhFh/U0brWXfqrV9IA7xsrHWPj6c/y7AwMS4pYGrsvE
rX1Iyu9UamEDJT+nKv1cVar3YTTrr4aNhX07B8IbFrq9MPlww7Y32w3Y8RDXMLx6i4u6GRgQXHLy
+jyBrHM/Si0Nd73P/BEHoySGExfExUILaSWy4ja48kc6t/ykx2xvS32xydrNculTXk/TP8YCqjsi
EOlwQ6MeD56+hr1rm76OXwrDwkk2/FJC/Hf/vZYyuznIXddXKB0fIF5V8reJfOATtgM7FcAERCh7
OxboKXb6tnrlWDi35qh15bpo2dDKhcqM8bPJso8ih0JgpXf/WrhxZ3FAOVHNUohsnBPTjgGaaiE4
n0KV4PX+F1u4wc7NC6QtiiYTfDyzTniPMFc30CHPLNQVuDs5a9LOS4nFXHSZaCTaqJJCS5o3MBUZ
h12WJGd4ez4mbQa/QWSK9hCfLOlugBU4FJCwvf9+C7WpOW6dEuhLNZ5jnXO7CqMq3xrDcEjc7o0m
znreu/AV5+h09BYKOgk5ns0BsgGIHLnr57YpfzVXXYP7b7K0tucodYNGKbGdwoZ77kWJIextvrdE
cgDwbZOoei87G1OXPLj85R9HnKVLZiFimkaYtZxAv1dC1YY2577uX1NlHOrYAxWmR3HKfCTQRL8/
5m3HJI/Nkeu1hhoGn3oL7u8dhPuOU+8GaLb4o5D7unkprbjZGBbZ5hDk8x0ZDtO7GP9zqfwhzR/j
BHFpVMFB4pFyX0B0xB+Qof9bQWkOeK/GnME1J6LnRqiHJEFeUah4E7UuwvTz/ddfCJZzFHsmLdsW
1WidPfGhr0VNIj4c+Jeh9xs0qTwDdv7UTCuONAvB67fTxB+ROeMRQTs+90D371+90vkwsziEX+YF
Za01/NnSzv+tjf3HIGbZASNWuu65AeTGJ3H+kLjlcyv6jetOR9NJ39N8erA56YLU1puxnlZma3Hk
We3MQwdNJm5Mz+3JbQAyH6YQEsAhCOXb1kF22DnfOALCMExnFGRWRl2IBHOUeeMaWdF6xD5D0eMj
FulO2UggjLXrxdLPXw/0P75mV6ZmU1M1ncHzrnGUVlcnRQpsyppL0/VUvnF9mSO66RAZjEfddPYU
VmHkgDuOPrFaqdAtrLg5LNusRieaplKfe20dyQR5qLEYir2Xp8If6kgd7++ihfRmjsru7bYgGqnT
GbHgXAv6NqUmAoa4tArmMKT+XK55kiwcL3NZ+8xUMhFubp+53kUJDMegcDqaj5U3IIteo0kuTfqs
qoJMNxJ2Ra1zKqNpE9HhnQJDBhKaWum6LQ0wyzFGUDDHEn2ucyziXT5edUCKU8HclXNkadZnG5GB
JFtNUQeR+2EMool9d5X7Pbe6Y2S0q/0F+/bCnaOzeT85NmW2dZaedSiq6oT6v88gN9hkBBUVvRsK
52TDQY/F6hQnzU4Y5NpEbVeC6cJKmOO0+VR7DH0aeoa79+vQRTsT8+/wLAZR2ANafCVzX5iqORK7
VLbnalAozvHoHMweGTyFdJj6cX/jLP367MDvS+nlsRi8M0nsJ5i/fxrcbp3Dt7AO5lBkkWqqVexZ
5xaFB7tm7+1AAiCW3/psc//5F6LXHKKbeBX8FCqNnUJl45OhgtZt4fxbaJ+DcuPC1sxolXVWY38m
3XBQEArSxkrMWvr0800Ou5linKrx7Fo03UH2uj0biYw26Tiqw/2vszTEbJuX8OepIdiO2A7JJA6I
eVw/RnmzVthf+vizbc6R6vaAfGuIA/c/ypZDKX01jVjYXXOqWGSV8TQglbtUbb0VlXPMI/EOwXvg
M+OqCjzljSsbbGGRzpkHJuyzYHyMkbjtbTrW4pSV9EftJaAz2rt/mog5cF2ntAB/b4IiTMY/jZOx
T9BKWw0RS29w/fM/cwRv0vAKaPHrqkTpq+OPXjUA8JMfYWtw/wWWevG/4X1/jKELlTfaxhi2sKKg
KF9b2F06iYBCPozV4IlMD2mR/lcVH6zkvgV+MhX128rgC8f7b+TRH4NHSQ4ImdkOlxgFmU1Mwtq5
+tFvJfvmInM2z/UURuPkO+iiSBdGAQrmJs7whWj4PrDuYLF+3NEaKsz3H2hpcV6PpD+ex0A91ZKT
OVxg2QPclhEdPSLLCxqp7TONMgK8nyNXls5SVvt7Rv4czI4UZyIZ8fPdtkz5s0QfCRhVTPRDFyno
1ETTt9SQu1SbZ/jRvd9/x4XY8ftx/hjWadqqgN8vJtwA2AHM36CayDf4H6ykIEtzOgsefW3zSJaq
v5iKhmZ+5I56iMaG+jyPX5UYw8T+/E9vMge5liYnTOasv1AmNk3aPArNLxCg+bfFMAe4pjbr7Sg3
pnMPY1XYa7F9C+bblhbkrer0W25kycqULC2FOYYVWBReJXVrnUtozPZWQMDIQkK9K+kYSDPdeZT9
slrrkFVFmMWroj7X4+LGFWEOaI2Hpso0andnCEthg0UxRPg8P7Kjc2WXUDI3UJB12LPXwMZ16k+t
UaykWAuX4zmSlQmSaNJHI7TbkuKLRyH6yzpWgfoDr2hYG8EQ0Pf6xHjp4O74pMxOs3+c1OuR98fq
z9wkBy5zFJc0c7+yDDAVTnl/7NrM3Tuj80C6aqUAsLAP5lrxNmgCBEal4hKh3dBaredDDzraIKtR
246LAlod4w/RrDYdr/vr1mRaf7+ZF3Eu9JRWFz5BcQoiUKLeOmXYXE0Rii9d9S0ah0NZrdz/FqLI
HN1aTA66s2C1XkyzCnHxto62ltlextDVuL+7l6pkcxV4xwT7uahieclE+paJ7khM8y1p7A3A7dB2
tJ+Nvg2H2Hui2bRSdb4erP//DaFv+/c3lIPOlSMHeUG2kAYtsza8hBhGCXrfv+lFQB/07yEsKJFm
NvWKi9dcnYy80qeo08h2ld16O3nz5qhdGpu6TiHRC6ylsg+qdTdFpPnKoXX7gIRM1d9PTyt4sFYq
w4+r8med889aN41vj+lVJfMX1Aybtdm/vcCgcvP3SKJ3rIy6ibiYtaiU79p58RUouq/FaOofXRRv
nanLtqZT0HPcwgPBM2B3HXNTwAsre64UDRxr8iAqPEi1vb8ib+9o6GT8/Ujw1ONW1HXlBVBrsK/0
nhjNpo7aDay5/pto9MHM/N/g3RA5+HusaNIofBi8vNSk2cVt/MVy6yPRVZBy8uX+6ywt9lnASCwv
mwhQyZe2jvxKwmgXpt4bszQ/r0aJ3+WgWxtqdlHxcg6QEOkQblH4LaA+60a7qUgCGJj03Ia514lE
F5m6IKSGsAP1MTK0JAKSAKKW7q9/YcLPNWnfh+EzBGmKtvCxE5tkuCrq2iCVUBUH+JeG6/rx6F7/
EzRnz2n1dSze67Vy8e90/tZrzHIaU6HvVadYjBrkV+ihOcU+A8ELIu1grjEQEXcwyvMtO9v3Dtmn
oEZkU+Y3AswilEqb5uKsqdAtREXgqv9eGD0cRUrqoQJmjA8mul+eREV9+P0RSvfd4TiyLfeF0mFl
x/+m9t949zkmGDbrjGdjjnOs69Qhlsx9cEg5XGAe0wDh5Dx4JEk3XgMRaEsW4A9HuPW6NdFPzeCp
sMtatN5hKHMsovynabAJkmBed+yatCg3bR5FJ24DOQalRr4fnCJqgwSQhnOUqZ5s3aaFmERmAQNY
2gqf04FcaeKU0yYbhbMFZHNaCzi3z094wv/9YWsPXtiZWbWXPvF2nisu2O9IjFoketORA/Mg6JUw
1vqwLb6/ARdC3BxlaMF9tC/02F4cTvJNLKoto5UBe7e13vtCtJ7j86ZRlHHTZ+2FJGBGDtEHFe+0
0w/x1JJjE6Nud/9FFrhg8C75+9spN0okB1j2chWGhLrTsTbco9lIVIZxlbEeccl7gO4M9k1+tscq
8hs32+PejPtHTj0fTew1ftLtzBJyx38/CRWq7RxpNpeiMzbDgC5TEfvXYSePB7i8HZU0g9X4tjTa
7DjUtSOmEX2sSwSFaD7Kg3KdjVm3e1vhfmUWIUJ4EJn/xI4EruPvdxvzqlEUPJiLzN1wMmwsGf08
8ezT/VlcOA/mwHFRZ00+dGVzyQwDaJCHYmqPLHb/x9mVLNepa9EvogoQ7ZTTN9hOHNtJJqq09BIg
JAFf/9bJKFfPHKoyevdlYB0JaWtr79Uc7fz7/QGWVsu402QnUdCIMIDdl1dq+buiTyANPxdQxLa6
HQRNH1e/zAJ5KTQx46rzhtGdLMym4vvSgfuuegujaFsqeijcY1Zm20yQVBAF/q5jQ2jKghdAOG7C
Qq3kyAu1ldAUQoeWRtXVOc6fLlO3f5xu1mAvpDuWYZt6stl01XwqoubSBtMvZ638uDiqcVnlDToM
vp8JpA7gTTPxBfp1UCYjZ38Mv7ZWcy29et/FJA1gXeFkRz/yVzbowg4y4edWrGwPCBtxjbM6gWMB
KvT5Y95F+8xvV0LN0hBGDjbPbQcDa7+9WmBTRFVxcVl8nT37EQ/olYfbQgJtgmzHElmuD32lKxy8
PrnMSfO2+nT/BCz9eiPlohp0r2x0u6tuh6QgDJ3Ta4hrZlVidSniG/kWB3+LyJhOaVt2Y7cRvYSr
gMOcKN54ZVSrrUd8iPv5fC3eLg1obDatGu6KuhrTkQi5izuxZ7jRwJ8HqUxazW7V1nMh+TYxtbbV
N9Qe6zHtQBALb8YhM+PAcaVF/8HrI2tdunkpxTKxs5AbCG5O05gTy/IkGMtX7YZA7cCamDrdZRY6
7epyTKIKiV4xVl/ub46FKlBoQmdrF9pKYo50OtjRFXI054CPW22jTF5r5HhRWseQJSqi8Em0PXy6
8patJT+3/fFOkmfKSaPV7XHmdCqFEez3GGL6uo2PkSW3nrD3vci/yhIg9oZBToTycwt7qftzXrgS
TIwt/EddaD2MdWp5MFmDPdkEZeNsgpYpvfRNB6jEwP23oq9f+VQ+3h9z8fsaMSQeJQRB4Xafhl6A
utO4YaTbwtBqU8JAAtVX6idzj6ejDYCpcFdGXTgogXH5uaWbF3lE6jSLIXuZRWpTDPln1vtOElD6
XDnF0/3pLWSVJnCW08EjuXVbUujB2rB57MMMLyZy+Lc/b0SYxu1EHhV+k8axtR/FvJ3V8NKM6t/i
u0llgaIFR7+ftimkWveVF54BY4cRXdT8GP9RxyY04bG2lqUj6qGF8u0rD2cJtaQCVYP6WoXdwcc2
XG3gLFwlJvY15L7bxczjaRfa294ZnmiTv/3TdzBxrW4NS24aziwtg+gr1FvgxleLc7UKLF04mSaO
NY/Q6GduzNKWDkdF+qfes79DYODTBCXlUsEIgTvnSIiVQLBwPEzl5mlE8wzYtDa1dfRs9f2u8OBp
WkxXWxe/i7Wq5cIlYuozw2qM/gl1qTfWA9Cyry2AmL2vhmRW7k6hq3qkdr77ty9knPiqHGtZWw5P
VQ0QcCzancNtsMg6tjLA0poZ2UQPHe+prDXWjHuoC2UfgWnrkoaGRyhn4eG9vT+PpZ1gnPiWCCv2
g7FNkd9tI4/FW1UNqYaZOkwNIQFA9VbXXwphy5XbaGleRk4BQY+B9SVQnpPqpyQLnaNl9TyJ8/Ac
dL26unxNX3NhJBNTWgUNVY6YeOpF7icfpcTbrpPuNGy0VawjfxfSPhNUCjGbogOiXqZQ1JEnt8wB
nBW1vOpIedvID1fO0NIwt1n+1duYAp5BwKjp0ypXEH2x0zojCWf2cfTf7m+FhbvFFDuuATUY54H0
6ZAPXlIr6IT2ePomMMVZEx1amsRt6L8mYakZkrzuIKCUeckgY8ZUmW3ARvuxrmtxOx/vJDsm+pN4
GjJGcIRKb0VJQB1AI6mR4dD8ly8Jg5lMuNeeLPCv9MOMDhzELc4kylcSgaUJGmFBt86E6QCt5Of2
salfgdI6Q+PiYVVaayHImWBQQbB8M/dEiuLaT7v4HYkZN5s8T25+LWf/o78GfliaiREYvGYMFYXd
Wdpn0Ojku1DHXzrP2g/a/n1/vy294k0t41o5RZbn2A2Zas7wtH6cdPQB6kJTt69jCeWZJjj5XfR7
cGUSwc5gM0Xyu/JAccP/W0moFtjAoYkEnRCMfFc6Io3bvt+X7WkOu6Ml1V66+mPWz+epIdG+rdDX
y8pdDQdISrudVUAL1xrZcSYwGm2Hmxzy0bGunp0rmPIOfF850z4ruwMrgteV9Vr49qY2MY2IbpVX
yBSlLrhPsx0MZwQkN7LxGyP7zso2UQ7NDb0Jw7Qrv9bjfubylduvPiraXX9a3YRLVQiTJ0BY5Qge
glw+gyLG4iM+Wrzv5+HkW+PX2YVDOs3nj9PQJ8ye1+XYFy4rE/UK1hbqz27RpQrNayia7Kyw3kC2
9msLmpV0ig8WL79pz125qpY6AyYOdopnDzWtuE3xvzypsjDfF3b44HWnocsSy/H3A+rmaFrE8EVT
wddCqTnp2pgm2EAIPIFCMySg7taVP8cqjlbu7KU3jgmclZTwKmpveTQJD5Ejzn1bfmqKh97a+dAy
ZRY/FOpttKLn+ztvAe0fmvjZsc28oiu7LiWuCI50DI+dVgcH5tP4KU9YiF0fh1+6iewznreniUz6
Wjn+Dxey5B7kBrw+pfqxqPZlczOIaHfT2NDjP/44I1MKUQcJBLoKwKOcNUnL7yT61gtwmombegT8
yrGDFq7XOQkQH78hhb2FJs0+pvPVrTYK3tj1KZB7eAqmrr3W314MK0b4nPIx9CM9dmnkQGAwyRv3
GNvWp4rzN2azAxn7vegi90cccqgL0vl1IBHfgKOUVr56ygUqin6jb16H00Nj+3Tn4K6ylQg2VhU9
OaD+DSirF11efri/jEvBxcjLuG8RalmqT2OIFs0R25dlfiJOs/O66GMp7S5ZvaMXjrGJASaissZs
0EhltL5q7V6CAOZZ9nC0IpDeWfWzkNOzHlYaMUuj3Sb8V84B7kusHIYbM3QGNAp8ZDbjIas7PG5t
eUB341y6Qbu9xdaV1H2p1mOif1mZy35sMWTrtrucevDsCl400l0dTm8oO9WwvW83Mq/tJJzBTK+t
Nj7c/4wL17apjEzjgZSNKlE2jWGzGdDHRpcP3GHn1eC/tJ5GDudYisVFWFhXPwvhXmcF1qkTWbb1
ovbrLEM8ViqZUG4JvPDISlq1NKZR1AEQE7AQ1cMGmcKNueoTifjr6+doJIfREkAW6rdynXe5dL+Z
GGKq3NgDkz+65k6+q3MHMqPQx+fqAh+0xwzSAjGR3ybgFTn7khOyG2X0/f73W5qpEcz8vEFhbB6B
MyVypwQOhPTrR2iOnEca90nNyOtUuS8tX7P8Xcj6/3gG/HU8SNwCSatRZ5/K6QvMdj40BECceO0K
XSiS/LlR/vrzesbhq6Chcp1s69DAlUmMO+idt+3ndoQnV+V9giZoEv2q4bMNq1ikLBUcSbxyLpL7
C7owPxOSHPGQ244l4yuteLQfyJQdGiGRtYhZrpy5pTzBBCMXBBBWx5/qtCfZD2vI92NOWDrFcFaJ
wm3plZubV7aq+l3cyjPcJbbAbXlFfrCLCvrvMLQGNY3W4On5fG3h3593YGp8VL1qhauLNnWYe4jE
YaYJ7ZrPfqifbFpeRtkfWc28TedaPzPPyhMxWdfYKc7c2s6VvZKq3F6n77zGTAi1FRKo4gRzjWsQ
Ni994x/ZxF0Yh/ZAAhTeppw9tjLUwk4z1Zt7iL+qqWV1Wtf2IRzUMyw8X+7voaWEy8RRD25IBKQa
6nSYOis6e66fl5tWsfAoJ1dDMb3uDk7eFB86Vs17K7CjfR2plSfKQkg3cdQ5t2c8umB00g7lxyyG
Y22W0xM84ylsGckaoH5BVwDct//ek1FBgLKyeJNmNmAYjQ4OBXN3cTRQtNid/RA2dRL5R2wlPDuC
0b1GqoGuQQV5+hqNgyneFZZQ27Yd6bZv+rUmwoLeSvgnRv8VQbgG1b7lqK3rfJAvwATD+hI0xO1Q
8mcPvB2rsNQJwnk6KeoQxyxk4XQqPP1hzNtPOlyDWyzkRyayupF1BcUh9BWCDLicuTpEkXWR1SRA
8BJngNQ8yARNu5UN9/7pDf9sxL8mjWACfZfJRZ1/DOD2OcFMGmeSBN5v3YbDpon916DjZxsUnYSH
DRQt8IG+cZrC9NttV9L+hR9hQrCHWE+F1Yg6VUH2K7faFxL2+9ZdgWMuZUkmBFuh9wYvmrZOHat7
ci3ofksx/Sxm/2DTaKPnetfADBwV/l3v0mvsqxV88sJ5MvHYdhNIJ3MylpLxpoY2R8ew6c4u1nZV
BHHhFjex122mZh0NJUubWT0XFjgPkHmHzBkUwqDADrJzta3XgEZLB8TEWw+FrbpYkybNa0wFyBgy
bGzJtpWdH4n0DyFDKua539t2OjIujqNjH2W9yhxeOBj2LR7/tVU1jzMQ3GiTasl+lCCm7bjb0Z0n
/X5jaV1DIkizEDDSZhNX/QnHpk6KErDpousefDD7Nty/TDHZaGidZxUrt/m89qhZ+tRGTANewakh
l9Kko1UlhRreAuJYSWbVv+N5rYK+NIaRscHAdiIU0vNIQq1PPdJehmIE9FY2JLZWsCZLS2w8Jsuo
nDNI2vPUneFSMgvIPcoo3zehP2ydgo3wAYuBQAes5374Wbi1TXC2BjYaOgwaKcw0fMwgijfnxWvt
z3FCq/xxiIqVxGlBBwjanP/dO15h+XEDbX0YU3XdBc4nICFJOLoUPGZbzLN7vi0kD8XO75qdNXTf
i1lkx8y3rEtuaUQHCz6YMJt1dmUteUJmveX2eJhsmCajxeDoc9w7YBhNW2AN32h3Q6z1SVANuzBf
IxcvAORAWP3vLHzBbT13iqW4LOMEEpYHwvyT4yZTvQmsALU6WB9En+1mOkKPeJMN7CRlj3Im8fZO
Xfy6/9EW4kBgYsO5oEJKis3ujxwCPJY6FuoPZm2CWlI5Dp/D4Q23N45cAgNr3Cxg3mrahyvUoPfP
QWCix50hC+Cc2TZpmDmf0OU5xBb/IGm0t/3T/Rm+vy0DEzXexCFptHCatHY1WH7uATT172KMt7DA
S9vp8/1RFsrSgYkEl50lZtAYYSzHpP1UODmsVkjTPURkcjaT4jGSo4Jt40FvcocWl6IvsgQGPoAq
d+yh6PB08R2+v/9r3s9qA/MOtpoYReQqI2nO2AuZGzwjyuHt/t9e2rjmDSypYi3KiHMaQVoymXi7
qcrg48TkhrJoH2XZz1BHR4in/r55OkUkhM16Fe9sW55L6aVdmx3v/5KlL2vEaRUxtGLmoU7HUvxC
af2IU/s1KrtNCNT1aktjIcUNTNXqkdWQlqswTB260VY2iNG1syEV+4as4+NYqz1V1S70hk1oF8/c
g09sW13cfnyomorsEHf3rsugzu+ceDn907slMNWrZRF3NeqkNY5t+YAMC8Yb/fDt/rouPFxAtfpv
aBJlC8dE+OimFHAfMBI3GTRWBWRqv7uWPHl+tGll8LUampW3ytKAJoKdaRGPg92ytKIuVBDDQ87d
J66zgzV/iDpkJT6gBYjTQ5BUrluvrOFC7DFh7KpRtAfCiqFx3R2qHt0BOsO4tOb5IaZevrm/mgu7
1IQfF2y2Q07bKu10s0MXbpOXkJi29RnO0Jd/zLoDU8BaTrKMQtspU9bl0OHs0EwpSxeKKysRZWkW
t2z/r3zNQmlLViFAq/yWlKqZP3gV2fiT9ZI54sTWJFAWiiKBiTgG0qpoRaiLtKzsS6xj+Vl6SAYF
7DWPbjZeQgX0Ig3gBFsVR5oVP7TNnad4nuGdmDtzoqO5RiddnaasHZ4mUa7Emtut/P8lieD/0/+q
jTuvmdG76nclodAo0o+jVNsqLE4wGyVbxrFF/23LGIEN1d1xkLNTpJCVTDK2RSvz3If+RlaQ4gvW
FIIWpmTCoX1aTlkBG09cvS92EJY3P8WLbItDTsmcWDj6fWk3h3+bkpGMxuCNMTrJIs1A8Zgp6iCe
5aL6Qb/q3jkBtEJX1m7BZCCIjOCVi6wO/GouUpieo5vWQpRz7ovmwIS18cU3IG0Duyy2dOxOSjQ4
hhOFVm+rzoMHslE3nO0p+NbD3WrlB73/Hg5MBPRA6wh2zVmRgtlUOt1Z8TFHDzYQKyu78CIOTJaK
zD1QZ6G0kwb0uZiKfa80bNf072pWh6woiyQu5U3d+yTH6CFXK8X1pcQxvEWKvyKCDbII5Pgijqp2
9r0Z5008+1/an0OPIvQIx9f+XLjVzhucqwrrOvErd1vhrry/nd5/KkNB+7+DW3VcT26DwdUIVDFi
+ImFsKh2PsXuxya2tp0cU4u2KyD2peTOJLP4Qx6M6I+2KfzdT4FFxotCC3tu2Vce0aSe5bkYyOPc
n0E7h7gjLF6QutcHUegbkeD5/pwXV9x4M5fVMLZ0FG1aR9Wjn7s70c47PWL71lqk4Ex8rjxvE0hv
V3Z8F1f+JXDjp9WW2MIVYILgcb1AsMyPeeo7v6coHxMS9EVSi/EEObZuTRR/6bgYgaIKVcAUvKPS
W+yv8mbfTd5DtYb2W0rmTJln9EMHCpm9LPXr5gg7sw9lXG0HWJsLi+5CqPpO0/zoM71RFZyLo2ov
crqx0UV1++maRfEXSqIyQSdgtTO2kIWYKPZJ6LEVTYBfRNVj60tIlvcvjuIbdJjvb5yFJTXB66Gs
ZejCkQ3elv4LFf1DUY3Pq273C9vChKhnTGQcBAbrasEXb9NGIt53s4XmNTpcUzOJfSbph/sTWTqH
/4dJt5TkBURir0yjI2sfAiTejvuE/yrJhBYtetvWy9Q9o0eegGvieGqT+SsFwIXr0sSlt2TsWjQo
rWtYi20AawPufLk1FInfbry2PvOf9ye5tB+MU049JC5RUeNr4RXVT94pJOqcBzgMa4fg9pfeyWVM
3Dmkn6gSWZelhRR24nlzk9w6Tfd//kIXNDDB5h3KsyooiyyVnVttG90c8vFhLmS/E1AYz5uyS6ZM
PcRVkXSFeFHodieUdSv1hKWnRGDED9fS9qgifCbquC9BDRqzZX+M410wZYC4fO6kk+I9/NFae4Qu
PYdNeHolJhU5UlvXkpDpW5uV1scCPyHJ4QuXoPj/yrNg+N1OzXNXVM2273/lWfjLh4BhEtI63PF+
/D17fr6SDiwcdhPJ7ozKyUYhLSBp2m8iz56y2tutnsCFzWmi112ps2Zoc3xcTtSj7OChKa0IyAQW
uwiTLNit7KKFPWpi2fMCh6AhGKhzz4S07Y9GE5TEvCHfQiFhPEG7+qP2Z5Tp4M8sEsCM3pgjIEBs
N/WWsClMYtLs7/+Ypd9yW4y/Mp0AojxsGASizujAhLQUY1K18/b+H19a0dt3/OuP516sCivvrKsz
tjuYUz/VVX8ABwQmfSt12aUTaULcJyvUDvySsnTkEYrr4aOLsnb8DB+bqRpf29Y5jgVKwk53tOfm
slp4WwiYplxzTrnftC2GLYY6yWb5qfJRdI6t+nOft9tWuzwJb+nSv62j+991lB5EM/1M02tVNacq
Cw5+DllAwo/jGoty6UuZkcUdRYG4b0GZim6hqLytJ9okXjdchoit3HBLp9d4vHjDUNARwK1rMXvW
ZSbqm1Pkw3FgebRSjliYhYlvDxolZNPl9DpLjqOUvQTehITSfaXjuBKDFyZhYttbLxdORwi91iM7
Wdo6zaVIo7H6twhnSiXXTRTMBUXLEljOa0H9FzbY10rPKwv0B+PxzvVoItrbkOWVvP18UGjeeteW
bywKE9t1YDOkYS9Ab1e+nwggbGAVCXSWfgoE2zY+hGDt2oG3BRdJAbmYHQFGBoa4br9F3t6sZHML
+ZapoZwrDSODmGXp1EMPTNcQq4dOR6unN+rqw2ozcuH0moh4W08jiOVIGj17OpMw+K2i/NKFOomk
+Drav6ZhZbcsXaCmLLLIQzKoDObZMyufdFCggctPHqwd2wzP9+e8AvrTl/Pr3B5UyfbuGG+m2fre
Z3SfW2LlwlmI8SZCfvJFAJe0mF6hlb/hGvVO6eJ0349Nf56l720pI3TUne9Bi/kW5HmNcmPdDUce
yqMaIvkg+kFHG9XiZdkOtf+5QFXm0MEOL2GMq6St4F9RQxxI2O2j8tvg0RkqPHf7/oV18ORuxtiB
6yrMGbze/UZ58KlFp6hUEILsJWTx4iF7ch20FhLY23ibrIhkEmcUVl0tODs/uV+QvS6otQ05qX6w
UhQVLLbb7oMsGWAQrAmGDCI6RP4uwB/5LPA8yhUPt42qwYewaU/2dRYBhRTZ8lsetfMeD3P4Keqm
eYSMtiWTvnKGCF2toEfH8aar3VRAEWXl6zxGbJcPdpPywJuhLea6m2aK+GXqgY3waxt+m/kN9qjR
btKCfc3rDM2owpmhfiiLDayb1dbKo+ZUoPx5Fl6JUs+AI+lOdf84s6n5nOl4DSO5FNWM0CygeuJ3
XkCvTmcfaFQ/jz4ur9UC7h8Z03f2iEkp8IgIBhQZspSXb6gXudteiwz8WvuhkhICJwLXAdOJYkC+
FUX51lV47mSynhIa1vMG9mj4Wn3xrRHwEyKxTEgL6hfUWJyttOIPmU0PkE86M15DIIav2SYtJRcm
0MYjE8DSXeeCW1rAwZTC3xyYvQra6UX3Pa8/QbXodHMEjKVq93OLgmm+RmtdihwmtcGrkTe5tEc2
WkZ7QdlWCXGgEsZG6Og6EQyI2zmJ1deIyHPsQc0dqU/0IQryjUu+rxxtpBfvfbVblP47fQPXpXVZ
bUOwf4YBhnqxy+FgjeQ1n6pXC/Ci+8Ms3NomhwFqTyC9OK0NaAjKwbV79VDlyUV/aOLj/RGW3tYm
bUH3bteNPp3TlufXMZMVT8Djgt+n4s+t7/1UMUVi3UeJU6ktACNJoORzF+dAUDVkeAC47d+sMQOT
qECp7dkZCmzp0A2njgLiE/nkgId/ouJsT0RnwQ90WHnWL1XVTJZC3hYNXPEGOEvb9tlx/FOT6WNQ
6acaL+RcTEc/dz7EI/2ZiX7nQdz4jyzWmqPywm1OjLRVDXETzKVrw8cyC5Mh1BsHkCygYEhie719
INGqRd2CFSRAK//dq83g0cjTtp3CmK4OaXvWbv7Fzyg0P1GyfWTMQ2CJN73jE/Dfm/pNkYMsDwPu
QbsLn0vYaUE/Dj7nYZzk7RQ88lbByY/WB1e9zs2rJQOEY6AAKZhsc7vp1BkUH7SgkIavybEupCUm
oG6ye8hl2Ag3ITARPpUbpAQP4wxnkWjc2br/aa0duaUDYaLpspk25dDCR0z585ZAUNYrslPFLs78
YI8+ODPxUwYdL8HbY0SGo0eh05ShQVmIlafhAh0k+PMh/wouNY9VzebMTrmKoA7gOl2beBY5VmKI
dxYpUyTyP526/lXbDUuqmcO2Nm4/xrfEUOhfIdy3dKiA4SUDuJLhrzpndpzETl0lEfWG7WgNNkSu
s+mH3+b/xnFGhfm/u6wdCbTI7HhO2cTGA8lZmcSB7o9N5q29mZcQQKYeO1NxPIWjM6dCBjrpdXWw
XWikCmAQQigt+adquM75MG0cbwqS0ObyWOm+3ECDam/PswstNhZhs58KCM+5cOfE5ZEA6T0epHTR
S9c9ck6bqOEiSB092eEHhqLfCDnBQX5cibfv72RieuaGk7RD9J/0BayO6bl1QAZOyi7CI6PfuJ14
5XP2ua5cCzQwt056TtDI8aDHGuPLtmNR7ypOfrMmgg2y1O7LVLv0PNvZqub+LQL9/81GzPZgX/gt
IAV6vFhRD33D0W7RSLKvZZS9uNguEACIRdLAjWGbiyHcVuQxHPaqm+hKRv7+lUdMpSTH81pJZaQu
Q3+rugT5d90zWM2LD3xNOej9lI6YrUKIINkQGejUZdTBU9574Q56K2oHefk1q7GFj2w2/7QkTihU
pS+U7H1LjlvI053yCkZyNaC/AbW/OO2aMcbCbMw+oO95eZENxXApMVNw5oZgl4/W56KGaPf9Pft+
142YLT9OgSKC4p+6NHb9UA7FVwrZ1YYUr4NFHsZ+jKCfQC+kX2kxLi3ebWf8Ff7AkpSsKmd90UE2
J1xXkHylT3Hd/RwHb6u86pjrflX5eGG/mz0+O7KboQ5h8zQ6TG0IF/aT44ePAjoww94Nmy9TGPJN
F/jQ02B5ad2coPGecqP9/cV9PxMg4e1l+tdsYxtV66hv1aXv2dtNnKnwHiAMC4+LMP5sxT/vj7LQ
LSZmF29WZOjhiAO/jqCoqiOsgDe8A4wrHgHUt1kyCchMwz9wX9ldeQrGqZ5Ovh/9U/GC/B+/hLQR
XqDEPiuv3Pdj/5jR7Cjy4sApTyO1xs9e2qhmpsPzWCjt2mdghfIcfryifJni4Szr+JttO8+18I+K
hiv39MIbiJhNRTxUla6Aqr8IDr6Kx8inLp/Pgr4N+ZwEVn5hPfTjx2w/2eFnzbuf2mFr1ZOFMGm2
DwdvBgLl5qbswdTwG/U+4AM/hXLY2ZAoBmX1YwmdDA8WPFEtDj0hEoQplE42gQalyiqRctpjAnbA
mlHEQhQym41RNBclh+fzJe4JLjMFZ3NRN7tWr6klL03YeHGFLm9iOlrlRbfiTICn6urwcEs3gVy5
f0YWdo/ZZRwtt6K+E5cXJcs07ulrLbpNH+57h26kLl4FAzHq34BVxGwrzh1Xbhk287kh7dZuyTMP
+iM0aJ7j/NmqV5KNpRkZsaWLGrufAotdoFmRTIV4Avb13AyATgCrndK8TlkdvKo1FNdCKDMbjDDj
yQPXV85ZwTuVhtVXFGtvZjN4CgyiW/lKCw83YjYagUhuKMCB83n2mlcxlqexGeINCs/9JuuOPXiP
o5XvfMY34IB26NvkJ7g5fYSZwxogY+HKMHuNvkvb0eocdRHlsM370tvwEiLuIkR9AYr9ZfNZsWlj
20on5cxP1ji9Uqdda+vcPt47CZrZeIRgmQ5C0mlEHcBAffo6cdTEh/oSQ588HABTk4BwB2H/kmkB
X4xbsSq+igj/qNYO48JpN7uN1mBN1A8afZmLKJE5gMYexJmpgobS/bO4sJXMhqNCAtjALVZeQs+h
t5flCXf/S8PtGu3GvDlUYl45I0sj3f79r/u3kbxubCU1mBih2je8bRLR3lIa4dQnhw9A2cRrmulL
y2ZkNnKec62yTFw0EidG3N9tNR0bJ367v2hLl7wpndX4srLAzpUXX3bdZrD2JXA7myFsUbGt8VjO
rWkTBsGX1vrhuWxT6PLf3ufE7DW2rAB9fCjVxYdu61zB3bAPnENDy2NAnZ/Si7+MaxSahf1v9hc9
VoClbpPhUhSj3GR2zzYdW0nGFmAExPR+HcPMHqpAOOeAfM4b73cM+8JB8WvnlWkUSNxsQwAPJ+hQ
jWsvroUgbZrBBkFjqYrPPYQNBn/DmCx30DB/qEAEpggf57plzj5HXWbjygG+qit7ZWkvGnVti1tM
zlGm8c6bjzKGyCE659Umz/R2cpmVahfUGj8nYgeN2lcwrUoIb49g3LAfYZPVhxbo1y8Um/nfTrzZ
oPR80NebxhYXhb4ICk/BG7WBQs/1tooETAXWts/CeTe7lL1SbjfOuKTc8MEn31Fw/HpD9dDZZ39U
Mu4v79IoRlSpggJl2zjUl4F5IFvFwksa5VeJb/nfwtBDdVHxlVRw4blk9i3JFCtINkz8IkLogAyg
1O6Uzx80RS44EyhdQ+uV5M4Ku2zp+jX7kJQFtl+h1XuJnBPKT/t27OakaR4yXAJh5e97KNBnojnU
oogT8BcvrUITO3LclR+wsG/NBmUoOYMoK9Q53HI49kSdup4/TuGa5O9Cmml2Jbs5huJIwMYLAOlw
0fZLFJ3hdrqDhDnfMhGtOWgvbZBbbvHXteOIogE5qZugIds+w1BomMF2LzKdiKb7IYtP97fh0mIZ
DyKQSkuX58V4aeAueUF21h9JyWU6Cu2tBJKlBTPiyOCFQ61zTi62nT9Irc7t6G457dJ47ZMsLJXZ
IWtLBD+e8ekMrgZE97O6zbY87MavskJSPhXjtivzl/sLtjAbs7WUV31PGIvG8+A21qlsC2cLsNNw
tTkPd9Hu3wYxgoM9oQjvdf14LoMhOsInO3qEJiDf1sPEntEAHf5xnNsk/9pjgo14HDZcnyf4Lj/V
Y2k/Z2DIa3h1l/MT+o7ggf7bjG7776+RIi1aIkWuzyKz9aUY/bFJrMom17LQ4d4vlL9Wnl+IdmaT
yHVJHzcac+JiP3pj9D/OzqxHUl3Zwr/IkgEbwyuQc9Y8dr2gHnYbMPNsfv1d2dKVqjlFIvXLkU5v
qUhsE7YjVnxr08lEvTmpyU9VaNBHECriH3VYBP/2YtbfL+YS8AddpS04p+YQADsqs7eTqeqLR4Np
ewQGhivn+qUXmwWExB2zGj0R3dFETtajetjYI93CFoKg98PZFSo60HFF2L5whJpXhNpCOgVnih3b
gsG4JDErDuh+Q63yH1feLCgoJ2krDgz4sbGr1KPEPunSRgrP8d1/THvO6w1podyuTjU95mjV7k65
ixhQRFAGn8pEmq/Xp3/hbDYvOBDZOKqXdXXM3FM0DL9yJ8N1StspJGzybRzQMiuI4RP58/rzLt/L
F3e7OQsK5h/MSsADOMpuaNqDRVToRXCGtXCHM+N+ZVEvvdUsLsTo8zG56srjhVHh6fF5QGk1LukD
uo9eCahiUSe+5SpU/xYd5h6xwqjxFdnQE/XRkJxxnOxG9Bmlw4mZogcCiiBjd338/pCCvhrAy4r/
FIjyhvWJEePVjLbyCv09Ms5W/w1+oucpvQhvt7L8oTm/QfQo9BRUMQS7zaNigwfLd6+wXxpZ7qtR
nuzy7fpPWti95nSoDucgWCDW5bENnQ3vTBTwum0fGo+GGH8iQXL9KQv7ljmLHrBy6bOk5MaxscxJ
3+cq7zs/hRURShBlQi/UuHFVM7D0sNmpIgHdo47SyDqOWJV54JjIM3QNybZTOxrtBmy6NTDRn9//
1XzOAklNsjLMzKk9htaDbB5hr3SZQxX5qXVrhvdCbys0lVFmBiEA/ZG0/CnTgAZuS5H4oIT67VRt
MMoVymhRawZ0UCsf0UIM/R9UlNtEKrTs7Dih4yDS8lyz4vs/TeacEAVJkBMOFaJAShnfAKlg+jrK
uhfTVuNBR9PwcP05C9FmzlsSaV9HndnrYwJbp20hW3z1rWXuJ8Xp4/VHLCyVOWdJCsyBNmooLLKk
yX03UagNC0P/h/szuSVJs3bWWXqXy79/+vCVxTR0+Nw6Dp1AHxpFC+MANqww7yY0sUYrn9lShuWP
aODTYxicxcLeRktGKhvfIXbsx9B94pKFtgYJuq6Q5hHYMKQ+eAu3TApC2ZoP3MIB4c+F7NOjw8oa
JBsi85g2hvA704ZhTg3ji9ySUHklznlCTwXy/TnQMdcnb2lMZ0ElpGB79nZtYonXKBZkA9y9QgCE
IMgDMWx7/SFLK2QWTKq06wp41FjHWrnJG9yjZNDB0nHfwHghQNfVWlVx6TmzSOIYAr0XAh7yhcXu
WaLv1Njfjh34CwnJ1uq+fEFsY80RDI5JqaUTXhxlWWXPJkl2Beteo9YCv66k1DcMUpw7ycShFNNx
LGpfN/l0hqokm7Z9a8tX0g7qkMCAzxch4HdZXBeQgESx37rNLz6ibGPmTQcYqaiB3jQewhpok6hK
X0J96YmstQzsjuZo0jb5EXV5SO77n2Lkd1qi4wf+zs49coTqLqWpDBI+jbcM6s+jiGE2FkXkkHbs
Ka7du4T1D7jPvY3Ak25GMKxEy21YreCx0EqT4RkrTW1bm0q0tyNFqmq38tK6fFAaLQ2pvHTckKg/
GF225baF9RPr04gMG0DDvIMBUjjurbQeCo+kBfk1mLHw8F/649BYR+DQTXRaDdaujGCcagCpeElX
3iW4zd65VRjeyazcUNn03y76pJK1doBrlbXhTXsynPodVESoibv0juR9sx2gGHwWdTF+H122KWx6
ynK1q2hYCoCY405ujYQfUieGGRko833oF/CxGBlBz4dh5VbqmSHP971GGgca+lh2Z7crTkYJk15q
5LjAh+GOk8bY2rzqb6mIfbfUYMb2+UPNzPueW/e9w4ftJCFr3k1ihAC2deE3EhJsmMnQ+Xbipm8J
qPNB3JKdwel4r/rqwbTJbemCIJIVycsEETwYVyTXkFSSPbbg5xJXEB8GeGeexjzACVvpAJb29wx9
un6tuenj29X7licA+6nIOTOsl01i6DOxIK4bJCwWZRj6Dma/IhYXQaXscRciD7iHlGwnxlxsaQph
Sg7eH8TDMFU2p7wzDiID1uU5TZNY+SZLDD+MKS4sAzFtILdjSMaRbjg5VgMb9yZk1dGB5M5rrYaj
cV63Z9BHbwssRhMyro3jQsWwc2or1l7WDDBa7fW+a+3zIPOXodU7Qzldvin6zLeZa6ePjWy7s+YU
Jsgh+p5tDkSgcLHnG6wF3IiFJ56Hrd9W9MUw4TdHk45joSVu5nMnU4CyOc5OcOnbTrWNmdxVfEJ1
Dwp+wJMwoGX321WODjIBbZ6oRXfoJosGUAJD6W//uQZMNvU7+t/Epoe2ddL63pWiQc69qeWtY4xn
c+R65yLPnsX2rQMr48kz9HijcxJ6kupqOiUKRYfc69veOsoRInDWdVIFtYOL+tTYZz4UHaipWmVv
g1G1GAQ2+GlnuPrJAk+b4xJivoRF902w4qAsm55jVcr3poJVT4ce4Iok5X7CmbsWUZC4xsFG9sd3
x36LRnHzDjlIY1NxAFKZSjAFWu+cWFaHiqJWBJchLAuqGQiFcnxQYUS2QNkcW2XBgnz4IWTv3BqJ
eWH+1/iy9VRO71OcQikZxzHfJUZqQlFPQ6+vomNGLfu3lTUaRGfJ8rscjru2b3MRT9uqj60zhwep
hOYJd94+jW44DFadoO8ssOymXoAWmEKrnmsc7HXyEUUCbThWl/ocFl3/GWGOinavqtc4pmpvNHm9
iWwan6GBe01jO1Ig5/bZHSOCb00UKHjG8W24PW6jk+27BRu9lhiwcaoshJmQ7VUtvgPHYLy6hJdH
t0Vt++JPWAVEC3wFdgxrmFz19I6rGv7zgyYeLcqLLFHUhGwcIHpforSEjWODXczBbomfIGvMRTTK
jY5pfm50ehcWbnjjiOHuQqcqc7MCqAjAs96UYGbHQ3YuEQ6MqTG/GXa5z6GfxwIjdxL+fNtQRM8R
Ekm+M5aWXwCi2Hq8EqFnVgSfc1hNv0r4zWxVY6mnfsJhwUEX37tB3OEpocx+r/OOwC8E+U5/6FrX
/UjdovtJWOOgR8DKq+ew7v5zso6ckPuEIk5jKiUHzUcSMqHFl1pB1YrpUeXVtG2zCK1xJM+QXHLq
/mfParVlvW0EDslO0Cm2m1Cz9MPQrQbyrccJnpYARk51FURune/Lsb5vIUy9A17G9izW4jhPa2R4
PFbYru8o92NoOrmncOh5S1H+KY49Yb32285tz8nQuwIMtfZb3ZD8bCk2HfsMjtBH1TjArdd2+x2l
hBz4+Xa6z0LGn11rbL26hbFTyKssKHqeeXkzytusizps0472m7Ks925fOrtJFfLcg6XQc6M+VmKK
NkZUsXslaAbQYm8eiEsPTQSCs8WbTvg6k/f2INzcm1g3DIGZWNHWFuNvEKFscSI0jasPgaKDr8Za
7ngp/Cpz6+c+So03iimF6C/7zUqW+QUrefmiBZu6wEGy2wqcxBTvae9S4VWUOrdVNu1LYug9bESL
3WjHw65KpskKCFPfcVmyM9RRQC+0Uut3ZLbOY1HXpd+m8S+LNsBUZZFRvHc6p8jVu/K9r9tsU0WW
HQBhYRl7XUSghOBMk4LC2rWotsWMAqFm9Hekg3q5CzOGONk61mFU5jPKHMZBum7/W48iehFVqe9I
krFdm3PIVeHbamxck2O6sjZKtzlz7pK2n+4ZnSIfNewjAtpF95UaDtuWTSqSY141TeLD3xZGdtCg
1diyCrAWQPZEtT8rgSyU0Qg3xylLugc0ZtnPRdI3Z0f0+YtwJ7gxcEu+KqQ8cEDo0HKzhexJ7804
G4ujMgrlUcOC2TAMGrmfdFGOGJSkhTeUZDwSUGdR345IkIXAloYV2Vq2toKhYPAcj+EQRgBXV0P6
wppw2MJH+QFse2SForSGRBo7Kc51enyyOjxBgd/g0bh6CXEQ84u0yu+1TDBzmSAr9aCFhMOc00Uy
XDuaBgWfjl7S5dboVLtOxr+yStSBMACL93iPIbh+fF+4Bs8BOT23W7DLreEYopj4lPRWpzdKKZ6t
XLOXKrJzOmZaWazWjh6PpZvdqBge42rEEaqqsjAAB7TyUXfOYKgQdh5Dh9STCu3/rr/an6zb/yYf
7Hk2Dg3tVewk8QTbJueA+yv8X0iPkx0XP/oyq25wqBbbogsPtlunH6OC061TBjlVvi0GbDqJeCjp
GJiYC+yhEPM6nHuJ8a1gdM9xdPd5LZ6J4XJPJSz2+94pdlkKO50exvAr8/P1Hc6eI95dPbVR7BZ4
B6Y/sr5Gcp79bhx+f32Mlv785d8/XUpzZjuDNPLppqDqOzqLOyv6Xo3icP2vf72U7T89U5/+ekqn
tORmNN3EVugeNW+55wxl6cMqOTym2Ny73F3JHC6I+ex5ni6HuVnZNOiDGetok7fvA7rm4iTx4ii+
TQe9CzN3i7mSHsLNWWKzcNdKGouPnt2zKSTyMjbFdBNVaKGbAHjbGOQZVe9TPnW3Q1v9JujS2aIn
xMuHyLMM65HipLIit134wuw51L0t3KF2pma6gXAIX1d46qxQB6W0ukcr3LpUbeXooieQpuSGO84a
Q/pP/e6rz2t2Ix+IIUqB/qmbQck0wM7yDTij2sMN2oCne/4UgxbrgcsMAFadbzIVeXkB9/QYe2dg
s+4l1u42NPQu0dA9F5BiQex27Kk4TzR5DtlkeEMNxzoCpviDjMmT1QwnV+cZLjElRA6d/QqDKUDu
nIY+ODUBtkSngBbCkWmCeUZ+UGaTb5KSWlkQGbkHN0L8TzOtDftldr94/XlgUy3sS6sKPEXYie4j
d3pRI/dRAfQGduLF8Mhd4zjp5sl06beLw8cqF2ahhI96/d8fLclpqKMUQDFWZ3c4aJd3kxW/Tei3
3GrWfMRxRIFQbR5EVmwnqKAq+6EMKc5gzUrN+M/S+urdL7vJpw+74A7LELz1DSboRjryGGd0k7Pe
m1qQ/yx+N2THuNnQqMClCoWWXrzAvPw7SeWmRkHpMkrI8RK4xNCfTf+fOazpmL4ujdh0Vu+TKkEa
txrHG9j0eBnDfTCsilMJVum2J3I3xeTV4OajxYeX6yFusd3o8ks+DYU0xrYApIfe2HCAEzGiPwvD
Y4ymhDjtfYpGlYgyNEJkNs7Izls2jWeZlD78VS72ONd/xEKcnSecpVlHTY/0FKyLftG62oiuelNA
7Si7fND9uLn+lMvy+mLS5+lmEhEX1BREWGKocwtpWAvlN+ou5spbLMXRebJZI5tQuygF38SicI7o
De69eIJ3gt19nyK2ZZlRotuYd+cGWIrtyJtAjI+wP3m7/n5Lfal//v3TVHJW9jZ3tHlTjWmFu2Wy
wfUiuCB+0X7lxJBma5zHKuz5yHJYcfIjITzo2/ojjiqFbBd5XPkhl9zpVyM9+7xKq7YJZFQm2Lfl
Tg/0lmtxExssqCv7VFByJIXE7DKKAcJCc8C/uv7khc9nnqOeoMnW0JeYN1TL44ieIbTt43Yjsqc2
+z0oELTkdxeOASuHwz/isC9elF5i66cRR2uZZeZRO96ASOczjtSnK/OHZFA/kzyaArhB/6hNuRdl
9WMoR3ZoJ/OuE71fS0f4cdpknl3xp4nZwKCYb0qWO8nZxmTpuDd0bm2oCT9YOWaNJ6zwuSjIjxIn
TojAmdT+AEWQQk84cEeV2Rys9JDlezfrsl3tToEGMvlbzBoApylApo4u4Cqa+M2FHenC6peCzO/Y
TsBbKyjsKRBIVYg1F4iFD5rOkuphU/WUuCFsF0Zxq4E6yyxwuRXb93F5NNcQy19XJOw5+Zvadgx0
vGWeE0NeaPWj2Jmw/uaOtRsSFwTLlQ/769Q9n4O/W9x/G15q8wx41WZoNKjdtlfACmuVWbPw6fI5
lbthMVg/bmSd7eIi+4qQuNkB/LdrIn6fCGc7NfqhtsfHi42PQTjIkTDWIm3yXuTZjS3JynH66++H
z6nclRnnOP8T8wxOD8wBNzTpfRCNL4SzcjzA8xzpgn+6GPA5gbtIIKJFa7B5RuoGyjD64JqTh/rS
7nok+HoF8jl+29DIDo+9NpDn0q+49Z5yxjYAsJ9KzB1J2YpqZnHiZqGugbw/VbG0/38Nwv0pqPRN
Ee+GahuNdyS6sWF3mN0p8gJeXFiiRrHW7/D1hsbd2WFhjGK7sHlkn1GZg3mhMezqKvkFe7mVDXPh
ZM7nCGoAUVCDS2L7XPS1H/EeZMLotskTPxnv0FQRNkjg9w+1XLkDLc3ZLGqURmSM05TYZ9K84Vue
GnVWHYD4LLpUAFc+5sWXmh37x9AA3MLAqPHW/cCC7zaX5c1NfU7T9IZSE4aI1rDlKB2NNayGrq/H
hcot6ml/bxWZO5nI6ZWYrHY3AuyDFULJK4awdm5I/1FZfdCC8a3V+8oDL3vQ/+5NuBj9/UDgTiJd
4zM4iwqoQJjBOAgal2TbiB6/j1iMT2aVnsd6SJHrOqC3njv/Rvrj/8Oe1kgukVaK8xjnuzyxej9x
orUJXIjGc+S0ipKiMaTk56pnT5DFPSHbFNhuvOmBKb4+dpeP96uhu3xwn7Z115V2husvP8e9/V/v
4NLNrHolMC0uhFnEyAu3sg3T5ajP4A9nkI/2EgXhaZei+7EUOPJLBbKS1Y4HGx7HHreclczc0sjN
44VrFJFCh9Q5zlwfopmzY5Itr6ynJF75ghf2j3nzNukmeBYSxs8jjYKpBv6kiPauO52QrKZ+aiTf
DQq3nDV15ELAmPdqD2XugpKh7bNRDj9HeGLCyPAtT0fYaWSBDld2qgV4K5/3a0+pMird9/yctfE2
NXFAg/zcjVAe2k7pe0ZBv3qoh+qx5zcDyJxxeCybtzrqUc/jqecKVCpwKl05cy4E/XlrtyUcyx7c
FEOMQmDtTbXnFP+27Oed3LaEEiJJ8adxshrA1Cmol68a/ywsjXkTNyzz6gI1A35G3poBZGg1XmOg
88QbjBAxEZ1yZVcXAY9hMxI15cG0RfloEnGioQk0Qdi6oP7WfZIEbT62m6EqtF+6ielLQ2SgtEBe
d/3jX9og5n2YPB2nqCvN6dxk6DKIoJQYUQUdqP6OwuQzMgY7m4XAGPa3q8b2Cwt53o1JrNIkzI7o
WYfFQ16qc2fLpxC3tLbQh7zoVjb0hTmwZ6GnSotkRO/MeK5xg59Mf3yYVHWrDXLfNpNP+IQE6pp4
Z3EYZ9EmMbuqrmBbcTbRHxim5nFEPgPXTyQy2qdEGjfw20OJI0NSFVqpco2rszCUf1hon2K32Ydl
J9TkAM0nNmGa7Ur45Mrhx9BnG3h1xyiVZpR6kB/7VShPE+hoydB+E8Ld9Kz7Td3xpqmtx+traenH
zDYSuMa3JIKF4tmIcmQ09a0yxFaa1kfaqntrjSGwsF3NW/jhtG1WNowCzn3usEDFY3pLeyj3rr/D
Qp6Uz1v3uyxFhVdy50yRFM3CDLyt3I53GoYzvppgvwdVwC43sy3ur1NQjAzJBXM4qKaBEwmUOBac
JImIPLiwmMeBGt/yogrQIfhoFWN+qwXwaxUH0VXWQGexAVbxpOzP2AQhQbdaflSJk95XcqgOyUR/
lXV7n6E74oEwMryGACaiuNiOj26Yors8F49ww0kCGwW1lXjwR9H9xWngfxp+s9FGdREupy1Ovuj7
HPt8Yw43uHpDSQAOo9q40Y1hPTn5vWX9IMC/kDECPuFYouSP1q56cv1Li5dZ0SM4iRkuILhTJdZe
ZlUwoGKOjvUA3qwNKvsrU3Y5y371k2cnaUFQXGcDfrIrf/D8xWgLzyjIvjS+wWdd41I3qhzeT4+g
1hjhNh7vhuFALP2Y09fRfRM12DniLpfPkVSACzHo/LYumjin8q3POn90ow1eRDujn1R0JXXzp9Dx
1W+encu7aKyVBlbwrJLUx+Bmya2Ds2nkPDrVvhje8MtFZHjtlG6rLvQoaiMOaTyjVj5z7C0ctOJq
vI1zaHeAysD/dTXZpMW48vuW4tmcIRGaoObUpiXOSavw98NwTwjftCjlg7pwaOQfCUjymGY/V4XO
Sx/2bBod8AXtvHSsM8oBUA/lcAFsE3vlILFwGpzTI+LYLNpadxflVhIANfCSlcVZaQNCnsP1Zbi0
3Vz+/VMopjwuy9KA1AubN4w32+iVcYiximkMbOQ3VCh/d5joiiA9ef2JCylYPsdA1HWNJjanms59
puVL0otDVtvhIU6m/9KhAnZsjKHh6LkG2ShU245BU4M6tVcm0Ghd/w0L4zoH05twldYCrdZnHbNw
J+FIWWZ2ujNaMDp6yMzWXnVhccx74Es5DgaZDJgvp0+1yH3ISDzYqPiqCHfI0vB0l6htnhu78HKb
RQ4CAh3tPlx/yYUKCkgsf8+to4wph8jDPRdVC6EdikiGb6jvuM9e0h11tq+7X9huJdO+5o+tc5NG
Kig1kIno+x63CDY+j4EBGVHoXBuRhZGfw7v51BaGom14diR9R5NtdBh7dBcJvrtkTZFb+I2zZuxX
smFbVPIDWw5HRum9/qPurFh+kzIAYFvpriEFl64O/PJTP30CTSkg+4Er6HkqnjEcfXF72TN6O91c
GP5DqTa4pgwc1uoRJFx98TyFdAuvCByQ5W2CyIuxMtzH65O2dPWc9+dLtKZoHRL3TLLxFIsy6MOH
FARjxt6U0UBWcmPIKeCZ8AQi6/WH/mFFfhHX5635xKikFeYMntb9RzfJwMhzKBHiIB8Sr4nehNkj
w/MGwbF/gaYp+2fRQfYIzB4Cfs3fL8B+rGUNU9X+A1HdUO+XPQiDggwUvG3wCriBYalPvbO74Jgv
+0Q+eZYeAX+9W3+RhWg27/tPM8gQRUnDc2/20HTew9F9wOdG4/wewttNh9171Yn8jzziq0Ez/143
PYcMLudNeB4ZwIbVY63fwx7qd3zKpCeQVBP/cvCY+nQzwkMhS4WPQcJnn0H3UesbGn1gNnsJjafZ
HxvnpuuioLUvlopIWifZz5XJvRzmv/qdsx0KBElWR1BHnHHWSfrRk+yWJxSCt18XTGzZlJ4hbpNh
uKvccaMTQETBW2pgm1GikFpvLghpnDkunwW86zHbF0MIxBApxMFGiQNTrPUjxRafwnEdC4BBL191
4ozP4vobLEXR2akjR4st78IGF73RG6Y8/lWnIV0ZnYWr+hwpICI3wlJ1a6D2irfMjB/qEI1eq6TI
hZ8+JwlYMH7MTNR1Tl2Mul4j+aFS5lpee2Fi57TzqL0k6CtenGRotL4itWeqG/MizGUUuVgrvots
sWHjISqiAzwSxIaTnzxds+P5urQDTPXf619qiNVYWWcnOGi/TCg0M6uD+o8coO42NrGjBSQaK0tg
KSzOkQKpRJ8yyQx6xDYNNt7GkNVJZLcFPKzscMsNaw/wGjoP8v2qe83SaXKOEUhdqbSk0PBbjGxx
vDbIoWdVtTEh+Kf9sWraH201uJsuQTfR9aW+cBmdowUa1dgJjE+No1sakGZW56QwdrkqTkWe+0ZH
VwL+0hlszjTP9dT3BcL6SaWx2LFC+KWR7Uec0asp2XWFDdpl8i1KPpTVKqD7YnKqlFjrLV6czVlI
smvLLi0DgA3oAr3Jjrwx47t46LwK8AQrbc/VJXW8lyVZ9w9cWq6zKKLj2JYCZ8kTV1z5QxrRUzPE
yalqADUuYVR/P7IOrZ7DlKzIdy4fwheBdw4lECrNugEDfUJhVQ/fE9nsk7R9tcPq+/XVsvBKcxJB
lkdhWsi6P7k0/l2V9YmhqWQU8R3K0Se76uAOuBJrlp50Wa+fzkiTFIllFLE66fSVVUGG1Mhksje0
q9w4unvV8Vp31J/+8q8GbRZV4sIe0J1G6NF1nEfinty4PagE1nVguYtBIVXBNrDHvhFOuMnTH2WW
7HSE7p2mvR+K8neD7jefy7QLWEvrwA0fYlwvywlyawb/d/kIICoOb6lP4iJCxLIJBJsjlPepubXa
5r7I1zARCzvLHJodGtaY5vryKWcCveDlcIEsva2epBd2ljnkwMKNqAyFS49Rp59cRl5Ep1Yme2nd
XvabT5NttTQvJhHSI84NXk/bI0RUFxfExM1XwtyCbJbP2dbKbaC2CTE4Uxb63Ma+jrQje4wT62z9
aCmIwAFE8puJ7pgpPfWegErflpbnOmCKG3lgowJoQ6Zn8p/5phcQWLwIyXyH78MsC/jaaXwhHM8h
CKQrazNFP9aJCPtHwutdaBTPVhJJn9M6CQa6lsBa+r5mwSlNh7xrHYiAI33LhITqGz0xIOTJcNzE
tblfXTYLcztHIuR9WDSI/tWpt7ttU7n7ZnygWp06x/y3qDfnISTYQByYMfUnZzA28J8+9kgsVBDD
surfVGJo+/l7gQ4cGYTcBZyXc/KgXfEd3oMQe6wUyJb2/bkeWpnj2Oa6Acu2qQN0cPux+QQodOrn
U/1eTmyDHfo+wtutYiUX1tmcfpAA/8ftwaFHyiHfmEK0d4UbNDTsKeW3ugaB+vqGsaAk5HO1dDyg
25DXjB5bjtaG97wGW2gAHHvbx28OvEDhO++ZDcZyXxhvNmLW9G8WSXyunUbq180cNI0fYRqyDaPs
mSnjhprNu1pDNi8N4uw+VtSsx3EC70ZByCfNN/i0vpsxeROpe1jVMy1E9bkQepSqcXmDA1mSlB+1
Vf504ujnha99fYIW4sAfZsWn0AtYltmnBiC4uHHxcNtF2hu6s2n9rNN426/xzZZW+BxMUIdhkVQh
JgOy7juVExAwpd/Zm7zZ6mErh+1QvRm4CV5/qaVE1Fw7isjW5bmJ5Y0eA2EEqgLzWgdRdYDjJKga
lvShlNJOvGus1h/L4hb1fM9VryX/Vo/CZ/KHxekmHFNfOOJUrGGpFrIFc7FpEpt2SGRmHGv5KMRd
23c7aqVBVwy3XI0f6Aw8mypZI5wsLM+58jRuezg6SKicrCw/XJCxORph3/N8vHPGx+sDvTivl1X7
afkoQcw0dMzolBqR3yhg/KsiCJv8bqSCBdRyDuAU/a5ciDqtelzJMy5sKXPeQV7Uhhr05ByNoX4t
J/7WGFOQDRS6aLrCVFh6xOxE4qBNqp6s0D4SUbCtYFaEKg2xg2EC9g+24/8GGuB/rkufxq+VA2zu
BI4lWf46tPXBBe3QkvoNH8X1GVp6kdnFJ4SFUlI1WAR29svVQAr2Gfoi5QYNp9cfsLTKZgcJgUJm
l5dNcTIRCR9kmH0LC+jSYVZxj87Yj2FN17lw/JwzDEI6gjY5ifiUue2PkNQvk8FWJDALIXbenFb2
sAkl6A8+YTXfC0JRyMnDt8peuTQt/fnLyH2a4yyJC4b6c3yCAXYB+K4+lJcbKNw5V6ZgaWguc//p
AbLNCDAKLTlaOn4zZXFiabe/PrsL2wOdfd8FXAXReTiQY6mdD4U+eeQdm59dCovZCI3z+Uj3FMn7
6w9bWEr08n6f3gP+F0zJIjGPuGccZCLgEq7RdubsoRJx78y2XXnOwjcx76doCPy/IqePQLxtbiUd
UBiuHiAbvkuaci3DvTQns7NBF46cCVbKU25GY9CVOWQzclqJTksVhLmU2nHbrjBbIBRbNLW3zZC+
cTRrtwoMe+eHHg6GrEc/g0FZ1CORBFSYZfMyaCxd3KO1xvJLSXA7DFPw4dHMXAJVfX0GF7p44FL0
9xRCumuWE2RRp6S3n4ZKf2MifFJxv2UXF9GRPQxRBvy1ijadOTxldNhFceuvXja+/tTYXJRdKG6A
AU3UqRrrp9hxbicuA9av2YB8vUDZXJCNZDuq8kadnkLCP1hX6F2LTkN/TIHDcKINDd+vD+PSa8wi
Bm0c0KrQsXDM4gH9dUVr9AGvE4EuXTSzrszV118B+BR/T1VKwizNxhxApwoIFYr+cm3njQcBjp+t
FXuXXmQWPhyUqZkDq7jTNOiPNMluYt0eaPTj+jB9fZxi7ixeKGKikzWz+pMcZdCn1cmMyi0TlX9x
S+xCe+Oi92E9O7s0+9bfAxZltZEz2dSnyKx/dUnqoHkWH2GgB/bqlvRVk4R8B59ZbZh0yn0LV2U/
LeBJNugk81tZZttctOdSjNQHfRD3Ux2D5H19LJZ+3CzeWGFCKqBU6TERyivT7oZC+Gomo4fGzf/j
7EyW48bBZf1EjCABEiS3ZM2aJVu2vEGoPYAACYAAR/Dpb6pX5+i0rIi76+5oW6oqFvAPmfndu2X5
5C776KF5V06QgJ2dh9P+0mizH+OvTfliQHCStPvkwvlgUpuW706QLc3ZMrW4BFoivnRN/qTBWQYa
AKENqaZwdIQDJ+YnUeF3Dut73hS7v7+DH7y091rsEgurLURIpOVM7IYNpvyseYgMxN7xZzLN/75N
0/fq64AgmSxdUIwV01Yt6gZFeVBgLMbQ0vyzfMbtpR88C++V1ohEUuu6dOaqk5PesRkp3UPnv1Gb
hoPokK2Q8uCqWMh/hLMI0OhSrDiA3DwJgiAApLFce2Lu5Nh3O8Q8vBGoAntdogX+4zy8TiCt1RFl
7kBANeE7NXskOMnC1+3csNfVj9iQJL4x2DyasUYMCxZ+QK18Xd5iZSJK+q9DvAw7EmcYl1pyRQOg
tNuQfdb9fXAsvIdZabLmpu/67urNwbZPZHFCXhHWbeGIC5nVqcZmvS0i2Hijpfzk4fngoHuvP6fN
FI0ljroL1oZwWb19B6PcV41+/PvD+e9C+f9OqdPi3UmqtjSMkGrbK4kI26EmWXcjqPgHAQA/ESQ5
5ScFuBPyM6K8QF77nGMV5t3zjKzYfSbBPRFNfqPXAFkaIhe+e459R4IQiCQxd3GRPfvWtAjCE+7G
h6GOdds99iZ7jAp8NN0svmYjMqdJVySqQj5A9mVpohvaJfEVtON61yJ1oxFzvGsVZUeRwF5QSvuE
+DB1Kxp2H0dvcHYPVqOnPuzgj8aDkcyd3xuaJs9UTPAugaAMw0Xmbzwp1V7LYT3nHeYeTTNfkGLw
8+9v5AdfwfdaoMGHhgBKX1ziDpjOZPN3PKI/EHUw1500h2YJcZU08f3ff9oHj+J72Y8pyjVHKDTk
inQ+9RY7eqOxDtUObu6MgF+JyDdSMHdK5Gw+6QY+ehTf3YrgbWUlb0p5xVR+C39czcb816cD6g8W
eel7Nb+faZRLCPcvSMux03XTvmr6DYliNDvz5nor4iqofJemN586mj54E98L+qfCLSudMaKCTAAb
2Hl8Auqjbvg3jEsa+TNt8+PfP60Pxkbpe00/6rjYJyI3VxKoyDcGcu+/lHw75h2ib1z+mnSIpVwu
LZ+BJSaVZAh86OlXRBjVwfEG2a7yVUAJOwGEkvHyQKG+apFS+Pdf74MP9r3I36iVy2IGbAjz0oR/
T4ZqHV7+/lf/O+77j+Plvcp/GeKhdeByXCnuv3D4XGrgjdlpbIfvMVhNSHi4bCuZqhFFEBQc0IXb
EZoLXtwJQv4oXMw2je6UwlW9Ru0uBqC44iLaqcA+0XB/wCRO33sFIt4zYQSWRL68MPcr8GEfsTsI
XPBY2LfEn+WLNddzAd0/XJ/iCku6qk8uLcx1OoNBgONf12cyAGO9hotLumeYby9kas5/fw/fvl//
9Ra+q6ebhiw09pJcyom/qLl8Kdr129//6g++Ae9xcMjZiHmyTgZdlUIJHXdn6ov92HbLkSRYTMFW
/U3l9tGWn9nWP3ox7w6RKI6A2+Asu6QL/+4i+5RgwvP3F/NBnfVeOR6QR5fkLBSXhSd3dJ3vVZr/
KIfWV65N/r8Wiul7We429sW2YqhzwXkLJuVm2l1m/UvIeHLSnnxGSfnopbyrhg0Fmz3CY3kFwXtX
RTFXlSW8qNppu/8Ua/TRD3lXEOsmpE7Bu3Dx6ToD6pShCJbsTm35Vvvu/485n75HtwULWfXUJMVl
3BDip7EdPMW6/MwT/8FcIH1vn6EGaTK44IGw6Y5lP0MgjwCVxQ11Gp/jMR8q3y/Vm2ev5SXyJZCe
jH/+1B340aX/rngqxqRzBQgHF5L685QUR27psu+4XncWmQvuYD9reD/4pv4fM02fRO3axOyioDys
Uo0478SR8CV36g+SKdHKq6xGngYw0q388fcv1L8L/v84ed4jzui2ORo3XX55y6zNnjdkyh7SJM+f
lq6MK2wx7kwEXHA3Wo08SnEeTXMORCOS0vH2PjUAltRDEp6KbgHmUSQnr3xyUisg2sojX6Un7fDA
nFp28ebTChkVPFRpBqw67zqwRNWwPOaExzA2FDlyKzniLXXZHpFZU9ZTZOW5bEBzbFc5P8OwvPv7
y/6gy3kvNoZyaZotzHSXpSzK3SQbepoRGVSvyOa+rGP/w6Dk/6Rq/MDRDUX6/+79pykkQk5JikQx
QDGl0s95PK4A2M/sFpxqUREZHhLKHlOcw/sB8cuHpS/CZWhoXqWEP4bc8cqZ+LNv1AenwnvdlnCQ
Sem8DZcicXfbVmJzH6VX5XwjP1vdfvD+vldsTSVcqGoT4VKiAIggh67S5O1bk/Pv5i2XIkT//P2D
/KCueW+lSSKsV96q1suUGH9GgbzfCrfWgn2q/vjoJ7w7p0eSyVWuU3ZJtmU9FAO2zbnJo33eNcMn
I9mPfsS7UxrG8CSdXZtdMqr7W2DZ6U3bv0U1Ge8f/v4+fRAskr4X98fJ1o5qMeyyCbslB+oCSXY2
LZDK3HuDAUkHxJmFba4KNLNPAo1uuhvXjCDmObHTVpPBe1ZppJrCG40FLPFZemZofr7JbBVf2hZW
ACC4QF11ZTECzm0fl3h6iq1h193WwBwHu2aVS8AC/DTEiLpbyL1USLVnCG0/qRFpRKobli8dsl3O
CO5CCRYLw67yVX/dVCr2trHtUc8ieBBe6ZwckX0Vjo5G5mtHbYQQnCw6yUawqshdeoLvDFdqJ4dv
gqjkk8HnB0tL5E/+7y+zjWEHMPDeXyTV5WO/qmfXLK42WPUiaWkVNbBKM7wZK/SBMaxlXcVS0n/2
0z94Ut7r7amfwY1mLbswIgvg0+Zm56MZbyvpfpANjhOc33KfbbgsGlvWmSH81JWDP0HbWuIDLrFZ
uBlkUJ9N3N5GhP9xfbzX4rNBuAXg1uTCO7ePJbKe007tLVKRds7KDRHXA9bg8Ikki6giW0Z7S717
5fKT5/oDbVb678zjf+x9mjAoZ8oey9YIeU9n4drH1ULe23ik4Y4bSysb8Sej429yEOxGz3LZcTPf
+5jcABmIXGIMcwa5nRH0wn7ixP0mJvyhljS/06AzMMnnG9cVJ2wGWM0Xf/FTerUgjf8CP/Yn7clH
p+W7I6YZynUZimm5sAUIzkQcEV98m8YIjPUqOyghP/u03v7C//q03j7F//FmGcRJIqaVbxcGWzuJ
ZnSmenoYFosVf//Mn2MKyH2vzXRMkXqcZfbw99PngxeYvXuBSJYF5GHU6Jj6Z+FWUy9tgTgweIkq
XZJpv8yD+ORHUfbvRuW/XuW743SDSaCTRELAAbImdHYN1qbS1zamETLYywZmnsdtmdnwS6JrRQae
2tS6IRFdLVGsK1mQjMMH3+Jw7Cu49Ixi9wIU4Lmr/ZDgO1ePyDlCI73hOU/aGluPLn2GsTroFP4j
qLD/iMmVYkVRimHtrWJtJn7CytpiOLyK2VG0wUh2NbdELt0euc3kKEKaRfshtvEt2ppJnjSYqMW+
oWXyfeTOHzE6h74jQEEuTEDXhglbjHFkk+0W4N8vkFDglClHkCRPLiqy607R6SGRMYeSYpNYJEy8
bQ6yTP4gOXD7xWfIPDvgFxG4W47feL7yWys69qLLdbpzjYkPTc62w7Jxrf6EIQC+3K2s43fg0Y7f
dVHE0bGxWQdDzDR4mVQDbjB9yVOpoqqlKCxKCarUoGNV6S0qaxHaudj5KdP7fKTuWiay+SWt6+HQ
6Z76dkuvS7wGFLcw39ZAQvAdi1pVt2rSAE8gebci3uWHHh/nfSxjNt+WSNwHqiIz2V2XCX4X8Vye
ukknUTXJhECb1vEB8I+V9E/AQzKLmSoQ5Mpji5gLRnZUk69Iqox/8pT8YQEUjF5JjzqzEBZBYl0s
62jDSALhutlO92grfDpOB8SADe2+kBGXJ7DU4Y+Zh/4Zyb4EZ3LXrPLKN3isT0uzkfiuhGKXH5t5
cctJeb7Sr872Lt9H1uDPTyFb1xo2PsxQ55xpxGSz5IwPwOK3NAqO9nO/iAKGwiUBe6SSiMNQz1wU
C7nKhxayjH2CRD811pFBdsl1UuCPYqRu53rzIr6XWsRYJTFDDlxYIA3naUmnaIfFr0U1D0V9c2fW
yR8knvfrLvjlMNF+QKgCsizBB5QYrA4E6eSm00Ah5G3RxYdscHl8MNgGMxBZV6Cld73e0DVXGPXa
HmHo0VTcZI675tk4x+I7WyTbyCqOOzKuTWNa5MPNk+uiIyaNiN+vpVmA72KpmboDCQOSG0kEn9cr
ouTldh9xA8GVBFm0/w6+S7uAgmThCXcVweB8hrltns01IXFHr9fQ9/Kn3EQirxM54H/VeE+yB2QV
wJcZ8GFkh0Zmhh3ogHS902K4L2pESEL4VfVxZ7N6HkJZ3HBkugsk0QuKcPIto+ausPgDu03bCFFg
2EiP/AHwlJwe4DZgy6FxfSp/A7Y4wErcpPMs7nqKB/FYTPPMLtb2CllcwEZgsd4LeBZuRqQTzfdt
MYm98hFfUOYLN+fVUC4L+9ZRSvsXF7K2f8ACK5N7iSTt6S6dkp6eNoA41z+KNNH8AGu7dNfYx0fi
jFB6PLJJo8CJHlnTj79p6RW9KWLVji+AWqwQRdBMRl+FTvtxQQRoDuzc2isKTXK+9PwZf8pM9z0I
AkjkXmhUmFuZx8N0VGNg0z7VA3IrujxdJyjk8Fxf5ZOO8r0jLPTfGKZNGfq3rsFzPOm4PPbtVLqb
jYoR2S1Kafc93gqib0LaDyIB1drFE2ANbKTsnKtxNL88R5y/qcHLIG+5+5k9dSv8t1c9tN7JiTUl
ilnYL9ZuO6+lnjFDbXFbyd0Yr+nb6TohCOSb2ZgdD/3kenpNcBqFbG+l5eoCq2bHv82YNLRfNTMl
I5UxC0/RiXWb47egdzB9XvGa1IOHccnueQma1lkZnnUvhochvzSIbzlI32CG2C34/3dm2yzfM0hv
3QMndojRACctQbeQzGGBzNvMcXeKSyVXc9jKYjDXocMHcxuxVI4jMnomzY64iGBcSUoJIwFYCYv5
nSNgh52I7UlcSTCkRTV45v2uH9ou+bX5OZqOOinHVVXe53OoWJNFOwHvf6SxjLFuerUEa+N70wGi
BR8+eMMiQlEfO3EZEoYB2tCVKt6qLbG4oMpMS/6PQOZ69Ji7BPw+41izHlNYAovrBOua4qeyJEm+
ji2JzEEhUoF/p4lHOqPOUzeijcVD+mdGfZGfGyzuXYyFFknSf9KYjOB1bmkEN4uZV1Nl2G673/k8
z5CX0RmRLrBvSlBHrIQj4aYdY7ZeL46iG6iwSira12mceAkaRTc0L7DAJDN8Efky8K9FkBysCr4Q
diB5WMW1pFZH4KiHJGt2mqT0qhujJTq2fnLZ1YKZtXyFVI9g2ZAsc6KGHZekXAxS+DAq/onMFnTc
+EG6hdEYX44hAIsEkcgCXg3xcb6HcyxrryWBcxkpx0Kw+dcGiVP7qkymxtcR4ap5lSFAMnwtLHQr
X6idl/b31EmIaaCajtiUHZikGPLsx7FPEDHS4JR9ICqKh+aEVJGmWGqIdUZ3mhq3UnHqS4S4/NZQ
4ON6kBlN+T5sFu12VXSsz9aKbVpmbJc3Ms5QjZA+mq9J4SSvTMnTHLct5wMG7MyPPoPxrQxwzu8a
ajKbHvMJ5MGXQcbLmh2XzUnQ5EKKwfQPwEYccijYNLtprwOP06kqghEzg7MhiWCEGhMJykpX2KGF
QZwxkewkarbIXCCXmugDmYFsXWq6lsy9KtSYfV/RFhggqMFGiuydVCad3qqugA/1kq0zhG67Yh5N
jhB9yARhyTVR27dVpCnQNkDChPaURyaZ/2Rxz/IjeDtRf2zQPiODcmMeSvFcKxRMq0TooUSOfc5F
VwU9M7Nnat7CsWNLS14i3phhv05F+geDUZP8zvVMW4TTJi3ewJTU3QhLLonWLK5Ym6j0iEgjUVyV
gsTraYiyAjyabEsA+ekbA4Xesuj2wNGYxV8NbcW2Z2XE30A8BJHq12GI5uRnoUl8StMkVcciw/29
F0YOGQAe89aKGwQWJ+TGrmEdupqDl4FNvFv4PZjEpnhK9Dy712Gl4Ry9JUmLZWJ1109v9gUpRiBa
eu1/QFkJtTBeMuhrZ9+WiyurxiD4el/QQpVjhX1bac4LKkucGlLJqSpXGCyKLCmNq1BVLak5hnYk
5DHZ2CqACchjt140s1I9RMmQJVdpRgjKNXx1k2DrnJqy+UdE1PlTIfMLgAf2DEBDrHHClvZl6cto
gocNDLGdygMpzlkyYJNpysHAHx5hkCP/aQOHj2Sbm6i5oLIGt3z0uLlASmo1eeT9FrfneSzwADLQ
GTAxx1h01EdE6zn8JgVIGdMJn9/aPmyA6FzSQctfq5G4DBXfTsJmy588HxqQBJbZzP09ZdxM13nf
BHVHocMBV2pdffkUaOjDCWhHLWEs6pqMXuUdDeGAnIfB/i4BvsoO2HTFxUs65dPylGHsVTxxoT3/
qfC7ot5pc5A1fvAxj4DWWfXWsLtNl8paDCa6McYri5mpGgSAX0k6pHCYMz/M65vKIkZYk41hrzkX
kBMf1GpdoSHBhY2DtHM+4KxYW3XH2SQiVJSIgnQs6mtZaogo9nOB7fuXDOLEOYGjXPvoabJO9ss+
KVEA9SdgjjBNzwtc1WPOi7KpfWkiiuJsy/Jf3CwFBYlg7pG1y+Ylk+c3qpGtyDKvoFKk6ilXGo5H
vEKzAbWnbCoLRFpNsb5JC2/6BgiAQjswDdvOJtXEkDyC+xm57wM+uEio7Qa86GaytepDqPDfI6jT
uqxBP4oLAscfNrcc+08xgBVFA4LYfmU8RA8MKKSD13E+XBmU6eOGE4347Q0rEokveGoTYDFVz5Yz
DO/WIwNBh/gW9MwCPHReZqW4ZqyAGAuSE1tMe/zF3QlJ5cUK+kxfLuuNK5PewZ/HQ77rIFeNH1Ao
yHgPbFGAHSRC3k7+CEgLil/j2VQ8+LJvliMoKfw6LcYBKuNMHFFyibaHubktkZ8rUZbcbSgD9b4n
eK7s3oM6PjjwV2zWO1TUbwOtJpmjGzkpN8MaqMb8nwU8oueFkeI3mlMcZocyaMvA0+HrtOuhi/wV
GOYcoJKLwzjEJPAaZhwkQtQ4fOgc9mqBD9Id0wnzAXcGYsyCi9s4kKB26UT18qXpAcYad07T0QmY
eLeCykM6eTLdZ+WAER1SxKIX6QBPwlgVnUFR02BkWzyjMy7Gqwm5EsbW0LEF6EZUhKBmaBQwbUyz
HUBno6nWsRxvmpXGrwOEP00P8n2kCFgXMxAveaUVLD7fXYLwpV1EVzO1VbstHFOXdVHIgho5Ktmp
UmnckT1wNrz/Uci+WPYtvhHZY4EXgVRAly9Z9yauH3cKfBagM4YC40YdsXkDiGhsEoJ2t+/mV0uz
JDmGgnBogvM18tEzDlnNPHrXqA37rUkUSAilJ2uaVfCpiunI2iZrbsLqKT0tU1lMyHA0wjTVKDSW
GMOGbWf2NGSq9dfapAhjPBPU9y8Dj2mV+9biesSMAAusrq3RAfXJvlim7I10SMnOt/H6ArFmdERy
VXpnphBFu2jFv2PaSH87nZP+MCqnbvCssKsU6KBkl4whqse5p2dNw/wFSAD7NOVwglQpBM9o10ib
jlWCBU2oYprktvzC0nS9OOT//KZqoMvOdkuLYAUkQq6iZA/FjBYLJQmiPRO0hUeJk5YjNwN5EcPS
3g/U44Rf+UYv0mp/hW/XkNSI3kHEliu3c1vEQJmN24jqGxjhLB5RoKweKUOh0DWsK/6o+hlpHdk2
nAaa8WMO0NlFSRxQRTLbutc2u0kSDGySplco2CAcKwB3u0IyTLzPB4gHXKfauiB0gWl2sMd5TvuX
YR5waNmO7BTP4eHjOHYjbfKKFss34JBatGUpCqcRLffWDfG+UTgzJtAp6nZEKmFh0xIzbww8kIT0
TJt5xCMHizwOCr7HWhYkVswv+GFsY4+OyY5nBGH/HKEGQ9Uo0LDpHL+PtO2KQJiB4/0XJBlqDRzC
FYI+CboApMA5x5KvfYfjI5XR/NJZGNlc6tk98736qqjiZy08v6jCAbBXIrOTRo7VGkHUoGvRDYUo
g/MCOg6UTU3potMix2kXnEJJx5gZf0xBFVXPSwWzV5J/AQER03pGxaHgRJ/aHkVgpfQKXWkWaX6F
rhq1Hfw3RzeP7Irkpe2rDEfDUWAvhfgYSsdmv/K00FdmytZ/wHdHAYzmNr13rZVo//O1/91mLj4N
aRQeU9i7j9BSICCHmQ1vGkhCO4E4L5igXf/TzEtxNTE2PIm1J3jyicRmgSGTv8HDcHCZWMG57jG2
V0Lvt5LiQfeQ4HbSh60O5bgcdOSAzIghlvktOi3vVEnFd7u0rCJzpPWegvr03BkOlWcLbRu7yNi2
B6lHNu2StDNPmRD9Q5922StPevlnFmt07xeGwgz27a+bjSJ6Q1nR3M3e8DPYXWVUrYit2HVg+UFH
2k72KLEReR1xDroT2zDm2sFfy48q4+tSp30XN/UmeTjxMhHNHsn0COfI41Ylu95a2EqLYQ4eoyOQ
SXYtrq8933hIXga94l6uJPDfV0mab+MzycYlvyqzOZLIHNPRsEe3jpzLYSubW7rl4oYmrH0bneYd
hkg6/IzjoF/Y6pAPHeXdhs8OLSLayhnzBNyT0X7MC/+EwHhLKz/RofvDpWr7GvnExa1QZGU7ge3y
WxL4NtyLBCXmuKkJ2AHSvYVBF07cYjXUt7cbyl+xb8dU3KWkNOVuE0hmxG+P+qIucNW/MgZkDuxj
9gD5pP/D4W7fMPNcEGRa0CavkPRXZjWeDiySuthOqiZEpncUnvm1RrBi3APslHWAa/loAeIOXCKP
ALyyLOppyHu9c1RRd+5y3H57ralD4DdBnlxU6OyhIW5gN5Efi1/gVpqmZq1HQZsgqvIl7tMcTzH8
+PGeAMbz9monNPhdEcYfqPGGb3wr+W/rPM2qpIjAnGRLitK4mcxMLtOKLrMOczlP+LIM8Xdpl+kW
h0Ly6rEH+u2xh7pfiimUVRwDjLmPlm28WZaSXZZGND9ZN2b/oGTLv5lYI6gPl8gcXYWlsX8ajvqt
In0a1E6gTrqdt6FBktJKy6tEDASH+TiQx3ZE9QZyzVtRirAecUVQgTS1U4YMB74OmzkgjWq2Z5ZY
DaXS2wgkxw/DkoOMAOnaTmOo0bmmqynpbP4NlNS024lsgvSWwCz6r7YC+TljFrdCVwgoarf7Yc1x
shUpzr/7bZt49H1FVXfJPIJTW6DY2G6LV0xcYS5pS6x4lvGJ9Ar4lzhdiwymSS7Khw3rxxMmHujN
cCjGHIOhorPXboxjV+cmRKecO5wXjXWMfGtEX95tZLVfbCLRgW/5yH2d5g1mH6Pjw4b8jW4d3FPH
0u3nOKrptMbFkO6joM0jRej8j8jq/Gh9McqryVGUf5lL2+EUFimf2SYRkB2jn31AxK74rba2a0+g
fm5T7VeM9g5MwwJcBdLplw6q3LtymM1tn0NHt+eZbfweMws21wY9iLgITOWnE/5EeSEQ3ZgjmNBM
7VLmEdywgY8Gp0cR+37PGJSwIKDkDXoO6C7G3ehT+lAuAR8o/u7GIbnLbHexhiYXmd7RzA8ryH7g
x6W2MFcLUJWvMhsGSJ5Ch30Gc2lxjFMP9RyaExTh6bBAFztLxJViOCuaXUMC+IaSrsJe5Nbhm9pi
3UzOeN8E22dIADxL5N5eFjMm8ZngrXuNJrAt6g6FyU1JEYx44HE/hHPetjY9mzKFCniyc3ufMwlC
89RuoLNXuNmYO2N40LR7n2NAdkJYxQzR9KSLK96sUMcSl+MaMmyekzvUXmFElzCPTV3MayzRwqkZ
2zlH3+5fApZkeRKjaL+lMm76h3JMmughDwkJNQp0ux6joRfjoQXB8n6ajXptxw2NdCYDxpmg8LXY
rSRp8hNGAFQgtMgGATN870wde0+nmxQw8hE97QykmXQyv+tVNP/jx0nSU9ZaMKuSCIOVeJn7rsIH
1r1ms6K7fJsUEkaLgOWrYagMPBozeyhKoAY8LA551UpEFwHyCURJ1BfsGLBtP2MHotVP2vv4cfZC
oxfyHDzMeNLuPm9ofMYI8r7pFnqXiHi7JGi7QWcKFks6Tzg4n9Lohh5BdITH0IDw+9KXXVAVcknn
s2ajSmsiwSbZyNKgZd50to/d4FHg2wXYTZWiS19Wg6DUNRPxMcqT/pvrB1LuUPV6CzW1nfojYqlb
XMkgRtqqb0mxtxhUAhxkE5U/zmnT3yB0Xo3VgMryLUNJj4+NQawLTpcF4smk2341dCoRmtaUEAT1
ZPbjHuhEA3GDw9GPKW+B6iKTZhConyIUa0CSwHdTjQhqbnYr2+wMXklZqlPL4gJI1RSb9kObNnoB
iY7Jsl5EnO3YsDDsPAILFvRSTGyQcvQWfUpTU95mRbTWUVrInytt2xk9hozng4q9RaqUX1HzAOdy
YMSUqopKSjFp7nsRQ+hu9XjeTB/cztjQFFXXzUj+1g4ysH2H6dM5nyi7w9w626mOAovLUzwnID0/
g16OeRXyZViFgBuun0U0DmDSrGWHUg+sWl+vNlUQE2Ld+PZSQEKqlnISrloSRPhTY7YYqGCKALYs
gxMWIbRwSUxo+ptBY88yl/4RgdbhB5ClWbbLNRYI9QIQ6LafpMRJQAokjd83YgXEeNtaJHjxvn2M
WkCeb13RrQHN+iIAZ8FqIuwzHq2YjurM9BC9Yopb44uXm2rouYwqrNLCoxUuTDvM9HEPkAnzv2rs
4x4mLNHlr6JsWvNnoz1S99BeYloQ96DvdpA1iSvuKYK0jUnNXCmAdrd7xwRvj95GICSlYkRiIBrc
ez4J3uyZgd1uJyEFgwc8L1toE7kTj1AQQVkfEO7yBZs1/7tP8lDsUUupU4bk9yPuedxMwumLxlxs
PVB0jW+bhbm5kwueqcqL0GVXjVua4RJkzkCbU5gznCZR6nXfqdC9gk/H98Jy+X1J2fxCdRJ+BTQ2
Fwzg8dQh8+/L2iWEolQtIK9ouUvvJrQ2Z3y1oCQIoBYjacPDqobupsvpBQjraPiS2HRkR6Zt10PZ
XspQYzmw3JpUMX2FBZYpf4R1A2Rm9qi+cWB4/RuC8fDTbw0RhyWeky9KYDsmpEN+Ku6SqwlRk7/Q
8GTDcd1ApsaQYwy/R+bxFIhiTexeIzQNi2EGnpjmNlxnDIO/GS7uLwXy8sD7BtQUKdVIqhpSeIlJ
aFBTuPFXaddhvhEcO8K9YUj4a1NGzkAH++txQdRVExdbX2Ms14BWCGwr2TmoH88WHzQGpDZBC5oP
uOBQzUl4fNfUY+yAcSlMEbBPHnO9kl/AuduomiMsZ0ap5j9zi3kxjnrEtVsh+XPo3Jrj8RpyuxOR
n3HwLG68yaJV/tFpiSIYKYB5Bsx0ii1LLuT/4+i8liPVtTD8RFSJIMJt09Hudt72jG8oTyKLJEDi
6c/nczdVs4PdDdJaf1xvvVYDyR86rl+NU0ByYhf8z3C1cRlPpPpJZQKI4CFWd1Qdui/W8bs/qnDE
Yem9jqRAuLKKM4aDzmcy9AlmP/ieyO+2flbH1ed/7wpdHKeyA/NLai6ZFpKHlOO4OAIL95iboqUk
7hVk7aWuEzaxfCuh3keR3fqyY+RdaqO/lqoe9tkoJbeK0xBiGHvbMSuJCISzymlmXxIycyK1vEdm
pgJaj5wheFGj29pG/dm3hF3C7aDbZQOD74Y0S1UjR0CALPd/Tg0WWWz5+TPKgXivqercm16uH7ND
s5AH5fwyRE7z2Mq6TIE5u3MRZRSFDD4iTBFjLgYNc09zNgq6iAAQuAvzE2XUNW9QmbGWxHnkpW2L
nGdsNxqhRos5JFyLL9cd1D34N4VywMcPYxvDQ2TMvakLtXX2JjAAMeblbfaVtwMS/U7Q1NNNmjGg
57ahNwtnJmUGLV0Hwsq952PukSaS57bLzDlwIWOVsvbKsmER5jcOzfNOea7Chnb7pouP2mm3E+L+
5qqpuzgQIftb4ahK+VexCfVjVu7mrnbXne1KepYSkzzVlRTva9l5e4hJ8Qio2zzQ5O7+5mH391tQ
dLRWL1m2N52A5cjJdOr8AjGs2rJDVi/Vl5+DGfqtyM9T6Rb7KN8mTnHH+UKLlAFoll90SLSncM3i
4xKb9vu5CP5ECPHn4rD5wIP7Koya5yIq9RFEGlo0M2bv08p+irSNHCofll/z4gDNVPN2GbrgDwP3
XzLLwxcct3ZPjLN4MBWc1QpO/yZyEZ2gfb19SUvXJU5G52Fah6+w7/pDPRSwKzmekmCC2mMFoUeO
+zx4A1kgOrMea6J8suKIym7gIrfVXy/Q3RkcMnxuRv02RU353ogwaNKZGeA0FFO227K6xkKu4xeX
VD66OcAjaFZPaA5Ge+WRykM1utWRQG7l/o5Q5fB5LnK/oUNDv1JY0h6JKKrHFCULUZyrXFYahgtT
cNkjjN8PNJHvB0N6kXHKn16Fe+SLxmvf1HduJFQYHPKoc9K52IqWfi49cxHWoQMf8zTYSuTXdp48
3znakPo0UCmtc9qpWR7l8rEgelVnxjZqjIFSqw6yyo4BHefTEvyWNQ3Rj6Iw0XDo6NgZ/5XW34gW
NGuNFb6YisG7bckW66+4HER3x8ddNb+lh5IAmnvsi0dvqEP/uo1tvQ/ypfU+rO9uw51Xuy10o6/X
YnhJMJvTLV8tLrekaAZ3/S+Zx2L4GztrONid6kt3/BnP/AXTBkmZ606jzinSOcBsdwqsm3zOumGG
DqI4f4D+rN3DuKjs//646uBFWr8V60zWAvKy0Tlky1BRAr56EaNloPXKJqk0PvGd7Duv+LJDHcB5
ZTRHNA9lng3vLJRUYuwajpuWernNvguDz+k5KeO1OJIZ54o0aYb+BqjiIWeos7r/tziZVm99Ja16
cbERj2lScvGb/RitBMGXvKzVtZv6AT2iS/4qeyc0VkCVXqLUo9Iay6Gh0JCpu7YA1mmzuiNUA8GW
nbpLEj+wV+SlWf5DO52NH5m2RPluV7n1u20O+vW9VAMPk4cjlbHNt6v3E+I1dp9qQJb8XxFr9W+O
8NEd/A6xbblfpIjZZjsQhks3zq6fgjRtzhOjj84PU1w4b8nKU4IPMagLEupZSaOa9vhB4tLKnRn3
X6x1CW6s5WLoOI+LeDavuoCc2ZcTqidnF3UoW92D7DT5kcdQZGL+5649pYUH+Lzuu+OmKfJ5N4V4
lFPufU3NQeY6849aOmr9mwApxd7OOqMZFfMYYbAmHbjWwZS5nkrIv8n0+YdfOTDieMb92Lm0fTHF
7b4ieVDdNR6So293aaIzwuxlSxX6uI72Mo3O1Hb7aGrj5mEyo0lOUVHF/XBZIzdnLMrjcPsMlrnN
U2Lk2g4R2gzTtG/bJFr/K4C2/GczC9sPezNFc5jt9CJHxt/Q3eSDUzLnQlp7KDREwCe07DDTjGu/
c5zcXCfXj/z2np2UbXenPHII/0grpSRAegnLDflP0QFZkMMU5d14xAoABjaLPGxuA3xY8xsCS20f
EweW/Fe5WkBMhmWzlgSMxI4MWmaFCK0c3FbN707QZFvG7mFzQ6XYnQrtaNSpm+uANpxavsy8uXCe
sMCdleq87YfIF7Kt/UnHZf0CWWDX7iEWXtSKfbyVw/YrdPPQfDVkcxPBY2zY/DIgAjPtIL6fF8c+
Ls3Qp5Mnt+GWbxDYmLZDPK8GeKA9bfmS+C/95jOaonfSVG1OChmz2PgVdjqukLjvViRl/8D76+jA
29fEyz7WdqTWFZjs5kpWs+7IXRqRLJDNkv3E+pwTfNJt0//iZa6Cm9BeSbrd6q9U4mC34+2vB79I
F3eK8QPq5F9eiPJrYf4xGp6rkHj5ah95QX7qg3xrXrJw4rreRDs+cZiE1QVyq5WvdVzO2eMqmkXf
nF4s9o7AMX10ScyiNkkhvKl43JhNliH+UyRVjX/arwZe0ZyxgpFx0M57y5lNpaRemvlQtspt9siS
/IMbCjqjswBA50vmW9h/ovjy/gy+2WjInCFQgbXXmNYBSGp2DqgN/5SFI4Irt0ual7gvE6fdmZAO
IoIehDfegBqbHwUim/mROnHwQIjRaLgVXRmXR+vz/h76BBJ4589m6ykTKbxIvq+dXv1D4gozIZs1
26PtunXrdgs23S2tKvDXJwfVizxCMZNVXflWWgYSM9wP3jCbNKNQpDgTVok3SRTWqenEIB0n6Dzz
MhCqEnyINRTmS6gYbb6dWcgBRxf7bjx3GRmOSRL8ubhJd9L0WxP1FEaXhBjQI4jgVqde3Ui9iz3B
qwSQQRRYX0Yg2IkXyjThHqNKhWZsmP2tiPRZ8QB4b1lN4zubi9NQXlM1T1MQD+HjxLTL0FLo2cAW
Vu1dXZfRdglxXV+mbgt/y4Q+rgOCDfGDWqXlNeebnVKE8PYKyh2iBo3E+DKiEYj+hGDzv7KMt+VM
Sciq9p4MQAYjwSh4iWDfgztECctzUAYkV7WtirPdLMXysNZOVd9XddExbfjt/BX0iW8ehEn6T7g8
86fNIiKvkj4rUHnPQQCrl9d7lgEl0jXJljjF81gQMBDI6AzMyB9nJmGoJr4sarU2hyqFJiZJLm+X
E61zptoP5QoMIb5f5M5LYENsP34Wq96wOUGnc1csPYbROPDqbz9o97eBKPzTrbgqXrdADp/WQZP+
XDX1kN2PY+2M98I6C8XeMOTjAeHk1u8TNbUMJqtfKJpsyTlMVQmIcsRyVTkvIfoOIv23evwFJfet
M/6G63Hsmm4G0adAHMqOguUxg4nJKz9dy28XsbR+0u1iN/ZrLlQpskcAXBxU+LCGevrn6iJ3DwVS
FoYtkcx0qCppW/fk9KPj/RBd1g3vvFXRunNbC8C1DqJuHhNg7HHHF9dGf6ekr3+Vbje4PEPbXByj
be3DezRkXNXlhHclTOohSjfH9c4IlKppNxcAC3rq+ucl9AbAzRGpQvmUe12QvwBUhS9AsHVOxyQ7
hZirhf5R7TxjwkQl7oacDxje54mz35kb5yXn7HoOMpNHaRQtMj6EpqiRnUaDE5T3K4bq5qMOesVx
mReOPK8sYNGZHNZcHCOqjMURhVc573OxIlFpbYyHReYDGp+oqYR9HfhbMxK60gWcS1GgYjsdymUk
bcLP88F7IwYhUObUeO3m72vMc0+57kRyCFAl8VxROY5NziYWeHb1EoQrO7l0UfdY2LrIPhuaUeQV
QGjJ4jTsszjYASJtw8Efwkje4pzR+LGt1/HSdqUfQEKPA+fSXCXTnY7t+oZ7mt4fR3pTgam8hXXo
oDhPrZ3zS9Ry0p8XO0/rDtg0LCE4OIfueztt3v13ckX92nErIWpXWBsQkvcAlT/kNnfBYU36gB9j
WZeRnLqS3yIs2+QSzpl6xZ0QvYkkTD68gSc51e4qnH/W9LQTaKmyv572x89YLFF3NDBYxFJnvckP
zQZ0nFIC1oe/Pc4+0lDmhLCLl3gN5XZY2mIa3mm1J6+8Ie0j+6MYM6KPrZcLFaBec+8w6rxMVG2g
QalHvq8mkxaOYZ6jnXCCagI4juzEUz83aiiegkE14nFx0aFem0w7dAigaOHmVPahdxirUGdXdf0w
6AJOBeUnDqO2aJqDjJziO1VZb/S4CDf33xS6uUvn6jB/Uu1YpCtbwq5nmcZ+KsPkPCr0nYtyhh8+
Hvdk1xB/8ti7hAA8SU5Fugor3f1kM8kRAAwBU1cHiKNudduMzUF1q6X0vaqrIhVxYDjElJdkOzSP
HmdUXGw/Q+t2KbJl6oeRy3tPzTSJ/LldqpFsjKgrqstYNDSlwPL3ZrdZH3jJLr58MaEu0V57CPxO
BdM/Vs0osxvaF7DKVzaSpDsMo7c84H6Rt7zPhkvCvIDQgrwP/wVFiwn2LFvT9L41HvLKaA3b5q3s
M6EOZW5Q7KCeNdVHqAqr0W71iyyvyPUqoOBl0Nk/yINK/2TtCT2XtnlhgyPT/uaknDPtD0e1MTXV
SaeXlaTTuOJGariXOZw9PwmRPcJl9acF7dPSgTO3HYSjM/PUUiqvdZ/OpeOuZwoLvS+lqoSfoPQQ
G45xj54oLTdaZw+W462hO9Fo/3EldksQl7Mu4ZNpw7o5DyMtXz8MLbvrOySVHsA++QTbelfIKNny
nQDGhdTFbaRPdlFudu6SbYMOj2tdfnCDkG9arihYT+obByHOospj4NWcRMt79gDar1uUwO7vYUUq
eI6CSv1b0Vpzk7jGNRdXFQXIgkQ4dC3mIfTv/XCdmIezmq3zNy9/YA8FbYbxgaR7dtigab3l2GaV
Ct+DRI3kETAIrGGqQqyrvE0riFGV9e3Jj0M2vWQFjXpIEJImfPZeufFS56P/CzsBGEHs6aUmP79I
CF6f8gKMxa1FcJB9YLz/8O9qNzitWFK8H+NYlSvRAUht77PBa9u3zanQSBHmE673EGzox2shx/pP
o+cY2+7ElfvDm3pAfqLchuAjbNAjAJH6wXKwdcMYsEP4ypRa6khuR5DyTN8NtbZ/prIlGWrHGcD7
HaEuRiBQZXlxQZTSOG+w+4ghLUDb+hzFvdOdg1pW/tHLI35CN1iBuNCirVVqEW1d+MCm9RduJ94x
BfgKFd1ztf/X1UUUpDyVk/9I0pvlF/DQoPRzmjdh/eXG/E5p3s3CvLOgr4dJK7HmcBjR5uyDtewH
sy/mkbHZmbP8v5ZEI/z77hj5+R4cOylTv+n6CJU8ERf6FRBnbsE4u77BfZNL+1i7Y/thHbd5EegF
LsTpyZO/du39uGBi2HXk4NyrUXjHstySMCW3YnnhKTM3FQnnKQOHXS5ZlVWUJleEqexUkSSUESEM
PVQIkRjnuyg3e/7cPNhq6T8mjHG4LWpXRegsBOmRWR3aM6fPsp0SRDP/lQNdpHU5+L9Z4vzyeeNl
JuqiWazQ+3Fmk7lxLuARYTa7GpLVy38slEHFDTgUJDoOtYPoLtCJ/Nu2QTj8F3l28a5N0WzQ/AOJ
w39xgIIsL1Jtf8AljH8ewzjhV5gk28w+CLvuN2eAEI8ZNBk6Q+VFKF2SYMYfLUN/bX4r3UXBN1Th
j+EBmi22IX3zAOeeWEnIYXJt3ZwcWfrGLxUf3fA+mSWp0REqVyF0ApuovUPgOXix/KZFGuiJOJPb
bhRJJn76PjxUzqQzxzG4FacdFfB5g+wlJepOqHTKRQb8y5eKfi61PvLGazIPo0S2CHxIG3dAgfDF
BIxHfIrxtR27Lru5o99kh1WZ/N2fVfGFIQeAMSjkGu3H0UoAsyQI4vkd/itQ90PiFH/yugj/21jq
eLDcXFbcjwJpsNrA2SgSnXbNtmwRYuQ4OcdrKf/WiJPZ1afpPw/PRH9sp4gYGkypy9+86JNjEW5T
f7ZlEqCQUkV9m4d5fhg6PbfUHNl4fFHbXDuoDcq8SHZZ0Y/FYUlU/duBPZ0eVJHH0yEIEnsKI2cl
57lr6JeqvuXdDCptfrRZWaLaF45KQxPGfxD4BC9D1pfXoougnuLCY6Xgh4Xl3zZtj+PsofXAniD6
Nwgzxj0njwTwJ6nS1S5vFj87z13fZg++s4lvm51WPkpe0TnOLSATUP3s1ql8VEpFdjfbUL5JWox8
liMRV1dCrkx4WydQ4b95HWGw2RSBcOO3fgZmBPLuLgBKbI9eJTd4AMdsNwcNAyMMnU/naZLZU7Oh
aXtt2ZSegmBZIW8xNO0zOZnt6lVlHR1j+MVP7j7tpp4yhS13CEy3D6Fl8l1pMyJ5ja2/gLHO5bep
FCP8zJz9c0oGxYuVjX/DXJCnliTA5c6yFh/FOqk3yBIYI5l55xl67fdQyu3VGBlePTVtv2xZNUdS
QatrJKLwK6RA8xv2RdlVjtVv8qF6lTaetHdLLs3VQRE1pfPIsQWpNv5oUZKzE/Rz9NBiybtmXRjt
XG5lLGE12GTk6f5nUoYOPEazvaMeM48btM+lcSJMW21GMTZBevLeMV354DYLK8mWORzo5FQEVLNs
XoS0N5+Pg+vhhC4c/Ymgx3lcixJqEwncPY6+ITngJFJ/0KSIFKsCMOm0Om9xsY4vne3NF3GE+GBw
CTyZyJCahOxZ+2Z4FcsAryKicT6h+s3v4mUcL53jIWt1aqYDYnLFwZXLbxZCbBBTUV2R42C/8Yx7
zal3/olisyc8yyQsJqZFDZFlurtsuRRnb1X2Fs2y+pJL2310OWpGh2/kd7GU3T/VhLgIjHbeDHKN
l6TI1mu9mPkSwL5ffb+io8r6zgWUhclm5TXb1dQk3OKwTq758i2lmjK3QcLl4q+jMZe5px/3kZwo
k0tclcNCCHuArOIyRwnLyVkaxA5JBSmEyVpCUM9h/0K0ilnQ3sQO6UTkcD57HsoyuTq0iOpy/dEu
LVgXqEKR7O0yFuepMJp9hMj5dKyYthc/KPd91Hp1OgvUfjvjTYLZB2iRSzCBl9b9OCO+iob8NjlU
s4Rj1jWpqN2vqY6cCwUr2V0Wm+incQJ6LtpY3gCf9S9bOTNsuajeVzcC7p5X7wqyTRfoss33OBDU
PkuIH8qJabvrZ6fcO1Vu3uGj1LWKhdlpBqpv25d78tkaiP80R5wpXxHCxrPekuXMFuF/xUOv76dN
ds+gNcBe/oTMkozn1OkjCsyyRQRn7ZfOCVFijSZcJEeD++27fWn7vblYfCpcuB+hVuOvfPHcZzhJ
nKYrDFHvNMuJei0dpgOPEbLPcd4znHpTalW0vfP8ohYYuvi/DGKh3nuLyP9ZUukPILAsC5CFDy7v
HKzZnAm9qxKhbpOtpZtKP3Cxm8vBwImK9s6iD2eDqYx3YxwRdz1ME3eOcSDbOI/2pNCT0wXAKd8L
O9KZNcx5uVPATniUV4AObyPzxptRX7DO2lftzH1Mg51tPuIwAP4C+zgk0YRIKWIue0KMwzrNhuZc
bJ+0586HfIlplvnFjQTz3+ZhvcfsNP8OqeP9gTB+Am0mSVnGQX3rcwIJk8mG3XNLKMm+KPr2x6RW
LKWJJTNiV+ggfrANhlSsTA1SDk/XD33to51B0XNqZFXdzW3G4JRRRQ/5QpJW2QfEAC7reHIAvdtD
C6v0ZhafWFCLvQgVvNNA7awx6X69/8Eu8KmIvMPwqWcuxznEh+9JV8EIhb6Xuiuq1nNlR9SRxexB
/WGX3a9cnvuQZQ7dxtyegsrKLw811MOEiH/vxQpem6815BZZx2ZfAAqnmIVJrOi1eReoe8guo9d6
xjUU6IsUBhXvMLEaFY4qjys0NIZigN7oDiOa/9yt4ficb5s9D25LbqE/FjNyksH9V1dbS25AIhBS
tw6CryRg+EcNMyR/ByCtfGe/PVep65f63gvm+pa3Ukf3sGpE/zQTwPUZbbBFVoKoo9phbFPZbmXO
PvvLHN+GYswOoHDw+GNPFC99Z78wFMHgIcHRBzEN+r8M85v7gYc8eTauhSHPh3Juqh0zFuYrXADz
MWq1e2lHNBJ47eajXXLMNsXQZnO6ELh0NzQ5udRd0ilz52IKt8xLriJL2rgj0Eq/PcnQYy8grGnZ
R2GzfTCWZmlbkM54qmPjfOZdOP1lqJBnGwbdcZONOOBb6N68LXbfNn9x//YdtgE5xxn30gbXsvpN
/lmMi1egq/CCK6uCPrh+hb6TRVrS+4VlCuRjJRkyYUW8g+peAYC086kTXFAge1H937C2waXVpfNV
0+mjzhbr6T2unu4e2rq8rGIYbzJ3FOq6pBuutbPwbNCL9FBYfrdEmunKGwUWQIBlgXlkWpMdsIP5
F4TldGALkfxMgoxLOuBKrL4SQgTZ5CuRRhkFIoH3gIdCndhxeowggz1qL6GU08mXvjiQotW9Lt2Q
rbuqmXmjKr97sKXqfqnSUU9OEjpnGQ3b24DsBuMdKMCW6mTuK0wGFRBRGCZHb66b521b/aO7bvJJ
IqP7G2IMwTm+iW8VbF2fNXkphxnA/4ksuPJaZ3Z9/9YiPLBLdf9FUbD8aAqmD4ws25/RnVDp6qWb
0dduqrkDu7CpT4jLnYPw+vnb3YXfwOGhSL/LGm5manExaG/7XQjff4nQuF4yP26fKm+bf/mjv/qo
5sO647QH40ViCbzlr6oGfaVId9pFvstBGERzdgxMtjwgoSJ2jZQo6rKDqQJFhJUOkaTkcfdfvGBW
PHDT2MdcUwZ7mHrlvoaCa6LGWPjLzAGaDpPAAD4ITDDVV5m5APyuRZ6bDJ3zj5bU9hCMc7P9LZ3G
PU46mOPHeHERdGinma9jjuD9jg4r8T5N2aYPhRQD2ivdR9WlyCH3O9C4XNe0V1SIH8qqaDjRUMq1
r0apxD1MtuhuSDSd/7we9O+YKHq8j+xpzky9riVMFReH/NMXWdid7IBFYVfE3N876pRa8V67Yeie
xqUFwrINXwJJBsuysQc1SmGHNbOT3U12MSyCPddAhSFHuplNCQJfhyvyJqvAd0Z8LDuC5haJ2aKg
FBV7RmRx+zh+tXE3fju5Rq3lxYns4H22MKGpbjJ3eeESjPTbusZs41vnrcFzRB2u2dWDw5urROzf
R/b/ul7ivR7R3MTNtc2chhQmBulqepDTUBlNMbm7HYlIQItrxjKI904/LE539CW1yah/vQqEOBJ9
zz+ad3YWe1tEYv2JKvqbpynzymGZ77uYPAnSOa60TC/+uwLIT94gxeqOk7Gp7UdfAH2Vtz6cfMhk
NVB/JFrS1exp2iw7M3xYLW/EVHhrOm7rgCgtQQ29vBiquB1cDqgO2kwEPYXkMpjGG/xFHCPzb+WY
I+CJkD3tZK7G7b6fE1+9bCOSp0cRClS3KT6vbXzyY5IvkZdKmbwJJShLNkswm+vg9PZLErf4Hcne
1fOxKyCYkt2YoSNioI5kuAAE4RrALa7HPSx295yhfMCv0QvzGZoYYfw3IuCnEBflC/124w8ImuGO
r3B6TWRNlqDjBKjkIxn8GiAaP3PcAnfzECCPdle88x0oHBc3VMUvXhcQyZGIkHosxsfC1bSUSKRd
Mh7h/lcdImMHC/ipfK3YE5PmZos+fuNWSE6AWlxMZc3d61HDuiEYZEcAfNyzOAc/w0b4IHYrQU7g
OpubVuOMHAHIq02bmEVrX0YO9V51R79Mg4Z4mqpG7irqBYI90g/vqW5yea/HpbtDUtS9oGH+5fZJ
iV+qmn4yNlbHyQurg815NZKgdV9F3OunpK6bNzNT5Tvh2JYp8k1xC8cI47OYpoVaAeEnpNs6S77s
h83hpoEw6o7ubHGab0Ne/wiSbFjf16yM+lNSFcKkSnDaH6Q75lx7gRssyOMCbPfxirB0z61BH7fp
jCpOheQkZiIvx/4YVoaLdckQimEdB1twXPBzKme81T1Df8bPfB8VuWUmdhMqQmOfRASNnnpfN3HR
/SlIWciOJZEZ4QNijdamJJyP7S1SpqyOXrENw0nCGHIymMi5NdgGEMXgGfwM6Qy/tcQwfU0e+iNK
Tl3/SWSDYb4MO74nUDU/+Um+DXSgh7KhPw6gH/69SYhHuYQZPpRLKOOBwsJRTV8rCufygqelcXAW
mY58bIyMCTkjFSKxCC1Tc6fCfv0a1miB54ajDkAiSE/c+aPAbgQ+O9bnpVUcC3Dbk/e0kXc6P4Vx
XunTKD0bvUXIjK6etn15sJYEhvMw4fE/d9Nc6xRNgW4Pucy97dBYr2xfPFAFlm7QXZTrsOndj7ql
Q+I6KDy++6WoZuZo2bkEDaG+YslhFuivFiP+cI4EbMShBkVIzdqa5UmJiJ+yrnpH7fus2+Sxj+TS
o1+op22Hc8djuanm8B/wEVcKV0z0Pnv9dNamrD9j1DwSsZNZOLXD5CK4W2S2Q3AZzjj/apndogVN
+89BJNgmENJM88skhVddR0rowEtnzBkpLPQyPdkCarVsS/d1CnAO7bGP2pPGuzKiDFRxv/MyxAQ7
UWP4OXTGaaPUM7ny0G6CeBwBaZyYwocIbf2SCzg4ZDumekT+33+GU+/Sz9UHM6MQaWpmt+Ksh7LI
R06aaSHDmGFg2d7UVuWfVT2tHI+RCsoc6UVI/Ihb9lh+sVSYa1E10Q+7FoFM6z4S5WWmM+hQeUY5
16Cv6+mkv6MfTkjbyEEmTi43J9eMnvPXGfylSqcyH7+FESTK/W542dZpFy6Ah6l1SaX8cmTSIxok
B0XVLzbJWl6lWdf4vOcsKII/S1kN7T/dRlCreUiazcXiGGdEyQypJMXYFMs+8UaF6imOR6T0W9GU
+Xe8b959YhmNCFtXkZL9S6JEERRpwPq03DXBukYnLJTzhHOkmwBoyzUaz/i81QtJKMnL2LvLm157
4x1GvpR2z31s2puj23m9BzOpnhVtZR/bEtomBe1eS8rQ2zU7NvAC564P+vtS1ejhWftzYHwyL+4M
z11a1EP8XuoRqX/AwPq79DKb3fkd08XPiiSWEEm6Jwk1yK39sujvhlSO6/SFypbsqmVmxLyHV8ii
kyh55A4DGsFbXrvll8EF8uo7NvjQzD4wk+gMOJRkUQZ3M252uxv7mbwXMq3G+LUR+Tq8VllHVfM3
3NRyj/Zxcp9h6j7E1YytKEYPbw6EWyGjhtfXL50R7tHTm3iwuMFvk+4kFLyT6/40ESVD4BRQy38w
xxXKwDrPjt9qFoQ3FZoJ9jNZpu0s50uVuXLerauHvkM06jNvYJl32xKvX3Mgq9diNs1fY+oJip4H
BMiQIWjPAdaegW6yI2WmtcLYmvXvMzlQpyUqwvs2w7kfJJ7zkORcO3OPdYm0+XVF0+iI7tjyX35I
dBx5p2bT08NEIBDeuCmLriZErlAl3lQdiozpMq1FXb8ls+P+UEnrE1rqze6FTbZiWc8rc1j9vBP7
PNtkn0q01FwRsCbIJQDYTkHmy30SuxCZvY1oK09Q/++2vnVxobTayXb0LZTAeNRl7+oJV/hI2NJV
Bpu9SBxf0BVDsJ0yVo8dMarL1xD1lNT3tU7Wy5xYutoYP49yrNQjQhQSUNAXULlUGXUdxmZ9aNr6
e1LIigfVVRlKBu3/F7WOW99VoOKnZe6F8xDr4X+cndd25Eayrl9lL91jdiLhz9ozF2VZVSSbZHvd
YLVhw3uPpz8fqDl7WCBZOK2RNFK7ygIyMzIy4jfOXgsdZVMazv0gdPWoI35y46L66hy5C+c/6yGI
r6ywr8y7tHCd6gadso8e15dtaMlsUww9oj5Us4lMBj01yo7jPd/CuBkkF4Ica4ddmnQ1Gk10jNHA
SI4QBnXy09Q4VFz06ncx6h6whdD49OCE2wAw3cBPHpXSqk5ZX0RHmD6YPpoutKqo8n6A2au/2EFa
AriCHQ2Pu0LLwUR+cDRQQlupLUXprTeWkAk1zY+uWe/1PkZGYRvHTcV9AaLedDOo9a3eNSU8OxN4
6cbVNZwsmHUkXwb/M/IAxtrU8p+JzNXbOkXRjAgDw9Nvk33qjMaHJhDVj6S3y7sO9vuhDCLtPS3f
DF1SLpUeW0EF3GBb9M9tNd9rCkUxCjMgy/AuKEg1oJmZK+jkw0mr+o6cg8xtxR5TdcqFul6DZKMJ
SFEwobiUZxHFV3P0bwDx2cekLXp+jDbduIZEl37qCzXfughnXPu5bn/DAL36jgOXuB7MSQzEHICf
QCS+gkelgrTJ0N2oTDQZLKl7t7TVzAdO1naTqFRW0SAw3nNLUa7NGK/HQvXjeqMz++kR5JV6NHW0
9tn8aDlk8ALhpGWN8ykF2Kyue87k4FqP4/xbUSISnPs2r9UIG7n19Dq8SnzXO0VugxvVGNTdVesF
6cEt8mbjerX8TnowfBCu9FktOAWWlKq8AiFzx9x13QARLgydKxkCORC5G5Ny+WH2tTIKwNL0foA9
AeHcUzVlO7rCygd6SKL1ruwsKj7Ypdp9SsDsreAPKUiP5cbW6CULk94yEwhGIV+1VUv6U8HSHEkF
H5CoM65ttUCYzutkQc6lEFRx0Zb5KqlFeksqVwP4MSgEuCMQ3tgvi6shrtIbw3fcba279akPEVgD
Vuke9UIRH7GKpS81CAXMeDaJcK2qQvzMC653XQwIXzVV/4FDPXpnmn6x8aSZfxJRE1/ZEsqr1pVY
YsqeGJBT592HRe1sqKVFRwIb7RrTD9KvGhiHdlsno4lcIFmHC6yJhHzaq1rUfhXqYHzuqkbZKb0e
3nBrgqWqNvHW0sC9eZndopKFPM3PCK7t93GKt4Mlo3fc1dRhYwdJf6M2GSS4ZqzDLQx9FdJBxj0N
CSPEErthjTQwmK9DLNH+GXYOouch7PYAqefvYZjJ/DrkUPOhgXRGUd2aHdjmeIVaExnzqlQsw70V
Pkkb1fPasZoH0G2BHpIU5wl1zxAJEuTvNN+xE0B2yDQBOgGKkdyZ3NPppGFvURNYEzMfq1vK3twv
uLrUSfSOcxha6SozY8BtNyMX31DZjWg7eI9Dgq3yzh6BGT0oYHuyx8u6mG8o5T+J9T7T4xwyU4P1
oGlHbt7AssoMzWuvs+XHyx//ZGr5ihKmPmmaP/v8EvCg2UaFfvR7AnIgzYNT3Wppt3Kab+yZesNq
87ltqfdKKH6pTnMycACMNf8nefKCuOlbzzhTvw4qXbXiOFWPTheibgitdVfF9ZKrmvqGAK0+0+PV
FC+CDAJ7NUydj5kvboB/kaQPR/jUD24xnhKz+VFn6X089Bu8W9I17d5xQY93GuS19zvJ9D57v1GU
mAHqi/KoKJG2Vvz6qAIPJzw98PflOXxD8VefmSkghJBY3ZDLI4v8a27WD6Zot/TiV5c//q3ZmWml
WjkycLJS+mOW2No7erLFAa2FZnP5099QtNemn3/2foBVQNyjK37kuh2+0/X7erSutRDH3gTlg354
LD0l3uC32+0vD/jG29JmC97WkGaq1ao9uliSbGnIG9vOGv8UAHkW9GXfmPIn36xnjwRDRo28wFeP
4GB/VsA+KCgMaBu00bdFy4E3JkWbrWmleJKSLeVRb8w/A7PaZ1n896TGn2wAnn39weW0BbgnEQoD
RhAGEA2YmlW2ZGv91gTMlqvZiSSUEjJFlrjfG9d9j5jolUVsXlivbygJa9r5ilLUpM4i7tnHyZJF
r+ggRfpP6gSfxkB8QTiuXRjnrSmQ5+N4ikudtIzk0auad5RGPpMmL6gwT2vxlaChzcSQS9Ion5t5
fkwHYTebrG8khg7S+pg2VrszNVvqK9MZf1V92i643L81K7NdrqMZa+hZmR9NNfrVGj5QbWHshQwW
4uAbsyJn+7wvmpKmXYAzDkohbgu+EHQDkgXkHlvUjreXN/dbRiBytrsnaA45Zpof8ag72Um9McNq
rQb09dtxZdchbJhwn7vALVIKEXG0g7oAoblSv13+Am+8Rjk7yjQNhq+kj3cEQoKosgoQsrU2Co31
heDyRryUs40PGcMODTEJa4joHeq+hyD3blCg2XZZdqyEj9UXQvy6cXf5ed5YiXJ6zmfBIClypD8C
I+ejuYeq97xKSsbeoUurq6hR3xeJvhB23pLNfzJmejYU7Wy9dDSrOdZhe2eH70E4rbVMPWjdTe4o
e0Xb0SKn1vz3tq+chYlCq8eCc749prLeYqL7tbLqBXugtxbBLDLIDhJXKEV5SmixKXp97A37jjbk
18tz8tbHz6IDJGcHSq7XnBIvs951EKLiykrvAQJc/vw3zq8nE69nE+FETkQpMMBkV+uPee4faOBT
93CAjC54yL2VkqmzaAC5IKHaOTQnE27b2s3UaBuQU28d+j0upTsjsXemTQuxst01btndQ+won00/
315+xCeT+lci7JPz8bNnpIMeCIN74glZUPMaEh6FEu6Dqnvo7drddX1j7SBHZ5sBHboV8E765SHU
5ajursH933smUkJQxe5hun1e+E5TqH3tO81iB4yjXOL60p5qmLLbXut+UIxgxZv97RjeqyokZhwx
VoGaw/i2wr/7KmYRJQvBrcH5wOY2+xEi4fKhKPqGxMi6Aoyy7wtu1N2hL+QnZLjjDSAI8oH4kEW1
h666G03Fzp8Vl9mFhPCtEP7kkfNsanp0Y1vFUZsTOD51F6WGd4+jyjaJ8mrtpgVUZ4qZh25sYVe0
wZfGe59Xh7wyPyCCpyxsgTe22NNt6dl3QCq56hU1Q29soLAHFrY6gihQd7YFAe/ydL81xCz+4DKR
m03vgktGh+UYl5W/qTQYmpZOi+DvDTGLQ04pMhTylO5ktMLhRBraK2mk4Umt3KVc962orc6CUYLK
PmgT8Mi5lf0JgSXdOvaAOpsmKGzawXeQLqAjtvaIc1+xcAa+EaCevsuz2dEKg16AzquDGJRtKquk
bxY05QmnBjAnom7/Xs4iZlHKYl+AKDE6VgEiQjHQnk9RkDxaCtp1AiXWnTY05cJyeONcF7PERXX0
HA9t3iMOZklbrk3UxyybfEU8IAwKSnGPP8vlZfHWDhOzQFN1VqDDxRpOvnVo1AoS0PheVNFt2Ymf
RWqgyyrLrdLIU11Yn32tugpikrYy8BZ211PS90qkE7OQg6SZ6Auqtac2KX+OZgif7Rqxin0eNicY
CVc1upRGcVW5yqNb/ppkHkSB2LkHDDZK6g9x3H8VifogauUAzvTGK8ONyFCKSgYHGZYRLg6QM4UN
1dA56OHV9LcUUhYMBt9a8mLa0c+Wn+OQGaOe151GCeUShHKqmCdPCDCSDtgc64vIs3ehDOiwN/rj
wpxNe/a1Vza7NcVKq1QFIhynUPF/kV34eH+P73CM2A0jFblDq8FU6jUkLbVJM13fIDa9ZD711mkp
ZrGqlbpfagGDA10T/Y8U0xtNf8DKDbXzbAc+BKfpTAwALtCVEZ+swdhV2U0TufeLVu9PAeW1FzAL
ZiFaUTQ1tPZESf3ahmdffwgc7TP2DVeeqFD2dDeuLb+FDaRZpdKXJvutfTmLb+i+5rUNIOcEF6E4
OUmE6JQLgsv0EHMMECOH/vs1oG65jiwT4+QhuuuRF45Depaj7Z6EWW7VEa1010q9oxJXfyLXmNz4
frWQob8RDMXs4lYNootSmOLIdUKmr1H4wKsoOzgebPRy4XL4+i1Ac2aBMFW90EStAuehDE3LPMFg
Hgsip9M+Sa97kF1wdGvz/m+tdO3Js+fZ9qIOCYkfSd1T5mn6pnOSdwOK4KOinLQe6LDIVfVz4ZfD
nQ0R+WghJmoDZqnxS1mKj6/f7DVnFh9JOxB56tjgWRfT8QcpDYD0k55AVI4lfJT2m6WU35RBW/k+
3kt0N+DW5hmlPYLS5bfw+rKD1HYeY0DTUrQWsjsh1r6BzvApG7NtZomrwsV8Rqgn3sDRcI1fl4d7
fRGhLnM+HOh3Pc7EWJ8yuCjAq+KrIbEfUNpG+Pjr5SFez3c0ZxbAfNdxwBcY1QmZxUeti46W731U
C7mQ66jT5LyMD5ozi1FOgVYnqBL1JNPbRI2uuA+vSxNuotpuwAKuvURukYyJ3G5fUt0f3O+VrQFr
wOdgQFax/tws3SzfetJZpMIKA9WUNOhPKKSvm6z6Pgjxs/YX9vsbdyfcnc7nSsMhUQNQ2Z0cP943
+m7MrBP/QuVtpaTjUfa7gZ8xvJsmO8BWvzx7b22JWZSpE/RAalrzJ0UfsluZp+1VVEOZv/zpb8yd
PYsvOSZRFgog7SnA6Su1wwegK4e2Ka5y07y1/YVneGNP2bMUqwHLjQY0daFxxNzZHMsb0HbADJJC
OXooZ14VOqgDUHLpelTshUd749zS7FkwUSP0HgqH6bKRMBrHeKSMkT22iX6jK+ODXSS7HKXJFQgU
kzuO+74MjIU49sY6tGcxZJgsM6JSJ/032gclVL4NiYbTV7y6PGlvPtksaIi6hO+TIaQSNRp8cTW6
9eyg3Pjd1EnKrROygh9Fbb/rMUuBFNSGx1Fyl10YfdrXr+x3e1qpz46Jsu96tL6z5oRYkfrOlTp6
15OfSVRHvwRmAxupWndm3QXrAFUEwFCczg1A2vtBhuEt0jL/9sf97x/9//Ees7u/xqz+9T/8+EeW
D6S7fj374b8+ZAl//8/0Z/7395z/iX/tH7Pbb8ljNf9NZ3+Gz/33uJtv9bezH2xTEDvDffNYDg+P
VRPXT5/PN5x+5//vL/7X49OnfBjyx3/+8SNr0nr6NC/I0j/+/UuHn//8Q06J3n8///x//+L0AP/8
46GpquDbiz/w+K2q//mHoprOPwSwMdVSIRRb6rTdusfpl1TnH5SoMXYBO4UJnD0ZjWKzUPv//MNW
/2EbtjMh+GBWOvbUy6qyZvolXf2Hiq+IEKj66KrjSPnH//tmZ3Pzn7n6r7RJ7rIgrat//vFkg/mf
ZaObGkxEPsrRpdRBLs2bNK5GI3AInREzQ4EzAuYxAUTaBvDpF5R9EatoxxDAzC4rYoC6QuAT+eDa
dhhiT1U6w12p9kCTVj4HEeJJnRYlsEqSssYDb6jtDHBgKe5RiM0++V5gI86XICYJPgM9BVxKTde8
h9/pujsF4W4/B+OV2qWOzpmC0uKuigB4Y80Uml25LQrZPADrERgTSsQD7LSsfjjcfYa7XIEjJfNe
HfEjwxhwjYKdqe8dHDepqumN8UVttLrCttDxko3o9Gl/YGYBlNXtKGYFAQdkp9ec+WmT0ulHJtWv
dmFgRA+Kp0NoErCD452QrWoehBqOsb5Dh4NXFSvwE1FqdFDQbBYiynnA+mtuDNsQIFKZaHt+7y4U
dLR5ZxYXqMwLATt0ZQnLacydUwI1esnjeBbApvEMgPamqupAcnVUfs9DiRt4FUuuhi2D7cSor2Tr
SW4Upqd334VMuOWNdVD4pwzB1/jH6FTqhzbvKkCNFUtgCMDfLLyB8yOKb4SBjqVTyDUF/2HOe1iV
p4Cr9FIVX4VQmM4GWTO5abIR3hd89m7cWyGKpVsb41ZzIyGXIM6bWN7S13gq9T7fJbYuHNDP/E8z
5LRhz98MrgENwHmXBMl369jcZIGbyXdRCpENDT9otDvdVQDO0M4T0cnH5deFI8dCWalw1FAtjXI5
ooXYVs4nFj00F7BUrV/g1m03+fhTrTXXegBe1vnvOwQW3B9oo1Vgp7AB64x0/Sw8/TsIPN/058mL
bhJOHNVA38oRmiXFi7w+tKHf1gaK7kFgZ3+OlmYlW9QR4qUs6TyNngZi8TqGLS0LBJRpzXJRI9Vc
1oeb8NqsHpqg0tqxeqMnPQDlNOnReu2MJG4WHm++bRgVCpkOBEuVIALnGXBid0WO2IProfAETMmP
8gFEaeZuAF8vlalePKEB+My2wLBLWwrdnj2hpwkIN1HckDmbcZ9vwFPiI1wPaWsfh6I2qB01Xd87
C/viPEHkxZqC3oDusD9Mk7FniWKNYBPehZ4J9Qedr3UPXBISRlg0YCTd6pM6gG6qAe5wav3vufbK
wnnxZhnWNA1NmDiHaCQO59tglAnIPJpqDCsQ9FmrBloLiADkDdX4TP9xebQpDz3bdCbdVtVwHJ1h
OfFm4chC1qIdRysE9qpEzVVZ5tbebZAsU9zYuatY2VtcO8YjiVa/sITkrMQzvWFDaqawVMtSHS7f
s8FdNypQgEPJCGnoPk+xQHL0Kn2oSoTxvsXQPFGygZDuGHvbGC04SJEXYbatthBakZrJhToB2qsa
FNo6i0pzuEMyq01vEJ6pzLXAu1OiqaGYHQdlJGuqc04zZuN9l1Uo67lMcHKfgVxEXL9TBx9olgtx
9SGvhTlOSZxi3o8uziS/tKBAwfZKVGY0qKu2s8T4sQhaBTkDUYzex07vWttZhYMdRjeIckj9NkiF
WoC6hpmwhkibmRC0EFeyTpGwBiCOndrRbho6qPW3oL/ReOuBEZbDDvoWvLQ1BvKB/BxOzN/24OB0
oOcgxywn/uiPsRasfCQpgejmlo90baiN/filsWWAdQKiFvjb44Nk6muBBKBiH/I47sJT7QnNvy3x
Cgr36JQn+hWf4Tnjzoc777b40wYy/B6nfu1eS0+HexqZqkPoqISp2Nmtb8ELSA4o11l9t8l7nFY3
CJElFHE7H8gRukeQ4oxtjDBLr92BIC4G/VeqmWlXXhXg4eBXZ1iyDfS3FAhn1rrRXFRdVt7QDunB
Q7TCfkQcz2k+yrKLhl+RaeQAsvvMt/LvipGjfQfxpCjWAeA/HyF3FNurR3Ibq97A9/JDRCnBdh0V
/B2KbpUmYSGvlT5FgxqK1QiIz1IF+FVICdAOVzq4wmwtQzuNP+sSHvaqxKWigyZuJs5V53XUngwv
r9uDn7aKcmui0s75o2AqV733U0hsd2Qv+a8kBIn+4GEN4pvrJjfU6EuFUZrPqY5eHo7rEL3EjQqg
XD4gte1op7YfKlhmjRxsFq4ZGEcbvfnA3AR0oPqPaLz1V55judEuz1ChW5U4IFnrAJGTzjj6Vlp+
CKhJ42xRd6mtkB9BxB+/26mCENIKHX4whyHWh3q079QKDePrqpC+au6pFKgxem8d0GQ0MDwcFyEb
VRrA8nQ8dSY42T10SXgLXc65gmS2VQeNjawBPHHUZ63Q0cMPFvKYzacRW4ihWRdlKPxDr1WKz9K1
1aTfRVKLc6xhhAhQBamNTis+SwjSOGDDbzKhBTguuvqrERvjDCdoHXEVUKcwu7B8Qbms25TaoIcH
9KNzTKVyLubYVSiRkHegg3mz4IOKUf8uSzx1D0wurVrdVWtYTN6EkZGRQUoquq4P/+xB4No7HA2L
BvX/LE+vxwGw+40JMSIArKEhAL+OZFdYV50r2v6aeobq7zF9VD1kLG0v+ITasBc1N22Y5IiOdJij
4DzJ4tB7UOOidu3vcem51Uc3qKNArqAfTdr2vtXBmlqhXCmGk+OMMrgz9SrvmiOupKZ5aCMrmtyQ
UBor5bsSGqULGSyprew+s+2+UjZxpREpELPALOjrAP+AspEySVojFKiKT4nViOZkYanaH5QS09Mb
jCPrB73vdP3HQL0kXjoQz89h7lB4N5DIkLs6ZBycUecnE0B4H5Sti2rPoBTrLI2qAwhvGMVWgaVq
by21wl6OJ6cb3XT0czvjODwfLxT0hJt2cJC57/yr1M+qK6qSaAriX/EwjpqxcCCdn4XT80mScgO+
jMWCe5GAKq7ZtnD7nV0eZfaa1djveh+/NnyVK1Q7bHUFigyOqKllC1Wi2a3gaWgyN2wkJMETfYzZ
od9gA4ws0cgVbUKpHyNCRQ+BLqamL/ziszDbAYTyZFKUl+XkVISw3w6B+ypCSQAw6+Wk4EXuSlJp
Czi8tmkKTczvRAjOKSg6hO4vf/C0Y9io8mBYAMMvj/Iiv7KmzwbTLwVvGxb6+fSioDiGPGL5K+LA
hdqMYCOCLKoGtryzFG9bQFhId06BDd7CyPMbD6wZU7dtkL7Smq5js7dtuogFZvj3/EI3w27XsZ6m
eEFIEdJlzfyuPUQBvkYI38Mdgoc81Aeq/mL4cvn5z5c365nRp5yWHEiQY86rAujnFC4WJFP247vc
y/aIFJZJg5a+rZU3BddE5DG0QsPK4vLA5y/edEwHfsw0NJcGtrQ+e/GNHqRD5Ej9CjfYRENdqR/q
va3GpJkIy3Zb5LPcd7iRwP6/PPD0wf9JNqdVLrigOLplCkExZh5AFOmZMKYCazcgW3sVo3B19GTn
37qQ0pcQma+MNVV2eFIKOQaKquerK4b3BQoqsXaatJG7IdGC7mdEdzkE2O3vPhaispYpJeRpjf/U
ZkM1ou0Go1B2eGpZ/sbuwxh8i1Lg1aPV+QJkbT55BCnOV1s6VK0sA3bN+WCwTKVhQNLbV2FpH8CE
OmuEI0qcuhoXUyEsaVZZqGgLEeGVUac7JsFJ1YVhm7NHRG2L3BfB8x2SofV9JmV3ME3MWGQv5PtY
saM1DufGEgp81vVmwZjSJkogD6NZjuTf5w9rw4XUXDRQ95k1RmKf4MdEXi8HrDQh2po7R4CMhTAx
Zg0M3BjLxjU9SgtCgSjplS2EjRdLitqILm0WDMsKU+Lp159VgT34215uklQ1oap067xBkeoTnQNE
rdFJqX/3lU8hinohQQKx1Rc3bNsbbBZCWewbPwGiEHeVj0ZwlBRr21bpBw9RsnHNwC53l1fzeVji
nVvT4W5LVeMssrminT+ljhxX78M82eN9J96HmuweRFp12bppGmWlq6oZL8Sj83D8NKIjVdSKue5q
qmbOmkzIOClaQ/q399BFkGXivUuVcOK71vlnVvUXiV4lqgJIs3ukc/eXH/fFoU/KT3pBEWOaVS7B
54/bw5OMC1w690PGpRMPe8pFQVZ9wMsMbVWsd3YdKk6bPoz6hQme0WCm5+akJ3KQUlHwovp1PrTr
pYrnt30Lx9Eb94ENQtnpEwfTnbY/DAGy/WNXo8WKOeQWMYLuyoxMc4+8pbOxAhtzvgY9m8aF8b0w
IS8WOitIs/k/KuoU4+aouCw3AzOsy2GvFD06f0aT4202fmuTdil0vnj7DAIFD99oBCtZ47OpR2ko
oWk5WZ+jLAIjT4rj6Ff1AU8U5Wut+NV1P/B4oStRE7s88a89pCkdtvQ0OLH0/O0j+JyW+oiCIFU1
cjyjhc8JAuubw7v9eXmoJ4Tn2cFHDqtzNNABcARFrFkcwz8acYRJRYywUm2bWO1XdLSyPaoX0aGI
6RZBO4vXeKJ6qMsMKtpFIWqSohTv83Ewd3SbP+tgUdagT9L1pIZ+gzCW/wgYaCnsnM+IxV7QOKNp
ehhUv7Awmp2bKDoUDGSHGyMwNPUYg5Qe/1TQWCAAoFLyzsqt6iFphYkVjjN0YmFW5sMTW59KUVSk
DVpCcrYgos7uWyRHxl2XWe0hVfL03ijab5Hqt3sqCPG6ghR7TBWMai7P0fkJZzErDGzxFwkRtdh5
QdNIqh7xAh9dbl1Nf8ZK1EGit0rIr4lm5WJV6Gb7CRyv8fHyuOfhdhrXoCVE6c1xBAmhOQsCqoww
qS0HsWsCW+4pu2NGm/Wwvv2Mma66+PA3xmM4NrZGWXUe3vNBo0PpUkw3XGjL1mh3N0pIH6ccw++o
AYuF8Pra40nCHG4g5Ecv2isKBoNxg2L2Dl0t511q4GO6BgGN7iSXccpuUC8XTulXR2SzqUAYDV3M
k/us1pxAJXHfdQgtbQRYjT3KduVWoym8Sno9W0BrnceRvyaQLIWz2iSV5458HkdiXWnxOZG8UBQp
MCkY2oeOn9kgtWD/jaHQgXG4mOlkRfpsKNvQyJ+lO+5GN/URcRoUA18j3CUjt3eV3zoE/nouDiad
o9FmjRqzlA9VdRSX7UDdhQhaXVeGb1+bRYlYO9W6h8tr8uUrnArBUlWxV+AgnD9X0pnm2ME02ckW
BrjjI98iDNj7EfYEv5U+T09FaZ2eL4NQd35R70YSOMlD1RQ7YNb51tAbfVN6IQ6oIN93Aodg9Orw
6P7956PFiNI3gyPHPtvjDSAd0dq12AEltBz8vPXsQ6+jIHcgL0qq3w6hJh2w6Z6gkze/uPlIp4la
BEIRbLaUpninZhbmTXSuJ5/Mvqy0Aua3xD6XKqg9YOuX91qw8MAvgykVBIfQxvPqXBpma8eIpDKM
bYP6xqhUG7VPwK3mMXo+HDi4XVgIJo/hEofwtUFp1VCb0ji7yJzPN6I1IkpudAyKeUGw5SaD5TOn
3QmrRRXaF3ZuCXJKv70lucdzFZsKVHzi/C7Ny210W+1R3QjNL62Iux16OHiaIyq/gId87fFszUTk
3aFfwhl1/nhKFfSNpmTaTqDOjbxv3BzouJAjxtG4h8QwWbTnv4fmf9outk1nBngE3cwXEScAQYAe
caVxOg0+Xn5Zsm6KMbqqYqislzfJy7htcuunX/rUjefGfv58ARKChYLNAA7piVz7gaLdgh3vrl0M
VB4wuIgWxps+7z852dOjcfBSiyABtwncs2CK5FSL5yfjSbCfG3Ws+ztMXX9GRb/ErDwvp/01Eldm
NuXUTiQOzJ6syDtUTIdxh1BY/UU0KR4ICMmECyf7y2EIa1Tt6KRRojXn698ZcW0vUw/BQKSDBrom
VJfWMpPa58sT9TJFeyqssLFV6kcvNrftYNRahbq6EwiCbWpNdXYjZeCfqNLm69ZtSwxjTextnWKp
QPtyiTAyNQ8JMIe62RPH4NkFHM4rauVjr+64l6jbVu+UXVpov2gj9MciDZbqZK8ON7VFTSHpsc/R
dCkXB9WjJbTrNXyKrWBS7cbIuERRP0Z1NBiQ9Lr8aucjUl6fBHimSrTFhXh+5rpK4WY8YU1/zEEp
y1Efqcgde6xZVvShu9884RmNJ6MBPOFeqM3NdkCKr4+DWUy9bZRWHJD5FHsFn0tg9bEdpr+Zlj0N
hkMyh6/qkHjOBjO4q2aoONTbvJH+XuaO2ERJUxzH1uvXIs/Mq8uvcor2z7f3X+NNNTI2BBfM2Wlg
I7DjIvdRU1FGQTL1cmBuDoYtGFkl4Ynxqht3LN0DQiXGF/6r+M3wMo1PemFQ27aot87z7Coid+pC
pd7WXtyvEd4KdwMNXiCD5biwauaRjEs6MlokTqDfBDFmOjmebYveaV0AEFq+7dDJ+dqGce7f5bgU
hUczyKMFKPBrgxGi0Y2nBsbjzYIZquKNpgY6eRKK78hvRZCw8E451E6V//5zaabNVtcMg4mc19t6
zW3QI9ZznPH8olzFjtcKnKAzrLpx403/vLxgXnkwTmqLkGZzTTfmF8AIl0CwYOw9j576ZLtmf4oK
J9zUfqq/vzzU/ChnwrjoG8wVZX1AYLOjPLSAWhauVW/xGqmPZmUeuFvoW9O0uRfh5LDOcxD4l8ec
EbCoonImcEOh3EJlT0eZ53yVBLZGhzrOqq2VO4j3GiyTlW+W9dWIjOrRjVT1VCpa954Oo4vrkKYN
W1S4Yjyh6z59H6c63b4488eFuPDKuzBJ1rj7ki3SinmxeKM6VS2a+WCb0l3ao+e5LvRsQD/PNq/M
pAx2JWZ/S0DiF8PycSZXRKQ2eLfavPmCPb2nARXpth4Sv8D9wBXChdQwywrGg6hLqg5qvXBAv1hh
05isZS46PPKLDMf1egV7sKzb6kMc/Qq0xtkhhG0eslxUv7uYp6F0DIqmWScRn022hiAe+vlBt+10
Q0EEKtbwnouLQzpY0UJe+tpTgQCb1jMr+gVfBz/MYixMs9v2ZandIgALS7Is0ntLC5OFA+u1SXOI
OSZJB+fyi6cy6kZDJKDfykJqqF+PqGgFo/EAvA84EGS0/dApzsKgrzwfHWESAA4SIaSQs33jRr2q
hjgPNqHvbTKoSYc+j/xthr3kwlCvPB/9FcrQoL8Isc5sKJkPddrYFFk7OWg/aZn2yTrUsHDu86D+
kOmi37tcGL9fjgyvPaBUKT3pU2OJv84fUPoCwh2CY9vAaH9pTaZeN6BKKHvpw/3lkeaZI3HH4k5C
+sb9ZSp+n49kub7i6unQbW20Gq9DK0pRMcuxAzEjDWsCHN3vUMDFo63MuoV04PWH/M/QU+b17IzU
k5Rat6Gx9wJsskdzMph0KmeT0FRfiGgzWBuRdnpMmrp0mSmbvCifo56KSG8zdtsaDcSVIE+FIef5
d7HV9wB+0eBH3gIC3UNGMo/QtT04d6J1+3eiKqsTB0aI6JGbb6IsqRCHy2lLc8kUS3zz+X3h6Wta
Nsc4c8+GmsUIl2udo1P/26p1/UtN4+FDyyH8/vKUv8hoeReakFx9BEBK8Onn731EaJaCCu8dHdfo
mFMh2dnYnV3brY+Xaj+oC/WdF2nfNB5PQziiQ+rMQZuAnXKiXct4uCginU6zuQOTtu6B47DsmmpH
/MCWqQOMH2PquL/8uK/tYI0GGgXdaR3MU7FGH6PGDYCYFWYf36iF2op9Zdr9jZWVo72ys7h5Vxu1
oS+omb06rk0eaIE6pjg4m8t8TC3EphhX11hcoWbXG2zkUSqEW3IXYE21pcamLeypVxa6yWkGN5BD
lCLBvIHVVgAOR1Ntt3lRxO7Kr8zwkUKk8QG6Aurq2LPquwGI7M827NpNDsul2ChCLx4zpPegEPt5
DffBjettK3pE64Evo7Nn9/a3y7PycvObKFxzPBEyWefzlV5lbUKhs223EpuVX5jT5vheI3yE6iXV
D3chQ3655MmzYJb8xR15getQ83hE9dput60XYftdm4Mbf8SiDwcbLKEnT1TeW7YQWl95RLrTkCkp
DpFHzVltE6zfzIG8bbUIlUi8KsRj7IAcaV1F/f2hLDkBhsmVNRoW01p8FkprnW53I8JmW+VBtB9p
fH3G+zr/5koP15rLM/cyRtmsaUAqlk7F9gVCGGzbYA8CTQcMCqtH2eLuE0dW9/nyKDP41bRTaUMC
FeEfya1m3oYk1cjLNByH7RRaEHmo/S9qKRD/j6EG/Sq0CiVzFX0gF3MITzxiPd3fe15X3NFZoHh0
+du8mEqdG6tKYQWkHfXQeQsspsapYb+OYYaLTkcCCukq8130uLn9bS8P9WKp6sQqLgRQX3i7L0pG
XuFhcIN8GU5pbXMH0As52gQsFh5gaYEmctMvhIxXBuRSzP2RrgJ3u/nNx+8i+FeWKnd2ZaTXFHuM
T5oN1cZ2fANjWUvpFw7jF+cBl2LMdoAlTPNLNfx8sXKbiusUXZ1d74rsnQw880FokfbL06GGrDJY
WT2KOxKLcK9xRHJVBcrSDWc64s4qEdNXcMCi0+RHU2jekNINKAYxzMydl/rFV6TNMf7gwv5FIEg9
rKM+9NCOECbMCVksLOyXS4l3yX3viQBHi2WW2ln4requOcgdfY6JamQ41ZaMpTl4yaA7C4vptcEM
ylZcbUl7XsBDjVzkHYeB3EFoVE7RoFTdpkAtyviSea6wf/fE462ykECSkbvCq5ufeJoVo0Gdy13b
I48fgD9+YP5+JYMX4H3QhFdxp/6ebiRh4v9ydh67cSPtGr4iAgzFtGUnJSc5yd4Qkiwz58yrP09p
zsIiG03oh4GZhWFUV7HCF95AXGcKg3yKdqa2eu9Gw0W3bmiNI3l2tBf6BL23cso9HP7yq1EO9VEN
8HntJQcPZ/f3ybLK4SntEjVL2B5Qs2XpJcBCc+5KHGFmK8lu/M72r2c3bjc+4wJ09ToMuSm5nE7z
hh7qIguRFcOszvFKUEbV/1mN+XDdRMJ/aLI0sPZth48KfKwmDXFUNsdyV0x6/5tSsC02fsnq8qdY
TquOyIKLkGt58dDApzSbkoYVFoiB+aMCA3bdo9y7kb+uryTmSLgGoUnQxl0Wla0aEa6cVPqIzPlf
ocP48VSXLwuMO7vzHeDql+/cM7MCA8nepRRgE7YvZmUkVtCTA4kjz/VzCNpsbyrOVjNlfRaBcFFB
ltcN9aVl6bpReDHmthFHMZmB9IcrPVKg5srFBO10eT6r9UMBQgJFaN1yw60QG3jWkVpBH8SBGAC1
FwQ2VlC5k3/WGnxiYgzHLo+3mhrjYRdnSYg2NfklYKK1dZx655YmwBj631XAanuw+HmzF9Qf/I2P
JT/Gm7ubwYinTIqPPLurko1iZ6JoMAw+IhI/fZ3dtvmepdgSGcYc3pCY0R0v5i353jODUs8lHSVL
BjixrE1lnVJDL2CGQC7Lu7J31VursE0s64R1sPC827dm/E6sJcfMBI4Nl5B+Jl0kgMFvX8pWKbEU
zpmqltTBZ03HfFFERr1nWSIvDhX1UGRYLPUaKjzYNJo3de5sPZWLmVORo0NG0VyjaWZAzZZ//09o
2ZSKqsyjav0qo+hvPIDVUAWwvF3mckzssW9/pORA74vX/xsUPiMRJhzgFfqg16ZUqFln/erHQb0S
qHQn3jDP4z3lduE5ZhK8Myj5b0RCAY6LMNa7yg0K/GTL3PwFu3quD/mEbxMVNHv2ElvzP4KJAfZn
xCbZQ2nbxU6FD7MhZbAISl5/gilrnywzx2j5tamjtRjFM2k1b9NTi23qDdksPoB4bO7xk8CgJjLy
PYp0+UYI+Bq//nOmXoe2afRSdgD1uao7dMbUO4kfOL+i0U+GD3EO1uU+TAX+MU5iIsox5mNSf2w0
39hNFgZAh76cwmEXD1r4sUAGP7yGB6Vc9ZbfzX9rXGY6kNathfdh09ja+Ay0Auc1L29D7X7uBtfZ
lYNq3w1ZDOTj8mW0uPyYCyE6j6Vkp8AeWeZCVV10yFKkLGOpd15sdnhZhaNIGw/H9+Sj1vlbvOJF
QPvfiLJWR4VQUL2Rf//PEYEnDtNJMc1f/aB0u1ko7cOo4F/chll2A09Wu2oQcT/RX+PCwLflfXiH
1+Fp01Nk4XFZdxFwO26xYPCtX24fYnnrFO0eh+bxiAPjfLy8tsusTI6lyXsAhihPzIoggjsEJO2x
tH5Z+GBinml2I20mDR5wQVuo3fcORrSt2mkfbLwfMWTluB30wcADMY3KIjhd/j3ry0l+bCBl/BTS
+2X1EkaI6NNJs35VBDxfYJhX9MCm9GiHpebNNgbXdiq2ruXFa/ffGlB95oTC714F1SMuTlFUttYv
X+/sk1Wow1Ns2zjYN34h3tc0+P+xiKqIqLkNl3fC5FtGU8eJ9Usr9PjHMEkNCX2Kr1HEzDe+7fr6
ef228uaR2NvlI165Zq5gxGT9Sq2+Ba0vbA8dhHqHXM11hHXZLpixAtfNINrYv+cHtqh90pgFA7l4
YUIDx07Rm9YvZaD6O0Z9fmW7me3BQBm9sisO/VA/+qaWbdy3C7A3Xw7yOn1FIFkSDMl/3p5bs+8i
U4RV+luMpl1+67PQ1TzDCbTvhtrhRVSYsWMeUc0hMkTouLL37K1Eg0NaDtmtwAaPDT+UWnZqeiM+
GEqLp8nlDX7mwBEp8gSjWgAoZlUOiArEzAuou78pzP32fRSrzT5GGBmLpz0hODbriSJ2oplLrwpG
sLhj4J7iElmIyz9kvem5XyBaSHQCNYClQliLXU0Xhr3zi1p5eKO1/fi5wZfxcRpM5Z09Jb4LmF+D
yJ8dDxxitemhqgIFivxfSZ62t3g11dd+aMY7H9eTH7MGKLyhsbURVq6fDXBH7AKCDhl2LXdhPAdo
Olp99LvWDeW+iRP3V+fblET9UHQUSrvxz+UVPTegK6Hd3CE8HMvyoJMVcJNwhPrdN+b0E8Wr5uBC
eDvhkj09dK36dHm4V4bA2zceVAkjQfaSPc9lqlqmCMp3th38riKntL4WWQJ4XQMjoN6moYpxaxmb
ByXV/zQE8be1kYWtN9ktqpyh4x96q0liOLgYAR9N7Aj7hxKj+Y0lWV/nEr9AjgQqn/Lw6sO742RE
fuP88mssOpCW8j9iCQp/HkOiZ5F1jldj17fFdTmztSEegpwiygZWu8w2FYBzszFZjGrM0TUG0vrd
7I7mg6rE9Houf4X1XcfeIrxDuoJOCKng2ytHweI6DY05/q3aEeKulMFPWd2k+I/awa0Vqt39pHVw
CpJm3Lje17OkOiGzQgoVxjrEK1uMyYYuTH/PCMYZ0uQ33w1NHqpIqootibUzm43RWEqKIrLvsswa
MN20O+Rxkt+FZF/s8raiKlGKPKs+wyPCllm0hTntg9QPtEMKxcB+HPtk/FSKevQ9U/fVv2pXO/bt
VPYVpebUdeJvSduwTy9/kNWyGBx6OMYOiCRQnMtTgYSoBeu0DZ+AjrkZjlRILEA3mHzMptv22+XB
Vl+fPhSqRlxrfAhC6EXtDy+u2hxiN3zKdD+56y283pwsM08Ky+P1hWJ8r63ozmj6LUjs6q6RERsv
LPGpDO+XByvMxzTLEB15jHkfHnM9nW/7vhy/lGk1PsZWYm88W+fHk8eYzU4VexERt7lNuXxM9Ee/
yfIrXYq392OOh2zXJZUXaGq6Qdw6NyDdLu41cL9UBhYxhO1jnxj5o3ic1NJ5hKyF41xaoHnVRPne
6MWmOrnOQX1zm3JJGWSmlKjooEKZenuQZ7wn687UlWcHD2SEkYaqJePRcT+tfTfKb3F0T/unVJsw
1kCromyL+6ix2vZrbkxVcITRV3C15okeb/W6xOKXUTbQWXbuT6px1NkXv6xLkXzw7dF9Ckr8vDFd
Ru5CobzgbLR1ifsXIxH66hRe5WPNKV/FT42KOFc7Zv0zYkahghCV24REbE3aRPZuGHPH9O+clupW
oDjp/EnUAHGxLmxIIpUYg7OPZaBn1IjglO5HzcyGj23ZIaaQUw1prurcHvLrET4eOLN8zNUbMnHN
vJqpfEZX9aSp/REMf6Y8tH6H0XHUlUZ6cGhmPBvEJIg8lS1ZwNBrUX6fpFljhTtFKHQeDlYJiRPb
QDCV3x10NKYHN2ztX4ZJAv5BE5H4RR4UI/Ul+qA7xG6ehjv0stOnsG1tPNvp7P6kNhM2UmoNG+QB
8ZDwc6XXlETa0uCf7kyVpMffOw0yL9dFQMHm3o7j7t5va+SsldzPvgJ3Cif80i0RYTNgUzTDfrq8
nfRW/4bIWKv9xlQM1z/cbLL4U9+jXGnZwYTvAOXgFD/Dwcq+N2JU1WvEKQpn8GaaYsOeElV855aj
79yIwEFbEg/xGmBbWmMCqEelC3fenMLqpcG/mqyl0upxb816cR9jtyy8QYuS9M6RvS0+n+t/N+2u
yY+NVkw4DuLY8HNyEJfBGazEvNWfAuXOz7LRxUWSlvo3q5pCdTiAEywBIlo+rwPmvEkQOscRlu4D
PpeqwIiRBjS4cvTu0BNQjL8i8uciw7Hecbtibw1TZG6Ba1fXL2h2buBXFhJ3xTJP19xAjbJSnZ65
itpTiDshxpxtgBtoq3i1ZWDUUmF3qkZDspFqrEZG6RCkIMAvgO3I2slX6J8KASZuXZ1Nvfhj4X5U
H/WuUYI9MBXtS+v2xXds21P8L+02LdxTGyJtsgX1XZUoABGRJBPhSkaPsXyPJ0THzCzLg78tbpfB
F8AIzoMyaDMBX1Z/GsI8jumb+PUhDrvsO6/gtL/89K1CO6kp4cCd4Q9w6uXap3Ol5SRIyRNphAax
NhPBvsyn3PB6xf6IcG3p7MzGLbegYsuHQUL9WXrWnSCEe2PxEqVO1Y5lrVpPk6JYxwpr9+tSd8oT
AhPjvWtW1laEtwwoKALR/HLhzoIzpp+weONVRSlnXln3iUpR5Imx6b+ZRZC9IAZgau98ZuVYBPIy
eYAZTrL0dlvpk/CnSB/8J7Uo5qu4mdubBnPQHeHTtKv6utgYb7mLXsczQFFJQRTJDX47XupgBBDh
svDkpmb4xe7d/lMrNP/npEYoAPkl1YIMZOi1UZWPMMW3rDKWbTDrdXxeGxrkKn2h5cese600baKJ
p6zq9BqqPfidxHXz58xXxN+ki7tH6Dfhi2EZ7n1qIt3tmRlaQ5e38vqBZdUB9jjU5+H+LPvX5ggS
oJs1/6ka8mhvNc4U7IzQ2Vzt5aXxOtt/xpFb+59LI807dZzb3n0qXafDl7Hv0ZTou9nBh3PodS4Q
rZpxUSviL1o3BV8uz3J9cJilCyhaqhiuCw+ToY8DvRXWGqG/r8KttaM1t+aJd2q4tSJ3fl/P7/Xb
ypyPKh7AmBWspOjRkXLdyXkaB9P4hlqZs3enadhBoxK/26reMiI7d04BdYAs4aRKnYO3q9uDBgPL
GbhPaVCbn/WxDn7loTNezyJOt8Rtzq2lRJGiL4B+z6oxntSEgbUeMVbY2+Op6Kz0tjAiejWQuN38
lKem8f3y5zuzScF0wniQ2E6pevl2ehCmB0eJC/9J8bUOcJ3FBI94wQ/TRgJ1ZpcyEJhoDgMl2GUZ
o8yoXohyRk5dLQsUqHz3cTZK5WBFnX+lI6K1qwq//hbHdXO6PMUzX5ACv6TlgBnnFyymqLfDHImq
dp805EPd06zOceKR6s0HdeyzeeMJXz5gnEad65ZslvxtXT6xIr1VUi1QnmAXi0ZWYafUa3QrfPZL
JeVJbzMvMFz/4fIkz2wdCF0aVQMZyq/erzEUFmVlk+X1a+yr26K/Ij9EXmyMlIOZdNXG5zw3nk78
yAtGoYCC7Nt9A9W5TjV1Up4Uq1ZulLHX9j0uQulBcaL4TrAK6saI5z6jLkFcNskpvfFF6kavKXZ9
X1OegmoGze1Yib9DOzbOd3mI+fjl5Tx3LF7pviDw6Wwu88TURDYXE27/KReQng7o8VUPmjbO6u7y
OOd2C6EmAQeqLVTvFy+z29eVkcy2/2RnQXc968N0SNIkugGl59/Z1Zxe19PsX71/UNNFYYnEVBYa
Fpkf7MLCTZoueFYI23cirYdD6ufWVRhqWCuXnfhQ4kqzcQrXM0VwktCKT0hwuaI2D36vRr5qBc9d
FKJamJlo73SgfVp09ILqLtdrF1KL7ouNgHL9JRmXIhqPMMjiFayXMnU9BqHNmUhao/YqPsS076kT
/b28qOvtyQWKwTJHELQ0/dm3B8LqYitDojx8HgfbvTOmbPLiwbbuha68E63FEygFq+BV0WuH2LDc
nFkQJbHahRFDDdndpOjxtxCrdoLIIn33tcJQkqD22uteSWsEVRM2wNCZlWvkHzKlUa4BfnMU+vDO
CRHCvLyIZzYJ4Ht6htyhlGmWgarwSzvroi56RrPK3EeIIj+4Clz7zI2j20ExdA/Vwi3qxjpahUUE
h4nKF+/7qgZpmm6di7yInlVAuCeDSsveEIirRVNifKSs3B4KZdR/hFTHDm6iWhtXzbmNw8FAYYAI
fY0o8KNqsitU+54pyfXXPJPxTth5em/PeMRfXt71pc3eoSNnSgAOiJHFwTexXDdnq8qemzE1qoMK
4Sf5DIRK0b9Tlmq/BKVuOeHG/M4NSq8QRoVUC1yxR7MySfKexONZG+rgpAaF+4UijXE3jXl4BW/u
nThVeTpI2gGfSWI40mOLSeYujh2CnObZqG3TM7GmHTxUttv9AHLrb0xteOPFX39AiakGnwrUiNdw
SRfll8R50I3pszrpMzoRgf29j9BKabR+1jcW88xY1J+lAKHEF60WkzACkcOhTJ4RDDXmb/h2kIv7
rp8p17gFFN8u75fVaGRvErpNGkT/fCV+4dR6UA5G1D6PiHf+blOYdhoBKo+vYvT/w1igpiSjhboD
jda39yceBqWFE273bABQAhpgpf6BN9HYD40SbfUdVvcMxtGShs6jIAsdeES8SZl6EU115evjszs2
zZ3hY1QA09/8NPbxde/Gh0jPk42zt3qHQEPIKxuQE8eAF/DtkEXp+HkaxPqzmqiEL62dV+pBp3C3
kY+tvxk1XTpHwA5kQ2VplO4mPXQd19KfWxoTgzfqVnATjn7f7lIEdTa24yqoh1XEt6JVwSNB0Ur+
mH9ST60xlVCDm/0nNfF2ScPc/M7tHu+QB0YpUsET3Jh89xAkev7n8tZc5fg0Y2hU0O/muaVktYTv
GKOFknHd13+pX1qPUZ2Vt9ARpvsqFj42mcHwp1Q75RtiB+MNtCznh55Nw8ZaL4m53DImK0yRl6o2
+h4re9hcGf1iNtsXiiE1gsxWjBKwGXVBRZFq6pqbNFK1B8U1ZvFdEVkIEm4ytKtsMOuEAm6mPyLi
7sfXqYqV98ZbuoItSLlfQMe0SV1Q+ytMiBFxfbSpqb9UTmLc98I3HhXgVQ+Un+tsl0oxwJGOBXwn
3byt4ry30YtTtM+zFhQymBD9j3pOxp9USKFQbnw+ecL+7YvIH8fOIdelM7L+fFrtpG2vzfqLWrfu
B6wxggfNVFIsIhrH+DTEMw62blu5tjdQO8/wqrPDcN/X5YDrYziE+xAVcnPjey6fKvmjIOFI9wD6
Fbwgb7ez3RMn9ginv8xTOr6YlVb8NVNKnIKvdq8nibW1CjIofLsKMN7kmw8MDZWK5SYeHTPKUO6y
X+KiVkMvGPIWhWAbkZEqbIJPRVPm6p0dTqon0rhz9gVP9b2fC2hChpb9wfbdcI+h3mbvc6ag/Esd
lI4NBRZ4kESYCx8vJy0k10Dz/ySd+agkiCx6eDag6GLn5VUW1y+Xt8PyPmY4EJVA9Nlq1N2X58h3
u6bqCj14CXgEvFlN6E4olXJblwgKDkbe34jBCTdWf3l5vQ4qMRxSUZcW1eIRcKc2LHuEbV+AASe7
1gjFif6TuwvMQvvcuSWmxmajXTcBPhyXp7veZ7ypFHgkVhZ81FKkcZjDyjQ7JXjB/3v4VUofoDCO
jFvRjcl+dMJ35nuu1B4CSQ7ImwqPuVSARZFFjaI4jpHbHxp0ifsifx6Nbmp2bp8NHnUtY/Qg2W3l
mfK4vNndjGsilSnZK9Rbl9KJOFFjK+REyUudcnSqXDIE3RpGp2rx7u3fuaYMhuoKOnycYF7Zxfta
1raOO0KXvICniCavSttCOeC2oBzyqFUOgzUhgHZ5yDPzo3hPmY7YDzbAKybrn9cPV5iY7nifvZh4
8FzVvuPcZnMOsyMCt/q/DMUtzkNDOGbLvfzPULNwRJmoZfYSpnp0yFxNQd9c13PPTigQbMxrtT0d
KCowEllMcEfwQ98ORhUSkVylzl+ALIa7KBmNK5wfx9M09crnrJi3ii1nx6MSQQ1bg5q4xIxhUZVo
sRYVL1FsBo1nlwUuvqo+mrdBnReKV5bC2MBLrs6+nCKSNvK6gS1jyQvpn/VMQhrxSmJnL1Ycj1Ad
qvJQF7Hl1V0CykZt9PauEmZyxDxk2AqazmwbnhfgXPB0pFbmIkGZuG1jWFX5S9iNRe4BXCmummqI
I9rOmfVOhDxnn9xEsi4kT4aq8tuJ5rkRoSDRFC9znhiHQljdgYdvPPW+EeyGCTOeyxv1zLekpSVF
Fbly0ORd7J1M17uwzMbipatj64qCRLKf5zr7zMOVXzU88xvtgPVi4gBHQA1Lj0/JTN/OrxqlnRU+
ni+zPaj3VdBVewrM02eq7FuA8XXI6VAJoYhNnm4AgLcXVwzs4EQjWEpfAqcqHS+f9fRopY71023Q
NnamGT/DWK2AS/XGJ2vAVaPp52oDTrFeYH6EpOohB0NNe3lYqEpOajwVHE57jk9mUsS7QuTGHxtl
i6vGLd4L0UEdTyBaSV0LMi8Uq0Ve5htdX7bKnL80k3hsuqq9CgwernK29xGp0vHy9ll/TqINCLKS
N4wCwFJzoNP7LjGwF3gxEuF/jNRZOSaxG10Lo395/0jo6UtmJ6gcWs5vN06EVO/UKnX/4g8YRc+6
Gx6GPoiOGXpFp8tDLaIbSqxkRjBmAalq4MGXwMFpblI7VjL9b5AX4lRqjX6gqhb8KAPkgzLHDPZ+
qDZbTJWzo6JrCFISzBrtubcTHEBnDm3Yan9hOQhxaJ1K/9GKtjsBlzGejVJPf3a1dMa4PNnF/pST
hWEpGfSy1LuCMIAKBgattfrfSZ8gXVu5b9wHRh5+CbPG17w4qbdYZfLY/RNm/DcipAbIsvIOWC6v
NRp2rge58RczhBRvxmL+oce2slHlOTsv6ftAaZKywVLRKmspTOa5ZvxtAdVca6kCNnJQ4h4ToFwJ
d5DLte59YDUmxjEgLuVeAz+2UsV0xm7EUkkYf+EADuNB/jc7VVjT7YOoA7E0E3Bc/niL4/ffiNze
dFckqnpZWS6rHDS8noq/4A6jQ+PG1nUUdv1R6YVyuDzUej1JtgiAaZPxZ5W/d4Mbcf5FCGUzmOoJ
uNYM+7fBho6sJoMvYXRP7x5R4tIlZBwY22pyWuAUgwmMBXe2uHFvOsf9EpP1uvu4Fiqtz6xLNmLS
9RGUEEPKnqQar/WBt0dw8uNCSUQPLRVLMFX50ME+2emVMv1tUqR/TSUKHg2gafnj5ZnKu+vtiWA8
wHYglSnKrBoEbmKGlovDQeCRDqgfgrELr81JcTwDCaafAeaYn3t9tKGsNeLWwnXhfc6cNvuI3JGS
Ay8lOsRc6W8n3upub7W46wZeAtP7Cusp/xOrDBlRFFu0kNXxp4zBU8gg1F+RSFtEHGVeDIrS2H1A
v2XKdsC08Tbrywxj+8uruvqaDAR2hv1D90USx95Oyh6qcap7dWTH+tmcHHASFPo+baO5xCwOBTcP
eFsb3HT6UBYbt8/rLN58UgbnGgdiQdjKJl7M0pdu4eVssJV8OEvTEU+NUL8N0zL4HGWGOXqpY7cq
gHCQf3s8nlT3RvP96EHv7LnYVXFg5V6FL2nr6cijkwWOGrEKzqlA+sVnzGWjYocpUSs84LFWcagH
148eTcTIlC9WXYb5jRkjNekVXQT0j2M2ERdrY15XpeejMBONO2EEzlMfDflDmIUCd6PZro3ugECj
g+sS+dMMSag20ujh8ndZxPKy3g9Wmc6bTRGOV0f+/T+xfG8WqS+aTMfKEuxpcz1UxVTvpA2Ie6el
TTyjJTTNVxgvlRkGOQnyGJd/wJmNQWWXqhFaYwTay7YKWiuVkY6GFniWmzXXOY6eHwxRZbsQocXf
ZKLjQ+M49RYfYXWDckPDcH7tGRGeLV8kC24XnJ7BCL0WyQ7cxkSPh2gFgF/dFW7ePVki2CKnr9aa
MdGEInCCgaGtmMbAw0et6RXGFGbxp+hrDD+kfWKoI+2vo5F1MoH0H61xtjZOwJnZSs4rEkA4m4iV
+D3pUWK6iU57CsvtK7sNquQq0PU5uG9RkBB3BVFwthFrrz4stC+6SHRA6ZdB3FzEiFoggIqR68TA
YRHhaO3EandabWqZlw1BuVMwVv5QA2DxN66a17TlzXFHdEQyHiQKkuLt8rhPdl+4mWHAK2nVvs1v
Rq6Gpsa3xtDSn22V0skuRKe1V86YiKjd2Q7wnbvRivLug50PPOFHMupZP9aJk3zqcOcNPa3WwZ5n
StaVe8dtxSmE3gd5r2xmCV5Gnzf24O8G9p8wSa1uLwiP1Wu0AAM/3Jn07Pxbt+U069go2lgOJy3O
IgeRZWr00UoosuxTs6nLfQqyMdg4YsvAhMSVSEEWWmSiR37w9ownxM8qeY/+c3C7val/d9PQy6av
7zvHy0EWF0k04Ban+JH+k1O0E3tUsQ7K8fIQSwY1lnhvJ7LYUlmkVEmLy+jPODjV4qrBRzT7jJyM
VyvmjaYjLm1+NJ1DYFxrhuIpZgVi4VpRb+fmaJTVfjAPjvUtjb0G2uXln7ZYYmJaBLakGphk8pOu
LDJpNR8CoK8l4gxZaB4qte9xDphTujr+ln734sl+HYriP11FHrM1WKnsFN2vcYA86r6bfBjGKbid
Y4xRL09ocXr/G4VSttTR5H9LbI0yurljNWiuVEUojmHkx7skrsOjwot3G1iZuMUWcUs+/9wqAlyg
0sKx5dJYvNMWz21kO0gxjFRjdl2apze4PkTYTOGNeXl+ixvxdX64O6D0J7GJRNNvz4TjZ6rbcCEg
NhWre7Dxyk6z42YflVV0pwT6lqD8ufWkaA1wgBQWTuxi6xo+vo2gC7RjDfXtk94Wkm+h+YchAdNv
+MXodVbyzoLAf5Mk50ASlZ73iqWf6ZMVV3jOHQeHaKVqk5q3BkSNiifsxtk8s56SIE68TH5A32xx
x+ADNup9HepHM1WmwqPaM2HUBLToFwbGYh+Ydr1RvDqzoowILlH+sVcveGbF81ABhz4OQTDugzqe
TxJme8KWt77Tp/D3RNfk6vKuObNBqRtJkxW+5JqMEwIqszoyMzRY0mBn9SI+DjavqhVnW8DLRbAg
vx3zIrCTbKu12nypjkJPXF89GrgjHxOjLPY8L8XeKNNaOuISmDlzefD9YStUP3PByBMIcRJY/7q4
A1VoyqMuU49aOTX7wKYKF7jOlsrBuQ0DOhCCHhh9LszFhnE7p7WMBO+TuAwwCKnGeRd3ffZJDxv6
mEr7biFU1pOkjkYKZDKUoBcHUHbhgo7a/DGQe8aaaBP6ws+usAz48/5NAlwBDBaRNWgauYn+Calj
HilbTXImFU65/oe8qrO+aOQKmlTRmx8uj7ZeR43AnB3JPUbrdXmRUR/WjcTlji5pEhwV4SYAMCJs
EqcovVFTdL0vj7c+AuRxEvoog0lGXny3drTKmXK0OHahal6JFJuAUJ+r35bjh/eXh3rtAf0TyHEG
GIuZkZpyyKkdv13JzrJyLLs6QSfBKas7QUog2T12is5IENl4BPZjEwdHs8UP+qNV02XOdmOnZ/23
0sGA/IrarB9cX/5V63uHvJ9yGf1u8qYVC7JEKr2iMoGea+D7hBg8iEnwNFpizvbm1AfZARlcHJHs
Pkq0jbHPfGxan7LjLfOHVbKEflCpAUcxj0FCsswL4ug3eag7R2y1q52Nj9fu8mTXt5Dk0ULClJpd
YEYWpyaN5oGOYe4eu6ZIjt3URw++0+fXkHnVQ1wpzYfM8H0PgGqxcb2vpyqJTAQe0ipwTVWgIMwN
36Flq6Be+7XSMbLfxU6flKCo+vlQpcJNT5cnu0SksN8IPCCaQjzh0qXy9Ha/hXZrZHk34scUlioM
6cBsd32FiU9M2A/h1Rhvsxx76cjMrTt1HNUvVV8Wp2Ieh2/CrkZ6i7O+cQjOrQOvGyBngSjcKlDp
cW8HjFIQiIkivDX1pjskU53fhrCRPpam8+XyGqyPNzB/XjAJhyfIWvJu+JgOFZLAOBpJmDceqFwM
yxvQccceat+Wg4Oms6JvTzjYYjDNyCJBIVthOGD4AnMJeFCbJqr3wilHz2o6/X5s5xzWT9/uzRni
NG247Ikb9IGykb3LRqTQzcIqNr7/+uED1031FuAG799qqbPE0caORO9YBlmLiJA7JTvcVMMthtf6
kzIOkaCsuWiUihdhLg3Svk9D1CnxIw6/ZagU3Fqplt2CzlU8M3WeLn/SM9OSelcU9+TU4Aa+3dVN
YuVBKLBqSkbWOER076MTFupGr/TMxpEAPeyA6QqBdF2cndJpA9SYVVQw01h8a8cwzTw3GYbbLodH
5l2e0voOJviSUEAAIMxqyUqZqmSimeGj79mE4WOouOYj1dxgvkbOVWkOpdmOyimqRVJu3IdnZolG
PZrS0gEIruViLVvNbrk2dJkRzd2tGYoaTQ8ae7tmUtTvlyd5ZpvwzoC7IxpDyWBZQHE0JP7AkYkj
POLsJuTm2sdGiTKbRrsttJMtiauz4/HaQqaQoq3Lbdk41uh0FHKOVgJrIo2d9MYmYLl2qkTsdfC/
h/9hfnSepC4QN8CSr0tEW1t1O4mjkcXWwaXjdSwS395Rr2j2iDK1Gy/K+rLhvSbc5OTRG5EibG8P
gpFMoeFUDjpDNdXVY5m39lclGiGpQ8ptDqqDipoX27UI0GmBQru30wbK04SKu5pr2B+Vm1fOaj/J
0itYPjQckI5YrfmMjVNtYl92zMn+kMDXp0M+ZtUxtaetfsrq8zKUZByBEeGIrvDrYVwDrQHffpy1
tPwYlN14CucxPLRSHa6nKbnRDltdO4wnPeJAMYE1Xccqke8rBWYKx1avMe1tMiTqvXnS2ndyAGTS
SZTIcWQ8rp+le0QistEu+0Q/cTTjYzuK+DQh8nPgJv95eceupkR9HCkrxpFYsJWIFqJkjRWgmnQy
MIn8yqYxb7D8Czc6l+tRTFYbYyowbtwwy4g+mm0dp7TGPGmIlWQH+Co65Xl/TMfG2bhHV9uPTiXK
IfIBpvG8Ym/MRirasWgdKTCQPKMPbV35+VTutUQdttjxq/0n0c4MQzXplfG6OH2pTe23MCrnFCUC
+Wegq3CLFePON9rbVFX8jZL3ehVfsXMqxW5AGLwSbw97n3RATuvSOQlrGg/ols63fiW22NKvINN/
AxipygFxgT4l1QTuzUWK0ls2vlroh+0HmP6WZ2h1mtfX2IajV+LGpR70sIlNe/gAjIol1XFJ9GnP
FqFxg9OflXotdXmXN6SxU2+o0UzYpQmXpheMzVQfNXztfledCXatDOqvdLGcT8g6GZ9NPxEpwWk6
fcePqrv1E0v/OowdzMGgyx1tR+6mR94QB+YzlD/helC47e91J5xf4aA72b5C2fW2hXgl9rY+JZSE
a92db4AIcP8lomx1NEIm3/Asu1a/BIOOB6Kr44f8US36tr+DbmSMBzBK1h+XHkK200MRfvPrdHjM
9DnE4MCmNnIXNMKvPC4fwC++2QYfi6Yf2mOX2Up/tMwqmvcg27IC/+EgQ7YmUWP7YA0gAj47IFj/
DF2R5ScU2h2aYb6meb05zsMfI8CeeB+MnEa8foxo6GiPmags7eqUCvw+FfGYlTcdDF2COAsxeU8k
3WCFJ42+nGHQ9glqP0dOJemyT3mTBuEhqAPTfzEEChoHAo9a7CI1MrLrthxnZ+eEWaU1u0godfUY
DqKjgkA4GlVHtOvczPVUB/Fh5Yg+SzxeF3k7ji9ZWZkV1TfD7bmOumn62fs2nEUPMkztnhqlx4f1
8h0l46w3G5KeMf9adnTJYlbRHrLEswb5MjhEQVwgUodeZIbjQ+qhgzYfgZQ6XlAgwZUrOY1KeA4b
4y+POdxIAkCarFwpYJKXqGzNKhQ/0LX4MJC5X5dBSOtUgWdjOUp1dAs9/7ox3+WAVAA4f4A7pbG8
hOy/PejIWIXpHNrxTWBkpX8cXB3xj3msdfNQ5KYh9nOYRcO10EvdvLabymkPDXDpW/ionQvTHoTF
yRZxNB97v1L9Q1XVquNl1f9RdmY7khrdFn4iJObhFnKqzKqsqau7um9Qj8wQjEHw9OfD/82pTKtT
lmXJasuGhCBi77XXYCsVJn3mY6/Vp14aQoyY9Ydm1Iv4lRRYskitmtr2rOZEP2KObrVhxRS65Vu2
q+cKxcf0ZUg8o9marTSHjesVwBaOVcAd6HAp0iPMeIz4sZqapt/gAlnjceMllEIF3q7d154YEW+X
FVqKqTrJtp+EKYfisSAc7t7QRNuEnLreD33KJnvbtbAxzkGXGtZeDnpqHMzcLP4Ydl44dai39Fgh
20YePEnPFDjvTcnXieBMN0JntTzkRp9ND7goLVspUbO9QnUu9BP3Omc/CgcD5s9JriXL/bCo3trH
Vus1e6iDHnlJdUGW98EtoGMx3uzlUzbXtb9XWtCURLbP1kPQGCr7ZS2I8Gnq43FToFIK7K2Do7UW
MiRU4BauQzJx6Bp5h2agQJJivrfMKWdxkBm4z8FvyyXbY++TGMSsJIE3hJl0F+do0pxqiBuCNnmy
VK7Pr661GL8G6jrjBKHMSPZiFgHEA98sK/ReLeRNu3P96QYSR+928e0RXUFxQFLXKpa/lgj2aSZN
9rzmyLjcaPuoBczxdiRz88WnWtMkQ4heMuh2vlcxiJrj+U+QsC88iRpDvrBoyPkKe0wMmnAA3xkP
i1dnP3S/Ts9Jw0m+rRCiTBFfvbC3GR9EYoWdqROBPeSzMrEuTs36kTUu86iudLMLhcLKkfeFhPBp
0hIpnkkt06qd41dxs0Wz6WRR3dZWB/tB6np2P3WeUYSD0pdmjHQsa+Zdg69w8aBVeZZt67bypwxr
yCb1v9iqt5evrrb4DrqYsvnh96nlRaNtjP2dnyVQaMZct5QfwRc0y3Og4sn/nSFqEuxEbp+r8+CW
jXFUYzFuKyih+S7AhQ7bSSY3VhZ5ZPn03zDn9iJVirgKpxRjpWO+pI6o2NAcRTBJ3LbZJlumZgmN
lHHrLgcHPNtmE/RnSGd1/NV1q8kNsVvGlyYbvUbt8oSv+yEuUehtV8ncEMWZlR/jvtNGDtAK/dGz
pCMbQxN7EG/nZLA3Cgc46rmTsj6oIJ2LCOOSUb9TtebHJ5yJg2fNqVK/CP1ulsgDTLNTWpR23pC/
FbQj71B541FFsuPrayI0Gmm3qcqh0jc6VHu1iUtROBuv8R0tYrKRNm7Umxx2YY3Rm09+DsLoBctG
aPMyRMyY6Y96ncbeT2+xNIhCymqq7YBlmtRDVFd5+bxK3T7Pbd0Xn4Cfl41WG7kPGcVPfnZlabyI
MZmMOx6/rjatN+fvA99PckA+zUvOYWG32iZ2FnNv6XmOmshtkGaKObHe497KnDCNx2zD2Wm1+6yv
F/W9htZqPPbYD6rvIugtXpNhzuV5LlKcjAl/nD8lI5yAyNQHuSEMDGf1YSrrQ9KYTbpRUiSs4zhL
HaLQ/Tg3w1I6dflWayr+ZmtisB6zwYDsluVST3duL6qDIzVlfoLQq7L7XvoBwJGYmuxTbPVVbu5l
SYLtXdCx+sewy9CxtxsAoKLaLras1afFmJ3fNv+SeAd7wVwrtDKDEzcMcrwQ93XCOXdIWiON3a2y
u96O8hz3oe/eAnz2RcaxrVGdo1+fTyluIPYxXVLf29VGYd13mtfLgxKEaD+kQetZpyXWKgPeUy4m
fOXTAt7N4s/B1mxGs/zFAG0KTvy/HKpV2MNiq3uttx9dlZQC4mI6YwqeaNkSNSv3IbSKvhffJgMK
zbbv0S3qMeOAn5MQWb9Jq2VInrXR6j7bRouLbQ3bUxEVaNpNFIg0O41IZtRDB8UX17OS02VbDoZ2
B6ihUf1NE0V0OLZBgKm40utxp68hhHPkyip9h4JRNg+5rMa3tg5M7Q9FmFVDkosbcUSRLY1wznXj
V6KnuXYDhbk68mnhMZBd6bCc/TCHPh75uQ3VWWt7/YiXW1nujSVGxlF4zOZmvMh7w4iGsdO0G5XG
Jf3gH8yO6CcKAlyZQGOtj5dNFCkB6SycY0G9WD/73dIFKgIZ6X5aZpq6Z6eb0HcUGakBWw0zshlb
14rdzJ41Z3kK5oFPxsf+7Y+j1ILGuamnYQxjZzW5W7S4/yFhvxcyHCS+7UTXG/49Q93W3FTTOE7F
898rJ/OyRWLqts5WwB3YTZ0ra0GblqyYGbAffaNPSEO2mrG8M0cj6DYY9BfUzU2ffS/rxn+za6eF
/1V5wnvybWXRCsyMP+61Osn0tbcx7DZsSM6KX+iyctJSk8S0Qkr3ytpqxK8aX/piyI92Iwzntbbx
t/OdwRhCIwsIdHfFWN0Kyvlngvj/K2Gs6WGVAQgwJbYZ+110gMEAwhsn1nSUxJqIXVnr+sPo0kqL
oasfc6UXwXaApJSFQTLHGAPq/ddO1Y21UXU6HDVffbUZ7vwm0AZpJZ4U05s9Tr98OO+3QpuvCgdu
1WB6t8oYIVtcDkNtJq6d1yt5RGmlBMJj0edNmOQCklM4s6D6CGcY/ezpcm52qySyvPv7Yrj+pCjV
wYgpS1dI4LJdtseUYWjs6seBceMbU6wByvSEkcOYc+TMSUXt+vcrGpedCrNRiH+8ILQ8cPEuPyd+
6iB8rXaPED1yHfqFaGA6TnQXJ09YuX8mV63SI3QF/lEzwUJU2CnTWyJj9IrYDLH7C7xnJNtLFSI8
Kif8j1w/J27KwcNrlmNmRlSw5dnln8S5KxlS3fgNlzj0qoGAu7gCauhK6Hw+7gjYgHoF+j//mPS+
vBMURI8MGIL7rkWWOnYSP3fCPm8hKddXBYVl/wM5RVUCReDjVQNrRH4/gv8KpBHOvsu7QB4a6U3+
U1KqMv1UBNbg3/tGZt6aNpsrnvHho6LVWh18+RmMPq9AW3RQGuCQqE59oQf3vvSxMRlIMU2eM+ai
T1rbShHmrYV7k9ELx3xMi7Z3dnai4jrEcEGfDry87KzyfOrqULWdU+7nyizf58QkuNHKhZZH9Df1
n57faO1EEYvghoDtauWh6WacvIqU6eOvoNCk79PR1Gvt6LnjTgUQyaUzqN+cJc4TZ2GyVUY6IiB2
nN/KWeIb+N4/OpyPz3C1QF8HF6tzEY/y4/szp0zUy7wUp2mxWmOTBom8L4fWBa6h9Khw5y8KQiHR
1LavHnhpy8nv9E/mtDhzFIuiwkUVnW2yNT0K3DialiqufvhoLB6UF/vNrlhoOaMG4wmEMSnkNMSc
7NGdCu3RN4cnSercvYKWOYezbccaMZQCJkhYr/N129FsOtFZuaRbDIY7bLPWSpMTI6vAPMHCl36o
+kJoaG9plXPkRdL1I5ZrgArbQTVPjh4+2Pr+xn5xvfR4bbyudfCNQdglV72WSwAypucn6SbzElpo
kI9Gv8gzEHqzBwfITwHD8VA3kl9i9o0jQaDD97/fxOXKWaVVCEr47IA21r8+vrqgEVkSu+N0qjtG
QXdlTC0S8o0b+ZGhHuCmZeWuvrGNTlo7zWn07GRnJCbv/vNtcFwD4UGYhs57SZqel0UafpkOp8KD
FL6VrjdHo9CNOXLMtDLC1M+GrZMU2sM0V2WIO3FzYxGbl5sQTwIbFYpMBsWQHi/nfV2QgsllaXuS
8ZL4+3QIhiXsJ7/z75ZhhOEKFX5q72mxuh92C8l6W7l2cy6Geeyw5Jta79iWZElGYoIKuxu7bOo2
HRLBYoC2ayrYuZM+5jviu/v7ZtHrmXgKKI/HSTb+qbbjeA41rxTHPkg6SXMEmd7d4Rmp7WMNb9cb
w6pLpJyfiyBktcPkcL0295bEDS4JYrCT5rs/Z93Xpk2eFl/SdhD2jer2ak61XouzhAOZ97sq+j4u
sjwf/DKjvzsRdfNzJjHWDuOyypwtLu3ZXoyAo2HWWV6z6+qhepMx5g5LVo1fgeQmGPy3v73L6mD9
6Ch80VJBO6FEudixFIim7FTenTTyRbJoGBCM1HXRDpHugGFGZp8twY2z9QpN4aJwTzGagaWzhq5e
PAYh8Rutk6k5oV8Yzip19ATqQy/KA8KEwA+HuDCSTef07RLW4yB+kkk4+zsjR8oS+T1v5shYSt9k
KB+ySORu+hnFR6MO82Jo+UYo07qbnHi8FXJxRVvixrHIYSDALsVA6vLTGGrG3qlsupPn8doe+4bj
7CFLwUQNQzXlqS0M56wvnRPvNROT10cUYkUfjZZbzLu5LjLvy9+3i39ZUTiDUaxgubLG1V2+P7PT
lV/AAWC/sMRpdieIg9h5PxlG8zi2fvokUaw8Udiad53jtHmoi9kSK39z/pJ06PdvvNtLij6De5oo
2NKMBj021Evveo4KV5/bYTxlPEc6XqcU1gEPxH46yGIwp9Bu2mrKTr2uJdqrcqtSPLa2vmwKVQ7l
Ox6GsnoPALEeszTQkm2NYutE12564N6dMf6ya1POO89dynifM5oZwsVNvGxTF0VO4hlm6tQjVp1J
50z+aCGfHc+hoAKzGN41dFZaThpNZTbRNHEMA8rZs39GLNYmNzaWf/m0IFlTe/+Pinw5dZ/TKpZy
LK1TD5AM3rO4MvSMetnbLQP/RWcOfePhX0qxefgWuwpPfs2GvqZCNuNUGrGmDycL0W4XSeHVc2QN
VaZvWNeVqMPOlmb/YqAbIDy8AWbdaGBGkG6K0nJuLM7rB2ChkOYUYzBNX315pErPjhNduN3J6T03
uysXpmAbPbEn9wfq9Exs+qaytbu/fxEX2zlbGZNVbHehaLJ7XElxyBqueaHeStU3lnq7lBibIkMN
xqNVlfmfv1/sos9e983VKAU137qrw2b7uJ8Xyp0cUSz2dhmWDjSPaQWTQs26gT9f/yZeJtYMEPZW
g4TLY0MEzuzFpEVsM2wm5MNkYMb/RY5QvQ7K9uP4Bhxy2V+vUxdaHmSKa3N9XQspnSS02Mld9Hso
T1DS46df0LSNsU/7xbYs91JLpuSuMiiNugg313HaBGNc/tBWA/cts5e0CGPJu562lY2Itd10NSHT
0WQLIlexl2hFHvqT1pjGrWpyPbL+XxHO3a8jI04VzGpxg7ts3dQEquzZi/vcBy4OC1SvOfCeHVQI
XNOHpXGrb9qIFGeJc989IJQsXyoh5Luwzby/UUxd1FLrvXALeDai+gSnuOyER6U7dVPb6UudeL0R
JnbiRmk5G99kl3qv6Tx74IBBeYOgcfHhcdXV2QoKNucB0SyXV63zgaNbTtOzL+v4Vzym1adY85fl
h1aTmbMpJ1uqG5qwy6Pxf9dcqfNsOx5xeheFRF1BeAE0158VrITgTsxQpE/Cbmq/Cuu4NH3w+Kpw
93GfVA1ZTbNbiq8a+/OyUYFMOgIWBn265aFyUdWvd8UjgOaKU+e/lNNiseNynvr5WS+W7eCVyo1Y
HHfSzG0nmknUOZJ6MjgrLl1bhxRuUner5lv3gP+3HNmPkDKsbgqciXQ3l8ux8LCQLFRsPNetkWSh
KabM3XdCW7R3Ii70p2WoZb3Nuqmboj5VffoWw9GojjUiAb04WmnRGCGcb6faJD7b0a2x8j9o2ccb
ZKOA8sZQd7UouMRcu6YjqEsfXJgArbHkR3QQAYLaqiULMJSpXmn3dqcwTQb9Dhj6GuPiGVHeUQI8
674Mpl3HfJ5REPwmm0Ontsr61aytpD/FxJjcLQ3n4J8OogZK51YDkIdTh9h2V+WJjMNuJNYCFK6O
zXiODLsbXquZ9Cym60pk/qYUAkPejZloxsGolCN3s6GC6jEOalHstCDBtnoU/qSe/bZzwSg07B22
3UShts3LxNGOTZw5XYTaT35yJmSR23Ii88SM0krlw5nBuWk/i8JMGAuXWi7Jvuln5SC4b4Gk3DQW
48GcCUPUUBdrL9xV+Q4UxLhd8kLJKiE8h+JGL1R1HNv5DInerp7ipkaKeuuAv9jbWEwrX35NbVzF
aFe260Jr4KvZg/EsWznd1zhcAgMohdlzTpBehBn0GmyHVbIkv3KMN+YsW4bd6TroIgP609+Pv8t6
g9vB5ZCJKNbFwM0s8I/nXypKngvhLS9Cemmw6dspD4A4YXFGiECKyB3i0vqUTYYXLbrIXiQ145cy
yG9F3l2grNwHBDh6GHNlN2IrsG7D/0+YoTHL6zAVGF9Gj7dOnqgZGmWl7qtJdXvdbrPvuU5+TTm4
2ue/P4KLDZ4r06jjYrBuNGDtly4bpTCZ/VWowX0jnvNd6Uypus/yLrc3UNvUBpRlMsJGNMGtjeWi
KODKjgGbjHRhOgD0Uhcb7px3cxkYTUVSA0Y/SVRnokiOS9cpImeMzv2Pjjfr9SwyS1GbrqIBip6P
z7g0Wq1rlMhfppF5vMhyUFtNkoMXzpnYARkwaf77s/3Hau7jzgSLA0SGTotK8orWKd3OHOGp289F
tkBzqLXG4vjEi3dC40yiL1IYp9zhlw8kM7Q2hiNhHKfB8GUxaMzuhd9CTEgGfBuPo11a+ZlD0X3q
4thcXrlzWFRMN6olDbVGWcEvhcsyVI1Czaj+jbhSFqG3WTc74w0mzfVydSACotema8Os6JLYUvl6
T9q25TyXi8+thiOeJhbhPQwWkS5lLhrkWFXT2ao4QNNNnxXZLfO7f/l08QRgMgGvAcUL3vEfX6fb
V0vuzln2Us86mwiuGMVjjyLkzq7a+NWadPvgWCo7uMPiPWO40m+1IdP+Y63GosK2YZU5wb0Edb6s
VPBQWomydfPSe0ldE+w0F/OWQb4ddkR8eRuicX3/rFr5uU60fM/EAB+ylALjoYOifYPoflE2/e9m
MLDgYQDPXIlEyorG1S4X8eLpevrcGF76e4jr5eDC5nvUewDEG9v59TpwWdw4BhBSjuXaJU9a4FWM
n6IhXmTXlN/6ASVUpTACxOdTnAqwwDmqkrgBstXGG1v39b61SsqoFyiF11yjix0TFrLIyrltXqyx
z8/TaOkbkkPG7zN1dahKh3osH/KXv3/Q//NV+/hFY75K379Od1eR1cVlda7Zd0Ffvsh1/MkIyGrL
FRlRulECdq5E4sYvKdWJkNQxvg/senmd+QK7cFCBlaebTJtzeS+1iVEdQIuMn8lNS+Y/M+xAlf9W
qH/lg4LwBT8gr2S6HxIzIAU8kHF5P4sxbUM/LUwVumKeU2b0nWE+d0XdnRqZEHlX9hyi22Fi+Fn5
uamiStdnJMTQZiB5Zgb+KaYXT91DDPey2DEDaaYdQKWW52HcFmP/ybec5sm11PIt5iHHz07Ttu5+
hkJVbxExLAGCHz3v972X2W20DC6JrKk76t7PZUAbRVCwIeIj/hYlZ/vQSf5bK83dp9hPqvs6h86w
V1Xg9FFjauyP4cIDG47d0PYk7DKCGDfehAQ7qnrThW/DMLh9RRuS90917A/VSc5ObkUoPnw4Co0z
xUYdpXWVwbGYq7nYed3sv6CB8prQS+PuSwFVCIALx5D5q+NWzrcVRPFhco79E0S22t2P2VTlkAe6
FHMPOckOZrguD35Va/KztFV3KLI5h57oWp12LyUdWugLqdKtm7PnUWXWE+SoKDB6O//VSbgKm6kg
+5LdW7V2+82XicfGzZ6/PKEh0Iw7eLZOj79U4CXbnobGihhzWEt7IFVIf8jJSs7b3SLxPN90OBj5
0eIpqpC5EdbwtXMN2dx7NjkyRgO/9jdKTv+plpX8bDZq9kMTWlC9wZdMBBuzgkqkT6VZbpYyCQ6w
/JhgRHrFbD8K0hQmEGJM/5i2Waz2jvSbb03QDGYo/SX/Ak5TBjjPrOQ4t7TqNsKbw+zUHiKsnr83
eFkEe7EIoYjqaaGqdo3fB+jhnDSOOiVlPm4duwvKO2XNJVF1Rj39aMsqKTYkezdCbW0x+W89SI51
PybV6CHaTLU2bNJh8qpDW+YmzvmuPZ0Mr/Ls10EZFgwchZQ929hV4KpHFkJZfe9NupRzPJuNvNOc
YMEkXtNysfdGbahg8sqiOoFgDs4nx06S6X5pdacPJ/w2fy6LIvJuliLQT9LEuq2AAZG1nMYp0Wxb
Ep/EvvKkbXzS4Kgtyc4l7OIOGmE9mLu1J6Ehqjz9bdaEz7TecAWbXh87zS734UlV56qpJKE4TspM
JCKnpn+e7CYvn8xlVE44FpUW35CUXDSObMb/g1rWVG0WwiXFoMgHaVWzKF9tJ5W7XtPZFfkC0AaW
bVR3U3GotcJ6tOBvHbUsN25BMCbH74eNkrN5Ff5yQoOTMkT/eDzj62bA7ez0Fw4EuQY+lkHD1jg5
v+dgyp6BE+ywXXA/2eetW38aRVqWISYb3hvj2Io5S+X850oXIgMHFZ5r65zg8qhGTADbzM2GF8h1
5gairb/NRarfK71Jibwbi6NgNnrjmLo6IdmGoF0ivKIAhAR88RgYgsESQ7FJAiUD3aoqs09+7jc/
A69nGNawwxknJmbxYz1goftfy7R1DeC2hhkxZ+RV544kBO9Tf8pfKy8vl03QO+1Bg6G4N8SkH7wg
a3BlBTqC5Vd77Y3id/1lFwvAx5CeRhIk3cJ54eMCKJkFt1qJ6DQvsvLFglR/0H1rieEc284hL6b4
flqwlfn7CX1VAiHMZftCoLtmNlAXfLzqAss5BqG1X1osX/yTmqzqPm4rmM5NGxQHCYvy59+veNXG
ADxTQAE7kNEESnNRh6YaC2mcE/Uyzlr1qW+15sXLjJx8SQ6pv1/q+pHSoFF546ZLmgIOCB9/XEKG
Jj5cQfIqUtF9aaT5VWa+e6qZZlThGI/F1iXF+wYwdr2CV3EWxF3dQbACK/PjRTsGFFCw2pj8Wis5
Ufr4kW60Dbtl7Jzd1vNObc3uiUmamm7AgNePlisjR2XqyGcLhPzx0os5N3NRjulrA0JxQAgEUdNY
vaniDgXVjVqWQQP/u48rFvSPRJN1ds0U/XLtNHz9lCKZ90Jr0XbPTPXxQmt6YpslGsDK7n/rHnLy
TwvBBXjWJ0YF+MZJlpNaOs7QcFkjRhr2w2DUO9cU2i+/bYts12dZ9QT7s4p3FiSFLiQCNYN9CtaS
HjHx760yBDAZ/LAnvbZnjJzGLUkSzpR1kY1m4E5KoxmfONSM8aeR+UF5Lhy/1SlWCtuYH4d1LBsO
GhLMw0iodwYDwWs/iyqr3loCx0soWpm7AsZTsmyTUW9/Guy/xaZx8y6JVN5bU+jSOp77bkR2wfmk
w3RJ6+6339uqCtXYi+HBGXrtaw4BdzzDzus/p12jvePN3f8sF8PKt+iClifXqWI7SqbUGe51a3Re
7LlafsJmpYarutoIi0kFboQEpSnDzDTjMSxVkj5Iy8xQ6+ulyo/43jcvI85Xw11NyryzIYFsjESQ
QbdKVDPVIWlrZHbZgS+rrY4rWXLwlNIjQsrm9nM7G1qwH5Ne/JG5X/BVlIgo96Wvy/S1pgDWfncm
7sxPsIvzDS0jGbROkDf6KQZguU9yq8SiadGGP/wNr5oGUv4M3ElaxJbjFhoC10xvmlSt+aXpRH3s
esblRyRElr/NZDzmG5Ua41cLoKHZoi9CrQ6M1U9wcSEehwI6ME0xf05m8tg5cFjNomncsyK7mQGn
zrTnyafomHe+jufdPSG1Zvbm9HnVbmKKppkMmsQqDzO2XpTe6Rrx4NiNc+iaujIgf8OpD8dmzLFt
y6pqfGgVLUhEfqMxffactoiPWBlN5rRdzDjDJJ+yJRDfMHmeptBpk/rziLyq2KhkGveT8lPrdW7W
Wb9llh28B9rJNKTHVFaYYrC75rXFy0wgcOO/u5yF7s+2g765wfpieGsTO8ijAevW/OQYbt1s1GAo
+77yUafdQRLPvo+JRThrk2QaFfFkjVOD0aPMfyZUBV8SOGXfqrKuulDTRY2KBr3xOc8S/2HoUCFs
21jG3jsgcIP/2eAqj4BkgX7KY/2TAq0ClaFtGp1fbP5D/zw6cj6PGszFDRRYoPORzW0MK3dgNpSR
v/BeIsrSn4phcWMVepnrvvgx0DdEqIrGrZsC/UAFwS5CaV3IdgzzISWkvi+yNiPl2pqJNCbF13tr
ptkOcGb0MOgPuVWczjZuxSAlclKttnbzJMsmjHtYOweRsdj4bopq3npezx1BXLCchzzthveuluPP
lZH1qzRY3JHk1c73/RT032oMmrL7Op7yhgivWuBKoLCstLN89u6KvnKqO32OtQmIqM7enbHuq19x
5w82lfVoupE5kl3TorWMD4UYgzrESbUpN1IoRtJGynSMDG5kNvQIsrKfoYoLNyqsTg4/415NxXEa
2mR5zUenNA51q3BUYqqjFfu2mCsnNAcBzZ/1CDnf57Q4YL40M2RrugILh3QqMNnJMhHp0LenDbwe
a2Zv8JJ0o09+bN9p6ZgnR88jHIMnaOYq9PPKjGmEy8zYDHFnn71l9lS+yRsny3ZgaC79tl2Kdzsw
iIganRjFYwhZ3VowfLIttdVyM93VFBDO22DF4/gwxXSlUWX4dQfhzx2b0E5M97OMWxRKsd11DyNP
dXQ2rYKWfrJEaiw7c6LWD23NyKvd7Dhim/cmYHqBXeEQQcDO3ZfAhcFQwtZPbTea2wI/JANvR9Ij
GwWvfhJmu3dRaP4uVCZ/L7mo3yzD6MfDFPCCzvGgvBl+v770WLkQVobq0em/iwn25RldhjdRS3Wl
GSlLWOlRDTrGs3Tc5extUCc15l5D3eQ/p2Lu/jQyyLXQKxvtt4aMfIJhT/zxtrVi75YzyzU0B5qO
1IgxGuU2ANlFEeY1ZKCiF4lfnQYjUXpzd+DeAyZq4ahpSbOTTea+4XPsfbLBDdLQtGTzqEEDuaX0
vqSXsNlwK1Bhqc0oza4QKs9Bl9HmU/xq16NEzm/XZx+Xd+STNbRho6yznWnU2kYmevy1NOMyyozO
+paqEQmKj334jSrjX27IcU2eC4lp/8w4L8opZdFg+9LOPhlIOu91msyvY4lJUpQ5cLsx9eizTcuI
FxjXXNQxSQzOqCJY4i+OKfQfwyRuectcV5XobWExrdbsdCqXb8u2uJsyUdYLQ+nkvk+dXGx026+f
Zkf1LxOUNbSvzShvPInrSp3Lgmng6IL51ZUrx9Jh7don0nohvJXaaUnTHXu6fy7KpTq7bvP6X2tn
NuQ1ZgOYFs+aS8ga8iNh42ZvvcCS67/NKndC4hrGaIZVoqLRqftD2+rlDUT2unheI2joD6A+AJBe
8q0aAZ8ln9Ly1RnpB8IkaPGUaKrpEfXmgLZaCS0cOrdAVdb7t8xcriEAVBTwLfARXKlel/SVrGKN
O9Xkv4xSoLGB4wiB1wyyqLOctN+MOIwe+gXkPhLoVL5IieHvjZf8L7eA8wGGAXRlmC1cogBMrrsZ
6//6dZgLLVSywIBPkgTvhUkbCCa1Sx0muvTe60ALJvTlznRDbH+9zOBGIiYhqJDb4OV/7CHov/Wp
aL3+FasBa888Tw6h2xv20U7y+qU3u/rt7wvtUjwA8sIV3RX18f7NXcITYoDRN7WvfpKm810va/8u
bTG53xQYBg1l6Ije/ZMUQfYIYqZpqIOpRTAS7xhBjzBztxhuFE5UZpyjW6e1q9+G15Fyk8pYDJFD
Kre+z7NO3nsqq4L/3GOiqfqHkYe/H16Clz2m60FjNNLutYKUIKjWx2A7l4Yfaq4+aVvbTacN20VX
/ueVQrtOcC3DyNXN/ZJCHXS6xoMbxKuF4JfGJuiaaj+MPvqWZR5S6s1hkGaUTUq+S3KPJT75RXIr
XOF6tQAcABuQagQ+dQXvt6C5pWyM5nVBqvUDz+UUemYqUY6mjRaheNTv/r5ari6Iu4wOQwlqBecB
6oWPy7PV+1yDGm6+GqOdPbQStaPMbOcInt0eUZrcClW4+iCJi6GRXtEgdl4i5D5er4iDoO2MtATI
1Ls57D3N/z70pfxmp4tzz171rpzeOqAl1++KrHFuZStd/l5SEtmCV3HNevkrMU9AMo1TjmX3rLWZ
SI/oLbryyRO13x+cwMRQ1ROY3N/YAy5POC7KYwYFtQjJYh9c//3/m67XSZ1Veen7TwX2D7+Gga55
3/On5t7UOYK27lx1486SVdvdOHUu93+416vpEsI8jKeuTXT0sYO4pTGMg8wR/IiHyn0QzWLY29wM
ZLB1llz7WuI/YEe926v0xuK65DThxIcGiFHJmtdh4sJ08cPhrXX4DzvJc1O38/fZ1NCJ1kslIqsv
i69IhIZ9YCfac9BgwjrjQvEmxmkJfQrwW9jVVVG4sqWBX7FwWh13rjYWrcXMHZZD+WxUmTquVm5b
uqj8EGN5dLKMpHPDMQgSjJOpDPbx/1F2Zr1xImsY/kVI7Mst9Gp37LQdZ7tBSSbDXkCx8+vPQ87N
mLaMIo2ikTKaaqCqvu1d3Dn73Ms5NE7vH7g3fgfZJznHIoEJM2odENJEM7qB1uh16lVxltNUPJhy
xFK2A6jzC11t7Ydjjs2zIVzlNw3KCDKstREjbreFjfItKuAkgjTn1vpZXgYFPc1764oJT1gGtujS
EtC+qb5ItTUnTBA70QUmHBrbx7oEp/L3X8LtgVjQzTTzFv1CACCrW6dDezMda3W8og1RXDNtLA6z
03mBHorymBuDcuYVbUWW5X/63/bagiHTHGygueW4eNbpSKhYxmLf0F2bdu483w4FzuBDbilnOjtb
tuQ39wwadri3ceDB9twCexKGb7IuNO3qqnmHgD8pmr841fybjGp4iAD9bsTN9cVKzASqSM3Daibt
4FXcbIqxGVJ4o1dznr3T2M/igx2PyfTA9LI/s4+zzwyErD09XIcTNuexu/FR33pkko9FixG5SCR/
Xt9yZjlpuE3W6nVGlCk80PPqp4eoQ447FImmnXNQCPnGlOlmI/PUAJa4Vgkpt/jhhLunaLJJveL4
niAb0s7NidZKZwaq2zuYQYdZ8ZWOYFgEZhnG/7y/jd9459yvi1MsuT2+JKsnttuaMyOkcSWmlXhr
GrH8UoHHOWQtEjgnold6FDFdKqDsThDCwNq4YG+2NJ4JCy5zke0lzV+n9wwbKhWfdv06M25rd2ZS
KeY509AUk14YJRtbbE1NIG4vkCmW1PlnAYu9/sJNLBBGwuP0KlI06XZ13Vvg39vSHC7Mr9ry2DUZ
UhRFGLcGVD0bcGJpZaPyk5msYdCx7nss/wQIsyjxEkRTvT7PDb83cXzvg9qsmuK+bSa1ctCwtOID
k6HUCsrUokirnM71K72J99CNkVrxZxtcZx6QrIFJ7ZuYlnhSVT3CEKObWLvRWmqO1jPbx6Qf03Zj
NPCn9//qNuFdUMWBRVgSGoqr1bvok7ZkmmRf82mk5dSX1xR5JMwcQlSjyi6kmoiT3LnvkqrcN2M7
HM3KFj86N56+omzSH0FQqls/asUDXD7QgtblEIJ2X77R6x+FT0lvxUiqXDVBs/uYKJH0LqjiF50W
5K5Qjrzwii4jsgjevmr1QjlGRIjkKdUqsSVFcHPJ82OItgDQlgwTpN3rHwOEJJbzWM5X/CTjHPGO
ONwl0zj1gaNV+A0s3bE0C42NCdxby0LDZWmSHgzSjNfLwmNyECMptauDCoh1VmyJP2hexnSt6xpj
1ksDuuAAB6rdGFS9cRhpI5BOE9FA3K25DKOEYAg8Rr2C6cj+taU772Kp6D0zeE+tN55yTTJcPvWS
ui8KfyBIoeu+fkyCnfDmuVevIcyJbxGD5S7o4JMLGn15vAN7NKf3gNiHXdxVjr6vo4GBhSZSedZA
2l5c6Uz9R8Rb7K+9nhm6Xyuz7fhjJNWdtNt02g8V04jnDphyHCCdkjg7hHbqUwLVFp/grBLezhyS
HAqF7BcEOL53iY+OpFds0XLeuOU9eAiLJiwj/RuQm5YaENr70bhWqRftmezagW3USFGBicY2GMaS
8GcmvP8qIja38rU3Pit4WBoYvOQlhVy9aBP4SdY0oX5F5Ddp6Jp6WYioqTv38jwBFzaemz4djggt
GogoKJb44FHD5ejEWep9FM/utI+sFoONWEEE50OKxtsjZkGuvrEj3gi/C2sBxAMzWmAPS7D6T5Gh
RdCx0e3UrnJy1M+6CFN8KZqxCwpEJsROujLZKC7W8NKFLUW4R9rJZTYLQ2CV3utpFtWDUbX3YkDD
8kMUNgws5j5FlR/WSBJ+rDKTbrNjOUURhPls/6ogdA0XhIPjB0+Zkb7Cp7z+LNgyme91fXzorDRX
79TRy5UjWRwA8BKU+XBfGXn/PdVlmu+TSVEO4ZQZYqNMW5crf56HTGyhGkDdoTp8/QqzNC9nHaw8
7NI8az61Xq09prldMz5j9Jf6WZjOyR3d/f5RiqYTV4OWQOcjYprGn2Gdiw3yyyq/AH/kIH0K+WvR
v1iatq9/D5WRF9eMoC8Zb1lm8IbnbA7UTGsMNNMY0Ko+t135WU9sMeyGCTalnypzYWxkWTfSBvyQ
paNukuyAVb9xJGgs6c2jZaeXNDTHugvwRmuGr6UFwixg+Jehdjg5kplO0gAd8EXT285uFlp7mcyo
a+8HV7ZWDH4LqSCNQF+SFftK52lSC0qjUN3fZhKNaHoB1rw4lZxyxGqiUgR2CAB9I2tbBQh1Ocsk
5ZgQOCA1IGi9fqsxMnVDG4X6hZZn13xRSy05MywftB1dsyrtAmgboXWYJcSSl/cTRnt1k/1ZezHD
wU+Ok0OIer222ntIUHa44yFeZ46wDgDLhYiJJZDnUT4shuJTWuFIz29BVMzyjSbL+yTIw0E2jV9n
ejuCfkhD5GJbO/oKKRzmb9NHrnVIwDiSY1ltdl90KghEHaU/UHZA9lV6nnmh3APGrb/pblc+gUhD
XiErvFZesCZSlzGgPhWhb8qMYWvSFo0fd+NYB5onjMd2dFGNzrt0ii6oFsk7N0Ysbo+SZNQGRg8g
jpkhu/Br0XSTOBS5O35AFZNirs36OjpEmlaNLzBQks9tD15w1yL490txwF9dysaMYcM0pfvLTQo0
T4pC9v8UIUMlnxq6oQKF9FAcSxz0xqPtKNU9LvKIfbaFThslg2t9QoUN2oYTpqAwfRT8EvdS0UiE
HtswccBM15q8ewY/Sn0cakc7Z5VXJjyg2U/797/w7Qc2FvoWvcmle2muG86dNk511HrevQMY8nfl
OtbRnhMEzjQz/Kgq1KZ+z8CDbkcsvI3rYm3mx+7CdYEZJdfXYvO1rnA9Z4pmRHjd+4GKh6uzTQdQ
ro2dip9OjGviCyEud9Cd8rQf9F6s5KWBUGz/tNwhQbofrZ0+sBVd+4HIR9tKX2jO9GgAHe21Oy3N
pvSFnhq4D0wB874bg9iqlM+81hlFHissooewxvZvh9yg2wy7GQrRAYRu5n2OtNh7dEN8BoO2ZltK
qm9UbEiOvPIBbdESi+FR1j9HbQSHsFW26Byq/6Tqy6GDR0z7i1YFM5B1t6NQJwttYiW+6LJq0/PQ
pqLS0MJAZdv3mio94zIXJnde3ZUeuNq0jPUikNIZDwO+BzCt+yy8kPS1+r502zJtELzU1S9WUnuP
FtMVFMhNPQffgj9alD2gij19qivkb/bSM/ODZxA97jLbzp6zOdHEkaOoQrq2bDlnu7HJxskflRT9
yEBLQh1IdWPmf/Ipx22Zwnkp+rfv71L79pUg972g4lBsAJ+55vvMVmrpdqVa92NXFSXcbyQBvQfN
qrs9cJkaUzC6BkerSEV2jC2l+GoqHHjm0q5VzxW6S6Buf9cytpM7lR514otWoZXoyRrcbkqDTRwc
6OT6Tqto86RBIVO1exqlW7fKvmS6QBgVsLwgwxU5EcNyU7M+AtONih2cN8/+bhU0DZ61enTLD26W
RM3OadKGTW25EyqVY5qYZ2nAx3xm/CqMjxkGu/2lxegPCEk8zlUwaMlk7U1QHhQaRaVrgF3cWRwl
jnPDM2qR7DTT6Z2rLCDWP3hOlj4JcIhAH0Z7khVCCVUdfimxs4y4deleTHs0DM30qx0aqDw0fCbl
BdoM7cNWjClyxjXw5tAE+YNOljch1yeUSv6bJJmLol9FOfb5/e9orAq+5cRT4kD+IE/As3Gd9CW5
aqEa0mn3ebVMLexMuj/IuaL819zoIv+luanAx1EL5z2qyFOyn+KFSNo73Am7ztHiSPoynBr9A0l8
pj3KP8yNVLbGS4QK/SLBViAX971MrN55juKMeGGpQ20Qmua4/1phQR3/quNe7sWi2uDtvboxvcBr
U0KYG83js0cbLAHODEyhismfNtLeNy5cfhNdNmYmiGGs5zZA/d3cLbzp3gZv2YD697qPhmIa3Qeu
IV29N2UPutXru6T5kLbqnAwbP+A2nTAcbRlZ0dJdTJxXNTcogpH+X6/ddzbN/A9Zq0YfpNm1faDl
oUq7IsUf9B414Vke3v/6S7Lw+l4ji1jap4vOFlT6VTIR5yW7oyvTCzqNQwaFXhHXUc/xa1OtytkI
LtqqvmCrwZ4HNr2oA1ioM62es7VUabQQ2O+1qOgl+byLYfspzDMEgAlpovza1QbYnMEYqixAQUmx
PucNByk75N3UDPf1lI5HF3cr01fnKO2vohK5fmajDkWOrq1oo40XdPtpMOahK4aY2jIFWf9kVcvc
NE565R6WpasdEfFTC9+ZMUB6KmH4ERmt/rPWgRDYWPiNdwXyA0NoirFl/rz6MsXASFzv5viCZF41
7JjYdidTBYVzROxiPrXZqH15fy/cpujMNhYbUyzDkFy7GeQBT8MZkTrkUpeJ2f3j9YP+HdsWtz/m
no6naJbOGnV8HQrd8QFaOAHSi6hAo2eSWqDDbIGiaGxRYvgDWUp0l2WJNh3nqLRA1g2esL8k6Sxf
JqUakgcL02vn1AGwNzb22RubmgRm0V7EKwRA9qoG46iXo9KmycWN024E60oz50XtIiS9AXONVr8F
Ebi9QFCEoIRF6wA2LoOZ1yk5sK+ujtMkvbSpV5oHPtNg7nqS5/AjebSbPLpqqFWgapv4Z4fxUnN9
/8u9sVfQPIOGai4SQjc9O2orJ0USwruvO5HejeHShSEWqdeOidYHPQ/nfiP6a+bNxbG0zBk9UeS+
MQlhEpxXhRo51LmagxzVyCzoCgVJNveKWsr6ax61SRNkowQmHCNkx9RfWLH7UYum4psdaVGIuHWP
DPczBGH0YHV1KuwtqNIbW9paHKcogoFOwCFYdTRUZXAqz5bRpfZCZkj+pPTZ/Ksf2u5BmaiafVkk
kAuzBc6R5XH1CGMUdImo21B7jEXViugAnlxpL3bLzN239SJWHjyR20BQJmhCJ2U0rJ9KqCky2XV8
A3GInKKPNvoKt9cQhspL1cfmXVx/V7eB6OpqbkCXXcpR0+7SKAW80KtJrJySOAfd7isGqcQeFpqo
tgjvb6wN2ohSF1E/zIZvaDjIFy+VYnRxOU3FTvEaKhA3nnHcA1A7HOfGdncZykbZxiZ7Y2HQ+qzM
2PcNIgS6i5Q8ET4KAAK6jFIBNwDZxyU/QZEAAYsivTiOuZXZvlEDMVakBmIIRRf8xvvSiQtSwz6c
7xcotuMEMu1teZhQ0Mz9Mnf73+pYpaHfI0Pu3YWmO3+QrRDtPmwGUwGEbiLROySpe5+mk7vvSZ2c
pdmjhYfZQ+YbGr5XICKtovT4JcwyBLaappiaD2SDmnsKKVKn+9ibUvu+n6y+/ZFPiNg/KA6aUk9z
bWY/+rGmllbqASUTK0SfedgzFECwfdeYWSj6HTJHWyKqa0wQKT5qjou2CMwj+7aBA1DFrfS8aS/p
3CtTEoD9VPsdMcwdUY6wRs38aKE09NghV6kESEdb+bWb6x6/C+YrYNH9wRjdGDV1FeTYc10OvWlD
nAxb5aXJFTO88imV+NwgF1SdFlnW+OMM9tLeCunm7d1FT2yRKgBVQERbVy540qdZNqbO/ZAP1Ues
Y/uvlguoGC8FW8BtcKohIpuYW9XFAqsNQ5vwC8KQP7Uy3VkOvYEeLN70PCHtLknjO1H8mE1gxy8p
qMn5M5YiHWhqJfHKb3U9GSfLzvooRHo4XhpTbYTA3N5zaUAG41wIWAyIgTf7ZvCU8VJrUOB/yVqp
EvkYD3HTSBq/fSoif6qykqH20NvCuYwGQJNPPdYfZ/QSK/PQFGhI+mRvPMOMjV3jo80rfhB6OiIy
dEI7iBilfR8MNRrzg1nli0zX+6HoT6x7nVH+Xw6YlIUE7watugyEHEOoHkD5MoUjCkJD7ow2E9NT
jQzPZ14SSRqyI94narLyGwrrvTvu4EjODbB3hk/iKESq/AM8Gpncv/517pI30XFmuAVFZhUPmh4s
SRy6ECXzbobgiGTHEJ9NLaG+8+bMdY6RVjYfhrizwxe9GguKG2xKkhrNJXjwnzwoksYOUa3E/NFP
lUzMjfd3e+cxgFeXSQXH7dZYp3VoDY9oDlx6a0jvVDeFRiMlqVl0NlvukyPu0LjhmsDnhdzIm27T
CMRxgM6R5KE/e1MHDVM7Zz3i+RhgNO6/OOAAUHNwtAdQ0gE0tqvE3Ehyb9vlsN4dBntc8otbw3ra
qDtppaehXlysERryfZeHiX3ywsE9ykRcYQzN/2botfkoFk+fbDkAV68Hr7yqKNpV5/c3x02rHMAj
+5UrznQgT63TRid1KuDvNQ1ne1aHIHN1TJSkrhRfoggl5QAoHdKG+PaCNL5LSkf8SEvNVLqNn2Hf
fAYCLYBXdM3gMN9WSTn2B4VRJ80lEm6WfmdyFYsnMIsu6vQMze9MMJMlIufERERYbc+CaZInw2cZ
DdkhsRWMPjjqGvovCs1wgfQzjcSAuOl8C+Efi2doEOJJZY4K0z6fw+9h1juRX8MQzndlVbgviUNJ
6NfaREhnJB06R03kUErQUKkTM9+hw28Od1aZJbBi43BcqNipqyntrmWYW5zCLixcmN+6FX23MWLq
d6aSqdaeaXuJSk8Y0xOY9QaLH8sSXfEQWbnhAQLwzO/hkGrKXTvqdvOk5KO95GY2/BOIWi5AZ01P
Tq0lEwbTGbiZc8emqn1tMNvWr1QgAXttZqBytpFADU/xqKG2aOU6qR1KqA4+7i0Tzx92BhLij0Nx
FVU+fu+QSHI7c0GsY3GQK19s1OQhQceGRF35/V12c8AXzU1m/WBOwC+SPb+uFWjo2xYONNFFsYXW
/YytHjJiCNP5DpclBQG3mFt6geFtXX03RQoL24w/l1wO/Yd1W7mNKyYhLvD4aV7QoKWlxKfGHvT6
X9wbkuYuqbXKOUnUvMtg4h74aQ3C/jbndYa7kzpm3vQtsqiiGNmmjHu5G5JSdOfMxgPhLjI13Gz9
FoHsnzH3/5Z74ppzwHVI+oseHnkgGKybRF4fM6azukgvnkLX6Kilk7MzJgvqjCHDCx1bXfcxJQ7p
/TE5PRZ0nuLATDXDp4no4KKB+vpG1+b28uI3wdDVQBkvsu7rEh2iv9rKvCgu7Pl2wiXGNFNw6KV0
Lk0EEyzAzYVcDMcR49BEtfwpnND7BmMP807FKIfu8/tba9k6r0IvJajGFUajGmAcW+T11opah0wV
6sbFtKuS/kla4G4SN457Vm0yjfcX095ajQwKnW06Z3yXVSjNifR51pW4FGRuFSMrXGNwhEWImgHQ
pLER0O1NINWWZi7jPpi6gVewc5F/A+JSRErdf9SAh4t7EpMIIVncBDwUnk06PYPvltFcxBtH4OYE
uPBoFtIxaCuPrs7qFyPSyoyuG6yLMyI612Wl8+zm7SR9HfLrMyJHMBEL2D2Poo+djfnnbdLpUr4t
+F0afQxHbqAsOA5hreIZFzaMK7Kz0mjV59ZUS+x3BjfC06R1jBjshaiAxOt7K2lSK/THSeJ/40B1
hFpLJQrVlFmb6scYh/yMW3cqP1T5kMnrImcyHWGZ5mgZYZ2lBxId5etQ9yO9eUTGjThwFa+bM2RE
smR6VlXFdH9lmsx+m5lIsIXSkz4LtMKY4kBnhv4pgUA3+hOyd84+NB04ofgStd69UMdSxwusbzxo
XZAQEhBWpl5b6Y4bRtF2k6qK6JvelfIypDGwET8HLGp0QYQ3xHU0NAjYG7txHTTBDoAgAMFmLfBM
1Lhe732mfnSxa1XcjbIvLVBe7YxNz+yoR2sS3RPkYXy4rMWIiSh/P1ldcYByWZ7UCnsrrur2iPuM
djeo1nhJO20wfEzntirL9d3vIhG2COPryBtxSK1lg/4HXxEjJZ3C5pd3qEZYJzfPk39KRgKnCQrF
vtLV8jHP/lIcjZtvgRJhOkFnm3//gyX+z5r0DMohbJThLq8RTEjGqg9CVRcBbdrhBFIPJxTD6Td2
+/pucEFT6gQaaFEMbUEevH7QKq0gw7t1dxLmXHyyHMQN/ZgRS+s3KnOPjY9/8+2X1YD06B5VHTj5
1Wt1Wk9hyKZ2pwoXRxpfIlH9DiWeajdpY8ze9NDi+cs8fXlCe3md3PzAqNa4lUjvh7rGYeYE8836
gtaMnHeVG2XiwQQpiDWWIvNPRUt6tbHwW6+WPjSOmAsw7WYSifKIF4aW1p3KtpE7Z7DK+QD/Pml8
wBPOVjl382ppXC8ocxjkNIQhQ77+kNIGFCZoZpwLc4x3Y2ane69AMAaj8J+yIjF//xi/sdyyW5yl
z0A3Vl3+/r+bVTOp+GH7n6cy0uZPepxqwMQK9fcwyrl7yCds6t9f8eZ1MmLH6XoBHBMZ0UJ/vaKX
9GQNVp6cM6nlDwBENXkAiqh+V5I2Kf8yALnLYpypxSiZVMZdPV5Rli1F5ARWBHtIg8KSch0js3Hn
hphqgrSs9qJBmM73lGKLtfLGg5rknA70QXI/mCSvH9RKBjcsoDizb8aQ7r2u3kVaZXwwZ73/9f47
XfdXeEzIR8wUQRFo5LOrx8zxNCPnl/aJq2nwa71MccLA6yDd+nbrgL4sRBua0nHJbXmnr5+pK7wB
uvdsnySy9DlOXvUUdZAOFq7MR4hQ5hA43WzPj3YyVXcyUyr7kmOHU32sC0nbrZ616Ds+PHqCQJWi
oC3WGqCKUihsyk63U+ubq+Xqj5rQN+71CbmjnT2U6SeRQrLaA2rzvFPiCv2KjBZqrZlA7eMipGcP
Jy/Ji/jFm2ZEpA6iDRFa2HM9meGvJCos7UfMXH/gUhzKdh6CWu3a/Jeko4NSRR1ZqAcUqVXHCK+W
dHqFSMI2qLui+6UjqpbcqyiY5QdMhZzoS0Y7ozs3oCl3NS580Rlzw74ODHOyCPyEY/0yUCrthQvq
MoCj7+J3SErmvjBI0ujgiRjlBzFFApKB0/fyk5N6Wfn7r/cEA06X4Le44t1QVjSvQW66TNxThHaF
+aVX+8G6K6SpdlsX5E2QXQwNUGYlDhBjWfT1pqgaQ2MEr7qnySGV69tueMJZC4Z2BE08IgUh16yk
TP9yBrMIZFIIwFdibAAbeDl//7m6qH9jGPTwJpwCZOXBmYDfHjydLDdvkHVAhrWV5en9l3p7phfH
bMS8lwY5J3t10Jg2FcBNQgXemZu2Hya1psVogql4mIru+/trrc4av5b2P8B8gh3kt5vkmQaUCs5C
6lcO4hw9dmJqXmJdyafdCLanhQanat/QBo6js+E05uf3V1/1Zv6szlyNeLuwnjjur9/u1PZGReWj
X7tF2rwZNeuXE1p9oAg0MhVsM3eQgL1DkwMRaBR73njRy4v8T2X1Z/llFEAVushQrfcUT2kCg5+N
a1Rh/dKXFTaUVqG/eKj8aqhCmO28f/+BV5/2z4r0CGhSEw0ZyK62E4pxnYfDu3kNscQZg8wx+xel
TCnczaTWP76/2OrI/H8xKhMubXSNb5IZ7PJUvamEdW0nmqMPo9Mq/+pthXSxbagj+yqLyWXav6ee
LOnTH7wZwNAbSCivNFWwsLevzHOyn4oCBiOgEeLcmQjY/WXu/ecZHVTTqP9o/NMBeb2DdEQ1BtzX
7CtNPrLEdFSUq92H6iOSe8y2Y0hru7Lpxo3B3Z/8er11Fjruwo+FL7eG9OtxYku9DM1rFc0eLggm
MGXZdU4VWIkx7oQomn8aFZyPmio4wM5WtIfGpn97/wu//TPA4C5CZotQ82o/KSWSTqPimNfeUDQU
9IzsYCuDiUpdJJR7rY3tOzudql9TnLgPYKRC+LPJFq9i3TFZPgLID3jlGseUS2n1K2yrbsuaqM5H
aLr6rE3oFh0RA4kA/UQJanI9eLCPczbaAvpOhuSMNwzzcqHE+QltjXr6u1t7+UGoC8BtZbqKqN66
G2dKU+SZzMxrXWTg0GQSH1pEyfap42WXNqzkRs/o9lhzY6tsBYT0FuHo1S6MU4hJON2GH+caCgXG
J0X1Rc3BhQvKfLl//6PfXpqLYN/SQzYQuKUUe73lvTCLlUqvsqs2VqJ7bGU6G8exGfqdYSsxhpNu
0js7Edf1Nxsrl6+e2qPXtZHS394tTESIjdzedMluJi4tTTqltKbyWnZN8ZPf0wXpMBgyyMrCnY8h
dub3WYin0PvPfnNjc09DkQVMSg2KSMeq16MRlPpoQCsDBMIoDsysfSjiZwzUquZQMWDbeMzb9ZDk
AAmOligY0ZvHLFHonwDphtcyG+Pw3Bqd+GRWYNsQe4qadp+Z4/x345pFsXiR5YC6s3Rz6UO+/rwC
TX8Uplzv2lht1Z1Lz0qOde7g0FtZYhyO6myb2cZrXfdh/yyKkSb9a0bkt7Ck2GbgkJdF9JRreoSZ
DtZh8is6U+78aWxGM93JhlzvTq+9/AOFOAzpycPadVHwLcZz3day3veDHSsbB+tmrzPSW2QP0F8g
8buJJV48WRU0Oe9aOG33kkkMjJCsclFNojQ2H/s6I49nrJdfRV8Iilgn2WDOvbEDYOYvRqPsgsW4
7fXn6LWiLo1pip56HJHu9CjRv4UlIuZuK6MsyLQ82poV3qRkPLPnEEGRDgcmtu73jqGn5KineFeU
lmflvjTy4pxXrstpHjHXzty5MndxAjEm8MirtjrAN3fZQm8BVMNIAZreLUtO6wGhoRf2FIOWSQ9D
5uTHBv37+GgxfNk4X7fPapP8wU9eADC3FKreaBMRDnX2lCpKe674bz/NVm18h3v4FeIXqv9eCRYb
MRHUNt6/Sm5jJ4Niylm6t3RdSANXl7ZRIozuIDX7lKIs9Bk1cvOI05h6bgdFfrNjq0SRD1hHGypg
AQaR/DuivbVx2N84eAjH0muC1q0zdFhTToSNTw8Szc7VaPDyxHveaNvnZIwU65GeOooHyCmTvSQo
Ayz2rKMSnkxFZKOv4VcvcF+K9Ysc9Hne2PZrn2NuhMWgkN4J1xFX7RohKdpSF72beWRxhPY9FtdW
vUNT0On9XKoTZuJ4/YZ4NUdqd+/aTVIHWOM0+xhYVnRyMWFBsSwdwjSAmpaioVeOxRd1IrDdkSAr
Jg3mCfeBlK76oXO88V96uf3HFr3p+Qk3vmoIGO3U1T4GmP9z48svZ/ZV8sazLUwMbblfmQ2vImia
ZjNGlD0nzHYVifmZ4QQ2PgjU2E4L8z+JEAbXTMQoMOO5zycdtKMjs4uj9lv2GjdxlJ9C9YUCmG1y
v6w3YUf0cWz431dAIxYj1tyIPke2Jp19ow5R7xeuC0AksmX6/P5LeGNh8BJUtDCOllpknbOhml2G
XEFXz5IaBiwQFL7STc/6Iz1unM2yuf8UR7Eybxy72+uFjEzFQ4x56cJIXL17LgLcavMxempbSyt8
ddLqAHx2rfmWNqYbDevbzHRR7SE7hZJOkQfO7fXt7VZAuHosPJ66PI9+A0ppsmPbp0b7OCiDZ+0n
BJcWhxcbKGABjrN8RiFJqXaGltXGrlFrZeNcvXXrkEksp/1NGIAS0amoezt+SgbhvFRE84euVKEy
aQbKrVmb1D4DuPFcFGYIFUTpRzA+cXt8/+vby4OvjgBnm3dC4U9XcF04AGxFAauNvOugdKI6m4ky
uz6C7TqOPzTl532RlD0CgUkm0YTsHetrZDVoOFZmnnansVRE+BIaUxv6ipnjAgy2OwbCXTuPOp5Y
H0EUx4Wf0w+qg3AaxfOE2roVuHSv2gd0zqbE78wi+jBHcf7b6Ug88IARxkV6yNUeosxIk2dXTbo4
APfgoj5pIUhGJz5DF9rAfde+0zSZ760OyNUhrpRkCsIarMLRKlvl2OUuXhZWCBQQCrIaeju0fMrk
F070NU3FDgvfLJ2MNGh69j3WA02DBaalNbG/oLcArHhDqvrkt+Ij2PR+urQQzYZdVypxfadqs2r8
MKzcnO6aFiea/YjlFrL6sVuCoEzq+REjRuN75QkN7lSWJi/vf7w14H65m3GUYkBBm5T0e72r+67M
Lb22w2triumfSQz1fIxdxbZBZHWJGZRoukNVmaDY+UXjFt1PnVAWYUvuFfkha1rZ+7Kv2wcTzdnI
792y+4W0Zp0EWVg2VfD+zzX0273Gbbuoj3DjLq5prw9hIkYIJJGnXONZFP0OniNsrzIKJ5W1rTi+
7/U+rx+jtlHdowKmSOIzNFDJNEXYm36F2CtFlRyMvvaVsVPNPVu7Y0TTpJE/D4b2cw5V9oGRq9UP
bUizZ6dQU3NPU1Qdd1qLltse+m7xaFX4p+8VYCIs3BTQtdBB1Wt2eZ/hV+mhNnPOa96XX8X9VO9b
AABb5/+tl8EwExUGDEIYsa/uXZWGDHZNXnhlGmyoPwh0GBH4kAHiiFHPVJlfBUMmrHmHSeBdL1vv
boCniYjmXCPLG4Q9Fq0laP+tGvY20QX1AOQWmBRX8w1nxG4ds7QnQzxlDKHloyHj+Vtqyj55ANto
nSARNRtx+HZFkLjk1iT2Fpn1OvbFo9ECaPCKJzhcuorFB/PLqXB66UfNRPO93EIev7UgzRr0L5jy
gfhexR7QRkw4wqZ6KuzBPREBsWuYOsa1FWAh7ag2YdVstBhvwyw9aQSNiONvaQTkkVJ4s9ZVT8ij
N5ZvYkPe5MasBV0h0sDoCiQsJW3/jWVv6ya0Z7Bo5A/wCRAIXh+5AqaEayWOeBq8OnQeElSlyyD1
xvofTEug8RKgZg9F6GWCOuNGbIOn0jvZbQT7N144J57cmrnTGxpyvdMnuiSDeULdDOOKBrAY92H8
zTbhKZd1WW2k02+stwj1AQVlPL1YKbx+7HaMBgWBKvlUYiFyLMrwO+yU6AIVqjliQxg/vX+zvRHM
nUUR0GLb0JW48cMUaCkN02TUTyGuFtohnWK4KC4i6yFJsjEdJPlGvCfH0fT7nn4yQakv8+QJVlab
bZTKbz07BQRQT+BCDJBXm1tF3QVXrl4+RWE4HCN9ri5GphkzhNryEZtaoLDvP73+xopsa/jynOJF
/Wd1lTH6MSH/d6AYExPvyzBWrZ80yEbvNFcOvfRUdnKxvY9YWsVnBJgehN5HFalb4ZPvDi1gptpF
/lsVioFUvebA5UYHFJ9BM6PErg0TJ9tIqCJQuxmYQcc1EsMv6wwkzMusP8RShcU4uEhpA18sG+uj
Nzpb3uJvnGH2L21E4E34x69LIc9MFWO02/ypll3+SY1z+wBRF8pEagx3VTVnZ+Le+f2X+0ZhCB+E
+gvYF3najYJUAW1YyHB2nkzEUp/4nKAC9NH4Xg9SP9pKk35hjN4eYq/jTUeRXd3V/6PsPJbbVrot
/ESoQg5TMJNKluR0JijLlhEbQAON+PT3g//BtUiVWK4zPLabADrsXnsFw9DMVQQZSBBLaEz/vLZ8
KlZWFfdVlALnFeMUqNRr0RI8xqmRk3Y8uc5GEMwzws30zZs6x5/vSuVwOcFoMzO5WM64tF4kaeF9
MORZn3uPBTR5Dd94XHF5CdPnNMPqAilpM14prZYp+7YsZkRKKhRmEBUusNWBeDq4Y4yYR/P8PUmV
vSrmOXXDRpb95uNPzDZ4PhqmaIuNB+cf2xYOWm+3q8jJJS3cJGCX9ubuR2Ir7DGQmUPKfQGGacd2
G6Ol7bFdVqlJlteQY7UdJ11sf2ZlF8E3ZVlaq4esKDmdsOfUCIeI2qzYO5Vb6K+st9bFyifr/XWV
w0f7ocyIUE8nmiF3ZQT2NnvsBuLjqJOrCN9SUW/hEj8e9BGp4nOsrNi+W/xV87B20H7xIoyss34A
UCEEOI5mPVHn98B3xRqikjYdCR0xb81YtE634iDWCRWwnc7kRjkF5meN6z4HQZ2Mz9xx+5lUR5tw
TUdY0ZYEQoKeEZN2eahlkffV663+bino831D137rDGOi1pJ0xnI9sB4LDI0gF4axpmPgvRpINNM/
d9JSephTckaremjmT74mA29TOEH/kthaJta+U+n3Qg36kzE6xuSGTmn30SHLqjq6cZPYh3KaGs4n
4UdticlhYXx1yrydoFIb0UNWjagABYYFzbqylPlKPepYX0qWYXWqYocgVrRo8mUmCOVH0wGf7Trd
aE+sZw0PFgSXc5jn1ZQ+NxUNV4sY82/EXMpPqR3LaUUfKXoUOYAUBuF5vhI9MN26kkV7wha8ylap
HL1Hl1yCL1E89M+5l0c/+zwwCnQ4CAoOvRnH32pYbq9Ak0a0wZxWxk+o+GdrJXLuAWGBT4G1InZH
FXel1UfDXaYP1QuuMdyiJiMD/pVWkBBqUBCpgheGOcW7CbC6XqdBqyv888v2ZUYm4Z8SI8kkaVY+
gY9EHgbJlktibN/6c6SCTzApyDnQdOGefHMaPgN3VtkWFXh5AnH3g1XjkkPCqZDgZDKlk/zkzqVS
G/pdsQqzzK1rLmfLBuCRkuiFOsYw/9HNrX50tTnkdzxUsp6n3u82M/TzIxxhYYb2oHfD0+SjzVnP
MwnxmybK5WsdYfNJuacP86qKvK743NE9NEmBqHD2t/vW8J4J4Y5eBpvr7ROC4LE/+XquyZVXd1Gy
SwSRtAAyU9+sI1lN86pGK2kraPmOYprTbfvRKNohK7gKuthkRMgtyysm6zdNlTGuO9rtBG+NicFd
LKjxFk8Xot8q0yU2wq7ZG9/6kiiH70YtbfM+xgu8e7J4/d9AcKr+xU48svZCwhXM6pDExXCj90ZT
/RcPMF0/cfGa8d8aGkLViBBvvZ9dG2fD7zZJbfeuxdpz3gqMFaawdn11rPQ0GMNFlWXxiTBhdfI2
uK/tqHFOOV5fI7KNHn3E1JCqvRqmgVvTOiIK5Q4XR0cc+YPFRpEeMrorTCOBJwtqpcVKm1ph70fc
OL8IJ08IFdNrRUS9HKg1lZrmsIBFqIdOLGZvPc229B6xB4wrvm/e+mtN6G2/Uo0c7pt5no1Dqmva
zu0zJ9ih3YSto2KXYJq0m9J+WwaK9DRTFhMm+riLxAd3hp/z3Nt10NzxvFH1Ocuykdtk0WD5Z0jT
fbCVio2NLZR4VRrJOFeOyouCAetUblKAKxC3qRrOCiMLuKQmaHp61GPT+RThqZqjsYgwueuRBBzt
GWXSLiqi/Bqh4eL4ouPJhIH3Rrl9abQJvz72ey54j25Rar/yKn5WQBbp2iRytb1S/l0czs6idqD3
x3/vtCF1m2gpBB4+zhh9ta3qWbwkXG1kGE2O82iqZrpS4F5W2zQkHIBSnoz7MxX32+NyBlnCcssk
KYekgg1Ag36XjlX5C22FcWc07XjU3dbaGbPTTyscnCIZjr397eNT+/xmtRD9ADEgy3CvWqDxtz8i
pcsp0NyIJ3OyKjO0arpgRlelL1pVZNtGz7hKzYR8jmTADBhTNqK71pI6n15/uIYY/EHOBwYCyn77
E9zM16LYj6unzmnMeB1YKsA4UZIyG3iZukm6pnmgRSVeP37y814Nw2IgSV9qyRkNLvpSyVDjuNWY
9ZOPFCe6j8qSvghvqP06W0m8q+O+iteipCK/tUjQ+frx6OdTexkdpJJ+DTU4WPnZmuL8j/oa38En
YAKyMERZeZ+wduoPbtuTz/LxYJdze9ESsHQpvTHlPhdBiAriIU3v4gmNpYy2emaOr1rR8bx5Q2lz
JAfSvHJjv4SqHUwpKTudhbRKE/ZsdpOqjPsX+/Bja6VVWDjkBGWejG9lK6m+gtqo7wZi2f311Bbt
S12h8eQ9TQnFH3D6v1bei/lzQDYj9HuofeccA8zcwGTNcnz0B3xWp8xQK7wXFP4cjvI+BUq7poQ/
/7zGny2T0w7RIOTScwUn3G5vLjprenTqAlWrTJy9sPLhy6Sq6Jp9wPnXJf8RiIvmAxX5on1eyvK/
OH3enGeWi3zoyRyUPpJPFSQhRiGjv6GPZr7YcZ0kVybURTuNVj7Xcuxx0X8uLqxnX5cUnaGCHCqf
hWbhZR0u1lMW0U6lhwVSLkW87zDFMr5U+kitTj0/B2sIM9ZLFZu0Phs/NqYVjlAedj2JrvdhPGZ+
toVgbN44VuRywFqx1q4SgcEaN+w+2EKjJE6msoah/6Vr8fh14mr7vcC7zX36eLlcbkg8HBgAribc
C9kW377QwOGfNP1SPXdENv5eXCWhInXWfaO5FYht657Seci+fDzouVIJNSvHTrDQTkF7Fs+Kt6OK
Lvbr2S+rZ3KJ8WQSDT5jq85L41PsdJ5zSEj5XZMxKdAlT43jHX2jJs2q1Rprh5F4X6N97aZ6x3V2
3AcTVc7enDQ1XgGJbH7G31dKfiYPzxKiukVacI7LpA6EGKKMzaepKWsMoMFK1M5CZ3VlyZ6voD/j
oJYwuIMzwc43SENVMXizZT71ss2mbTl7vxwYZ+nK6HWaHB+//PcGw8kMLg5XWKC2s+kMnz4rBp1w
CGp06SPFgB8Q4vsxRWu6MRC8Ph7uvXf493Dm209N5lBtt7gdPWmlRvZXHpfJwSN1bLqyCb/3WPgl
oX6jertsepNG5dWjP1tPKd1vSrY6PTlOWvzUk7y8ho1ePhNzF/7BcqrC5To/xdOsVF6Smtw0onz4
Pmh15IY9r/rzx6/u8pFA9QFt4HOAQ1vnBEkpdaxR6SE/x6M0KkoVNbOp02tbpVljvnw82EWJsBiZ
2D7YM3yZBdk/+05Yeho+wZLPVpV3zToRZfDCxQ+jdb+zpxtYYumzk2b175kydriyAC52oWVwslXp
LtP1hU/8dnDIAtacg0c8c2siCjFAiWwhkfODMIviItqpOi8PRuTOV6C69x4aSIx6EzIcxfDZQ6MU
QNSHRvM5UU1EK4ckpU3pdfHzTNb8c4UTLthEp7tpaDvS/ddShdUHjAJ3hvFx7jkHYT3C+zSrlqiS
MsBSa8jRgI2l9sNuZX3okvYaJncxn5bxQJeZtJB7L6iVcDujREArfMYx2teOyWCIejt2UQF7BjeI
4MrBebFK0HW6OuRsJgQsnfOXa7qNZ1IYEG3axEqAnAj7VzDX19J1LkyzF5ARCSdwKz05qNJnNbVt
J6SQSzE9+ynwyH8CKi0+tdKPie9r+u7WLUDS9mbnBtHGonEFxjq4Uspd6QTTsfBSpwgLd2jnfZQ6
ChtTp8Ykhijhdki49U7NfJSuLJpn30/qfaXrjUFukNaJVd7PhMdiSMCtPlQlN3q1Q9mOBp/UPZf4
5yb7kaQt5isfr9WLDwnpxF/YsRhMvUNsa6jTPYVm/3l2NQ82xuh9MwjU3Em3u+ZAcTmUA9edyxuW
qu8YxA2zGSNoS5pnDMPVc5Lkgbka0vaRyEKn2378WJeV1h/fffYColze8TWCb5taYOrNc7eIdHbR
2BZ7AtIDa4W9h2p+B7rK2oXfMju7xOrqJxj/M7j5PAJ2GFEr8Ego5zkp13rraZ8mXUhz5cl2hDTQ
xzZpinY8/8xin05E63bmb4dqbQ8KMNVbTS1ZpJmWtPJeEjshrvBZLrYazia280W0gTgdLczbLY4l
3uSpK7pnw2t7bATJgMGmv+4eRrOpvk6mV29sstV3GWEAV6bLRdFs8fWWhJzFB2YxKng7tBEIGUek
TD7XCVgeDoY1jXMSdO1u1aS6bHciiedruRIXW/qyGrF1h+DPAr24cnaSotKrTfVsSKMbdxodTTgp
dUaIBOXacFeSmbMt2vyfjxLG5SRZ5O+LU985B7dpnDhNraZ/Ni2S6UO+qn5MrPng46T+vaccIu3Z
Na8hKhfLBBdF+E9/Eg89wJWzV9wnY5MpjJ+eyw5Mk1hKaBxh0GuF2EaDV9Sbj1fKxY2TWwhOSRCx
4GXYBmKjt58UrhGstnJKPk9w1U+ppBVtJEN2A9J3mzbVzrVT436xVr0DqHP2HY98J5uhvTKzLnAd
cre8BbOyl5xychLOislyFILpnmef27idN3aRmiIk+MMm4ZQU1TGs56S9mWpZR2FWIyIgktBn++zd
NrjySi7mG78EYhZVLfwMyG/LF/rrZqjSoaZdMGafLc7rnHyEqNgN6WJMUc/Nt6CfrA3l+7Xt8aLX
t5BP/+SnLOgGVqFnH6JFZdyno1d8RrBf3y++7llY68I6NAMOymGk2Rqe1CTe1qGtpLtr/Nq79aFN
JauulnLDN6S5+vHsOJuMUD9xSANlc6lRl/vy2avwpCMLIocDTJH19ucwimjTYXxOVpE36VeESpdj
ccRjfA4VjWFxM3n72kVcaH7sDcnRjxwMo/vRwTsc3+NmrWofFtrHT3a2k/Fk6HWZZbxnVje7y9vR
FttEF0f06FAXgb0vgql90LNJrucu8NemKdp/S/9YxuOoNRcSCEUpsMrb8cQE/O4ggDk4coyfer2K
a1w1mgAEGNH1vz8cg9G7pP/2Z8i3gxkmiu65m51DKZ0vqS+NByqN9og6eFg1ztDvPn6Xy2//63L7
v2ejiuCk5eng8LwdLldxh1EdYSo5JJY1/kR2qDl6tbG63AgjXZv2qVAzlK+g2EWBJa4c9udb2J/x
OSAW0IH+PFP17fjCxYRPU4V/IBE5+Z74sjjF5ah/BwER3/1eUzRCAzNfWU7p3whbn3YRfNijmG39
yk85O5r/90tg3ACO0j6Gc/r2lzgWvfAR6P1Q4mW9drp5+pminNlbI9S2mow52i7YL+9zPHBfP/4I
7ywf7h2LCQl960Wd/XbomW5KS/3pHjQkvkeoimS9syE8eZW8pgF/Z+3Q2WCG0bjllnU+lEB8xH2O
oerSrrdDl1ZrzmgiOIdu2LkT8oSPH+1sQ/7zVhddGdpQBzHCuRQco7TGySeD6WxMtgUumLUnn+za
ldHqzbqZaGaveKvNlWEvH5NmNblhACZ8Mv3cPgAGEVYn0WgfvDRJvtFjE6E7d+N2tFp9haegceWW
c/mYCx8atPmP3BdG59svGMxsEVo8WIe+sEkZH1JzHdiJeoyiMnJCyfX1QetMumIfv93LicOw3KsW
HviicFr+/1/HXVxG+rLh2uyEfbozYukc/JYClvxJ99PHQ733hFwbHWTN4MnUc2+H4kYetb0S9mGS
jf67pdH6NcpAskICaecx5ACabwkWrcYrb/adL0kwCfAb2DqqKm9Ztn89Ig6uo0733j2MKUUbQeT+
CVuNaVU3gnZvVFw5yd7ZkBbTO/hc4OZot86tLrho1WyJkXNwiQ7cm+mcPWjzQOBT0bjTF7PBhdYb
PXky0w4/5T7yQEiJWrSPOgzsK/sCT8jTvd2esR38/7d+bthCH8Mkj6XFuNS1hkfhIDc51I2LVQuy
piEIxybIgxCieePcQRqu9RdPJC16LstTB73sxwgD+9TB56E3B4wV4HC4zcqcobaSA8DFPGzLTEyb
ysXNY2PBknqIs4UpbemT/szxOrYrE2tgDV11PNDJjZ2qe9AtEYnN3EdCfjXxKptuBqE1/kNfYdC5
8ZKgdvb2JMtmPdlRZH5DLpD2K9tn+hxns/KKrdV3erXum3ruv7Q6rYUnziCDGBRBikKow00SYZkX
0ecKqhlZqiU5PJvKMOIvZWVo8doUaXdXW2XJjY+HvSO6QiQnOQzyUcvGkd5y6hbeJu1t+VRQHv3w
TOE9KTuaSRK0Am0/NLH12ySa5EV3+lZboREsgbqp06jcCgwdQ2XVLGfIIXC06i6XG1wF0+4Yd23y
MMzCdO98V2Cc0CCuv/dSPX5EHJN/L23ZYE/B6ws9Qg+OWeSoZGURlVCtMA70xWfDKKF1D/lgf8OF
swF2NYxZbuIpUtbO70r69mLUfjbSLszNoEnHWM+Wo4aQv9edcDj38cEUTRDCoCvqU+pNQVSESW71
t14fQMfIcPBzb/2ITvsKoFcjrMlNTPc2yQZe60xwwVMnmzjaiT5PbhuSs5tQ9+vhZx47BPVCpulw
pYi1n5lnkKVC46D4HhcZvkhwExqpf9KKGstjpxBF8cCxZmsvuSXnYytiP3gZglxk2zExpVj3vQZt
dZD1GBy1utVvQB3hP7TTJKG4qXHEtsZBQHJfeoS9hMKsC3truBWHYKMb1c5JAiO4R9wPx7CXPfx2
2FRxvhtwXx1XqR+n+s/a6LP6lsWMUaukX+T+boM0TlYOaVXdfSWUNW9iSzi/cRTFgc4TuF95LT7A
dG9Uazj3kTPCwPPducq3Hp5da8xuou6LXjTjZKxsZdk3CuPatguhOslhXNvTqL0KGcyfbMKP5h/0
Kqqp3IioEy+1pWfquzlF2o96UKweiToHQnQdTVVBFI6a8Q0hnxh0Oq6arlL0dxI9fpKJ5ZXrXJv6
4uRNZUX8dO7qU87Gmub6SsGDaUNQ7Fx7YjVCEi3Mqj8OSGYwUk/axvuZK1Pz6Br0XrMltUlNQcgZ
m3zNMw1oP4f+tzTJlPNTJ41d7gs14AJGAhdMQGRxT8rtZ2s/4ij6AO3T8I5uq9VyVaVT8drIVNp0
YmqpbciulT2/rS3UV8wHB3WMYZbvvVwlWHdNTuWf4qoa5L6cDXT1XBaGOqwx7Z1OBaby7S+QtrT9
1Wt2XT8keU2TZ0WMQ1/vfeVUzsoWXXMoiacAmZv6YQrx8sTaXwsGHRszpTn1DYiDXdznw1ig1Las
6RemsMG45tppuRhFTqkW9i2uoRverNk+0Aq1/TWedsbXphnKh9TRXH8bN/5YhZNZOSnhennGwmjn
7ql0ia7FpLIKmjCp2y6+bZeAJBxYFCaHBqR6k0YyEAoUG507XIzYN3T7Kg0OGQYGn0u8SN1w8GL+
QGANbdh5bgzDrWKqbHEiLo6NTVQhsgnXPAltSXQQpSqgHNHWyjdF1I3ZelJS/xKIWWvWA5FHOIOl
Ywc86aXi4FsNeZuKPDPQm3nGBptoTdPeSbIP7BspY/e/Uoz+PQ4udNVbu+tg9BR2n228nvfw0gzZ
GNMZ6eJ+NfbViGE0JpJYq7tjZIWNJ9t4WztNFxPO2aTDKoYuRYIgsMKrRuv391DEwcsI6fHZbSzp
rLjLcALWRjD+6ruM3cfCkfKUqTh5nN0Ka/c+GNg4iiQJvmhabxUHM9EzucNHZz5kTFO6eFEVfR3j
QsKu9rv0vzH39FtPIm1Za3Pd3SZm7serZJ66fuN32ngIgrb6VmggMeEwmbUHY1tTqO4C63ejmS0m
mm7LrToSNeBWN3rpL4JTSjDayquCJZS0YBPCLF5LMDmw5+0M9SvYESCNa4pqes1YIVLhI82tyu+T
hNDRlQuL65NJUEwCA83pivsgyccvsCuLT1kapfNWC1xZ3duZ1OxPlq3Rjgypa6P2MGIQ/VtNNnlU
jZXL/FMxzs5pUgNZvZo2lf/VkRq/64l08i2i7cDcYhvb3CRLm5AMY2XftVPuGuHQuWjs+gXa2klj
dm+8Erpw6EGgeS5Al1+xzTPkYZy9AeMi2fJVbKzpuRobfrHqcJIQK4vMh2Irq1jrw0jVJbSwCP/0
vdXzcsMct+VbjIxsmwPHFre9M7ifh6jWEa5KJzjSco+dtdvamTg0kRzag8UFTW0IpOz0TVMFGtFG
WQfpschaeWOlfYGdgJsm7TqtCJxcOS20lNBNlTPcOqTG3A9cvOU608tWB6wVCxXPctObIoiDcetX
pWvd2Kgcf2VNBD8ywUsdq/9BqCzEBKN99IXtwa310yLbjFrfvXa+qL8rC7+lDZiw2nPn1Wkk4Szu
hlHi5J9EGtUd1HW96ENDyztUEwEfa4eQonuEX0c4Ew5hxv1U1R41FonO34Pc9Ob7srB9uK0ZiXih
wdWiDMeWEoYTp6zwZSWJSAvt3FAe21Bg/PTstBzwEB/UrdL85ocW60N+Y+lD+2oI9IPhXGFs/qSL
AgVU35T+V8tpZbsyBtG/Zpox5oeOiMJybxp1FJ/4E1awqrU28cLWTLp7f0SGcfKTdvjl9TEKzMSV
jvpiVCqvN3Hb6IC6hbCMParYJZNrnjCkTG1DmTuMptSjk3RZygPSeFy3VuT7BBBGTXTIIQTfTV0N
Gz1pciMLFSW59YpPhUp3/mxG+VrWbr8JqhZ6C1Vj/9pznqht5Y/Ydg/xCHfUyQcXJ8zYi78Fdguv
kMaJma2Zz32wcmL6j6GJsDA5jJWYsp2m+5MXNp0u01NnTKUNNGtF5b7Ih2QDGd6JdoXXWl/SRM7V
RhGERNhJN1GXBcE8PeHIPMpdOlJGboijdYGFqNOw8NJGx9uLIMgftVQbrG0Mx9Jf1bPnP2SxARuj
hHB/WwdWFR9bQ0LMtibDzvddHvuvSVCiwCPPoHe3YiyzaiWSJJKcr9hPr/O646sHVVKqI+1MNHEO
mpHkq4Qa06DC7NAildAm1+5EgQfvH8bIvsCIgoq9dg1xG2HVHO0ARAnwS6sozQ45hhssxAFlSYhh
FK7K5ZRCRcO3PakeXdsxhmPCpIcaXcro2ZsTrQlNLTY6vKGD6hcxTjmyFIdS0PE4bY6DiUtzNxQs
gDyP8CYr0JGQc0mDANGu3hWbNohRbbTwkWco1DMlXSFxLw9torXJ+fQ6Jv3aTcdeXyZ1JugZxPGm
tP1ER+FeecYDyqi8RekmEL3qgSIadXKS/JSP8+ivx7nN793KrJqTEKZat0SqCkJ6KsX6bet5VM+O
6oJ2TUONX+DNjvhcCvIwn/XaiIYVUjbFAjARPW6HRquIn7baxDjQDeuMPByrWo33Jnqh/GA6kwjC
tsJTgQ08qbex6pshDmHvQyxZbBmpsj0Tc3aMa6L2a+U3YwMY4ffx2uiLrNqSOOAFm1Z22qcc2N76
z0/4l8Ma+VO0QhLqapiTGYX2oGrboDRg56rXflMzrOxMUd3iUttSpohCe5TVPDz7TVBAPpCdyvF3
xQRPaxT7t09xim2Upsrqhq6VmR9su4djbwQVX64yhqm748bvBSvoBfVwa7eCcgYsMNMeqKwpvZxY
lt4TBivad0BfK/pvHmRzp3BjVzutJTr3iuDxvYs/rSPImEC8uDSZby/gTg5c0qnYPsBIPs49BD4T
Cu4q6jR7q4vp9yLB3X2MNbhnTWNQIygIJhdfFBw+LZUzLG5AjScJVLQOFsBldmOh8rTWMcJzY6Nj
G8KqSHyCgY2kkeYxStiGwnrozX3uaI25JaALw1yXmuQzrJY42cRs4V6I0C39hXMGX8E14uRGbyBa
rjEEcZ/toLPLG4I0jJ9gYOXWnJIpufWcnI+n6Klq667vsL5qNS6bj7WXpebJHAcxYt2Aaflmsoue
l9Hm2arQq/LeH3o2xVAj9G78L68RUITV7Nu/aeNE9sEQif9ZT/Vouqnk6Hx1FSYgYckR8huNG5fA
wI20dKvsWSu4ffmQWFijkhT6tPEx9iXjlJSIqkCbpXBk8nekG9bqmHoE+B0witLVFmndfJrcwSy3
BomPxiaZ3PzzFPhd8rnWokmsuRLiN2l3KLU5HVR0BUd5B7gAoV+6fria045ZvvBfsA1VgxmoEhIX
oZD9vqk7E9o88WAQU2HDCTaF/9rOfMmSKPKuIEbvDb2oq8n8RdkH5/Tt0EYdV1gB6u7Bipdjn+p2
y0nSbAOQbiqZqOy+eSA8Jy/X+isY8nvoEQ0QGyNF1JJwEc4AOcuGcCC8yT0AamPTVkryi5g50SJ9
17oV12ZCaAdu30ZoKMyRwxyNUAxrwPbvMKwtxiuL9x30DIvYxXFJ1zHk1M8WLwhp3ceYjh6muW93
9VAGcq2Nmn7sxqJOAVqy8Zoq6p3Xj6exbmKQAJ4PmPL29bcBRut5NTgHvJzNNQ4A8W5w8O1ExJAc
TWMad21DVoo12+Lx423jnZ0KQlZAw4sPD1FPPxvZGPGUx4LwECjlb4sozn4UZOEQXB5oh45w0iXd
YBb/Pt0WCiOW8zg94iF7/slNEcULvEJADhL+H0URWMm2N1FJDaY3VGtu2/HKRkeEMeg0B9d6j++9
7qV3AN0NMr9x/ronbZyVRzb5IchRm2GwaZ38cRoe5KC8ctUmTfQzTqt2X1LkiSv79GXzCH8inPtg
Y0AWs89R7xKdWcH91z3kHRfRMJPgqSvucaSJBu1QZmEGjXw1EvmD02vv3mLxWvwzAs5KRpmNxRPm
IDgUvP3mVddbQZv4zgFvPBOaqIwP8FRucq+cr1A3Ltf24jKE1N0mJ5HD6U8Q019bWusNWBTO7Csd
kF+/tUrcgtlAfXAVkdiFvOlFgU5kSR7ytoHMM/kJnpJKttCV/ZuhN/przZWLtDfspllrbLNMOzwM
g7O554qiNMhb9A9JLZ2d2VDjhTZF4c4tgvlE/nSTEWA7zg9eIVVx6nQc5k92Cev8JPBTWOMty4U2
N9Jmo4kWVv4/LsilF49qHrLKYlB6vvsQfCUjYnWDg4t0+1aa4KOrUgucGyUm40bDdWPV+G66/3jU
iz1vGRWWEgJQ6ISQ8t9OCQA+0Yqu93Fes70HwpDJNTBxZPth22Q+hCK3/SsjLq/5DUrPEoC6uDSA
6B1e9CjG2PcjfzSdQ+ZNJsHmpUj26aRHYcL+c81c9mLBezwSLAPy82jacsq9fTwaSu3g1VZy1ILS
fhxaa77JxcK4GOZipEcbez/h3De7ZOyeP36xl4+JynVhD+qo1XC6OttfYzBzYlCr7Bgo9+h7Inol
tWahqQ/pNcuRi62c3j49Q/qGnKQ2BhNvHzLw24Xd22XHou4Bet0MpTiXjLURe+brbFebHme15sp0
fefN8myIJji0KD/Pm4Zza7c0NvL86AhDS8LGjc27xsvlKYnjYj60RWp0gDNTluxjHXHjvx4kC3nE
ZRtnT0WOf+4a7OjSpNFkky41INNVJWz3sKXpBm5VGHKfIQPFRhgVDeJAt3/6+NtePjv72p8q/49v
3Tn5nD1jMGe60IcobsicMWusnUys21ZxGw9HdJvVoXHVIFdYYuu/Px77D1P67fpZ4nVZPpT0Bgr1
s3Lf4r411dAsDjrhbZ8J2m7KnW6okStdRqsaBmZQ34ylhFrSJkJFXwaTTJN13fXCAqEg53ptq6ov
49VMImPxw/DH2jyRZhfru1w01t7t8vHbxz/6cpeh1li0ejSYOfnP+5J1OWiAinZNnxDRMejHt4m0
la3pNL/6MbCvhT1erj2Go9dLuAF7zIVCw+hHBBzSrQ9FjGO5DWL7W2HJsVWl0Wbhx492ufgYi80F
Zz8cG9EQvV18ekVC3FjBPo5tOJ55B80MZaflEpBnjGm66Zs2visjMVxpMV+esLxR2rwsfJit1Apn
x9liDsGZ2huHJhD9eASuNbHwKfvblKL9u0y4Dze4p6PpDgoBl6zS2tem6kGy4TXE/8r6gT/gc3UB
v+Z1XyzHetJAcJS0DgauOl8R7A73thVbwUEEdl/+m+AUOzX8A+FIQJPzKVzPtx4yOQanrKDhgJpB
ziS0vDH26ZIKd9BM6AqkdDTo4SdUssUVJ+SLiYxkix4z3D14c9Alz7724vybltyeD7M7FmZosnZu
rZKmV2X29y48tY8n18VEXoZz6JRBPlnMhs8PEQKAR8C6/tCgU1/Xasoe0Fxmu3EorlXmF/OYoSDZ
Lmwqh8biH/uTvwo2x0aWn85lfzBTPdsJ24w2Gf5oK4FbUUIYj3knjFhd+ZIXGymDepyNfEXiQC4s
L6CBeAoOdX8IunLw10npFv2qL9BvhXRE7WJPII5+R1qp85hJMRaHj1/vO8MT5cbhTKnKHejcWawG
C/IwfZwPcMiir/Ycm58Ag01nY0W93h6n1COXjTgujEbwsMKT4uPhL1/5QuQCJWInh0ZxrpXqhGg0
Lrf2gbjCAGMA3UvCwi6qoxpyc5O34lUauOJ9POjllOIbe5yeUJrgp59jDemYa9nkcO+r0jo/FobT
W6uZy1ez0kCvov3Ho12sl4CptBR6SDZQIf4hw/41q4Ygod1geM2plvUgcJqo6Y/FcUJ30i2HV3Bj
3vA/D4mjF87JrFOUy+drJi2Jd/KLQZ3g6Bn0UYeCzl6RUSXAxx/jYx1LdeUpl3vTmyMZ76WFVbRk
kkAYO79ZkDRRRkyk7qQTBm/sEoV976FWtCNfP362P6Tos5Fww+MIRQVDxOYfj5W/3mcDscDNMtwK
Mgkx7JBqrVuuUoDh9FfconT0nXacgtU8DinGI8iBvuvMX3FLtyZ7oAc8pD+r0hvckHhx7xqP/PJj
w8qjDl2Cdvwlxe3tUYhnBf5ycaefagH0GZrIikMTlsInnzS0vWinf4XN0OUggFpq3iXu3T+7u5CH
6OvWGNAaLsbRO7bebN8p6fwe/4+081qOG9my6BchAt68olCGRVKOZFHSC4Jy8DZhMvH1s6CXaVYx
WKGZl3s7uhVCAUikOWfvtQ0j3Sexa4yf887SD/k05/v3X8TFVwSgBwfe+v3Yqz1hnVn+8x4QjjtD
RdbZLVmWkzuGlWWRXeHI2K3uiDJLr2y2LwfYeqsYpb2VDUSN8PXllsEini6um1vLb3r7pHmNXu6q
EtvNlZG8/u7X42sdWyzhqz6difFsc4m5i66vq7W3JduaTG1B1k0rH3ssnitH+fJG4/TWw6fWqumn
G9vNt/ef6/n1ib8AtIBsDrs/xvfzITRlid7zoaW3MIGrb1Zh2sQ4OqDszZU0EvdN/oIbf9nb2lQm
V44U59Px32vzhOG34VyFT/z6IRey00Rscu2GJTbMeuCXNFjoV3rt8nWYq/ok014+v3/D59/MelHL
XP2DXHLNP3l9UT723Fdln91mMZudMEMx9cUmlQsbhiTJM6d7n1yZIM8dCCy27Bs5sZkY2jxqQevg
/s/gRfNIvSZZ8lsyU9MteKL4Bij18MnysiFypVse4Pi3m5EUbmPTD0jhPJxgV572G28aBZ+HdlBn
GULR+/pH5KhmOkEv7BaagvUc0AX8qAFNvvUnG/mbE+fyGHjaHDmQY658TX+/zv+O8vUBcE7mEVCA
gIx4NsoF+iADwFp+m9KrJJOB/jLG+IRWWVgT7fPUl6jF6Oz1hIIv7bLc4LPU4k2RaLTlh3ki/qg3
1W5UaLdQ7FsR+Cj30GIVvaVRkb9MIr2KDjfPpxx+NCyKvwQ+PlE22a8f2Fhz6nT7ejn2c5B/cCVI
30ib0a6G0P+gOGVDDWyanMN8g2imlJ/yPEn+iNFagxnyAvxuz4LyWJud+I1obH6yZJaUBy03XY3w
SBaLuwA9ZPYNH04pd3HQZPFdZSVEgE+0su9Q81TJKe3s9LfM9CLYerU7nwB4T9MuVmZ/UDSLYYm2
ifYnbWNpwHKw4lTRB8rb7iMfwXiHh7Jf6pDib51HQoyjeFQoAIqd7LoWTCk0BN3cI422Dd6E7lQv
VdMZW2ZVLf3eLZ0SHxozGDtGJUKbDROY9WmUEFmemsFJRKgpY0yGbWUJRz/YVt38TsmD+2iky/i9
loZLOHpiTk8JzS1ITUsm/wyz0WpoRfuiuylci+NiwJQ3hbY9ZLfo2B17O5bevGtih0Ll4hvpzrRS
Pz4GQU9EqiwNAiqQ7UzlY4OkJv/YG4M+HyxgJR9wFq2iB28E7zA7ywAyuKGPtAHp5WnbrO+K6r4v
i/jGhpMowyB3u/GzcjtpbIyGfjm7QcR2QNGESKLOk20OvJuiQJTp1fw0D3FVf8S0lDSbpl4SHVni
5N4qbLfxxhlHegpBtgw3RSuaIVQNfKeBQNcphOXkf8eyS6KsaXayiHL6qWOUkEz7DWiorYf5PAAA
c7xU/hgBto9hhjDttz9zCP0wFVavkZFrml+CUfWcbUnrVPct8wQe8omUqk2xSFQwlRqsW5f4VijB
ut+LbUaL6TuOUvF5TpdiTS72lNgvSeZh7GmaFDDTaAU7byZ9ZG/ENkME7b0CKuWLYoe4YEKrzUgz
N8Qw+/qus5a+OsxVpydbdjYEfxl1N/yaVNL91PXWybcTHf/yk+3FbXG3+LFt7LXJ6Yz7IO4sijOj
65+W0Vnam2BCSON4zjx+zpbSMu4oQpc/PZmOeggkg8bbPp9awVhj9XjwEwIof4/4W9rbdggGFIej
VX1HPOInf9BUpMVnZ648+cehj1hsa/JcYxhqRBcfrKRrCYweixr5AyWq/czJg6OqtNSn0cqrDEdj
lww3KpAJTK1kQYNa8Q20EcheIaI4lmTuiYZZ8kbaE10aNA268YUPV7MeYlkiDvGmFJB/ac32T5q9
cxkl06qnKrLaNsNlLIfhCZmV+eynTHufxJwPW9GUuvGYpSNKttiArRwpj5nla67imfM0wVFuQBrE
Yv+iAsB4QEuk9xuvWKrPKy/wqSqTtIjGVHeeqMfJ4gnEsV4+1bYnRVhSOBc3TZKBCJ0Srew1yNjN
bGCZQWk3RcW8BPUL1j3xQq10+V4buf5LJwQhI+8bYc/3QRQggvVe+HvYxYERFVbcTfvYmOMR4QNp
sJF00HbjWpj4g3YwJP3REBRkQkBQ+hcA42uNUA7O3axXJJoJOYL3J7cmrm+7XloLQLSEWN9FWMYm
93TcyJ5tjR+l6OiMdHq/VN80GnHITMmm4/twpm7Y8D307R115Hjc6h1JXhtduhTgzCFNj4QfsppY
LAwv+JLbJKSUTwQ4RLTg1hht2W+XZvacXVy3ToOoeS7ktsmX+KvI1NxvqG6Khq5n0HydsNp2G4C6
/VcVtHy0MYaDZytLgm/5CP7q3jOJs9ZTuINHrY/jfdDYmr6ZEjFWB3RxgJrCkvTIY7uYWbFHv8ru
pmoJsZGbnHAOBKVQ4L8Yaa3sY0PqaXpjAgu+6ZxlbD63NMhbM4S1lxoRQs3sPrCLUR1H/MhHjWaN
EQHurN3tqrY/BSVqz4itGvCzWBizxozcWN/SCl7Tvg3QWu/xZ+Re5CN90TepXGNNXENAeAoVihHA
18FUNw9BxfL2bGelWX8CFOSJY48HUuERN9sKr7HqtUOTtsnvWDgGdmbm7cneDpVhywjQKuJmhdCS
+EO6/P7XIDGDZ9Jps2Wjq6ryCEuHvxQh8nUJj0+Q598glvfnQ5bapFkhAh9QZ+UjFr6Pahji5oPI
3Wm+xVq6oNCu1h4f5IOsFsO3WU/b7GYGv3BX+kFR3FVTL48V2FT9yxRI+4imFwohcWfaGCl3aA12
01N3YxlA6SPO92Z1007TkG9mIkqDyOHc8iDJaXuyQVLah75RXvocsyWdP61StW9MIM2PwUq1+wXT
bnlMFe7vrxz3g3mbQjnUyRfQKiPygeoVj2jDjO44+gD9OhLvsq2eO4nxwtFBA2Rqds3daou5wZlP
iGJVug20P1e0poPCCL+swP+YLe1eju3S8iVLuxjuFhB93odlqOf+9+im3u+0bJpmRynMHg46zLtf
QHBRGwMUcem0xHaOksBAP9BEq0oDyRQni/3iVH3/g3Lp3EauX9q/g4afsgkUvMAdCnTDjqSbOMbP
Ft5ZfRcsoJ1R9SP5Lp/hEbb5DaGfRvonHmPThoAZ18+yxPd2SDLgCRu/rKYD8E7bv7G0zDmVBgXK
cVspnZoAZeD01nOUdLZ93WvWQWleZ2PSt83ylmD7+SXzsmmIckfTtdu0A4dwa49emWwI+LK9u3jy
9T2oDQ5hTQ1s+EmXerBXdAVBWenEKO3wdjX1j4R5ItnUTUdEmefBkthIFCvuvmQ9NXbr63ShHMVB
FooBkH9jI8LDyUHp6wMzVJJFepI023Qi1eFmjWYqwEinAt5Ca2h6ixfer06alaP5bLXRjndVbbHg
dx1oNjQ75hyZWW2me28BrbhjjzghdwTNmIeTAabxvlYosTfanPTj1kjKZIzcYXCeZTCrZNPyIxv4
p52Xb+cmKH90qlvt58GELHLISm/n2+nENsZvYnZoQYcm2NKCJzNRnvjh5U2mFeyp9fGP13gI0Zoh
x5846RlFxCk1/fy+txfDHEK3WvL7om5L50Z5fhaVcZU5W22RFkxOq3ZVaMyecDZ121rxli2wQlvn
FS7CplHzsu+EcpfsddNZfiyoo5LfgOhyjLLan/wP1GNE+rHyatCSCr7jviKonS0dPMFgrw3CqxFm
NolCmNcJn2zRsA0KsEghOlHvE06hor3vMyomX6gg5SeAZEt9kEEPdJUdhtlFs9Wqr1ozoaAHNFlW
5mZCcdEe4NQSS9ZnpaNtKR3hDegcRHBT7chpM4NqkKGPCK2tw7JLtfmnmTUkjHttY9lbBjcSON+s
FIVJCtobJpzK/V4UdtFvCX6YC2YqqpmRND0wHV1G/nwyaCLZdLMl7jPLFe4HKJ4ZLDEdMXJ72xCZ
TY6Ahup4k7IvI8Rcyw203KUNMluf/aC+R8fe9lRfY63LNw2b4+puBpKfM2ZLDY0OQu51x02l/zNx
GqPD5tHuNG9VFIN8yd2qUki0e/Eo+9opIqMBw7PN4BxTTpUkt7lLrqmf8wI5MML0Mt90etGj5QM+
EtwncblgtbdYCcxPbTCLz4uejMUd5o2gx7gggj6p8SmBErlbKiP97mpO2t/EY6CYt6iMmF80fyiA
zVrr3jNg6kq2gsSpFHaYX2peGDSgMGkILam1Y0UdIePmNEaiQZR1EtXJXILIB751n+qT8wOZf4s6
Ywi8dK8V5XTIrEC2ML6LoggHVFz63bzMmrXBSZD1EaIDo9pVGfu1Dclp8SOXrtzN0KmlOWZd7857
BlHnYI7Kpb6JRWAVH1UpFm3vCKOiYtim3cYE7Rd8mMaM7ZKdprVxqpZVkVqqOi2OadwDL5DFKMQW
+W57cJMy07fgvDjgGWiOScIokHZGTtPoCBXoB2lxFjpd0DXMZF1QbyYt9yq2IkMx//A1NiRhOfiO
3CZBUOoR1jWnDR0sceqG/Yg5HJbVUb10uOCA72lejL6WhiLpUCuDcT0ykmKaYWtwCqPw7+sgsZct
TxmDckoK4RQO7eI+Vq7J7nN1uSS3QlWiw8vk4pwaB4mpqKxkxmTVJNu59Jf0ETJtvAvY5Sd1NM5B
f/Jic8qPnd1kj0amPLUtFebYIRxy7MlIFca82cqsBto6AWAvD2Lq+PfsMjz/FhqVVrHZ6TENIN0d
HWjqskBbX2Wu8y1eFCrS2Fw0f4vylJ0zCSitBPA8LAO0b9YNY5MWzBFNmBGAUtzJzPXEveaazb1v
yso8JAIFDF8ypk6iy8H4zuGcSp33VqliM019/NX1UY+FLu62CLKPw5NEnNQBa5a1d0yA23lb8M3T
dzXaA/dgmVJs2YHEPH3k3O6JTOYW9a07T8WRJd3fQmdf6ggAWvC7ZwYpYkQ07tD/HIom/9aB6JWn
qmww/Okx7sV6zqyfuEw6de8JtLL72aiT79A9JnXUiVtShO40xfBZxP1wrOzeaKJ0rqz5gEPK3Bkt
XYtIqLTLjlXjJSS+qGKp8/20BKkTJUQispBZ2YiUhmqg5j+S4DL1x5nz10u3JMafNoMDFJY+IZV7
a+TdShayahtIR1+ierQIYwhbK+u6FPCFwGTE/hyRpSlwEYYJYvLPhikLfYfctFyONRXmYectTSsj
DjXOvEFK1DypqkOSijTHDdS26gpmUt1Z7GePQG25VVNstFsDWbsRdVZmbka68tUzQP0l2FXE/7oP
Jspo8dRp4CaibCGMKEoWJ7V3yst8L7QzZ/E3kNiN5XssXCk/sAjPQ8TMXTk3E8VpTr6OjkCxg1gu
mTBzz0TOtZTF0R74+ThRmMWIbc6pFe+LonYFvGeU4+GCrTa1Q4I7qxrgZWLMbBLdZdhy0NGbkI2g
Pd+PRS8+40IR+d51a9PZry4GclLQy4RGWWEKcvLF6PaLAVgS6QeRK/cFH89LnzFRRFYQ5/4u76Zc
YVHosiLbxlZayQ+B2w3eiYXW8J7A3LPdD9Gj9S9G7Ij8U4fiyLjzBTXXTe/p3XKPrcpAXa7U6n71
uuAHMyvrWN3ItCUhnd1kqHcKIXgv8Nxsy1Hrsp3ME/1ZAFXQN/2YIs+OSfZGS6vm5Leb5IPOOc7V
hiS0jSzW6itVxsuaruXYPn87rA3+4bzS1xtLwRjT+1sD4NX0MXeNhMnSL3EM4NZs971HPeJLxcj9
xygUiqxrl5iOKqJrmvTnhV3XyoWfF015azV6vQOoz0SkaThMQy/Lh70Acj4dIRy51rXy7loIfF3d
BI1AVRddAE0+0LWvC4UDbOkyMbky0hC2cJy0S426V2vSGE8SHb+XV/1IZIE9xATjELq96WL88sUv
Y0qqKx3sC5nCqjhcOZn0EhDrOOcKLOFJZ7YdrbitfDQYLPfLcqRkWDZUQdr2qUODNdyqoqdpha/k
e+6llATQsGDSM/B4vF9tvyg6M3kY+Jh4OY6FMvGsY6RJVaaBOSR32eSUJ7Nc8hsBqSVkFiuxFhUt
UMzBw7YB6377/qUvCv0WQqlVLgX9h/7YOX2g4wMdbaQoR4/M2K+w0uOdZlv4SmxrusXamV8pcl/c
KgNfRyXhr+ritV34ehSQ/ZUstaWK45x2zSadZ+ejA9L/fqGhxhBYa1Hz8MzHmF5742vL4tX448rw
lWjhGNwov+H1laXLwbi3g/IoJHr5baF8cuotZ1QSf+dfLcOYkECo/Am6RCprguAUO5ydV4NNUXqP
+8hVowq2fTHVwXOuSX3ZF8xO9s5xyzwl8CxR9k3pQ+AD0W6SGPj+q7pIHFtbQIxU+qzIAwADn5Xa
8zgwZj1hdLZVnQ4h7tcxwlQ14icT0EfCtBs9diAYVZKorVXfUaLMTQypZaM9+rLLf3XMKD8rjCt1
aKU2GS1mmY57MZfzFUHKeUeYJjdphi6S9fX/1s/s9dNmsXPE0qXqgfjHrmb7AbiRiC/shCFxWmIO
6anBeEOvahBDxslDIzrCKf/Yk1Z9Rakp1K1qm+Y05ob5ryEq629D6Im/gEmAIu/ZcySuln75GMgH
NlfiFj158MUUTqaHXd1WNw5P9Joa6+wr+/s0mP3WkC30rBdqrNoOxFRro3wosxi3UTGm8V3AThq7
PPWaLGylVV6jKb55TWw3qygJufPfxs1/2mljMVXm5En5kFFt++K5vvpa4EZ6NlSRR0iY7D/vD8+z
L/vvPRKRAwKIWQT/39kktmZBDbxH+WAvDn7yWjRoPkv1hLdX6+Cja2wu4kB84tjRXpF1v3Vpn0kc
wxTsqgv4pythOLAZUQ+gucVh9DVnpSA5P5tWF7tidOwbfUr8p6q2h6f3b3odxv+ZVP7eNAgedDpU
/9eF5PUwdysDSb7gyiwgxWd7brueUB6qeFpiWldUSW9cy4GUtUJNuOSFoSppu0BVtloeitEQXw3p
D7crd2mM7AVw9pV5+o3Rg4aALhQFbu7snJdFz2gq0LiqB/KsAOgPbLgM4jDHET2rPkKcKDq4Xe8/
zDevuYqFXXTwrnuOH5+HSQskp5wHJo+fAJzmduMLO9B2TdHbwHgG0Q5XNmJvPVPIJHhd0KwS83M2
FRjUKCwQvNwmVMqH1mw+1qKwTqVSP96/t7Md3zpQWGP/90JnXwdOQvZl/qIemJ5XJ3pOJG+P0Lwf
K+8pJhTogD3Q+fn+RS8eKJoEPEz0klEk849ni+046Ikxaa58rATg4TBIZ47tcRE4HRpXWZDbSHd3
vKK5tM82euxnkXBhxGPwrMKb82VKdO1ilJ7XPiFAtaCsLeDAtzIoOY5kbV59ajp46TeJmZuHLqXI
vvOXztBvatMcg32SWqI7Lsaz57b9c5Iu3ie7q8UOD/Vy183mphucTelN2FRj10vHTSVdpe9VZxUa
Z0YHMjUVygBoCnFC6UNix/IwxEnXb9xU1G6YtDlcETYJ1icrSSmuE4HZn6YMqkPIojN/zYPUin9x
XE6WlzqX7a9mUv6dNCfM24REpmLftaZfXBn658MDVexfQjSbMRfp3zl8D3/0wuF6qp94cPNt6XKE
0gdz/OjVhg5gU8GMLuPrkgv7bPpC4kjHfnUeoU1DqX82QDySXiyfB7jWbwx3R76884wf2AuOHRhx
b8cZYp6IgFvIvco1/RbWu9ZsRhzh6dHhM86Ogd9w0NOnbHipKKVf+z7P9+nrYKJqhaIfZxJmkHMd
s91OXqzQTD/1bNZxXyU5bjxzUDLeGz2uvLBtHVoYOZWDH7TTKDyXzuxB0nEoFPWqJlzy/W/qfK35
Kxf3WVXZhDETW+t//8+yGrvIAyq8v0+NtFLBxOi0FInstV2qlY1rRjVZFl9tnRymEBqLumIGPJ+w
1ssD7kKhgtYCY87ZhCVbfAVWPLdP3jBV98kyxgfUNMmyrq2co9+/14tdHFczgfIikOeLZut5Nj5U
QvWzTKfpqWUM3gzNmKO9mmb7Uz6bAkOqXxioDIxuklHGTuvRrfq62QyUFAklKQFVgahBbhMaNq2Y
6cqvO5/d+HEQ0+ALO/jXkOmerb0c212yQimQ2E5q/Yjj0f9pJ9acRHQtZtgBnj9X//qZYrCwGZI4
d5jh8Ji8fvnCGthOet34pFV0Z/ug7k4o5PSdEOX8s2fpaPh2IWhdeekXYw7NG6sTWwz+Z73868tW
gAVpgdnao0V2sNibg+t9tEZffDO8HGNUxerIvF57zW2+5E115TnbF2OOtYldB/sqyj7o288fdAzd
gIK29whOiY6EI/1SflvyRDmR07ve8CQswsT8anZ+BXR9nvh6NOegVAr0yLSH4qVKrCzYz3a5+Hs6
rOLBVzmYloIxJLaLPRE5O6jZriP6H2ZOqkZPxu4iRr8/2HEntTm0B8yIcp9iIEIHTUIsRByjMOYx
ki0STDgHevDkq1UjvsR1j90mMfKtZk9psS8aRgLi+7Ebt3MSm/GeJpI23EuZBvNHCv3Bb+C3fvt7
zpWyHxT5Hu1nB9IB1516Ba0u1AHI9/durAf+r/c/sYtBTEQV73aldsJxvRjEmT56nb8kwSPoCUAU
HryZR6L1qtvWzFp3S6ZGcw29+uZaw9EMeTnmfLKxXo8mevgNtArqk7LOOgQIeWp/HFRd0oZM3GRF
+dCs+GIkRhPv3r/Z8ytTa0EkyvLGPtZCOLr+9//OnWmuNxa5bk9j4fZ2iJajfQFK2DfbWNnyRToq
fugwuGv/uMv7e12QgOzxUJHitXx93bSf0E3IOjlpTtwiBWmsqOon/3M2pc32/Vs8VzE6f6/FldYq
27pEnH0sajZocRua9tTLVtwOYmhfppggOi0zjU1rdJm1rfwqcDaCYPb8hsOCezM4ngg27/+Q8zlj
/R2rVpVUAhwpF/TswqZ5TNZw/KQm6VuHhajBr6Woatp4MzgXe9WhbOpkXMy7KpPGcmXSOB/XzMkm
QQgs2kwdq3j39SNfDL9oPayrJxnreo6UH5rN1MTzc07XFGsxTaArT/7yhrkixps1A0enpno2uBKT
iokG0ekE1Wg82oXTRnM1zx+qEtd+2FuskXriqgZXniv27z/ss9oSLz1Y4bt8yzBn0ZifvfQM9QY8
h6E4dUmp73Ux63dNOcb0oofcQSI0T9sht5yPBAj2W2S39ZWXvf79/z2Grtdnkw9FzWOevviwilTF
PtLD4pRMar7VjMbbO2imt8Voa9eWg7eeMz5tILsrTvligAuPSn1sZOVJLm29m1Kn+iY8ew413E17
jF/LN7juBLwPZXHtUHo5f6wseMAiOkcaJq+zVzx2s0YHNChO/uIiNO+D/EFPx27bIcw4LiLonmON
VsD77/aNkUzlkHoIt4zM9XzxlbKiYyCoy4KGws2JeAYQbWZAidhkWV5INjfSuKasf+NOqQdDA8Cf
wos9N3RpBvCkPmuqE3Iz9ziMy/DIyFoQfRM9wBnIcr8Oi5b8+zBaKTHrkZFN98UwzocgXkZrqU80
+Y/0mBJrM/ORb805BuP074+VzRu6UPY2CL/PPhlE1Xq8CLc8kTjbLbeNFvt/ytiKv6EvKHvID9DG
rtzexWGCzwSt8vpMSQ6Ec342KY3KIc1W55BgADbYtZW30xvZ7EeW/LAZTO/Gq0mncaSmorbq5IHa
uPoQK+1aJeett0uBA5oytf61HP16chwyCcQ+LupTjIntxJ8QUeEBAx2kDqszyFUSSq0R/1glW++e
4xwB6XiUVyzP66u2VRb0c5vVp0W5ycENpO5uYSyLfdMKN9nIZug2eh3gEulm+//wtjlL/I2qwll2
XnLljJYXfKX1yVNohDYzEk/UDUL+joEpldtmgTT7z2973WdwcMSHyoM2z0dYOiFr9jIrf241U40U
mXssitk8pNvBAT+MUq5EvJYY2gc5sUXYs0N0jl6Pkwlli56XVzbxlzuD9ff4lChNQAOsFWfP33RS
QmuHNHtWcWIhr2vmKd5nlAOYVOwWFWDKRl9ug6LNvK0uh7yNetJnx01GXcy/8kIuViwcaHSabBO2
A6PifIJRehb7k2klHPfz4aeii36XzqSj7sdcgncZhE6aSI30xtmMrpnnN7WHHuH9KeDN38DcxoBk
rwA16PWAtBSJ4jSKs+deOEs024Zz0NqsfCmK6WXWF+8psyqYnnWcLpukK9IrE/vFV8gjWIM0WchW
0s/5saaZ27lxYPc913ribfFjdDn9yLiPpmEIvhm0ie+AgmVX9qKGeb5Wc1lqgcQcsVzrF4e5hiDJ
ReS9doIqV0SNouWzyVrOKaUZZE+VLT3AvZ1aRRjDnU2b+zCoggzIRJ8/zgzMK1Xlt14CswKnaIdf
RG/i9UuQ1JVwb3jJsyWhm4RpjZBfqmbRgaPkemhVyrtL4qI/NMpvIr7b5coouNhP8Dw42GKVo6BB
deNsMjQoRGrgx4HculnyiHIExihUjLvSs8snV6P4HmVZV/6USzGf3h+AF0s7l4b3w/KOgY0G6Nm9
oxglMtlhBBhSNAcAToI30en3SZepozO1/v79670x4mh3MRlxVR9T5vmAXzJjQlWQPbO1mh9GvRyo
qJn6xs0cPVqc2P6UJoyG9y/6xk0aJvMNFWhqJfDfXr/gwi9gNM9m/hyAsf2ouybTSme4wLoF0c7a
NUfQW/e49vkpPNNQvkifUxjZXJxMBQ3SxIeWqS0bk2M1XsQUcqSboEK1zDK4Mrmub+rVBhiuAoUx
9NG0eJnQzt6k1s44oaVfPNcWSWh6nYI0GRcdv0ZBQeH9B/rWHQbrF4xRjW/4vChmj4IpFaX6afKI
IpeUrR9aQwG3XnIPnZdTcJrV08/vX/SNr8Q0IRfRJcCVdzlUU1ez9KnSTtqoBW2YBHnxbM21FyWl
M0WUx6xpU6M3vPVy17vyhV7um/A+Uumk54y1l+ufjVvIArqZO258Shqi7cALTHaP16Y3U8DFRozq
0SVnsAQmHgZsXIdNS9zmQRp4fsNiKOcrn9HFy15LYOsKym+it3k+otMmjlWL1vwE3lq/cZWD0jAT
JEJF5UAe0ZXXffH9rFcjSoCTB35xEmRffz+x2clBYp07jUmR/V68WKSh101zBTHW/ZGVyWD+P6+4
joX/lEl600wKwLTpydeyYBtPlb7v4uI41oBRAFqr4OH9sfXWHVJMpb6IJkMndPP19fQqbwHG2Okp
69qXRBvxwwxe8SiQSHG5Ovv675eDx4HmZA0xu5iQaA/nOfW0/KQPIvuCArE6Vl7S77QYtdSGDaGf
37x/xcsBw7mR6hoL3N92wtnskLnJTDelzU+uPhKgEEwGOjidmsfUVvq1t3cxPeBQ5pgRUJxf7Q1/
q6n/eXs+OCWDomJ+8nPmOg15eXysJ29oI9lXaol8L7ZujBSB7+79u7x8jVwYjYtHMYCI4/M50FBm
4QjXyU6pRMm0UW1QapFmZ4WxRQcunrA24Sl7/5oX09J6sytfJmBxoQp/NjMgm4eJGY/FaRiG5inO
MGQgVw2CD54m/cd4KdWv2OorEPxlWlzLPbrcUdOboC3B3n6NraIX8HrgNkOW2VphFSdm6/h71fvA
oavUSvZaFTs/QBhmAB06aWIhTjm0CyXkFuF698/zET+DMyXTPlzpiyZyTH5jNQovPy30gaZtnztF
stWLWdGW0rzH95/4+kRfrXTrPZOGx4tGxXQxHWHwVSJotQKHhQ5NN6il+NEr2m8+f8suC6gVhMjE
2u91naCzxilQnN7/BW+MM9ggNF/IZoM1cJ6Z66ejMSzIA05QfdL0cUXeWCH+k/h7MDmNGdKtma5l
EL4xzqDWsvxQ3ltH99kXDDeCoHvAzicCHct5F9T9OIRmNwyfaQN1dx5npiKk9lNp90486ld2F298
0mwpWPrWgiZ8i7NxVpKRoDmA/k/IAn0tbA2vvJ96bcLPiQcFI4U/+894Gpt//6KpdlEggSa0nt7P
JmZ/UnYj6rg8wcrq1qBymeOYFfmfzMjj+bBYlriyFFyeTsjI1HGMOZjQV/HQGdrHQ3SN5yeuTl2F
a3rUyZItUbohziqJQfRtlLOcqzfI3xlmY1IejSpZdokhd55ZX5HsvfHY+QloBYktRfJyXu7rajrx
pJbWiMDG8cFstXmfOD7RTMsSfwkgVUZx2dRXnvmbT8DAGbHG+DKfnj/0zpCk5MR5dSJfVyYvRWy3
5R4A60gxTLOSB3a3vR3p7DTGH/pogyEwYJ31GFSn8QaM+bBstW7Or53T3ljDVt7SWkKgosHx4fVc
Z7atId2gp3pTNOxwRRBsZVGsjgXGpH9lWn/jyaOOWw8pVAHpdZ6VKsRgmzBcdEYB9LB0ByR/nLeA
a3pcH1C6DAyzIos/rwwD88p59I375MRLrR55NFv585dOS6pv9B7lnzsME/5qixPgJtYd8UejJP3t
/anszYutqXUuciNWkbOHCmSgycdeNCfVFu03I8CQk1mC5nFjTFfm7bceKXM2tS+273Qnzr7lYRQu
LnQqYLYjG3vvoXOpQ8fJuoOGsyXM9D54IBvQ2P8f7pCEBI+jLo03+3yB1vJmwM1Rn/rCF7cMm3zL
n8ayqGle8uX9a9mXSxOlFLZ269GPk8LZqDHESPYNCRoYPRxr2acxOUjHOK+Lp/ev89ajXBv/f7t5
NmPk9acgFdpVq/Sak6cn2P0Tt4wE/fpDgrPhPo3bLtnSHUNp+v5lL9Y9urRI/OC0Ily+vGypsNV0
qjRONg3SW5j4eIZim/4zBlQckwIL47Vu4sX45JLrkY86FZUdQH6v71SzfYrwBC+cEgixu7RU4mOR
DgD4KykIYn3//i63U4C2OTv7DrdH0+68PF5aQwOq1DBPuaHEg1d38yd/xmC1qyqwdwDtWqc7TIaB
jbPUSnKgOu+Gnvk1XtPF6+VnWAYfJVLn9a7PXq9FUxIfv2GdJo53B3yR8pm0n//h7Ex220batn1E
BDgPW1KSLcmO48SxnGyIdN4053nm0f9X5V98MSmIcAO9SgcpVbGGZ7gH0PB2n2ONZ9zJE46EW5MX
m/NdXMWo1OPoHQKDUpn++6XO06GYgkRXX7FPSi9x2CNnh4LpZ5oDKpSfcaz+wY4cEza5nS95Wce7
MbBw6MK8D9vqChL9VIfj79ufZL3l+FGcWpCWhJYrdIAVT2lBOIlvhpxU9yQNpo/+jR5390qXG9Jd
h9fmluLees8xJi0CmsdCwWp1UZHRx8Voaq9lbls/YxzpPlXIAEBsCtX97emtLgyx5sJzGI8DFH+W
GQsMuhnRx0x/7cdBbz10QPJ0Vw/SlizWtR1FT4tSM01DEbi+/7aBjQNcNQUGfmBp+UDTX/8R9Jhk
NIHS/M/A7SJ1O03buvGvfTxT5jEToSNv9mJHmdI0Fgm/6LXt5MR0O6OHFBc1CIbQfbfexs5Bc+b2
gl77dtwSBI2cHgBXiyHrtqLXEdTaKxbG+oMUWHp1lw4jwg1Fb2+pJK6/HqkXvVzCJI7pan4Fjq9S
lsTaax1pqvTJQsJB27d1I5u/bs9qFfzzIokzKZIeGRzg4vNBmQQcORtY6Woy8rl6K5J2J/HlLyHd
lkNuo9y+GzQcokcE4NKNTbrePIzO1cBErwUklBbLPOxM47WMFHTvpRIdKpSw7hG3qXcB3EDJdcyp
2ghD15vn/ahiTf6qIqRJFaWpKjGqPPVfQ6RIjgVEHWgcqvFvDIH37uNrrLNjkCYUkKBlglVDvx8w
7TNf0aJP96mthnvqjRG2P0HziGJG5cU+csI4n3T/YaYiNiEkUohtl+lk3AfYyHSz+RrIBsaTqS5H
XpjPTb0vHFTHwinABOb2ZK8tLjGmRUGPKHNVKUGHF3fBOjVfqzTR79Hy8/d6h4PjDmCdCWw0Mat/
bo94bRNZwGzBef2JqxcHM25GuYzahC08zGPo2jJWQ3vkn3DeMosQerYNtRgTjyzAqeQ/zNZC95Dw
mPLlCkI71kqVzjXHB5UJ65NWJtm4x+pSekMDU9sJzMzHX3De7v8b0VwkkaFjmJMvN4xoN68VjF3P
V6PqGNih/eC3UfyZxydId7eXWCzhuwcchAY9fUfY24qbQtyNf52YZJrsPMbA8IK4hXxvyKM5gqEu
fts0+lo3TeHEKuh67pDtCNAmMz96gDArhlspCD428vHL4bu+laHgSuWliwLVnfSmvSiR0u35M98r
Ebn+ptSTdrayOtwYebW3GJmPy5uNWu2VrlIxGg2SdNUlDuIcrQJF31dDX9xpQxShRlIGpyhL643V
/nMhLJbbVqlMECMgFMW7+n65gzpGPqrR6wvUt9LxAkroX6fB6pQ9NmeozuiVPrulKvSPZhTMjF2F
7nzrRmEEM10fpbjBVi6lis6Jh3+BTU6ATWksWZ+10JD8Q9L0wylvESPxkq4zFLcsQj/xZD2GEY9y
ZofSEZxqywuLZP6aNpD5PryfgJLxlJocWcLwxX6qytJGkb+pL2ENa6ouguoB+b/6Dqkne48vlLLH
wL7cYzBafdGHVtq4FtfRuNDBRSGfuE8GxrAsbpZ5YDg5qmYXE7WNDnUHyfltAvedn2RtmskgiT8x
YDUNqUEmhfrYvaS0eCwn+JZuPIFiqu+/Nbcl5hyiE0LBdbkU5ZjobLGkucBZw0I1mDVsK6foZ6wM
xkb6v97MIlelIU1/gJr9svIwpwgytCjmX1RkRHdzIezOKHvsIqzSjm1XfrJ0tdyoM62eA1baRs+a
8gpHacV1AqcJOtQK2gvenpbndMJjfKTPNc/Iw8l2+fG6tRhQgPgBR15Jyn0f3r1v9O0F7RL9UjY0
RnlzpENgydIJTTqAOH1XxXslnvPMC22to+6COfHtDX5lqZmxUGmnQOsAC3p/gnskLQBhld3FrtTw
iV/6vUuj4K7Xx2wvd7V677fqFsJsFcoJHoEK3kMQcUV97f2YYxAjkDzq3SWtUK72CuCc4FsMBFe6
Sdbxws3sO03FR88t9ezt9nz/mIYstjGVc1I8EimV13gxYWwRG9BRfXqhch5+GxI5u7fHurO8Kg9y
JHaqZjpg2otGVJuFw8OoOPWPsEXMSarRwjp2jdLB7uul4n8D8udPMc7lhw5Zk3skfQNXKz+HxUGW
VOc+hn14F3XgrDee8vUbRxkYCTObUhUx95INk0xyX2NQk16MZIq/tzDIHlqkzVRXRzZiL6VKulM6
mh6jlYZuNWvq8fYSXjkp6PzS1KcSgkDsEkLmtH5TBHKRXUpbC7EnksNPoYRhKdaAaPoEpbXBJVt6
p9Nkp9wOdIEPhuzu6pXp0iTFBUbJLzT464dGtZJ7PCJ6lB/nucebTS+eHCcIXyrVyjrX7ydZ8nJk
jJ4TyLWfUoSIvk5zPXbopumQomeretWMZN4BfKewbZjtDhSl9Ew/N+ncokm7xBuN2b+vNTX7qsFj
86xpRp8z03gDoqzSH5IEPszGZ1VFHWexMwVUHCVVRADWmNpRcpAxLdXs4gCOxv4HQ1d09c26yN3W
aIYfNJ8cxOgTBGboIWrBHsvqpDwKTrt2wMvEbr2sL6N/mrmU3pw51OsD9DndcEesMRUB4pkiN+WY
nYASoaNkqaH5WKppLnm3N8jSBuTPBwPQCZ6IRJuNuqhYVfSf6gIDboKfqK73uhojWlgi/uGp1WDd
T5ZTTDuDIO4TvZYYBX+aKUfkXP0XXOmn52bQh5+aTGNvhx90ighoNpsHVZZSD1WTf2//2MVpEoLD
0JXZ0Fh+iU7aIkwFlw7itdL9E4CO6gCoQNnxChYogmq1NzWVtetRoLpDqQNx1L6NNl7VxWH6Mzx1
buosCrpqpNLv78LYTxuYCA4KllqS3xU5/jCJklFose3w0tehszHe4r6H+kDDHT1/5HSoJ65cxsrZ
t+pcmtPThOyOCb5sUM0vLXQQrsHAKrQfGcrBcCPTeJOgfW1oMNQU89jjhBKLm7ecp8QvWrpFZZDJ
n5B5yCJPAx7yTeI1jj3c6v8N5HDamPASt/Jnxti6QMYARalQ+nm/wplvQ0izJ/AFsjxprjYkxZ09
5fGXsBhyNJHgFd6ZtcVmM1rV/pRkPRS6kobDL7NGffr2brv6a0DdAlsBfkyXeLHdDBWfLgFcP7WN
FOIPMmb+vu9S7UWXwEe7vmWqQnPKmV/pHcfc6UPZxB5eznP8RMW73bhbF0/xn8Xh8FMWAxtGWrg4
qWY5dL2cydmpzYbfkdn0+zmvUaUqfI1iVYBMgaWiVSmHKvJRt5dCfO6/rjsxtEWqjxICAR5P8WI7
pNglyjUibicppKJshkoxudwO/+i8Lt8+PpSgzNOcxwEBMfP3WyCt5raPkqY8DehzvTRV8BpPdfeo
+VRS/8NIRJGE6+QM8EPfj4SobmVLeVCeAklWD7MZWGiukjvsszIYksPtwdZa4SwhG4KKDRLtRAKL
zYT6VN71XVJgLxBmR01L0TzI0yZ6hnVXFC/NWBffp8GQ7K9db7bfNEkrUJ/CBefO4TKGrlG2SvAm
tZTXzzrlHnUHCrMwXDDi1e/GT8zei6l8U5O4/cOv7Do+PB0Nij0UI5bQdwemJB71SnnC/h3gM8Jv
w3iMWzP4NEi1ongqEtMHurLTd33O7GFjz1/ZeEJJn+YNAjAinnj/jUB1z5TykvLUVln81IWZ+bmZ
m+G7Ig/a/UcnalGxFFo3GCMI0P37oaSi7vVmyvsTQT3SwHBiz1IuGUcii/RRkszwkUbCt44Vvrs9
8KIsC+IINKsB3AnGKGS7ZRenynvZ8tHTRHXXjh6yzsIGjQxX31jK1ZVOhZnvCBgC7At1h8X10dqR
Galy3Z1mK1X2Y4uNfR7U850sTZLX1nVzPwbV5fbUVg823W9ucWEnLNgxywfbJAe1StMoT7UKft2z
27TaF4iWvsgjHpoofhXW5wLIOgLLfsDWTeq0/d/tn3Bl2rCPSMdt0ZpbMaIbFChDwUE60vyxUI8e
Srzk1Xk+x/aAt0lBROSmXd5v7Kb1RzXx8aJuBiWIkZesczlPYmNAJutUYCsfuqg6JM9ai/767dkt
wQ9sHuIR1hY3TtF5XGb6UlSC4MJR++TLuZzuhwb1hn1na1i8z8gPF6/17CijO0VxhIy1EynSMbHV
vD0MyHsFro2jc9Hel90YKV9u/7T1t6cxyZqKdhELsWSt1sAee+Tw+lPaUdhTW6PC2VtPxiMa0rnm
+s6Y/PZBxeyxeimPWos7x+0fsP4EojNKJUiQWPn0i5dE6hCt7Yx0OClyoP1PgxXUuVKqzx8+V5Sk
0Wuhhkix2Fh+6dQc6qkprf7Uow75PdXSVwFO3YNCLR/g+A33Aw/nZmgiYs13LzInGWQJXXUQ4gSJ
Ytv/VTyNyha9VFMdTxN79zMmeGXpCSB75yqVEG0EFDq8RFZLHU9rR1M+4u5eHXK0Jaadb2hUPEcq
R9EnI5JC0I4kMKQe6Wh4mjHExHpJ01i7TIEM6iEainghvGofAX8MtXXisAb/VcuqofMlMQITY9Yq
51aRcx+L09HuMzec/fQJzm5Yfk1s8IX0JSaQ5Vbfdi+BY+b8U8h0lV9R3a0RHKXyqb/oSG13Txwr
+z6PpkT5oWCN4Pyee6Uhy5MQot93UT+YD2hYOYpbj2ZtCjED8v/IDKHsIlfZssmkor0gIVK++mXn
lKfKKLSf0GoaqKRZXk2qyy2h5DuY+6bhlRWGfsiedeldOZZtfiEIlX7nyDw798KREj1JlqVw4Wui
P9hn479hMToPeo7RmIuDUWsjQm7Nzl0Ptsj2UJruH5wxUmsQIn79jepn8pL00P6xEPcdNPv7Bvy3
j47jeFdgnfwikZuxXvgP6O6MojxOKpgxhZdZHX31Lu70ePydxFFYUZmmFoL4I6r5Rx0jpp9pYwyI
4NeWJj2ifd1/jZFUrb5Hg9N/9nE193eklKXq9tYczE8l1IXK1dTaGj6r8Fckl5JP9NVHuy3xAtNP
k71elZV9VKoWF8gqzvCKa6IhxM3EiLL6XxYJbd6K7lrudbFNpQ93AvuHn6ZdsRGbLdNS7jVuDUIz
Ei0+5kqTZlb70STYrE+2NsivoY2jvBv5yIi6cdZobyoa75MnxZnePoIsGVXfQxhIbLCyk59Swwnw
9vDbbsTGk+DikLXM/hiHM+JBrklOg+Kyo5Xzx69jwcakbw2gGNTJsoWc2FFASSNqThY6aDsTe9/e
zdS4QGW+64DbWuMXdOwKrKTq7FODuSQEKlU5tUlt/wCwOE8b0dsqfmIZxbMgniHYOsv6T4+GT9aq
Zo10O3axsa+j0zhJA3JbgTJtPHnLArj4ZmjIAN0Vrx6sg0WEAQkiNnsrb04cbz4U7884IInYOL9U
Wes/Zwq67LVN1mylRfYlHKvw4KfcqBt758qcsUGiJM3FT6NlWZF2yBy73m/w3Wsm8w6LhP4xq5to
n2qFsjHUqiJAxZ+iGvGxyCLwnn9/C6vAtqG4D/opq9XqOU3yjFZHMHEzpEVYKV5fhuXb7VdtFc9Q
9RYgS/Hkk7Qs6zVpmVs4wqrVSVdC47mIs+IIdl16VIts/i1JAdryIIi39rX4dO+eG5O6C7HpH1YJ
JdlFcBz3uZo77aSfsayh1otKuvkD/lOPWKwJHVHNqyY4GJHR1B4/f/pniIH57qa5lSJh/iFvvLmr
dTcBVsLfV3BPo9C4hE3MadsQW1nGuaG1cZwJ/g5tqks7Re0kTx37LYqAvZ6+MGUl5+YrUwlfTH/u
TcASdaif694w9rwHw684VWvlMGN7WOxlu4mfgxCxrMc8S9Cd+uAnBz1KDgaOTcSUq3OlT004KtjO
nH2DQ9yh/4YkQj2caRGjTo4GbfZZdwpJ3khZrywymDJCN+qCbLYlwMqoRs3uO1s9Yx3heJliR/Vr
SqD4Kw2DXH6NEdn7aMhokmdSb0I/SrtCbZxCAOqS4ytnK5rUV7s08oMyK+odylbaL3weHRxu8MVB
+VhX73RqfeWGCuaV70zACJiCchv39xJeGgxNQmlRU841PIm3bOy0r1INKQP7OumeNrx8TM2gesRf
nI7P7Y+8urXAHfFm0DmE08M+W2wxtWszilCOck6mdmpcPETnF5qxKGUHSJ5uNO3W80RxQ/SfubrA
yfx5ff+KHvU+anwUPhRca/zgYhQmd1VpzRruKf44f0cwV/fKLAhqeGt5sGWmvn4omOvfw4uf9/fw
mjYUHS/BmatCKOdKCF9UEH7ckAh7l3Or3sOZy39XyNZ/xf1SHY6jOsYbH/vaittczyA8+G+F1Zsy
tOnzkRUfO5+WEvr3eLKoIBipQ1gf5EMIg3NuTdCoCKyQrv1pKPw15SAzM9msTPUcykOinTvZxuKj
yIIjfoBmhAOD3v7ypWSOHhFS6LacjtdHGYwFYGaMU/naq9a4FodTgVGneZZmH9ukAC3xaTd10fRk
lVa0o5NhbGgXXB1R4GegQnCWl0UN2xg6p6B4etbyrNyn2IQ3Lqhm5bl0ahNDLVW9//D5EUQT7kmD
MYH7LvZUp/gysrjWuVIgq2rzoGX7TAJzhqNQW20MduX8QKbRuCYAr5DkLiIdU5INPOEt9ZwgIfs0
aon5FZn2+aT2c+Umcj6gomgk0a4ofWsj9VvtWkIrgg2KKTTaKE4sEr+hRwm+zmaUw4pAbw5yMspE
xslcFpBKEV7cuJZW35HSN41X9K5Vkw28nKmMSROhjVwx06Tc4TMUHZEvSs5RpYXHFI2mj64s1T6u
QRpStPfRjVmubB2jjYdP19kwYulQVpzM0olaLwSQuleKRLkkUhh9U9Jee/7gBmLkP4I8gkAhrwQW
nF4yekOd6nMbt+qzbM7aUwJc0osryyg3wvJVEMdYoqcNswD5oVVXPcy42Z1Ir88gBO2jEbTJqeY1
x3KmB8WgkAu6alxt1aCvfEsosQLHgJQJ4saLIxJEeKvkwaiem6w1Aq8ZIumlrgzna4//wB75qW5j
86wveh5TTj+XDs1vCxvF94dyDiPblEC5nCVfT79gmuDXv0w5thAhTHpzNMDzqWl1mKo4fIlHDDS+
4lQUo+lu21GxqY64PjqI5TjA3MhSiGeWCChMmThaoT2da7VASSYTVqHB9Iuwbeu+XbeOWF8uetQ6
uHcFMen9xIs268LaUuZzQA0hO6qzSXLey351pw459d18pFa+GzV0LKrZlOoXeSacwWWl0KcJvE5c
xt9ub+/VlSWuYgftbFWA06kCv/9FpZ6CB8fT6lyObYASkqk0qedHpEhnLLQQ9AuB7UZeEOZRe5eT
edsvt3/Aes+jFEzsJBjZOsjVxZJMmT0FdM/Gs46FBaB9MDIePZjUvJ+rSNUPETbMww+jtbXNYoJI
w/7KXth/QMiJKtn14rMvQSxcWK1BvhA8dY6BdFFq8Qmsc9I1EAZcCTtDtGyyoQiSn2OXJ90+COYi
RlAvTZyvSoxqu7MrDaPF8YGpWcrGjb7cLGi9Cft2AQi0aD2s2PqjGALx2+EpaCdHbx7GXCJxBHnX
Nta9XUhoHspaFuoU6MfAVPazPxRh6s44PxZHqQ1bwGbcGfPW8V1sGUWYxAqJNl4c2nH8vPdbxp9z
B2UyBxdLCnmTO1DIbu5D8B31rjZRve0nY3o0FExPD2U/qVu8hvW6UEfh6qB58Cf5WjLLGtqrCuui
PlS2Vt5Bb3RMHgPwzr/63Aru1LIf04MzpUmSuSkKUeURgTF5QnfaHz1Uevx04z5bVJTFgtCb5nHg
eQBKucRc52ki+aEUaw8pbm33LYSbyQ0x4tp6Hhalc8aBPSk6rhYXtVDlf7/waetMZpMCzrGgcuon
LOPGxEWnwrK8NMfked9neWF6eTS3mQvcBWBWNTaAC2+fWPF9/z42f34GmadC5k/QuITxd3S2K62Q
7IfEwA/KzSR+tFtXKDfAYoZzuTHcersJziiBKm8vUsTLpN5Jjbb2R9N+6HR1PNjJpBRHXfJxVS3C
xKvSaNxZkmLu5AalqI0ve21sAw6+xdqDN1vWjKKuysqxT+0HiUwf7SRKV3Sj/EE9hkkdSPcxeZ/j
htGUf6Uqj+DU7ZVe3I3ig0O8pD5P5gkdb5kdwEmL+4mE9EFqEMbT4brsuLGMwyxhtlBPk3TfhNFW
OHBlzpB5BNxCFCpXMHOFC99I5NZ5IB2Pq12qxdhV0k6adqYexeegGXALwgb4WasHRd2oKF2bMWAC
YDRUednr4v//nQ9hS4R/FTPmmJZ7q3fS+yn2tUfSl0uTh/2eCrp9uL3Kf1zf321owDuUGrlTaNOg
6bMYFNucYJznaXqUk0CLd1OsN/Y/YAuVl8LQ0RMPjN4RUoF9b77kcjIFb2Nd0qcExx59zuzU+Iqh
aZp+Acqmj15qBJNhudNo5cGlNTu/Lt1ZnpXOc+RyusNRZN5iNK4uBuoxeLEAjfjD91vukzGc01KX
gIJ1VqwEuJYpjfVCf1PpZM+K0bh5aTPAWLRs/JFWUDqEKNR5jeBKbUBwl5sHlLOgEYldi7XJCoJb
OCPGelTBHydc7DB9dqR53pWFMvTmQZKm4a6srKG5n3Issn6gjOvgh3b7axqLcBaNJO4JCyULBR8A
h43xfgvRkctxFa7kBwd90GDXyVEZIJsKNtiNu8qSdn4wJ+d4kuXgCHxZ+aYYZWR7+mj2s9foajPj
2jk44X7SGqhmQ4HbmOYhtj/En2qfE1PRLios/q4M9tVHjT8au/vcr9T8CaMwc/T4BWbzUgZhaO5T
Ba93j3pLqD1n/jAbd+PYj29GqXTj0ULiQPbipu56GPFZ0e8DPdRCr1Xl4KkhIg4PII9b/iB10L2w
tRl8PDpqvSpX9LMye9fXXd66hNuSjqtpx2o6YTO+lCRobenSf0uSnQTmGyPIHsBus9eHIVWeASGP
xzpwgvFJ0RoVLVMt1PTdgDeg9T0e5vlFDkF6uUqYQay5/YGWRxwXeCR8eSuJHwg4l8E/7pNWSOcy
fEDZWVYOhtpXT0GlSZ8abPl2RpZVxT2x11YRcb0tyBopWGJlgLiKtbzKtTkYssYonQdbq2avkJLm
2OQClp5Po/mcYMD3wYYDG5H4yKTHwn11pdaRO6iGoFrlPEDxtHc+FgDPXWsMOwI0zG5vL+oqKGIw
Cg6cPCZH9WoZgyQj3aSmLsNHtNZn5T4xItBfgJ5lzZ3pBE6UsOTC3lXx1Aq3RQvXZqud5GQXGWF4
Fsc63bgK1gvOLyKPpesqlGyX0XXj23SL4Xw95nZt/DNhlf6NjJbOdCMco5QWD7vba7CMS/4sAUtO
REKPDdbr+4NPcIRWP1KIj4WhtWeVYQ90AKOTOYzGxjO1GgphCVlHLgcyhUhiFy9GF/Y+aYmpPtRg
AD91ajR+kqo68toKWsUHZ0UawEVKaZRLnhL0Yqi6t6XCbhXtAVfRYj85sRJ7mlM7j1xsk7Qx2Ops
Co8RRoEcLoty+yK0l9VsVnMkTM4B1rd7pYlnAALFcDLjfr4b6F1+6Xpjq8S9fL1UIcBPdEO9GRnZ
lZ5mP9VBB87JPKdOVEn7tqmcfd/6hulOJheYK5Wtc0QxGPFnPRy/O/lkfb69xssAHh0aoeZAUYJd
Q1y9WONxqLuyqtPuUQ4ts9il6OCnD0E1ZdPP2wOpAs73d6ghRqKMRB8B9eMroiQBlMRkUGryI/Dv
XjNr1sM4oI+CUK2vfZ6KqR/calLKkKwOx1QvGNRMOvCxqM27TZSa0ovSgQl/xBRKIdlIuwHnQ73A
UtuODZr22K+azmtLAo83GAiXVz9wtN7aiExXh5t5UDIh3KCcQVN78ciCwOio1UIppVzSnrrGUp5Q
aVJOPnCkf7ta2gLtXBmP91zwArlLwY4tvpDSN0qt4Pzy2PVz4aW6n/3kLVYnN9Gyz1lZmBuP1OqA
Ayz8Q28RyRat3MV4jRQbPfFp+4inzXRqItPnNTWT+Sd3Qfdye1OsDp0YiwcRoB9R3KrFAzDGiRFL
ax/lqlYflXiUDo4d+2clqNRD0xnjv2o4ThsfcDUoiGHUeGhQQ8ZQqYC8vywHC0N6PIvRyLTmGa4U
aoemOiR3SlcCuwPzY3l9UiQ/bk91ddDEqASqIo2jBLbsUvtToeKQ3cqPpTIDNJSMaPoO+DA83h5m
9fUoJ1GZYLcImCHoxveTK2ma6VhXKI9WbeP5quZ6dhb1+md1sJT97bFWO5OxaDYLLBuzWlVDdJmQ
OsLK93GM9PzEGVAPsfCSNSK0pvA2ysvX2wNemxxoCpgZlIp1sEiLyckRhbG4x0kaATHZZfciiD+D
vDo2xDhb++TPM/3uxhI5PvOirY633Cpcg4wLOXMykk+zH+j2Lq6pF+9GJ+7o/ypdSLmp0hy0ro36
tSjN5A1EEJrMAUoahls4+HigeezgHxKM7RcN6FLpZSakKxle/OBSeLOkH/gnWA1kmaJMfzVjxlac
aivtfxCa+ll+SLsSR+M+7bLXIRnsL/WoEQXL2QQjAPPqqLyAlZWwNrq9zn8eu/czRy5TpSjJ6SSf
WcYTPjIgABwC5dFMTAR3SJtqex48k/xt2gdaaEdnY3D0J4pvAW6SQYCdjlZi2h7rpDs0LZusO9Ww
1dRjEo3oXSmxYY1uliUN/PjGDx0cmVQ1eS0G1O7yfU1bfXjIUkQ0Gm9CKLkOXSNSi+5LAYB7/E6s
r0Q7v2lHaeO2W1wGf8g+ZPzsXypYAPoX56VH/Qx91bq8mKkivU1F1n9C9BW/dJBJ+9BvkvvS8LON
9V12Af6MSrpNfYM7FsTM4o4d1USZy9AoLgTt6XEkBbjv8Xo+xwgYPMhaPr8mVEbxU5ON0xikmRdN
WFDf/shXZo4WBfJoQIBJFpeKIu2YyYUMSfJSA7GDzo/ZxDjY6XetK8dPmja1O54jf6MJukiSxcRp
+VpA2OAXCBTs+xOs6Cl5fKU1l74w6/1Abx2SVDEdw1D9Fk7dfDQw+nTzbOo3Lv3FXcXADIidCGwp
ZH1XkHIHF+lOaYrhwuIOx7bRgiO3l7THjP5nVtrN8fbirucJ5VooQgD5YKLLAwQknlspH/uLM4B3
tUy4MNVkj7sC0axdoKXxc4NF8PPgdFt1u2U6JGYq+koA6Ek8qPIv9hb8ACUdo3a6lL7Tnzo8tykS
6g5du1T5JvtycijTJIObUxFmxpI97RpoVPejpG5lZovr+v//EqyB0KjgQVqL3I5zlRVDO178cVJ/
t2yHe0Or40tT4Wx/e72X0eWfscj+RB8HE7gVmiDpI8lMjWa6OP3oUHWI5hk2JBpviZfMFoIUaQns
kS5aLkzN0ii/GGZXYDXb0/E4hoUTfiPKcjKv8+PqKc58K8GnPm6yU5IN2Q/DSFPFjVUl110+aRt4
Q+cb325P4tp6CQUEfj+NoVWIgGV8RcnDGC8EnrT6phIYCPayU3mHXFe9EY+sD4QlJPxJPNB2pHO+
eEvDvirmlkroxbIiHxWa2k/2czbjxYnQKw4/lWoPW7wOcbr/elb4SKQ5NJsIUaigr4ITI+hTsqFO
uWS4InoqFvU7kuFgcuVJts9hHSp3eYXiZ5uoc0DlJxk3sp0rkxaysmKHAEkl/Ht//aTCYAdtXvUy
kFzsY9UsHjIkRdyhlM1/o6jov9z+ous7FgYNDCEYz9dECFW/ruYQTZOL1Nr+3rSSzGsYdG8qtXOQ
gjLY2SFi9bcHvTpJsPCIE9NPZ8XfT5JUAdFlMBGXEvrqnZ8r6THrsvaTMbflPmc7bZy99bYFEUHD
jtuV3cRpfz8eTgNSOkPpvQQ0nt4gI7WNqwWd8jyNPaIXtyd3bQvB42cHsW2pMi+2LZxprc6TRrtY
iKmG0DQcin0DYgS1y71P4bxoSSMDfYirPcYM1ucskqwPW9s4lJw4O0RGPCurfcxalMgZaeYFIIgS
uToa9HcT+EzPCAp5crsmQ+TB2BR5WD0qDEvrkWKe4M0TGrxf6ExCpNWANHLJZ4gHJnkxLVGYkbs4
loyLhSrX2WrU6c7O4mYjTFrtKRCu6FcB8NFo+RF2vB8aXStJCrXZuKClHf/Aey4+OZNvPeulmu+H
CBel25/56njCZo2NJcgki4NqT6M9wSs2Lnqs51zbFv0gACBx9Mnui/CuRg5oY4aro8oM+ZzCwJ6e
1wrQiuwOfBDO6mWUpOFbXhYwVnE6OEhKTScozPtvNbi0LbL5lVFV5KpYWJtUFNXC9+uaZPOQgguW
LlNkfXPCwPcKRel2mUjwhUfS70xumy3s8urAsnO5GjithAmCZPd+UDoTKa6CqnSBIJH9LFtTKV2t
Kr/1vWV9u/0d11tWDAXIgm4EXcAlfNROZJ2saZAuvhnJ53IIyzttDPW3WsP4atB1kpu2J4lDg3AL
6H9laBrTBEDg7jk1yxCs6MtOGaMweNMQRZy+pFGjf3EMpH5/prByKuR+JOOA3DIcmHyACrRxUV3Z
wQxPxw50Onfx8rAC4BGU1Dp80+Oy+NfOp+40jlb1DIdXNgi+7C1XlqsDgmCFFiqK/Es0iT460uCU
avg2hkGGpamKPgj0ne+obOauJKfGxoG5souoGmIeARICHMlyvLSttWwONOcylVHQEDcRTHhSh2md
m+lcQRvreW04sEq0E+CiUkRcXH69iXfwpFk+vVAt2RsVDU1XVn35Xq2HtProEyo8HmFqAu8HImpa
i+snLW38tPyZbqeiVcp9N/b6oW3Z5Z6BOoqxM5uyOt4+KVfmx5AIRRO7AoxdnpQyMUsC2Ch4K40O
Vr0W9tLXOi3GEUhS9b+PjwVTABwj6DeuvcWt04e6NCf0Ay9SnEryY4V9Ze7hqzW1B/TDjf/weOgG
pUvI0igUcxzf3zchvRvNKqfwrU6cckebNnnK6zS5a6c2PoDx/n17dlcOAp8ORiG+tQi9GGKl/2qk
S6gNGBOvxFvVzTEKmXGrn9S4bpH4NmYJHh4cnP8wIqpA9F7BS64abAhIdrUSp+FbqiI+7tVBFvWn
Js4tdVfPeZxgjJNgRHR70CtPhwDCcH3zxK/BCmBAmzBzsvANb1v6pHSApPxQO510N8djVT6iyfSY
4KeyQTRZ71NVnAqhr4uQPQ/I+9VVsjoie86iN7tWS5wokDrzinrkpVamrWN4dSyh5ki/iWLUsvSt
FkqCY1IVvQV5qB5BLWsH8OndI/IWxcaJvz4UMTPykWydZWlRHkpbqmQ7fCvjYajcwuqn1sWQM5bu
7Tj/YI1dfDGqH/832uJE1K2tT1pZs4iA5IvdWMjqHgsK89mR/Wbr5lxvFAYTZ0z0tdYhcy0pnSNp
DFY6vT55XWAjCZTpaY7FuF18mpEXOeec35fb+/PKilI+FN9OIHhW4m9KFYQod5jRGxXb6F5JO+cN
iCPUoFAqthzNr48lQDOUdtD9XdzXpQmjbwjV6K1jWt+cUgOL4ltCnKFI9Y+mO+x+IkUQSuLtW1UM
K3Uas3qYw7cp0/QHbLCkx7QdVG+Ymq1M7tq0FPHN0PgUydxiWmjcpGgLSeHbHI4ZZ61pdLyru6EJ
PB4G68Mqm+K1wyGUig2dulUNRYqwyXOaIH4z+6gnRVZ71yeg+CwN9Yw3gJ5trOQ6Qns/nvr+KpmQ
DTUAN4dv+TCDKQI3kfEcDIPzw27M6skJYBW9NEMJuyvhJtzf3p/rZ+L96ItHMObId6qZxG81//Zn
c/h/nJ1Zj9w21oZ/kQDty61q673cdsfV9o0QJ45EbdS+/frvUc+NS1Uoob/BwMhkgrBIkYeH57yL
/KuPbAWqS6u9ib5tv35+OB6Gs7UNvVbywvPJ5kEAK5IL6d2r3P4x8WLlW+g6HV6Jo/V3Rel/rfp2
bX46NAXaavNDdZkwYQYqcxwDxHs3esE3dcDbQtphsWncKb0Hfd2ukIeufU1a2XOcnknKywl6ZmuU
HRi9d5OCsuHXENPV53aMyn6Xt3o+3XltqTqPvRimeMP2W9NyvjZfarz2DDvhkbocv1OcJgxAIry7
hdnTvCzIn0anPGW5Kv9lNdY6B9cOJ2KLs6M9BMQLBlGaKsKI6kC8p0XVfU37llqHAUzw3g6nXKxc
9lcH48bghBqIhnjz//9HTkOftIONpUbvmMzW7bFquvJel8VYvAygFFeK9JclZKpH3BVzZk/DnmHP
R8tKQ+vBusbvGX2pgJ4zin2bYRAWcCtvanxkUdKfLnCljR71NX8364Xf6lryNFAsWUmMr1xf9Bjn
3JjdPEvLnf+YPM/TrksLDo4mbetohN5Aky0KvH0fsLMREmkjcUdpDaDX7SO7lBKZr+mZzMzrxpkx
uMv4GzSZMNK2Sd7jXA/ibRk041+mHVQbu0480zeJ+/ypzXrHtZDFKe/LnNu8sbyXcWq750Yv1pD7
JrM9K6Hyk3glGLO4CUzFZUpk4PgLhSqI3/PMysZNF1MG800O9uH23K+cpg+JS+B5NKoII+erHg5I
JliAK991sxh4oKso2k9TnSKQMkKrbsvaeb094pX4QR8OVSVyMMLkcovrCYALhOyz9zTMgsdxpFWK
neyEEgRGPf+K0lO+1oFWw+xynRVzpCuTBTeJIAuggCvko8SO8mSYUOs0uvy9rNVm3Gi2KDEmVHLU
qOzV2HzlKyIuCFcNFUrw3ctss1M7GqQgfN/1OMOWRpZwO31UObBguL2oV2YGw4Q0ZZZJBfGwODxD
qoXgL4vsvUhMNfQT8JZbsxIzkNMq8UK16zUBgGvBg5OKRAciPKAdl3WXFpP4Cs2y7L0Sgb6vHPrB
Yz3pv6nphg+NmYs7epHNhk6yaW3mvhwA0ynex5oy/nV78lciB1ABYCx0HMlBl9X+rtTDaeTbvkeV
7imUSuN4I1DuAzlQO+9CdXB8NBJ1d3vU5ZKjUI7UApGTxyfgAW3+9n+EaikBklItHU/CDOvDyD9z
H4uW2Fn03W8n8cLPSsHPAxIP6LERo2gmLHTUpqrjLmKm9NUM93GIw+Ze9iiG+vRb2idt8MQnM/t5
QJ7W810/1/2X2ugA08IM3yH9ZCDKnd9FqDL8RldIqbd1Mq119q4tJ3IdH75lgK2WMRjYdtEB0dFO
AHfj5HFU9IJ7VgM/fcwgYmpPue6iZfX5bwiWcvZTmuvBywppq7uNkQKWPRVj1WjPmD1m6RO6Gcb3
KQ7HXTmO1Ur2NKfyf8b1eU29OdDODFbQlfr5rim7SPOGHF8WaH6TH9n0NirVyh/7jkfpRk6841UY
TT8opkyHVnjhWqSY7/SLH0DcRUyUnhEwpfMfkFKBrbBBVE/BlKTxloJ1Vn9VPCeMtkaZp9NKtF+e
zY/50qemgDB3FNzFpi2toii6ItZOcCWtzNdb3fiKLFp6N80Kin6ntPGXzvTSb7c/7DLw/m9YeLuQ
WiiVLkNCOLVWNzWjdlLLUsv9Iges5QMpNre3x7myazHK+nj6kkQBYj1fzTGDRyEKoZ4mpzfrg9XU
VbdtUT4XBxHr6lun9/aa38YFqoTJMTMABx9W4IA7zgc1JjTljbY3TnE9yS+RamZbFcGnHN3Zsucv
IyDwJiy+bjSjXTX08P70yl5JHq/sI0LQXO0HgWADeDv/EbGBxHRStiZlYSetNrVrB/dqRD/Lt1J7
jYu9zBnmGc9ORzTFiA18q/PB8FUaSsTAjFMSjJP3oGpKuS2g8zZeUqHoZ3kUU2rDkU+l56wV/a5s
JS4qNi+ZA88rb/GJRZF5BX1q89ShrpNtoRjE5s5rwjVlsytbiasb2uGHnDzPm/M55ikekbpimCfu
28rDCCGODhj4BuZ7P07xD9pjpXd3e/deXdaZcTcDdWYY4fmQVaLQChcBU+v7cDzUYQEIswGKbfqB
YShPzeSl2rYbzOA97ac1BMuVUEijyIKhSrTnDbKYMISknCfQwPWCxOnfBQ+D6jDkmZ7scV7oHwal
z8f7uvP6r1YT8haILYR4Pn+JMz4nCbUoqlfqHL7+uMQVHZGvSSv0U6lqzRGiavYjoyCys3OrxrQh
M1YunKtz/mO8xZxFCDkIjVV69lWkJy9KMGTbWsV+d2ekXe9sQiGmOfXNpbW1+IdnDkykvd/+7Fdi
MuGYTOLDgBxE7vmkSweJurD39JOugIng1Zt2SMKN+lvc0K7bFU06oSFminCtn35ti9PN5/pjy0Fw
XWSpSpO5oepJ/ZTpGObs8bwFteRj1ibihzagIeLTVpDKj89Pl9BOemyBkqLIdj7dZkwbV+sS4xTJ
qv47Qj85eI4yVVH2AiBmtg/G2P2pz8j//8e4oBfmUbkZlkjgBFvh3KmkcVJ6qe0FFoN+3yfVs6f2
sGcLEUicOEc9WnOXubbKCLvQF6GBD153jtx/7um+BiNfmMaJanO9g7Tr7QNglamv25PYTdawZsh0
bT/htgfOiCSXJ+tiP6HmTmuwqs2TK7X6KfH67lk6MoYQVCYuvtJ5HoHyp1625oR3dWBzvoVmka6L
0kxmDp1mhpVxsqVRvwxjO3ztso4OjF6WaIPQlR0QlEWy95OMFZLvuVHBSwNZaDRWrfnO+GOJtTKS
ohcq6BQDTOcW9WG3OaiDWSNcPFVFv5JlXJ0nOBOQpLTzyP/Ph7OaNOyB+5gnu43SU1Io0xe4nG7g
5/pUEKeqyNjJiO7e4fYOvnbH86JkssD6eF0tTo4WKlXQdiQanjpUCDOXk7oHvZXuKVPVa6T3a6Fx
FhibjXo+8GrnkwwDLLk1u7ZPsHOCR71oZbaVg3wuq+pdKeL0oHGI3QcUbHU/C4Jif3uuV9aYDQwS
nHsAzO0H5/KPTwreBdsaR9qnehwG+6B0gR0i5Gf2pyofpuoOqQqoZGYmxjUz9CsTh3kN15wiI1DS
5cUfxL1jQ8BmZMvsN2gHGtsg1gWYxSL4j1vRjv0w1KnI9IPEZWGQwlQ/v8HmcMw5opFDM2eRX8Wo
t0szU52ThJF56DINuz9loBQfedaE3ik7e0/bb01V4Eqkmmuc9G65f2dkzPkn11waU8hTOqeyN1Sx
Ky0j6Xyt9P5T4rDV/cLujZWvfG2t4V5TW6X4hOb04iSNxqTymYVzapU+bNtNOsTRr6KNs2irdm2g
7I18rJWDZ07S8dvK0d8q/s6aysG1vYaeHd1wQEHUhxYRGh+WRknHwD6prSLjXQPk4KsYPLW7Cwg6
WxeJzNzX4lApP5/ukK3/7/qFpLq8GgZdH9URoaFTXGWVPzW97SvlEFW+FQdfscKNVqnKfMHFa5PH
n4NYIakel/fiC1d6PQxpXvKF86gofAWS0yPdkTzemGHTrtAxr2TqgD3pQIJ4mgkNi3Bl6AOCy2Zg
ncKkMgMfg19h+rnbDf7tUHElLMK/BHNEbJybyIvoj3ovuiU1FyyWmeWEcgDifa/RUOBrIwZjrE7/
n+HQaSNEUGdblgxMNYUjMhnWSY5IqT6IyHXqTVDYtK7iMndXBPKunUljBs7OrZVLA9JJTyIJON88
FU07HZS4icON6dWt7Qvh5Sj3pBTwP9kgJOrQUPjgF1ElAP14HgfsPOUl29vmacCLCsi1odb3ZmLm
8b0OMqZ60BGHgt0djeJfhf+9pi1w7XtS/ga/j6wZCK75uP4R+hFvxTi9c7jNS8X5rURSTzdT34Hg
N0e1GVZC0LXD/+doixCU5uY4WFVmnlRhviiK6704sGL2JBL1PjWm6SgNZfxxewvN/87lMQSaMytR
sV2pHixmaIaxyrysk51DWNoIAbSqxB70a5XhQmh5rXrMxir/it7gsHK1XFtcEqVZu3XW01zebpg0
dHXSNM7JiFCrxpAo/ql2pbkZS6f6cnuWlysLpIp+NoeSS5y/OJ+ljllHbwpNPwVqWPUbRdbFv4jU
2OM+TQ2r3bkqNpK+Wub0ZG+PfHloQFkyOeqkKijEZbemDvIqs+HAn5Q2+iV0JY929piW9uvsHHEX
VXaFiPPtIS/XVddB6X5g+3m/Gou3u2ZkZdhbHUjdMmufQsUU2aakgLpRFRGt9ZgvIysVUpVWhjb3
Cyl6n6+s6k3g9VJhn/ROin80Z9TqfZh65Zru0rV1pNM6a9fzES9KAoPeaHaIuvvJcqcq3yeJI6Zt
PDqKdbAN6WwTOxjWtFGu7BpAL5Qn0YgmNVhWud3WsWsrqbwTfVej3NelpDUVl7E9g4Pq4LFwO/c3
7N/y87VDXuCAnXiKf9jMzF/4j7BT6jUa1WEo3nNLTY5hjdvoLikyKbdui6y4OU5NsBLcL9Of8yHn
9f9jSL7bSDMZsGogpeVtUFUP94K2qti7dWj8ndXutB17bRIbRY1ac4sObLJWc7+MRXPhAYS7S/0S
54ZF/HN7t2k7RMneucin6BG7oM7YlMJLDN/GNh2Jvrio/HjMmu9B3LSn28fm+uhIipjoU3KAFqOL
kWespMTzrgeW9jZSDQg2dIXtt6oxQd4MefyFxF+izp8Zn46EiFZwgNDpJBWi7nW++EZZ22lq2spp
oBz1aCqwrrPEUb41oIIOt2d55RwxFEUWsgbebsYiEqbQL6d8SMJ3ZGkqH32X8IsXB+O2ndJv+uBZ
b7eHu3KE7LnEP8uPUEVcJkTA+1X8qBLllOYRvq4IAQ0jrCrLFjsTi/Yh9KsRRFroDPZKR/dKYIL9
S7qCyR+abepiTes2RLzRDqJ3ykejvU+6PnQOjSOs/8eCUgMmR0BHiVrH4uB0RhHLMrLEu4Y/7oFL
ZkCsEsJW6k5dfRCWQqX99ppe+4S0FgG24+gAtWgxYpV1wosHQ7w3UBf7vSB/yg/eWFnRHVwCp7rP
0C7+dLMGLw+QFyj5sT+RcDjfoVkSIFRvAuDVG0Qb+kkdNpmCD4YlG+/Vbq1qV5vZmhvxlYtsLgFT
qpozsItWjTJBMtFLN3yP4MIOfkxouteFkb3WlWV//tKcTwQZqkk6xMc8n2BMH1ehpAN2Pu3LL2qi
FpsAzRxvK9tezVf2zLW9SU47m9jNdMXl3swdZBQdpJPeE73J/la1RIaHJhVlvr29U64tIFgRXj6s
HtpPi8u5jqaqNpLMO6XC6fZYajnBxmia0Li3xql23j4/GluDjgE4RVCriyU0LMQTNEX1Tp3bq2h4
1nGU43Ov5mJXx0b07+3Rrq0hJQIyDqYGLGQx2hAUTpSSaZwsmvwv6E8BBAIaVSUrp+3atcBF/AG7
ImwuK2wzictN2jQ40fywsjsvdMQz4iDu86QNroEympt34KFQIPw75KFerQx/7V6m5jQ7KKO2A4jh
fF+qaudCjymVUzJ5buYrBhZ30Ozlo6w76OmDV+5ZYnHABSWpd1le53/dXudrERzQPkAoMKFEnMWF
oYVRUgQxETxqi+A5gN32nPBoeMqtKaURgRdbXWXGymm80sik2gWnUJ2pmqBXFjvXzDUcWgPhnbRw
rJJnKavArzH8NA74u5j4DOZBFro+yjy6/kjbLHsJrKA233PEIH7fXoAPoNP5E4nCI0AAng08srG5
PP8EIbXXrvBkcMpSXFX8iuW+gzpfBMgyaM2D2nnhIdSSBivW0TooIIOzDY99bRfQPBs3qVMm29LK
19g385e/+FkUJXmPAwe7CCJhrVsTrcAAYpXMzO1Qp2V/XySqgOg9hu2dgnHs/e2luDrkXFK32Qlz
TfJ8JZDtbUNdms5paCYU5RSjbJ75eb27M8zBIDWLMuv77SE/wDKLafL5AeHxSsQTbmkwWiCVkWd9
a+MgXrjaKVI9DI7ZGYq2p+BQ1T78Fd3wZaxk1SaKuhCBUEP9kUxD8Bp4KsK9iYzye68MhvzdUFp8
Xm7/wisBAh7NTG+DNEgOsLgahSO9wLDCgKZKEZe+N2attxkpUpyaTldiTAp1K9tZRupaX6yiNtae
0Vc+yiwyRmELiD8J4WJ7DtiSujXG8+/jUFvPlGLarV25+caMyePBmYxroMgrIQlIFVU0zIjmFsf8
g/58KtRao+qDGpxaiNbZLzMvundd9sFdOZaq94zIWoyTTZhZ9heNsoG3Kadw7WZbLDqyYDDqZgos
7WnEbpaFGeR7apqDCIGNSVR+M2O7VP1EUbW70gN7u09L3vl3gTNrOMNWsaf97W9unZ+9eXjaO3xx
OhL0x5dULbUe3ZC8Mng2bYoIfqtYcth0s+kIvWu8YG6PdjlZkoUZTEe+gNP5EitYas5sEyT150KK
fDO2abRzzCjbe0os7iw3kfcekWkLoapaeRUu4/CswkyBBpQDbB/wFcvykN2OddhGk/5sN2H8WA2l
oPAW2Zsm9gzHB1SSbYui0Z+bUjXu7NFtfKwp6rUy3GKL8yvc+W00L7RBP2/ZL80jNTbbuDOfArw/
jnWLeEaA3/ouSOS40fEzW+OYLy49GKs0tWAYordP4L8g5XYeD3w5Ntz0WTL9Lqv4R2+66n0y8CbM
0sbcxFPs3t3+yhd7aj7E0GTI1/C1gUl/fqxE4yohaPL4uZeKeAzbwf7ltfZP4XnZSjX8YjlnLAkP
o5nGNS/tfMD/OMCjEZhq1avJ85TIGJNoLSjKrZH3o43kTtj+HHFyWAsa12Y3QxO5N+aLdLmH26Kr
Kxp5yXMaN/n9FLYK7kQ9QDec5cK3z6/kjI2GIw/PAvj2+fy6yK3rKLaT5yFAAMsNNe1vA8jILyMX
3Vp6eG1e6FggukihaKaTnI8lgUdmoaklnM0CHaTKokXnqu09YNZ45UV77bPRcSUKEH0uxRDNqOMe
CrL0ObWLedu36rPo4/hgxdjR7OJQa9a8py+PAdvRoBoDTHnWk11MzjBisl18dJ8Fdfjvlojd727g
1gE2fnHD6ZcTQgugvNZ0ty7DDjt0ZpHQeYQuQ+X0fFVHNaUu6zp8Qa+L/s6txNx1aQ1AGqO/Zl+M
o/PTVjxNbLLYnH7SRRq+67hz727vo8VFRxTgV8xF41nMlAVYnJM2taxunAQL3qrDF5WVt6Ly3yQc
OvW+cmXl83ybjC0WQeFGVz9rTcFDmynCw4L3hbE6oI3zRZgc+Nxu2o9Hs0ll94iardnswNXFpeWP
hpqGRPzOCtyVfGbpyjw/8PHP5GvPdu50Q+ct/0d4aBpRmhWwjaOTiNK1/bxUkm+GUSLVtCmropMd
iV6ElUxD1fCrI1tFuwsBbpYwfprgH1vJbG1jOsb4Te+li6aA7D3LB4/p9A9OZqXjkxMI3cSZ22l/
3f5iy1yd3z4/1PA2Ix2jX7O8r3qnQMW6K9sXgcHpVo5ji6tD1EmfHNBwN7LG1tGpleAx8jTlm0ik
d4g9vWg2PX4u6kY1ZfTWBE24spOWWSwMco0aMpcpiSLyPkuq/GQ1XiCVrnvpxNhiK5qnabRJG8U+
hoVomh0ONtVfyKpF9ei7A66kTWGbNUl95cYboM7F8JpY0FM3qtC9+KgNsaKtRM2L3U7tdU7qWb05
vVtuNyFbU6pNnLyo41C4m8jQkd5srfglqzG73sq4r829F7QudvNuUNUHG/myNfjMRcThhqBlQTsK
p9FZNOJ877mW7JFNqJoXOwMJ1ULo/GXFpVrvXC+nKCuTbpubznS6vW0up04Bj8uXNioIkwvBy8Zq
q6pT7OYFGFi7H8qgu7fHeLD9Bo8BR+gbaWXxVhkL97WwnW4lrl8Zfe5yklDPZIGL60oGdj+0qte+
hJ6KTHDTq+2ezLfXD5T21PBviOzNFx6oBf3PLh1mHS90jFcKfBeXy/+QrBQ4ZobihfC9DGdIhOY1
L7piB3tXiXjJaO74r1trwabUlerH7SW/Mt4M6DGBmTsfUpznH7pyKDgDeo2PNSWF0B9GUIUbL0+K
L1qWyt82IkXJ4faQl8EBtwBiG3/OWeRFMju6sUTsvs2PIbVc1x9lMIaKT2KpGCjOtQGe37YRVRy7
IjPVXTYodrsn/a0K6bfoZ323dBixT0bSGgLPV7OM1GElUHwUUv947hIo5i3AHzAr5l+7uPmqOKti
6KERvV4RH5NuMIwNFHQpvgx2UAJPHMyx/R6BYMm3TpvExUvUJWbql8S7H3WVjAFac5b7nTNehZt2
CrwQUzNbkftUzUjM63G0AO66BV2sYogL3bccqQ8HN9ElnQArJzmbgFH4tSoN8yXn0z8jgRm/Zh40
cr8VIn+FP6p7h9Lq22rrDGIatnWJzsAukEaahYAeanwu4S3TVK4D5VsshR6/RqHT/ApwrJjebCMG
RxyGHos5ocjA0SoT/S1VnOA7fEvPeLCnYYx3TuoE6e+wbeviMaGmbvyVCxVmlmeklbG1IjMMtvCK
uvIha8y0pyk4vwcAd5TFHoq2NTwAoKrMxxLA3g90MwuxsQZnqu8VvHuN+y6Ox+o4jCUYzKGbqOX1
0kvBNClh7UDnVItI2d/egvPVufy6PGV4vIJXv5QwGWUfeXrZi6Nej1n2MtRjCFSvaoPvCQp5a3SA
y8AyA/TmJwx3OVnEIn3jOMfW0JfF0XPyEZ9zpY/4ExAMlMFvZeP+QC/c8NEZsR/GUqhr8hRXhmfw
2cliZu/QSD0/4lwmeRXlsThaTdM/jJUc3nQMBp8C6qmcPrMufytJaY3Iqmoi43ekaxXpy18AHRjk
Gs84fgFFzPNfQBW/5XSTyaCa2n6tlDR6i6Ks2VaOCqm1TnGGE4pqvpiiCPbghNfAc5fj85kdXiJz
24T31uIwp5UzITavBxQnwWDuY+mBUPSQ8Eo3upvMBC2vmmzzPXbb8rlFHirdejRak5WbXbvcdjy6
iHv8jpklsQwqqWWPk/R0cRT5NDk+tqlC/eZWRv3U913t+pqeZU/cy857jjvtA5Ih6Ttk49D9OnH5
26c0Lor4TQtoLP2wUsTrH+O0Vqw1AfbLOwGMzcw5pcGPcfDyLVWXyLYgFVEeNYyfHkY9hmcbZVxN
vkJdT0HeTZX/3D6QS64i8dalHzpLecP1xahgcUZEhm2S53X5sasnrd8pap+/CbfOq53sZj5xGln4
nvuJVov4rynyjGyj50r/3GtxiTWoYoSJ9eP2b9LnkvpZlECUh0SMlGD2fOUddL5trSlHUqLPtC+V
rFLvpQiitvkyAs3Sn0I1rvttV0ee7YMX8qLX0Ros5dlJihHHK1V2M7g5jtI35P9kv1GbDsl8vVSa
ZNdVY558x3WkLw5NNvbe21C0Y7iTSL2/VIhSDV/RX82GfREYobqS5Hzs9cWkaF/MCiQ085BYWZxF
o2wTt81N40vcmtO9OobTP24rc+ObowfhwWhKLz6JsuRcelEvvAcPPYT03mza5mTYpUy3ET6LT7aZ
muapSqPyyekpWRyqtGmVJy1PuuwvzxJi/Jo5lF03Ve5kpzTQRbdSprl8m1IXAhICrga0JFjNxdeJ
7D6PnSxtj2qN1h7UVUMiYatKGX7t+toRfjYpXnSXCavf1IVema8J/RP+kcFuipW32kWA+XiYo4VN
kwQU+LKqIqK4a/OsG455Jh3tDoG+8GUSpXwIAAZtkjzNfpSBIeD6Ot3wNvWu2N3eqxdHlh8A9AdB
fILsZWTpgljqveMNR7PFJtLH98b8N7MrYW16DayE2kRriPcr60/Bd+a6UihDDGwpq2ZEtLpNTJqO
Ktz8X2rfPYxTGO9n0xc/5j3u+YOboO6mOYH8UvPCfaZmsobMvnwk03icCUpsAu6FC+e+YdBLo+El
coQAhrRvW5Zms1WauEOVO7YaKmluYyZ7tUMSWyJGlT8agxuLye/KzBhmNZOZgkjb0Nnlbl4I36a5
Yu6UvoZ1rnlp3Pu9VUNZs0ZtzYf2Mujx42nicCPwWr4MtBo0EJA2I6XUusDBNNW7XwAosmknW316
CZrpH4efmgB85ucptYIEWdznr4q0lU8CvcHIUomE5kXGTX2bF9B5rDOhSLdFMq9jYTr7KHb/NVHq
eFOxWH5J0rrwPltLZzxwGqhJzMZi5rL2OYmZV9a445FQXuEtUE9fito1D67Qw29RO1n+NHgcE6et
rPfbZ2W+Ss4iINgC8qG5uMLGuZDno2RfUcbu7ONUd833LkhqgdJ5qDm7gL75F6NO/xOQn77fHvXy
hGLhisgArQNGv5C9xld08Iraco4upLXOBwKY7DvHnn5kTR0/t6X47/Z4F7kGnSH+QyUBMAyP6kXx
tXa6qu6VyDpOE4CUrNSHt7ap2g1q8mt+aZfR73wo83zvTHZSKa6MraOdZ9j9uVGFt44KJGUblVG/
R45QHBIvS3eDMcRHVAnWyKeXiRWcJlIIG3cOVvhCnimU6GjHdBmPA3KOyb2ZFUV9VwXVlKDuX1Z3
aE0D/7FjN/snb3ppkS/gWHCfNqX50ilS+2VMXfxaYgTWbvCEFfs8ica17snlvsNe46OQBxuXeLlI
cZROKwYSUP1YKD2S7urQblW76t8QT0FJTVem9BDQTZaf7TJgHzY3CUGFwrSG037+dajyDFVMSnrE
jFndBK5TbOrIdF4lbcw7igzh/e2N95FBnJ8vJkf5wkblgiLWMpXzajGYUMqd40h01Q4JKYXhB0lq
a36hArh5iBoVcWtsHoZ7re0B/zZh7SlczBB8Nh0cd2UTCyvoDjhYa0eei0P/ZEytgnHYaKq/C124
48Fp8uau1dQxALUmy8Qv3cGR2SbQ1XgrdSP1duCWeuvQNhpeZ7pIOo0akukmvp7l48xQcqZwW+uK
lbxarWUeYN23KGCpSv+NYmCV/wRDq383jUkhMkCOd/1OFP191HRj8FABenvPUJl5FW3dBk899QDp
V3iYI6Kd9431+/aqXh7nD/lUeu8AMS5B/1Zdy1ZWmnNskHaMtkFmBcouR35U89O2Ddbw/lfuVcaj
n8sFT2GIx/75rgGbpEAFUa2j1mI4uzGkSeaXaK7uV3ieHJzSqaeDNoo286lzdHJndITre0B4yl0k
HL352UsA68i+TTBl5t7vtgUcpPnCwykQMZJEo6RXZ+Rstxfq2i+fX1gz849ge+HunhWwwcI+aY5B
CNLQKTM92upTbR4dqqXWW2i2ygYguqL/lyVtsksogrpftLLJS9/O0QDfCZAuh6qgKgLGtpVd4qtA
ONq/FU9KRMPdPP3GiofTWnv5MozOvHJehsiV0PRcRuwwEa1d4jBy5Eig8iZk5Ku5YzzUUhZ+5Sne
Nh/Kn16HbwB3yKdbrbxIMW9H2AoTDnhPi+iECZSbJ33bHEcggK+aF0Q/JVBcJKWFeZjGtvpe1R2C
3re/1kVLnZrj/1BVzBdo0yI4KU2qTGgdy2M9YP+xRXcu2DqFa9wVQx1sB7eqm3vCY3aXhRIvuduD
X17JBlkIFQky5yt+7tKUlnCttDpmUPvv1BLe3kZ1A9JXSpDveagmf98e8MoNAP8WtRYLujEY+sWd
DLZA2tkYd0dZgh/bDoEctFkRPtyKIuo3UVeEvBiy5K/bw15ZZF5JXAD0O0j8l/WnJimnyY3a/ujy
SErf+QH4iToOPovbPqyL+t+Kmov1nE9WLr85wdisxK6r43/cQrS0LssvbaXkVENke3RxtkgAguAG
3RojEODRq4KUHWfDcldGhDoOUrHUta7PtWWHGwEIGYFdZM8WW9voMR9NtaQ7xri9lL7ZxMLdm24X
vBo5yooQiRUq34MiVooaV/bXLJZDNg1eDVOtxeemyeV1xegx7wlImN4L+KoRVi+/9EAQTfvAW0sx
rgQ/uPt0T+ae6dyenq+RP3qGuZ0YJbu3Pw6uI4aHfDDy/5AZSI1t4thJ/Yj7QPJvMrcQD1rqBf/0
ldMp26ocumCjK51tPhq9nigHJa8UjP5COymojTl25iP02oKONd0Y+fVO2Lvbe1S/XCx+OWkDSHRe
INayRtfrsS7lmE/HWBP9qw6V1dgWqJzRyzeC4mkIk/hLFFKH30xoWkc7xSbB3U5d11SPdRQJSTMU
WTpf4iUDzg9v2dIfPXrCGzS2Cu+ugLdR+9ShC+Mx16SevBetnfQbmQ7Of+rUaCd495w/QcHdOxiy
Rxq1n0KsrG9P9No84SbO5AYHLM2y/jKkjlYYjoKUhaHGdxWX0l8hb9DnDELxllPRraRjVx6ZJjuf
g08Tm67Gcks0Gs7g4GG7o+aWSTr5k07p0G+k1gT1JmpF/8ivjLydhbRvvNVzC/NYS5TGCdHfVrxq
9mT/+uwSIHk/5xYIxlD3WyaISoZ9wFCb01H3Is3wW/xmMd7yxEPHc3iPPjNugrdHvIwAjIhxGM5v
NJwuCsDVUHhTr/TTsTGr2O/NVH8IB+UtcAvikVRb9Z+cwHO4PejllwazAISdIiKlTZg052dRul3m
VhCHj1KX4zbPE9NPBpg9bqre9YNTrVSX56N9nnafD7d4hWGFgxlh0KvHbkR0HjBJ8xNF6PcsHvW/
bk/sMlGZEbgG7hOzQjOf8nxiiWsOWloV6rHIxnrvdH3g7Kk4Wemvup49ZBK9RtWBTgSClHJK3GQj
hmTwPknypWQBwlhHNZ0CAidqGV5bkXnOGAXW0dHGavJpy+vA/kJ1V2PztnKKrnxLEm8dgy6dvJii
3fmUzcgtZY5IyLHu0ukAemJEbtJKsT2uavueJ06m7W8v8rURPQokYADYQFRsz0eMgsrEn3rQjlqp
QPt0kujgDeaQbsKsDbdTX68lJ1f2DwwPqCzUvCH3LaXoq7DWatBZ+jHvpmHamZnVuV/U1PQwBdL1
wFx5ls7bcbFdMVhihnMFhrbYYn74yuleV3naUQoCTKaga3OgslrpKwXvy+TjAzw4qxhY/Hd5ryhR
MYERSvRj38h2o9UmPZ/U6vcZltwbHlHqPS3geIvJKyXjT39CTsicS3P8KVEuzkkXGsZQUpA9JmmZ
PEToON0bASCTFj7oFhmlVZTonC0v15QGI4gNcpZL5wJRUkvEKlHHyjo3N0MUDwcJMfwpT8PoSQti
b+NhBv2KwYr+jDi/txFVO+6QHlv1iLgScJHz+T/SzmtHbqNr11dEgDmcdpyg0YwkS6J0QsiWzJyL
8er3U2Pg29NsognpB+wTD+DqYqUV3sCPADwFPmG5mcip68LAQ++ZFzj7NDda+rMg2L8zuXaHXaHl
5nzQFN1VNs7p2iZGPgE5fllmu+p1dkM1xVJQ7plutnH2BrePd4q8gWwjcDaesdWxJPaYIiJl2WWK
TL3JTOFoqs9WWfff60RpPmGuCP6516xw4wFbH4tCMaktnuVL3FKJ3Eakj8yrMvLxZx+E+PaSwvbm
j7Ij8tw4M2urJyMUfPpU5NSWM9MS05sbVN6eE2F7dwjko1eXFO3Ja9X5GyAGaJjNHH++fVrWpkik
QiND9jGuEtCyMruua2btOUaq/gPWFOpDrtc4LgKhoFn6B4ORCZhUxgjRl80j0brVFFAtey7TOake
VbBIR8NVkDOOlcza+JwrVznsLxA2SMah4LJMcsvB7ZCVSrjKbSvxDiniTyp5tad/r+tBOXRovG/p
eK2tIAQw6CjU91jCxXs1R3lklkpmPDuKWx/gRhgFZGk3OUjNkp3WGM6JLa1twNRXlpDzwLWu4up2
3QabnKYbutnk/okr/RvPdqb9oHTS3vHImeaH20u4MkWgsLKwCbMU8vuidOA4cWaVRao9g8Iaabf2
UojujhKg1Z3ZYwHVZx3P0kMVVaLaWNG1sRE55MzzOPNYyg/xJs1i5AQdk8R4VhylegE4ladngJa5
ewYvln4nQRkg2ebDn8Qh5JOSkS67fVd3jh2mooi4U59nxU4PTevk3VGL5+BpDt36We2ystmop61s
XiBnXDoUp1ZcRoooDrESDjgp8Ft2TYdagpOOTkUxNM3/tdIw+f17QJKwYS4iYyBb1ZffNoR9pBqt
oT9TJlZeYoyGnENd9kl6Su05TzfUXlfSIxubBcpuIDOovS0f6VGroKrBjn5BFSx8cCMvtw9OLigT
FMr8QMkmPvVaijCcyMWDYjhh/D6qlPCB+smWHN1rxHr5foM2AyckK4CUHZeFGtfIwhQ2dvYShzab
q+yFYe7iYow/ls08PvKsiPs2mSrE/O0BVrw1IgtYjc1PMJLUqLEQKveQ+rdU6K9DKGrKrzEMW4Cn
bnHStAZklGOJ5iWA+5Hu4qAirgCF9o7aGvVffVA+pYDGdvGEW/3Gw7fSZpbGz1QyKObK37DYDgBF
0wjDMMEpq36hTA3iPrKsd6gVOedIS/OPRVP0R6HH5s7uwuZhsJL+t28aGflLKQ/JZL/qdFMKx0C5
cMcXIpqk248x4L6RcsgHtDASb+fq8C7bWtW37GKujx5FMxSMkM0Ggn6VJxfIPPaJVw0vU2D0v2bX
E/dwgFrlMzUn3mDLDJ1w42K7HpJoDRCDdBaE4LT82uaUY5kkIvc5D7Vz1KS6vmtFUkKby92P+VwH
P25f4tcvhuSzSswCDBFQUYuLNJrjQSB17OCjIMpffd9b1EPt4OuAo/mn20Ndny4MjWlsA6aXxrRX
UY2Zh7y2Rdq8x9Zrvu/Msbjv6hJ3WW/IgwczC4bnPurUYyRSo9nXiIx+tgwRlQi0a7EfGVP5T5xq
pdjY4VeJEM8InkAUv1jna6i83gS1QI2jeZ93ev0L6vIIt4neRXl3e/5XS+thx0GtG4wVKCuyyst7
NUhsYU7Ix77v4Em0e8U1s7sgFO27GFDKOY718/9pPG9BUhVeXJha0E3vYY24w9ksIk6oKagJWG1Y
/Apn2z7dHnG5mTifTA+WCMEAOcdyM9V2q0BiivOnqjDTe+IA46k0gmctSn+bCvg6FMbActmgpy3j
q6zOpyKs8vwpdgJ6WibuysD5stIHHYxhuivsHxpSgNM+1VBtuT3NZfAhx4YzhlYbBW0KvYuF7Fpr
1IfOzZ7GkR5UjIgRtL/c3YV2p1Xom7nGrwId12+3R11un9dRUbXnlQQXTYX2cvukRW16KN1mT5OY
1Ue9dL9qZhvt8bx/N+RVunFYF3OU/F04pRLUhGQIlSL5JL0JsAq6VH0wz8pXBGiD6FAXnkrSUQP7
/jmkOMqAqbLrAFBO2FTH2xNdHRr+LmBE2tcUDS6H7tt2aPsWe8PJKNvhLjOqEbBobMzNBzuOx1/D
bCaobiSNuWVUuXzr/pv1/x96qRMBASvRezT9/WTs+6Pbhcm+UgPrVEaB4t05Vur8WxORvm/Nojmr
hYiS42w3ysYHWByj/34Fe9oFTqHhM6VffoAsyPHuSg3lK1Qu3MmryTQ+tBWJAw88XoG3v/Yitngd
DLwaWRidQCA5i4W2Ykutm3CIfODBjfpR1Qtd2Y0alrYHYo3w0WyFm/4iHB7ORVW0v3lJ/Tc86CNc
0SjFXwkFOjN8qbKpQz9ocED0qjx5noui/pZ6QLOJpwp7I5yWu+dNiPc6IAknCS4lebCl8pi92diG
MnnhUDohnhyDOxxmlDWOQNYS4yC4vOi0moozHvrEnZK9KKFR7SkcK/VG1Lu2xIjF0o2T2KArzf+5
rjqtnKvQd3D5vhsMLzgYU2sdahso9u0FXh8KJJIEnzi8O5cTVqyMDGq2Ql8bh/RLo0sdHt0b7Z0m
emfLaXZtMF45omgKiyRJi61raHDvbYGJL16h4xM1RTM7TVXb4P6o5267ke4ursTXteQNMGTLXCV5
WL5wmjfMrVsHX6u8qT+YYKzwM0mNaDoNShvOR5i2g7Pxxq2NCQCd/FpS/3nJLz+n3ooxJBNTkFtB
H3Rw9PSQVpX7MkVDuAuD6fcFhmWpH/8NvqnKhpHRy5v9SjEtzHq1Ur6ahGW7ynPQ58v6sPjLM6Ns
y7Fm5XDAgqZTIGk3ePIuJmc2+qQq2D9+BRgS7Znn/KCBJbvv5uqunXrvr8KInZORKkO6c0s8zTcO
58r2ITLkNiLdkb4UiwWt6HiBj2pDX2hTctd2k3jsIpAWUIx41W+fi7W5EqVIaTnuPvpElx/WogRD
RtkpXzu9bIr3Tqg4P5O2UYP7OVWpWnbzrJb72pW4uQK4TX+o22rT+G9lOwGBgBAJ9hOj3eWBCcIx
H7NMYztV2nAGBUudKI9Q1q1G0T1ozHsL8bE271eCH2hIeW4WyWSexkrTRlbum3r/b+jkc36gkOoZ
+5ZL786Zlfg5gG50DALDvWuMreHXltih4+0iIY2UzzLBCfXc1LI4wO/JSozvmTsg1B3N5o+CG//n
7RVeHYoKKnVoBNeoMlyusO2EXWt4TeJ3caQEeySEMPpEU3eodqOa1RuZmzwbi4eFLpEDIo5Xm17V
4qCa+piMAsaBn82d0XwsKytXX+zErobP1Godbz97fZ//E2hae24sqiwbSfLaTuIB5yWlVIA79OLs
VmCZgzBzE78KzQmcA6rU/5JOmn85Rmv1p9weoy3M8uoHhpcNOo2y6pXvBzJixMepkvhmYU/j3h4t
JyNgokP3HCSj9v33l5NSBOV+MgtCw8VyBmJsjDGuU2zJxiCn/F6Hs/Oc526u/x0Pg7nxuKxNjssQ
vSns0KCByzD1zcWbdTmQINVJ/NLEC203cDMWB9GW813tlNEWcGRrtMXqBTq0aC2ME98QKG18mOq5
CR5BQVs/XRFtyRmsDQYOSvrZAUi4jvnAtJu9gnFxUaWB+DgmWeLuZ8RZjQ86/Gxr46ZdOxn0FOgx
UjokZ1oEBdTySmVqptjXFQNagFWhxKMXAJJ2uUGd7RwOrlcaoEL79idKzoP4g5NB+48tg4rAtXRY
RWe+DCsn9du2cX60zuSctWRIj6XSGh9i8KZbT8vq96V9I4UCsSPQF1eBMO0u1sFB+4PWqPPBS1EC
2OloMg37XK0325yrw5F3G7LzSDa8+L59FfWiQkTctyMDZmPbaHO6b1Un3wt3aDZMjeRvX1xzdBcg
85GacK0uFYSnQLSFyJLM97rBrR/VKZ6NxwG2xkbYunKdebIwBbOb+wVU0uXxA7UY9k1t5H6Qj3Z2
0mLTSsZdPDTTyaqVeX4onczcEjFZHZSuFCR46RO7DLYGI3LqXrpcdmNQoKo2gsvZKd04tAdRpoZ9
0tDc3fKxXFk+CP50/lFXAw25fKZC9BEtvVZTX7GaCCEYjRqn2ZBsB1UMubeAVXP7Il2dJW+VNEIk
gn3VaHhzs016M4ZzW6a+VU/DN68Y76ZQN6p9VWu5oIo9iK0sbyWlBxFH0QuLKkvS3i4XUwNfnkxo
zvhzXhYfzRlcFlXc2e72Vs0t+0RXHKC6qnZO/vuvMoAKhF6p1vA0Lq2pZrhmLk4YmU/1Oq9PVoU2
jJO2ufGUzXNa76NRN+JuF1aB6u4bJe/dL7c/9trqQvKTKYNE914XqoYehRI79/U8LX+6vac82b1h
B3sIyeNGLr821quo0GsEohrG5Wf2FNSA46DBuDOsrXexVhSfSYeCYJeoYqMGtnYNIJkkMXQ0NMxl
FKmYglAElwK/CEJtPOSTcMIjNK0tH4jVKeHCIPV3KP4vSW5lY+uDKZzCDyPX+pv+tItjZVegwlFg
tPv7S0Wy5cmWNOjNJSwOPSsbH2wv993Wyu4Q1ClfsI12nB07bIs3tzov6IpgRYFQ0ay9XKqwQ8oP
Fmjm1ymOjvdpOrRnUXBFnDW44n/dntja8dOhfRMLeyv4X3QMItxFsT5N+8TGpkW1di5EkOd0QENk
143jr8Y0xvvbg67OEC4mMEoC/SsZFQgGc9llbPwmbc13mci6n5PV9NPBEkCMD7cHW7vSJAVR+rqS
0+iLYC2XwCxNZecnWZE556Yw8mkXaw0oDXXWQ7zFCyjwp9uDrs0QNAjJKl1wHir59zf3qIeUsxKb
2Lu6alPGu9EDsVoak/tYhc4WhGF1LEnPlkyyawg1dT9bD+Yg9z1roLVtQ/c6ltaAdZRmRFs9v9Wv
KTtu/Au3dHlnxaYTu3ZmIxNJrTs/oSOU5aB7m+ao5U3kPpAT/2arTZZyYJ3/b0hn8UK4YKYrXN8K
P28RG3kXZ0b/Hd+vpt67tdp9HGr6QrdXb3WSPPJSAoUMfAmiTGrRt0MmSt9W8d6CSD6+D5RYS3Y9
ZvH3k5YUn/5gQO5KArVXjezFdhmsMM/MsCj9oeYZYkQ+KjVA8xexcPEj0yp3o8i4OkNqRwRqzI+T
f7k/rbmdK83LSz9yovw8sH92th2r+y5v2kfew3nj/lx7E6RoElBfCbZf+tNOLdslbJvSd9S8yQ+N
PepQ3Uq33ggN186CKatvMkyTuP7LeVVj53UhVRs/arr6W6YZyl0b5uUHMXm/h5F83ZWQRRHgcuGU
0/y+HGkWkrhS9KWP9WCiHzOwHz/qLNoMAddWikeOhcL675oROwCdBWGblH7jSru9Pi+8XVloSkkl
Xg+rg+20Wzng1pDy728uryIskgRDpdJPnCb8kJd18CmZ2+4Ort7Hom6MjThsdc0kfEVuRgrRiy9J
3OzNnW4WfkNaah6cxDFOdkDZ9pPV6OmWdNvaTkShGd8sAKe0theva6QUdRpGQ4nmveW8JEoXo1FX
V9bGE7eS2BKagwzgjPG0LlFIw9inQTtZhd+hrB88unqkduessutzRebyTliYY+ybICpVuD3Vljb0
2gq+HX2xgqrTynDFJTSaDfVDWKZhe8pzrfR2KUIE6sGrcK26fYWtfVeaCADaCCfAtS2+a9HYiCcl
WuGPXZ4MZ13RhvpU9OoWOnB1HOIGVo/6BKHY5easRU4Rn1TBR+9Vqf7xYm2oXjzKP7+ptPJ6wOmo
0v6HDQ8zYRE3JM44lXPccfDqOFfOUd48mCMSUVnhvI/KMij+4NGh+PqKY2HQZYe8qeZAIQssfXMM
+nqXDUF5mMJsvmtq0dn7yPK24GOre1QS37mRCVGWz1xRG2lVt0rpK8rQPLjl3O4LoFj/zvQDz5zW
9gPebtn9qPPy3d4sa1En/Nf/jbzYn40oBmPI0sqf28Q9KuMw3WVKm+/StojOM7afX70qUA5/MKgs
LtPGIDlZ3jNo5FRhlLWlj6QZskK4M7q7aoBznBDKHFSu8W7vDubWk7Q6V4duuaRwyhbK5Yb1ZpVK
QWITTAz10a77+B88GDUp7kSX/BgjSf6UhkK8uz3Z1WPyZtRF0bBKh4rGfMg159KlOStd6rhHCab7
gwcXtXOJSCb8vOqzxSitAdKT+cOcK+M5QTpOPdXGWBnvEEC1po1rde2tAPkMJIfKPfeqfvkxyRra
bmy81EfdRFf+xhyrS5/UzqrsfifbxMm33/+MUh2M/gtSi1ctNmGOPISRKCAG4VG107SMgLBuPHvL
BXbtxqY/IFlXNGP5mJcTs7UaeeyEpM9Jy/hvUerhfFfCCixOFUQomHaW0d3dntvqkKhJQXWj/MIV
dznkrE+GOnki93H6yqNnzwK//m8P96x9CAX+FPsMBbhm47FfIr1er1VmCBRC8l7p61+OSvO8dtTY
UTBRnEPrRzuDBD4RTeXaL83sy/mQm1mmn7se9dLnbMg0B3HPRhgW+n3mEHU7p4SfdW7qNorfTQR7
n29/lbUdRl4KwBrMG73VxUK0wg67Gj1f36zC+VMBTbHfTUk23Ye55326Pdba1UBfiJCHVaDjtvgW
ZL+iiA0l8zvolc1BjaJq+KQLMwl2qpWg9Zgm3113zu2NcdcuBykcID3toA8v+1GoJAiiEA5t33SZ
9wVeslDivYZN7Rawb22PyRAIdWDESq88cYqxEUpSTbnfImQVHPQ4mP7FTFlFqTcovlutNp1vf9K1
qUkZF7Jh0tOrgreTlQCEp5hNreRi/BCJucnOTekWwx9cfPLwIDYvMbDL0iwvmDWnBVmpSDMDhLvW
xN2dq05de2qjaXA3XszVD8lFy1EFnkJ39PLY5FWP2bwNiK0Q43iOdUN9dGfc3naxiB1nn0TjGPzJ
p4TAIRvulLKWIWyT4lSg4sbnawn+Zse5DOiGmMDYf91estWpSXA1AR2timVEl+YVUr+CXNRWREz7
p4uwyo3ROh32uhgj+5AAmdvy5JPfa9mroLROE4ZKJcyPxeWXp0aZTqij+aODK4mlJkW3C+y5PTiz
O6X7HjeRd/g3BHd5klYvkIyqv2/Peu3sU/imHQyKDs2ZxdnHrInbnY6Br+JXH+8CoWoV/FoRwlaq
wFmprV0j+hk79pfbA699bjJxJg7mVuWfy52UTJiSJhQbfLdU1CPBOjLTdi88+0AzuP3cgqCbN4KR
1bk6cDMtalT0+uRPepNQqlVl9I5Qcl8UzpCcUk843oOiVF3zQ0nmCAXDRmBctUMxLt0KclfHplYF
vlb2+LxlvpBV1iDhnv5sUBEIrSR3HjE6kYgcNyu+jW7UGrveAEK30Q1be0jQeKLnD7dbXhOLSdtT
a09KS8U9QUESh/G0HR9dm4vvozdPSbRVol6yJV5fVpr7CFgCYqMmsNhRVYsvuJsm1N2bQftijdG9
OehU3dVuDN9FTpN+b5I+ekhUp/mipwUmMJaef9K6yfpwe4ddf3LeT6b9X+ef3urlzLV4LJ0ZtKCv
BG2NK6viPLoiTyKYachV7iowJYDyvbF9uT3u9c5m3FeNZp4bCAmLM92Dvoh7x418w+mrs56ZQXLk
4Fpin8XdLJe6Sjfi0RVYqBwTAAmNQV5TbzGmOo9oR6HLSKYtUmfXO3N2p1MUHT57itE0O1pLtvMw
xl4L2i1If+qu3XrhTk/GaosZeH2l8VMocMOkp6FuLhGqjgOf3eqc2E9qMpsZbsqvaojn+CGvMb85
BqM9irMy2BGZiJK7e0ukpnO+vQQrm5AfISX5iSxYiiVMK6Y0UFg5DX0nIYJFE7sU/xRGZ+2qtLWP
ToxTAA6aANXYxJMf2wP/MQtRDicbajdle66jgVcZTQIYZCgtWkWXO7HSZ4E+6Bj58+jaaE6YlZaf
4MaiHHh73qsDSYS7bJsC2JKXwZsbrtEb26qTOvJrw6vvYmoHSDMjYVNtfN+tcRYTKicVfBR+Y34d
QdlFjDmNh1PmZM0WfmftLEHogZMA34uUZHF7uY2qpqk7xn6bItu2w8BXVc8mclvDqbYh1yM8qNZb
ZrLyf3r5KLNr5JMkS++w6BaHqaZVqxShHvshEh/RIzTh8W9Py8L3Y1mM2RlURTTujGHuz8VU2+nG
Gq7uXSZCQEC7CNDx4gLVY6vTjLrGNLLvyi+OEQ3v+kiE1mkMYfvtsjZC7TssE3s+JlRrzZ029oNd
QC5wtV9FpYr6cHtXXT8hfA886w0YcDBDlrmIMPHWDrwq8ZPBKr5k6tzQa8Hq7mjnnKPbY63tLBxW
kYSjyMSVtljwCBR5q81J6gtYP+MTgis6MudNM3pbxZ/1kaT3BIXzFXRljKyjiFpmFZr2dKhAy4p/
8Xmotroqa5+PWJn6HdACeKjLSCfT29pRUsA9evZeHaPym9KLf6Z5csKNrbM2JXAoCLjIg8AHvDz+
WYC2XI59tM/PGLIj+qsdGun0BbZgzWt3PH0UmyMCRhwjisuBchsAfIGevB9HkTN99Mohi38gERUn
O7weq/h96kZ9AO1Prbtzr4jwWQx2sKWTs/bAv/0V8nO8ue1Uo8dpIa8TX4hWvevdDM2/nMD5IIbG
fLAyS38EWdH1GynX2rDycuBlJ3m9AmwkNHGtrooS34mGIj2EYWjeI4mj/gXOqml3c4dkxDv4qfNv
StITWVGqoG74nybOFVo07gbc32s98WOA8Y+AKYlfdAcvKKmVb2/ByNe2LWEjwEJKEFSEF5vJiyao
6MOY+EiBZcd6Gr1PXlxNlArH+NPtQ7+2nbjdwWxJYD7dlcuFLHuYQ1aVJlCjIrQaMTmoxA5ZlyTZ
h21o6fvWMQDhVmmaxbsQpule1SLT/Xj7V6xNmA6XTEhISYhgL39Fo3Xd3MNB890AoaO9OsZa9aHM
48HZGX2Jl+7t4daeNot44D+9IWqkl8PpsMDEkPFWVxR6fvWW+mXocHBI0EH8DKY72RhufXb/G255
C4W1OWlznuOaaxtpc8QezvE+VPMMvILkNt56xdYOyWtJSaLGiXkWEUIOJ0dvtDL0bbxqsne5rgYt
ao44DcTnJvGU705QD9YxUhq7Ot3+sKszxUOATJ4E5Kp0xjM4jdCygOhb9vARTyNpkKJU2cEtkHG8
PdbqItLEg+LHEQH4e7mIYhrA3jaMFdXasMe/zHqsq07d5UMSHSJndDYa5ms3vGS9u6RyfNRlbKCY
8YSAmxL6s2kW4yHK7dA7KHMX/ja0mN4W7gNc8YQQeJxczssZBHh7pUv8VtTxc9I0uSy6KGle74Wu
d/rGtNY+IzqiKBmBwJWArcvhvLzPg64mXB/pP+G5NJvWD2UqjaPrDsmXeTQ23461TcJyAWh0eZjB
pF+OaKQUQ21AIn6Rh/0p6yOv2itpKVD8RIDncHuXrA4GHBWskRS8WUaxuAKEJVqKkR/pRpMfkTIs
p52OjIjYlSMCUbdHW/2Y9HkknoKa4LIkaLeWCJrYifyBFsUTDgnVkwZi8wAKJ7H2sRoTK/7+iJQf
QTZxoRF6yPm/eYgb21a6Evlkv8QU6lDMI3kVOhRHEtb435n0/tf/bbzF4mkwgKakI59C1bdAx0f8
azVB+qGou+GoDX20sXxrH5TSDSQ06mNgfRcPQzdCpcd3iOVDIfEnQLgna7JxtCs6DEWDyur/4Kp2
+ZgSbCuRW4vp1XYQ1xqNBb+3C23aV0o9/dWmIvDORPrG/e1vuZbsyL4LASO9pSuaso760zBQsfAz
rVaPOjW/uwqY/aMdqZ6yc422RCtb9XYz9kI/bg+99l0pfvJBIQwTGy8iDLzmMhUzr9SfhPEtU0Y1
2dlhmz6a2ohNaahmX2+Pt/YmUevkw9JTgba6WMc0zVurUEboGY5d/6K0KopDXqbFsbdL445w1rvz
gkafj7eHXTv9UjIBFCrSzNRoL08HAiyw2ZwOIGU36vfjQCFq39iQmIqkUvKNvbo6GGkGxVx8J686
k8Ip4zZUowyUWt/6UJ85kJbTd8fGMbvx9AczA+REJgBo5qrUk6lxIRIrw4EmhCqBlmn+wVUyGkat
Ff1JQAH+TsKzJbp/mYTmY5jPPSJh/qh09XznYMrzw66i4gUdIWsnJowJdnof6luM69VNiogP4Au0
Lri9L1dvHB0noVlKQprUzTezdN33BLLzeY6RQb3LKaw7G/tldZu+GXFxLGY3ttzBtckXcXCHtVlI
TbY6/ABQwNwb09w6OySCo/PttVyMCmQT7DkJPvkwUNErGHOaKCBQLJE/2eqApWyI2LK+mzDWCY6V
Fjb7FtLWw1zbRrexY68HhuGHpwT0LI4cEdvlB66jIItTc8yfkiCaHsKk/NyxwC1km0C7i9OR8KPK
xrvbs12sKrOlQim5lcQ4SEEsgYc5fNXAAmH2FLruBMgxM7z2lMXmyPNlBQamfkNbbrySaxNFCVMi
vrjwriBffR0GesKReeLW105G1np3qoGbVoh93Es72dkeXfmtQRf3wetEpR4NLnmglJzl9g2jfoI+
VBVP9WS0xz6eNfMYht38lLCdtojcJkv1pnBGvZfGCmhVlGTh2gGlu1zKto4DQC2Wdww1kDVSEz2A
Cpyr41bmv1w+BsJxFtgjaijgHpeQodrQgqzPW+8YBYizBJNpfsRmvN9J765n4Ypy40VeLt3reLJt
I3E70j7icmJ2gQFHWTnesZMCcDZh+CHL4dmlajYedTFoh1hLt26e5dK9DorTJEkxdw+uPZeDatyn
bqTo3jFzq/p7rIj6WAk7PlO23iL7rywcA0lZT9R/eTQWuajWWpAzGxM/hLy0DkBMqj1hpLLxFReh
BtuDRi2bkaImdylg1csJWfWQBEYxescRh/JdaJb20YzwTNC1Ij8h32AeJ2+c7zy12IKSXs+PkdmZ
kloHcWL5eARu2nttMaBgnLb208gsD86gi/PtS2VrlMVXtNx4iMCIeMeqs5p3Q9IUJ683jMPtUa73
vpwLWQRkOjDTS3pyOmhGVRiNd0T7VdpGDuY+RBn5ZFd5doBWs6WhuzYroE7ELtSiqcAvZgXDrm5M
/PCO7ewkp6YKqp1F2/r0+7OitqVZ8rJyCHwv94YaqFUj8tA9NrNr36UQtKJdoxcO/X5jIpEAC7Nx
HV/NC48fCmrSRgErO9TlFyM6c9CNQktPc++WT8Ke6ic42MnGal0dYs4tFxUvq7ywrvCoYarZwkAB
71TPer1XbV7SsSmSI/ijYmOo14rcxfXLWMxDGklKI8clplixK0VpdUyD2rBOPmcIbpwtr1Pmfa7p
zncz78QLr0B8NFo3ipD3toJnYbf2rzBvO+yGEFs1N0qla7Nnk3Lq+MZgOxd14jQOy6ZCI+aElGxz
EloTHAIFZkGf4I99ewNdXdFM/u1Qcrnf5KDVnGFdEAzpyYva/D432uJhJDw80OlBn96etYcJAfGN
usXq/CT0Bj8MCWFanA2r4esqEfMzozJG/AYLV4y3xVRQjU6KLdmhtdGoZ2FKDSSMdthix3ZB2ilG
l+Ht0cbQu8lUXJtKqNvaJ0D79Zbu4dVFwxelkeDgiECAdAVU7fEUmURepCfI0fF7FakumEqIvySo
P5zyxPlNKBNHn/Ho1TIz4hXugcsVBBMR9KaOiONk1jqCpMN4RMuj4E4jNru9Wa5eInD+mDC+AooA
Ty3XTY9MPSy8PjiahRPiew53N7+z0qhs7s2MtvI+w1tE73BCt3D26esBs7Hbv2BlLWX1ib0jEUfE
25eTVTVhhE7SKUc9GKyfQWMn2mHMjeolsOKy3LgZVlaSIAk8PLc3ee8yklDDGXaSUIkk0nIEYFPE
eOoIR6Lvk24YPNTJmnlLAPX6GwPodrjLwRQ65PiLs1FkKeJErsQbDLmz1/NZHKpB704z1JwX9mx3
EGET7ee0CjemuxxZirMgh8CeJ26C0bo4JyKwjbkDZ/OY494wn6VtxPfYM9r3cMZg92Fq2Xp7W8+b
xySNUEn8vZWV7XeHyjPRhmROLhU6m8QJnQAf0Ec1d91mj8Nk/Q+2Jcaxp627cb/Kb/j2xn8dS9Yv
kUMluF868sTgOShqRP1j2PZ6dGx6pEsQD57q+8yIdXHw6jRJPrp2ONyLpAidd4QMXrgR9ixvXn4E
4QhvDjwWwpHlYTIiJUtTLxkeYVmUd4Gnhx+8ZHI/JlXrfQCYIk5Wrnsfb3/l5ZZmJCpxYDnZXNy/
y1TDTTG9RyV5eByaZE6/aLOTWYcB2KP11bRh+e4J44e//m9jyt/05okRrqnPTgV8KqrBqP6Cn04B
6+RB7xJHJdFm8aPg6oo2WgzLm0LOlGQRJJF806+8CFWltHq9zabHQmln94i+Ud8fMD9LtZ0bt8NW
uLfyYbmCaeryyNAGWx6evqKES6Q8PWKyZp97S4SfU5PHtJ/0qNp3UxJvhUjX+wcINsLXXMfgSglp
Lz+rgopy7Ubx/KjN3BQ7SxOgxepWaPdqqCr2Xc9z8F4QoG70OJZAC+qr6GpKY1iSHlkQXAyMS0Jj
BfE0PIpQUz67TdB1uziPHe3QzMWL7tYOXDOAiS9BG9iEvmakfQ4UFGTuAS6KLc/J61uLDgEdZV5a
YB9XBRivN0VZ9NH4WCdd+A1ycviQluqvbiiVTxwq5xmZ4+Qjz9VWnnl9iUilDNl3gc4EMUSuz5tt
PSdd3tZKPTwGYzGe9NgIDyE46i8g1rR3RRQlHwZ6609mMLfPimajKXb7WK1OnGOMxh58CnMpVhn0
gJYth2VALLL/NDe21+zaukdLA30Ne95HYZx9qY06+wWWsfxye/CVzSeVesg40FaVMPTLyUfoY3bB
yOSzaFaOWM6kT4036nDOp14cBku0OP2pzUYmvDoqcHQpFgTifrnzRvpRyE04w2NURvFxMp3p0cGC
4KCradVQdBfFmTsz/Xx7rkuUoNzwKIKT5POZKVIun+RUUyNLYJUILEKdv5FsqwfgYnG51+zIe8mD
MT725RierNR6VmTkp+E1d779I1anLhWgZEBCLV7+/c1uk3BNiF3d8KhEQf/DQ2EritSIyj8txo9B
FNcfhRJ5p9uDyuD/8p1k4nTEZB4Cmmz5JiMBI2ZNuCMPfmOfFRam2qGNGfy8Pcza3AweJWrh0rRo
mVJyqKXSdIYMdzs23F7OhAidqqjVftRjJ9wbLVr006ggTnp74JU3gkCHPrS8z67jAHPKxiCNc3ax
U1WnIBfBy1A3fxVtXmzs3LXDyhIZUMRf2XqLuJUUUe30th8fq7lx/2rrafqsl6l7p4SZPpwcZ+qe
Q73xSPiQp924sFdmCSpMatDBGUGxZLF1ghkTSyq306OOBvuOAzQ86n1SNg/GrGlb5uErtyLVUlkO
l2qrV37dRpS5cxi30yMSDTo5SGUcIlPo96TYQJri/KeOMMG/9pj8ZRpJ9c/t9VzZSOhuIOyJ6h7d
lSUXwSaJn3vNmR/NPpiCEzElfLZdXNVBuB+nzoveFX3cqRSx4nlLz2RlhRE5IIZl8vjlLm/Ezkgg
Q6Yjz7EJHmWHV1w0vzPnKQY97VJbaBKcpVWhYJ6WxH2xxXe9MurlkpK9ZEl34466MiPrzDQYskZh
lT23Z6TCs5RDaMBUfir0eC72gzJlZbSvSV2LPQJroXpfzFpSHcgHbB3Z3SSqj6aUm/+uFllcP6Zx
Vh46fXDUfuPpWrlXIPnT/MKcG8Coq19eZrPUXowN/f9xdiVNcuLq9hcRwSCmLUNmVmWNLreH3hAe
2kKAkAQIJP36d+jVdVaGM/ptb7kviZD0TWcwZ3/a7JeMNKRMfdX9x/n6fm9jHoyh3q4EsdPBfn/M
Cje2OGi5PaO10KV14HxekwgaA+CK8G48mlj7NwhyV7Y/CCmIiQiJaJFdJgVQGJZdF1p3ztEWgvPi
tK5Prkv9pxFC1s/LEtCxAGZrVnfogS/f2OTDOeTPh+DKccfjcYsCFIIORHzx1gQSA94Sdz5+wgo2
k99r9rGB65+CcuA6DP+xlbOv8b+tYQxfALO77D50oCACbcz985AI+ygjDWNouwtj3o2U81vgr2sH
HCxVZNnoeeKMX5QScGFgQwNht3MW0e3YZcR8YBAz/uRH2j+ZzKyFznt7o5K49k3xRdFsAGoR5fH+
9/8JvYiYRgS89c8dTDLKecrJ/SxtWwQy5DWgdxAsBPD51cuYfG4iRW8E4WvvDDn03VZ9l5C4bF+1
W9oCSBwEZzQh0x9cu/QB86H2fpBBIEpk2K2oEruba/x5H+1reRH80XzFF00w2njf6M28sKX9tAbn
REZbwyBb4Qb9NCFSQ42gybyFlKFMWfPrz4+9do/mGHcAI4o+D7ogv6+2ifyRhR4OZuv1UQUNnOgt
s/5UBh64ZKCfdfVkMGOMBjPcoPxcy/MwgMN9hFQAMMnLR8c+x8JuszuvaF+xUu9HZ0ZfYArSj0Pe
667oVlDTvy7QeGofMLsHoLIHvx5qh03wny3HcLKQ6aHLji7BfsguUgYyEhygVbpzO04wzOzhOwbi
U1tYX26V3aal2Px1OkIfM7/THWRZGkH8Yo7aWzieawUfYIFgUKNLjk7jJZUQYvu0y2L8ktFb1Ter
E/nN9MYr55myE7MmqlIvEUC96AlddMesuM8XtFGCjeJE/nl7XDkNuwwqFmc3+8X++H17tPifumwL
8Y2gTHaK0Zmrcdu4rYICpXwKex9s+XFs1Y1DeGVXInsDJPNfDCEq7t8fO7SJGDFjt2ebe7MPSrOw
a9kjcaa1SLIxhpj4DAvDrDGy6kiAruGN975yq6MHCcALFM6hKnxZ7Uce5Ko0JBnPrfXJQTZOFVMG
/mrG0+C/56q7AA962EgZIYB1scREmGlt1x4xDO69Zzt3IL7hRMpiw4X3GM4wLy1m2/X8VeooUsc/
f+Crp3CXIUHbBkgDADZ/X2pvFGT2/ABfOFhZuRIbPwVB34sig3f8vfGEqoCKkM8xJyixDXrrRawE
mGl//h3XFhyp0G4TA0zZuxnM4AsVxPO+6UkAX73RsopKmNtDnc678cpX0qG9lYODBenx91olEaxn
NFhZ/hnFVviqkmGuQxYEr39+oSthDE/Z/c/xZd8rlFA1AZyx4ClLMgSfFzM0X8Y0zA7BlEEbMtDZ
Wzo2wx0wXlMVwYXj858ff3lwMTTYFdWQke0iUsDp/P5ZkQmy2GTOnvupyR+zdFBfemW6z77lrEMk
CfOxgKozuZGfXL41HK3g8IN+J8oKLO5l3QxpejaFUP88A8bpgIsHXicvIqbsseeL1JVNmESjVao3
tWTrVA09ul83yDmXW2n/DbvYDdTIwNbH77l49WCbc9sH6dlm3QqaBWampAqmDliPoZ/T/wj5Qj8Q
UAEYfKAtg6L6XWNoyCFYDQ5heqbI+P/ivFMlnxt+Tly+vVp4uYLIl90SmL/MFv59aB4C9oy2EKA6
F+9IM91JMo7ZuQcKqcxlZoEuW5b0TZB+eoIuaDrX/3VDgXqNzQxENwZfGN/+vqpKzvh0rczOtgHl
29eLfm2NP51j7c2smrxZvMFGYHQ3IsH7fbw/NgaHH3KyOK8X2WCvYxGToc3OtAvjuyDS8M1GDpq/
6laHFR9tWtomNbeuo8s7AuuLETVUGHAn4vNemqmJaEigXZ9jD8lEQ/QmbfO84gmBO86fl/XKZsWD
QDFHxrnbaFx8SDLpZqGQGz/zFA0YiLfrg2ri8I6D9nzjSrj6KGS1uGXgEgIt19+/4CwUYfnWZefY
6fZxnuIQ/Dglyy2k4sZmufYoDJWQVKI3j0bW/lX/J4efQTJLQfDMz8CYqMfAH7YDwFDx521Nb3m6
XTkJeyNr7wrjqL8DfmBam0Nqn+dn7dH1eXIpjh9EwM9bQ9uXWZr87s8f7NrO2As98B6xiO8yAxMI
CL6lU3DuWL+AeOD6H03YrjcW8Nq2B/wIQ200oDBUudgW4A0BZoKs7pylAibils8zkCbpEt9JkImb
YxQ343GNWHYLnnHlAkcXCXc4MmG06S6/XNrMQKfqPjrLcAlcAYtGe09gbnYC0CpoSsAQwyNPfPug
Yc7tlU3Mb2JoL5O//ezt4WufMuz10MU+FSP2Tk6T8LxpRcBUI6mopkEMh4mbFapTySCRJXRsgAP8
gPnSn7/vtZVH1gdaJ3q/uHYutu6G60ARQqNz2s4wBjRyOq0jDgjz2unNMi8rZnj/3ij+rm0qlLyo
wyAgAiusi1sO2BsP7aw2OEeQra8YhoXf2SLU1z+/2rtcDyuLZhWSaiCY/h3i/H4s/VFkLWD74Xkc
8+5+xJCmTpYZlmbeEtaYsacHAQrSk6LwXR8W60Q1s/yWkPOVBQa9dGddYY/tYLfff0QYQzbN8Tw4
m5ishNZwzJ5JCQEVHpTcRKZf6hXzKxqWYNzBsrj88yJc2V3wOQWMd8+5dwjS749n0arXZPbJWW+U
PjKeBR+pWNJDC7mspbTO8H+idPSqLNO3utJXrir0FCBWt08s30/yEE/EbHtFzoyBsHCCXJ6Oyxkc
ny/RbGLZ1mrZ/JDeuEqu3MUw0wCff+8bIS+62FsNVbkPFCE5G9A26yZ28wdghDIQsaPk9Oe1vXJ5
QDgEB3cnnuLTXNxakHOgcpMyPHtRN4rDMoVbUq0TlSQGzBZqnGWLgiJ+3og3sjcF7+e7cZO5/O+n
CT8DiQrqZwwALt8YRhYTsqM8hBtyPuTFwshQZ6kk7sZWuvI9YZuK7hiKdEBWLpOwzG5hNhMWnReW
018CDampcLGaazpnW6Hb9Rah+crRQR0O51LYBiAfii6SepdBn0mEY3ReN999G7YeY8DZvbJVZkdg
jLcH1+X8Rjvu2kuiVALbDTprSFMujivMbXRMaRudhxkW2tm2EuCNgIkNYk1qFMa3oOBXnwd1I+wg
sDVwTf1+PqHqhux1hW4q64BfThtiQAabxhJCoMMRCYy++/OevXIfoLkBdW08DjH9smLpUT91sGVK
zkOzhpDVQc84N1/b1ma6hs90YOipmXMMeyF+33rmsEG58xbI88rFjK4/GmE5ABTIzy6DDsRQhGyX
ITlnimRSlgEPWvnXxnWKFGNiyn+Iu25dw3rJu7H7CBAHlATLORRWF0Nj+lvp7/tFQe8T3vMobtD5
fTeCNTlcPqxQyXlEh32oqZj1fd/Fa0kj0r/2UIF6zeY+/5RF4/8j/OPZ0PTEvBkdkXfupkY7UJSw
uc7b4FZTIpZAdZJq0ael5wu5PmzZwtYS7beAFnPgbf/8eUO8vy8xJNkhYTskFknlxYZ34SIC5jXk
DDdzQQo38u24cpd0hfKj4cZV9f7G3CcymGFhkrUTdPcf8z+J8tKFiIRkjM/pyGydde146FWbnqJt
fkMC0nzK4e70PEbteHR67cYbN9jVx0N+BvJvuznvu2ComYxh7kTOeJ59ACINkzQeNx+AEIfWhG3k
U6uBUa22dJCmIDMq4Bvp1tXVxotjySFA967vk0O5LE1dinAcc/7R+sOHOdzEHTPm1kG/9iSAKJD7
ALryviaZnOhU0mbk7Kn2BCeJ5gdlxD+Q1bT/saMHfAh2Dpgl6JmieL0Mgwi3aoSeUQyoSj7LF3Tf
oOR1AGqAmxfeaphEVjAkzr8Az+nTs4MG8Kf/tIVheYwsA9MTzCehxw7+0O+7ag1T4xhPYjRLrVjL
wGr30bNqiYsoZ9MtZM7VhQVZAqEWCpW4SX9/Gov6bohVEp97t0XnaZjNB79VumgVXKz+/GLv82TI
IqLaw4ZFRAKk8PdH9baPtFjz+OxRKL6VYLUDKE6TaPz85+e8D0I7MBMHA1Q+pMqXGYSDLYckUqVn
VOftIcjMKxSo17boGz8qRONutc2uLSG6dPuMbdeCulxCKjHlVBrPa8hqTTHPEWqvZRvHU7KO8sb2
fJ9F4OVws+0tB4S8S+ycp2SqUFSlZ5ENySdQ87fpnMNDhv+0mSHTt3CDSnsxNYsgN2LttWVFngRP
tX1sDzzm758vW/QW+32TnCcfA/oii72slCKOS48PXV8Eov/+378jumSI60COvSezTZEKM0Gz5AxZ
JrmcsiEapoIsA31eJ55vNShatzpz11YX1xjOH5J8lO6XZ0+tWbRaL0F9IdWLWsf11KYqeY6lHk6O
UX8uh4yNt7qQ1yL2v5YBcFrHWbxMY3BL9xB+xA5KJyLLBRhMlMdTPzx0THZVEC/W1huUd96M9v+j
zQWSBChx4/SDPwJZFAxuf/+soYAfGWtZdh4bT5etG7ya8ZYdNuXDLRBOjDe20ZXTAt0g0IuAaUB/
5DLv1qEv5sDH89BCju8AB8weoEHF/97Q1bjRS76yYzH2BtkHWha4DS7nX6lByUyURR8QY9kajnwQ
gWxAQHFDsB5wyPIb4fDq83ZED2isgPRcAoa7dWiStEG7c1xWBRa2lz+5hMvvzrfzE+/XWyD0a0uJ
DtOO4YGhPLKd3z8dS1fYfns2AZxzHKvZLIj9HWCmJrLeLTLBu8Emksl9iggkawLr+neZXTdyOQ85
zc+QbI8PC2feR551sJcdlT108TSVxIt63LKpXasAKqe0SJs4+IwWcHQDpPX+uOCnYOYF7D16AfhQ
v793wpDRY+qSI1xBzBdUp/bzaONgrR1bhrsksNEnQhQVByg2jN/+fCldqjrvSfVeUe1GLTuC+XLR
wymjIYx18/PgQh+03nGciy3N52+zz9ahMISvdyTnuvYa4ekiFil8E+N8IUNlyZp9HuFs9Jx62a1z
DEL/RYCFnhyOE7wFwXHZ4fJ++Pu6UCVlLyYPCpxBCDiSiPs+KtGMW5ay7SmPwOlu/KFarU1fpxht
hWKZrMGsUsMEEBpa2zRWsZfrv5BrxlGtW6AOyjzSqOKiQcRTlQQQvWqgXhLXDkJcUWkMaT5Dnw89
NbBcrPu0a9KfAjl4XrnFTRfZEhqsoVnKrssh01NyEg6BLg0ks6guNseDzpXrvLLmqXP+2H/GbG1a
v1E/VOwwJsgRTmDLdO1cyC6Jm0+eDqclLBoepQZiOINnKTyHsmna/lnFvsinxK6bl0Bllm/bR0Im
yh4NTK71oYXLtf8VjQxhnyUTI7uLJPHyL/HWptmp8S1GlsW8KoxSi1ytzXwUDIqt4I46mvN7OQ0r
JLk7mtC7xJcEbjlr1gQvcaaAr+2lXmXZMmoSV8SgnknoFvpYIdf37h/NfDvoIiCuk3d2CkFPy202
seNMN8UfbCZX8txS3JZnWEcTdgzJPGQQxQ6hNVaAXs1PSub+cDeC32r+QnvM8HIMhqmpw9wmBNKF
k+1PLENjuY5g92ELaFvE8cGb5iarYSQR8BLDJqqqKaHh/LrpIHQ/IZcURo/eFsOlepPpAC+xPLZ8
evIMiHzFmmH6+aKTpHU/Y2/q2SGDW0r7uGi4RBxM7/nLa0rHwR37BGrUVSiynbsVcBAlzsDSrdTc
AWzr8nIaBpN9gf+kMP/AJcsE0JdPUIfeDwn0jn/ADmIUstqWzbK43sDxJqVQsMKdiyByahiKrB1p
y4s0UpEOSwN0364HLcAQ+yvUEPGDB3XjLeIxH6xsKrikLWwphkhQr4MuE3S8HlwyYpjnCbNspxAU
JfwzNzAhWYn5U9Kyx8Yt6fTIPBDeYN+a2GgA41qNgTsZTM9gMj0Bfeo90Wgf75fR0ie0LeXGE/XZ
ChMM951JSHMYowHwwtppr6On2ED6Q9XIpSdouQQY9C5bEVi1tRsYyQ44vopPOKS8GOdGJvdjnoK6
7AD1EXeQ+5/zl0CyqEvKQMMu+GltKJ1/0sb1rISSSTcHdZtwPc8lHMABMSK5gqRD4jUeLqZ827DE
JcJjC3npQLSAzVQ6dsFYx50zrh49KKsWRnt5+s2D9tKOhgzE47TaThRN0C95sZOb+Kd+9oyuFymh
8pOjqkY7nU8ShBjw3zyIxTeLPDiFUWJYRmGbhE8pBqquataZhA86TlR8Z7MUhVs1CMyej6FtuPq7
4RhJ3I88ydzbNqzKtKVnZx0U3eZ6+lOySQNE5AcNy5HPdsp3fhl6fjIfQfkfgbHyUgFrIOec3+Cu
yjSVp85Xqb4DEa0bHo0/h/Zlju08b8DWgr98NhONXcFFl5KfvQhhjl743bZ2BYtybwe/rqnf/GwI
9+y3SAo5fYL+qJH30MTPh+cuiyBhFiTORRWoOBT6Yuh0EfT6IXlWqNyR/KWZfO3ft1Dqc+fOS+Yw
vGuFTcFnngWaZlVIF6iKHHicAKOhBijm/t1GyqM/mF6nGKgkjEvrNtSdPvZS+uoQ6jWk9/jEk/wh
gWScHuEv7Fk4vJPex4mA7lO7fdd07N0BdLSsG4pAx+t6ohukMBBssiX4gV6kT2kxmdy3H7xmwj+K
Mtb0pym00PTr0SGkz3JWen0KWuWtd76cufmEbZImZbQZpctkIrM8rklg1KkNV7892UXum36czPrd
CiiYuPO0UIy7knUIurtlERu8ey2TK64q6WEIFdKJBd9WgCbmuy5Toz6YxW/Mt1EirJQZAFDQeU1E
tst+RnTaxbk3mc3zJ5cLAmnjRhGwRXzaEv9vUFFlfD+21trlMBgIbH2B7hWEJ7YMoSE4IPhwfcxl
kkuIKSTgYNYtSB5LWkrXdaLsmm2TJ0RCpT5CkkPMX4DO862oEw0l57+NxSZCyDDzmKLUAWZKPocB
g8lHnwH29pQmLfqpa88hm45Zs4F+CuRTE3HHfc28Ozw7Td7cZjf2V0txtu92oQlzkl7IAGuPY2FZ
MZCcPaxL0iyoT+ds+BYnXrKdNXyjdpHgpbfxJ0wd+uGLHeSWhHDQxck58RjwCIHQ2c/BsVex1Vth
4cyUHDVgRssH9LUJpAeiUaAfOslYJrIANA41S64ATnyx6KWP9dhlADsUPOYig9eqYDCIksDJPqoO
Xuh1v2ZetBRASVNWcdC8vXL0smTWxWKQjBYakibi1Fo9IWQoQIZLfNsQ4h+ckeRE0aBzxe7Dkp/z
0Rdt3UNprf0aJyK391FiJrLVJuLpdg+wfZZ/1fPqsQ90zUMNwddZT9FpmtImL8y8wImlGFQiQ1X5
OK3wqIc3xl/aB0r5QTvSeMfVjYy1NVDKLJWF0wlz3/p5k8OveVI+fqFAdz1/gRWOcp9E15K+KyXq
ZldawuF2Vxqy4JvCty03z27JI3uA9womWt8jz62KlIiWpnlrMEo4wPpFLYC0zaY9juBChk+U2Vac
4Q0OUm0FnkkDbaJgX5EBA/afuJtGUy8CugnQUgAR1IYOWtmjc4N66ZSHT2U3uDWWgPTAkNKTefxr
aHv2lk5TuyJ+wwLqXut1RpZGjT73xjY/FJsx+ffgFKhq26aeLNFHir/GXZaxJynHrD8OczaNRz32
SMN96G6AW01DdYAyJawMtWxC9GBhOgvZH4SW8WmbmjjF0yY/O1oxN0Eh12X9yTKt4ZKZUfb3FDX0
0xRZH1BKmq7BgXE9vEURbeJnM7itqwE80dDz6Rdf5EcQbEh/0DZV+sH0fKKnwNNAiyqGYHrPh3F7
M1HUmBelMi//2ox9wArwlJMPBE1r74MH/czth+IwBAlEsEYlkr/mxboYn9NEaxycfZ/rnz1Id305
EEne5kVELzB9dqTIxzBXZ+gm9pXdyUd3vvChBiJTs3QVD5YE+TDUQJHgwRTTlJbaQBxx29L4JMPZ
EBjhRvObxOSBITRgmf6ZBFFTmQZQ1K2ypNG0EkS2b82KDVkGqcffmFDyZ59lS3MMcy3s346n0fDT
OiibljbtE+zmVga+qSB5CjekdsO09G+kmTp/9Xoltk9LCFU9oIWp4ScHwR7Ig3Kv4w/IliS653OP
lGZCSFfI2huVviLIMf9+w0CUVHlmiS4gYZz5B4bt6ngR0S791QAvhhItR5F4pGhhyaPqkDOXmxVN
DxzCSvRLOGFs+aADuW1fiAezwUIKvY01LDdofuoFBhVIpRylx04nNIorxcME2yeOTFovpE1hFmYT
5MwBrsGHddU+OwaEeglDsMwTUeg19j8M/WD+6fyRr1WMX/Kxj7x8qRHCSFgk2braZ9fYIEctRZAs
wGne2ZxVDioOsowHpfqqtys0/THS5m3VqQBe215GU3kS4LTnXxE+eVx3iFLeEQM845rC+f7kVZsA
CQ3z8YyPxz7K5uapnfqIfu7TKR3rTfpzdOw24ovStnE8HaCUw7bH2U4aUyw5zuIbGn96qL20R4ij
Ea6zr6pzIrzbcYcMxIjN5CcabZH4HJE1OcKxegLciEdW84L3pm/rfEvY9oL6It0qZI5ZB3ioCtxd
KAHaQs0Imei+Ofsi6yiOddSl97hBgAQo4imbknI2s8xR0Ww+rVMQBqLShoY3lUBim+NbbppjK/tq
KXbhnfZzBJ7hdOB+JF2VaqNt1WeigbkPXHb8OwOjvKQOhwlypZ3swX6M+pjaj26bUh8mfoOw5Sgg
fO7j9CDHoicUVtYsHx3aqMBtYPiSb0ASz8HCdQHav6/YeZAM6pov3hohym4lzCGDEHOABOOPYc38
+3QZAlI1Ss2ZQU3c0hQZLFjuDwokJIiA4RaC2CEx8h+29JECPzG09jHh6PI+oXgeyfcWH5NXQQ+f
9wJ/w4aBWhgeNecjUK2B0cmbbQB2rTqtUQUZaH59yYDJx7GbvAj+u/G83o12Rau7i4jb7jj+tbln
DVyrSxMJbywGACA/Np3Y/lqiqf+Wxp3wodvV9rLw2AgHaeixB7wWq/Q1gkLvRd+8tfH7UhMiDmwh
qP2GWfbRXeQG8spRcKFTMge5urOjB28yFYxRUkA8xGaVnMS8FMx4UFdtstzwyjPWZKWQYn3WfQBU
UtAaACmGrgmXcy+IxVUARlrRoUHZVTaIprYQu4/xybCeRmUrJPmClgeEegTLlqikXI6qVFDykXXn
JCBjUdampDB5347FmPHEwr2QI8I5DlruPI9+UpBwyX7l60y/ji0gNkVK2uSXP+X0e+JSx8utg/5V
lE8ywJ8a+xh7OxDCH+I1RbqRd14tc0KHIpQ0/rJh/vyrNStfyxamJLZM8pX/3cO0HrUTww1QAaMu
UP7IbmzuXOdrWN0KAJbDaGAxAKZoqVQLYUj305ySoIgg7fA9Nt6mih4zbVMoCGp8TCZUJwULTdLV
ph9SD4C8dOjLDVMWUHzxqWTlecvs4RpN9eu48SkvG7QxHrwVWn/FynUw14pYCiF45JdeEc121zUn
ttGlCCfOCu70GJQM1UlbbmLK0wJyku3zaHw7FYnSxh1XFCHPSd/uCPcmNusBCgJw6UZKsDzA3Atk
X0O0+wLeMQq/rVEO7QFloOdNoUryUYedEOWWkv4H6jMBUrI32elk9rP3sMJQJCgDxRjc39YcxOXc
zsFLFrkeagx+vr54hPS6YtbCT34EOuthgyLNI1gagyxz3I3QaKSz/BXOXeLXDdywZM0WTxwXjuu5
Ajirm8sUVgeIkwZissVAURcXnskxqHX5CAnZOZnCXzgIES+DGaotJXbZMJUrJG0/EPyyoAa0jLb1
4lvjqpZZ6Pj16FqkRc80/yjH0GxFZiQCQzsjl69owoIfPPLNWmkRBF3VofOI30K7BFEZuK0XHRmY
g42J134T4TL2ZZD0vlegogW4PtbDViGZXOjBoS55BLILbVCo+cao6AwIFjXVKlkhStuDoZKlS/J5
E6iyl4waisI3WT5hLD9irha7KMTF7CIDgT4fcM6tAxKxMTOU0fJ5wQfu5gy5TeZalAOxDJocTSvo
ehZwKujuERSWSshgwYc006uD21taQTWeRUWUyOmrhH76L98PPvXtnO1Vbvxdsi742/TZVuWThaCP
34zdk17ReCmRKmQfFbUTO0xRgrDbAmukCgXED/ohwkVfINMaDCBxxIgKHH2EE07cGOHOVAEv5m02
UdFFiqTVGDpL8f+98RqyUBL6AhGU8gpAptqtChwVAxaK9viPTBA0YOBxAjbxCFV2VNcw9dih/MlW
NKpfwYClAcw6U9mFFAKGguMyHjP/KWHz4iNE+5DFBFgblylNuvwniQQDiw534BcWtjErkiaF5mM6
reIVWdACoe4IvqaFTeD+XITICbZXwCYbQBMsfpbCIVboskQD9FMX6yH1kVJtZcoGQ56TBlhirEgQ
HqArgG5XwP24qWI2su/IG0JwfpT2fm5i7uPaDFPyNiI081LoVqLK9rP2l98tYqnRirJ/81BoUXGN
2q1YWnDiSgedvvkNkGnKn9t0MfOT8CN1n64Je2PdlOlCtEH3qBGqx4PLADC+HxaFHznqNBCYNOhG
1nTkDQxGt6UrOyOHGCl+hCkkQTZ/6tFYTEtIzYMBCCp60hTYZk6UHM2J9gAg3SAOBD0oe0AvEaWL
gOVsAQdTtxRErE1bEghlLyWNwR6ukWJM3XlAz5nVPqYr+Ud/dQ16nMk2oFyEALXdPJbVCnqbqPzl
wvs61H73mjCP+HchDs9WgpI76h+D5wOTLYaJ6IdAod1/12iwH04Nc7BHzZEWyApmv9ObjFyHFgz0
oQDvGEOFDjFq5aVUdk5RqcuQPFo4VQWFGaEuAZQ3dMaP1MxwwbCrbvFPlpTQO6Qlxi8z7jlT+BG0
OUoMTzF3CkbYRp2kgb5BCa1SMISWluCvg95WCZ+lzfJHz3PjUq2E4DCHMPfyT34H+CGbZNIfIQLf
dRiJAO1Ugmzp5yXq8pUVGO2385ErPaIIy6ct/oIon66HdEZvqBwW3fECrdFl+SGZiTFc8FCBlh3N
Ul6NWQwNz8JlI8uwAXwR7K3hf/MnjOgdKpv+NXPh9gnAOSZLKRM8alxgAPLYdui0H0eqvbcF3d6w
UBOfGKZRq0hFuTovAA1MNMkvEkrEuhEaMLxQLEchPMLjG+ceoCKv3lAbmdKFc3gn80Wp4wjAxycK
tCcvVwoiuQpj4Q5NrKdPU5/3S2Gx07pqQNXHix1VmtQI+mgfRmJu05qkPH3mcLrBAW63xT/0yYCL
Dze/rNOceX0JVRP7IVRe9sWnXtbdZ9Tp4CVUiiPVCZHH1eBFz1OBAKOix72Dq2B9aJ27SwEF+8DA
FpmrbW4BVu05DuUhcCuE1nGk9VbmLSrgO/AUmxflL1TVWsbBB4TfnFYN98cv86ZjVbhdMObMfB2T
eiQKBVC+RdGHAZ1TVkh4I3/vU3iFwLkHlwCo21qiKcEo/khli2RZJ0TdwWnS6ZISrn/h23v/aJ2P
suiRGvyC6iZKnFF0bij8iRjMJRRlu2IV5gmHvBtoVy9Qd6R1N24iK4d0Hn6IyMm5lila8QVg1uuT
WOLoO9nLn2J2KCKOKAk4xdB4EPdjhoq7slkbNtUmV/2VcZF8SzAb/NUETHyjuQctwqbxpqDwHQlN
jTiDBKubOVpiM4cUzEMPr6ka5oizqHp0BfDOqO0KGff2eVjniZdLZ+NXfNvU4jCT8RNRqeihtdLu
yrrtGn/iKHmCMpNOE5C6k1SX+G1cHGg/rugezhlpqwbyIGMhiGtNrXFDP+6n8i8g75qpzMBz43WD
sYY7JGj3vCmT7voM8fbXBP8kU7GeO3VCbaLfgKAZ24pMi3tRMyJcnY1CuzOI7K2tUWzhczFIR+Ql
Xz2MhUI4A1Is+0q6Mvk/js5kOU5kC8NPRARTMmyBGjVblmR5Q8humSkZEhISePr71d30ptvuUgky
z/lHMhjGVOfKM+kAUNIdRlqMdBLPaNgSscqShY1oZr7nsguqdNf+/tjON6FZyxi88kutYwVgMFVh
Fo4qymq5mAHyq4iOIApucfTtaf3rcL0Hh2Jri8tiTNxk3QpRAkk3kcZj8hIMpPb78jj7Hd9gR25u
n/SqKl/nPgBf59ntfvXOujI2mcA0aUu85JDoue+ed1UplZFmXr9Bu9tVCuO9f+fLSu5PIeUo0qGp
ote1Vyo8qV3lv+PekldjjXq+LwK/vFSinAImfce81cJoN61RWazQTLrbMjQa9I7rqqwvza7C+Bjl
RFOnAhbJYsnT5RXExehEoJS/Kh91euKO+2jSxZ7KO/RPzZjKwM2HrOGiubITK7IOwtHTWTsxt6Tj
hvgkVeNQ3rC3mC1oDEE3AVKXHlq3KW71KGov3iYiotRBwEExmjGU1VlTWPqV0bpfksWjyTMxZeNi
Ncfs/s/LI8zJjdvvD/zge/kghFWaa7UtLPxuK4qviAQoKxkXoOj0Vkj8QFV3zdlNWfjnsEXg6FG1
UvlWKzn/2sfNypOtjVSeziAU27HAtvdur7hLbRi6z7wMrDe/sPMvMreniLmnAbHe9hiLMCBsk+BN
7u3r6BU9BZxOKe48xtMl9fyte9vHIv+3cgJvST/azZOPg9VLqkL1c7LWBFynhe1Yn/Vqke7exAGD
FgLuvT5Y9MLB9Xn96iZt3kUybWfrJg1sXECoZohJV1oCHsTMLPgXD77eK0a9bRBBEswDuUB9XIRV
hnl9njLkfxCLbMm8H2s9GlgSS3RtgoBMLZkZBWuBPZabdxWzspx0mSdwosFfuueQ/jC8vqum1Yww
sfa/eo079El5u/4Kl8EUx03E1pKBGi35xSrGzn20kK3KYxEA+XJdV+E9wdzGBchpq1/OTHoiM7Db
twAHrIw0S6htOTq+dDCVBTY35bA4vBuh2hRz57ZWH97A43cMy1KrpN+78jtS0U6MuqMr/toiLP3M
gjrlz7euic4Vy010nEUJjrY6lXeK/VKWJ0tCMZzGoRuWR42PNUzczgAFwn4srMwjk+wBz5KKUqbZ
umKV44w+ogHLzTl39KyYQ1znZ72G5X4CwWaQndrSNFlIas76VGFF5s2RLeDt7UH/gcdqJLNfmtHh
kqBLXfLCU0QHHhjvxiRFEJjhVOnJPbSlr/SxH2bq1Lc5GpqkjLbYPge+FB+cqTyc1GM0PH3SFBsL
wSwsLniGEgzx43Y3NKMGpzSW3hIL3KpKNIwfaH1RrzX5hfoG8dhBpVK3LpkfY/ZmmeRdTNxfDz79
4fK25tk6unRu9OtMiRmPHv9UhdNc23qKX/fe4nVG/gYGuXSUZSS1v9ZfG0QOU02HhOFQFpvrnGtn
3HamOpF/eW1MHK63ynnP7NAqryG5Px+6LNFPO9HInoDSJJaHOjB6YKxHfoHmzSYAvFmWykrhF8Q7
tuB6SXHuN3s2z67/q1PFSqyO8qIHoiEZ3G3HjPewGH1xgkB02itGm7x5sNptKn7ib1PWGeEJV76z
+wsigMHZPuNqVjBjLWEPd0JVtf7giZjcZBSayI6ayQGEPndNnXZRsED+ea1XH6pyCDnuw2qJjoXJ
obos4f2Ix7x0D+vaWfzXTVDZaecWPQO6jQ/24Sa22x4NWEz7zmtYtk2Sx8bdHmTn1O2r4c5/zwu3
3V4JLuQrR7IStQePlIk//uhN7ZGPRTkp5Qy59zRp9J6fzepo9ZAjKJ9Pxi2nQ7Qw3Z/7ruVKHHYs
wYk/+sHvtfc0AdYtL925R1LpnW0zdParj5Rhz7at9afDFAUjhzKJNRvHoN5f7KptNzoZF9ijZHfG
Upy6kss7UR20zv02AEIkPiOrpnRq5Z8N+PfOfk76rLi4sOvhLxkiTsErFS/r87BqfqGrilwNalqL
/rWeSqtN98VT9R2lb7F3HOiaiJ/3JVisow7Axg6xR37LXRnZ+5h4LnTqWeydvUA7e5VO+843/X1Z
Sfy2ty/J3HXxLoKfhqj89dHhCSuYZaD0xOsuJmpDDiitRlUf/IrFmGGShqmHZh22v93Wcm8tXDvn
MXLzdwMEhelpWWHEYOGjMFHzOC5Z3hTjn3mB/DvAkDW/d8RC5YEmORlnS7B1OJ11KR8XEWztpbDm
OQUZWlJlly8s1CNnWvPEffOeB1GexsE4/pFmHi+caOIXpcU+GyXto7933H7Wo2N8lt0J7wFvTPRF
Se3wHhrx0ZAPQuiZHN6KJaoSHhGVeO3MwZX5Td+dqrGQ745e/eBoD1IDFZTr79Bf45i7Subzf9Jz
msfAHsH1GiaQOfGV2q1rYy/RxFK5tycON+6u2QcgpU2J8By9iPg73iw7ysrBlmhCCuvZNPlEJCqH
lsr4//FAROhlUHt4an4Haefm0WWFoqK4FWyY1gepXSk45RWvfo2t+dvI2f7Th9vgHkvGvDVr66Ih
LdJugkQsVeCeC+HuJ4fEwwZqTcn6WLpxmRh8ZbidfQiVjBiI7jBp6MKTV8Xu/jRwRPDvGCMPaAS6
gy1KIuOwt4ksYneB9Alr8VV3JWBBNN8OoaLY8j9Q3sNXVG9PCOHjLmtCPx6SeYw7rlgX+18yWR2a
NEu54WEsNGjqRC/7nO1GLyf6n/0xDbTdaip0ucmSkk5ZO+MBi/uEM3iUjJssIHrdF5uX22elMO0w
vyy5mS5T5Quf1SpufjNGtI9oY20WtWAU55En12Nnmz3UnEPRREcpq/IfaWIB2Dg73ycmt9hhiYu2
v32BVzU1+VB9hyW/MCH2Ur/ghw0TBHdNCVE3d4+1WEN5pGls9H6pLeq+zbA2drLa2niXUJfbB8m+
BUvEfoOJhGNb900bj/GvDc2Q91h73fKr3Me5A5psV+ucy1nWSHnG2HD4oHdJdmGZMGuVdXsktAu3
OCJxPHn5HuZHZYfV+KAsaQKowVJ8l1Fv/4eItpgS0gJs+8fG7IS9yKtM/bpJG2tnGy3RN3WRvF/5
WjeHrlun8iRMCEs7MqrdI8JqrqiyHPJYCvQfPr8rC85jnQ5aNP3wwy981sShXRvnaGt7MmkVUJFy
MIzIKsM01etvPZTzgnrH5UqyuCWcs4PPCgxU9ZocYpiV5X4bV+Xwv1MxgnOu8eJUoeYoQZONLpnk
OzEdS0cUJkVS1MVdKhGNNFkeOjQ/yHhl0B/3gE8V5OyIMkSodpzjzWcjZzMZbqbvacp2iAIrdWpn
+AgkspvEVP5M/ona6yhZ5iJHCBF7wKkeQRxxwgDa/+yFYaTLB+DQtDRBU12L0YnXZB0G8W3ppZse
N2thAvR3QizRrlCTZO/LXvD0jquml61AakOVC9lxW6elleRbPcxXue+be7xtDoBjNs9PYADnE25l
Pz/ojdstidcQPUsx7OoAQ4E+JNZ1jDzJnysGSwug5dY+hTqmRonEor0pj7OQatjxGvTlHpxDgeoo
02IstossGr88VFgqxHFZ/WiBHxJdmQRdLR7KtZYvQ7mOHyw8OQu5ZXc/itwRF+4ibWfxPis21b27
ofqztC5juxdtgge8rw95NXY/NsjeP/W6xY/+4A2GOWes/mlGTrBpeNo+LWZofzDxfXG5bcaIQ9Kv
1lNFwG9a6VhfeumqywSkFSatitu7uq/1RYFGEhADN3YbXx06rFvpfrPZtygVPbf92YdtU2ejcmDp
mqmQToLsyw5TJ9LrJ7kRQKd0n9rhVeXx5GZatyRsQrEYnN6WE2Uyktt+qqacPqZgWoOPMCeNLBkt
vobE9jerPfLLKB69wtefPrHyIu3zvF8PldnkdbUphbyShip90sKtWWC4VPWzW5hmuVuokvxXdYgu
ExIDyM11Ycs8ip+d8X1z++A44UBCdUCvUHTsmLlvIVxVzfJiKep99qXJuRH2mHHdXavhTUR1+81Z
iFCkKWT5bEd2ebgNA3sWzV6Uf0cICI9RlEPI1o6QqEpUPr7nJHRA2jI6RzQB5EJmTdtxDnDXE6Do
lgiNeGGkz5W3bp3gQhjNTKUEzl1EG4U5Lij87+N95SIBz5ZTiqFtrw5IQaCXrX7R8kdTO92n34Jh
pMZ3Wu//eXDyPuyLFgrMnYdhy6rSLWHcUGMeIIq0PE38nAhUtRBtAh7VdfD8PMgHMZbVkMlA+ZAR
Xs1ase4kdJ8Ui0b3qOPZNpccOOm0cyGelNrqHxO0enPQZVHLV5k3eK1qPi7TRcuPOFhMLNxGWMXO
usp1wy+CJM4rDSG9TsXe+CCQFmqG+6lgmcrGaCic047Hmn1cGAtpQ9u5IIKBJe1zg4UGdGAjTYcW
RKJ8El3Lbs5kqPV/a9MUOR86oiwVIgBx78x69CcI+9LNoJJFmcbS8uxU2nn4JcRKUMQKwZ2thSII
oG/i8hhS0n4vfTP+5Vu1vu1hG4aDYk21z14XhvBsCC6hsvKCMZVaqnFGj1j30x/cEuz0yM3dBzrv
958TytU+rXJruduY1teD09X2nymYzf1GFlh5MswdPwzWFD9xpZzHczDvzLui1Y2bcoXXEkMxSYqp
1y6Edmk0p2BdKu9ZXXoipFgh8vB9FxvAjnYXLz77FIPkz5P0i+qyIfwI0tBfTEuiVujNVCtWwj1W
1o2c7WaaVjO1k/kLuy5j+7QFAYTg6MjpcWcQUWnj5FPPE4qWXyS5HRoIhTGOl5Ofr2t+Nu6IMkrX
lHOLIWIYaeqo9i6sSdjs4HtLkXJaGguTPQDhcZe190i3D0ISxx0qJ7OnHfgVuHYOmaRWe2Ba79by
o6yqyPq9s2IVpx7YTKY8of3iUEs3dObC5SiWDEUriN+KRCnMKORFv+2TmxUe5xBUNDVGBOZsyCJq
06Bxd65r1HQFz/QQTjDCrf0VI4H9roV2JR8hn8TJYU0Jb3+Se7neeB1fIV5r/B4wFW9T7y1/bTzs
1YmQbKa+QUnlsGmK7r9xN8V8JbNnepJBTm1lXit3Bd4QAkAiRwmE2r3YzJkLjrlbiXUrLuE00dBE
C4flPgwIqahplrfAY+tGFmcj3sTwzHwFzlkD89lnHC+WlSmzjHeenimc6HLOgShq+HotS/1Xjc2M
sLj3xL+o0rnPCFI1O6eO5Y/3wcpvMIVtW150iwAU+EiMXhKPN2W+BRHcHUW+18XTLj0dZ8Hs+fMx
4KoI/22yEdVdA8w63NVxNP3xeK9BSFoXzG4IqO/ikF5uGX5tgaplH7s2ZXAaH5zBru9qZ/KPjbWY
h3goHYIPynZ97GlZeJvUPAWHXWKAQDwYTd4DcmCINGv0vJch9PciHRW5qlcKav2fYlTxU+urrckQ
BrT0Sy6iexUod9u7ApnIAvpc2jBoUW6d51gBvAQreo9DCD/J1uPX79tc6P0N+RsBuU6Xc4/eprYN
j50VgW6QrJkOdbGJ2+bmMangJ3UzuJT9y98owMpGrTmaO73/9RdqFJKGc4XReDV7FpsZeqC3rPzv
3iMVzfhCIIYFhy7e4rUW1UlRoJ5ndbyPf9HRoh4uQcA1BIi/Hw1ZHQenKvMrcb16OCzeWr1tU8Bs
cOM8f2xbwXbvL5X/1JYi/2CgdV6QkYhzJ5zmc2lqEyf0DiEe6fPfsp3Cexju9QUNy/YfbioUqjGg
OHgOwlhSVsqm7e+JIcuRo7olojLDXZjZyHO3ZID9+YGiZv678lPWrAV1+OwFtxrxriRA7Yb7D3dz
sUbXqexjhrNZPtJbI7+neGbjmkpfX2vViOfKXZanfnTmX/aAKzPh3DBPio8EGTAI+VErRvpdi3lN
9DD63+3Ou4rAiyS6phDtXat2m9kL215GlOD6oFobupHbpBUhnbvj3gb7X2cGnB+Wm5hfi/aXjth9
tlqCO0loMbcI7FSR6nm4gcuHag7UsVm74bQ7Yfc9rNK76FwEl2m2u7fJmZy7wp8sqFafhUh0Q5nF
PXSgmNwHpJbzgV3bvCBS/a/sloLvgw/T1eQmWdJhtiA3SiLNzPezLOMv/HoEkNQ3jmpQJzsc9BOK
ueDt9kqfGhfaz1r52Gb3q3PnFfoUddF9MQCSu/7mJwQNQ0ILJT+R/MaP8MPHOJYvnYxcKFBu27SP
/WO9bNNdQRJFZ8+/ETR8tzyIh7zb7nrEjAn/lg5YL1jvp2Hqf+YjsZ5pNXjBZt6qwWK5Iot0TnU0
LH2Gpi54Y1pz84MIJy/l2fIeRBmEaMoHPf4XBLsbHBtHhg/7JNXFTMFUAA+PilMn6tGaVMsjrnqe
bXAF1OFRN0/HvV/6+VDWzUbUzuAw4kWN+KXd3XrZiXZ7HyNMJGVfjE+oi4r/DPpyhisyJr6C1rc/
ZtaJ39Zo+T87q3WeYLz7Z3uS7VUVlpkyu2y8Y8Ftce/0S3uIAavvYP6ZlOfNbf/1CDLR5fRrmUT+
EBxmhEZw9G78uGkRfclu0QewWPnbaZBLJTJ26quEUz5FqKkh1ciCfx/wc32x8Swcly3ipPCxYbVG
aoruM0VFJv9Yk7+e99m4hyWkHM7bzPbkb1P83LkIubRDBzaQ/DB9Fo6Vd0kMIvxQaC37m6IBu+aI
PP8VRdRyiVBOo84OokPcFTGKo3YFX9y2H37Q/5Nghk9yWrrbom9Pf4Rso2y3kUkRNDlzssIjbQIW
OaEntj2E8/wE1DqPRxi58D0u9vaeqZnG4wFB+7PT+PKD+zqE78vdq22RUYpyYsv7FK+jfVpNJO/s
DlE3wiOrg5Nx2vWP51vlyxpg7JFVbT2GXbP+UHnr82N2UgH8VO13oQfv3ZVDDXKJxv8SugssMLq4
4Jmog/ZzJX0IvbHjV99jmXv8/UVecViqxf0NPqB/4GgaULtsAQ/h2kua1FYaRbExaJeVSJZFfHFa
3wLAjHFAca6QsbNFhX3gmuEFLHoMNkPXVgfTK+8BHeZwp1FW3rmoPhIddvvTSsxZmSLvc6xMmA4N
ZVRy9kn2ygP4Yv8cD82GDADY8S0vpuqlgSlHlWpbKxh10Re/5y3vZgxbSJD0bvX/lfNUZBPSuigJ
tADJQepMiYZTl5tKZsNakDRIBIc0wjz2FyIG4aLnR/tb39GIl8XYw3CdBTcb17WwLPcP01ZLGRgi
U33ZBz+/MTG7W6ozM4rjv3jartwrmxmVfXtsWfN33ypjJ4By9rtXqilAbY75/jNf0NCfG1WY9u8y
++F80pgXm9+N3Fr7RMVpPh5YY3aRRrPV/Ky3WEjULE2HiA9hCn3VapLDzm7VBQ6hSfsw4ulZ964R
feJHpnGveEWa7cLqoSnSvtWIYhgCdyDsSeHpGrDp0q8b/RjVJvWbFZRo9VIo/2o/VqHKw2dNVbz7
ULRoqg9MTNEFQ83+H0neVZuWWzuX55LVoH/uWmaIY+db62ofy9Fpo/2xtwIVDseJtaNm3w+B9Kok
UsvA64qvYatelULOu3D16T367OAqgoOoql7/nL32pg+R3rBtmB0Ecufp5I3IQCoseDvVp/0GWXFA
Xxuhe9B7rrAcW55j2/eyD/nqDvxIgD5pb9fuNCANh41S6YpMby0yzwSl89hBTUVnt510zvfJva3+
cuK5TIFmV86iL25Ou8hHO+2LdULGVuk5iRYkwB7zfD7T8GVHU7RNVLWxQ9vUM1am+DlbIbd0NJOQ
+YiOZpwBOSbPbmgzxXnwFjhy7i4LNr0QFoUx/OqjMYjZcFdjUr9wc6LapesVhwrFYHNf+qHOM37u
arKh3Ti1fvEbKVHvB2b9mnHr2j+3kWPz9xTa7cq6QO03a1AxFa39GREGRUjODujUvASzdsbHAQrY
veDD7t0TYR8jAnt/hM3hSWgGXFWrbKvHYIAERFA52d7Bh+sJT7LPO/0vCLpmgtpBuPyKGSLvPnpv
diCuAUeBTLxVMbku1eBUj2uLhZZ5jTocNDAI7cKTYOoszgU7G/eIZ1saHq0Dd2vOcYM56TjGUd9f
lTFT+xBPE4J5pP+a0MfK2PqxdzabJIm9iSMG7JJoiWbv4/pZIjUOEU92Xn6udzvMExLwt/3Sbtj6
nqYY9AJdQOixZ+xWtDE98DVFxdmK5m3d0rkJutHg2suj+ZNEIVE/0TjCKbzj3+WmDQYBGkTL2jg+
WSVhR1ZSWKrhCtAwHEKc+KBxeHbssGkHfGfWLC8Y4Gd45nCEdE8C0xcF4VNs0uKXLaPZ+fLrIMdU
YjQelwN+5CG/7SKUGBFvlI/xfOoLRqHDwCd0nUzqydcnb6MH1LvUoxsxbc/VCGrUuYPn/R5sYoqT
cGos16I1O2QHTyxdNmoh3ytnhsWXI9b7fAG9TTjirD7L+T2GM5LBGyiSelY3oNwAvM+d99ruPfUs
0BbVT7kTwaArqeX4D6FoW1z9iL8Gd1OJ1DvxwFKK66ADs5wQPpr8i9RwM/4bVS+mS+cC2h6QBpc5
D2uxqdMczqa9J5/Bik9hBIBxLsJ+N3cW2uQ8c0JUpGlsfM//jVfVrw/k8xjzXKN8so4T2CBO2A7z
drKFEWAZHma47rJjOQcXLNR+sAp3CHg6XZKBMrspjctqPdvueMzDtig+mBy16mDKrdWzryJW1WyO
3Cku3oixCivrDkALgE1XtjVCgTckwXNn8HxAtITNaigPNd083vn+Eg/Qs5Ou/UyFvrVpUBO9Oa/W
ipw/gQ0Vy2sFxInczPeG4cFqto4XQMIevZm1LUdUCGqX/yeSUSCsIz6xO4OgaLlpmbc6pchQqU9A
a+xs4xwVAccbj2hPep6oMUPEg64PG1/KvJ1zQdbua696KAbX6/36rs8HG3GxV9iwAIcIZFg96bCu
69+DUxe8o+z87i6zPsRgmx9bBhBXH+fa6Yfh0mFLaseT5CvZhvdAg9l/2nhd3A24lvf9uY/EJIM3
N/dwRSclBRJB5lRzVG0pFl0ZXbuh6P4tHCFxasmljo+i0Au2ZwT99n7KV68x98SoY6Dd2aqW5xAH
Kn5YsnNeQrM4LENe066pkUQP8WZMnjv96UmHd/A4CoiG4Fj19Jw8zXE/Nm26GkD/+1A0lv8Z7j19
pRQxzd2xGwSlE8nAGVzamNyx7F0UyQD5fRsGDtiEpPbPv1o4tuXB46DkhEUBGd8OnLq/IHKYobqV
2/UPyh2a5hpywULoGAiPPkFwYGIept04x6CrmuUsvZU2SPw03lh8eFZT9Gewythyz4uzDZ7zNi4c
tH/L0OvLj64hbcxDuYrvVicwlPuE7ol+rY55rAnQEdUaNdFKi0R5EAs4g8sKaSZ9nbwYwOpgaJwa
7jvtYNAhx6kJp3Qix7V66SIo7ZsbYO1RKkMeymSzxir+Ggk2nAoQeguUhIBDcr2P/lj7TMeUCgTe
8hSJudsv+LKH7g+mCkgPfgrPehkG0M97J0KBXWaDVbC1tWad8x/YvTWlCAbgIk9wGKOK7l1avO94
vrwG2ggtcYG5NLfW08jY+p/YA6Wvvs6JsLCWYIY1CVU8vO52GY+/SgsBgs+51sTDFVJIW0CTkGT9
SK6qn7PtNHxPZVZGBmKUSUcF6VpETXNiYR/wTkjRyr+SwNbyOSAqo/2HvlKV/zxz6x1NJk2EOrJ4
ZG8bA1plK4xeSuD5xHOIK9YtWgEsWy3Fu+xCWV9mBK39U4ByoXyRDj6t4177YXcxW62ZgHaQIHnx
ql6wOIe4ELGERruwIZsR5X0tneZOIg5QM/EsBmnScpSASjWOcx1vy6kUtlP0Wb3AGpyxfULf57dm
uTv7disdVDs631snZfOCtv/m/8hn3r1ri/LrWrsApsznmIh/9XMc5X+Rts/GSuSM9jpT6MfCKAvy
IRz+2GuT79t5K4oQjrRja+qS0iV8KikcW5AMA69jgHqWohHEDYuIrWt11yDMFM7U5TjEVaQ+2xHQ
HTel7awfiDOWDocG94/z00OMw81E5Xc/Zp2PUO1xcLcI5mtz7OJkL+2ObsYfjAWm5DT50bS3e2UB
RIexipQFzbhoGNCjdOubxAyaFOm5a6/uxXHXsT7lDErzuQ+Z8WtGv7qxPncADzSwVWXHH/7cE/uQ
AlPmek3m0K/lf5HP84sYBZ+plwo42fx+83QIaSwBXX9ABs1eWqPyZtKCR+2eC6Ra23uBWoykC4vr
OusjK/D/cr8o+2TwpBEHm1cA20tJjECVeErk6ljFlasesWla1SHS2+D/l4d2uEypb7e+OdYkjNWM
JCidVz5gEYxfioOlAzeZhjp1LB80KMGph3d3E9JFEV5UFmDhHMFsWPaiCb+bumUIjmXeTeI2LBfD
mxUu61alYq5qKJhRh+U/nXOcoS0tVml+TjQVbCfOeLLX2XrWglB0BkPn5jnDCImskIXEdQav+7Pt
AG52Nkigtd/zuPCCBN2yhT97fzL1PbIcXOD1clMSjOFcteeq505Fz46WPSLsp/G2n76OF/9GWQTD
HTZk8iGssN7qleGxqLffwvPH8aQEvrWzjlfZa57kwVpfCaaAyzsO2wQ8swnMTfWpY+opM5pfXWc7
WgYt8qmJCrZcftVGnFoxB+gukTy5Hj60ac2R0vdbgTHP5K4U93zv+/Y4r6U3HH29LPEfPKycWJkd
aU1/S1G528+Bht5PdGP+5+A7K7fYgAypuq9n0cTbAUEqeQ7CnZ3yznE7C9cYz3k9ojQBMnAyypXk
fq/L0Z0+mD4n9eEa7Nv0GnNVmXvJ+FCcGcTCMdtmzObywvPeTVG2MVXhwl1CLlCLBWrR0U+7waAR
nZTVzAU607zeKc+SHbnm0RCv01E106ZfXa/VxiBDNWXnQ0IM6DwvTYkqaTpPWMtqTdjRPvdPTsib
3QH3TzuP8DDW5fqKWt8qn3d25u13g5bF+hIkIK5/mgK8/NJzsFY7mlTbib/4WvvttI0ByinMlmtd
ZHY76BVhnorYo21KGva/ReDhj2JYW3yXNzWMUZNDipWV5SVCa7Z+nkO1WCohOcO3YihI9Nzc3ly4
gbrfiVmexgOgY9h3aBymJfAyn7SJtj77izfUb/Q/9GjQUTyI9b94L8btLziArf9C4AXujxnHa/iv
nBvjfturmpaG6EDPl+6DRHNtpkNud0t3UnY18X5PJl7CiEuqMFpkztqTQ5GGahywxEhbV/Ik53kk
zMHVRXCGca/807oUXfTSF6Sp3NGqrfSPphsi8TgqcKIfIzxr/Uv1iMCOpdnj4dGGlQsSz/JreoJY
7KsvAQmQXwRCa+4RblEnW2jfrlK79KmPdKCC/LcdCiD4YW/MrGSmeN3tb4Dtvl+XLfLGm9hyo1Rs
5AqB+ITl8Nu7vLB3+SGEFPEPjHD4/dmPG7fLnIET+RzndeCclaOlfwh7TqA7zXOhTkRGeWiCBpug
46ikQyPbVjzq161StrmFEuzsIIIYh5VDaVO+94yCZ/fPgUPrfcWX4s2zPo1RjFAGAtzseH7EFlbX
hQcsCDLsBmF7gZ5S7k5Wtg+cMxd7ZR1aSByhuXPRnamMhpESoVgvImv8Q8pMK3Ei4rikQWBT1urf
DcbpVivb4bP+v6mt2JdRBteYN3EP7wLkCl2nZ30bj3Fk+B9H59UcKZKF0V9EBCT+tXyVvJf6hZDa
QELiSZLk18+pedvY2N6Zlqrg3s+cy/3LKFuOBC6NvA97Sjqc4l794pCrMQ9PU4BeVYCtYLe4jMtK
M4xee6uvQdaI4vYdvzXXsg17dUc4wOS9wA4KmuDQrE49MXzUK9CAlnxScscM1niPM1U7O+yp7wOj
EDxZ9d1U9lFzKPpFhx1pktSNvhnVC9wpWsOsZGMdNVusbnjfrKBaO18sEOHCJ3rVfLOCgBD8uCOk
mUMYl1Q+5vI2XQrZwPPxm8n+GzIpq7u+4oF1LpbM5DcNqWGahbyzZvgmleftxiZKCgTEMm/Ki8Yx
LSEdrTzMwLn0KN00u/risPIH06e5iOxwHAFlja8DIZLr86314+i9tqztfwEtJN2bjhpF7SsTS0xn
r8FKfad648I/iUjdvs9t6g+HXjZp+1XkymYk9mCcyN+mc+fuiYikwyBHr5GvMTkMMT85FtrysZJe
se4IZqr6Kan1Ncbi9R7j/5BoapZzpIwTI8T2WR/dFq0ihj/kBDwO61TO+miBw8h9ACQjhOkwkMS4
rfKYA0lpsCz1SxsEXfrQVSsupJk0f1eTML15Ow7PafNpCn68HbNPyLP3WJfoSxeFQl7tQ372abqt
ljwNjnmcDF8jIvK1GJpaQiWz75nvRE8wIC+IfH6wYZeDBcM8Pcv6Nu6oD/7KkkCi0LPjdcz8Aveh
fF+hGRgmNmK2FYN9RPaTXFtG+1BghThfCv7q9Bp2zdJ98IBlctm0eizMHYkEs17/weimrUnpqIhm
InotvbSxw4NXDHkV722KLLJxMgq/O0XwlfbL3Lg+HfheTPae92YLCcmZaIIQzGyrcS4w3YuAnaCk
UVyTNPaJE5QIWvI+S4Pe2dIinYbvxY5rdyLh3cptLiOACQnjDmkjmRugpdzH0WGYbBAFFHZLnybL
cBcUvkrflq5Nyf8GXeIGGx5fRc/+ISD8bNDElpDWTNLzr5xQTd1J2nLJ29rQzKefSZc5VHvplVx7
GsJ2on7e9rFDFS3MvWbdtW6mkuA+9wSTx7kKeq5aR30rbPdIGkcX4TOLlc99bS7HxsFrmbq+OS+D
ApKNVIvynNc2jeGQlNI/gNZzxZOqGzk9hRbZ+22CteB9uglm6CEDbKJu8rqDOTu7c5tkmwh7LwLF
EHfJvdFTVV8qObb0SnMZULw+FjYwHHwcfK4DlIR5bUEmt71eVcUjF2XNah82qpx+tanu+GEUnncx
SerIB7pzHavg0DLK7BrqI83RmTs84g1pROqAO1BNBALw7wq4BjVpjII6SDXErK0UELJh3QeAm6N9
QtqfPcyRUTDsIUHN6QOSbi1PPG3wpRD6HJF8tR1T76cd8MHpBghaehsqiyhiVIe94E07lnF5Q/ed
RDAQR1RljCFcDUTukcrGTGM12JW8p/pyK/MGITPmUJR4Vhn4rmkbN2W+fk2gM8DJcceqJbeAIJLx
0fKDRs/7tCeNSjiwKD2xBy5Ecq6+pkAfV7wpRH/CKykxNEdDy4xtTiwdkoWSJyHJJxV3V0zOsFfD
aokzjaxhzUOFKODKs77OZZJBgvpgs9MzLOVoIwu2zCS/IFKx+913Bo9HkM0PJ/2PTdgP+LXUEM9R
06JSLS+D8QCJHbga7zU3bP3W/buOfdr7nBscCuEcRLBUmqNGuuUnuq4YDztKvpl9Ul3h1s8AYZLI
nOPVDzp1oZ8ylfdUecpDy/Jd/UU+nxMCyxVBvInCKvAR4elXz0Sa9bWbzO+FKhnvy3w1z+gSSXx0
21b+KXKAqpt1CbVPAsy4o1NvVh5f/sHR6foR8KX4k83VVHDlCCjZhpXSv6mCZTD/GO+9xzxoJLam
LlJvF2qKTVSlevGwjLBPDsrJiursJKI51MoWPp3OZXyavWu8g4jzHP/ykFRbyCQGBA0JIsKVhpZz
+TLAKWzuC97C1c9MA9T12MrTYkZ0EqNv3njOxglRsQgY8PswWyaMDauSpw6tV7KaTIvQ6/3Y0WSk
27gO8IIHb2TxCebrRhC0IRemaQ6RqC16QkxioZhOQpuA/WHkFQ9KI87H+IkXj/ujVEFWnHqQfzFh
XLRHctEs5jNAMcFntGWjRe4V1OYL2mIZYo+kC+HXdhU7mfbN31k0cPpj4lKvBHh8Ag/AU8XnWCec
AlEt+bNTqLu+upRJ43sQ2tNa7JtxLPWt1JzMeAo52+Z/EMKdgo+8DrR4yBLEjBuHO6zDjVTBClVG
RbUYPpAwg/AMT0tdurFf0NmjJk3J4ACHPaZZAX6Xv6xTnUtFbIVgat5G/g8Z/mZwt0MJTu5MNicm
nOyvtLwiz02d+1GqGbG7tmw8G4zfZH0vqrA2dwSKIEmY/4n2gLCLR8iQLIuJmtL1ktYEqL8c3pbJ
xLiIqImq0hT8M7jR42mib/C5ZlIo+HN4CXOf8wnku/JUuWitK7PDJGWDCJvW8bLnF7ekNWUKkhN4
eq2q02obBmtFDAyIGwopUd2smT98BNOAFBqnVdFaRye4YYyK3JucTJ6+cShOBemGY3CV/gjCsHcu
bkqeH/k9JK/BQ2Gch5NAww+/nbQHIseRh9Ccp6qin9qlbfVA8nRpmLj8uNp74cDAwFxjeKokZo1g
wgCdqUjHRynPKenx/8xWQ0i5rJeg2yeqWaKDKlPYPAJ0InXDkipst8M8nb5ZmhezS9jCqZ6Wxr4s
TlmioArjA2fipJK6F71Z22udI3rkXPo87xUatNmP+I7lo8lM6u9c3ujFvVX2Wlsw5S9Js+c+J6JI
d88jAr2PVGif+5Kc9a3vAPC6WXhEYmZVg7goWk+MyAwdSOVrTLnqCZGO3ieEJ9c/9oKONeFzFPPH
wa+ys+KRR4lJ5334wLtHjpuEB1lywlAh0wCjovP4JCRUzAIdRVShYmmmB2K0lf/bAKXA5W04Ihg7
ZFztQP1r7keCx6DVih68caCImAzblB07RBPrmHo5ojKWgzV7LgxzRCF3Wfd5MpoAlO22HNxpBn/h
OCnzdev943mqCCn11O3q5pJLDOrgSOWs0FBTombdj0SzAmRNUf8kixXduF2Svv2CBErlWMa6Tq73
GCcn5UOKgkGvjEpsR8AR5MqFQ5GKX3om4K0c17CJI2jzbeG0p3VxlX2C/EHvit16tG+2IGwMyaYp
A/vQtpX/r/f99i/tUTc8pmFC3jVjxNyXUjNVuQ07CqsyKyER8ZEr0PTH5PQZEmedDznD1jnOJdzp
KXMU1IpV+vy7gWK4atZ1NFWHjCTL8zy3JTUv+sa3gAdbeubktr0Dfw//mVJY8+15opKnkl9OfVDD
EKIpwHW0m5ghxbnwf74cSide5UsXLv+XvxjHLpnL0dodcARyQSytfHHRlSLMClP89lU0v8Y84X47
IkjsreyneLifWrd/4280Bl95XY36JyyQgBC1p6o5eXIe2nOhBhzRvu3ybI97DFQlT0e6CZ6lNo8r
0lb7Ll/wvFQha/0kiLXbk4M0Df/EU1V+y0er+eFks4oO6yCzZ40U6O+6gOl6XxOKmvkUUNJELgiL
ZAdElZB1DiuITMswum7zbaspzPHrG6YiyWrY7wUnI6ofVnG6Oxv2CXeln9iEohQ718Em3CQp+crN
5Pdqjk4AjXOoHUnJWEijoOOLZPdcQ2u7LU5MX++WGY38V89V3PG5wZ5yTtM6VR2tXMsjgDG5spcU
lpH9FeVchSXl3akY3kPvMXGuPUnXTemOWHKblMpeudeVdKhgwJUL73N3nP4i4DnhHw0g9XMYPVm+
YAhL7xDjO99jGMKfTVYjzphnvPbz3rXOCdkz+YMWpS6pA/KLqkZQdPsgjuMn4uNTeYhGA+KF6qgH
whnKcA17gAvYWzXAwQP3Qg+bgC0ljgefgiy6YNZLuAXV6lAADKdObGdM//6N2ulwzFDBLTNXBZkD
ymHn3mfQd8pzC9iXEIKfr+Gl56RvjCHvJQ+5OzftdlowXC5IiLNixOrg/JEv6f+gD8cIDh3/DDgG
1twLJ0vmbQtDzCNNlcQvhv2sOwx8gv45MFmvEIPWsrQSWnUPaZXV2bEYE/dcd6oPbtEwqWaO1RUe
w65VvFZoQEADWR/EFpZrcrQ4juj9ofIojzvcXbzrm7h/4FNRqa1PtueP4ZOESTtz+TxC1uPaBU67
w6WVGid348nGi5BIpm7aVU1ccXx5Tsf4xGiAUzqbyiWJhp/EQS6zDs88Hkj5rrIYlx1EpJUQJk60
nx7t1K/3TRx2j1NmAnWMrtZ4hIsTHyO4rNSUUmoD8qblzljgHxp+UdUJXyRna2b58va9M4bxcEk6
dBjv3euckBgTvcSCUAD1E7jjOvLK22qk+XtkjKsnrsZG2R+L5XaTaS/pjpMpweX5dBI+CwLjOKcs
0e8RSBB2QeYpDntEvDic0wKbePqeFf2aI6Pn2uzyMuTZiE5PmzyvIsF3jmE6uMkBIbr7la+b/Yai
Ysfxx/ZtQwvbzeqCFRZ1y+WWK43eJCct0Sc3Ln8yrl+x4jpePXHPM4SkCI90+eRpW4eAPwvp5SSK
2iJbrCXgnOf1uxrT9dSOns4/YdVkcBkFmKX5IAfbDJQwjCwJgkakmEbhef5G+HN6D6hXYy/15EUO
5HMxkRzHAU6UeHzfiGcPnICirFrRs+Z9tpK7Xyb9KaHgLrCG2qXa+WDH0j1BAOC/gxFAePiEXFya
nMNppjhxn1gZL7u4BuTFsYlZS++Z+ylz9Wfp+x5LIUs6UEBwajz/gygVlxT2gl2pPYshBlg1NW36
1WPFpHs0OmRxqTqhT1090TBPMiLLVNHC5HdiIUZ88tC3xS28imG3pATKsVf0cpb8KFFK6gTsNEEN
+UdUEdeyea2GFkOiNw8s9UvzqoDW/Rs11UEqzZ2CXECRjefm2IxVveulIWdMiM7mtwEJUfSd0kAL
ETVxnbOATY+HLWurjqZKl/Bg20HZFym4coqzmibdpQeMWpAXEll/TIY6pKTbofNuyjUguOXHAGQr
NEosjlNnioVUVgKXIidjXx5I7rB+xmZRTxHP1G4nJ1F1h6UQGpaKqniZ5gkR3rulK7tLx2edAlq8
Ose6u14A1E3vPmV96ST70g/17dqvHgHxlW/2jSJwStm67fW59Gnx73KhK5oBVpIWzTIPT3TD/fmO
/OEUj7cL/XVWqtUZbpu8p1jXzExwr4PDq/JITI7NIrZhGf6qJ2pYJMYUAGpnyR+TkfL+kT5Z+eQY
JwChcHWPEKKHZSDbhCnvbNYZHvDGeEv4KwbAy1xdNKzy9AwBtfQTkWbr9cXjANuAPz/P+cfIBTyz
o3DhqV/oQtrfEA9c7wEiTfkWOQkMGgMPD/dWhRGk2FgEZH0n2kcHjy43YTY7O7+i0ZmW4xh67HS6
lOEbjf3pZ7EzLa4r6YFoUsThOc7e0UuvJcuzx2nDt6WNoSczEhO6AoZsfkVIrQQcSzfXtJ0d6Ig8
MuthemyHQdAhoo1UHgs3YrDVzkxPgWtkDcbCysWSYRnpFywpPGriDDQmh9bv9F3P6KtPfWXyn7nk
IYzU6i6vuZ2Nv9d2hQQlsfP6HQoRQw5QbrffKs7YnOCPz8j3Ralf01yG0aH2jdEHU5r+d5EyeV+3
5Om5KZ0QzrUmpgesJ/KB8pCuNdSQ1+BDTYNU+6qyfrVZipIPcaCYBDas9uYzzbu42amm8csdvIgZ
86sTybFZW0lLsJO3dW7V2wStgqhk01S/iBvm6qYDpvvuCRA8N5CP/CeMf/UOnWfF3hP5eEmSWVNO
J5lDDG61hoZltqy+uieolvzFYs3jcwA8zlyI27X9fRqFzVmP3cz3Yy3SNzrb8PlmRSObCFbZ2fug
zmnnywpPrpjn0t/jMug9CUPbPJS9Vmg8XK7qrvCvjMwvDKT0bzTPtTWHgAV/PpRdiBWRCbDeh467
BxlgxiK9VBnJlh3lxcqcqtmPzmAWpyMgxIlCgilSAt2G4eSewmXt7mVrHQrhHScx6MmRVRckcY+S
/jm6F6E7VsHVVjx7qtiNDuDN1jcvK4VzV7S4V1eS+kBREcgAX+AM6raZ5BeGrMtH1nZzGt+vTBx1
t82COE9PS5+r4SAJhTub0knTX0ufga5QagSNrRdBOYuiWu6e6EmyA6cNtshrXyUh1ruzxOEn5fQy
4ZUxEptwK1jPu1HHXtYSJ7clMpFvY3vvYHYh00QdavFfOQemOpC+CUS26RdcgFcqyNPbHHBQjarq
NOz05MTyWdU24mfTpE7/UA10FI6T4rjimYqoY49T6cbAxeaeEM/aV+y244iOsV0J27FEhqk33OqZ
YvHvEU7Cg5nYwG+zAdwsOVSS+4gyAaDxzTSWUXOL2g+ODFDe3JOgcHnuG0sVb9eua/lUBbH6nfE3
fRlLFh/IAIoLYhQF5lfQotOA+KhWvODYgu2Hmo5V0IUkxP2uiZHF865qdjJek45rBOS3eKJVqXcZ
4jS+LKP138NE1vecWwbH4xFvey9cAccriAWUUwTN5cUyOUGNoZY+3i2TxT+/Ni1QJirttTuvcJr4
ezXc27hwLTEpaBiyn7NxohPvOgB4lIodsIrAVHjSlFOZXeEkcGE3wtGQEuRMeoZBwOejqIp5mQ5M
lirZVeHsQ0VunfJzDCPzBgkdQbGDFPdOcCKrblM/dMavKI+57ufOxXBAwFDuPfTm8K7x8R6wLWX5
m0pjc1sMaij/jsJ3B868oFEz5CegUrkTgYPFLAz+cp7thN1lgrX/NPTl6LfU/OJOpPnLt4m7C9Xb
NK39XYIVXH8nYRD2j4SjzL8J7l+5Vd7q/WKS6poLgOuhJhhhqp8udKrHenQr0nqRAEhnKzeF0eJN
1tyJ0KVglI0KGWVK3WF4SosQ5zHm131r51L+1n7mOj8uDVpajPFg4wOfi4zFhl1M7TwRZ/EFvzA4
LSO6wBlIzhw8YcrF7nO9MoXw4K3bcLlRbiGSp7j3A/o1Dk/Gi9fW05/ZS93uqE2q2hsuXCp8HRni
VTaGENqmT/plRsmzo7szIkJq2kyhs/Yvqgvq9JEUrlj4Rzbu37aSaXDhjLNwP1076+d2Upm5jLKe
Y1oSnjfuIkNC95G9RGWvHZWFbDsP/bLsB9iyzwvZwBb/QY/ntESAf2mh+3Kuw9fhsWpGYOLM9oCa
aCyUxCS+yKxF4V0Ctldu5oTwJ2fQuNtwqlJimNTxyrQ6jG5CQizFq9kGQKb3EMu5Iapl4PiPg+Es
4m1mxUQOq6/0ssUSQ2OsTbo8FTbnLhhj+zRvrS9DMBmD1+bbNvdqs6m7rCalHYLLI7DSF1R+GAgg
KQ6Z/zdo0Q/uXGJYH4D6SveY4VLE4AzE9BwaXlC7qGjFyn2Srpz+hDDV8P1SZBrotvyw9zW/Z5I2
o/TQWdaxDXeyxHO+LXpUPhHWOviMp177PwmT53nkxgKaIIduqt9+YP1xy5DTUjTgG0E2IpvSC7qD
x46/1t2tnDjYsquqKYPU2rJRbQsXc2sDbG/4oqQEhXVshzCkWxz3P2nVwJYY1mCQ2FMT8X9YwOsf
J/PZHmBKB3/WmgLHXW60fS1IbWUYAi3rTD9qwZrGGtxuOArCqAbLlwjBzH0cNtZmLhGEFy60b3C1
1fjAuRbUG1zcPN6GlbGwUEcOUw5E0AfaHAAeCN2O7ZVVSDLqRDYiQyHTxCc8CbYPH6qLxi3Hdpse
OccTb0zrERh/vwFIVlUAXfwi1BvBK+mfZ4mWb4tkaH9zbSDn7gXrBM/iDNFu487Z9EgVVPPm5uVY
wJtMzKshc/IbXjz4hlTOxrI2uGDFKENT+QttuJw8BmM6iIhIUKrAPT2NZFkJDirQK5ue+JC/AyWp
v4pqhUpaIWNxrSWoo/JOrjHEjbhzQAqSMW0/1xH3/Zo1imFSmfpZrVYf+cTA8QGC4DyRpobOSEei
v/hp6tK1DB0Bb7jSwT8/deUvx/F9dZC2cn4I2RP5Coe0fNBLx0MugwDWIQWr4Z3YBYjZuOScGcKo
GLdVdxWQPSoP18IIBNJd6i/ivROF+zLWc9vscacJY1e6Fvwm5nn5g0hSv4W0A0NIXvg2MLN83ElU
SSLk5C5lDRsgCumu1utXW/XqZ41EIbcCx4Z7e3VA0S2bJlo0WRVFyOkIrTQ5k/q5MDGRJGVI3/JX
m6PfFirriV9aZKmINmgdBsCrc3ALXulba6/J27oquse+7kR+1IgSTLFhMhVb36agfDlxu6qtx2r2
qpuof+TdqeAahjzRKTk2rQF1JYf32jUk55eiXT90TcFmyzezLrbxHFFb9GYrNmzZmrakcKzaaE+Q
GAXQ2YLpyejdHTK6L8mWI9S1x3ZQIofTAOje51Gs36AFypgWJ1HqHPcQMn04F/+uuzG8+9VdXuK4
CqHAkbxihOPnzbyWI4TahkshQasdqm+W8rLLOY6HnquM0Hoh/iaba/byyOWaJqV4O9B4L1FC5Lbk
+3wGi5f0l2uvdNwUgC7KTVAkhF0N7ZcvIypDIh6I7NNcCUwm1WTJb7XE0P35Hw3JIe6i5N2zNSq6
Yn59RvDkPxJrvd7AkSNfTGfSXbxf2xj4xwisb92LJFNPMveK705fgYWU8JxDw2un2A7dyKcLiE52
H3k1JWPGB5xDfhC8jW2WMkgzEy7tdpHXNaRuGsYkJaI237ezPwJTLGVPsoLzY29ETbHeqcNc+9k2
Hc6zR05kN5E6+OusTv6XY0KDwNZPxDmL6vVj5jmot+mo4s9lcYYCB0rKN1lG5lPVoUgOzhrohwTG
EvVS34Dsm13eWhvJGvuSjl6GmhtpkEP42Sz8fkl+HRGCTCLNqiq8lPHYfqQWReuS8cP7TaYQsAgM
Otb7tSriS0ymVR5UCzKBRMCk943O4gcUSEfvx7AubkW98Ej2l6wsgHeE3cM8NslvK/m6HKhlpM6G
M0yi3sOcxG2c8SwQpbGCT54TsYOu3YIDpcPF+LswHGCz4kx5f7wi9oj3BUs4nqQes6eq9qFlzKT9
i92Vftxu23YywKwG6QZqY3wh+LC4JrjQOXO+U6SnlFF8qe75WWJij1yVPOOD8TegC5TrQ8NBKPar
celu2hLxe5ekvuW/Qfd/8TOctX6D3+MxNEL5pwFPu5qWCuJP7d36hZNBV+hAdX2URKXiQzJC+qcQ
hF4yPKqBnOxmorOj+KD2kCiwnPPkBtJs8kMTgAS43w79PzMTQ+C+SGsmgOoTPNDfqwcqBT+q7+10
L1KMK75MlNkEPURvic076Y5GHA1wcP2p6AMMDm2mUi7wjEgxcZsmkydy1h0yAoGGeeJyrcuo+xmH
Fr3+YFkgwxOQVexN3DXQG7javHH6IllOeM80r9p5sKeSowqMhnFVcP4rpacdFn7/LYdoSPZJ4ans
0fRR8dPxXPqmPsHRr3Zq04LlukCxowRNh3VAmvyTpl20Ztu66OOpvayD7ydnNOCOBm5KxJaf/hAO
OrideQ/VfzntY1loQcI116NSw3WVAf5Ws1J0qU5/xR7hsR16bB7SNMOeOYquKW79mgjy9jrLQftX
C500SyGAjqcaxnK7SuQGrQoPDoCfmW/86YAYgkfc5dZCSE/LrSO0AZaStLUhQgTpde6fQxoXfbR3
kWy7rWRyp9qcI8+c9ToMb5Vb8uc4ZWG7B7mghWxi5STfaQYLi6GMvsGmIX9dPRrUe665VFn1E6O2
sjwWrfvaYrBjIdOl8nZ+3ep/vQ0oitUwJ/nFOAB9uWrNQr+H7pcMx3Ts21cijEO40Uy9oCyauObO
Tj4s8dvEjcRXA/ybYIGfjvbkLT407JyDPPaYUrXu9mHbuPVuiif/Hv9HTzwJkFyTDaWtqr8x3iCn
nxzL1f3rkF0XvCRGBX8nwAQx/hI95gax9aOTBgu69N3OnNsqqYO9BrjWqi06llTfGu9zGndNQQOZ
kcLmFHQ3HtU/55bdhu8Wien4z6wnwIH8VRx1Kxu2J2AtY4i1nJV9eDMmxDE5yCSzcjMFYcdxKihP
o3hIsusU2GlL1bB0iohUnF+xf+nVGLvFgiug1RATqZc9lK5sgPUtKt888GQp6r8hpvdwCtBsORqi
EfQ3UIXy5oWee2ufvTKyz5Y4KyrVMid8v9sI5iGfVWmgka+leFkR3gve4ulcvEGETpePYizn9tb1
JiHuCk6X87QrkUiP1+5AdqPJ9XEaqaYTt48jqkr0kav/zahyeMgTh4QVBdhq2HWJHzGphpgrG2T2
bHxI9GDtqVftcMPbnTcNpTsz/0ENi1qSnD0+Mk1ywma6EcNbbssmvjNVmIY7V/Nv/KF02Qaf1Eq9
+CmGCMtPm3gyiivkLIJENG7p/UJ9YrLuINrtsYky92C0zo8M4zLeKiMw3fn46Zam8OCM3+TD0UCh
H5F/zKxBt4PiA3oyV8vcv9GcAo6RJ0Om73EDWo4ua+T1L73yHVH8zqD/Hsg3KPkEfwxzJIi0eidA
2UebqbfmoRgN3KMGIhNxUSiw8clXYbfcYPD24r0du3XeOeEQceUED5yWt8lcr/yHT7D454H+xfQ4
ckKve2/9iI8JigqyR0g6mw/9H4PHS7YorolmrN4YwyDV5O45tGmI7rCTNNxngGYfUKPBOepuWEjZ
umpSP8GTl+shefPBQFB/JZaRfSUiKtxniIgzODCW3AugmiG+16RRxluFdXtE+2gaEvkEGc7UTAD7
rB6C5A8IzxAjhxC0cM5y5vzEK/MioXnI/mpw521dUmp5TeKhCV4phPmWkDsHcbC58Im3I1ALyoN0
kl0I6VAFXiW5iOjItO+eiEmo5BXfj3teHhlLuesiKx5NLQt7CsEh3BqTe69ZWlFGdGgO7CvdyEvY
uMhu2BU5yJXruexn3jhRxiWPWd0u/bVdEmlss6fawVe/THRxqPZSHaF3MFuIPUQMJ+e8ko8saDS6
4O8e/DHn9qS/jsbe4yAR2+TsufR/VR4O7hffqTLcE/ok/sGiEvIG14o85y8u3RPCjFEUuAOn4mGu
n3jrIlgw48Y0JDZxwKv5IhC5+rumxcmnJZZNd33qpKQDXYB9Me20lI7qgJVPGwEYdZHiDU8Ep+58
P+1fCTw136ywcfad8tf81vGImFkJUWGiyLX5R+dtSNDLlMA+WpalKM5LmxdPJLLXfDcBRBi3Gjgs
RBOcgzuE3gFPjt+SVNtelNfHUUiza9s7tdiFZdDXz5ntRu8QrDVr6rSQY4WmYlbL7TA3fgiTOkwO
VdqgE4RJgQnRzAt4jwy61i7AT+JTJ6VpdzPvY+c9RM2NPqfJectp31CsaJ1jEPOqCBp+wptoECK5
40TMOqPc+C2v9YGykWBiTTunvG+DZaVpPFUSZ3KATZMnNl5uJ8Gha6Y0AOhc8Uhr3a1UGZL2rlXu
8Gb7obvi3VbPfSwRip27AbB68AhvvwqOmm/7cEws37j3VjBdQTOAPweELp2rYzmF6VdRJPHfhDgx
A8Gazn+qOqq5FjHqTlzTgc3LMEU15zu529MQzWmWd9Za8h1Wzt5t0BCb4jqYKRhGempbpwwFk/o1
906Ks9eFAIdIS1ApXSU3G46SOsZ3TIjBvlCXz+1DSgAVzECPn7uvrczlNiJlWB6V20uOhdb9b5Uq
t2XNBrRDpzY1/ilnVmv3IYH/2z7F4t8hqrsGUbETBjArlW8yz5V6mG0fYh5BTHHfAeRAqYNxzQY4
x7VYb5e1BPHr+WmnT3U0dv3BuujtBHV6obbcjfWcU0WBm/3cL+F2iYi055bjji6CIE1RkJs4YE8h
YyQcUojJ40iQVUs+h9Zp7Efw/7masl8ktVvBybg74vbLmUkoKO6EaLtPFtN6PAovCuFQjhqsey6K
cUdlq6OhA1rt4EeNOTgxV0Y2XOO1y6Ee00Gea0n+HTaKl6J48qVB5ItMvBwzrKX63mNCWG/CMJrD
/ZTF4nooRM5lexJhETxmeg66r1ByiJrrI3bUR4zc+D3jANlwQeaMUZW4eGLewdFz5EAKZzJsS0IA
OoiZqIKoj5i20yKPuqfAeuocREo6wHH9cT14aGPdYzSv49+UDCzuhbWJV9+MbW53WlwJ2ohL6252
Eqe/Qa3F2XBayg6PM1B/LudQvnhUIunkwWPguJ5CacvgsydATwN9kc6357t03TB5gnpPMk/7cjtD
n1AnnIf1eRV5ny5HQTUpYMCmpw+vzhofU95fHeeGeBNZkbrOGDXzyMGChbRHBXSoygOPE+eRNGPn
bduJ2jXHqEwV1fskCuJ52xS9D/hyHnwWU93oX3ZMqptwIbS1TdHe02Ok/aiHqATrJ2KUjJlwt7aO
Bt7gVAPiM7u0t5Dzj3gRmAbIMW7ICntgxcqMipQcbBMtlfNRkEe8GbSKl20EQcceuELIKdXeITLA
RMkkfHSqdfpYKQjVB2J5gJUnnU2c9nLaJx5w7guHRbL1aehjBrz/ODqvJbdxLYp+EatAML8qt9Tq
nOwXVrftYU4gQYD8+rt036Zc9tgtkcAJe6/NWrNrqZUs/rO6v5Gbg6BxoCHU0xehd+g5XDRFqGPb
9D1FFfebPaIs+Q4t8wuEUtI7dU3cPLqD33137Q0fsg6QlockWbz70hm5/KdV2mEHR0xcmt5d9E8j
iqR/FpgZDxTMPS39EoTtm9s3QXaO2HHXZ8Gc7OgXnkJNYVspnns2h8g93FB+++7tSSliacgM7IJu
3OcAAHyG9hYXfkigSUplol1m366b9bu1z2CDEzJJ+hA7BC9/Xeyc+rsGJUS0s3wL1f7GVvU54okB
PdBBLS03/aTKF7WIWRx9TXjnxlSSGQsrNWgasxSYdhiZayc9skcO2RmOWRoFx3Tu9W0ZMnrrCwQp
+5d8jPDfQEl0DysyR5sgyb8+jiqa13eE5VQbgWvTv0r32XRVMGSeOHCgZiFinvKD54Fy3XgTVf7d
/5NFvoRZuCDRw6tU/pmijPRoMWAu2VvVcHI2fd46386Iy1dKVcWPVV4EHxg/OvGLvWobv5iWcxJZ
JVehIIp57YOtG4h1+uXZWThsjW6qh12eD3GKEAQb88bQAaCWb/Je3RXgfKM35Dk+3Bv2oc6vcfX9
C+irBat6XbpYp5JKwy7XgQd1XfAL4FUDjDszEs+zcaPM7HxKnntkf2N25Suqf2HvrIjqGPtoJiSi
G696rIYbCqef58vk5gTSbXKvyXih+crb74yxUPjl9+MoaRzaiowvJq7o1umJ+Fo03y8VHogtn7On
Ick7bibnHiMg3JgJU8tvuAdJzBkgUszxKrbtqY7Q7h78iAP3nFPhBSfhBem1ppNcn/x+Re8xRqvN
iBnJZXZHF4wyeyPYUaZnVnqaaxuI4noURdCLR+2BLm8AqKECcBtIV6oeNFVqy0+LF7JKZPDcepU6
3wyz6x5KmfcEMcN7CkFb/ZMLo7TdjEAK5TDJ5DvcgO4Zi3DIEq6Ls2x8q2Yzzn8mpxnbCc2XipaX
Ls5rZ6+MvT3oUoa0DlRSb5msyJbeGB6kbzZyjvx1Ezd4ewiJqffkmkInd0lPs3Ztmig8rwRiBPco
LRkKxrzi0yczTF0fk9pz7DYfkwkkzKLGHfyUetqPDC24TeObJXZbh35ov5c0HeEV8/jaCaRxtJp3
B/y39xgA+mLzTEI10/5dvzgY4m892xWFuxoeGCWG46GjqUCAkdc07ogbK/s9La1mrqh686c0fbo8
BbMdMHJPc0LcDuctNrfABPMzkxTXRYt3k1Zx5eQPuu+jhgEc8zT2+KRybWWwmPaZsM+xPuYzC8Wt
SRxxFs0UkpJhJk7Rqij7budzwz3e7Lm0S2Q7+pvQuo3z1BJqtmwCbySgZRpgMh6EwRoOE4xI+Z0J
nOyV5BDpnlH7RvwYOpubgwIp8GYHsPxbuOsRqSt2ztm+2TnKokNTuM6Z/CXkKrIEzbNnFUo11U+x
O2xLYkFx5JSomoj1KEu3WaAKZ0LtVlg64cFj6PYjknJJ2UYk4wPjoJtQE0btLsOZvfJpWBh+mECo
QEyuAYYxsGjaAwMYtuuwyW8sNMmMahtNEMq9obeK/BqvNztmut1TVuLN3g7pSKeA2l2RpnBLF15c
wHPbeHJmwVJvCv5EfaO79wkXuHxk5SvkdggzFxkoEMMrksPqoiAwrtu1xGRGzFpTmjNJfeU/Fz5Q
dsiAoV28SBUZDARvsO9tOThInafEuZQKxep9Ibw1ORdF0NWnyvj2XyJ7XXxylM3PTVJE3ZlVLb7Z
TcR+7LlMXHsjFwvYeTqe0ZN6BGIShW57mgvDxpRBlEuZ4+oJNy1J2NM+7fLuC0PiWj/ybbbtGT8d
SW9LASDtjhUiBgMec2/5W1LycGfocGy2ePwk+QaSCfaOi4b9vNOnhqDv1pcIcZgIBmSWVGjce7z4
8cbV+KxiSLoCwW3RnWswhXB8mIadomEsJnI8GGbtNDIoMtTZl76siAKjE0vC0L7XU4QhZYTicFK+
qrItsvZbiCXxOd3LlCHdCRPTOK+xxWbJ8cau74nxgf/sdMwFnjI+IQLX85QRj4+Z9Rg5JYLVnoXX
d9cQV7zpjdJoCyLfHp2lKa7s7aV/LDlBzkZYk6MKAdD5kPiBJm+FA7j0ttEQxO0jJlpxDMnCAWPZ
tWo8LDni/le2ldkbIaxtf2qr2DmaZgKvJoZYnauYeeOzZdtZfmOZ15Dv4nAt/qrSIUwVVigPPvtR
b/icw8E7R84gCN20ONjnwcmae7Pi0N1YVXnQjyNM9tsYB3R/XjS0bJZgSVAfIu1YqDsLoQ/8ioGy
4/Jz7hzI7EwlZpZppLEE2eMcRKM9Q/Vxy01eZOF/4BA1MibWei98/zk/XxwV0b7ywBKgJ5hq/VnX
aYe3OmJlKMk3ZgLJuqXdcx0q/zhx6+DSIQ7K3ailBk6K7ULfNy2rqiehcEQxu8BLTJpq0e3NUEIi
ZP+xUv6KeiIWE5zQuk+NAacbMJKJ7n0Ip0/5TPLdts/z6nNq4tI7xATXF2eFXfFxad0p3eNZGgKc
izco98om5xn9DPsNZroecojSTX5jSAJ+A1RkGh46ZuIR/Puy/71WMmfylN7YhyWlHHuxGTeNE9Zl
CeqMFm8TLCATnhMjkBFKUfbPHVWZONEoyM9g1C7b4TI2JwJM2/XJCoRZyM/QZeOsXsUFwRFxZVb1
cfKSR02s9qssFWPhSf7HRNTQ3vHk/aWkNmc0ooiPBWcxmJRZif9uumciLMll9M5D2OvnGLZRsHUc
g/IHYRoe0oW4sBszeyDZSFf1X3csULNvqeziA/gWP33T8ZifXaCX9T+8TB4AOqywEhFfMQ4gCg2T
ecK+PSvmo4ZFYT98mlnxl6y9oTjFSJ0YCmJmBqHvtm9zGqCfAfCY4QXOBsJEd2zL5ukCHCOGNI+1
aL9C58e20PrL6wgUhEoryZfkFwmCEbQdSRYclJM2fyCaAYCsWjwkSLkTyQKQpS2IciyQkV7SuCj/
G6MQeVkIA21iKBOXLoaFW1gnRnaKomhW2atV63xvFnbF245U23QrpmYhaBHT2aPkrhnfgjZOu804
TG1xbGfHBw+R2OyBjRo/uFSaSL7W7eQlmYACblS64h8wiFc5p9C6/FBh64y/2GfuvlGa5MRTVEP+
OOnRGY4dGNzhSGzBrTJ02LPfDc1QnaxC7b9d6mjF4Je56kK6pv1B3dPUxE5QaT0shfbTXT52MTxj
jfR9N6y8kPslBHyA4J7gh5NQ8ZIRT+CnJPq5TZX+x7iIIwNuiE52dMzON5JoukcG9MAdU9/XzUe1
pCtbpgAb+yt9PQhVJ6Jl3CKQQDYmy0ieCN7TyyFcu7A/mzoPuntKPctvlE7wH6C9CXrVKKNjmsQx
sYhhg/Q2w1o/3JFCiINuIVUtZZTOB/YRT4X3Bow9ZkEc4rGCUZNJ2BslGsEVR4Y6Md3op68s7qMo
vHiUycuvdrXKubNkeV7HsMGWxKTR/wjRsITbYvQJ6IJnsBLKYJxuRP0X5j16QBI0gQKIRIVH3p/c
P5qkAuBXotl5GxWhZiew6DlQOlVqeYs68CHDipGBHns6mnY5V7SGbkKEL8YHq28WIhHvfTUsj2CF
pI8wNhlvfRfW6r0svXQ+wDsgXQbxPazubhax2pBOC6WUC1ffE4J5g1shzKU3WawDsMkr1x1rBK0g
6C7qczYkQVHDIEjbM8HCeACCV78Dqp1Iq6QN+KVVxy65R0fMsQ51TaDhJ+xqk9LOJGQ0j9MLeCuy
KuhJHSxsQvZnNZpQ3Qua4RtycYrM0RXt8MBrmq+XpZr936VT0bUT0TGu91W5iO+ROCPEgGsfvY+m
aunK8fUTbcpJmm/xUjcL+33agT0gx/Cd5jgjV6H0nIFcEpE82EpM8XWsDRc0CA33PTdD8sCkuiq4
8/KaOXlrzH0rOyKlYKjMB7WCSbtWpigerWvibDt0ioQ+p9RtfubiqR4b2lYCJN0oia+WMSu2bW/y
/ishcRzdaKmQ6gOSPDAFccIzSEzLYSHT/InLTJgNe+zQ3Zu1QH6Zd4DnJEIYHqdhcL6w9ss/MTDr
jrasHI6ECNX/eul0P+1E5BoapJRBPJ1sWbZwaDP3KSAiANqQLx1UmED2aIblwpRiO7oTEvTUHdnq
pt7U8dYxvb2fiYCTW15qiFBTvyLn20Q8vMsuW5dAb3sfgs/ONU516BjkedumLzz/mSV6pfeWAKjb
Bn5W6X5dwX8jVHWa/krRQFbgZiYH8ZUHpiUvkeklXZSXTh9h1VGKiZIwKuzfCYJRd+al2LcxevQd
JARc4yOO33++nOP3irKWeGeb9z8gJhGLSGsWfe1NJ4dPj43fPlK1DhgZOixO4LpPn0R8AGsK0TI+
CjKaDgthzwh2wGx9NiRIJcSRKygSBad9wKZqns5BE1uxq6THgqQiCPpp8Rl2n8ZystOdGYv4BbwB
cwOfqQXxFWB0dsQUsqR1U9A6G2Ir6PLbJCV5EXdoHp/iIYhQ8kgcmHdkjaNDBkgmCQiUw/Dh0UM4
P8iL4c0S0KWuNjBZ9uwBqH3qmNt9ofNB7xMEWCz3TJ5yduwZmIDxM+jSZL2jW9MzkNEuAbcep6s4
KT5p5t9kCIobQSmoX3x6isdFR7QpOeazO/xuWXPoydnsHlh1xRfYvAEPXYhfB/xCB396JcemvjRg
2txjqv7PbLdxDKO0A5A/kay1T9bUV8fCB/HxG4G+fDSWonDnEpSht1JB8aL6WgBvbNF/5ISXWNNH
MHR76APVEc/gjCkycFzJ5eW7NdkE3vo8Sy9i+luZ8bmB5cbEeArwc30EgqyA7wZcRXhJAM0CFkui
TLv9U5z7yKl3/G3t4nBdVy6jC2aeHstQLkQDDymuyU5eYQ7wYBczs33Cmd1X0PymOxhr4mcKS7/b
T6ttL/1Yi3kXuD4+9m6lIPmiLcqzI1uDmVF4Jcdz4kHQ21FseMm+nsLxvV007UGfCwOBaCmCUxcx
c95LJcO/GIY1h6Pm+tj0bSs/y1nGFzCU5VfcEXyxIbJFk7KnwuGbYD466qEjgoEAXQQzm4AFGR2O
OwVPaDlTPGxRN8b7SY1ttx9tV915aGz0aek66x8Zz5AkRAnJ4tZWiKyPpDh0v1aSP50vIRbC2h0I
eTX9TDqfyDy1TwmGX/QVzlB1346DTHebgECghg07lIRE9zmMPnLVeL8B2q7V3UTIwHUEtmI3Ml2m
/yBclOFu9T2ss2uIu/tENoUJ90zPuuY8m/XmWgDGhGqV7LiE9R6mdqRuwfgncrPgJ7+x+Tmtp3rF
akdodD632CRwrNb5Xd66zjNOd4UfLfZsc09mQyou1OcpUuhFDiY4dkRvZXdE+9a7RqcNcG8oSGlz
ShLgJBfjLSBpYBOgY/MZaG/paJr8wuZ2eU4LHtIT1s6FuznMyQlVAVcoij6YOgcqe9RxcGeG4BVH
HGGfTaZzb4/zCAcBOlVjwGT4JDNBWaNzKUbm5zDSPZ0X+2iqQxI1YBYt9tZCYC0BWaLWr2TWJrhz
RD0Wf6qqwq7oNEqSxgKiHynfhvpxpbLnz8HcO7BhrZS7K/FyeHtio0jtCzufhrahnVuBQuAMBDDN
/3iHpwq1PrCIaU+1n/zTqEgn1McDi6DOp13YBLT9zHFUnX1mXstI8zFkDZO+kjKH5xJgY4KJk5cE
Hcxlqcfe+0cVspaHmQvqX0dCzq9+Inr7LokHyFaGBc2KsEGyNeEJbJMzzgp1JqQgS8/9MLqvUxI2
vJZsK9xDjZXKnMmTsP+R5Sz+ALFp69sLU8d7fDchS9Ap7tedgoZNlEXvjA+g24zzLmdcUOlSMGVg
3lh5NMpZgWKL6Vil3xpgM+KaZsyy//YVEQLHBUUinylIK/+LBxDfxXaE+pSecr58+aOI53HvlgIx
H/Ot3jr1ibgAUWFklf5/NNEDAn7LV3RObUj+7M5xfUjW7CPm6a8TlBTgMe8eAQrpqMQdNCzMxQ5K
3vTkLjyU5xTnK24OiXaUE0nCp08D4fcR+a+orbdhyihX76SFHAtGBeYJmzjPCbjGtMclJNLcCa89
dGbYowlFzz5LwLHvQXCE4YvrDuydcbrMxUHM/IsfEEejzTJjoO5Cxwm9uzUKamZyfohLa4ba5dHL
OMFwyIaofuA5TYk3m5nSQz6ugNFEUxPuC0hZPh8py2R7FjkaPGbEQRy9N6DhgMaB6vVYEHf6SxS9
/B7QziRvI8ZEUPksCM+JGTUZvWEZvXDOO/m+WwyjVjgF7f3c+8R3DmuDVj+lpTiNLKnKXelO3kXD
DrZHSkya7d6JY6aLWFqaXRBbPzggMYjqT69k9XGXG0rytyQHZ7LRU5aHV+In0EADlw4L1AVlE+av
jGQDmveKQUF4nAY/uDLabW6QiiSA1Qo7PWJ3s1szh551Ew1kob4isPKbhxVmVXFgkpb+tB3AUuyK
qNEOzUSy5rZxDQspWiTS/2zU2y9nne1XHpnQOfVBH/lXZmrY+FBSVoThRM7fVvc+asaw9GC7jq7r
bBp83gZpYcigaUWrUG2WWeCfL7W2Zt8QhpOQduX37WlySL/cByomCVYAZHHuunBW+szN5M6n2KP7
esFEM99shQ2t7pQBZS8SlvWbFaMBIWW+IIInFmnwm+KBE2VsqcSOcmFgsUkRNKCsrYk4OjaJTzg9
3k6wp3IKzBPS67h+jxjb3YKHtbzwAyweJyNykV2VJtA2PQ9eb1KTlPErwbS+QBvoi9l5CccWmUuh
Aa5g8EWv8QG8NwQriGkHwb1BHhDulS7H4pKSBI0G1/Hz6rL0xm9/rSEZf9/8o1T63QdyiNzvdmR3
esKZniWHzhu9hymmf8H+nWfOdq4AXJy5b1ZIlJSA/J1u2DovJdwqxjNrP6zTq+lEVyH+1tAHzhpW
WXjQASOwM5sJvXznspq/blRTsDNmnZk7pqnYgWzIfUY2bpPldxioIwcacB8hAp2yWVwcJcJ4a8ks
7O/DeiaPMWEExwC58LPWEIbG2QnSAgpdvnUrFT/cti6olsqigTKpgXtt0PVGl1KmGcnj0G1QvZM5
Tk+MGArY66176eY1Ko82bkp/TyIOL084AnyBosiD8MqcOYYztCSc7aBMHLO1GZo1pK6Jzy3WTVn6
BwfLnDz3JBWY+8quIZ9PyJ9NHstQL+Mb2XiqfA7R59zUOdpNqRrIzsG4zDLzroWBBZYPSh8++3Ip
QuhW+JEPkU0k7QL4+h5ZX5Gmxy7MofVvXMvnhIOigKi67hrrKUmseOS3nzS69lmEXusCpS2wITAg
C8+CRZJDE+/46OKjSr6S2b2S32UI1Gn3uBYJSpAcqxhqir476nAYonc/KegqWUauBxzYmBwG+D8T
qm82NWyfDFv8IpLRO8crYnBMwyHvk4o08YhQt36PcyT/5qDl0BVxVMIkTRgXIbMQ4jNn8EqQJYpB
As1FH/y2RUXWNaUIefJ0mcRTpj25PHBOuC6fUAGR7uW5rfc4LGFAxBrkcerFbow4xzZDCs0Hx7mC
/SCrpBD7BVnTLQYlDMRxBdb6xqKZPUqLpLo6how0kIFl/w9SBuCHKUQrKc6+lUkJgj4kSUA1VDIs
CCdyTSdl/d+oUCCXsDHDXrjEzOWhrg5BfUkaFRw8hhQEvQx1aHeUjpKTlWg2hOVhaVm6aY3Qi/On
B86OOYLhM9dzuoWwkf0rJjEQwNjNwy9Cgb2/umjDP1mdFj/0QCAu0CD+hSTbPeUu9vA7r2FUtiG2
vHR+OIdR8qcjD+GeIpHA0NpxIyRlNSTC+64jNHPne3poT4VFFYsIDmj5Q067/bthVlXuIhWVb6L3
H622Sf2oSivvo0hXdruowCM1ZolAOt6iP73TEFof7AfrQGbiICAKjgi0mq/06VN4YLe6Emmwasqc
ul5KKtFmpL6C+LcaAj1kQ/8IsQgBIBj7tnqOejkXVy3X6o+7dr67bxqcDZqfzKHt2dK/rz/Vgobw
2Kxeb7eoUwnszjQ94dll9Ddu28gt+41ThR2Sh7YRn2quzOfgDtFwaGLjJntVuo536bIk/eKZmIcj
TNMg+5xr4NzbyBkZkEfREl6bhZ5iF6P3I1za9hkxJkMqF27YVL4lsSGwrk+mdf5QgwHHaZJA3Hft
wqwSaAlJoQy+PLvrXD//aBeB8cqrQGbgNGK/mOxsgt5uK+wITh9rSUdF27aodhZA+hexBERc95hO
axYgmRao3cqG2u9N4PwTLzMOrOIiEy6p34zNJxjRKscptfAk2rR+ofPNvkDxMVzDicVMS0dp5m+D
TDh4EbMGtW+zG8kaQGTXhTDltirvnOl+bSPdbxf6nuJ1DgbFIWajINklSMwwEs6M+UCcYUmxyIzV
kNY+h7oWWONGTJkEoqIxwZPCgBUsFA/47I7Zse1GjK993fQJ/HQ4TT1rjCErmZ2VPfadoTcMJ9si
1Ah9jRO7qMNx4dFU1KPnduKYk2hi1iuG45yF7ODgtFdPsi8G90Dn1XcfSytW0rw8r5+SQ1WkIxby
MMeePIbYm1+a3td8sFDm4E1EeApwW7LMTpazWpExHiwBOs11iNswvC+LifPx4mZ+R7QKSu14Bm3H
OeeDPOgDfWQtr/UPeygbfKVsSMsPlTdomclAAZOwdUfbFLtS9Wt7LxjWoyZrmOCCDIvTCXTUEGGM
nxmh10e35Y+/5jV2J3BrrCoQ6vY6cM6lZk59XEWTF09DjVZzQ8M/8Jsa4jwB2mVkBxTs5tT95Nra
/iqzThLK5iz+LotF3W6T3h8vhNH466uAOeed+7kGFOW4yxzdaRphuykoQYkTJZSCGUMbLpS7/gCS
6WhYH/yh/zFYA6rIRWRGEYmSiku6hQiUgRCik4IkelasVPU21Z5c6Y/Ba+9caJ9AEEJh2t3UoSHe
JVhC6xdRkgOoNkNImO5VLVxcyL0m4E1X1g+hfimlN7ZXCqll/AgM3S+zzVsYWOBYTIMeQlywJWE3
/ZkCb80fMMzLe+Ay6g2Zt2hO3iAhhYV4QQQDg448m8WjEqxbySyoc1vBJqgYpvvSapjItUktWpNh
vtHBOqBRv9oSdSwuoCr+qXi/zB7IaFiTy0LJuZlyoGJIUUUCDZ0vxo+O3pCg6i7A8oanJVlH1m2k
aNZbFFtEpIJtxpuQUAYSKBsB8GPVbkx/tZ2kTW8HwNJE71q0gxXJK8ldNfk6/nIZ2352KH/RvCDC
ueZ1WawPzjyL5jd0EVU8tfgtoe5AiFmRgyuyRl81fdqwA7NgvrvRoWTvAiqTE3r49AttcH8HuQzV
Pbo4wUtPO3U/NwMqxulWqBH1yMTpjYXDEF2A6+IrEIgv3a0ZrGtPGl2B3BOvN4VPOQ8vfrAauAfm
a/IddpZr7ydWyOmPMgx0jgGS4eJGuXFY7ty2r5MzTzRJFdD+blkNpv/FZqRWuyCkFwAiMi5ny/ct
tiZgsHw/oCtAtQGHdrqovs9WfQr06jZ/1yBenDN/Q9S8Fu5gn8iDteLekSL4pDL0m5o0Z1uC3gTM
gLZk25dj7H7axrdLdeS7qDIW0bgHAyaLxJ7+7nNPp4fai8qPglUqwWsVLx+uvRtM/ZWFZZKz/k7a
6T0ts0zhrpcKDyVYvNo9BFRo9ZX1c5r+5uVdPcC4LPTRLgAjEjs6zJtlf2oM8cnYm1TUQACQZfk9
VVCJbmclHVAZSHnDnFQBMXkyrhns6Tod0VDqovCHV8N/1ndVwCnMGcrk2X/r1sme86SEvjBwtxBx
U3Y4lPsQfjzA4OD2qFVl+E0b5o+fDb7SM0+YQUU/xxizZB/SCJLD7kP8zQAS/2DDCvxTFJf4tXMo
9/1nzeakv0PrQQ0EwMtFaDaAGzxIVOKfASHzD0gZiA+EezWaA9ljckJkkfaWUUjUTIyoYv8DXGRI
iFs9O947Gn2/OxqER+5ddYP/UE4RZPQSBth5tJnm+lQDQs/3ZeD22D4Rx11M3mcJeUq4LPaei/GP
0sVJ70RvsRiNa1n98JKr3wabO2TZUHhf7I9IqlsgJCbHPJSj2bJF67/aKHWJtZ3H7GMdGv1EHCeT
6w63A/I2gqZxeHT+3P5QlSXmX+V43C99QFTmLtOqsGfMJc1Lm+j4vxzyiCHJXZoYMWwMJavMp7ba
Ig2360dkfXk3Llglt47H1nI7MZHtWeFwFR1ZqKZIgVsNIKVoA/+1i9VSYbYCRqXc+lYx9W7jsbi4
BbGjOS8t40KiR+/iaUZW0/Rz0xyKyYZqZ6jMiIeEzu7hpAMcv8MixNo4T7IOiYwqmF2CqkTMSG3m
KtJKtDxoYsudfRUEwVVWjkbzsXrlI9cLm/g5kRKuvIoCFvedDYdoWzicTgcSVWx8TG1044QD2i6n
z7S6gYZqFWcK3Y7AhzlmZvyu3AIEWww7CL8vyQgz/oORuan0mrcWYQ7vOYWcvzEYVSDI4o6W44vR
CXKADVr7VV5nnMT/rQXY8K0yvlNtm4VZDkQEcnEaCG/Zqys9nFU888sHmz0qaHiAdOPMIUZYpYXb
IeGNjPNvLIfiAl0sqc7dmvX5yQmz9tpWBGnj+RvmWW5ssXpkeftMdXYzfrJfFoNcdi5C6HwfVA7l
RQvVljcHbdJdDSkS4s8SSOKnsOmm0HYcqb54bGB0Z5gUhi3z4wCyUVhmH56LueY4NBKl5R2Q78b+
mvEGIF+1QVIfNZOzF2iB8d8ZGR86/Llx/V8mnbS9EvlDvCf6WODNcPk7ksAmPPibOJc9m0a3/YPL
Ir4Sn4uAwcPl8RoZSSYxmglfPMYOQ6/hzl3Fyn4T9op+aN1gIkNGqMZ9UmQiXQeREQuXpr5jKflz
7yHgdkqQhjt+pfqDnqvaDIjSSVTQcMQQFFLRt0Eslguh0azCN7Ub+fMGWnTl0Lyw0md9OIj4Ly6p
2OcfRUb0CX3OHBGJjFR30xQj4wjsjQYyjhgX3NOFOwK5b5cQoJRP94QDr8H9QiVq75Oe/O6Db0R8
hjSR/swRuM2drl2v/6KunEsy7zk7viXQjA+IJprIkKz9F6nZHFvfeh9YNKJ/OTc0MRguHQKWceK6
wMw9JGgNzE4OcPIwqtjuP/rteTlZUYLy6wkH+UCjzSWAwY7beUgFm5FokExtchMG6QWE8Poblcr6
jUvT+w3ymB9Gxqx5mOhhsTtESIpuMTuY8AqCXtbTqikhtvhLsDIllIZfxEi761OwJok9kdKhb85B
mvVH5shl+ISaqhXIXqjAhmtQyHC9h2ToLDvcgxH2cuJV4AK6NwSXaumaeNcjoIEKnVXzM/ShGe96
WE2gDiKvrC8paCsHWDORKS+B4E+VmxSVJsNhtPccpxAk3Ctw1wqb4ayil7WfSOBAtl+Qcq3xufF2
kJpccKW+e71w/uKLd71TBKpMPNt8SrnNURcQqIJPrdspr2nKh5va/Z23hqyZsayXLUScUrKaXaqT
dIcKnHWVEt31B28LYtAplf5JE5nCwrT07X2YlKN/VxLbCZ6NHgDSPRYkkleKhDV+9+HUJYnp5FmQ
mRS7+OP33twQxOPrGffnAGO5/22VVNHOG9xpPbLIhf8XM+diFw+Nuf2Lrjjhgyh537tfTQhk8IjP
wDOHW3DQ8hFUzjxty+rGBYV1QdIIay4y11+8kveeStYP8ZDh9oe3FEM1UFVfpGZTol3ZiM4hXzfL
KK/OYdKMA5BeNOjp4Xa9A4epSdmS/nRTu3qufGtZn+VsRZex3XqEscvtSoTn/FpT2ecHkFripcvA
cm7E7Vtm0NlMxRG7T5Uw8ug4YetsMiiLTCPuhYibEzmU5FjQMq3DCYYPwoGSUv9XuUSYGxJO3tOM
6pWfFznaE4CaMP0BQ1bgpcnCgRIoVYQEsm5aruwzSLVI88CBizkHQLtijuB3IxdEeNp32Z/a0FM/
VTs5y15Ib/Ce8mVeuX0w9iMOQk/9NuVywZm4FsN1FlzXiexNcsh9l0kVC9p2Rflb+yTiogFRL/QX
yt80+Ir+xc3gDRfyBww5BrbQ97z3TYROV/RvCDUIB0ffQT+jnMqksAkXne91FwSPJXvDFbYmBtJC
DetPx/ue0W1pmMeM6QMXFyeLP7go8G5TIAo4YYkxiE54cNiJw5UBvzfQDiLB8hJZHj1OnfZupCub
9woKc6sPLFMKued7dfG+5yZm11Rrb90PzHuScac6Ni/hEZXHxPkoCnCV7ousSrq+QQWOc5w6b1HH
QI58CrJgt8CjmKEXKZ1FvGs/MDXNl4MyoRfMoHaiKNLonwX3kpIQRaIHwrMBhl4LIxvNlbEjrxiT
1voFIeOyPJQ9diueZRC3nZ57LldSFK4sRzUDUs3pdoSXEHyz9JAIY+mzp+PQgqO/Q0KJ4qqoACxs
A5wbbzdjWM597QzYJtp5vJYOBS+Bjwu7HsfKiVlxNlFFTrVE/LdZ2wznEPqG6WwcLowdphiOTrLY
2uwckpALyH6Ms0em7KCfDL4ds49if7XvczmRp0IZkUOqy4iq/IorUV+TDKzBsJlx0mDgRho+ef6W
4SnHeeoM8Y+PwAQ43oCmdzcyP2fk0Ob6ec1G0k+YRMRnUjmIZOyrNLu4lRMnH4PQ+lSTD1JtwnhG
KkFK2IK6jDH9TStg1OqL9gi+U5p7trF59AIMCbovU/v4oXEFIVYdXrV/K9GX0w5BpfG34mZbOIVN
bsGeBQlduYOU1aCz8vxTny8QXnVAEgEFURvHB+oZbR57EpP2NQ17tM/gcnj3Y5yoYa8IOfE3s4ZO
cKhKSQU2k7VW3lkIaf+GzKK4w54Ic5PMwP/USrbcKQ8jkN8AXEhb+R9fZ7IkKZJu6VcpqfVFWhUU
UFr69sKw0ecpfIgN4u4RwTwpM0/fH7c3VSUpualFZkqZmwHKP5zznTPLqHS9tOMEmzDNKOB5khXh
68CzTHzq2eSw4vVbXtF3DfoS3+FqdM14zvOu+9llc++icCIReksCh+7Ae9sMXdrc4KVt9Xj2SOrr
rnJhFxJdD6/Td9k2uBHKCQQREq225NJM9syms8XDGCJ8h+VoaGs+W7/JRxQIS7uMCDWhvXxEoqhP
kMVK8aoQh+dP4DwiczcDxlo596ktphn8orelp6YRtjubVTSzxhXwAvo1PMS7lsFb9uyVPmoEn+Rt
zSI/oULOqOXxLeVx593hoSAjiI3AhmxZCR4irNzu2Drk+dhtPpYyJ+8uzRkwysD1HpeUTIKzn2jO
rJ1XMEsn5a4nBgfVLsc/m/JiYVUbHVShK9oq7koVZUc7WQBRozsGRfyUl0IGG4/F6uanAMk+sovW
bcp+lxNvucRHGo5Ctft1qYOfrlXkyb6V1tr9aEh1y/cFCuU7LGjzc2pF2bTD/8rgZ6ar12EH1fi2
YkD5VBoKZ3aV3XTlaAfVpouR/ym24pTuZiLI/UigZnbxEVEvpwZorfqw6N4z8ltQA2XhaGUxpL81
LUBUdmO3fqxqQpgb8nAXQHaFPTWoaeGSffXpUG7ZWMHktXcO4y7ehwxE0bRrNy8i1qdITJd+R6Qz
+hbhp1DaVMLI+G7wkZtca4BybAjLCL3knnedq46keFuapAsCzOs7DsBIIfKMXfaRGOvhbIWGY0mR
QO7HgGbgVAEG3dPP1YO9s1lAQnWfMzHBhUIBSnw6oRrAqr+jXJPIvk8oARLrxiIwfrkdqthtfjEX
nBnkRFJ4+NhrO5WnChASgr0CbzteeYDQq+4PKPHz+LOWOrAPak7m+NoGujIQeCnnJFrfZ95UvxKE
cTMVVCeKRyvIsSbsG8QiM3VuV8i7LA02GxV98Kspsew9sYJ01Hvj9BY4D1uNMr2pxWrcwzwDdjmg
HM6H34p2QkXsVxMoGWbkvevescJ1S2SNdQTNliLHSe412ekScVOaGXx3xTKaO4ydY37gCCyqe1BR
ClkhtLv4JnVRcTwYSa/9Fc0dBKiDJGc7Yo+MwjPBNs++xvt2qSTsTQUcFe8OLzXsHgMDratAgGJ+
X3DpoYYvu0akrOBq1kbTxJav2dv4t4MD9T0UHP4fgQ5/BvOwevGLwunAfpFtS+qfarbM41entDSY
dJPGOk618eRJtz3l8gonMIFJ5BO9se8QhwVkYuloEvinS6qr0LaIVmHlnfj1DYLwICZzLV0VuxcE
LmN86aRxBQSv1puWr5oYYf80Ko9tKVxeTMofeUbJjAbTTuL9qOpmQWc5BeXNnLd2Tah6QjM9RuBA
vuTkQrSZmEr1aCA4/6N78B+8GLDvSbZaQSJg71bNiBO1SwFa+mMD3gU8s27s05qtZr6DROsrhm+w
ctD+iDn4MTP9KA5dGSz+acBu0x0bZNrZHJZuXw4HF+aNeCZSiMBN5lS2uQin6cgZTlVecNzh7nFg
mdTRyAwa4KTlkyI+05bhq1jtFKYguiDk+QGlDUxc0AxHAINtlZ9LeA+qxovBOUio2uhLHlgShTKx
W1iTNx953/fei9eimSWGyXikFU0+YZhhnU2J0+Eqp7lllcxQLGj2fobLhH/I4uKrGpa8CjHeddNu
jiOhPnKdmCy55rnxHRzSORL9GlsBJH1ALQUHNNNhQbRfLEwEv8wDFrfTWevBwjSKGAc2YzOoJ8hF
2Axonhu+jOGd/T4zBnFuWF3k4rdXIbJHlTtbQIzRTStNxkTOYBR2cYIBXaCgh+Doq7PTxIOD2nBh
u3BVegxdz5PS6WZ8FA4HOgkiRGHho0GO1zP+D11UHT8LSrjxF1IHJoAkG9l6ICSlBZiigLV0vO2m
yXrqycagoVITN72Sred5WMFZsd/6EMnVg3Zg6QyQdUE7YQqtk+FpoPJqgysG2x3IuBADaAqIp8L5
W6R3PuygKbsDU1hP+liDW2vbAxZgu4S2WAlf6BCaPpbpRTcom5jNZet4zKvML0hBjoPxWnPn9aep
MkRWlHGQTmzUqy44j7Psp1MjJMF8VqcAFzHBwPM6yWUhdGljjV6Y/PcjiuAESafpShtQ2KR1jwkY
7tehHLz5UtBWIQzlRyr3JdI1dsoIF5idZUX6hGi2ZeTvjjmBRy0dQ7hgiWj2VUW5v7emoKcqYpRB
o5ZUhNYhorZ3nbP0yZnZjbucfZaAYs92S7zY3EDBWZC1/MUBz7yxzDx1Uzs92ba2Wd/aQtjDQZR5
NeEQ7zByKXwjjJfcCEEBxgNGpM2cjBdYoNHvrnZIWW7cSHe/UYq47iddjWy4JIjhQg9Fi3smc7md
HhHSkYYzzA6ghTrrSv/IiA8Sct52VliTuMbmzxmtkb0eJ1K3b7D3TXhOVq2+cj3V18hEMtB6+UoD
JSnYqYUKd8bvEdv42vSwYtae2jy97jpTB9fwF8YaY3OBpC3Og8Q+sKWiSvPjmCQTP0u5sXyrzhBy
1rO7cijCcETVq5N3q6/T9VwCb+y4t2UVXXMKoJjqR91/JywgX0QhZra/mM8QzcuaUrhSKEEYU1Ei
MB+nV9vpXNfubsY5B19i8XgGLOinpC4FXvBTwgtwHxaHGuRAYeOhRaE3Sa4InfHHe1TjWXrpArcX
1/5cLO6BwIjkRzcqrREC0/7dQjFvXzONzvLTq2IGdJULWGsfuawIjk0urZ+xdovfPebyiqshux+D
tS64q4gCLMMJ0dcX3Bjc/sTzsk1ooi2Wc/RE+4Q7ubQvK4Fu30XsNTVUJzjjSPuaNSVIMJ5sNn7Z
dN3B4fzdj8jBAJMGwfpInFZyXwN/Wk5RWbptyLJ3y7SphV8ffEKeyZ4xfnUO0pEChYoZ9mlj0Ds+
9jZrp2NvSKu6X3uG/M8srgjn4PdJao5bUpN27A7cE90R3Lyky1+hKTh/3DrNzqirgd3j4UpfVDvE
7VXmOVAwiN+Bju5pS9wt8YgJmMTR8mkUaqyPpbdITfBSoEjYg33b7pSXds9tNefMqTmMjhk65+qk
0zq+14ot93l0GHSRxlMEOFRHEiQPVtd6cKRUEomd4zOLvk+qcvIAjg8Kn0PXa2YxcWaFnkxxI5AE
oPwL45X54lsS0/cw+YoOoYrx+RAN3d4B6iWFx/J8zKcSHRHZtbhkSKcIPOtUmYiwjBzRQM4gWhkS
fEzKSpq8Ueuh1jN4QhA3mbNDnxYj0MT0tJ3W+NuOrcdj/BnFeNr2fmS5T0iQQNcP1RQ/tqXIfikr
EzcVE3NmcP/D67ICFwV/vq7bgYgNH31iufSQ2PuMKRpk3urGhViBVKzvxCaZnqOAaCTAZvmGL+yv
wQ74KM+6lbeNl5fTt5SUvz55BgA3/Dq9jAQSbCMmjICoAkdFZJe1lv1eeE27XCNzj5sbdGq4I+Ys
+aDqWzyyvZr4ZcD24V5NbkIQFiaH/K2y+uYrI1P+VwZvU15tAc8vlkF9GbJwrK5avlK6T3CVM6mR
xHC81LILXmPO0Sd3zpsCKRiHr0COb8RLCV23uRDSMx5ZAfIr68gnn9Bp3Cn00aF3FDcgZGcQ0NEX
EysHZQfAsuIk3Myxz6LV6fcqxPpLs2ciiHFYs1MAyxaDnlUIfabUW9hYBnx7gqtFjGuVRyegvxWT
vy/RgZD4FbvdTQ9SULEo505hZFK7MDxVzriMYKb1ahpGHxQXmvtbVFd9fOEKOlCcJTLofSXcnJ1H
E9DMzVYegerui05e99gZ093gzFisePNWd4tJpxGnwiQBFNmy2jsroJ2bdTXt66Dz4R3LI2SdwNJ5
fvBj6shw6OXWHKZx87NlDgT+JGW+9lFZY/fLrAIPftBPZCShG8k8fV3YlTd+YcJjMguG2PuKp4WH
crBVO+/Y84nfpKEuv1m6VsNNu0YoM3deFcXfEjVPHiZNlGHkyrcqNiUFfFcD4OFIRR1vH5GV6+p2
aLVbHTvaOid0/NY1z6qMWIwTeRcckQsOxH0Q87o9uaZ/mWKoLAfWqhtZEFEF4UkU76SrwYOh282q
xMGBhPAtnHqFgSJOEvvDYz3s3nQkhc0vFW5qIDdOUhLpi4gJ87M1gvlxIkte9BAURL3khtrY6yO3
ukZmRn4oAIr6O7NWptEp1f2zrlX+jrMs/org4k2HauEFjrojoDPtRx+ne6rMfdRQKoZxMgJQr3sT
f9gBjz1G9MVjVVdHLcOgmKUeIkgX0A86x2Hv+g45WYRYFWWYK1z/tUKdRveqLPWEGIgFpJcS0jwT
3a0fSuk5vwAIjDDPlXE+iwR9yRn7BR2xUyP+IQhs8Q8eUUfVvYONJOclnor8TgqMe3dTatwNigoP
AVOVxm2+L1y9XgCwzxALyxmCoiiDxtmns8T/0kx5pyjp2wFSJnrD/tyO9QzoDLqGPMkAxSB/VUmw
UQ+aZJ9gMxY73B56eJwMfc9OG6yrV3XnZudqoFW4XtqkBRhumADsVrog95BYQ+YfOcCXC32FQhxM
zKtn3U0KW4Z/FhGdzwHDqTO+CWOC9b5u2CP8wWaDb/sw+A3s0eOIuDqNb1kGEjB9YtHgdP0h8/GY
0oTYo5vxO+fxszULN93u15zHVSWu/MFJ7vsHN0myLlz8Iv7ocFB0v9YFv7U6MMvtZehNeLkJ81ZO
+dkmhXc99NgJsJsgLSgJiEJzvM8XNbS3Kx16d9S2Ihptl3hokfcu5VjE3W5buCLbiNHdEztfHBIu
6Nx2ly+FHcBs8G3z5oF9rU+4cpv6bsEpamGjjMA/hyC5quSBVLDUZvK9MrRBhbMgJmaRCuUBvznh
OFDIvCLMLbVO1xOnY3peOaXRfREpGONJRnR0QU/S01Eqf9wyB7yAkwMLXBGurph/JGtgFO7frjRH
ZEayPEgUik9ujOls75dkCzFOsYofGWEB9m3UeFSwDCSQnzLZN+oHU7nhd8ADTMGs3ZG4wNnj3YwX
yBNsBwm1DblrtneAX7flyWvc0T83ktEyWy2QNmeWO3b8i+gvxJHgC5V3rJsE4beP4Tc5E6azOCzS
lRHVtZsM/fCLt7yd3gKJ4PfKMPBtUJ1aPdtb0f6EMiKOnqFObRvGZeWSHIuF2/q4OciT47SC/uJF
F2v7rNwYESal7PDmL8mSnuIYCMCu7WZMZrTlSNhp6IXc4JV0MB51I6Qar9BlmGkK37BCsSSfXDp7
dgslMevZfaIxrPIaACmVr4CeqYygQAJz0NrVgIqa5YHSxyYiQEOJugX26P7uAHYsN8wydPcycid1
ITPxFkGRb/mXMgea9Dil1L/vzey33tmJGQ4hqaomrOjJOu6W2LWGtyRxdX1VTwhsQyarjSD6qjXB
vVPPnTgwqBS8IIiurP/YkpXgETmbC/I0qRJGoA5cz2f07mNxGZOJkRlDmQApVIzUUz06CFI/Bvxh
zq0h0bg/yogqA6aCjf1nyblcx5FU940eYeapDTH7JaRrG4MI5ZsxCT5wUgPUDeLAWcKOJ+AAmaoV
NclLU+rlk+JiGR/bgHBn0oom6Z5QxNlYiKxG6XKH9rxqbuO46rJrghv87K6pWf7sA4CGrLDxflRM
eGB4Oxg4sQUC5LcdYKsMwDVcJvRZTRtsnPcxaG+8rksd88gi0s5fhnxM0ftzWTi0lozlPK+ZILIe
Uk/6xrzQbkzEksYyLtlAWVuQ1q5VUe+9NRhWZqAWAx52/o12grd6ajQ5X0Q3WvlJA59vz6N2ZfrG
O09aD4zMp+hJxVnbnSlmiB2cZt/BRO5I3iml26nqYUasnRy2pY88CxcT3MFLkXLRWbPfZtkkyCOJ
FP7zqHQpUSl2OjJoQV9YBhWSOjKcnqizbYKN9FUT48A5eG7ald8QCgBdzImfvrdqii+zwtfCWMkm
IwsVyfjD9ph3oKJrp/kixwyTmIon7zsijL0LDZNpkohyi7eoH4z2HbNwYknyjJt1v73CvG3s6r0F
NqwhJt6Ao9gA1nBq0A1B46w6ac7rKIYNX9XisBIB+k92NgvBZG6tYZOaSq9XDEp9euoU8hsxuyvN
9yLaypyWNUby2QOne1Uk2Q0hMkQs24ljKEwVIuwQNcfm14vs+K11jBT4kuT8GbV4OK5KX9i3E16E
frcyWyiY5hR+wl+fFyNJeJjJJ9x7FmPWdIn3tbtQOk4mK8gKK0X8ig1s0Xv6aLouXeNA2LMWY8gF
ko8SmTWA92aCYUO39LP/kSEt9I4YmVGctTz0P0Axe3idxyY6M/qoQVZ2S/VcktrOpKVVgiqY9JCw
1yWGhxp5UnMMEHhW4aqX4OfCVh+zEZiP7DixTcHhDhzko8SHAeAaD92bnQHTQ5U/FkeDbEYx5Qc7
EsLqdz+ZjqLCMktrmoOByWAdgrLI3hnSLSmbo9T+Vp09/LDQySdInZGi7Cfsi3dlQm7WLjA1WiyA
bua7y6lU2LHb+SO2Wuc1EI79J0/T/wltGgafP7Y0KLUHrxVQMGVOZCBKZDZ3cSX3nrQ5E2dkqPme
DXJ5rVFpQkEi/rjdoWYErzyBLq048Fq8jItqCTHCKskSI4s408hJYWlUag/DkK0yzto1W7BUtAlC
tp3uBC0B7Z5V4O5T9R+jms4LoT1kL5PIs/5gT5WfUrxUEDyzyvavewSIAleVYguu64bv2pJxk9JX
+EFx5TlFj8mIs2ogMwoRqxboVdAuZtF44iAof09jq76sibN2Y4OX1tXQeO23z3ovQM9XViTCBpjM
D7EFBeswrKq96x2pn3nfxN6ZhD6SHBY0tIAxKn6n3cCZSvtmpb65GGagoP7GuHg2bUdYpc27mqTf
moXtQbJu+aO6wXqZUAef17ax7+Erb6QdEE0d+7I8QWzCaz2cgswuT2kUY0hbkkJfm2INflQQMYZw
gOmA0rGusZCkNgUKChCsvgHbwAcLAU17mUptP41jnzy2keQ9GCtytAAQxPOd7MYKSAeycmeXACq7
xuC3fomRyjxMHDKwd968ic3nQeKuVeM8v05igZlJN8rOk321QantVAyFk6C8uAifxnAwbv/Is9S+
ZPFS32YVKVk79DJMztzO7x4LCJDMaWJ//iPzDN0IWzDv5OR9UR97QW750bJIpg/RoBNsqdt5/YmV
qn3WZowRkIjNJ9yPsiqP1EwkneO5qMdQWJRSh8pN1ymcOHWuXIR1YseQL3/IcpF8YYHyGRJNtZvu
8TNmTwGdrU/FGJWfg2P530HWj9meO4GorIae7CmA/MOfIfH0HNgitNfBZlkI17i0GLWtTf7DBAsa
ldKa3Ju4kZV9DKia2h1POGdnbJgkkR7EkboLAJW9m3n2Odg8rj8VQ8StwcsMcdC6ElrGjZPKByIR
U9qPuJOfMTsibqp6UKdu6Yt3d7CLdyAu1UffO4gspVjUDRuH7CWqPLjQfcW8/jKWWXkqZsh/+5md
9gcSHLqjyG+R9U8rAijqhoyS17c5n5C6dk5yhvjAYrzD6jpeVEX/rCPE36CeFnZchocRVFPTUAqQ
cYPgSvoCsjHNI7GS+ep/k/FuJpBmrnkvaTefHc8ijBkziMYa1DqPC86h+WDhyvpZJMl4P2kMezuG
zi4F21iqdRNhcSCDlyt+WALV1w4bqUAfGcfBtGfc02UHgQAIUWfHIHjXDcFGYmfdwjin9uWr5vll
mU5PAIZ8otvdxSYe+pDp0NiwE0cFcEA0AfuZoj5/c8n/Ers1n4g7z02nQcyNCSERbRfRfsUgxNSx
5Ki80/4aXyOKaeY9KPws/si6xPmTInPydui3Ok79oseQUSb1Zwq24Vqk05YDMElIxXQcsSZjZane
YADL5Z5prYEEglrrNplnu7zIbIZqAsCjBFtkt1A+M5qW+lyZbBNhwqOAAdUaER8sMMzjNdhKFonK
oPZkWiHdu7Etrd8DwuyTu/3psFvjCRsdSaff3lJKlPDDJmZ3RneTv+YGPmGAFeE5n0v/KzDdRLID
ZyCeVbggh0XYCsISs9AbNSiQmzRnYHs0ALXiRPghDLkB/OW0M7ZdzqQgAJNDKoqlEKZOW5xIMq5x
C7VxlJzdpoY6oicq90MCi8zlUHenPw5hRvFB0gb1vNs6azMoNN0FW6d8B7bO/nb2eBOFKQNrdrlD
QzikN1kF9nI2M9GONxq7EcBfrB8GuA1PyNQgGmBhi2/ZB7PHgj6r7Z1EM/VWEJqbAdqvo1dE+1g8
o3hyTk3P5pKLg7dcEk+4RWfOevNaV/RtdlN+mKKskmv8fOqe69+iEG+y5As7cv2j1CXz5yZScXkV
Q9tgMm8JpgMpu6TuaEZdP0eE5VA6UwjcKhxPoHhmb/qI4x5oLUsOZfaJtGP/MHrk2++ETYkAXETX
+4lVl96NGW5JRPuduXdoevHpu1b7xZNONIbnRfWfGQcQObPIKxCtqiH71AFuamegizxWIoEJhUuv
fwxIHqKSyurqgpi9GRlA+QSRbfUmgw5/tt8KgPMsRFgWb75mEmlAV+rqUsTJNv/vcrSCA4ZhogtY
wPI2ahOUt44zc5eSNVPdzcC3v2OYReTerG3ahkmfx68d0tKZB7fq73RdzhZbDB7WnZ0POFkKx/SE
HQTRb25wRjlQhyum65l45mQsn+O1MtXe7bvlp8SG8cjGoXdD5ust2G/YWHfR2m93DNF1b76/TBcC
a5UI1y4QG5sqAqQh4zGPgZTM67tE9nyLMxCThRiAavDzCeZuvjs2aPYJoZ4gjCbwHvkxsBIus4Tj
JdisUrTkllvvi8BybiWTFGJb0lJfkwqObYnLadd7xzjsDpfZoRjryZkUoTUZmyU21Qm2ILkG08Hk
lmcOCLb59TmG/NdCpQxtE4Q9zDzaxjlz//PVmlK2b56tad3KeWSG0SN+flzKzTaF+03vK1D72Tbk
wSLbNqxmw6pQtGQDBoKzwYFDdks6jj/INqyeabrHL+rbHItRR2KOxZihCSuGluUuIWpchPFaypPd
k3m46+zNyGucKn9Fvm5eOyh8GS/HzdWQWgsr6wCwN2yGjGwvZ0z9Pxwq2t/jQ8n0YSr66TOBkPW2
Nixgd57DGPdAdFzqnVuNyewUU7Ped3qg7UIpnqH7mor01VE4GcByElh/lXRW9YSmMEGng1kez1ZU
zR9JQ60VJhWjyj3cRnnh5KKZ7xCgFHsLvcB0xlYQ32HsYq3lMPWA0Jjy2gmVgp4cEIKDQ2ktW5TZ
5UB367Dwhpoe19NXWbD3OWKV6g6SLAF2hS1qG2I6jLH27PLH5Ikpc0zN1dTWfsYaKe76OZPzPqgK
hGaLZll76UkbfcHg250hCAqWhCt6R5a2LFpZZNvZcMiGNYLFwH3h7EHzOB+D1QOSNKRR9pdE424/
bveMy2/Mo3Rgpw2Egw4UfCXCQUNGl+V77dHCB02UNFnhC3BBIsnnuqXGKrQCFqEVaQeolMiAZb/a
CZiIQT2dtJzaIaQC5f2Bb7l98skui4+t9OafXTpvCBhj4yBm8arQMSD6IMarH+pPhq0KjoGNL2Vn
oTf+kUG4ARsjCdXbtRXqy73Kc+A8QqRIRAyIbbh1aS0/+wbqdMg5bt+vAIjQybgTWVIjoi1CWXu1
sNIPNs5sl+TTepFzlnbHqvSKN70sibtrwG4hw6BoKM591wQkSmPti05kd9GLMD6EXWpgcvzJBvIW
uX2Rc11Ky+/AF1LPMHxUk4rOMbMSvO4zWdgAiIrbdRmVxTsmHqsXzycPZY+PIgruMg7pn0MyJWyM
6lbLfVtFE+0r2b5fTAaAjwxz1zBVYqPnPAKLacweA2b2kObGmRA38C/3OJhXHg68JdXB01Q6e8e1
kvdVlci+49SJH4qxcvoDaU/qNPqCjKXZzYdbir45PdksPtOd4m0kOAIG8DqdlctviE/ZpxyAv4Sm
sSrzArhdP5ZiYL84rbYRJ3dAGopw2dDhsUlIAXqDpGLIY7fZJz7U6jduc1mHhYgwcZBIKdeDpbzE
wuKF3YOzPbUYqtCsgN6jwktIwBz34+QYyhlQX+9jriH3maH3PmlYtcEs40iUmHGyJVV7w3iOBleh
hCTSrjpqyt7fDhPIeJ8hJKfKxOfygH+It65bs7zDldX/1nOJTpcdvA9dCZtcdBoFNnw4FW75im6I
BV7T9erAQAVdCCM9urkC9MILA7fmpmUqh+mqMNX0UkI49HfIcti5oNAhYRkds81cMvOzjd9PDGlc
uum5E/h1uIvLBQo+89bh14q0Kjt0BqHFXqLaeM854n9VnEnPC0zaNKxcbz1o+k6A+XXsvjpDVl2j
6k+57WuHXbrj1j9L30FMA1SqeYB0ltyvjlYOF6VY/jCmnX8L/C0f1JTNlWbgmu0bmH9grFRfHgrw
o68JF/iJVRV6oXxgtp8mNST7NqgUovJyG7UFzdDNrHJKYqhw9+R3PGFAjih4x6mBAU/M8/CLCowh
Kg9lkxWPSGcSD5Gqrkf7MGac0XuZLAOHiLDdMXgOMKdVxz4ZPX9ny2XK8d8Y4UfjrtRso4dwlfPS
36S5XbNlRm7V/SQYgJ/Jz9k0M+HuUuFcYsD9A7ubemnRHzFXZtterTYTr1BaJXvglPtzy9XonfTU
Ex84s/FeBE9KK+MgV7z6EMNeNm6HQwJ8C0+kzwNnfrARz2CmcDnB2ofI9m22N8AGPPLYMq8Y4lfb
k6LU4cA1xxLaZi5JAECz4Fo+ZwREQ82fGn+4JsouUEc1LJl78hiaVN+YXG0fgITddBNQxqb2DpAe
6ta+cgJQrTQBsRyg0CeF9LD1MvWc+9tED35XnXUgG+NdY+BnA3FIE53yg8xOA4KH7R2q6fjgSsaA
Z5hS3p+UMSmM244V/B6P30y5FljrQwG3vzwh+WZ/B9KTM7JUPS/9Eo2Hf5URJ2iFs6xqUihQPBHA
ivFqY4NNgNszgshXADqEBIdJgoUdBIPN6YMbKHnLAohju8ygS6W6SCuJp9ZzHXp06r29IsL0zkVa
X7P7Ry9SdBxPO/zY1k9TpcUfTynzyizXdGEGeoCiqiS4JezTyH1js02iz4CLEyGeS/75Pq0x0OxF
rAsnHEfP/Nkkw2QCTCrbMCjGxZePlJ3Y89wBQQqQXNGSzcsf7WG8JhO7nNkIIeun+sHSkB/wZYkz
ukLbZQzRmNtmsNxlty4m+PKLaTlCfmc6T8RGj/xo6NEI+spBGjcNffoxI9H/GZOblx7myqmYPdGw
EUDGXsw983ewgNeWEusZAxWVPsBgCrNmbkG6x6s7KP7X0reqxBTDDN/1UQKtPQ7E2aNiZdQ0ROYA
AYms+NolZSQdq+CdyToaFqyxpXflscdHV9nlqCCDvrSehKeY0bhO1v5JmMEuoTH5tuGdYEn5zCqf
dGbsZypAhFxxQJm8WwWRoodJIYHZuS7IJSWEk11IRcFZ0lSsVkJskYiRUlsT7O4oy2+v+u1m2WcY
aKyTmOY1hS0lkfFGUebHIclmGTAQueofHv0ta1VkFTaheqONRQwpKCkjbU7E+rQgF5tZaFHR2YyA
mgZrOOcEwWi0xEi94RRURIoMidHeuTNVf5VFXezt09GexlC7kfy0+w52KCtRokSzqo6+EBZ1bwEi
UUpW7Ba/Xdk6v0CHjdww3sI93tg9GPkZou0u7RG17jG9qbdA9KRyV4yrH9GPMW3iu+XnAbX9I/Cl
+cutnObW9ki6PaZsc6IDITYqOHSks/HqdDbokWNYY++VjSU5dFsuNckNnilC8jaYsbVeE4gdDC5o
BnqMFtamWfarKipCW6uusu7APRVQ4Xxhrqq8grzse7o9lSnJjpcAM/616E3+7ieczByZnf9SODHx
lmy//xDnhM1B1JJFIOZh5e+iNS3f0H5IrIDwur6SNF++JyDHtN2oULod4+g03SGipiWiS4ZLy+9C
LdAxKv3hJfb0Ya99/RC5XDHGjhXzicoCbU/KmANRd5nEZ1a6Fev7IX3K5TZ4TUtnGeGwa25BRSod
Dr2ZYQ5NIL4Cylk8An48ZZ+iXscbmacjNgYL1gNWqDV9Cxbpe/sEjWFwbNhZNztKBHYHcJddfHyS
1zcM9Ck5oCtghGAAEqWEu/nTNz3hQpJyO/fXXFCcRJmM0q0ZY0i3Gzid4F02tqs37IL/4QZqcy6v
JcAaWrIKmRyRFfd0XjONvJW6w5mBpWnDwZPuA6Sf+ROLo/nMaGS+gxLkHn3gOr8X2I+fWIn275C9
zfMMxhwQUSIh8EjH4xvDieSH+C/McKgyrSo9tCBMm3Mr/AT2hglGYrqGht3QVYrUnwQrD2uBffjn
P/7X//0/3/P/jn/XD3WxsHn/RzWUD3Va9d1//1P98x+QALZ/evn13//0HVcI5brMeITPHDQQLv/+
+/MprWL+Y/lfiUiTznTsnhun7G9HaPlNlIwPf/8h+t8/xKVlEIHnELPisB6SSvz7h9Bbj3qAMfoe
+H7/WLiZ9+w4lWUdCPJKsVstyOp04YkTdR2257//cO+vPtx3wCjbPr+P2n6Bf/mGKD6YEKD3fM86
s9xs5i/9SMkT3YBZjapLY8yEz+jvP9P/q8/UioU1WHjfUf/xq8qSTF6vF8U7gVf4mlcGdL/Yd6Yf
44prbEnkdKwmSVbN33/sX/zOUvCRpESLIHCC7af4l686IgVr3DbN3712fiojJr+jztHRUI2xXp/p
F99yuQmFELwWQfj3H/4fd9J2kflwzcZR46KTjv3vH77YCyvAqsvfC7ulSKyxn1whki6G899/zl/8
tlIoD+OGb/NF/f/4HM/QCvIxfEmLQBrLSjhqeUcw+ZjG/nUCx3hCbzF9/P2nblfsX56T///tXKA7
0vOVQuz7799Oswqeo8rP3rnJN0YojskFzn+TIQys+ya5/fuP+8sfk8eFW1ZpR/j/cSWxIZCmYzX5
O7IeOHkyc98SJwFU9fcf8xfPhhSB8NCCa8/z3f/4GAJduxn8RPEe1TNmTMJvDOHnLLd8Dn7ETW1i
R8e//8i/unxScHuip0cT6/3HWUA8vfP/ODuP5biRIA0/ESJQ8Li2oackkpIa0gUhaWbgvcfT71eK
2F02iGgEOTrMgYfqcomszN+Y2KAmXjQYWvQ8OAmplsJI0zEYSqP46VSB2iO3ycP17vLQa4sq6GoT
5sj4heWe72HQIBuPijWzpbNKdwaN3Apd2qD/wAl9NY69mKLTJ7MjIhMOB5A42NdV8AIerTpiVgYZ
IIwQwy2C6PcHJmdommahh8zrUD+fnCidmXKunnq2W7T95ySptP7JAmd0+Mg4NP3AlDqki+J8HOhx
djbCyvVGnkaodDfqHDwXAKXcjYOyulvUEg3N0VE1cxYDjSCf2qrLMw+IsDSoN0ceMW5nmxtxa+0O
CFe36VSqwrbdxcIRSeAtABvz0NtWPws7RY6QAEAvf0JL93fTUgm6vISrV+DViHLmr8J0mpo+xTdG
tCBVfSN5CMVRV3UXmT5eWrz3TL0RgOriwdy472sjawBFbQN8OcFM/v3VyKhPxRg+NrkXd8BufT7+
j209Zk8qKsSoLBZ0GynnJBvzXYudfHgtuvOWxUdi8TWMKmMuhybPPfxPQBIk6lz+RjCw9GxMFv5c
Xtu13Xw9lvz7qxkCYYBX0se5lzlpzViKFeVHyDjli2g040eVA3HYWNStIReLSru3GCEjs52R3n53
lVaKblU4F48Qip96+OfPH5ijLNVAshYWFN7zOYYYPmolvnReMaTGNb0ts310Ylzo9jPZPlJndmxV
95fHXD05DpsHP0uYurW4jWYeVyJ20hRxz/AXLcwJgkCoP0VOYjpf8VEdolt8cO2tRGotCHD//29Y
7XyqYMahxNZd6tEkbqp97WNAexxpam8s6eoRfTXOIgi0CHOEvd2kXo+wlKC0kflghiq6ctf4xxvR
1eXVXBtOXgRuoNBIjhc3ImzRu5ijKANZp/pXCUymWzLDADXoLPp6eai1jdNJuelQ87G1lt8FXaVC
DgeV9Fczxj+SHXCX62ADdqkTXPOAvOHp222s5tqN0HWB3hP/obeyWE0ro7huhnwAB9o19h6lovIW
HpJ9j7FWQHEvr+qHy7MU8swv8zNdd1QbkInmAhI8PygT2oKtpRh8lpw2/GUDDKj7/lbpC1ATjZbJ
2g3UUoo1I209xSnbK3OQLpiXf8bqvmKDrSFw6dqOttjX2W1rM9Od2FMCNCt2aFt094FNA2rPi4N6
6OXRVrfW0Qjmgu+kqi+W2YxxTgmmMPZ8cMO3MHZLkO8wgJ+tjPJcmVbOaXRV48/lUdeupO5yZsnf
DIQXFuHOQN9MVkplJhyqwP2nvjlgEBOOh8vjrK0lrUGXKgacJeZ4vqMpFGyAIH3iGTj33HejX3ZX
YzJXAuhA5W+Et/XBbODeDhkUzN3zwfpiwJvCnWIP6VHjF5rNyp1aBBa6qmp3vDyvtcth6PAG+Qob
MpqeD9XqEyAoRWfXhOpg+E5TZj+G1fQFcw6w7lD4qo0dWzsnDCVMJAgcnmiLu1FlhZrZEGi9rq1R
Vg6Lcfg9NXxY6LRD98Vtrx7rayojCChfnuvashJ0VFCn3ApS/vO5Oo1f8QUWJPtU0zHljEpxnHNT
Hw4OUgwbg4nV0SgkwmJ3TfdtnkGpKJ+AZnlAT+t9SQX7qyZsBDjsSr9WoDsdCAIQyDtrGl6MrrOQ
bAwt50sDje+enp6JHBF+aLSdKMR+T5TKur28HELu7TJK8c7i9riu0Ex7sRPYpBYp7qSpB8MdFDXS
CjeZUs//JlDIAZiJBECtqT/1LuaSSHWKFj8R3n3aVYh1xeXfsrpYjnzNOjz91GXAjGJtbJKy4IWZ
qc3PuUTZ5KD1QojbrgCtvXHo14IG1+p/RzMXKUs7DKpA3Dz20gKHR7QGVTRKikFtwo0vq3yHL1fY
5iUL/FbXzDffAbUxAVE6FVUIejbFfkbfBXBQbdm0ZBBno0yGBycI6ugTKkHN/t1rqnG/qA5QZuLD
vphlVw5h3aiafTI11JtQaE0768Zozfw7EKNQ3xhtZapoT9D3tkFzs7KL0dIeAQQqWO5J1bv6BYFI
ZMpEhfrGlQkaPjrYeYP6Sx4M9YMCRJeW/eXZroQVzeYTj4YuzUve0+eXWxth2CWV4Z5Ei328LN0S
2ShpV+7TJPB38Y2ICqiJI16+8WlYu+k84HlS2KBcLB4z50NL9FQV0ws4Wb1FD6rvNMEND2b3S5kB
wr2ieBrkzzBrwOQ57qCcyCKhE6iYzB0V30XgWm/7YXwIULPBlaOcOv1xGsH5e5eXaP2HOgQ/HrCO
RvQ9/6EAxQ1ImJp/clEjwrY+xj19r5r99AXBCxXpj4mGkejJJGBOjnN366sSFRFG0UhTuexN/zqo
+Fpg+Owm9rWM7tciVeMPpE+aI0yTX0rgNZafCNBBmJiapn0aJeUahRfXgROUan+aGBWEL9iJGMoL
Ws5TfF3RUY8fEflN2q9jJnnRl9dsJTDxUzgxspZhvikQ1bAIB79UndOgQLHEob57iLCO+IPQSTd/
4AgzAqeDcMzEFkc4QckyUHHAPuk90sU0qWZ6e2U1iHulz4MKRdBmCI192Qk3+nx5mjLULwKVjBQm
h0I3BFoE5ycDk4VRIxlxT2DPkUDoWnwihlRQdjByoCqfm9os/oOan/5sSpE+j+iFxxsfzLUL7Aoa
vy4kGNQHZNB+9VbGSt6Eze27J5Bo9FLRdoEIXBbGt86foa9ofez8RG87MTc+PSsZEAky71ZT1+UF
Xkwdx+sOKp7wT3BYBiAhfH5zKfWGZnUwJ9E1Ir9RvjHXtWCJQrCgLm06NCEWOz0bCdIspe+fEuSQ
o7uyp/EVJ4Xm4tQHdxX2YVfT9IHwjFJa2P+4vNlrZxobPKBHLtR9ErHzlUbDLBdwuZRTnCnadIAJ
lwJ+1ZxKj296o62njc/t3xfW4nTpKiU63dItgrMjl+PV1g49pweTdJ+qcSOaHaRj+3b2k0J8D+JR
fe6rYnqJ20nK7EcVCLhRi28cJUemECAaLC86pepRcXx1o669lgGR/FBtVoVOHUtdBEQcRjCLKnXl
ZCKQ8T2o5/4xYW1ofCKzGB/6ps+Q0msthAPzFDLozPfnSxqis4QEkVyuyxuzchR5h6u2zpeU96q+
2BjfpmKFg6RySn26B9IIJTb+nVN6xTkFqvpADj9qG8d/5Sgypk3OJdsl9rI8nPEXnBMD99RVtn5X
YPeOJS3m1M7BtaoENBn0muaaekvgA9KMUv/75Tmv5GJMl5IqRXBVAKo/PxsixXEO4IR9UoYkw0XU
LeEGTz2wpsvjrK0tDQxTlV0/g3u3HCfQKmgM7imNMuBN+STUBzvs8dNokDBFsr/o+6fLQ65ENJ2Y
4tDPtOnTaotjP4reLUKcCE5Anpp7pJmH8LqNtATUGkaBezBO9H2LYCDqXB54da5/2yjsqvEmFzM7
oCbuMLinBnHou6z0Kz6iGkrDNhWLb70I0An4wIguiYVJ2UrwRj5f3Z6e8oQAhX+CfOXeKVgZ/oDu
CtuF+i0awpiViqvLI64EMb5UjCSTTT4ai7BddwUAW791TwnB9CpALPo+0aKvST123y6PtHZCDXlk
iNjkTfri5NA0r1qyScoXIcYPfPZ9fx8gEmV8YNcMvkO2rpMEsIznaxgazhTPaKefQphqN7FVzJBL
cRnbxZoSH5IcZdkP7BoEVhDAKm3SN3EZgU/aC5ninIyqaa/V1qjCPcwD61lXUHC9ygtF/Hz/WprC
dQlwbBlN4fM5xogfoyoduSeHI3I06aJIwA5SjhtrubZnpmzIUq61XJop5+PYgNN6BYXSEzk2ql28
DOr+CVWJIdno4q1dNRIHCywGiTW9jPOB9B4B/bSf3RPKS8Nz6uJUd1XocEWQ05EyB47WZv9cXsOV
ky87Po5rsoaCWZ4Pibsz2tCd5pwods97VW2M77M+k6B2ydb3UX7/Fh9u2V3mCcsyOtqyPZrlI5ob
yGufXAcLyKyt1UdcmwIb/d06v0YHfLgpo6wecH2I6pcSgZ291pTpv5cnvBJHCWJUcHlIc3iWNb7J
8jUrqEeelgba8xiY2EhgJLpj+wcHxm36NIVRVX0bKzC4G+doZXsZ2uU/k/yXl/z5Wre8aLGHGrn7
LQr2emyJbwMGkHtzMLNPAsvUjU/Gyt6ShsiusCzIczXPxytCNIs631VOiPCT+89O8JT4oUD2RnO7
jRf7yh2RKS94G5UnFgnA+VhuUvlZrhn+SZlzxNdxDJsw2Y1k3fby/q0sIk85R/DgJNfl1J4PhNgf
fmWxUE6G04DPRYQ+6XZ1ZirNDU58efNNxAC0N140K3kN4AcZZnQwC9RezgeFE+QHdTsHtKXwtHoJ
88A5Cm3E3sQcELk/4HSihY9lGERYWo/V1pldSy0Z3wZ7QmtafXN1MOm06mr0Aw9ejOivNA6SC3ug
l+4FuLM9CTPQbqnORMA1c/yDkjHNf4xDjfI0xHFcId6/B/wUkhCXHFVd4o4sMCpabiuBBzsFYqFA
Ypamco5ARQK6PjZn8fXygH/D0CJ2gFOh9U8iwhfaWOw6cLgS1SmbDXCkWDDlIdPLyHmrm2kQoY04
IS6UwRewnTr242UZG16f9v2M0xqmTFdI4U7xTYD9CqIFziyiT4igolM70PuDqGIZiDyJzAgwA5hJ
PIbTCBv7MXYaRXx2GsnKAiinJmA60wHkql8a9rEEWBI8IBzW1r8vz3at42ORuZsWiZ5NG2LxkpiU
IuyRawu8oSZFD/EjfLYCy4iPBnZPxtFKELYC0O97k+5cBSHwwiuzAKvz/mwenI7O/sIVcamenJ/6
ALmuZjA65YSjum8nQEYrd/yciSn/Ova5/ZQJO7sdU8t+6PF4Ol5ehLXgxQsPXUb6CaDbFmtQNeDi
I5c1QLG++e5H6AzhRpc3u4Sa78ZYMlFYni4+S2S3NgXHN8ELvYoR7dzJP6F3wSsZTQi/RjUDkSW0
oodHjBZh5ZuwmRt0zAd12KFcb8Qbl2rlw2TyYiK+2CAY3OXXQdearp5a+a5FVA3zWVy6ghc/D9Vn
Xt7pcOjg0D9OrTlm/71/pck3uF3kHTRuFsEtsDN4RHbrn3xRoo7RwPfFkRbqnBqa8/XlsdZe7ybV
OP7JKvIbWFaOr6rA2ItygeVEDx1ubl+00rWunUlgZOgr+YuNfwMOHBbCL5mpf7dSHEybWpm5duhv
7RCXKNyNb4qQJ3l5AIjrnAGNrq5rycP4qqZQVSaobFhHp1SNPHDL0Wcf4ZrbqMz8B8wRkCuFHD9+
EQUWW1eO02ootplQy3B/BPYN5bQey4265dpxYFMsCih0fe1lNaFzqZ10veOfSi1D09sCma3eFDjP
qzucIEqxU9FvRAaISHB5i9Yunszf/0LJwEPIH/ZqLaxRdBGMXfeE6nnjH7BftHDHhNaAakSPoetG
e3It2FEK5Q2NF67pukv4IYoJQ+nGnX+atRJXU0oEcBfwQQPiP0gKU21illpXRgaxK+nSb7XR5FdG
2Dovl+e9lli8/h2L10QYDmaArKJ70hMKvw5CTju14yTksbjVJ33Y2N/V4RBqJSOWgkdi8UVT5wJu
eBuSMAV98ILabNntyljR9qON5MsdiUDUf7o8w7WdZSi0fsmbpND4+c4W0MeaerTcU4RDxU1PwtYe
s87+p4vDvjhcHmstY3KFAwCE2jMaH4sbFSUSlTayq2Y+zDeQDmER8UEe/8lUgD0C227lyZpbdLQd
PEmNjTCzcnmI4hLLwycUIutiLwPbrUSJ7/kpSh2Ys3Yzdp/VEKtEmNkJHLfWgPCAATxu6penvbKr
rwf+e9hfXR4AqZ2GXG3gzRbNIYTbFQgiakj19hj1gbRio8Ljb4Sv1UHJDy0ecSrd5cWnshtUZ0jx
svC0IpH5CiJFvyacfeAY26K+kz6Q0/uDBAVng8oigH4KfosFbgRYlBp1+FMrGXqjVtrVtTm0v3ql
qqKNo7SW/bKRAPhp8tsG8MzzczuMZQfIm5Q/00hySNSKCW0KXZ3vwhbP6R2lB6qKyAMo6jVlOcSY
YeGUwA8wAd/HDSdx4+6uXCTEqujAgkgVwIwWhztLZkTTMJTw5qyObhMnQysDNWHrii7U8IG6iuyx
kXCidU59fxEoul4dMTyKIq9HmOEJp0FM4PwsfeyhTGIBV2yBOFaSob+kBtWgCQksfJEOQJSMIepW
kdfpiQ4NHjknBMvrtk4frGD6q7M4Wb/VbDbuIIOE4f2odlgfX75HQo6y+CLTrwNxT+Ua+wB9cabb
HiJXN2qRhwai+ycCpK5eZ7HorusJkwNePeh17MimkHwxqfm8tEWPzv9uhIoHCQbuFD0I3bR+OUox
a3v41FO9cevWDsHrX7iosDkDUkRcOnA1ioSeACcqvg4Aoj2jUfUPHDg6hjIbADHEe+T8BuiJAack
ZDUm1Rjnu6QOHeM601tk5Wm7YGVxefXXAooG0UK1HdmEX7YOcFI0gZW6DFfDmb9KNYzKrkYUy9ET
BWUWPhhW9/vykOsb7logXCiRSD7L+RT9MAwCIFCBl2susL4dPELrGbskrnqKenlx06uIPN22k9s8
5JlrYZrk2okd7jq0fW9VkrF5j5UnSDgczsp/nM4YxEZ5bm3HKcvJRIUyMcjD85+YM39MeiFKhMhy
xKidGfh84Edxo9RIN23swepgEv0gYcUSBnc+WBDqdtZYSuQJnFyDz82stO3VjDFuez0j9vff5eVf
u24kvo7OwwO03TLbrHpzsvGhiL2sysMUgSjAss/oCM5bX+a1VJvWN886SgcC0NYinEGJMBHdydCA
rRTUWRNdw/LdGuATalhkV3vgdmiCaCC2aW/E462vx+URMHWBdadZIfim91eX5y5XchlqyHdNExcV
TEKWdcm0LbtQH9TYc37GUd3fmblSfRJ+GPlYhxjNVjxfS3jJSv5/vEXgaMg9dFRMIs8wYtHf4sTW
ZVedPiIHoFrhfYXPpP8F55MAEmeLcxQPTiQKsrAqwsPlma+dMZh89Ah0YJbGEjMvvyWOUJGv0/Ks
mnYYHseHOe/1f0xa9hsZw9oqA1jhO64RWJzlE2tuB3eGQhzDGzNxh2hGO8NRtANTulP7Cj8LIHrq
Rhq4koRiuQUjB0gnKZa9eMqM2LNposgiL6OUkD+6/pi01wIxzEcUdIPkKqqGYLruSuRQMdIZc9QR
P7DADlGUqjcl72WioChW56vcLE8vlP77UE5Yaacu36Osz7z3D0XVi2QGLAs3SzuPF7U1RkBIm9AL
UWqL76xGNY7Ye+hXWV506s3lwdY2k0yMOEFWIgu+54NFepfbhT8FHgmpewc5oP6N8KIdHcsJAZQD
Ta7sy+UR1zJ6qiPUXgGUkAoutrJsawTe6zrwMi2pzb1RoGJ9VEaUXG9LxQz2leL06QE9iqHauCTr
I9N5JdcFP6QvrqvqJyruqQ7JnuN0OlTDMJ6eTWQIweyPiv2YuRmaKS55Rn58/5wlsoLHoayBGfr5
KgugmtQ82xA4smivevTJdhGh4yZEkuN7Xw5ji8pDnMwfGVYAS6YcBXJo2TpEedfsxoDqboEZwYuP
qc5Lg9/fXaWi1HaVZLgx7YJUwb3v8nTXvkGgweirAyDW3OUW68gXSeBb4LVjCEOPCAozW0fYaAux
ubajlFb+PoMpsDoyLL56pFFVghSlppEnjWiexxk7WCcqx/+0LOkR0eWZfFAVJOguT2/tzjgGDSew
wlzUJTgaXYMIzegw9OI5mj2aJZ36ZXArfX72gSvVBwNF161O+lqA50Eo4W+QISk0nM8UvR8EfM0+
8lD4aH7UcSMVH2en3Nt65nQbwW51WanSU9rj+w4E+HywQsvyqIYdCEs2hKWe4WHyRG6G2UIx6nV6
ldoJ8ht1VCAn9f6lBUzPHE0eZBTMz0fW57glLSbMhqjt/OqT0HlAHqpHzFwLf1YTFfoP7KXr0IVi
QylwLJmCFqo/XHoj8IIUkcF90dtjf6BjOO/tXnSHFKGujUu5tpPwnnkFGwDqYF6fT9FXUg3RBD30
8EQAzK1hOYPObWOW7RGdmDjaaNaufDkpORJyaOdThF9CqNENK6UiD88v3jbNQ4M7Vblv7GBC5Cyb
m+lT1yX4gtipFDeKMEAtry5v6cp80RAWAqYJXSY67+fz1VFnLmYcszx0x7RDqZXkhK3p/DOBl3y5
PNTKuZVl978kSYify8zE6rDyyBsjIiPtxcF169BFo1DY/yG4Zt7XQZpe+wIg7fvPEBhJaFK6C4EB
7Nz5DKsUmaMJZUUPfej2t8ntF1c2kpj2D5zcKxp7kZMnG6doJQbZ4LMklYhXlljGICPUsDyZUhAT
wVA8IIhlXPVx2aJyb2iHVijTRkhYCek2AA3CAZdFoqXO5wgvqkoxjnJOZo/m7a0wE5CodpkOG0Xk
teNKYkCP27Z0At5yLbMZQfOucU6AUFz1rsKRMrhJjNqyXkTsouNSKUb3TFter64NqvjB7eUjtPZ6
lVUKMlvmCTJxMVF0uHLFRZfuBOhwuI0LJUTKThluJ3tS9qjhJF+1TK2Qw68LFIUH5R9e1+i9BFZr
oV1nWihszXZbYaiq9x84Z7JrbCJcQDF0SW+0+95Egg5Iql1luKGEzXSYwMVdTaNl7rEd+QAF2JYQ
IJXkEM7RcinqTIQ6hlv+qYHN/Vstda3AmsrCl+AQlbMS7SyEuYf7ccYgegPwsHbcJCDPoiAJcGxJ
dfLRT6b+nSkn3waEtNeVquuRfrebP5e3ey04GXB/pLCIQ4N2cdwKlGfRmgCLh0Zeu0ezKbunDo6T
aldE3z4wFFYkJAwkRdRizm9QnrUKCsEMpStJctNn6u/Er4dvZUP4vzzS2uIR7Y2/nAdZ2T0fyceZ
KEPvk5HmaLxJytpO9waFli0Ax+riQWUiIcHoA9jW+Tga4k3Yzkb+KYvCFiRagVlr2asPIOb8ja/Y
2lBksXSykEYksVzsU5WY/ZzR0DyJyJp3U9Zk+JxH+LfugtIdXi6v39pnhJoGAYh3guTbn88LweZG
R5hXOVlhgOdSpA4YoNtlP2MKgBH4rUtHab5z9bnYOCJyFov6BTnl/w+8/FSmlKBMULdeVNv1L15Q
5Utqq7/LTnMfRBz6KJZbUiw+KquHNmnrjS/1Wkv3bPzFKiOLalKoiZQTjm+ucZtV9GcRikMeM1CR
3ZoR10Yokx93DxXQJIuwD0rFY2ov6m5GZUwttW+tarnBxoFe2RCC0F/1D56qbzQxFDxjypbmGjQw
N39Rmmyc9lPvlvea2ac/rcqNXmoXjcb95XOw8o11NJUal2zcWlTsz89BgobgFDhJ6KW2k//IOlxn
nKFBNdlSEuOZ9CLeiHqrAwIakNggqcqzuFAtquLYD9D+CTG0+Y5atf9lbIIXkXWJ4AuTBhsTfBso
aMTItBCcuyrhKecTJHFx6qKHxTLRZnlGGpEPWT6O+q/L6/hm+3gpgZED1slLTzOXQkN6rGa5grms
19CQf3Fz4bS7frTLcGdPeossnO5ESFmaW6IZW+PK5X71OqRMFo8i0AoPojdfK982n9AaLK5xpx8w
QopUJNkn//byZN/soZwsrmgkgoQp/n8+aDpyMEO8R7ye3TzwQDQOSY0eLr5T2rNbdsXG3XgTGRmP
Zhr/6KlxbhbjCeiJGDqjU2FBZu9hSZS6inmdVSqfI7A26dXl6a2tqQ10S1ZQIDwvp4etBfWaIamQ
OHfQpQmH4oAfT35DKae+LkrD2uO1a2/ci7eDyhwEBDBGhnAml4+0aSzKzDDHwpPx6XbU3PvEj5AH
tgYqj1kVK7s4HOoNpODbhWVQ4r9lGnDlrWXnefCLOkRetfCEO6j2IaRy85xOsTodqnbz5fLmJqIK
ANNISi0A9H7Th+wjpx60KS+9dLJwqUX5G/1aMHiIfF7ev9VZvRpocScS3E0Q+0hLryLj+94VRflk
lyBPUAJXx42x3l4FJkUGh+sJ8fNNUVqby5gWwYCESlk6T0OCZCpG0cnetwMNqU6ne+/bgUWEju5Q
6+KVgoLS+dUTZoT9pB4XXlYX8wObpGCTGo2YXTt4pHzvqjT4HWIuuesz0393jDsbe9m5H/kS1SAW
c6+F933bcjBvEYifhh02pOa9XTTKUxW1x/dvJox5kF7g63jcLyaMSZ4zItxQ0ODNG2BVqdMfxh6Z
6wNtxvF0ebC1IwoxDfCxCZ/2TaXYd1Lev3FbeAjoV08JOBd0y4s8Dw6Xx5E/+iwJkrsop0O9FA7W
svhUzb0W+F2de6ixO99Lh0KXNYP81LoA64mud7/Oejli94Z9lS9Rw8rXyz/gzRN08QMWWZim6LYy
N13uzUAv0GrHgCpw539r1f89FjYAjK4wQ3osZZ6++9vB1AHF8sADwf9G59Do0Egv8Sz0aIbfa1pp
fNJwicacAKvBftTyn5cnuhJWJdNQajxI+MMyvyldgjZxBsmjwmh3pTpmeFo6lC4peSZfkfB0Hgbs
Eza+ICtRAVYdeGPGluRZ+atefZUTZE1yt3NyD8S8fR+phX8NtS6/g/KIMWGCNki1keasxDzBa0iT
wHlQdMtPZIGIyogYau6h4OxjbAMT/brves3GlplqyeVFXbkmZ4Np59OryqFuZJrq5WWbHMew1qqb
GjncduO7v3JNqAKwb2wGU1oqGXZZREIQFZnX6GUlYJe73a3o6uaPBDN7VRJDTEbgH/7SrpaeLM8x
Ro/u9eXJru4l3HpSDwkwWRbc6q4SESVi9hL1c1gXyXwdtL5zQ0IyX88t0PXL463upMVLHTY/LJ5l
pa0TClznXs+9MsG0Q2mJcruGNtzNPLt5vnFsVifHhUTaEG0QPsvnO6mZFeanflAQB6IOm6hifqa/
qd7WTSg+4VEZbFzHtcmhSwxCG7AAwmfLTM4OcISdmVyR9PXD2BlKsyu7IcwPSjS6+sY1XLv8YJs1
aBDU+d98O6xSs+u0iQqPA4uJbYxXyuzb6pNwuu4LXe/56OuN/d/79w8yFABtG3zom5d1YKl5gqE6
N9EQzqNbQiTXkbf/mdvZlnTI2u5Ba+BQoqlKvWURxUWBfPQw4cXTtoiQP2R6HCl3xdiJ6ZEcefR/
qp1Cz23jzKyuKt9GsDZUSSnCnJ8Z9PkHN4dA48Wlqn4F1ePo1606Jr9FpTlfKz95LNQQ+ebLy7ry
xRJ/m3ySjshVlLHiVUi1WwP4mt5knuo30TcXz9Bd22mlc3CGSOAbmptuuAsnRytuQrymw408b3XS
BCJuCgpPb9QW6QgVvlBQ70pT1Mp9H0t7zCR9Z6e0tTh24YwQddqjPH151ms7LMHnEuJsAzSS9+n1
rFWzDfHAJRgMdQa6BNYb30gokpWUQQe78IFpko7AeaPrJzmt5+O5aannWHcjoSe09AfeEtWhhp38
ZVbbHhdZ0H37RAvKDajv2t5Sclep8aPX9aby5Siqr4MaRDNM85GanhAIIgsJTrhLjlfj0CnHTjfa
P0kbJi+X13dtW3noIbXBI4hYK//+an0xcLFSesapV/Wt/YicODBUnAKyXVmW00Grs/LgmuWWSNrK
d43oInFjjEppdrHKda8iJRIFzJdc64YK/fA84KV7yCcIlYeoKS3clPAyxn/L9c3nsO7t35fnvfIF
B5mqk30S9nm3yL+/mvec9EL1K35Brs1OfBf1WfgZaqEzbkTglXjPOCRe5NM8+/7iq16No8WhUVc2
4kZVYDvYlqVT193Wc50UeKvhHnBzeVorBwkEGrgLPCiluMEiNM3DbPF8tRDYIvBhkmMr465T3OZU
1rzJ8EDDJ22M8t9JNcwbkI/Vmb4aerGilH80WhRW7KG3wSEuYG9pD5Zv+DNMsyJFVHAjIK6EBuYK
0oPWp2TCyLV4tbR2XWhJYiOwpAd4+uysDh/4K6w1uu+VO7j/JIi+bxyalcvCiHSO6Og6AKoXIXhw
rLE1GgzR66oOP6t6aAPaGYsUG7uh/g9jeRfLLQsTmsubunZbXg27fHZ2PU58wlASzw3qX0VZ2Pe5
0SYYvhR99av063uQLp9xAOvucjUqquPl0VeXWd5RsnnNACtwvsxNPmm+1nKk5r4MPHBg91UWTL9a
1ZiujdYeNlLe1WMEvwkEmCUBzYs1Rrs7UeIhST2ra383dYGBkx4IT+mFuaU5vXpZ6P8RgwQaXfYy
F+s6P3fVEDH4VL3zqzK702t/7HaNEnTXURu1uPeGvrQRfj82Vda5Xw2tnS8qpn1JhBBz6ok6xrTD
rlz76CqGeWpJAzdWdO3U0rom2pI+EPHkBr+6J2CDKbolRuzh6tVjXTJrbX+nVWmP+Z5iu4dE0bAa
6yuMmTai0dpeUno2qHUhk44I/fnIeRe4baqAwKX3N92PJqwwB0D4H6Nruo08YXUoHn66lHaDFLbY
Sx958E6ESuwBB61vnWpubvsC0mOKrPjz5QuxOpRJWg3DWMJJ5N9fradSTGYy4aLpYV8bXzvY+O3G
pDM+RTYfkg8MRVUS9rROEd9aLKA9c3BRLifgzFXf7/pkMq6s0MC+KUztYtyIM2v3AcmX/xttEVDb
KRnRgUQjUcNKDlu1khrGo/AHYx+lmAVUWBP5O8SL7evSbPKNFOgtzpYrYUsRWp6aqNZZi9FnTMfV
oGf0rKN3gmU5JBmMx7QBOQXYUTZ411F7oPZnvmRYbeOaAeL6LsWSewtPv7bB4FgkNJPKBe2M8w3W
qm7CPjHOvGxohqs+TOx7lIjro2Xi37x7/w6TbwqAdFwQ6tDnY2H9DBdHKCmfFLwfoqyLxb6MGgCu
VUtP/PJga2sMdgZEG9Bxni/L125qNqUy5UXs0dBtJ0g5IhmOkzp3xz6tscwFjtAN+wan1ulOYIf2
ycUBrTyADaueLv+UlaAElY47RAkQO47lGgduHI4NLCgvKlL7IY8G3d3byrAz/T9+lsg9z7St873y
JZM5vaQBwWTlwXi+1mLCbCIxstgbDRpgh3k2RHmnwA7qD8IZkcPjWTdt4VFXB4WsyjOVm/omWrRa
oWrqPEae0+XxnT+PBZbQ7jDewLFUPwW9qrxbBRyWIihfAU0THhYbfT5NZBVU/DZ9pH8nxd5B3nVu
8cxMv8CXdPZWHAxbA67k0jQyqU+TIyBfYSyilD60hWr3DBiL2Np3rTYWxwTctnp8/5nhja9BsAAF
+oYm2IjAGgPhsJS9kjxpMW5Ft1lhDMH9QI8zuK5Kh+Kij87D+N6RGYz6EK0wCaKG43S+pFEkeZMC
vkU+uLyse7BTIepNepnSKk8CNEFw3a73ppvb/7xzzvLc8F2j1UGCwvf7fGS0h1REh93OCwT98b2N
d1VHa9oKITNH1qjvRT63V1MvtmKFDDxnFXoGpp7qQsuEcUCefT5wnDtOVIzZgDR+Wz8WRX8XdCgS
49qeDe+tiZFVsoBgWND+o4O0OD84L+EK7Ya2lxjNdMLVcXyOMHrau/1kvzfcyqHkSxc6ICydZdip
6sEcexHbXkfvczgWCkisox6a432W49Z2ee/eXH05LVnHlAJn8FoXsb2MgQnNsZH+cGC1HoMmmP8z
Bms6hY1afOOcbSa0b4KqnBwkN8KNRPkva+BzqadN3Sb5jyE0s6NRN3WIm5Wb3aduOf8c9GG8RfXT
/cA0+ZQwUbD+Utfw/KT4fmvlo1tnPyq3tg55rirqDpm7dIdQQHaDYW0rPjQiDQ2J3WFHF8leyU2M
6YanP7JyHnYjhMvHzO6CxxArwquycIaN8d4kRqwrd8GUahPksssu8aRb5aCMTvZjhCBynLpIObaq
OX6jG9FdYbAaVrssGWNeDq7/TjMj3n1g0FFeALhBXH+zulkeh7gcT/FLKWrMKud9u2VjtCTskuNw
aKihAoYEmPSmSoyUhtJZjS5+ibGaroq6bH9Q6/upTbMKW1QPf5Rjo1wlTtJ+o/DQPMRd8wRQq/16
+bpo8qC8Cjn8DoTc4Y7ymIcXQ+X4/CDlRQtURJ2rn6aWWrjE6Uo69vfYIXeornduAbyjAMYdHdGk
UEEiJXGgNzsbR/nh85was3ETdE7R/WlbFB8OGcqx321s7X7bieVi2QsaZUSIPypAMkgBpv5TPVjN
v2iFmSdshtUGA/Ss/6SXVhf92ZiafM+dTw1kDPkdzCZiAmHufGqt1Q5l5Ivo5ziQaXwC6tD+xH4W
R2fyXiD4k41ffYJetHkT6ZWhHytrVFP9mEd5Ot9PainEFztSwnQ3h/YQHqY8DiZod9FcXitTkfif
BNlMcRsHVD1u9RGdm9sy0zLxlCT80bZ63dyATiyiG996dgiesyT9SsHKxbWfgTT6tl1Nv5DhKp61
zo26nSswWWg1N7iy8n6DVAuT8H9IO4/lupUsXb9KR81RDW9udNUA2IabXhRFowmCpCT4BJDwePr7
QVXdJWIruFtdoxMnJDGJRCJz5b9+s55EzGVoZCLFY8EeUw2qZBBKjjTrq5UnlbVXmombmA+bvbbP
52J0om3dm14UOPBitCvZIW3y8BmatlZYaoLEa8csdjKN3K9qHCvaJvSmIvWp+Xo3qBO7igmVj6W4
K0ipzPyhnKMbki+Ro1tua5D03nqD2MdurYnHxgzD6ELiLDTXN/PYVnV7RXhrsTcNmix3c4qn5FlW
diQ3ElCgVOTwmnLs97Rj5LmaiqIhmHfUkttZi4YrYUvd9R2lS1/tJiaIsDTlfG8KFFabRun5JnMn
r3fpNI39GeGZWbgv015vAvLsS4Lk8jpNd13ljd356M4SzG8wptC+Lvsif8vAxXrf0UNZbx2DdL+X
yZywlm+y3EmDvMisyB+x4jTTnZ0PYfIZCCh/9iam7ELQo3eC2iry9KqqsQ7vQAtMWuN+a9WWcmHU
ofPVoTyKt0bt5Te1nLsWvTth4XsLG7No23hTbh5GAlqrTavD6NzOvRyqLbmweeu3+ejd4a6qEwk5
WI23h6qXhf5koRsOxqgxiPutjKndIf3pkoNUAGrQcM/KHRKHMTwrkZwXPvyrMb736qFyt0KzY3fT
dPB7L4WqVjnu33bh9VscLdQk8BxzdC56s9Qcugc4vAV1HaaoiKbRfTAAK+0LZ9K9+h6VtdldW6Ul
TOgHc3aud4i6P1cx3+ylFHK8Vi3ZdX5uxYmHVe0so0Pd66PHAShra2sapVbslc5z0is10zP7ukpa
G4ouJvvzWZO4qee3bgy/vpgFamlzVC6Sjo5c0KvpIL5GuJN1wcgx/+rajTMFtV1Wt2yfy6ylZjQS
wa3H04WB0D+/dsph/hbNbYxtd1s6FRHA2Icgc89VGTq6X/XJ4AacWfa0j4iRKa7nQVW03DcyNtdq
oxToua9MCpPwnnAdrTvUdeRpV6YqFXEISY8ey8DoalHcEzuvRLsR78P4RevtWtw0qpO35aZp81Df
DqFe4cPkFImaPoRK3MW6P2iNU+pBMSSF9Vnl6mVfFCUcq4NTl5jF5D23h4BPr2vvVVfRRbTTZ8Oo
SJNPFAfXzcI2w/NhsMeKryaJMonUts/dtPUJFsFPUoZ6Fm90ewqB1sk7eqqmOFK/xJFU72a6g5Ev
2RfSQ8LWrO1IGdC/h6SHXZgasu0N0l2yQPVeqsb9HCvT8KIZlQEdpFe79MuA8/m1qRhxfWkRWU/G
HtGDdMHdiPDTOhy8MYgsvZWb3rNh5wx6Wah3xAun3zv0Mta1qnIvmoD2bH9U0mIOiFK19jMuz5qv
Ssd+tWdhPNb4IGgs75h8a3uaCQgOK2PIkSk6TeOXuKJEgV5HBIbWTlM2uE256PzNohqhOc2JFjQ4
Pby5xFcXQZMpxW0DeO36sV2645mg2zL5fROF5OY6oizOa5Kimp0at/FhNnJD28iWvHHfm9qpxY1O
STt1S1FVFptoGNybXpmV2m9MW2gbM7TKeG+YqW6SSGwRFryTs1pnhx65UQMZgThH6xmTiOIt7E2+
67zLm3iDJ21v3iDba7vzXGJHe4k5ftoXu1SdTfs8kWH8aOXp1Gzy2bBicgN0kr2dOrLu0QSnw0aZ
J4fgVrwX+zLya5d7dKBjm30TmVnYPuUe1KWAPpGekhWoLk9XVr2yobmvVzuqACygqo4t6lPZ6/2Z
OgidS5tE5RIUY1zMF82Qh90NglzU6zka0idJ9+gHx5sZfYnENO1GDUent9axIz2wmhmCGaEDebO3
qlncql7mWUFpy9TaGqPZVbuJA6wPKrs2x51CGxlueUYmpj9lcOzPcvoy8UaEpvNIYmoyXQztood1
c8vsDl3rTbcwEZLSH+a2FZcyg/S1rexktA9CG1jPeKrotq85CBHvzEQk1R4aVW9vQ1XAlm8qR9Eu
+97gzrpp8EnSXqcCb6RrFSI35nvWmOb6ZbQgqdABIubT48zogpDbTPXYpUNVJnvQMQKUN3kVz0Vw
ohoyjw7yxX2c0xzXisU5dVUNNTJyLboK6UsUt8pdivynveKDL8uNZuSFu7Ei4Le9sHrLuykKxKzb
Wm3rfiujmZM0M1L44EiU6kMIlfrehMPZA861Xv8jHGIXc14UwF3yMCixqu6QLRTqIfFk860Wtp2z
2N2ivJgBrPszDmhhnGAoHhdGDuAEGBsXWgq+NcjWp6PdYMpivcyUOHLZgrXoNtNjeTEovUx88MVS
ngAoVrd1ijEQLazoANRwhED7/L6+lJ1wJx2Y7mXZajofVvuQnHcK912/9KLulH3oqiNF73bJtqJV
DWyJynvNRYD/EHbelM0vaWQ1/VkZtfl9jU14dxMaIbu0SyFAfDiLdNyVbWtUfiE695TrzNFDw0YA
d1mu2NiXH3WRCc7QyP62tZfQyEmI5th+0lovE8iXTll6Hr1ThgJQo3xn4epHD4xlcxpHbaW/cK6J
p2ZqowsnTuTXtpqnfl9pTvaH8TFMMQJZXNbIzgWJOYpKyjD5yriaxK9ebsaWrzjVcK1h/nvZKhhj
RRWREE5ZEccxtlp14gM9ntjFsxyGEnW2S2N1hSAKa6C5J5X0tW2JgA8yIsufC0DFjT3m+Ylb309b
yl+vRnxnOPuQSaKjUQCXWQ0WDVh+znGivowpmWg7vPJEdzsqDTHiFheZYWtJbUZvxEZgbYSeu1+h
Z/R6AJ6E5GlS8mTM/RTtZ/45rnF+s/eAuLO81ivRaWcEUNve3UzidkWG+JKzLPzKMOLqezJVoUV5
3iNPGP0S54fkS8VJFm1DjBmKa8/NiyLQ4S5mW73TtWf8FQfNt826hjxZ0UbjklOlzXlZxHN8b8rK
kreR0MtOIEofu3ID+1qNAoWEbcUlEXwI00Nhwmf1yyTUiT7G0FjZOnpmpX3Q2r3m7HDkJRU8GM3G
wciEpQZCvi16q18Cv8tW0EUL06pv7syZI+zRC6NCvDqxtJo/xK6wVVnklaABMPIhEqyxK5yA02SQ
w/RMwyDaJrMguyhO3GtnNl4Je1RONLrWG4oNpksQB4AYHzTSudUiaGU8akPcqs9KyV1hZ09ZtJuU
TL9VcyuP9qo79xvdzY3Uz2KjjvzGLjPzxB66/sb5HaDjokWk60O/bQ21DpGqRLkn9OfIjozAcbPs
nsT72AfBNyk5EPOdACOPgJefI9LbYzAkWeYRS7bSOqtOG/3ZMakqkhaNfx7LZDeUYegrgz3vMYfT
ApG0D0qipBdaZ0aBW+en/PR/8+T4yiDbgZfs0lFcAbCFFRecFbnxHLZJclCRXm3NXk6fYF6pF13b
DWcfFwBrVyH6Enyc0IMhYeOufdT9kZPTDdZgm89T6jXfnDa3rz3uPfYFehpH9ZMudb1N22Zzviea
S+GKKxW57fS+mjfhAEFtB9kiPAForNDTf/xSPy10QKDgA6zO0IgEng4RnvkMDygOdIxvtm5Zd6o/
92L4WpRYFuxmaYTq44nZWPpO73bARc9AAwU4hf7UUZu8ySYIbp5jPcexGz5AMpHFBtvM6qyOW8Pb
xmU8zZssTOPnzCvlI+3TdIskWNX+sHBZ3go9I7R7OJADtKwmAOvQMrWG0Xrumt69TaXuBKEX2y1F
YO1QdLpl1u0/fvbVd4+hFEpnpOBg8TDhKZve1y24EVqVnqf6I2PFl1rrK2TSvEX37Rf97uORVmfa
0Uirh1MhdaT5yEix81oMnxrx3MnPHw+xWkBHQywg4C/EAN1J07IcYv0xvBKbdKN+RkJ/gmS1+lKP
hliBbm2MYN5SIv3RyhazlSBSzrE0dE81f049yVLA//IktjMiZ8PB7tH4HJ05d+rn6eCdgPNODbG8
r1+GyLqhNWbt5xAcLYpP1Htyc2qQnzvXL5/W0Xwt8/nLKAl0SqMiO/6xfqmv6/0uwY3b774QOmt/
SxQ/efIO0UY5cOu1qhO7+6ppcDT0MgG/DF2PeuyokgWn3WTn3PysrXUVn8MB/L8sOraPpfsCaWG9
IgwFeCrnCbvz6jI61w/1Idv9e0OsVoOoopybc6I/DtvxzNyAz/nG4eMh1o4M/5ytfz3Gajk4mRZX
Cq2Ox/Brdanvy6/27ZD643kvd+1D/MWc/fYpPsEZ+v0S/NeYq8Wh2FVrFMUyddto+4/nqjYfP9ep
IVaLoIk8VWkLpq78MV8oD8a52JenDtNl5zpe4/96jGUh/rLQZGxWjsQrhIUmPL+/LCYfbrh8rSSp
qkH2TX39955pXatl5SjjhPGmKUA+X2+UKvDu7S8fj/L7k+F/nmqdV6jHnT5wHrEgMv++ONe+el+j
DS7AJ2bvxAtaX5zLKU28OGOY8kd2Vr5NT8ph2n/8JL/dsxG0U91S8B+hHdDy5qIpM/3Rkeel8tk1
P1vD7BvD8783zOr0ISQ4xLyFYap461n7NDuvqiA5aQi5Xm14QNDk43aKUTTlorV++47sRpmr87PX
uLHwtWTsPoWuzi2YtkRs7kpRchemek7OFBg+YpOBDvxIMmlyWkGfePmzp16IhZgALRnfbH8QRt8v
/mkYpZG2ofbsZjmccXUUN1KplI1F4pffOfN44tha9rpfPzaGoG7lgoKiBvBqfVHhdsavk3nx14gs
cdMP0yRHfxo604laYvm934+zhLMsHHkDUyXcMN4/FyHTtPJMPXzuG8L58MT21E4970pldrXAqcrm
D2m+8CG4+UDi4S5ON/SId5tHsZNEMq++GnVhkUasCzVwFSiwjjWjG0zb6hRmtf70QEA5shYDDtAN
4yiSucV2R50TI3lpdCW5mOMsubERQlzRBHFvsJMqL3MReidq3KP3B6kYyAjtpQmsclRrF0aujgrN
GjAj3d3WI1GokAn0E4fy0dujkw5xBjAOthlA4GpVKpVLk7bQxItUCLULaNuVn71Fh7mflaE4cTwf
PxKK8kVQBqK6aKJXg7kVtAXYcsVLZYvuUhJn+knU1qmJW5czy2TBPoAcijqfJ1qdZGo4D40CCPlF
0+g5V4ptXfVOop05k9lu+sSe0sCMMlJ306K6//gbX9MWQfeIJ+dmwk2R+9fR2rTUPKuVOHK/1DEn
j19moytfnFHtzCtRxh1IuCuXxJGaqBhxDxiKKbFvY1CsfM9y/tqJCf9p9v/u44Sejh8OQAE3RZCL
1V2CQiWkkWtGD61CryQNwqxxxN7q2j76VMyR41zIVpjaBom+bIKIxonnqyYr77PE/K76bpVqVloB
QJ7URt+OBX0C38sbuzkvdEziNsLR2r4IpoiW99lkNql5igu5XjScR1it/pTpwS8BzH2/v0R1Idu4
MeWDhOi8g73k7FoaqCdq4PUn/nOUBeXnsADmc1cVlp7KmpZUKR88APx9RXLLlSwVcxd6gwVJaBrE
Nquy9sTeefxsizEHhBacqYlf0ldLNcoso3L4BB7wPe2MzTRa6aNlTkZx4unWB/tCmYGew4G4BNEc
6QDr3INKMmTml6m3lWtAJRo5PX2NR+kWxD7RjCoRUn38LaxnlDE1LLNgfdNeOCawSTaA2LUL9wvY
URrABgt96GDOOX194xDOdn1lEjJ/+HjQZTG8X+8LcZUfYy1eGbQ13i+WUB/6fK6a8EvcxFa0kdgs
58iXGsM6o9/vOvt8wIXzkBS9KnYkuIpwow/lZJ/YVX/3a1gLHokZFRzeNSY5ZKOMrLhTvtiEztwo
jngBsGs2xhR9MjA1xCrT7jZTno4bU6B0/XgOjrZ0phFAnLeM2gicerWo1LQyrUTVy4c5wzOObmw6
jjurDrE+FZ0dndrUj4bzsGPD84GNnfAdpI/vp9yNpAO7yckecgKQYfE2ApN1Ja3wKciY8xM77NHm
zmjwwRe3SlQpR8ajvdmGiulEyhezdsR8NyitZxBY1tjGIW5rD4sbOdTltlTpwm7LurLCTx/P7vEW
j9X0opIjuYpgQ9bY++cdhWqF0szlgxFL5VoWnndp9ql3XU6dFfDs5oWRFfonLTTja1OLf+haW+w/
/h2OPi3MRBZTQFwsl3N0DX95VpGZSlRz3eS8Tv0iMbJtpQ/Zt2GwxLlZR88Jvi7bjwddzzyMNxT+
8LWpvWj1rKFXWsJ11rvD+GCXjnsZ5onoXptK9/IgMVKp+rDHx2LPGTvsy4luwIlVfTw8WyTyCZQc
NLdgcb+f9sQNEcDPvfWgW7N32URd+WkoBrP/RMN4/jHoTmtvQHGb9npqQu+UAOvorQMzsux+Pjcf
9tG6A5rRjXxKpgfDKA01iFPdPReZ22XnRg/3zy/bfLoW0IM+p3Vjn4t+Sl67vq1OwQ/rnXz5PahE
f0pBEcqvq23F0gZv6mr1gSxUgipG1SITdRzyqT1EcGkzX2AT9IdQHmcjEgQNxpGxcB7XZVs3FpBr
YEg8kJrmblqz927m2ntzi0zZ9MiBT2yevzsUrWWRsaFQu6xZukU34OmWeAYbSq8k5zMWtU5Q6FL+
ofmQYywKcTTMGsUghfb6htRA3TLyvNMeomwk/k0Ly+1Ac9qPseb+049nGYoqjGsY5EpzXYd5XSpM
2J/aA0388tKY8azrBjP0M4uXqGZqumkxdHjNe+8UheF4wcAIXk4CrI9YMOvvRkNZmzedrj7A6nZ2
Wst94JBl0HQDMi3se6OD3/nxRrHenZhW1idEXcRCEJG91ZfKjhAB9KnRQ07PeEeXqNuVOpy9GdAB
UZa0NrpoTiWtHT0mpgoMxeHAUzLDyyn1C7QUCbUvJtHND2mp53uvaZqDAvXrLCpUe1uV3dPHz3i0
RpGtkOiwZGbj4HJEAFa9fobaLuYHkcXJ9dgbxhZkS2z+D6OgNUMfw/o86jWGEc36Di3Dg6eN7WbC
fRYuZDyeqJn41ZmcX6smRBOUaRTZ4BPLyWq8nzyrF3OHb1byJVSk0l6EckJKZRtlnb2Odp00qh9n
KsakvoHC10t9zCvwOZhlbxVLqxoN2rcpTJvpzB7wsw90wpPQ3+FzUTUByem69wpM70yZ740kcz3h
24SRf6DE9iA938RgV+EQG217Dox5CIubxii7NMT7r2ntvaziDtAuXWySgmGSbHKbEMnZNAaj41TF
RVSFcGOIoTWA4fYN7rAwplIs5m2wcxcu4wHKWR03flhaWFIFWAX0MyTB3IQxd9YhT4Q9NJV6rdl+
DPEmc0Aju8Ty+8GQxaWXQp27zulBy2GTFelYZ1urbtzsgmjDuHxKUr0sP4salkV6gHlupgJ3PTWE
7jmRTBzFfqXp8Av9uJNFrfgYKeWw5kj16blQKa1NBMdg1fUB+ERLH+dUR23vx2HF9difhyq2O65k
gCJnhWpN8w1pv60k6Ey42Q/VGDw4FWZU98pNaE0d6CBainQnYewmb2FiC7FNoLFpZynCCoefNPIO
zwerncMdN3w7/VGObabu6jgfhsCq595+MGZP1r5hZXqxG5NyVm/diFy8Sz3KrQR6nVF1WeTnRkzM
G4QodE6+Y5Kgd91qYY7GcexQnZ7lWeIoZ1EE+eXOlHlUPBOvjtLKG73cus0k5LFnVQXNGQMtLbSa
kGgnNQ3JIhFldNBIoPpOOw9bxrLWx2Qb5sZg7awI6tne84Sibia9GZvPCB4asZ+otuN9BUg6HWK7
wpuhGo0w3fQijpqN4yqRGQzhgEF0FxnEwsEf84ZA1gZ8UDPsK3mOBsZ2P2eu0rlPUzh5cg7Snv1t
Oyp5GQWJ7GJrn9RqEcOjtN1+R6UyZ4HlNsj/8tmVvT/xs5NNr6ljlAVeAhEn8c24HJzJ1+3BzQgh
7OD2bvvarlENIMFop1slVpT5PMRVtL0Z+k5PnuFLm9Z+CF2n/TL3uYGOPcrHwS9yDHleohTy/xaK
T1cIiq5mYZaD8DXqfWzWqe0DY8W2uzUdDJ8oS0rT2BGY5xRXCtxSC+zD7lVMCKKGLB7hm/lE2eOT
akQqjYHBhrznV3CHw4jDSY55Se+pWwjFY3FXtspcfa/BEzKYf6Vp3U6uVltqkMCR0yCUDg7UJpYf
bMB6NqcyqDLHmkSg5ppsaKBX+Bljgy6MBIr6DCfoujJjB3VnnoR9+LXmV4IxqMD5Dq1NjnG69zrU
IhxfzH4ccXGJsE+YiB1hI7hKs7CIDo2GVaEdlBUBCAu9VRXavVvEcBtN10n1wU9ElM6WLx2r42TV
RKRoZ30fSfFNmBahm2eZnjIfG73mRvZt1jo32YrYibzXj3fy1SUJMAg2Fp1qgDZE5sjb3++wteVW
0nLa5q7MhAwwIlR81QD+NutCOfuzoTjrNVLdsMXjIgzYupyUv5yEs5FGIwurvBu61DjAbcjPWk9l
PRJSc6JSOzp0bSy/fuqplvRqaNrvh+IVpTDqc+Veyxvh+oZamEZAmMp4ZecJ26gqquQE/WY1kQ5i
UayxF5oP8gouYquJnKQxDbVUimfSe2u8O0Abs12nJMb4hg7FOuUQtb51IISB7QPRByrdolVd1TJE
dAIxYlj2jKOn5wVdWMn4ezYawr3IZM9Oqmep0wuW89w2+1i3Ru35j14nNTcxiHDNqG2Qdh6RzixH
rQgrS/PHCpb8oxcb8Te0780n3axRT/zxWODcC30QbjiWZqvJNRp0I1PrpI9dnjpnZUWg1gZIv+39
uKiJ0Pp4tKO5RaNNv4BLGdcLmDUrnEI3JwWifJc9akMJOd1DWXnHFaa9hX1f7NF/6M/8qhkhDU5e
Pn489prQtEwriiCUanDbKazWAsTEtEAOqH0fp3gI7ys7Bb3YNdFYVchVFWF22zzCSiBAsqS/lXKK
xgJZTkWqaaDP5qh96p1QGU9A/trR6gbgRPS9gJjQGY9ypRpc9CA5S/UhWVJGkn1sCRXlh3Cpt27Z
iccx37UT0MJuqmB2d1D/Q3V4iDAsK4O66fOmDJqQBBqmsxZudIZOWNjRBsY7O6dRDWr+p98jeDez
BxkNGhp3h9VLJJ1oWnxG9aex0Up7T5Rfpp8NlUd9R90Xn7pHHd3DARSXq5qJvBHHPbp677ecpGYl
JpOlPhXpbBrXdC70cRO6RlPtkrEuyHoeIraHva4rbar5DltQdBtV1mDs2IAR+3y8jo7WMEEmOA+D
fS1JZ0dMvLFW9agln+qpaUJnq+XZiFam7PdWqjUbHb3+LpytOhiVTJxo76333qX/BX+au+QCvR3d
KGenVpKKs+4JhhhVdJuizN4vmCMGKYViPPfQJosTvLPfjMkNgTYmbxuXzvUXW7RDMxdU9U/O7GQH
ug3JwW485Q7ienqwOz0/ATwsi+fXewnPiKszzWiAPhvQacW5wktIkhc3NpClyxB6qd0XD5jYhXLT
1qUu/Wa2JOLLIjRPWHwcfYfmcruj3v7pT8C2+36VDbTBl/1+fLISyH7ndeop4ipOxJxuHJGitvt4
Ff1mVS8mCAZUal4p9inrB6XBWAz9IJ+GNE2KL1YZDejpaleUF+oUmek54AdOr+VoUUEVRduOmxgR
QRK4ZZKdAu6P3zK1A/lDgIuc6pB13j98kRVunPVD/MTNV9tMlh0eGuNaOkYQleH4Z9UKC5eiCJ8E
viAsC45gvTHUYRI2k/eEJ3L9pawG7Tat7C6naJyjuxPTvIblGWxpUrOonMWXYQ2ehbZoPbuTylPR
iogro2OhWkqCNLYQ4260craS85JrS0H0a6cqKO46L3+oatqhl5WhRFFLA013y9Z3LTmEX9S0HpH6
djV3zkPFbUu9JLAozs8LuILTUwcx2/oSj+6pRIij5QkECVwF/ZF6YMmlef+G2ggVnyNU7ZFGjhOf
szbqZ5f7bnyhod9TTqAQx6PBtkR1DeTMKY05//vRjEKqjR0X9iPGXtYjIsIQuZZibWuUPCc+hKMX
RLNyUa4jIwBqxOTv/VCTNaHjC23rUUjxo1NNGeS6TrKi04/BHDWmn9JaPnD0pttoNk951x8t/KVV
iloIwi+VJV/A+9GTsUmIH+zdx3qqlWI7d57IdiMfv/DTWhHhZdQ54sQTH42JNoV2IwZbHKIAhKsx
O0MhfEpXlTfX6kjd62cjSLsoOmcamm2difQEk2w9HiuHL5trCDU0n8L6484SpMQYyOuvvW7fum4f
nZNb3t0PZfFIkXZKCX002gJ18mwUWiwgrgjvZ7RqhjYjP3N8c1oV/sIsVfSHTukle92pkmo74YBw
CvBcg1l4cGJjuNTK+CvDU16NmfetHLpsVt88LxS33MjERZeSffDxXvKbJ1vOhwX+YyKPrj7I3BJh
uqX6pnRh/4D+C5d8r8k35WSmua8r9fePx1t/hED9XOsWY2XcccFVVx9hh06b2jTM3pCQq37txfm2
J7jR79N6/sPKgqFIz8VMBTyWo3eNGIOzAbLKvH0Toy33KsYVex2FbUUleTWNoj9x6Th6XzreeVDK
OUz4yfzP+zWSTVYUeqk+vWqzIw+KCeBDdFi1/cP5o9Bfbt4sf+5TfOHvR8Ezycw4fsa3xulKpPHF
fEgUPbqMUaY+fDzU0dLgHYGj0tFeugtHn3RYoe81Zqt7m1ovx0ypOXcjwoGQ2rTxmYzsE6faukjC
FZC3RbMdecJyb1jtIGT/QPHwkvEtIjnhiQhcki+0UR3QEnfOKLYdoBzeAVw6TuXgHK1J+goLoLHo
zJbst9WcmkOlTrMrijev5JDzKeJCf+YmHIw9QtwTy+R4VtlKFgsHFstv7G67Dn1D3lnTm5vk+pmT
TDGe+6VQvnmir0nCcIoTN5uf6/zX6nPxbXJA3ZEQcuXA8+P9kgG9i3MtDJVXLBDdEb+DXMwHPAJx
xwjcXIaiCZx5yip9O8smHw4VQblVIOqkjA8TVt296vcJqxHXbLctNm2fpKL10S2ItL2gXF+6IWqi
Kp0vhBEWmt+R2+xAS8oTD3iol0sSvVnHVX//Zwt04YKwaMA16F8vXIH3D6Y2WlFMtoh+TKE23eHg
kJ/l3lRvR93Oni2NlIiPx1uvE/S3GFLpwCgLNHUUuKN2lRLqtTS+hiWSMRrao4+3QLbHEM85dYNe
7ybsjWxfyxa5SPWQ4Lx/tjLhIzC5D7+i3O7t75WK/TTX5CnqlHzTRSAJu2gmUHOnpxYnYdAnkEhH
P6k5pvFxavtR5EGhJKmRbho4cebl7Jmy89l63fzUmj5CIUh7hzi5OIT9FMWu3wSnZtznYZW/dcTU
DN/1GnEf1sJ9NqCNBqZWcHxq1Ox7Hyno/LF0baNPZF/VYKoZJWy0F1AEilP+3asdZQEr8dEi7A4A
Ap3Neg6t0FTCsNLau1JRxo1u9N5uytv8MJaiC7ImcQC6Yu/EBr2+A/1jVNC0xUd/YSIuV+1fcMsi
kmlo51Z7x30bbk46xGc5ASrnpQ4CIq2hv6B46Hcm2zb55Y5xg/TsFAH6d78EDbClrYfUbWFYvP8l
8lSRAP+6vItLxRaHjoun6ou8NMMLOSW6fgFuk2p3UkvNaROHukx9EyOI1teQTtcndqDVlvcTNOY6
uBxZUE+P2nIdBillaHr1ndXRowm4A0pSUrvJ3TskKFy3URKfClP/zatfmu6UUKYLMuatXgKs7KEa
S62+y7rJuBXDiGlPn40kgHktVhJsgHNo6vuP94ffDsrdjBYnbXJIm+8n3ckatP3pIO9wNWwPixHS
XgXcvVISQYDy0ljBe+ZU7u1qo4BDsuxFC5BBEQeQtEz+L8tNRcOpD6oo75I8ia4UT+u3XRmfKkaX
w/eXM+TnKKxFCN8ckvD7Vo/WagkfaF2Ju7GcYsLhm7e5UMbPrRrFm8jDqdPoauiGcVqfQdX8+vG8
rvbdn4NjBkgTnj0MxEx//4ipEjlpH5nJnTJ76SdOMiXwyrk/txJKoI+H+s1sUnpgiYoyGjs3fTWb
9J/GXLGK8k7pO4Pe0tje6LmXvXw8ym9mE1LIYqS9+Kjyn/cPhANQqDaJUt1lGkKyPFZlkIahvTGw
5Nv2nVmf9ZNJl7pe9NZ4DJxaM+sPEvLLEqSwMK6wWAMpX41fZ4OBHrS9g8Lb3HiFblaBAccXGiw2
Iq9moronavG1/pR3yLWLU5qaG4IoPID3QwLFVQTC691dPyjKhWzgG0KfmAuiaXD2hVJIc+Jq0sbk
u1e3xTkklvat8+LibVIz57WxLDx/f76E/3wb/1/0vbz9x+pt/v5f/P9bWU3Y1MTt6n//fpW8ybIp
f7T/tfyz//lr7//R32+q7+JzK79/b69eqvXffPcP+fn/HH/z0r68+5+twL56+tR9l9Pd96bL25+D
8Jsuf/N/+4f/8f3nT7mfqu9/+8sbuvZ2+WlRUoq//POPDt/+9peFfvufv/74f/7Z9UvBP7uaXkTx
Itf/4PtL0/7tL2yZf0U3Q8VhcY/n6sTSGb4vf+LpfwVxAuHiKsy7/IlpiBLKMuO5f7XAoVDTQlWH
MbOYdTZlt/yR91e0sdQGlAbsUpSh9l/++xd794b+9cb+A/uV2zIRbcNvs164OE4sHE0W7dIS5J71
fhXFFriGaZb22dKlmzezFiApXJyIYAT8Mif/HPrXoXT6mfywX/c8BjEWpTRsarZ0zCHeDwbagYbC
Ffp+pNLqLxudQN6dovfUYcUsixuvw65j1+X6ZJ9rrtZG25w6Q27ceB4uBmwMzMCJwqH1S7PS76bY
kY8AXGLiW++tN3Uw5dM4DVX+ZXYnnJWExBwtgJne4LkE6q3unKIojE1dmXmymfuO3rRDn7kLdA2L
bXRAlRT7btLpmxtZFWubmmDVpxgyMkPOvEPfQAXR0vMytX1R9sNuwlyHgHmrjSp/BAEUZ9AZ5v/P
0XltV4okUfSLWAtvXjHXypf8C6vUJWESn0BCfv1szWtPT0u6FzIjTpzYhza866Mg9Qees1iIJr9x
+WX+tqWD98OYhtVMerUb3/zGykhs1Yx/mrlT37CFXD8O6yE872Uzg0jTpnWzNY4/HYgaLv5a0MYO
4S58/BezNztHCRxqSXVk10Hcl2u1wfEuTfwLTdDWae8u7n/DWkYfo+0tZixcZaOcmY72Y4Jjvftp
G7i0NXs8QUyG4DIl4TAUH2VBbxCXNt4+LCRTTeplXVl9Uo/d+gYEcJwS4EP+8wRPYoub0MXtU+XF
9CJNW77auxh/yq2BEzNpJxgx1GDcwJHg8SuVrqWfynz1aYgqomrjIEC7Tntz2L6MJdhl3Dq5Y8UY
w9wmVUvb3/dQHOiISCr3Y3e1JpBgLUyvBFFEXH3M91a8gbXek3Iw23+j425TTPYr9BbGocO7L6zu
2WML3iG0KxwBb4V1fQseuiruV1bB6hhLEb0WOCzv305hNcV7HWBhnUbz3TOH8WHfqX5i1Q1bmQB8
HpeDUW/Lz2+nQdxpoyKNKWGvzg0b7+oSLuiU9HmOsX17o8WCWadD+wc/rnVuKhBoJ2nDqktmxv5L
Oil7/9Zqb0CjE9zqxt4M+PjSrpN/zZ1fOxIjyM7K9i3S7Yk/06xxy1ODxdW6hQPtR90ju6Iwn/d9
lv9JSyIz+RYokLhl9T06sCMhZ3B8aCexUUCUSlya8jUuWuHcj4U11ulgmMuTHy71+8y2b3uZTKN+
8zdfhFlOp+pgI5Ghzc5WWdfxULZ1nhSV4Ofalt8AMMnFUh7tgtHJg/BXuOueGuomgQ6zDLc6aLf+
5BXmeujccfVjIBEee27VsD3tEiJfTLshhoSHumN4Hfq8bFET/BfU1KFZsNIRHNDckRBKdvZ+oYZr
OPFVTrWJX4LqMZ6kHuGZMCzusnprtyplKVZ94b/dP8aNsipurZkKrt2nkFfeNhWBqpXCbIKybf7r
Hbu8DUK5/d2bdnNTv+krN7bA1axpvxS+lzXT3mwxmc8ayJ9rz8ad4cvlzi+Dck50aK5DKvO+8WN4
EBwbQOejNQGKlx8pi/YPItihADdjkE/A80ywKE2k/Lj32/4zl70699h6mnhnGHI19RC+iXaomrgL
JAG0avKsm8Jw3ctAq/ccte4cpk6XVzrJmfTXqdF5xstM2PkQw1/fCrDrZvjL1NHrnRlu6IE71MJ/
ciOz77xzvA1xIUz9ngtR8/rt8DnTaFPGy9j4W36MynLYDoVvT2Uy2X6vD5yc23yaeCKh51TN+saP
5TM1at2D3TPD8rjwZe4H34yqJgGwaBt0BGp6LDhujJe17BcAcJh4iniAQNZmoWqCe5zstU6mftTA
oNs2VEkZ5Msjc6x9TNxBY7fdB8sN0xbD3Bov5RLkcdB5nLe7uSKxeD6ie2rugx+lkfCqF0Y1IB6E
HOavqDTbPjZZ8ao5b6UbJADNGIFvbCbdlmUwfJku0ZMxOMNwzcq2J32qHSVBu7uK7DFeZgTquKgH
qzn7Zc0hXdqr96lFnlvZ7Cw1sN6NdxAaYX2s1eDik6vWqDnbgz+sSRBa+r+QpJqHbm+DITNKOLCc
ye3qpytnmj6EIFqLA0CU0j/U00o0QVv0pTyDC1kC9r6ipo/laA9O7MyVfqzBWjan1lbbG4zYyQPz
6kcfQYfUmMIR9mQymTwLsZNvHNwy1J4bT1QeW2ytPBlx2ZMkkfKZtk9s3gxF2nLs4meWNUFYQwHz
PLY3r/wUWyTfKya5XQKnwcPr12/rfbFjqkqEmdt/dVVQYTahh/8ymuF9k8hWrj9MhIm5hQvrrQdj
Xtozyk/jXKqiGqJrx3cXpf1myTbzmq24mck8s3j3ilnH/hC5hE+wihYcWJ7r8J/1RZMFO4siscZj
QN7GErpr7Grp2gzN/SFIIOvmfZL3zhwAF9WuinXdNn9yUVrQEVAxnMQbek9flI74zfVim0gWYuZJ
6wsuuW4zxc02cHKmAybTJmYHJscAx7FvIVR2/qPTR3aXSFe1H0Xgzn/7brTXa6cKuWBiGMOFOqkZ
u2zYCo41Qw1zwsuDgy/s+/rV3GlH4rKjNomtzS+Me9cp1X7psV1iE2nyMk+cAgGx2Lq5TGesrWHS
KDnsmd9N/ZJxNUzZPtnhl+aAFpk2uhKQa2ObZ9JaKzNu7Grys8BefD4ZWec/vl8RNRV5Wp1cMUV8
f80y/vE7XaxJE0lgU6MRUfDIsPLmi1LjUh11r1ZJ2Vf0hNRrNU+xI+1lj4uNDSQmmV6YycIO1+uI
lfNrpSXhXo6a6VhLp73knRtcGkdU1518OiOxGFEzeR/1/o1DZ3/pBccxCMMvf3avpTHdztL2gDj6
I90Z853po2sH40POlsqCoM0qOV1Kt1XJb7L4WTSmmSzVdCBPazuwEFZxAW9HmJfRKRyaswjd+bL4
2D5ic9H8r3Nrmd+ebxe4eTltSyoRO3ZBAwax6AnPQq4qxI+GdUiC1TimylMCx05jpKzoeiJbNI7K
eOVq5jUyFu/GGjQ+x3KC0hT7tcnUFwk7SDjs/Rdnx3S7RA9i3aincivIFtLBU/aO740hMBOrmA9N
4TsPOHMlku1CCRSzybdrqo+yOAyTMyYh5MC4ZT2FRc+u7M9tuWFtRhbIqR9tH0CWJV6HQOwxxcpk
J5avvGTARBfTO4A9RErPtlrxDIftkNhRZX3lofASZiSbk+k8Gk67tRTEwAf+R9h2HOpGlreo8zFg
sTHu+/3AwwU3xB8tPp4O85AeAy9WAZFxzlbiZ43stxb240F2At9zpc38Xdl1lW1BcAY3tm54jykQ
WVcw3e9IQ2Ud3aI6Wca6Bkkw/f+r5b5NW3yat+RxT4mzlCqWlWutIFOc5VbDONVYe2Xzl3XX6BN+
52UMDCeuVy7UKa/uxnzt45AUtTtPh3litvOxaXvAPjWrrbG9iuW05KFxFGU/pZEy+JCqWR8COXSP
WswGbL/qIKfmwWj1ZzTX459xKcR1WR2MrbqRSVWNT7WeHWATtVg/5B6IdOoDzNJTMyLmdeNpDAZ+
1uDp/q13NS+aGNN+7CTuctnar3LSs01NtMy3GEUNcLmjeHa0czMOi+ZfZAZBmhm9gMkqibWMrxiO
z8tatY+abi86TJ3fn3ezNo4DCP8tLzSsNGNKndnYktXzs13qu9nteKA0tcn2mwnraPBKU+X18PG9
n3oxV+Y68/6kpPVJAV8VMQLXfqI3WY/SyP2DKjo+errFOfU01lbK7eVlM9vmcYhg21KDRYfFqfPT
bHAILNY4/Hizsd+6kw20wszXVKqlH09mSwmxTTmn6RhO2dqTwoTzoMhw5j2bHMG/ydldWce0B+rU
t2NWh+3X1EnOl4I4j2Jwjqb2Sop0ilGoRjRwupqPY8fxUJdWFNuen9alvg+XakjIrnGvmAOe4F8+
QvYtknZ22HdwOuvO31vjuObWkYP7zYmqS1dM/2TVZLCBMaITVJ4RP+siVdYHd1+ay17uz4LXapsM
ebWChnfT3zNCNz+i0T73jv5LCsrXbgFnY7UBK/Zu8lI6IxDMPfTLNBoCCpXR+3GgyrIUH25Z6+0y
mXkCb3eDnxy6Sh3s3M8ZPf02HyzZxGjmG/SXUA9pHyiAtxDQk4YrHdaJsXQ3VHf2efD37qCa3opZ
2DusbvvaNoM6rzgsINDuZjJqZ8+mab615OrEXaHJ9poRh+PKYSu/Wv0twTD+5e7qDZr1FHN0TPcc
SZ9lsD77KNYYoctaynSvOmeJfzNjbzEybAn72sulpRyNjaZh1V+7v5Z79Tx24s8yBA9zZT2Ci+az
ok2R2TK2OUlR/sMYNsZhtmtKLc4CnjfH/tbePnnZzLrTMYi6T9nKa2BKPmvB6xVV5psj942BUq6T
YHObq2Gp+RMh5F8VRNNxcbseBm5n/qV0uOHdyWPYrx+hwb5AtD70PhOiQs43HT0fEtYBA/56nWyv
m2LV/DZja/EWuIv+wyYoUXOC7mnMnVNo1+pQWUb0d3GEbGOzqhfimda1OTeS5HX6A5u/gTkwf1c3
v7UyuvmVT+PSCQ/uKr41lwkAi3KSqd8b52VwL6u2R0K3wwcKPlIfgymZ2CZKgmCm8bKCI2+mTCfH
vfUjMcd55Z6boTcuDPO/GUWRkyT4R15LdsdUh302LeT3ipZ6lU/AVPHqAQSxrTJ4QXW8jKo/bwQO
ZM1ibNQO1ElXGDbzQTdelDpO3mSGSYwzrk+aLwZVErH8OE985V5UHlXpv1dSxVEwXlnUv/ZR+5Fv
23pTBP5/AAAuo6n+RT5oxnGY70N2pTEuY3O7Gob1WPi6vh13IgH9ZTvQLxwmNzxZICOTyhbBTdvt
1Z1dOMeJURn8gl9WdRmG99TbJBsElLb1bLzD4lAxW0BTFla6pJhsnvagcLmKhPsOEF9Q7DWnfDef
w6B61HuPsw0HVfu74hHDfXeTXpJxZNc/hVY3whqKo23+Ljraw1Cmntppx4vtVO0gVJpqotnz3e1k
Oe2SYkavk9Ae1M0GKTrttPW2z0uZUa9Z1K9GjlUwaht5anlOgZJZMsa0rz7tABVX+ouZbgX9jtcv
67l0apknKxRfVlvoWtKIhcf7tjG7m7ZUv3G6RfFZlOueQkEQHzxNy/sigzE2tuoh7Jxk6WRLZ9FG
dxpI/uoO8KhJVWGSgQR2t9fQe2qzXQ/73NePgt6l5OAZzcemXP9ZrZe2kamhRzhzNuUU+T5BCqNT
3DnO/DWwqXBUlnE7dPOc2kYBRbz0Hhfo4K88wDdN2BvPEa7fm4G1j6SPhP6NrtLftnZ4JKSi7crr
R7cEo43xLl474OZJJMKdVIHNMb/F4rtn1Vi8vvO9s9GGhlql5WKFHxpR+QSKVcclOETO//FgVXp+
R/3f0N17n3FdNDBD7o/h7NfXsV9v1ma+Fbr4M9c1f37efqplUPHOkEcW7Vc+dQ/bqm8IC3pzO6t/
cF3pvfubW6aL2b5ZzfjsmJui29Vl2tKDjMqvbr0SpYxl/3jxSW9pq+W7zM35YqC3WIwHc3+4KMt9
F8Z8XFnGOHrOjkzSMzOwPJ5W2UOsYFc3q8Um7tUSGi+RLu+MtvXTEIkpbmm+DqOy+VrWOdwTMMzO
ExlktMZbMXNzGe1l9UCmWoS30zSKNi2r/IOaW8RzWT06ahSxvZRvprU0lLVmGJN2Q9LzfpnC5WRY
Q0NonRySNS/4P9TzXb4AbhyNb1RalrSYPMeholzrQJnCvF8BZbHKxi23dl+EuIwHfxG3TbmnBs5U
eucBtcFQv/tYYDmfZahUn86+qtOKTipe8/BHqD4hlVzm8WBU5cUL2pJXU+1xjzqDhGcx5I2G8YY+
9C/XJjtw0vjkvusST/Kj+Wtc+4axFfiPbmC13jLvZzgDcd6BqEN+qJxYD4g6YR7dMbbdgYzoq45a
iy49amNe+VPU9f2B/MPf42Aqyqti7InZXmbeVKUUWM8iqJooVUWwEpRVa/1UNM55FWW5slMWVYnn
bN+BP6qDEfKn4cG5y4F0sJE8n9m8eGb2kdu/wmuQWt6aiLY/tZpPTbPF8oS61x3XztNpMNH0V+X4
oGzsd/E6kUY9Yac+BZAFsq5u8oSDwRFp7Qr78BsqFQ9z8fvrdxrEpZO1he2y5ZV7z4PmgNrK2SIo
rXJO5SB1GlaFGSVg7vtbc6huRm/9I3aVssJ07K0l7R1//45oUhI5I1/E9YT8ViB1x1O7mb9/FL8+
JFk+VMYKGQfCwXAKjwpLoXSlCnkdObDbkb/Wta8/d0I+umzCz7QMLIbEzFGZJcJ5iHN7LWPXlks6
EuCEPtmaF98pCAkNaMtL/WN2O2t2iIbk6e3R/CaR6W49AVyBdN6TpabX1V3/680+i3JO0t+2kVNp
b5H1bItEiZDvJNMyf5688InpBps4uTVuCHtrUcREx01xOSyfa7ijqhkCDWIrXaT3IrqGKqJVml30
j5z4aMLelvyIauQeTCNPpEPQXWX7fyNCQq59p356MRy6HnC+22/7GWNtnzbN/N1ZbJhuSjxHfXME
Pfymo/KL2CziDebhlNMy/t1tyqm2/r23LfG4MDk/GPugLzDfX9qxPk/1fhHsjsZq6OxklVaqBGKl
UY4mWjGQHuW1sIKoB93BRZkX7xwO6HWF9c43uWewx+5bLuCGONhkcwp28gYDeTskjBJe6NGe5XVb
EA5IPoE3PjvoU2yWgKxiFEtj1ukr+6rORSwtBUA3/bC75WF7Ne33pvj/oVes0021uoihe/VJl2Zm
oFvWuNr3G2If3wsGKWm0lnkDkjd8bMVATAu3yqRUEI8IM9FO88BfXx70ygDDVv69Rjb4w1bLdfEC
607mYZnWjQUTfWj/kJTCWzz2fVJZ7Nwt3OUk0zyZnKnl6BMgYN5XwFUIddu6YxRa3msemD8suJ9q
b0v23bzfQYXFux5eMembCQcwOQTL8uYMUU2r2b4F4Rqcp990BI5QkxFFf6wn8NEk1r3vLmcNHv/H
SJUsShZgDXy+Difq1UuwDkhVjN9iLfwuLiJ52rkf/LGx6bLZBzAsQzwR9S5J5/DGtBu0dSKMjvTY
0XkkcSe8hosa74PBuixj3by0ntv/k5NDxo3d1mPcleJQRWNPbyhYMi39v1zPXdrVIbWM2e/toR8C
yaJNfe8yBj70o+mks8cp2A4wrwHoB0i5XuuN96xz+vpgi+hfaDYrXapx8rawuFPmZCGbRlHWMj9J
2qaqD5GlsSTa2spGUDn0y4WV6bmfLwHLxkfEydcgb1Wm9KiJOI+qNArVv73foht/s4GOtCO5flsz
f7asy6oEVwfhQfOyHoXMQb4P2xDLPb8EQfPt+M1rt6tTFE1fm0DnHn0pX0dlBgLIE11MhnN9NRCb
CKaNO3IWMlDl8FyoOvKEB5Jtg3IW+xstxMr+cssnNhbUmp4BrCwxAkhRSeWXQ4oSSa/Hlf61m6YD
97zf/2yEvyRqGfc/iq12nVie514RWJDmiLPv3l2fnjsfzPE/7avipcYXzQUjezPbWZZMFa1VHGmt
zhPNLk/RPhyIYtW/lT5hFfGcK/XE/bckg5rEsbLaP33YRUndlX93AXwnNYNtxrHjboqweEZFVeLP
MvMb0d1u/RjBzh64macyalIABhXPWadvXG7NdJcUm5M3NT+ksBMfaTlJnzthrBf9D2cfrxUJh5i1
RKL9uX22V5rAFrPCqawDC7O6nC9uGRXpGuzzv5bclONUIvMFAYanYtBzqrtO3W2uQW7hFi7ZNreC
LKS8YG2p6N46uhBpVV9REU7pZMpjYVkZ03tGuJvh33n1ZJ3GhYd2NfLubLUhEWHYh7xs7yyJwuqX
3mH1+/wPcbnuhzU136UiXqkrHsViRdmMnyHuZHGaiK5NWkakVxeN7LoF1Y9u3SUdcvWfn/dfps3z
ahbhH0cbfTqQs/tcyLz4zC248m11Tx7GIwZG/0XofUkboefMq8dXhoR8kYY+d71zv24N58A6hgP7
lCyskyqD8EaCbp3/p3VOla7l0R9pG7HlhX/Lulh4TJEwERIZnGHIj9cN6zOwrF9hzRe3lmLqZ5Ua
FWdcPsn4GzNQfl+tsJZvcxhYwFpIJjh3yvobVrng5e0pJiocXIDEjr7f0TpFJTkjjrjItq7eeo/x
XV0/TUwB06nsbPpw2zhqqgbKX9dMhMMLGvv5slfJDFKrW+esYdnsurObh4P6IBaU0NY8sPD9sOyz
8xBsC2JipcUh2JyLyYpLhkn38kvdO0k+ozOFH9E0/j28M5HMcBjGeOyr7VXNS0UajoqOXeTNWTva
PQuBIxrt7vqJmAaTwx20B1Si6+j4PnQG52eryyfDshkGjO6hrlyqtiJ8opP34nClYHPY6CAopg2v
Vm8ct8g598FyJVKgzxMjd4dLJKupTha8p4toEF/n6lzAohAsoWsG9pv7WLUlyRL6VA+Yl3DDM6oh
TOCyqdbJmOsEmVgEOlfOLC8aDedp3EKizVal9s+GgfSdW838ZxXL68Xk3Dmb+GopqZkuqFfBPIVY
nMr5pwDTEfoSyJk3bQgvZjA6Zxl1D6W3nv3IqC+137N82Fh1mncmDE8A/BRBA8ll8RQhKOC8mA4i
8MsPchjLW2RE9dQNE90fa0caMde2PXIY5PTE77r8wwdsXcpp9A6EsNlVMoWy+wrnyghj3MkUMj6z
wi4r7IoRe4jDmzaFbFV3DBSzgXwfoQA0OLLTUZvTt2mJTtFH/vbwlYE+WQqijRqs9PHc2RMLEd52
2fe+uTNsptXcxshy0oXW2bu4i6sOMVFL6f54A6cXosNfm94trbDT32kBKDwdhBE8z+NgGhwWlnMU
WxE8brKvuEd86X45U0UkQIA9+r9I9uuJMRsKTssL2Lm+TJY+YM0Jf3rad+w4/WZ7zVX336y9REln
TXCK+bQerK/HYdWOf7RdQ3W3GcI3QZlBvDkxCOT2dAoKVrNt/yxtJChftzpuapr/vO6GlwJt/8OQ
Rvs+uduHViCSK6etyjhabO9CpgZFXOlunP1rTeYzMrxX3k566AfqLmwHsRuCDUlEY6zmwW6C/KPf
5PoqiV04s+o+vY/tts68LUPF2AUwFiMP130yehuRxmYwHaRRua4lI506/AxE1TLIbQb9zKfCcbOt
qOk70RQqtoZKq6Rf/e5jHF1kQ7KCffrUck98wnv+C34Pn0Vvx6r27Fia/OfM0c2EZl5ol0V/0luB
8ujy/ECe8LAcm01U/SvNjRi7SPtEueXbnScXYjlxMScte6uskOfuGzOnihN4Z/NJtve6ID8IHbbi
RHScm7UuGjMx+pBvqZmdGMCK985qsPAyS0omLpt+HoqtPIyBOUIS8ph859xkH1El5GPOQtHD4k+v
ed5xlEwMgY1s9EUFgE/PZmYL5Z1Mq1yOwgEpgbu4S3x7tW5hmhZwHXa5kQ20m+XZ5NCnku/1cfNV
fnV2gwpG6Sklsq+/HZU+NJOgsQGNeXZDnr7aqtAydiFujDkYEWBF/oyNxH0qSRLQ59ofx1sLc8rF
F0x/pBudqpU6isO6OtlC8+QW1vISNIPF/H00U4/bLet946terNOkzJ+6yJeUzbzHcjUnBL1tYSRU
hitri8bwOW0Lpfru/2oTbUCv2SzFn1DyBlGhNLHn2eYfYUW5ig1jlR+CZea46eR1qHb7zuYN/caV
V7xT64fi3Nid5BMo26MpbeNGdut6LBTGPQo+EDnH3Ff9C0SQOe0MUZ7tDj5zo4yU8D68D3MYMWdv
mcHrvbgjc+jY2gzMvLm9MQzGYi5nscrCRfffzrwYCSP09TSOzRBbDeqkM3rLlfZ8TawGuNlvHhel
S3mQtthfhNUgKHKwTmm+NXs66EodJtst78MgVP+xWxOcCM5A0SPBk4adyI7CGJavEZgeKZ2Oegtr
3/kxRrklud2X7wVIszdU+frfYpveclOPgU5kaW3PuGO8Sy0kNg1WksrXnPPsRIan4O3bwuPCA/IS
Vi57st4kjQT/juBvj8wx4RcYIxAslcCNgFzwsIgOP2ormEzXtItoDkbKWP6TBnnaOeJ282kbLYEv
ofrphMv31QWln9VODpLamazE2Uyk7gqqxWI4zU83WMvfdW/Kk6DWi9n/dO5qZcE83XEvufOz0c7B
LSE2c7aiRqRBVVNTsDY55NiVtp2B+h6KuJJznWnLWyJcx55xt+BOeAaL0LwYAEk6gACbTaIaZB8S
UUk3u8/d+W5biGZjyJzbr2Ve1ViwbJNtRXu1xb1hVTvvPQaIK8WNJq9uJqw6qbTmumr7LqfjLA11
MV3lffg6+h1XTY1D71CKy5brCsQxx0diyAY/11quLIeQvMd8UNhNeZ3befgzyZ6WK9wiX8eFWQcu
k+PZSH0QielcjK7FfLpCHrV1R2IdfbrvG+MFb0JlJg48H/A08qsZNnVf9tb2QiwmE6S5iG4Mp68z
v8Y3JRwV/mfV63qFNqvJ7VwaRqyq3eLStT8jlp6Ov3sJeOSLNxOKxO2Uo0YUS/iAhyJaOMPbnjYU
WJSIrYWsSkPqKCvMbbgRhN13v2YMRg91Pya1b/e4RzZ1tvtCnu1WvtOyTfFM+xDvbsXVPfmXYSHs
EJqSvtTTfl/m4qmuxHixUYawjPkdop17j4ko3UmlQ5YyfDcVeHl2nqP+yTRR79h3yWlk/Y2cHlDO
6mSM/c79I8MwRvtz4nylnbLQcpOpW6LM82Y3ddA4YFc1n3LAaRJhbkwmWjbWhHN5zE0d/hDZOGAB
Igq1jUOjM3uecFH8Lel8EFHCxr0BSP5cu7MfdxETlUTk2Bh+9R4vzxq2GuJ9B6tYroN3ZczanhYk
sxpfR7ClVbmYB2pPakBsJgQu6qoF29Tnb1u0UV+pzfnN28CB9mzkcrvULfZ5vES8YGNdPQB9L4/T
vrR/x6iv3nw4RG8WDgk38SMdfTDvre/AhFW/Z4UZvaLh0g7Z03pXzoWFZtHkdMLWDNcSjQxfR0XG
zUWGjfVWkiLx5HW9C8DHVENioR/+Q+KcruSZ+vfEp/7rTPlSVZgfrNL6Fh1uI4ULLh3Xrolnc/Jj
oAmvQa8zkAd26uMqGw4WEy1sH474UowxR4ZNaL7OE/3odV7qG8hejGX7LmDDbZc0qn67pyCZ/hVu
9GdANj+TKk4BVpV3KkBKCop/5OKsn8si/znWHD1U88DtVq3rkpp49xiSddla1pmb1/sRH/E7xVnw
pNfR+IxKa+Hia9N16k5tGOw3RqdNNlXgh3RizGCgF6dOanoUR5KCuKw1B5rkIXWWyNoT4QaknXr1
Fy725qJW40O3zk/LxXUWyhxizFW/Jd/z7kTL/SDq/joo7xJumN7ywDoryYoY20olRtkyzhfvriI+
7C3YvavBslK1bJd+JU4BJwXcM+BcWY3tOE98PTBLnhhG0gfaA3GKWu5OMokdxQQpGSFgc1kKUBZz
T46tkxcxmIgGcbPXsMm2rX3at/JPV+otnfvoaDZz4CWFZL4a526lHKJ3iu7v5ir9IKrlLjTFPXd6
909IK//gYME/I82tflJIpsQ+D8OjN5CMmNqt5ffo7VOXROHKGWQ5M0KSAA/1gKOjbo9o6vZ1Eg3X
DrqaofRFdLlJC8JbEbNS1b0unlNoAoqN8oVqobnk/fQje2I5/bw1zNgnmbqOe5BCJXmk9n5fBb1M
e/Srd0w73b2/lZYbm2qawmxB/tTxUtk9t6BB08tLbnq3QGWnzKbSu1NOJ57H/7F3Zk2SImfW/i+6
/mhzdrgNCGLLyD0rq/IGq5V9ccAB59fPE5LGRl3zWct0PxeSzNRdlRkRBPh73uecYxUjxyPP5f7b
yAZMWK72uoe6nFAUDHkpgPIL+FSj+2z3QbeTbm/s85XJpGeGKLf+caIfj1Sy/SZVNPYKJLC3V33t
ReOes8Uf+itwMzVqMjSHJbLWLkeIWAp7TLLg9jzLjVRPCABkL6Eh1/5Kr7bJ+iqr0/l7YawMXEFX
28W3Hn1+4+kx99zht5q946+eErrmVDBdMNPNm5gf3dzHk12ldv9GfO76VHLzdD/sviEHfimmt2nt
izHO5nyzk6ay+BxmjT9jH5gzNc1LV7dP4+woIzZ7Gut+hFOT17dbrldcyM5wipNVFWI+FRUcRCIm
c0tPLbGx5MB1mqmCGWzWIFmrnu6wO83mbihXP9zrvscz6cF2tolReJad0HgWdtd2dGieHafKs07z
SjR4lFN61V7ttUUEw/yNZrkOZh58AgzzfqD1ExTnS6fjI5GDfgUZZKWRT5vXRMTTjNPPhicTz0uD
tRtymKhyP/HnzUTk9Mi/88j/CeKhmN3g4jZLme+MOfDnj23k8X3tq7p+maxAvVAbwZo/GHjM8qxh
yR87TN3mhSCsVO/B2y37NR9WV8fAEQEWWVlNIbHpbIyOc1aa4RMSxcRMgUqPoYVAFZNPMeNrYcCM
E5kZkL+YtBaJWsciyCrrR2Eb7idQzJqHYHtjJKvUFB0ND/Cd8YAGKHZmWtEHW67kwsFkkBdGU7UK
v3igPcW1yhhp+I2d5oe95PLqj3TVA7sazpKorEN4VzmnwrqEi4SqCKrHTiCO8jUlaeJYLVPBJbfh
dAaELfr6HA7D3xWDCpJC99pl4q0Uw6Z2wcQSXcAoHQvRZ9POA/oTxyYffJ0EiElDtFJ5LR9u+T3v
ZLgVbInXMhgPHRXFyB6qqY2DU/e6jriIyJ/kTjEGh1pMjR9xfgMqtWntFnGzEAloxG2BJycKFUmy
cVN4mRf3yzYVv/phQCLyJ2LkkiYfF++17EqJTGraxV3dK4pqXS4D6zRSV+kSpCc3eHBbU1RbVVuj
LsXmVH3c3/ynD6TQ+cZDXWx6PIYWoeP7hX1pz82mk8FBLk7lHgFe15ri7twey+OtDC7l1gBBjNhH
mBChEjJ8n+zZl/cZxSHdpZCZ5MkMfejsuxZvwAVwdCFxEVsJx24OvJ81u24UOnLJoAPZa1koAnXl
HGwsSdMprDw3Ozh+C1a7ubNh/ggbIgwV4w9R6NeSPtvh3d4Ys79MvZhTyKMhu0urbC1O4I3b+sIB
oOM0XqaBwrJczA0nNx8ePM6cxnMPI6QbNcE8M63DzFtW3nt2qbh4DZOczTn1pv6u83XwrV+USYM1
sJMTL8VAnmjVgcS9g7w22dXrWPHweAVEizidYgGhhnaoY2Tq7EtOu7MFAMlW/I3LbMG5Vvd1PJOD
tkVWDtd7X5b4L+88BtSF22mVfSCctJh0SZYg2HPq/F9zYK7OezAMPjbxUNbdUy7zqj1VYhA3TRsk
8yHHhsH0Ru+bfYWZheZjLZiRD7/DEg7l25WOdF5AFCfj4I6+rTF39yPYZidINcQiQrbnjOkn27PP
a/KHOufegEjcueqdOnd7jBFbrPU81F6tn3sbko8nLNtHDocr9C7SDmuIz9rTc/rWg74tx3Kdx/rq
tA60iksdQJEoKEyXzwD+9bA2ZFLsYKzDIDKDbPxB+MC8xqOQbMiNhR7WqC6C0T5lQ+8sMXL18gQc
vQ77ktiWe7yA43qPSK0yiGEyHWY4xDL4OS/Z2l1MoxxfQblZnvFecoAxyOHihJARGfK0zNtaH/zN
hbb0XI4iGKdpuDggJ1V6P4lcpZG2JaMUCP70dcW7ygvwbhBq0fOkOCj4qeA8ZJSuIwdO7qeeQ1J2
XAUBqAjlvqA9cBx8Zz/j2JiPLjlsHOZGk4e0BcO/RGndKS4QHrke4a6D/pLDuMpoy0Vlgz6W83QA
Rl5V4lKy7JxLEvidZE6nmtOHQcpyZOE5QOJgWfyT+RQKqlVUrUZT2JvN3hbZ9t0D3M15Tq8soZ1p
Dd5CI1TXzjJBKetamvJeK2KeT1zHVZFMY+d9dVx6WvZmWY/k88JMzMeeUfo7b9Mq2Y9WwbdO28V3
x186cGHHcLFYCYfvMj9rewiLcTws4WIve5JVi/qhqMdG75G+lboCOdU+kODKDAItadnPnMi5q/7t
5mH7Pzff3yznL+18b9u3nxXD/Nc/WwBvf+gflj7f/oNYEt/Dos8dgMAc3Kb/sPS57h830z6sK6Es
+FJupsx/Wvoc9w9y4kmmw7Lp4+vz+Uf/tPTZ/h+42bD0QTXcArlxr/4Hlj5+rX8x2XlkwN/y0PhR
Nj5YjIK/ZW9MYw5hbCN28A2U0E2TPKyGXA4ZMct7cuit1yWz1ePfL5Y/OT//1dz3Z//t7Yd6vGh8
OrfuUVqDfrMR2tMcEtHrF0dPNd7G4EYGZ7xN3gZFYqJiYngx62tlW5nHsSUfb3JFvZrxX/8WN5fv
//gL//FbECZB9r2JHfd/RTzYCAOSb1F5JAuQoyxTusX0lG0W3xOv+Wis7ZUI6O9//UP55G5v6Z9/
Lv+fb3m+wP9LVNRvvsaCVGxtuGN3MNxpeVPueKcDbevn2XXkxudgr08ewEx9wcDu/ii6fnRiqZnU
fVNpjhCccb+D6i3Oxzz01ntW+v1yLEpOU29r3pJZS+2w6mNspu1wzN3Sql9cspmsO3Oda8SVrY05
lrf3czhA9dd2mIEpKO8R2eBejhUF2xwASezsLLdbLtyYJ8QqZb+3jugxSmiGEcTDIeazg3tAbZEf
3B17SSzG5mBh5nFHYLBg0I+82qrevDBvf+K7azhLGA4Tn3fa6OQ41a7Am5e2CTf97AnbMug5d8Gj
sVRuDBkXHqyteuxD9cgO/73SaCZ+PRlPmkDmni3F9DKsqzxp0+ofcHpx9/Za8Yuc8HGn5/YlGBbv
JUN8P5KkM0VksipaBvghJYm+yba11cGXmrDOdXu4ndDcODfUF5M5VqbpZ4ND0X7hOXkIexv42c+G
HU5FPwom41e9VFO9ywICo7EANP4Osqk9u3btfZt4OmVNEcaSAzAzs9n+7APPxd7T97eHwSyeeXy+
N3457EPDvqwuh59kMfC/7gu5gj+2hVeQJm63zVWptntw/ExGupnlwZQG5j+Yy/G00KGOYqZms4rB
rbL6Ua0GS2PiPKyHUs3ur64ml5gPQFblhX95eVjsyTWjNNewZTTVOJ/XXAf2LsfH559D7Oj+Q+42
QxhNVYX8Tciy4XwZOFGDoqWqkc8WO43hhZ48sRLKPWffVGiM81VKumkQMkML9Z3M5Yg9N1vM6ZYJ
Eq1s4IhcY0+ujpzf/auxdmXGzhQfzYUZYnpNw04h45dwoKbBuYC1ocpPJmadbM9mOxx2q8WKkN+z
tNoD4egoXL1s/Wd0Tc8+glWF7QnFJTOSapDm93BF36m3VoskawyqyIIOGx+bfJaCkTmresn2nNbN
9poS1P7g0NRQOjsbTRZahV5zN3acSs/f2B8unPnMAdlpRyvAmKRIvgNclLvgkcs70gMmp2eiwnD5
wblD0GJe9jWeCaMvzYNT5PpZeelknEKfbWI8+RVpsM5aFye0x7k+96v28P3V1YAZV01tsZMz/hl8
EFQCQBAZ2onKIPdazLscpjECeGN3tnjdrwu0HlmdysDn0TTcZ+La8TLrRI6yuew6O6zkS5GV2S2r
dbCTjgVJx7BaY32qmzpQ54k9mzgJjI+3xQCOI58Z0eEXGDHPIScF6T4QpYXEbQW3yBBiNfWXlJT4
6S5Mm/LOWmQd4fi065d1C8EcCopMIMDT5dPUefZL6IpV3pccjerY9m4V86gPrhUv7VBUX/iCI44z
fLrZ+2xLGk8LbeAAGCGBwyNG0/ZatnWAKs/OAZcNGDpfZbBJ57viUSr2otGrf77dewdIRUs1F9JY
xhM+hxVHmN8uTexYHQL3KnSoXh1Xyp8Fhqn8QvgJ3rpGksG0IyKCMimpp4GNXR5uSUl2/cUeWwRI
pHV4cS/ol9jBCYXajdv7+1ZXpo7J0rWhNaeCLRgnSPWmSxfhpykt9YLz5YbukMUjTu1kM+7xdpbt
hS+xnd4xwVAJ4pbr9uys01JHhmROZYe7ht09tTfIboTaLGd8wKw+HEsPP0PknCGWQ24+pNJ1KZ10
auBDaOjhu0AwqQ5U0fWvmrbJ5kdvuUAc1SzB/+sJFmPy7MXfk2I5f7XWcuDkTHYUvE2QdZIcdNFf
KpzfmjG8QeInd1Z60Xpb8vp2HT51po8Z3hMh2fpYgKhv8Pz1a10PPduwsc73RlWAF8zU7IBuB8ar
a27WI0r1ih3CyfNLFdA2G+Hf28TOdjVgsywKD3PfMh75SoU9PkZigc/zWJE2NuBHVU8Un6/d1ezJ
qEf7R4jbOX2WF0foUqAkCuLKB9dpy/ZgSL/DnIeNglUh4yNOz6l0nHtQBsVHULb6sXLr/oF5KOMH
e5aqT7esLka1rMXluHIKhrclixZXbGfZ3UEValmjCTRkgRTS6UNeiuEOwmzIHifS5Lc9++ACVr9f
PriPZmSTYP7d4eOoz24jcuTRafzMNvSEjxgLx2BVFrcez2IpFOKDgCfIQJgIPdJh7M5F90rjVa95
fJQiER47VtAD8abbwU2TqTalubeXKXN3pehll7DI9t9W7vW1Le4syxzuKdTp5/ewtHBgWgP91Qmp
weqtIp/+EYoTmmXIJu9RLWnF6oaydXFYnCZviSoYBT6XRZfEgBgaRcTWqgaUofvhngfs7UQ0e5Z/
qWzhp4mU2nD2Syba8ODgpR6ZolHwoXHrH27NowOKkkTfA9awzogINMyK0yBMMeDEacf8vPYuIK83
zRHtBRZwRW0E99LUK5Qdrr0L4TxUqC7zZE8JTtt6O3fO1NH/RGxZBFE4DNeu7iC9hnYIUjZHBMWf
RmwhHBQgnX+oVcx3AQ0i61ENSziTTCHdK4/wJdzLUflf+2qCJcMWhaxj1uYm7uepSH+qYBbNRRXs
HBkJYboTb1BCJlUZZgv3B3P5WWpktbtaZHV2nOfAULGlONnudG7C6/U0KnS7Wy0FhvTlJxFyRCmO
av6Otv2Q96Zx6RSmJwtx6SMcrcjS5jsmHOpqjeksep+VAZdlPIbDlFTUTUTkWJzxd+ZHcxrNcicl
SdCeX68CmNXjGSnwb88Amn15hxct+BooSOwltNUvrqr0TOBXe+qXzjnOsA7ndmLf0wEnsZiezHuE
5+mn5zdDrGeZvhlhXX3JTG9Gp5GmfWHzRCm9L+bqzslr8wcmeHk2bG8996Hk0Y1xKLHCsvjwe1e8
lW7/vAyBRRREtRpJk3JoWMz5eQvHe06qbSL7+i617Q+C4cp93Xh85Yx+gMOexlip0DqWOiMkwiFu
QBZTdoA/PctxFkdySylS8QRzwDzpYw40REeKWe4Nz2giH1pnXwRGfV8HzQPnIgj1sRwSklGegeM5
EoyLeWAliYkjvMqQZRc+x7Nrtlj+sj7RGqgiqNujavzj7LAaU2sVK2f5HNhOek98BFkgXUobyg2Y
chqAUnsdwiuioErM2UdUWOUvFXbVwfWHjzELWY1igxN++EnIBnemLverOXcPVYqF2VzzM/9OegYN
6r9nVvW5y7g9k8BiHYAXLoFrHYd8TMaweeLozD7OEE/pMHOMMlxqh0aSGci9J87ALM8bTzOoDYF5
sK+guXQD/4GXKFSFx84CD0HRlI+96XNemjrjyieYRtIzy2dkd3aj5HqwBDCW9ArumB5bexkAAVjX
G6TOJO1gJsXS94/UWQHeTDOZqnDdENq94X5FEV8uFr02rzbo79eSFfD9XMkPzIHuo03+yJ0KREpH
kl+fDccgMVUhKbnpK9tv7hSzN+wY+yKh/c9+Lq6sSpoj49H0lcV4e7M2HfKmHm66p3u2DT+PiyXY
vs3VdqBTZkdS6RdLkSO9lGnsoRoak7HvyLz7PLUD36LQD68KjP7QD5UdWdZ0Rfo9mWy839s5fw5Y
be3mfj2llegPthNW11D8CCyiSqhf2TVGfmTt/9oPuOJ6/q7zmBtV5DvNvefNYjcG5jtHF23sIDHK
fUvJENkX/qdyCbC31GLn9ikAYJute1bSt+dQtmsUl7meLrhZcqwdyOt23djPTtN0F+pfn/TmP9u5
qw7NZnn33tIG39wFg/7iaT8JAnnhGlWv3lDd+cK+69u0vcsLI9JLeW1tmlvCiuVwJRpisipXn26r
jJMLZLu35+wZxClRE76iYVsSutHw3OWVnDvQ2+VME8WB1eizYelDVcztcXRUdhG29L9rTRJ8sMzZ
K+02HqdHkkd161v3ub/WSNPad+7zm0hXUGABxOeZT7XhV3sjXU0oTJs1UVkAtIHgHwxE/R8pgvKn
puAwBQcb3KkWsdgIBYT/tnyq52bb92Hfn92tPnc31o5TknrqB+Wfl3x7FaERHAWG2C+rabc7b0Ab
6P0Od8XsT0naaEoKK9aaNf1ubWXZxx5/8N4XI8ESS4r+TFpa83XrxYtGSX/Frsr7G6AqpNz98Yx6
rwM+sOcZWzR3MUJVNsuvYyxAa0S7TBfrKv1Ej9JFiqJIdFPidsZFgBeVlQdoup68L5nlpdeNG/jF
pgO1inuW0HYRFtdGDUViKPuw8NFEYulWInfgoH0qOztTy7jC5c5DuRPxhjn1wXTCGxUIV2x1Rnoo
8FsxlkMp3Dqe1M7Ed3I2yYkxd01rzF/9MJue2ILaD14B7M3zMt05EEwXR5cymVZMU7lRxIi/xmu6
lfAzdMO63whyeAqLKURx5L1i2lRZUN4veU8tBxtJ/BJKqhN1leeOLw8n8no6rSHmegGL9u7zMV9n
3ygpTJlIsof+aaKWMJQdjoUmMbWhDjLwqoio8+kVC8zd0kI4rxXbi8GsnHibOQ0A51bPg/Las4dR
ymPP8T7AjDi7GUnhwbZnD5s4mZraZSZoQLUueV68TzhCfo2K44NVKaT3DaSFu9xyZ5PIsquoF7uy
pPmuPO6VcwcSPTnHVtiHrS8ToHYW/j0WnX0abv0ZG7R1RlmHRiJQb4tFC/qHumBPxFLMTRW+wIWu
AM9rH9jro2OLwKYILk1zMgtWAfX6XFB9jG2lX7fc0QemtEGPsZkNmObFMFpgjKPlV/R0FRJOjxE6
dAkTWghMbUrsawXn5/1SWznruUX38lsQpgoQQxu162TxuhKosXeMzeuDRBBRiiutJfslt5MSD1Gn
v5uLmYWPzijfpqUd531hFe5Ki9rGvxVcFyEUbd/CnQf1hDLNYbQm1yHXDEpFN/ufs5XknuFrhd/C
bY8rdgSPtU+thoADUjG0RZP0nuvY62HbXHNOD7NnN4SFALvrGUOCHLOiPq8esESp4gaDOCYAZsXV
NpIcljK4lsyIXkJUSveRjX26SyWBHHYuFMvCegiSrSuJzFpSl9yMbIz6dDiQhPedh+4UhXU5vAyy
nKm+JuRrT1inTnxwew7tTcNapfvV9XOfNDXvKX7JNxPr9hbgT1m87mFQxrmUwtiXBr5hdi+MsRv7
o7DrNm4wJTcMPsMvcMQDGvltsUYU8E64Uh0Hihw5ppuzOUcK9x3jmPjcuGNz5qs4JBnu8ieYU+O6
bBhkMeWV+KmEFzWZF8AVAQPhQDZkHE7eZdgciqE2Kfg+6a3BWcGTZPKmp0KNNi9nXPv3YCs7knnY
ntm7cXW8fdpLhqeVJcpD2Orqi2mQNDKlHvYIx+/kfpCGZ8vdWhDDIyyWJBic87KOIY6IlUVaQqLQ
Em9pvLk+NlSUSM4SJlzV6camH9zCyug00779nhcmBGPmVvnZ4qONy4nONWwzIRP0Ur+JjpCwgl3z
nWTFGdebvl9HpzpNavgpydYq2ZFG7i1JlYwh+NQAOkHLk92O8IdpmUcpjfZPzrakx4594UObDtMb
KERkkN6StDVGSRamhLlxXP1lGpq23xGn5N0wzSYsI20ghW0fDBIU45HbEF73/LoEjZEMph2TVtOe
67ymonHmaLvrSDADXWELvjPoSXsW7uLuBLh4lIlRv0h79b4aEL1AnFgBx9kDBgbHPLSeoc5jYb33
dtifTAVGjj775jXbVeNXhOMgxPUgSokVk/pCvIj2ndjmX1OryEyZsu40+Y7cAzKOJ8fRR7K31qdu
yYKo4Kv+kBfSA1kIrUPv9XraG13nrUdyPo2rGhXI6YKS8Zgu/pRH7Mrsd4SaFM+BwHrXtKTROcKP
jdIPItvxQV5di34UUkxAzozuUc7Ws+eIeV+bVfNEBI3PgSddz3WKgSmxO5hZl/ie2MgIgCuIeIh8
A0okKGsSHiFVswzJM/evQKx9wVl7S89W77AQx3Kn9w4Ob8rjVHGXQYhjVizdl54FtSKDoeT1zcOA
F7Bbpjgf5i/C9XuKovkjbhniyPJNtLw9oSlXWhHdx0ZxHh5o83khowf3vTZCiu0w/aBrQORxPzDZ
3vXlAWSXaWRh59tYct97EoBsmr4p4ejdgnp7LEHNY002R+yuKVQdI+IPuLPhAp3cAtG7+WESjCC3
ZipYwLRODIg0sjS0wsfN1R4QyJcRxBRpdN48xvU4ClBP0xs+FyusnoW6vE/9frzXjNh3Ib//K+LG
CrXXiI/JQ6WM3GylgbXC6FOpiRlJ1lmSQThFbZ7LvTHl69FEmp4XczinMJ44QYn1+aRFu/Hu+t1+
rEGe/Y1d7LhKeTZTepcmx1FvE3TmmZQc84e1Db+ykUMy8jHgRpc280ufuc+aBJVoopM71tpXV7Kw
7dMyYXBiFyjidkkR9zRhUQ4LRdbbn9lEdDRoS9JRNId8It0V5ziewFhY/APOauuuGaftSBZUQCTo
ZMXT1nanoRZr0viuelgzGzMIbN4BpS78hAJT3PuD+1OtaftoFw77XM/kGMJZm/TAaU5q2xjuQX/X
GDvOtvdJwtu5RNUeLdYkT0s6fUaKOlhk6aiQU50bZHiaAvpr1bzgvhiQHob22SUn/aQUJMXedDnA
7AbA5ISxB/bYhWjbtcEkn0k8wbdCh/ceP4WToLecB3ul8sJfik+lb+h9Vdb5Y4seyTl4zfeU8gUX
m7yEr4Hh/wJ8+MxDXcChkrW0mwPvue68X3gUYJeI707GPOUmlJuRvl0mmkDYJ6oieI5MZnWPOla8
+0gAJ4+18u5GdFV1NX4lGSDZEC2wW0LMdFZpPfd0ke4MqX4yWDgxhl2CG/1cctAnY66zM/tUOeOz
TMVBon8kIDMCOxKYUFe6ydQG7k94kOyiPNxyYe3gN91assRqNe59s7lfNcE8E0TQScv1C8J3cxw6
+QEO/5N04AFetvzh+V3xmRHktRjcKmpBx3aOJFgw86LcNcj3F588cysOZVrkxxaC4j3gcFPuB/yy
eYQHssc+TWL2k05ly+m35t7d6bk4rHI8Ndy05Wq9IJq3RO0MbyqTfpK32/RlsVYW3kIdKyUPQ9uy
AXHcJ0xLfH1yd5OkHNRivOZm2n+TFnzgroLsdCO7JRMhYUdaJvxx8YFcMc4fGv6yPnDi6Y9sGPyT
FKkxREZIppFmNDAvAv357OG3zE6un5nW5ypcYjIrO8TWPvvBKUZ/VbCJOPNuuy5cKM0+nW5ZGev7
XDaM/esdisuI/cDC/dyWkCi2S1KL62DHHV1O3dqG19NrXQs4Z87ciR+Sq+CaPvOUJc2I/JyaUUJ8
szD+Jhhx/Z/AlCMP/o5MPMoU7qXIrNdUhc7Zp/cDOMOG91qk4T6lAB1R1RbmTiLrYSrBnL3bOHhE
5MFBeAbcBdwectO2S/3S9lZ/aIbNfOrcddqPwC6YbXAUHprZrvklnal8dow1qOOsWBiRp5Kuynlb
cG4vLNRWE00WkqB7XAlHeTd5mBKRwVcfKHFgIlA5NvVxzvaTCciIoJ2/IvaopL75VxfDTi+FZt4b
m7x7TwXPEtZZ4VnTtvOsKbh/vslTRETU7tkqR3nWbu1NWCM8RfOCHR7qIHSeZh6hrx2vO99BF1VH
zsa4KnuWL/VSrs9WaH2MXlt98QjlWKNlnIMaU+LtbWkGbX5sHi4mIi0h2nb8RkxGk6s/pnnY3s0q
8HbmjAeCE+pAlrFXsPmbSUjxSLiLgk2xNIKLOTLQB+jhBDmeFVzdHbkK8kw/6nxX4RN4xw2hAMRa
EYsO6yfGomp+nZTfHcJyxBiAXnrkWgyjrFn4VlVGlSJG+5vW477xbJ19dYvu2nXA94Ye1n1byJCh
hoolz9jlPAt56Z3t9BPiaqe2Q2GoankXE7Qr+yGRpdHAXP4LzoRJKuLojtAXiGC6YNR35qSxaXYk
SsUyzEuTGvOupNj9QvNsyKqDbZ7XXrgQm1uFx9C/aDVu9DSoFNnJdRJMc0RXeag29zRithCblsdu
E3WvYqiT1oOsxDcWf/4ce0FnJyHI1j1JcswawuckKokNsnE51fmnxRhYQ7DpAT80SvBKfMzzOeMA
NaWdIfZTv04/MdLm4rlC3owRS7fXARZ0t5Q3Jd8imnFxxCHs5MsssPXVxN2MOr8vCZjp5/C5VyxN
0zKM863lLuZ/hMNXjA79dVqwDuawzPDMEx3oq3PBmUB0bV2dpzzduevMAmNDbmbLfAgQX5ERy/NC
7A2JrCmEMjtwL3MZsBXuRQ56teXGMO5PgyUhH4XuEm/DmafI/giIydv5AOph2T66RsvGBJhYT/l9
1neJWklnwcdhH2dlPYNELzs5eOCeaosgk7ydN5ZfGtpr48oL4rpwWUds7D4RRo4BGwYAsIsx9yoh
2YB/zn9CgoAiFtkna7B3jmEeijxk0DGwbjZw83sb1PTFZ+SEzlofhJFFGAdgofmOxHM1x87S3xdC
3c+pf0tHHH8RQPFImJ8AUs/LJ4M99TArki/Kaw2eSt6TRKbPI9mv1XHQwn/EnnQxazXHUFdfTFF/
o4jqwdUWcqh3n9aNjHH+/bLZUuyUEzjPOOOyp0aLa9+s3+sM+hiLyA5FxgNR9g8NSU17iXedjIs2
P9e0Le43JDl4Mcbrybwhv66DVQugkEEh92MW0vk1C3O5Mr+xL2nxXduprJMGjTHb1B3SOGzXlNnf
NxedvzKuVF49NTZSzzBwXE7Zhu8Kpocoy0QTWR0hPk0zvvP+HPWcX8zBJhAs7/PIwYJ5GbiFHDhe
AqPBD+/KdS2uRJQu73wRwl1otuStjjNX6OZAZEsSUkimkK4TwYGvfBVpL+errO0HhmWTcHlHs2NC
Ew6tXU8RLhbMyhT3DqcoBGYz3EFJlzAdbcuFoNKvRt9Y+5sYsmPB/qEcBd7P/Ssiyab6fis5Goia
MEKGNwC07jEv82G60hPjr6iYi4ev3VmYIhdpec6DX2sCG8lnz1+cSoSak6TySGD2Q25e6Jyd8dFq
sGV8HqlguBLi7f+N/bzgWVHFkfP4ML5bVgvKb1R6/fTXOIz150RxIJyAMHEEDFRWFn0ivPFJ/1Kf
UFZg8Z3IIfj0Kh79vPefFxN8lXHcQ5JZg1b4O5N6ZnZTSqF3S/CDiUy3MP3Sqs56AJRwDED7uvYP
q+O6uHJZy5NwuqCZcCQqRL0f7Hkt93OzEFjihm2hwCBWeWcDfn5ptYOGpewZRiVLB3Pf8+Fb/0gz
/z867m+W9Zd03Gv+tai/tj/+lHZ/+yP/HXfv/uHhJbedwPI8T5hcHv+Mu/f/uPXZ0SHy92vDApL6
77R78cetmA1yLhQm5a0mdNk/0Tj+MhPpPKTyyPZN/krrP0Hjfq+98KzQd3F/UCHjAsa5t0v3Xy5N
5g9ZNkE5HufGmJCzILqZozy2saxH8+ivvwh//h74FDIA9FG+xf8EwrXc3zg8HNo43kxbgrPnU3zr
OToaxZpBxW3ZcXEMVlH/+Q8kWz+0+C/7hr/9+dWVpursYCiGoxUaJm5cJLZ7YYW3dX9NlJa32P/m
B/4Zt/v7Kwwd2qBNi8/VDcQt7v9f3s7O7IDT1ppXqECAbtErxFfnQfvI8ZJK0pScU2Wp/gcj+vxv
3tzfmwQ8m4uBHF8HzpG6W+833jDE6dKiqdy6UewSW2BmJTh9/t1P+V/XCz+FF8a7afke2Qy/vaON
zcOAkl7SP9cZXNmX7qcmMyxCY3gc/ps38/Z3/Q9DyJt5+1loj44wQ5+ilN8aRG4+P0YrTj0EdO0V
1bZs68YXZacle570eWnTf9Mv+f97cSHNLGbocI2G9m+VKSwKjW3LGmIrQgNTOPT8UayLcdC++/2v
L8w/w6G8tNDyaL4zoQusG5z623XCDEQAWWr8F2fntRs5kzXbJyJAZjJpbsux5Fqu1Wr1DdGW3pNJ
8/T/og5w8KkkSNAAczUzaCpZyTR7R6zojzSMol80f/uVAEv5hEJWy+dzqT09JRxv0iIPElpha6fS
HIbg/T/j1YD5M6iusdKYDJd8jZfTVa7hH8hOhqNZW/orjAADX67X7E0ccR9kab6anpSwTcppSELV
Gte9/in/+TKKVtLyq/v+6Nql022iHqyeXrr8+NkRkYBMF4loF6W4G5/MGaQZhTFaZn+0QX/sp4XA
hSmhbakTXI3/w6N8U7Ggo3FlYXs5Iiufe8UNgd+QM82abyUeugTqJtVN+9v7j7LWP/vFp8DbE2wS
JCXyNYjTYWWqcd1EzFxrwboH+GjQuEwUYBo+ep44+uF+ocl5gcFxxu2AdkpYujtvRe3ev/+nvFrD
17/E9ohF5e+xTefkd8xrX01ZUQ7HokjPTFX9javxKSQW6lCb/8OUkcTuoXBjASDm9uULzkPCoylk
9UcRhelxCmtFwRjy//sDemtisr86NlphdMrWyc/Y2oR+9GnbHxMjjnZDjnXJLa32g7G8Wst4bcRN
sjorlyQtefLaMAURrTLE/XGeQhkGbYas9Kbomk7ttY3EeD+gTa83Idg645MfOfv7s/abMUqlLP9k
Y3BqszQ6hFIBd6T+n6scWvWI8Yibr2cjfHr/bVrrHv7fmbo+jbOJyZrmKo4U68r3n+/cAyPdel43
kX3RFj9LiofQ11wzXfm35plvUnSfpCkeRNep33U0zsh+kbiGZYbkQGJwF5Vp3H3wR51+Ps9/FC4E
VlvHEdgKTv4ok51Rj7DSI4jF5JW07b3UWX7wxYLVuGjrfR3b+hqqkEeD1FqLkU14gFf04YeM4+Dk
BeF1cJSHRpG5YPni1IyQgACNHL/CSYcE4UoAanlCnFxSD8NoedsU6Rp7EroSGd7kpduaSdmnHuJD
P7WNP4bvr1cZ3f5pyZrgeg42KqLb5LsGNF+fMhXy3mE8KPRK4cYwpYntqpv1fSw6hBWTlcdYxhHd
3UcN/iZBAQ/Kb5PM30dAD9MGZDsVtaWS1m0Guo2ebmLIe8RJZIpQMJTIzqMGOVRVWqhqiyQvMQli
OtS7zLdJfSZuAKdSnko32uh+9Xen4yJurTgSMJtb12npm1RZjgtqIxLDhvCDb86jX14KI3FXyqou
V8ue9100YQVlwGzc6QBGpmpvVVsgJOLAKpyHWbgUzzq5EAq5G9ocpNw27ZY2voaU/v9CjiigPw6j
g6CUONksHC90mvh6VXp7ACj47MjeMTIfRpxsyuYJyG7SQ7MQuoT51CDG2aGBH/InWvwR9Cyl66Y7
oFscwEOnhetejuhxjWsznRHmoUdG4CTD2E3OByGMr00egplw6mKgZYnIlHZgXA03YHZQLIxAa/q9
5/VejFIWXO+5qtP2B6VxBTsykktFShL6acKgEhTNMy1azK4XiFmK8SBN2OC432FJHWZF4e8iHDMo
GVbmInttIYbZO9MsnZqegkDrGkqcoduElop5bxK+BmjZm3HUKT8SK1PezIbvYrKSB4C37vAtKnG+
H9xY4sqK6rkhKcosSn0RN4XyroaCLx+RWVMmuxLwFmDcYizxmZML1R5cKg/zLxsZDh3muTSc5Jx/
2L7RBscMml8F+MWqSKhLooWcllvYlKF6mLHg6V0ZE6Syp1KWFRc0Q4BieUNuwS6mT90ARWhITvIR
nzZl+iUeTZlQkIlroiywlAyBbtzYPzdRIOhNPPlh9KVD4U3jNcQogjNvIuCHtBwQukhirAkCeSxK
kSKBqRNayxC/RLtxo4LkjT7qV9BdplR7URsuaxIIvdH8ViprgLrRCP/L0Oe4VBCVLu1dbvl+dyNn
7DDbLFLlQ1tD6kZ+TcnyMCTjKPc97s9HdNK+QysO0ujWLrM2fvRiO7uqp47+SZ3Dh+fQUhrxnXYj
c9kh56CII81hhA9USHkVQ+ur95hTu+bAiirynTdhffjKbPcfop6W+abOzP6hgqlq7Y14AflbsVtT
tgnLiMPlJoVA6Qa5b8Z/Gq/MaHJmnIa/YCV0MeLYuFm3NgfuBWhAo8pbx6nluImwcVpUG+lcADsX
NopYSyK2OMq11pBsBwTy1PEzO9wJXdDWsSn2ix1d+vlL32VpvUuBJqVbKj8jqoaMrv8xtEYkLulC
dtM2JYAs3JeqIHSM/sE4fFEIDf4sWQpv2R0N3DZW66W/SrOJEDpEbhvSkS/CJuBDH27qdi1IJl1C
BLd0wl9marCIT16F3NcUBZIDl3QQ8mldr2dhS/F67DLRob/Cwqm2VmgZdJ1C0HaDjJdH4pyK4dxR
xgIcSUZA4SJrTs7nbKSYVrEgIcNb0J8c+szwbr1iiiEoZ3ONOpteuLEdphFVJXCE9laay7iqWKPa
A/CpsnGbd6E88z2ZoGaVRlZuJ2jFIEKStEl2jlywjRfj0N72ZRw+mEM/3SNAC0UQVjHagEHHJfC8
BPLSdsHXhOa7R5TkJD5VRU6iPhXI0k0e5VDR7apEYv12hqj9qZd2jCDEzS4c6M5u7iGkAL3RbkxR
WhCo0QH0wiLNXGuBKkQdOPwI3i5IazIkCf6IJZx3PcPoaTy7PktUbg5BjBwsw4O8OOCDFkeeuXnI
iCrdD5g56Xb8bEwvzpgTxKLBzTHHFGV4Ug+bhfKoTSHcsq9aMZZ6q2m4X5bL2ptcSFF6IAKo+Itm
JP9V1SIlIaufnnxnqgN2weK7qrrlu9X5CLk7ny7BxsXGu/56I9sXQlY1naFGzO1tL9Fs841a/O5W
t8QHnXK8Ojb9aPybzM67pvqCJidxp+RJVYX3lMu2/dpbIHiJR2mg4FZGQtG7CzM0GiKZ+98jQi0S
QAon4jcukvSWxJsw5a1WNAno5ad/hVWiUau9aODNVV39jQw4BRw39tQ9apr6B53tvUz6agfm1tsv
MK3Jw0ll+2uOHTpClv+j9eV1QVF4QBoC7aZCg5Omzresm6NrhDPq3shtfVEg4rfy8qnupgOIs2SH
nlqAlRfyqUgA1QxNZz/SEb1CHDFc6aqRzm4EV0qvD52kGmWxG0TWtXB3nfqC8JCRsnXTcBqtrln/
mdUuRf/eqEd0vp0V7Sy77y4Hyx1uu4xGhrN4u1FOau8t5f0zsq2Tzd5vxXKTxpzU3TLFJZ2RNUXU
18agB7ZHcePuokreL7CEd/MQ9btxym/8jvaOp0z+OT1s5971NjRb+yv05rTC6yqF0NIO+VW+EO5C
U/N37S6kSGXSpVNlTWrbDDmsmHGYfjDBrAieS+F9VRlld/oekZZb00epVTkXfaciWMZDfLTVgAJq
wORkpOrJlou6quwCdmNflPa5gVSlBsIaD4CmkYv9nTg1Ee5jRmcUPMTOMDL7rxiEFcL+1x575fSY
jO6/tNIa4ekib7oyN4/GIIqdK4v+r8DJcjRn/c2yHYtu2UoKJU982E7L8lCiLwTmV3nmRrgt8CE6
QDFeMwdodD9TONfI2h/R3ppfsF4B9m8xire9mX7jS/iZDzEampRz3WVbu+Qw5C7dlGe8NBE4d4ky
569xTdMMRFty3Y9VfV0WnTinazEBQU6s7Edn+efFMukD+HYyhFV+2ZEefyHrjvCRUKb+kznFvzur
8u7GcY1haTUYKXbetPMqendTdNUrwOxXiQBIiDIToZsbg1OtanpIowFEGkUnMq0xl1/Kwqrv8nyW
X5qWShLbaZSce0YIz8yd6wtSJ5Jj3g+HoprukF8SY4Vb4Jl0yS4Th6mljmwPx6WwyEXLzr0mys4Q
60pY82CF6tH9wv6sv1OPNcgfQ/aY0iD4EuIFilDPVwDjBxsCZNCPSCYA+KqalYtGUDzGgwAbXC63
tU5YoGpknFgRYn4S5G6tfegHOCGE1RX9ma0r8Y3jefIr8iasFL1ywvsqAsVmq8nce9oqtk1k0Mry
M/daYQfjJ0p89b0maZ6wv9qO6Mu5Ym+X0/C9gTfmP2n8b49EZY3lfQaM9Reosqo9dtlEdkqfi6n+
EsbgHaEAH+upqMSPqQ+zr3WMLJHu+2yVN6vJ2QK9bOC28TjV7DpyyZNvxE3UGUIzV2OENATEgxmG
zvcWU1T1vUJsfz41ltWRAAZ9jQgyW99FJkHBCQkaC9wqxOK4Q5ATc0E51Pjl7tdLLjQEnXwzZtUE
WorMJaDe5cyK1iv57qGimLY43zpCx6ThY07oGTl4noSQjVoSbgQRDTGUbjS+iEo0/wjLWW5wCNfH
jOPhPpJTSkBS+4dopNa6M5TPGSmRdv5viij9bDwZy3KP5gC0X9fPhCGFmYMCQktku7Iu68cQtdG+
I60U5UWG5qhVFLThGjRUDzvTp0mWgcThIgNhgnDI0Eeo4cF9Krd23gI8AGaZ/Pb1mHAOh1WFnVOq
G8JnaaESJoKylwC8pkWUnDRFcZb7qYlxp2j0t8xO59/dCPdmQ24AQGy1ENJhqhvWI/toYmH7MSIn
P+LOU1CdvTqcLgov5LCN6JCwVMnjoa65nbqgiggpCSN5uZvMtoAxlIGhcNo5wsDFj41Esq2bgD0U
+2lLhBretVWEajWNt9P9tPQH3dTNweTQfCRx12Afr5pzWmk0BE0F0U8QXvgrlo73my+rvi9qgRGT
t2wv4XhXyMbCBzbIS9EsNzpEqhRPtiCyzd0bY3qRTw5Qxnm1g1BtKo79wgGvzzAVLX64Jrs1+QMK
JbWDFNpeiBhyQ5WOcEq6br6hB54+EtUCu6Eq2tt6EdUhwjzLyGaJ33EQJJsAd281biYn7f4aXErM
GK4IEH3MS665V9aEeS3+4VnOEwh65Cg9bDYAFgP6pv6JSM1js6ScrKqM22YRedchfy3ItXG44TQE
5DupoU2nwJKdfLxYBnyVbq6gNfrelx5aF/lk9MkCXPz6prTm89VKvbNlP2wHrC98MCDWByvuHwua
qg9DMXt7sSCAwMQE9m6RDZ7cyIxI+hslNSwQWwmolNuiyWKg40XJHaxoHNSKg5PXv4ZKZXh0yO/s
rjmDLJILdJVb51y4i3DHDTQ2zwq3NdbfM4/HM0xwcJjNIRpg9kwgaq/iZUGiSW4LS6U2tWQL6rro
rIRPwEIElxt+CMCl8NBpZD4t2HIo6C3NniYfC4B/BuuX/y1bxu8AO2HZJJOPKlnU+1bl3dVSFgZ/
qeldLc3c3bXc9/eNMRp/cU9zVqp9gGFLfQQh+691msvMDe9WC9uWs9WVVXKctJqz3nHPaNPccxX+
2pi5e6kT745rhtoMstaHrF+FuYOy9qHyntx1M8/TYfg2IMBJ9wChm7Pc4JjrR8mPyGy4GsroX5SX
067y/ANHfrEZJs+/RueKAD0rkBAUs4B+j9Wc7EGN0iokK1dm7Z3TcBbqSloB+8gwSeyDY9hYBzaK
/q/hxw++k3i7UluSX3268Ek13QymE25gcjWB09vg58hneKIKU/4uYbzc5c2qy7UI1VDMN8h+7oBu
J/YMZ2fycdkBJ+NOP/Tshdg9hYm56VtGmQZggKOwJHSiaObLMLJte4t0FECR9tIZhnvouHpfRQR3
XYnCSNPznNQJijt5l46POjZnikTZ7MfnJGqMBv99hA5mi4ZNOsRKTpRd6O8hGBFmb1gHg3hafdvV
BOQdmL+kNrqOiSi8wp1X3A1Ta8HxAhGa7DHOCyRUYPIQsz2HRtp0ZJZzAHGESRKaQbSjSX8CO3CE
AGRwZefCPk/qBQO5q+zktl/w2h1GAO4i6FUZXfqZp5zLOetL/4L/B3GYbem5KWY+g/AhSHVj9KOL
RvGTe4+mf+Xjdpw3PkfYaCfaVnWB0Gt2Jz875wkI94r60uC54EhtMeubydeev88FmaCItqfsMk7D
Nt83oADSexjDqc8OuOaLZsC9OWGPz7mjFTREeGqcg/fdEFc3GI+W3xZiZo0yIvbyM9K/MvcIPG4m
+SKdK0bLQpa0SN5HM98qL+UX8vjg1vRTD/UM6KCWSxrWzuUIMhXIZL5GsCLr5BaOeJFQtU0Iy4I7
Aot0fkELrV2u8PqvqeNgc6z9OOhh5XM2YEs5sbijvmPVxiG/SZSO3P2i0Il1R2Hie9qghOEgs+Gi
PuIUeI69zaoxwYYT2QTKgmzrseaPbf81YifLD5mBlW2zLMTqxohJKS3ipyBsjexdnzrCNqy7x3FO
ugbHyRrQO3K1ciGH1POTM0J7j6Dpcm1DOmTt2ueQ35nR1zvweIT/YmgYvizPkcD0TXBMcCXG4IkJ
h9hg8zlCWD3HCZuYulnlHRxwUpI3zOU6/AMFU7D/RRVOSwG8ydrkGACIIJpmaoVizS9WntS/5NCM
yc6aSo9VqFvgPvbEACqa1xOc1uk5EJkzKWAkba5ByZqFwTzocSILAMOX+zt8TuAxe7e4dZ7Dlqdu
DV7OSn+8c8wKwHVhN5hVaLdyMpauro4zreP6ijI6Qc5ehLJkY0W0SG4A0XZxECLCBUT6HAINbYVA
aDmNKB61PxVsS1bFi1bgBEgQXbOkh+dYaYeCw3cS5oa7xlm5pTb3i2tFrYooyKgmCzAC6UuGTb5A
78ufw6tXqmmCJpv8n8205lv7sM7OqufQ64aTBdiQ5zDskAM1PisSjKpj9RyY7T+HZ3ehk1wqOAv+
+fAcrz0/R20bWbH87ZS7BnCLNYw7ew7mHteM7sXqxD+6d3bJTj8Ow18EnQR6t/GkpvPQT9yjka2R
30iklbUJcbj/a59DwTWyaOI2nsPCMXQ3NwiVzO9M1OEXX0jYbghuV3/657DxwV2PU/NzCDkG+uQq
Ra8YQT22euRja2K5VwKKhIS3wPZMOB1SniTdnLIYxCr1HHrOqLILCvpEoUdDxlLPjQqFUURsF8D0
5+T03JM5dvCaPTIc1nD10qynX467Rq4Xz/HrPXKNGjEaqezIOykSi+ew9maRBLeTIk4ClIUU+R9c
zh6EcdQ+kLyK2Kh5jn4vROx8rZ4D4ZOGbPj2OSa+Iokr2UTP8fG9phqwcddU+Vy4+Fk5tHKgbqba
Zp1cM+hVGjHz6jbtuq1T5AN0wnbxnmz6S7+NRpYpN7xyha9DeZ4283PUffsce5/7upMBXCPcEMoO
x4M/29HPPJ0VsbGLaaH6xWAYuGntnTEgRO+wxfRfOebNfZTBWd2OiCT+hhRkkc7NADCRP3veT2qE
JKjMY4lIsax8F2f/NJsbei5meWwI1KQ4WEcFxgvAmIcc9mbgjl5J9o9l4FzDm9lA/6S187hMBKzv
KKAqqlZrHRmRvKJQRp6ZQ0VS0yfbzJWXcW6jMih3Rj/w4aJ8hdLgosemJuoZqNJ6Cd+d8CW7/a7t
SP1mdpU0k6y+BeJTi7sybDA5j0m18PGBuEBHmkztLnZpUGD0yCbnXDVS4MEIo+K67T0WHJAd1nLw
WcP1JdllzDB/LMz8JvEmfCRS99Hvuo+b73rs16PFJKC4O1aDGLKFlWJwR5j6RyKTsZlS1BlSRIWt
Mf7M6gbksRg4pvvZaHoHaooWiXojSTg3nd15KRtPRdlpbIU57jWqRqrUndWKQ1XWmgATKNUxZqpc
ykOjwybZLkTiik1ra64hhIJE8uCR6f0Ej3WC6QjbxbmKmwTB5aabW+w20dDPYl9krlFv2yqlYNKE
QKl3ugP+RpGjGfOLeU65ImILE+Lab6zul7biXB18t6y+I5gAztD2wxzuIQGW4ooQbo66Fdo348Yp
TCgbgMqBKmNNrCkgWnJZfdt99KOJRQ1Zu5AcuKouosvRiE4fVNKI8Yo6wRLtIugVkItjaiqr+lxU
N7ODi3aTjMSUoRad8q8EvLnfgZKPhLYWIadT+kqUORFKNbjcba9/BI8+VpeZIKJuX4rKwgcF36fA
/NUirfWoLqndQmCZf1Zw2wh3ywru2oFStJgPozdBJ/fG8k8vtebu4xiLf+hc3SWHykmMJ0fEHth9
YWN99fMYEMcUI5g4OMyqX3Fe2Y8We6Cx6arWie4oH/KJEyXu+l8hsHjTboCEngSJSYQrvk/Cxjwv
xMHemFIMm6IPke5rRQ0KflI4NFuHi+KZBz7sHNUwkEWYCv15CL/lV4TvW4I1ztRD6zUpUV91Ma8x
vVwF15OtyXUCIyhYBRg+OIk5vq3J2gosTE24+TWvF0QS5KHlZsRF5m+wd1s/iib2iOMpScOAXNLK
n2jHTTosRb++6sjgUGMCILppRiSLbE0kCyEAniPaYp491/AryHfd1J1POivWvwXpCiennSJVqdyg
UCV1SreOuEhz04C4as31ZYk9yOMGmmb3EduHu0nB0YDzbjrL2zRUvixsUVYYCMTQDgryxLnjXB/B
oAnz9kEbKR2HZunE74g4r3CLQaA8vN83fq11oHWDVNX1bVsKT57IY2aSvgenqrpjxZH7h2MO82PW
9NNj6xHBHpeYcbbvP/BUj0OfWiKSQYqDIgdi28kD1bJwcE66JVBTFwVWElb/CpCyt2bvOB/g6U5l
D8+PUhIJoZA2fcCTR8G/KUf6pUvgtYqNpBvEWe6Z4vzzA0IHsKpesVO73on2YIRpatiLPwWJY5LK
pLnu8REW/hwFM3tE/IFi7K33tz4M+Y9ro+M6eVwmFhrclp4DvMc0feeIpqhcrhBuNx+IKt54fdyg
uAFJVGpIKNep8x+ZwwSbynAXsw+EtyKlpMlZ0CqmDybgG+NxoMRh/0TEiIL0RAFTWCz/HEmwTPT5
yK069Y5+ZE5/nMrIP3h1bw3Ip+TIlFiFU97JfJDj6Bc4X/sAOd6yLarluySDYP/+dHjjIQDRXGHa
6GyUOlX09dUCtKf2u6BZ6r9pUoKutvuPRG1vPcSy+ceZcJIpd6JAUT0Iu3hyu2DB7bMpbTs+L0H5
fSA0e+spwnJdlGxoPfleX04AHB5j6A42qKqVYkXrrjy3OCB/fgJ4lIRdX0kcPlKdCFdyRF610cYz
2YHpcO3ShibHWDjGZUopVX8wBdY/+US640nPMU00xQgv1cmLk2UPTClpp4BlXcMMo6FtYpacofJG
AxKSrGnL8QNd1BuvkV0MURIfkU3MyIlej9kN0A7EYUCLa/5ixcUYpDOQ8Q+G9tZjlC8sh0KrL21x
MrQlqQrL9tQYaOSzzW2NF9U56A4Q1SclpCyrlBswpSvmt0Lt/XJaVIXPCZaQHOyik/4xmqr/Y3FO
+J1oEhXe/5heLw4WxX6JPNySAL2ckzHpsvNjn1txgK9dBlISh65hIQUAtJoP9qXXrw+lqgdGlfxf
qbA5vxxV4wPWnYbGD/xxDbnABfYj9+Pq72cHRLkCHrhEV2xTGjj5pOCld2XjzlYQDmYakPYygeJx
iG2DT/T4vzyKRYIlD6yfebKw9tOwZHWoIBhC99j5SQHdYMRG5Erird5/1PqJvvyqGJW7rncO84+j
/8t3xzF2iE0bWGLlUwAAZombx3dz8bONUTbtIWN/LReiy0JlZx+sHq9/NpSifM0uOzxqTXnyaBRZ
ThqKkCK+TPN7fwkB6mtTfHolpFXPRoiJdNWFr1aF/26FlT+YarIiLE+UjI7l4oZw29qPvANvjGVd
0LEQPD/n9Cn25AC8xyYVFCrU0FFIJjKRpn36VMT2R/fKRieIgNE8+XwlKwKFIpOoekQaCEhGhywS
0IzzZ3X0rpJ4v6SjODqwJZonc71vCVenDWQGcYfFCdN6trNJs0fYnpWf/n3YODjBCkfJdVs8XWLH
SrulPauAjnu0a23cuuZgzp9eYW1kG4j1WSBcIU6/KIXYSZHBoQJ7LcpGUAiIBJHig4/p9SzAVwGT
wRdinWnuye9jmQUNSDJ/g8FKxz2y1j+rsX33/hf7emFFkW/SIbYtd3WqnGy6RkYFPaKkGji+6q8j
WXqXROoiTShyIibef9YbAwJ6vzqAWPb4RE9+nHJKaqpyrh2Ya4N/63BySXYteKBPT2xbQTxnTlvo
x9nlX36kiSbuFfKnHYiCijpO8YirO5iL90ez/isv1zoOdq4HdgI+gGThefkU8EgD8vya0cyeuuhs
XOMNHYotRd3yWJkA/t5/3htvT7GoCtNZj5MIe0+e19JNpRMI5JFdchvTUDvWvh1+8Bu9HpXCq4Hb
BfsCZ57TS0xWgDMz84QWt47n4WysQrSm9JFCMC+kzes9oI1x+uDmtP7pL18ldgxl28wx1gjOFC+H
VlAt8uhOqEBMOJrvsm4ZgCIMg1sc7TSDFOFFBJkFeSgxx3hUV+ybYqlo6b7/htdf7PTP4IAmAAuq
1dd08osOuQNBYqhVUDhtd15YkXWtjCo8zNk03dqWnq4b2Xx+31JMI1Pwkfuc4U8PhU3mUVvPcjqv
+Jm2yoTXbJXjsH9/aCeMcq44yoMuz3fBl2GyNq6z6z93uKXEwN0k5AMn7eiANXVVPR0QXKxy0dIL
v0wK8d7ei8xVs5FQSAxq28x+z+CjrLOYoMVyQw0C+oYCpNXuyH5v5l3ql6FzwIieiG3fJxOd+Qxs
8V7JVYEJcZPg9NZNkQBqMnf0mYVDZ/j0j4bGnN2L/2C44Sr8cmCwJxuVartHYt61OzRqF1HBkXpy
ZzrI/uxth2hOPjiNvv5IeKaSCNTM1fpmi5fPnJOpcWo8YfCt0uWOwzyIVHP2fxLVqP947SA/uDi8
XqRZmdlvMLoxQcxXz6tIVBSz0WHOAjGEKSELAPeFDxXO/of3J8rrVYZHMTjGhXWDAvnLofkEig+s
0l3QcS1+pIPRntVuXQTvP+X1gLApsu1wonctrHwnOwEneWxmRs5sbNr+H/7w7CLkRLRLIsf+9IkA
NwrnKLY2C6+gc3IuHFxN6T802yCpTOccsaQTEIVDQMv7I3r93mBLU9Di1Oub2NxORlQa1uD47dgG
dCfjrxNqzBUYlX12MI7gwmAhoEevydngZOLldTxlws7GwOwqwIBUBI5+azln74/l1a/DUzjkugj0
sFfimXs5B5ByriX/Tgf5nOdHJNbx0fcS96LMtfPBRHj12tZH+RYfPtdVxzktLREZ3YKGERpvvhIP
WeGaZwZJLrv3B/TWUxybk67te+vp/XQOdCvjvnQ0KYz0vb1B29+IlGr7z84BBoPhj3Kmxd2Axejl
e6OPObhkuQ0BzV97P0WJvc1BKn3Sw8W1QLpctqlNrf5i62QO6CobplLnGiIuwV992Oid19Pb+vwr
c7kWYPDlIkzaycuxoNBXqWP7QwCwO7ovNPLpHrj0r88/hWmsOKjx47DuvHzKbM9mP3expvwbN3Tp
205cE9yaH95/zBsTet3T1XqmUTY1rJePCReDc9yU6GAm3qk6p58qMNu0Mz2rxC3qD572xmzDZc5C
wEWUwtJpJb3qw8Uq0nYIFiLKrwx6tyStudMHh9z1YP7isIK3C/MuRTk0KywHpx+piZqS5NSB0BFp
pYdIghPek+Vbl1dTVImbPDK1ezV2GpihyFQdff7LXS/5lJcwgZOCc/JOS41kc0R6FgxtDepeoW2v
YG/u3//lnqvYp8NEdUCoC7Nx3W1f/nTYcCaYlAyT4ML0XER2Qgg8i+1hIWXqNhboeiPlxd8r3Of7
tg39PWJo/4N3vb7Lkz+Ckj1mNspmkkP9yYfdLNGssySloqbG4jLH+LRThAQD+F+JcT3AC3r9Yvqo
EvXGtF0rURxFKduwSZ58HYw75PP0dVCWOrrMUJruTKWBQKPa/OBy8daj4CJwq+VHpRd4crlQhQ9H
pjV1ECtcjdukGTvQwR2BtEWUf3Tkfet1Upz0V7e7Ah9z8jqhYNYYDy0dNFR6jwu78SWw1RncaG/V
hzpp+KFRZf95fyq98VkyjaiArdUhi0305UzykPRgVdeaaiV66jQcxn3pd9PnV+f1Lu1b3KdNClIn
L9IlMU+qNhqDPhvnna7N7gLB9kcFovWXP52QfA7sM5wL17Xz5Vj4FgZyJVv2gKmZjxwXvHRnGq2A
XF+jUCNovEz+ff710b0F6IL/2+Orf/nISc6g3JD3BmYTZg/4WMUup2L5/X95CmdrHsCV+hRi0dNl
wDLHTj3jVDnzF7shvTSPPlhV3poK9Jj+/1NOFpWkaEvCmuln1GEo8Y3R8B1G4e/eH8vrb0qagFDU
unTRazidCniVpr4mGCfAbAr52e+r/Zy6/c6S1UfdjDceBQeA0it3d4nW8WRu52wRom2kDlo/OqDb
gvlU4ojLouzTNRxagDY9W5OqFL3OU0s8oU89UagTP1APLjzPh/7MxDh/fP/VrT/Ay/ktLcUnJNhI
TT7YkxUib2G1umGGb3haHBuJT0vlmuTjBo9KMpTfvdC8AZ8Z/rPmHDPP+w9/PTskh1HOWGgPQR2c
0hu8orCtMOa04IIq20QGOc3DPNYfzMHn9eZ0jP99zMnqDm2XxqCKdODZcKbgRc2b2KOyMxRE/Ebw
2lCwrGRVpKobxM7xsV8DFxZcmE+fHy8fm82qBbaCc9LLLzshEEm5SUgEYliD4ANGeesblfPw/lNe
L/pcwxBMc0PiWEnj4+VTvHryWxNma0AtZ8y+gETHJDc33vjEFjNdpDMRmWivEa99sHm/8XPS+SdR
Yb1xrnPq5YO7tix6Tw59oEmNuXZ63DdSInF9f3hvfIHP6CJGB7SCRfnlU8jSLD2CbvugraP6KgXo
tm0KuwtQf3501XzrUXQzEGpQNaN5dPKoPl/sUWcs/mBw0KsafUFxGO1nqy3vs4UOakb0KsFR8Aph
t5x8h6Hf6oF6mw76OLoi0FNujMn6W3HehF8k9u+/wjd+KAr36Aw479hgMNb//T8lqhHdDFUbQZR6
VtUHkiD6YdMMcfft/ce8sbbQq+Q4td44KBGffHfLPKRRbnNLmxeBJSuNuz0yKmdna8N+jOeIC2IN
5dAYsJC9/+Q3Bqgc+K9Uiymu0KJ9OUCq7E5JAg0Xg7Sq97oo5yeZrjLn9x/zxvzgdoiCh9dIm+30
UkVwD6AUcFABzqc5OeuKjNyCLNMdMQVyFD/ef9r6uk6WMfp8gEtYOp6/7ZeDUgTM6RyJdNBFsth2
7QJl1MU8kmEkW5WSk4ZK/MEIXz+TAvjag2PNohd8CksBI5saPs3MQLeghCj7tEFoeH+qqSMLY8qs
Dw7Hr383DsWIH4BBgYNBNvJyiHFee23TUGKMVU3JanGr84oC1u79F/nGVUdxo6ZNRt4s43oVI5ka
U2u6XHV8LwtAZ/w0J3Kz/Sj6G0VEB4zJL9vXy67j3rdRcfXp+9z6dIqo68xBf3MySAVMfQQWwvps
9SiafdFd4uafH98f5Fuvkka0APjG25SnyhugAEhu4RAigQjF1unTad/ZyB4//xTyFVmyqMlRyj/Z
a8quB1CP7z0gJQbEctz6x3y0PlgbX39mfMycg2B1UcakZfJyVoytn6R9WbQBagHYmmml/nRpPh3C
1E5v3x/PG/OdR3F14RDJz3NaWEp6M1duOlBchPGE4TSbiq+uV5vyqIR27yD71j/ff+Kbg/NZJzm3
SorOJ7Mh6Uh8ox3cBlHtpvd+gm8RhekAxzfpZiKNP/00lg96Wh4FfOq0J0+zskoshUnkcWurdj+Z
c4sLrsKP28n00/s0HVtOdbRu+Q8Hnpe/Wt0kmhxEBpb2g41Sz0ofwAVNZ30YNR+M6vWJByEbOzTh
Yet3ddq/HZo2LA1CPAMipoitxAPXt//H3nksS6pkifZX2npOGVoM3gQIdSKOFikm2Dkp0ModcPCv
7xW3+nXfm1VWafXGb5JmVxJBgPv2LdZ6sGp7Lvd0nI/Vfbfa5ndlZo3+Da3rnywlJAgpgJrE/Tw3
7i83dBytasxdgi0rGMSDyczTRVWpZ7yVS32d7lz8lHH/IRklCNjKyP/tQzCXR651vfQ1sLxuwX/a
yXGg2KLRgBNgEha7TQJBL4vqNxvPPz6i14v4IR3FrPBE63+9yERdHpHwPB/8ggrhRFf1bq4iI9Xj
72qi/7hocSWSI+Aj+RMg5V+vZIVqgLKg4UBAXNjnkqz7ONCG/O++BKQnyIhwfKN9hunav16FsRqn
rWmcP2w2nrglAo0EtQOrQrVUv1m6/skXAg5FVYQEcsgp+/rP//T7CMeQ9hiwf9JUVX8t0WycaLZr
d398of/PSP1P+1qBQ6b+dz92+j69/8ePbiqn7e69/fF//vO1K6cf3//jXHb59779Cyn1+h/+Nyn1
byQ0Qxp4iZtI4kfXRe/vpFQj/Bs7MSbcCM0CNR74c//DSvXNv3EiJUgmD8kpnAPA/7BS3Yh/5LB8
kuWmRY4i+v/9gA9/j9fkL3/9Z6E3pSuegf+N665ac0Id6sbUpXnNvF+bdjR+RW0x8JsYQ2eR+WyG
7LPO5byCFhdBuGeOSjLIArUYZmTdRGdh5PTTg/qx3qx2LPehMbinxsyC8k7jT/nJZKD1c5Vdf2OU
fn5iuiXYM5RevoQ5h2t68RvxrLVeD0E3Dg/MsflnHwTP506Ngn6ywWWEZiJhk/TeZn4t16n8yuoN
lEcNhv/JwVidpaHb2ZAlsEgv6YiHF3JzGS7OwQet86zqao7u6wgpH0YM9m5aQ9aVaWNnGZZTBOmE
+Zi6AsY1h0aX9pO9CFCcm56ZpG2jH0Of+eqIcSTvd1lmXKWPm2mt8O3MKkg2CbEUJ5ZU3Q5rJJPo
jDKv3skI3CV8sgFmlXFWWut6cjN4WuhWCMxvzMBouH24FVLV4mbqGM6IXjOXxvgU3lF+nCJ/4xKM
1X0pet3cMyVoO8xcRpa/70ImjrUdblk6hAbqu3bYllvAVRiGGBhproaBZqWLDA3iLqNNDSeNyoNL
hX+tT8iBBCh/8fjZe48Z6RpJk7t9n7TJVHgz+DRRDUsfiIdCZdZ02ipzQp3bBeQkkDc1zz3K6nub
ycxyt3Z9fUuBmqFFr8DrvrfHyGB4v2RoeHG8crgR0aC8ZNPa2jMQ73xYU+uHjw1aGrFncpEP7Ek5
7VxNowTWXlOxotfFcB9oF2ee7ldaktoIZe0uCtpInqZhMj9Ma94OZlYgWvYAvjtJJ6pAnUUlwi8F
8KQ6qTIysaaGJnN0CHNecXjAQgcKMz0uLOooz5l3eYmmQFhxYBvdNzV46vtS+COwCGXeuvB2mPjK
g/PMyCAT4fkSBCk+UjoMCtPXCLYG46WOGImO1mVE/7OVQeq0xXh2Z3TNcdkE9vPQtNCIRnvTu2nr
PZgMKq/fekswIgiCDtpEhD43rIhMYplX5EU6WDnvXluu3/rRkGEShcxJzH2P7NxhyG9JqzXyR/a7
AJ0qvYKQTIyte281tgW/Mpy30ZrRLDVh1v8QmSchfFSBDyysb7WZCBW854Vn68Sxsv4Re8hwECH4
tJ1VBME9KgMbd0ttarahMoIlPJuwKZEkotoGrJ1VmFYsNqqiMrq9UKu6JYnmPKCk79QemR6qSWGV
3W1I3RU/9SZnYFTMgHsnv/cajOE1Lm+I78aHv1k1egVcI8Nvzmy/NLz8w/oV/RIC6TbrUV+1bbKv
ntvbIb5LjufHc/ozSo//ZsKQ+Ib1loT1NVFJx4T3y0kASeBkupPP9O61McY8+iL/TdT6y4b99ysQ
F9DNTZvUPyB0paQdfUaiEo/Mr+kAku7v4uLfXeGX2xUNs0IdzhVaJCF8h2CS/y/fge7ja68TEtlf
+6otNg8eTUZmZwxYgF3G6ndjCn+cg/53zyKlA6SVtgj6j9kabe/Xc1I+mOgyq4xnDjjGegvSyARE
1YafytyFCmSKkda8AOQdFdGwu+3cMttBjW1uLS/3cB44svL34zq3n6DEXGkrAP70Z2HhFIYBjU31
kHmluV5MAxbAVa4NOupPgcJ/78N/3nf/etK71vioTVHUpX00BDwb/HI8Gfua1qIRqn2krYs5fQ+j
+sbtzV2v3N9c6fqD/uVe/VH+oBWMHBghw6/ZBsO1ZIG12WLabnjJQlGd6dp/7EDspP/6K/3zCzmk
FKi801Xyy5OlkcO04GDs2CXJ1gLtpInvrYzU5399mX+8cyRm/uj5BMV6bf/9a0wLHZChUmtD++dj
qF9MzKhd+GXt/KOh6t9c668nu+uvFHDoIO3FH0yr/NpPUgb15JqQquM5XE9dtefwj1hSo984F8H+
X3+vX+oEf1zs2shKio18Bg2t1y/+p2Ad2Yt0w7Vw47V1ksZ/M52U/YgMPYS692B5EmC+2osju9+c
R6B//HVR+OPSIV/wmjyn2kiXxl8vrdwrcLATToxmeH4JrAUy0iYACtBPOyMAVNHqJJBIgu+4v5qb
fOr0k6OWfjchQXNTVxSM4xNUlPcI3XyIkf7QQZ8CDY9w1ZuNz4MC+b14TLYnNtvvmazl8MqIN0+L
N1fTS7aV1pcM+t7XLPQr3L5hSwnI9sYMHILfQN8zWixxu9Lxqba6+SBgLHKGu1SDnk59SCQZj75a
PppBdf4+yG31ioBzDRIxWhiiPBk+QUdT8ikHr8Qc/ejq9aY1M9M554MyPyZEeg8N3mcKePhJ5kQx
K3tjDgGAwKsU9smZ8x/sD4DtVrObAbqsEQhEWsIZA6YUbT0riaPoPIeD7d9Eaz4+j1qJ/oRAXey3
wZDfyy2fHjwgMSem6btjG+TNzp2A6sS04hd9KocF4c4y+86t49LPwX4f0T1dBGEPa2/psY9BmgnM
/dpbw0dFB2QZ6xlJajptdbveD3qUoErssb1txba8Z+HcnxFyOGkxjuYjvX7hA9PXjMIGrn8JNdA/
YyF0A/03V1VKKbC/t2H4tvtlYWjqOV+bADfdOEo79mvZr7fSgGNyzn0J+RRmgFx9aGlTPR+kXcwe
Ht4gYBij6tUzzMa8SGQZ1l9w+OH07Ouj16/ZvgiF80gQGj2rjjX8YOXZvmkL7NJQSHnsnODN8K3s
YohoRBaSzfllKOtO3fBj2nvJcEm6htlyAw5ya2NT5CsutKHqXhRvzc4Ya3/dd/RUu5c5qiFo2XYR
eJcpV81Bh77BwLqm3Z2WY7lb/Gp2eap9UTwQqAQkSaox3PuVT3WMOXCBc2vRO2kYzEVPjihP9pAV
/dM8beawXzMgY+eWW3kfFeF4UlnE5tF1cCde0EPpqz24GumOLay2Ji4CPhpGLwCYmt1s5/oMOdRP
GYRT29GTPc8yRK6eIfqtjzC8NKXay8lEyD0qJjUO3si53Y77khmFe1Xnsvq20OwPUmjNJuMoNSaw
J6VH8VP2RtSfnTULTk2nuzpdo77xafOPvBe/7kR5mRB9oo0ot9ZLF9tDrDbmUz2m7iyjLF3Y1Q9u
AM8lwTjWOC2UBgh8nTCv9mNi2U/YEwHHlbZUmHycCZTlhnXXbeu9t7n0apOqmt7thtl+5Be0X21K
PKz09BKqu8NP21LusYKZuy8rFNGVEPN7OAII8HIyjjH8PuRHlstsY1qW46ziEvLqUW6h8SqzyrZj
gKuIZap8Lr7DigqfsmyBAY15gC5WB+QDDIpGv0dFZfeJl5ndPlCLdyMZ1895dTlNLRKPoe8U4TtC
eWb7g3VGFOhP08MyM3/hGV6pY6rs7U3pC8t4D2Th4BuFNL2bcwM+aAfguUkHe82NHUXCQiUFixw1
bN3Ii6u3Twy4Fu8tecCL1VX6W1X6WXhQLeSmHSf+cUvctjDVYTVsZKswB8tXVGxAXVtpiIOHCEyk
Jos4JKLGbH+qCfBZPTgqelowrfgHMxoa72zOpBXvITNLNIvwfre09sSkLzCKYMmNRs7oHE1V0VVH
IjSYrqxbHznNqvFWWOgH39rZUxkOJLNxIbVO5QBguSuhNM4s0WS3C3NNytVeX/jcXUrtUL2b1boM
X6DLRFSvXZaOzleAh6aFqu7ZAfjtHguDYCwWbUU300g+wc6wAh0CMLwM+LoNXNWrBIlMNsireQN+
GTRRCbjVlMZTYQYtUFc8P686a73XbgbFuVXdcBMNwLZTZtPzdIQf+RYOjq8vlizNW3DF6/wyUnO2
E9y63cMEDAlyqhN8qNkKS8BnQ2Hv/RpE687sKb2/NuFUAjrLQYSKXATHfqL4ehoB+IpdjVWayXxs
BIN65pxZ6ZsGh3i/DyZtuw/B5Mr2M82YatxDEZvLR1pr253ZzubNzHnT+gq70urwY3mj+6CIHy+j
BZuK0552j9ao7Oxoq7xIczot7yy0EU+gMm03wRe92UloZTD6gCkabHbjtvr5Ox55T9wF7rx1MUmK
NdxXs7bQLqlxs98mSqgc6ny1ngOx5EforFF+i7vKya9HfnHa8M2CwCMxzZszlXTNe7NHJ6nZR7QO
0gwDEXdrh5ttbZs8cYMIvI415VezUibkKOMMXVWZ5Oh395VsTMQMZqjrs4H4HUApuZKnJeJtOS41
mowje4M4Mujft3eCdhvYELn3qf2Dk077/Kr2mbWgVlZW+yk3lP6sWQCCPd1+3V4a4Qa73KiW09hQ
k0hc35NFXJNlPuSmmB9gIS3BpaU32krcZcutfQ2SaoTlEjlPLu5T7uyqDszlFO/5VAozzrasfHZq
aXIkyJydX9koJeimBMhAVHEI2moDe1OthCOx8HzSCww9QGTRVg8LWJdr3OjAOdEvZ1mXmprWxER8
n3VPbu8Gw66eF/O5RcHZHUD3wjiXTHUEd56z5U8Gh5RurwbtvuqieGKZtirsocuMZSZb5+pzXQMI
uWuNpkoCRkTvxsFww0uZM62XIkUW87m3OUXtYUmQkJg6h0+tTbFdBdnIEZkZQ561VesNqPMm6TWh
1VpPTfvVQG/Je7eEyo03wFkNCoJywLxYr+7OGbGjfBgo6MCDaNMnKTaYkGObub60maq8YxlCcU4t
UVmKyDOn/EpL07iRHrI8qL1Z9k7WAPWk5arqTU1WyTYmGuCCKEir9izWq8KO4rhNSRhE96nKTP4X
YtHeZ40poWLGZ+oPCyOeNWutqK1jLrvSOyGDY9xc1nWVhkBuCqDgss6frEyjryObWI9oH1uRtkZH
65PnayKoYXsJJUbRZ9ODel2W1U2YjyLtyAOlKneOI1Lhu8LV9SFTUbHPp2ZMmD9A+cvb39J0ANKu
0et6XOlI3TWhJ3QKZzq81BZi05+jscBaXiQ5u7H0Dqh/je64eXU1xUEm2+URWPhY7yCD19Fx9oLp
rog680sL9KhmIZmHnaGX7dwiqnDB3kZuk5DXXbe98qXbfAa5dYWl9K0tIaxs1sWepCDqLbFXmtvU
27dR7dLdtc5R81GxuRIYGBHow9oHQdzXyj+vi/Ifqky3D7Av+vCdcd88f4vMbkhtqaOKLc0PvmTo
0faFM+gdTVSKYMIwvxirGwIvDSP5uDp2V1+lev7Zbq2QpENY9bsIkg800KoI7X2YGU5SbIVeT2BT
23nf98Pa3bg0IHy0NpUmDFud8YVjFK5Et0TB8Rx0RQhPVZeAmbn32zs8rHr7bgcgjD4s0VvlnrEv
Y8Y/Xor2+QpNOi4TsLJkFlFBrEXKOO3phW1pwR2ine30WGvlciVvgXt9mbeWc0I7mNvNRkLyBOa1
BwrI6FJ4YcdYkqaI8ioO3HH82aHPi0OyqPFa1aetrs8zdOJuQ0FEa6hfAJHUwjjVG0NfQY/Sroqq
7B7kWvMyAEUnlJdkhmI8C7wA5upM7b32JrLiVh3R8UccqXXq6DzjuFHr4FHZ1QhUT8vwDphNt+OU
4d3N5sYZym3nn6gjm1deufAQDHV4lije90YojZ9WzpuVsDRvJ2Uyb3/jZQU+UL0OGKFZ//Nvvksx
Z9R6MF5np3ZWeM70uyZ9ZXXWNUY193iAtzXdrMpb3hgbtDiFRVUY1+uETc8zZAWjj/kpgV30Ihvb
DHcUBzormaj8HjKxZvpUaiAjMCkLt0ws2ZoHXAjjkqhmUdXJ8FVgnwRlx+4SNn4PxYyH9nMpgq5B
B7yC1p703HeXetbqjFHU2U4si8WJQxXDx410ICwy57p9Yzeo0C7r1kFnVEBpycfruauULVftpmIP
0zE4VvkEycUcfHkcqrxQT+HqBiTHfLt62Kpm/BgDudzSI+MdMqDAacboNki9Ecb4ZTZK9dlEbI0E
oVsV9NVu9ieWTShYAVjkphovPRn74GaiI659wdZMKnTi9wx2I2rWz0B3BQAhOhCf1qVxHiFUyq+h
tMx1V6y+PudIrs6L17jva4saBrxaa3a3WikTSFs5ieLJz+g3Z5t0yz52ZmPDEJpvaje65nqH2aI7
SncR6no2gSaYw02NQaOIbwOqw3vDEB1+ZkikH27ughpbshTiZDTs9WZl9a03FvoLswMiSO2JaXgO
qsjE9SarT9WE8SOBP9g2IIoKwIgjGGCOMew/E+V2emANX1B9730abx0ZDBenUso/VQCn9iDFiRmi
uUm3puYvo2jZl/Uy7be1ap4Ga813lJqD3eyEWMARZYSHaCnyrxXZtZdhGxZerixckxGE+2MvpPkm
GKD9ANVW33vkonZAduXV/NtnX2wA3yTorPEc2qW4K3TPZdcBQcPOLdTyKfKH8mfTNwgc7DVaD5Fb
bHf+H+D+yQfrQdc0hOrOL6d7GJb2oWZYXL72rrfdFBI9h2YqTe955RgObphMBYngf/OljWeUPD5t
kLnZPRKS9l/mxQIgW/Ll41ZLAiDXyfKZZSIHPb1MHidNClD26Tp5cvCXVV7qsm4uPNFWqnq32vPR
x0cHSNeLcpvnrCNM8MhuYB0sUZXkboPNeDVH/ZOFxrqpIhW5+8wHersRv+O51133SYp5KA7839y7
unDqIW1FIGNOss43xvnqnRJjf1I6sFQCPE5ZcYUaJc2YI/sSjq1x7NeBHJWxwvzET2CwZTDFoNcd
qLVhILDrZTqyHrxBe4/2NifJz34xuf3JlsZIgn70u5uS/vk0QioCpD3360cDUNwXQ+QteFmLpgIj
X88NhaELZEtUzg4dY3d96LfHZXPqJ5FNwc4cQy/pgqa/n2QZHf06WkogesEaS857berjXf06z16b
ToEt/WO18nulPATevC8KBB67wTQi8B+hZcRq5QMwqdBlr6O/hgdkNsCTRWZRadyIv0e7OhfwpY45
BYmTWBEk0+rtTGmnsIW1m7u+RJSNHguagFua1dbM3zEZNIi4xYiRLuThn+dG+QfY6Cv6Cp+GvQTK
en3sbbDCRe+OCVw56cf9bKm9pQw2nmDrsdnzt5c6bQsk064wtwDGLY5XgHDgQuOusdZHww6Lq/BW
XNx5mdJwoFSZgf06eIp1zQMZ5sSUHPiPZNS2b82GV+RQs34gUPCafO8M2xW0jLYXpK29XGD7Cpks
k/B+5CgLduz03dfZk8lUhtVTJi1nuR307KXX4PkVEGXwjLWxnQlbg7n+psNo+LQJAzmBoUMggNwO
Xp91WDZkrWs/JIAJG/7UrXFvad+nwHjNDRIHrCGyLbsPtiPtUOZ26egmfse7bbEYkxdNBUoab1+W
hgAkKxp7Z25Ia5E/jEGVQLOs92OxsB1N4/Jtyfx5R+vrg2tV+ZjIgZNUbBlqucwLr05gmJDVeKdQ
DnjhD38jM7UxyuUkk13ozwwju58zuaknkmCcJaPK684hb5dFulLSNNeNNUdo0PcU/jQFm50qdfmc
Rbrag8AIdpHVZeV+oPxexWvDQ7AT1K6cOAyK0UuM0gou3kLBNgkdkT/6Yrsi56jJE/3y5KEAotnx
OYMIPLwZF4qGVXswrcE8yZ5yPx2YHNTkxWyGcgeS/fu0zZmOBefxH/h7DSw2WWsl1NqLvZcJfVbi
ypifIO0VR9UJ+R64LbCBoHfTce7L7bhNFpdW0tl4s81FPAL6tO5XmufTqDbnXY2sKAVRr4iHrCm7
c3uoMzGNjLaZmJ1EAzGU8qUf5vcgFMutDu3tyV2i8qJB+bLK0oUibrxD8Vjz+B23bGqmRLjE44dA
ePNnXQJuvzEn3AoHtx/7W3LyG+Fhz6FptfPixAwODFXhjf4bZ0N1o8JO7dDjrMsRRvX0fSConGIP
0QBzMjwasaXMOQ3JTqWa6YyJ9Em9vE3EwR8NuEyHzZ2j467GWd+kRdhHhNsmZ7LbLuy76CiAj+Kx
GVbYAYSd422hQlZfQjbXSSq9da/QVYH4lpRJ7tdiAWrJpDYLB52d9OBW0bgEd47T9PtwmQLJNBtn
CxocPPVhz6osD40MkGoXjYyu+NvpvZ4r/1AMS/1uoMMd0kDZ1k2Gdcfcc3jYFMPN0T2v5WNdXJl+
zMHGXrl62SkSswtqUiIUizvi5Aiphu3cDjU81DjPhiithlx8HsoFkbeUFNybqM0+CY48UWLPIaz2
np/szScJi0UMqLvz5PQUprOlck8+Q+jT3lQGIHVRhYRNzmLLLS2LTGEVbVwSg47yxS02lvA7Cc0f
vd0+ZkUNRU6uoX2/4ba3mK9TOBHyIGuencmd4QbY5U+nQf9DnJAReIZG68Lu76lux9sWtTjX6wpf
O2ZBHY/S66hT+P32jhKoNROOPeubi2dljLOwRpfidHAhZ8wIzsnWgzkfZm3MSxIqKdqd2/pzHc/u
PNW7Jm9FtYcIv9U7gN3UJycTZNcLWisxpUGZ44SgmJ1tMQXBDP5dFNSxhLUlD3XXOBf4qTZuijbf
omPRkt+/K1BPbnEuPDwEMtzKbxbJ8SWpjba8VG43emnm5ltwdICEGgead/x32imsqzQG3i36rIbe
6r7T9WNujeHLABF0SRDMqMsMK5hU1pCb9QmBgWEkwiPJksdA8/3qgQYzI0jJ2c+k/rllMNnlqN7b
Qio7gS0xvi+k6fT3iYNW87AQ955g4tnrsaM5YYrlYNuPVt77dYp+yHoxrtHuMac7VR6j3smSCTnn
zjUMEK+ZL59nq/bIm4+m9UOXTrFfO2tFYeZ1yI7l6gwQaOmduzTc9/3qCJ8MtGXuiU3KW3dhivXQ
4LN5vIIhj4q2BY5RItL3U2aWD4R16q5zJEanwFoHEgpmwL/lr9n3bptNkUD5rZ2EWm0OfL9DVHQw
+1a5Z8frjLTwZfbW0Xqatig9wwstOnR7hhNZ+KfZ5sVOSh7it1Z3hIy5LgxCAytv38S81duuxoFT
7PRiKB6gnPxpPBt59VYK0gGszT58qaYBeeq78oJ6lYU5qEfgeE1IBahf37lYne1oMBqfDW2I16Yd
PCpr7Fg/XAiUD01bQcNnrWBkhHb+XeP70O7bUBbtuSdd+DzBSEdw1deOfSm9OfrZTJxcYzObLY0b
VUp1wIe1ldBkYZIzvDNAuM6nqDmuXU2fTb8Gxalra9fg1iz9gTGt8Uvrbd5tNhvDyYwm9WwivmN3
bZYmzn5Ew2A8toZkkDj6jjhwizxhpRQ6yRxApc6bxO9QoVCOscwf0lIR9Mm1Cou467LKOWNgKD5V
WTGIXTk3HM1MwfNMTTl6JSt4vxTNS2Z5dZ86fpGNscpBDXVbT7cK7DAOGkN1bgt8rLL3A1pi5Daf
N5w/7GWZy7yZG22juBkmNQ2nueq6KXX5qe9c5HXLrpuX6sr1rxc7xpdk5GemGakQttiOL26WkeDj
Fy/Jn3GkaO7Njh6YoaMwlNI/U2R8yCInQb9RtaJ7RQxHk5rh03jddHMwxkPsI3wREMq36CuFPqtK
ZGcjwuVJdXelwDbDCV/bL7KtunvYUESCNXlHbhWnt/1KbrQ+VEHDvtCNIcczSPdbdcNwavCZVt3y
bKhWbvein2ZM86sz2klXWDd5BBI/bVU/YhCnHvFRWzgC90LoRn0amOoiBoxUUR7E4LDZijLod4uR
KUp1ZG0eB7XocxFVa/3YUZ7jm4VT3jxYkxc+liXyohsg1r2Rtl1gvGo5mPdmnusxNiHwnL16bM1d
Z2rA6BoKAYEOwrBbOL/BJwdDBoRh1Bf2zuka/8KzhAFjKE3Y2NPc3ayT5X4QcXKHwNIM4kit6xUg
qqae0zhTEMtWBhpwUhhOacUUmv0yEopZCfM6Vk9iUc9cbzbWhMJR7lMl8EE5w81huW78xXjrkbsc
IThPIKPLZvvgh7Nuy0BW9dearx3bbWkbzxRFG4orS11oEneB86ymqzsidzKZ1pYkIeBVgo5lak/L
aWqjvD7qfBhoR5eefqk8bJH4Ktf1FX9KmQ5b7lw20tWPVNGrr900imMJDVmcAsRC9bFg3PMDeZa9
o0+RHGULLV6gXZHVM6YTuLxqqHtUT1pFz61JOHDbTIZqnqY+C/KkDRvN2XgJrW1PC8PQ7BshIxKJ
Xd6YRCOB/9Og6aU5TWqYKNa0rI+JEzXyVMzEEB8DRZzt1fA7q3iSGdxmHtncaZJtc0npe6FQr8tS
tUjN1rJ7lWqNiJFlSBad6rphxF1J2nyPBM8oHifcQpS+ylp+cfK8PQ0mc4Fu0TsM/laNfiul49Jj
udbPjKqQVwKKnhn8dv5Mtm22zTEGArSKhHTMYF4mQNTlXe0hW3kqoD1xauTZCs4eW/apbTcLIDNV
Zs6kBXc/3kJ7fqdvdLqzajXSPCYj/7G0WYcTNU7tA+RZ+exw7Hdj31iG8iab/OExx15B97mNbKep
+/yLTyAk42XNyDVWZulwwJHbOxikIQDVg0E3yQWbS2Kzb69nQ+flnFhuvkpQzXP54OSNo0+Ia8b+
E8IbdddA2+U0ntfNJ5xlNHWalpxeJs8XL5sfOJSB/cEg2V/2NyGF0CLVkWG3ceTMtYeqkDME9sra
Jpk0zO2FhF7zyGc3rJTZo8n9xsSiOGPTEA+WT2Biu6N+G8YNgQOEwNSh5J5aullufNImJj8nlQM/
9oRxhf763tjFm9OEosM6UwXrU1VNVD4DU9iPVTfb311zwLxalA46mIYG0i8lMSC5z42+iJjSY3DE
vEdazavmCzW34Ks1zOEZeJdHWl2YYxrh7gUGJEwsKIFfOnvbrcxHjF0LEj8fpEZbbu5rJhtWWNiM
5SGYGKk7zpyJqVq20jras8shCzztNO7o04WfQHHiJ1sWHkw9iDDNvKp5l7MQt7QxFg/9WtPByGOF
/swn/9czbE7XZdzRnIvYwR7tB1ky4gCydb2jq97+bIkJFP9qebsRmcQ7gp85S7pSeu2OuZKOMXI1
7DfZbzwlLjraRWGh2DlAr8MbSj8gqKl97ImcTRRC2zCdhcM0IgCr4M2c/Yoygz3fDWqOjmVeU+9s
qEFzXrFyEvgUxjpiUgr/33mXst0yyOihEjOZqibjA+W+s89by7x3SsYCUU8gD2lZTj5B5bxWVOW2
o38yxL+SFXb782oU4ZdQ9FXeIFGVRZqB9h+PBOl02xaqMk+NytrnypLqq9OVeReTGEWtBmNPOA8F
MxfySB9fd1NNrn9cI+Lc2GvWnifaNNqnjf4GypkVckXTzvQXW3pURkwqbeJIunJ7HbU5mbcFFUDu
hdsO2Uk5M929KiodxAbjBOLGzUTqXC3fcQfe7ynPQ7IONLJYT4ocJpEUWbdY1sgq94VB2TNqUa4l
eemEr63Oem/nw7EZd7IqaXJb2nZO28rR3SmLcqNI2yvjZk9EMQjoNvZ27JpcNy9bqVfkfa262MR1
UYyUgdCgZ0s70/c3W4dGt92DFxLkIAN0QjKvuAk43pgZccv1h8MsSVB9T54zzL8uerR5UQSMdEQO
rZ3m7ZLfzqWkMdvZuml586EUHaJ8kxhfRwMR5mxrl6xzSCKNV3zkEGloK0XSS7lCSt+OC0q6upmW
nb8NB9aL+iFbg7q8qWlzeCrmjrI8P8UZRJ1+pdqey7vStLKK/KGTH6l/5i/oRXiv1Fzd5RaSkYRG
vZyOEuL0ah90BkdYDvW8F5obNidM1Il01caItWItxDex1ApXUT8tX73KY9HKMKc8/BdpZ7ocN5Js
6RcamGFf/gLIlcldIiX9gYmUhH3f8fTzQT09lQTTElb3lqlVVVZqOiLCI8LD/fg5dd6gGRdT30oc
Et/w21GVyJ5arD6pIzrIHsfYHU8Y/b5thupRmuWhbFnMqFh0ab21PIH3itnEnTO1hTXH9Im6jfJa
NTaBrKX71uQcdkxDFJ8onJH4LflZOawpqncYuWy6I4Tr7X1fduAbER5W/G2lmSmc/2QWUhsZH+Rr
JbVFKyhS5dsB1V7lBmxdPhwUFNVax6zE/EFospjiTsdWodIf8tYoq3u/UjX2Rp/RbeUnN3TVTz/h
EuyfKzQAqMBPWn+qrHaqN0Xqe5ajGQRY24IeONOWiqQ7kLmWX3Qi71fg7bCseZpC2UEtpZ9t7k2z
KGri5Q9DMcQbVYs7+iKHUT32cVhZrwkycicYK4bYDlgWZVupaZk6FTKfpW20EVUvMYnvIzqcvS1h
gmSSW8pq1GTJumePVCGC8RkkQVJ9I+ypaqBmZbDXqiD+U9N+K+xSS+mCB57yZrdD1ExxlTrRU1Q9
aLNErSI3081cxkWrSDcHsvSiFj1xDMQgl8Sc+2OEVq2aGvmrIbUD1UK4DZlx8TvQvoJTUOP+g2Mj
8Qj4ubl7HrGTRjqCmmnCsZyi8Ep9qKama+WUa1DjQM2obAgAYhJ9pyiU1ROdCWXkpADjviqFr76o
imi46CAHv0yZT9lX6lDUFCByM+K1iHTd/MVDcDMiav9qTajibENLr8QNJ64FEIvL0H+1zMr85dM9
HR+yPieNBDqxyjYE8EPsaEUu3Y5WRWhD39T4rcnU6C0cMuVnaXa1ABgsM38EIJsaRymLtKKa75u/
AsoXFkc89RdSqD2czgKYao4uSJoONTLF91Ez0nYhgcvobQvxzGlPp4b1SAoTGIjsm+Fzl1ZicQdR
Zd+zDSONgAX1ou4+VdEzDWBvfBe5V38reRlAcxvLnDu5heovxT9z+CYXkvo8loKUUGUPQ28/h2cG
1UJSS1vy2Sj/9nImRSewaJlse6kpQVcHPeu3itfkTTQEcXWAM80z3JaDekRqnGIyTR3yfFL7HdmD
tPEt0S1UVDzRZlS0eDNNHrlvFM7qF6Ud1DfUTbvRUZLA4zLham2Oodfk+oHa+fCICHOb7/5PM0xZ
m9HrT44jVnJX6NTuD+Q9SjPLfYVPcZuZO0lvo9M4+P1POWpKcrCiuEIa8RnVS3s5LOYWhAcGGOIF
NDTvpa4OWggB5PppDOXblI1rGdPhOvj1AtCWWiSkEbDBo62hLvgHxAKxpLGJqMajqywKT6EV2FZ+
Ry23UP8VTcRfrKsF+wCK1FRfRHnJqgA+q0jqlIzuBIerKHpf4tx7vD6aC3NGFyiszobCeD4RbWhK
IQxtjAmleCwMmLA3JPGvm/iMgoYQiIZn8GWQs6t/uyLOwcJBDhYmKFWK0r1bwlwSxjsRmOwUKCvw
YBPs70f8uClq6kyvaxl07C57diEvVywvzMGSoMIZkdZDg40nwl4f3lPzGFqrcOR5rZcGaaGC99AE
RY7sxUcwMvq66L34o2rXyYS4RkCgf8ygdbRuo/DW9zcd5V59BXz9ecVm2DMYNhl5HBi5F9h12aeo
aYGNs/PuSc7bPZzzW2WNm/UvXPzjyGA4A5zDctGTSU3u48gGQ8gBkhBDF27v1Bt917mDK9iCjfTX
JncIMl3LIe/olG7nNJvB6V3JYdJtUiWO4FJ+2KBR5a4RHH9Gf/NZ0O5LoL8NCMgWgy/MpA0rnc+S
rPuhfWnMlS7hv4oen8bNzMo0ZNP/uFxRAYq6HrHs3i4387g7F65zR3bIBdmT/c+46ZVzqJA64GPc
/4warKXju55DLtUpVnbQX3L1D181g+3puDEgW505Axd9uFJfJJ6ZIrlojgdU51ADp+IZoU32XG+l
O28vpDe63bICXwP7+dfapP/V0rhmft53Zzu4E6MOeTvMC4E9iwA+moaTHX7c505j0+JmItF78LbF
/h0oi41AmX032n9QTXeilQaRv4w8H7/ElDioaEgBwK5z0n/8kpq0uzFUum6rdeuUEooL+Wuk6U41
BqEtq3NnqGAr3U+5fqnJp5CSPoSRsUJ9++mYmVvI6eeYCTVNxLiWq4HIhIwSFDlPRbvPg8JtxeZp
jPQa4hvpARV6lwrUWvv8p1N0NjozFUFKYLLxFxtSTywgu4FEbSWy7qrytegJImu1f6yF/ASz1qbt
9TvquKS2Ect2af56GEzFqZX4lJXTvvb928Ifnq4f7ZfWg69S6AwXmQzaTj6uR1WPFDvp/rK95i0v
1BuR0F2L1NLu8lsTOTl/MG0ha79acnIvaHNpSXmTVWml9+XigsDcR+M91zIqCB+/wpAp8voDUOsy
BamrCa5lJXZf+i4Jsn1M5g7Q2Pv1kX+KAublODO52BJyNYL7yDBZ4fgaiTIUjntqtG3V7/Ng5cj/
dOotjC3WftB8gPE9xjpAVcR51L8NXqHXR/TpXsEIO8vQZJXLjMX8OIngaMeozZBAEEdtQ61pV8Rg
s3lCXDfz2Y/pA0cXSOP8tuBZXexg3xCaRmgUb6bIfBgz8Q/MA6TU0vrrBInNy3VjnyYOKnwTUh4o
L4yZakv+OCZZq7pai2LLzvLvinoT6SuDufTziZxwf6aNE2Hh/uiYkgbMwayNU/7WkNKYemNlCJ/m
iyGcm5g/4ezsFSKhA8+CCRFIFU9RdPcMx2jR81tjLf/sANZMEwYtoKWrM0ngR0sFcuNCoxmeLYTi
TuJB4ivdC1t+Jaj9vFkxY9HaDH+XbkhLKqi88eWumSzPNqSXJtqm4FEyUDh0ALTfjGJN/eXzPiVY
l2hUm9vi6JBbDKoXuqCxSmTyMqyiqN0eOq/bQFbzGFvTpsumlRvq03IZ2IOLASoLkb8vj6IwNEmn
S7Jnq/lbp0t3ydA8ZWNiq5m/QpjxyRLvAzYQg4LoCmahxQkkzJXgLNKRLKmNR/5kvve7iip3pJhu
0KxpcsxHzIeLl4hInmkcVRGWB9pAPzqHWA1VC9qV8651avVZ0v709FplIhV2Y5N237Ku31zfu5/c
cbaoQvc+q6+p2vI8ass0jX0obJB6Vh0thPZA++1B4fWvrfCEozUbCTFIKpbXKqncUbYyHSDHcDcU
37XKI++1Ei9cWClsmKwVXN+8hRanBMXiwqT1n4ePcDJJlKnV0Uhex/bl+lD+sgYu1oiBUIUlXJfR
D1u8TLtGGU0pkXnL1YJ0glugcUvE0w/JoEQ3Y6v9QasCEViffG7RZft4pKWxokK6kSNvWPHOT/sO
2TRJpx4xn7oz4c5Hf+nrMrEGtNvsSFYR4wJqvzNTVfmiqF1ymBpYYX21XaMhZ399dlM6GOdWbtDp
+OliqkvQkJ1S0hLquu6N6966N7f803b+td3a28PBtvnb7Xa75Z/sg71r7MNuZz/t+O2/f+m0n7zZ
T/aO/3zg70/8Of7sZv7v/ObMvxz+cuffHMd2ncdHd8+vmz223Pk3/ufwa/4j8x+d/8X9dfPy+HLz
66ZwC/7t5oZfv27m/wvfebNyL332OEWdWasge6JLC2KWj7OvtqSOKauC8GksO67eZXHaevHJ079c
d7nPq6wgX8DeofsY2PKyYdsftXKqGlDDOV7XFR29iNpNCrirCJ3C+nPd2KVBsUkhkFINFbuLQaVK
14cSWtd2nBQPNIof6K8GZNyfOlnYXzf12Y0UhF9gy2dgOhHEPO6zSzf2laibEK220yR2c++lLkuX
BKFD+8Mma95BIFy39/msU2biNngaoLLlqpqHfmYvkGKlUKLAsKdOrW5EL01cIAr5cUDfZuVY/XyQ
YwrtCcSIiPEIYT+aClFBUbU6pi2xM+MDwuuhHXZj6g6jDiso1U/96BtjdwMM58UAhbNy3v6duo+H
FFi+OczgUJ8lpBbXVqcFmTgkKWlxO7d//OdVrdwDmrLHDZ+y67b0obqp87vf0l+gbLxnutp2/U1v
t/YLZOP2n1+m428NdzwKK7tmPpOWnwbbrELKY94zS07FCYRmZNS5abdKTZ0CVgBlLcb6bAJ1LvMv
JQSaPp82zNCNMYCw1uCNalGRpi24XNEtWvCsERTwHDs3sfClQjJbQ6o6fBc16H3eCaOrjXl7qADY
OuUIzkWRsl+x0JVOnyX3SiuuccRf2KjzwcNrFe483seLL0gTzwvUji9ATjJwIFI55XpOlDd+S4w1
QrtLtkBswQdFPpan+OI5QUcG3KkTTyP4Pl1JOIrWbZoSbdUrvrFmZ/GSqATEoQdYz7lbATlLtx4I
ohAWnDJZCRYueQgMqfAA8rqc88wf92fpIXXcSqBeylx6LAv/PTLW/PzCaUNjM+GORApldvWPJvog
BlOckEpAq7qwa6VzNHmo7UArVza7NM/+xx3FwpxZWnjCAIWAGeTMWqvS4Rg+TDhe8LsRVBDjqSNU
5ITbnzU4f11YM33hCMc0hLbQEdOgt2SLjJBYaoAwcqxIX0L/HqiFKu7L+qGXdyJABjU85d1RHHYF
PcHVU1CdAFa11laL7Sn/ef10/5t3/jwN/3zLYhrUqAmh2WIa+JYx3/nNXS7+8OCEUbQTDd+6tguH
58S78aIOQMpGj7fjuJLYvOBWRIb6rGyj41zLiEDqdCXXK6ajqESJ6lrBfQ1e7fpAL2wSiEe5MKGD
I0W3TIy1APLhnqBeRq/hHxklGHolftOkvCn1NcLpC6ZmUjmFY0bm7bOUnyr9vlSLGIkZCvKvXTg+
FrV2A7b23YuLtUP7837hhQD3HMUeboVPOkpCL5clHEp4sSLsytJ8V2IZVgfr+7+dPczwIEadmXNM
WpKCo0k/FaOGGaPpTsGAEr1K90c+bsg9rGQTL93C80tfp15Cuuw/LCtnAYelCnVZdAHJOdIJ5mNB
hfXgy4rQvyZNUUZbJaJevaESab6qSjNEgCsmbishjPvRoeIRHmiK118SSDCMW68q+t+w6lnTiTYv
eo8MgBCpm6cIktjNRPF2C3Ih+TN6tJG6+hRqLzJN6Q9ilVhHXGZoeI/03ZciqGgZHBQ9I79bZMlO
VaIBEGAQVl8NffK/1GETfadw3BwilGZ+e0bUHOgPG6J/fdjPZY9/AoHFfm2mru9pJDTp/xUSN40H
34lysd9P0EdsanQUv1xf+QsHBFVuWSIwI0+FfPHi0M8zgNstktY2sElbV4pjEcc2KT9YT0A0QRMF
ruoLJBtPajQ4ZkBvUp7d5LTmG3S9SHL0eP17Pof1OgVHiASQ8iBrstT/s6opQm5R8GwpU59UFe2O
uoKPoN5HU/DNnKSV6Pfz2cS4afKhqMW7DZf8eB8hCKELcisKgBJC7xTVxp9+atb4Zz9tYgpH80Nl
5maFaHQ5pnJosjZS4N/jSeRK7XFq8FNz/Lees7CyCBNGKLKmLsJKBxdrRT2ihZtkpGpmiCtn7V/l
x/NLhVcuuR+R3I9q6jA3LJw0nyQxtgRg7eKufjKdftPdSDf6IbPVvXcC+++KrnhjHOSn676xnMf/
mOVSJVs8p/4XAVfve3SSK2pFlxscZl66l3L91gy0lYn8VFlY2lnMpKTlZlkl2AnS8Gtdfg1b66CP
iVvLoBHGVzBMO7lrAcP0G0jC7QKaDHNcUx5cPpaWH7F4cqpGKoW9qFSONir3LSxEoVpvokQ9Cbp/
tDQTYKLq5pj/383xvGHOTmeAINqglpiN4bmqAfAWEkk2fWXbrQ1use2UkFRsZ2GlokOBYQxflXCr
KN9G72eC9iHlpeujWl7Zy8lcOKxIj0gZGLM9dRN4rg7zp/Uqjiv+edGKNitrkOAirbdYsiwJxHQE
lOZkyonwTgMU3d4qaxWnTyf238GcmVks0TiZhpTOZtTb6ZvR2spbJNrCXXhsXvVD81g86b4t/V6L
3D8F1H/NIoI4K8GSVFtqEYXAmblAmMMwf6lU2Q6P1R9Ddw35novCoBu5+znm++vrtrwNljYXl5Pf
1ArgJmxKwzaO/gxaa/fjqxXdNcGaWuEyaJ9NgcSE+RedCJ7Ji7xLHsDXU9Vses28rbLbNrit1Pum
eFEmiLhWTphLjnJuazGsVhaQ3cixpSaBHeibwqNHBAKRfmWbrY1p3oZnmzmU6KfXg/kga5NNTj20
zH+F8NtGWQNYWXH01txcX7CVkS3zwCCm4Xn351ks7nP/t9F9DeEKAOd13cwlvyBVBQKFeuFcDv84
sIp2m14wNMzQ3GYmd3p/nLSOSvCNXOyum7p06ZybWqzVoAJHbnVMxdHBy3+KxkHzf//vTCyWKaN6
XVKIQLxGGhw5fBCK95JQ9rqRiyvzz5Qt6fetWo1T2kjxubBVN5GYVa5UQz8aQiV4L1kIWl+3d9H3
SNCCiDMI6JbVDb1BJUSmDcBRB/lliiIf7qbBrfrxRqTPc6yVV3QxVmxeHCOFRPBQKId8ChAgPZAA
RHoV8lEVtRQuksYZAzdRn6+P7bIdkpnzq5ZE4mLBfPjdyE0blWNl/QGkO91JjgXZXzGuON/8g5aB
Fqc5uWAUUBDRW9yTYa9GdT0xiWX3sy5uLJE2+BxBoA2a0woY02HF3rxvrtmbB352YKRFBtfVgD15
2iMkpgA0b74btBQXK2oFn2BFf4/bv2hJmacHacOPluie7TnZmcL+1rrrM0d6jffFPrytjslXyQEZ
6x/8B2i6f1vtPn4TttcX8OJlBsgKsOZ/zC92tVIHNfxwmO+2+V0L7wck02/JjbAL3Xof5P/aL+cn
liSjlUAhE5zDx8HKKTjaJgQ0lUu7GkqV5tab3FE+XB/UZ6+cC9sQdRCTzzWRRXicqrEGpzYc6GW0
H7ST7n+twM1ZL9et/MVMfvSRGd8qorEKvTNE/QvnH3tpGtJOqR2y4ADyZH6vd9KNcicfrS0vm3xX
01K5jSDsPBqH0FVr5yZ0y39Z5JtjLB4fdMzwEIFDeTmlqhWlUsvPhmSarjmIexGuDfKHolrx1PkH
fRrumaHFluhNn7YBjeEOyju1fMjGjfptZUrXbCw2g96JZiPEDEZ8bE6lox/MrbLrmNbQafbt1t8F
DjRquxneJrjRRjuIO3Oj3q69ry5ElgpJGZHiAOc1pdzFd6jj5PXiYNaO/1K96xuYC6Z7fefbwm9j
k+2jV+1WOq5lBy+8tj4aXWzFULMGerox2ryPwBcpRO2rU2irh3or/Kjuxv31yb401+djXLivZMZi
gLZezaF9qqU/eveeJyvRydo8LqOgtpDlsp6w8VIczFtyko88w8lCn16tY/jc3Eq3K1mTlUEtMwyQ
udAoNxuUx0OkHegKEdYiu89X0Ydl0uSPZ9iY5obnJZgwnpVXwke3sMMv2c5YSRbLS1zzvLHP1meZ
LR7EqYlaGi4cWpNzWzp1sSNtk636hb2wyQ/jtt1/NTeZ7e9oBUdWY+Wo/qtes9zv5/YXrytf9z0V
3gcAlRvPCU7qXbONvtOad2xuhqdu37AHDfaieAgPd3+GB/ledqdN+ObhqKvg17W5mJf97DrOxSxS
vIZv8V/aDQTFp2iLuEO2tTbxKXqrv0GssovunoPb3ol2a2+vC1mejyuxOPlgA9K0eF6J8ahvvB28
cNbNuJH2kv37JNvme/xdeDT3a5D9eX6X82+I2ny7IDOnLZ+ZhVCOIiwvlWMABUsaqBL9fKXOdWm3
nJtYnDhU2MVhGjEBRGtfFP4+ZLfA+LhSDv0cTHEz0Uoyg6cprS892VCSpkH9vHLyXvsJ6QD5lNQY
bvNAe+pp8N5mmrxykVzao+AT5lYU6hJczh/9RaW7XC69+b0nBXbi30HRuuu6TTAdAhoeGqic4pWD
51LMcWbxkyJmqYlj282vo/zFz8vNUIY/usw7TTpUGNcP7nlVPjkG5WuQUjP0bHk5QfQS03xHbEou
+4YmxSc9BUAglPqXofeeWrFzc338et3mxT1gnBlduEotlmUFkTLe6E8PXdG70Mm8m9HkWMaPEdma
2A+3Y8XWyEfhkdLDHZJZO9H4Sjuta6ndMdOMbQE/5/XPuuBZlAgAWqF5T/1p+fzNNb+Cgg/pO0t4
DLvbSCHJW7g6D3oz3Fw3dSFSphxBHyEpn5lxf/kEqXJisLwgdkWWBt6gd6sQXKkrgNmMNMOJrkHT
ty1Smgnz6SnTohX7F/fq2QIsXBoaidoDdcyqN+CI2upu6AsnD8qVhb7oXIwE/a9ZHHf5HEEapW3N
gSMhHX7ojWqro+/AOKKLD9Owr421EvGFBRRRL+CdikYDj/JFqN6IUE1HJqNK0u8QjW9NqXxMpz9Z
p9wU2tqVdnFsZ8YWN3dp6b5RdhiDjHVjZvE+riFVcfTgpm5gpQpWop+LK3ZmTvl4CNGSGGpVxVRO
nmf3YDNp7nWGUFh5AKyNanFPt4I+0x5xHAzgzATlJySGgvhTil4788YQfl3fBRePubMxzWM+u4g7
xJqtkK4OJ4dennDVLZtf/pAdkjK1/3eWFpcuDd1VKM4vfj37k8ebVoBRpf6S0Ud83c7lVUJJg2o5
Wj3qYpVArKtGBEsePEsqHaTiXTMkwHnj/XUzF29zzur/mlmsEsQ0PIcL7sCiiUVYR0NpP0I5vLlu
5bIv/GNlsTxZqMIQ0jIYvT5RVtwqxreuPxTNToea1/x+3dhlX4CsbVaBI1hd7F1tyECQC/g3HC0O
KDUKofQMl4ChM3klULk4LroJqf7TcsSj/qPblbBEKJ7O7MlUsyv9SSlfDSirpvwphotWWhOzv3Qq
kZYWEbkzEBJeFkMzZQIoGHDUZ5UGdPOugqs7Lx7H7lulrqAALk2iicA6XUVcY4a4ONYzeNrNKCNX
kcOPuKfNgDhajsIdDd3wrSN1cn3NLrkhGEdaU2hgFNER/DiRCAJAKdz4taNU0QYO2jt6drbXTZBp
4YcsAhQJUDhy7oR94BsXRuAYTmG9jmsHilZIiaMo+G74sLRJTQ9VRyLH8ZfME/qNqPj5QQiV9L2B
ENTpFC9/7goz+OJRrn30xwxSv0xotmYUaiRyTOHUK1V31zYSMnAUJ5mmQonL98FM628xCGvE4qTi
G4hSE9ZnqYAXADaCN1EQtKe6NI07sA4erC5psJc6f/gdtnqq3A2eGhx8Y47T0CbV/+jDzHpKs7V8
KKZB2PTQWBwmMTBgH7VizbtRY8jRtIJ6gp0OqSbaWtfIozuC3jRcUVCz3o51Wsh3oIDmVqGJTvNN
JBVw39aiUfOM6IMekgHITHhJdn+6drBAfhlRECLq2VqK4/XQasDyOiB8I0A+k6T9FxOGsRdYV7/S
0gF7t97thzyDD3wUpwnMr4GwfAoVSUIzlKxs0VJOfrRGYzoThAlPLfVReNMtKXRGmRbZbKBi7Jh5
WEGbq8d9h+CHqO8gmZ5Z78XoICV0s9HIZmx0ZYDN0dAF1Aur+iBUXXnUus48IMcjd9QchmDTdELb
vMfwnPlHNZkSh68uzGPV6GEOd3FlKMc+GGQnnZhym5DN47zIxNJJkyoubDDzxbNahRHBa8zt5QX6
C3yro90IdP8PnZfHdmnAiGKqtfhjoNuhRdoAJRYXmrGhdiR0AreGokbwjkKq9wxxRGM+J8nQ0tCv
ZfIrSgbpvoDTQHL0CcLiXpLGX6Lhw8VaSUUBuUHcIS/EmrlQfer5bipVbMqVFryqQlyaR9UvrS9E
3insmm1Na0laesrtJKHXagPA1M19JrXNaUA1DFJ6yguqCy0SdFylGOTwCZieZitZM3Z2ntEOb7dh
QYYHxatuC8GI+hKmfuw5dZJlRyFFZq1kurYNsfavKimgL4GWxYDy1/e+aB38wd0gNrctoKBtwBl2
rIOs3HtCY50QNAllrPrQ4hti4++bpI+eKhOabqWnlGpPQyhtcq8Jd+qAwklVWB2Uh5rW+26RGN2h
q2IBUttwkNxyUqQ/Stj5CBN2IYFFJw+erfuDd4IzJ3mGcrT/bU1tSLs6nIdjnzd7uvWl34EAj9RM
nzCBBos8N/U15bGsJQH6PjLg8E4j26GVHSzrEL9VP/zUCmXbSAv/uxxFVLGKsDD7BxiR02PlJQKV
LbFJHhE5sp4bufQfUiUbv/djjVKoGCvWbkImI9tPhlCfAikxuPq00N+kTazD2ZRAHtqbQiKdGqCW
TxqMJDeyoEd/co2wCdp1iwKgqtb9xvRnpSY9Nrv+uQGX60RR2Rz1CZUiLU2jTaxJxrhyY/+FlS8P
S4BmPFYtUo0gaD+eyD26lRpknJwK7AhXmHJnGFJnNKDC1Y0N991XrfytJlBFBZybrR0f32C8cLP8
VhOHt+tH96fulRlLcv4xiyilFsWihgGH2yiBIKv7kmapGxk/hkFxp9b/k5fvpa+doDL8kjUN2Nu1
p+3FR9b5BywCmEQSEjODwdMp++gIFZbbQtiT1TIq2aoteNJeVZuNnsx0QzCNKtbrygRcurpYDPIU
kD7MPbUfVwOhiwguCK4uvXqLA5WGg2CL/tGPNnkFctbDsYKImZ77blLAOFGsgdAuRAOSNBNBEAzy
Ilom8+nEUlDRKjHflPea176xVY5ddsyoVa+M9EJK7YOp+VPOIvlcaCejaSGHhvbGDa0NjDAbMpvg
kZ0RFqVwNwTHVl6Jgi/EcRJS7rwr4RKid3cxvTHaQR6FPAIrbkBt6l80Ge6lSTRtKzOcooqfhPHn
9YFeiOXoAUQdEwkk3rRLQpLAF4QpaTEZ1kgC0xWNuAwUTAc6kptod93WhehKgtKXrKlEPA/G7eOc
dllQq4UykiJQ3tEQA0TqXjdwyT/ODczze7ZoHINyiZxh7bRNGTq+oKZ3We99S6J45J2UrAH75922
PJuA66GOQsaDat1iuVQt4vLWJpare676lyB69fWV3ODFKfvHhL5ohQlGAbG7HhODMrg6bH51tbIo
K4NYhryZBymrLmOhrd7Mbt8aX/8H1WlFmgkRLGqbFKj/Js/OlkWZBA2VEImoOgxgw6VhJ0cJSZCk
b5lcnOh+fUTTxy7Kfg3LcGk/QRlDpZNeHjrxFgsUK8koFqIMw3st0ZP+JqYbojUhQIYu+TKIK5mG
i9cD9xQM93PKjQ6mj+4npMMoyA3lOf1H5jayndxXr9Id8dMh/1U29rhi75K302lmKUgC0A/9F0B9
Nq1ZW0JfNF+NsfSlzDfJ9CYYN8RF/35PaSILCHEBWPZlOrUNeOqJCv4BEWxdOSPkGqVCCPHvoXeK
dG5nsXe1AvreMBYZTQpHTQ6F45ScckLUJBNXSrWXNhWtp3SV0AVAGm+xTgOc+loU4BaEG6fEnE50
PO2vz9qlXQVamFNhfijzlPzoCmMnqoQKuILQGr7d6ZnhlkMIfyPUGyum/r4Xl8cQGBj2FWg0OvEX
M8dDAyI/1L2dfDN848mDgNpNsys3qKDdFNsQBhZva2yMr1TebTjvq2O2kn64ONizD1jMZw85W5IY
8wckKH4Mxyz7Ha/J4V7KsMMo8t9R0p/3cUatvlSGeMKIsEdQstzcppvmrXa8XbLVD/m794W+mdfq
x7+mc5ljPh1UFQ0p4DIgn/hoF0R4W2XoCTl1Zf+Y9gbUfj8CyfEPz6Voy/s0dlZBJ/OP/Lyg/5hc
LKjiT1MfewwV7pgDgl6tqz90jW1tJEf4ru/Vp+go3wkP4n6tdnsx2p4pL8jq/W2/XETbMuy3gdJ4
taPuhpP8leRR5IY7bw+iYAetQ2mHzxWNji/XN8vF/Xhmdf7vZwfZKKFIa0UCSzs8xCK8o/L9dQOz
A36e0H+GNTvwmYHJ7HgVQxfnwGwY2N1N9Cd7gWYcBZdf1w1dvALOJ3A+s88sZZlex6HKBKaVHd81
37JTuBGAVG61nXVsdvHrdXuXd94/A1s4px/4YdeMmPOB6UFKZaslKt79l+tWpLUFWjgk7+PCkDrM
NG56p9miU26+QTEvHrxncfuz3ocrw/rUIPqfTffPuBYniqoPIc2ZGFTegfKmt5PoyHTXfqu/+EiD
rQ3vUqxPapF3hQrSC2zUx0VTtVyKjBL3ALvffKt38neALLfmvXbU1vzj0p1tQJDErU2AzyPmo6k6
qktrSlFSJ6f2pDx3LhjH5hR9Mw8BXSyb9sbcNj+jnbVyR1zc2Od2F34ZQh8BXT52pfd4E7xkLmKM
JBWGJ5DZmiPfqT8iwRZ3wW26EqRc9B2I+2jqI/MG9cPCRXVo3oM8hniqjUQYf7OYNLXWjKMrBJFw
CPKe4U8lJaBC0RBy8REfeZ5KEdGp3pBctF2GfQ6N7m1RFWK+ue7Yl/z6/NsWft1MUEwb5DYc9AQc
2R8OudBvr5u46MqkeWl35mUHdHzhyqUYhUpvIowSTyrZP+VZKr/3crCPkc4oMnAF6e+igHtaC1ay
FZcH9/8NL7vocXezDkcmHlq0bW8E20xKdiuDu+jO/wxuyXUW6OT80DEHBHMsTtIvpLWOXJPiVzQU
/N8n4Xb6mfwRbWWtLHrpPD+bU0v+uIuaKQ+kQkemacrEl6aQ975X7yYD9JuhzrJbvmOW+kNdqN+v
j/fScXtud3FQJEoF5kdkSlPhoUzeSuFoFF+vm7g4oyoNyRIcC/DILbZLhkqtaXjMKByvBvlL7V4H
SS5+u27lom+cWVk4fhsKKsq887qFv0zkJ9bA8JfAehLlPEiUwLJSk1p4PUoUvRj6RE3KPYNwSqiD
78SH0tXfy611aPcoUPwPRsQTk7h+7jb7mzk7u3gnPSMMz7kxOvlF6GHwXdnHF5cetkk4WyB/gxfi
o8tVdBEYg8yA2ioHdgw3dfnYTWsdc5etoDoPOygAXWMxbX0fcBL2jGKsn3J0DceHKl45kC+aAJ7B
u4TMhbh0MF8ym67puexKWKp5i995dAVFff0/8eMzMwsPQ1uWnzvf4GV00FR0YLy9qr+I6crT4+J2
OTOzmDArEUnNz/fpOO7T4hQbh1Zw47VHwPyxy/hxhrT8vzlTF28PWOKzKfGxIhvOFJ3E6kdiIMV2
MIeNtMZxd/nC5NkoAV/i3lxSHwiJ1qEqHjQOSu7tpuw2wxH2SmWXHEPX3HQo/sL4mTnKytl2ecue
2Z2n+mwHSahzo9Uw2z3ChnQvPPGeu81bp7ltNo3TfG/313fsxaWjhYq/gInTtvDRnooIwaDQLu1E
0imcNKRL4kNUwfpRrNSQLwblMAf+19Jy+TTKOyb3MMs3Om2xNfUbrXiVxtcgO8TQzov5oYkeU2gm
6Fa+PsbLcdeZ6UWtV6mk3hBbBmm9Q8FrvQbP0lN6G/t2toePdhbPcoJb8SZ36am/bvqiz55ZXtyR
qC6yLbK4ceIAYOFT2pyU9mVo79LoNJRrfVaXkMyQ19HoKwIqpPo/nzpnziNGaHFVJeOsDbe+FY8e
RbIjRM0Pxq7YU2y8VQo7vZefro/xYj3EsMiPwtRIf9fSh5QcbUJtwmcbt3vl7Le9Z//wPbi19tPD
iqmL8/mPqaUTRb1p+d7ECItvLVzD5Z32Fv/Ob8f7obJRuNlqD/FW/OF/D+zVfMB8t3w6fs5ML51o
7JW8nUfZuZJt2ekuuTHusv33r56Towu14jiXffbM3MJzpG5qkurvpG4tW9o/dE5429mGozwltu8Y
p+Q2fVuDMM9hzbUhLq7XBOoKPaO3kn7b+0q4icWHqkcDBCTQ5vo6Xrz+5kwmLaj02lsLR+V9HKWR
xzKGFo3aqmT31lsXHK4buRhenRlZHKWxXjWthWiNI2gQFAxPVCmvG7g0XTPeBw09cW6aW3hEjCZw
avr/l7Tr2pFbV7ZfJEA5vFJSp8nBE/wi2DO2RJHKotLX36U59253s3Va8L4wDO8Nw1MqslgsVlgL
h3tCtaYdE3+K+U0xeH5cNtvcqVeqEEuu+licZBFxa2BIDzyLeMNFhJvxRtQ3SrnJ1gajF5N8x4Ik
M9DrIY0psPf9YWPswbxb7SwyBMMVmHnrK7TVWd/FlbIDa87DsHa+15Z03tMjD1YOHkdGHaLNrfWB
HgHQkQQs9ELzri5978Hc8G28n8IozNdeM2uSJZNU3bo1RIbV9VxwGh648zxytD3swI5y2WqWbP94
dSWz9ERv9W0LQRYaE8GxVCRgZUnX3MeSFGCZYmpu7uw4n/9uMuG2cwxb5WGsFGiBuYr5a23ueURE
eqUmj8BWGkrgFFyn+jPL/ShZSfctLejxF8yu/Ggr1ahPnH7OYoJZno9P6CAg6GJB0RXA1HRF3UVt
ATuqO3Ph5wzG0FFZNrkDQkM63unKZ5UBl2b799uGZqF/REiWqdQN0ANnESPgtvIUCTAbzCtd6V8W
s3iZHsuR7JB1eVaKHHJab+vxH0IJaz2Mi9+GdYPe4wBouxkQ7buVMHDhXoWZGLqqOzpCCHkkaRp6
jrgbUrW6Ipr2sxMNyOCIqT0NEZrFxcoZWHBlJ+IkV9YVlHN0jeFhGtf3VZ4HJgB+O4zJ4nG3sqAL
t8CJKMmZTXgtur09v7S6LKxbdogbO7y8Z2vaSKZRdyABHFuI6LK7SXsdtSd3esr/xZMRigCaxkUh
BFslRepVD5SrYg4Ihv4JTTgW3YPP4bIiS2myYxnygIimtFHelriXR5cHmJEGXWxGMFX63joF0eMq
bOkUTHTYgUr8YUX28kb9o5+MFzPq+uBZPWSr5ltahj078HJX0JcJbF7Jt9jatQY4bvZ9GZjqA/C8
Lotf8FYnmksWyYzENKsBq5vFpp+onzXIWlgSk6hQX4pyDVtzTZpslB5POJtfXcK714xfZpeCG6ED
ReYVejkvK7b07kLOE6GbifF+E6PGp37YSEu9cyNoZo0IlyvlWkVpt2/j+ypNUOaN3oscraat9ohq
151rgnKUvV3+hAXvfPIF0k1QZK7iaQzapgM6k1y319DgVmsg3wVb8WVRiwt7pKx0SGxDzYSaQ1kB
fNlEiTelaR0MryNM5wAI+rwsbVkxNJ/ghgVOuZyOUgHYzHMNilnV3hyCqUDT4vayiGWF/oiQfAun
XRUpA0Ro6AgFYF7JJuRbr1m3TdnLZVFLOQ/s0x9Zs7pHN7amJ4AT0BB8jQcUzqIbbdPcuJ+oxNzn
nFgHc8cf1m5VffHUz13YgM8FXI186j1tYFpHIbN9FmEaFKTdoQFWiQn1UeYNjS0AZ8NsU5LkYN/i
L65hu1fGPVgJV5SfLUN6+0D5Px8iOQBwePZaz/Eh1h33X9gVsF4y29fbAHRNYKoZdz9YAO415Tn/
ZuyTldB+8fo9Ei75AxW9vrQGZxpqX7u691Xjqo18Uw9p/ljaq2Cby2b7R1XJpoqhZl4/k5i1mzIA
tMH2rRn8bpcG3qP22IYJWMy20co1vGxcIN3AFJyHvnu5SIHVBQucynF9gZSlwaBRYc+d0BNJx+6G
Ww2xMI+n23EIPkWfazqQolkgrA/M1K28CxeP1NGXSDudJNrQTN38jsL0WH9jejlQrTAjXQf9Gh/H
AnAGYqojWdLGUrdkpTZCa/OQX980Nenu0/t2Zz/jIcWITQyfbsSnEjykmNq9bNFrakq7rOq919oJ
RCsOuhZsTKC0LKhrATznX0lvrp2fhfLtiaaS8yjTnLoWKEj9UXkdEouIag/KSjBREs189ux7AGoQ
Wq3ouBh5gYdCc6253CCPOyqgkBZFDaERKJxHpOtdkPYCV0Ir1hi8Fs/MkaT5S458o2VVQJsyISlG
4YkCvKJDpdZZcQPLQgByAvhQwPLLIR51m5ZZatb6fYtQ2C03aeNuEnUNolj2NphCnanP0NkKXw/4
CFmXko9GBVQ+zAf8pB7Il9zPiqKMV92m6d5ZG4uS7fBL2gz+AbwxILB+xZxHK4dMpQFW5RYIou60
M4zoAeyeRBPdjYkHhoEpi8tmL5vELA7VIVB/YWIJrAKy2dtW3WqN52I8TiOJCC2j3ziTryEXelmQ
vFnaDPWDwgBGxufBKHncC2xqUQFYPAUt6D9ooT6wxNkoRvF8Wcr56kEKBjTQPonJK9QiT+2OlblB
B5oArajRPtoy30bl+Dwojke6egbiadztZYFLahmYvcLUNtDX0Zp3KnAS+dgpGkOKsXjOy/Y2oY6v
2WuLd5benEnTHNQ+0cCumkgCzp9xZBVcH+qsUHjiX71lhJGYgEbh49UP/YeVStvZxQNJmLk2Ucez
YWqQdSopAf5wBIbOxNe3dQBCh+32ugk4AdfC5YX7WpnjCEIWJFleb+gDGymwH1Fn+2LDw4UCYjM7
BCxjYEDJ+XeGX1dvb8GNF97cbch+mBXf3n+Y5NokVWCFZWiFH+TeJCChIZy8bsMnf/fw+Xn1t62e
8udKO6C7CYvrGOuiOHh+UJFjnk8ri1CP2aNj9doKVMi5Ic/bgIZcoIzN0PPSI2DQ0NjXg0TXTwVK
aXW+USvn4PbVzTC0G4Dormz7uRmDzAloX8bcYIrXsiSuFHqeU3CG++0gDk2lYi5p7K9KXVnJWMph
439W8Y9as9rHdhzhdnUrqJW4ETGiNzFlIWuAACyGnQE+KdviGrFXUU/P1EMdfWZfAtsnXDkGEE7F
TmhqNdyhYn5cTAAG7IjFbOIaKym8JSkets3GiCmIMuXCjh4lHmhfQIzbN9dWXRJ9Qp8lXTk387E4
OTZAwtVMsG5pQF9H07bkcCpWlaqR9wxcVWJnKQqBK9xdPpoLekAFPP5mbz2DBpyulphiYfAaekxR
95Ik6qYB4ZLKnb+3OVxvaDv30HMMRyNpYkZWUwFrDibuMmIZNej+rhl/u6zLbLgnyzVToR0JkaLX
eeRw5IBJx/gb1kyL0TfScB9jZ/4E0HEe/U6G+umySG3+cEkm6HKBuQw3ClwJGRulo2XPRjFQpKzp
Ax6JG0yj+0Otfmha/DCwLshy9VXTUCmIMaZjshULOXMdHoxcRZrJBMI0mhKlR70QHuddYmIyRu0q
0vbOBwZxrB+VIRDUgiww4FW+hiWyYDI4WKCjRTAGWjVXMpmhN0Wb2gX161SvQtsq2A641hQQwjjU
l5f3DERJg34IwyDNBfoiWCtPzTNJXUvDbATGXuPNpIHVJMdM5vQS8W7XsBfBhyCNrztHuUr4vNQY
SH0eh62dpQArUfeKuK2jXw76k9YASc8e518fBmgasLwB4wfdAacfNtVjzyrTxlM8R5kBTDMpoigv
bwyQMmk2KuhjQW0fKC8MOLOKLdpdUejWfcJ1JVRpLaJdRoHIdgC0pDMSxH5GYLFKf+jjYeiCuhtL
daMpg3LlqjQ3keLgrYIyeQ84zSqrjDfhUC/egCUyFcHlNT83aTjQmddCU1VApeNAnapWW5HKxpwB
DbLepRhW1VC9s/dq7nfTxtHzoBIl8eowyVcEL9gV5JpA5EemxQQIwqncqUowVV4ChTLGETKYFRSN
EsSOFl7W72wcAVs33w0AGPwPlqFkU3aDZGpW58AX59gszAEq9MFzv5l1yKawBnlFS8MqOhjxtite
FO4P7hOG6pLuR1lemUjSmeEg7kAtcPmzFnw94nLALc+HCh2L0qrbrKss2pcMAETbyERdG27rsoSz
FPaX4kci5k84upDFUIE0pYGI8iM1wSUDpBvSHca3/ufwvkbBsuCYLPDJwH50QIviXjqV5U3VUPEC
slyRkVFc981dq5sEk/nNGjXckt2gEwkADPObA3zDp6Iw+m/H1MOFP8XlrgUgZcysvVus4cCevZ7w
4xEzoZQA88SdLMUVPNK7AVDxqV+CMOcaFBZTUPZR6atTp+40GtsrN/OiPIBU40IDzdTZ5c/qqdMa
u0p9L+EHvX1H3XkTIzY0VzrUFpYPTMDgCATDJy4SOV6inHV6TBvohSQ4bqyPNqq2seI+X7a+JXVm
Oju8nnRcHHLnIPzglCB0Tn2eftesz67b2MZnmayEAMtSrHkEGANnrpz1oFTVEoECvR+r+3b6nGB8
8XBPu8/LyiytGVzV3D6KNy6CmlOTS3mL4DbyKGbOqNgq1MoOWWVSSjyaFivdYUv+6osdFdE6nu5n
d2AKgrjCoegZRBJafRkyBzn7PEm1h2FU0QUwKlWuE1XR1Z9N3jsboBSIb5zG03XWo8Pxvh54mcF3
46W8xeC0ik5XtYk+m6genqck5h+O01g7x82bGJPDrvNupoX24+/XC7N5KkIVVcNo9JwhO/I8lcA9
1asR9YU5BhFqR6ZX7LxoDXJvafePxUg3SK5HDAC9EMOTYjMOu7hVfQCZBFP0clmfRUEmxpKRmYe/
lgdGPbPSy8lEvC8yR53hOEzzFYCc1SOSNsbHZCcIDC5LXLA41KiQS4H/Qf5LDvRKNdNGt6Tcd2y2
V7whMKd0M8NAXBZzFkLP3Bu4fuC5oR483ulGGbUemW2bcB/ge0CtEB7iWv0wesBVsMD5UVZtIMTv
fyMTVJMzxDaaCKRdA7BgNMYOZHoU9HUdzHZfag91gUdjhnGrlZBy4WIC2NH8TADl2czjdKohyOks
uzAY95FmvFIRJGadE9jiN21BuO10m8u6LW0bMiuIzlGadryzF1zk9pluZdyPJ/egzs1WrhXqzYqL
WDBHwCRidB1YyfPrStJJWD1TPAWAF+CH2M5JhBTNon2WNCTvV26LheWDvePZC1BL+FjZQBovNeBQ
htQH204X5mqHGYok/jnkTUtSpuaA2+mrlfzIgnro0gGSFwAR8edXwHrkPZTIVSoMT6c+SFOu0bjv
Z6pCRmC5RH22krNYEyWFLe4EtqSKIfELGEggGZEGiUS7eAOSxF/bxYlK0jmjqtpaRg45hTUGcdOE
Tkt3YjL/3mvgWYpfSGjPoN1SzKJStTZrLZpXzg2EVt9GRenntF6x8jlwPHkEg2bPw1vBBsAXHMdZ
Hb2rizQVDfOL9LW3azzwn/56uWayzRl+dJ5wkFvOy6hkiV0IBqy/Hic12xRGStLor/Px88sHvg9p
EANjGvJpVa3GTcBKg3wLL65BsQWEFPUg8k9wfRJKx7/fnJNTO9vikVlTU0kRP+PUGrX3zOvS4KS0
pjGo7XEN+3thgyAK7gHT/3j4yIBoFF1F8B8QhSaHvTs6dwCnWvGrayIkbUYr6eIygoganYqPU1yn
SCvG8eNlQ1g4nyeKSAadjLarAfAHZDs94OPge0xUMB4NNBhdlrPg5iBnZgfHCCTo+KQ3RV876pSP
JQdDk/k003B2XrRDLysmXtiNobhreZyle/dInkxqMbpGwuOowB1YNmAmq4HcX3SxA7CT6j2K3E1M
gZ1esJVzuyjVRnM6Es84wfKbs+ex1cS04v5U8APqQiX/pWsDKU0gNGm+cFfELT1AEbz8kTfb0JHF
633uAAEN8uJO90cAhCmNhRqo6sfjU2/dZcgTW2PorUGvnvX54GV4Ile6H02tjFU1gVwtmrZGsjGr
h9F47s1tC21BJlk0oz/RfCOavb2Wbli0pCOdpXNhR0om4gyyUVWC5diYTh6U+5HHN5rVk8nK/j4x
faKrdELMwcPFX8y66texlpEKCEj2ahPt4jk80mq2rKOdnMo0FvVsOaPnhYPVfu8bQWCxKeB0V5EV
FoUhwwqWHKRIAEp4Koy3PO4aE6nc1lLQ7SJqQLE4H/mc66PRc7orBGBur4E3Sgx1r1rbJP0BfGW/
i9+6YsX/LJgSgkdwTAKyxcDAlZxsUN1CpDzqLdLXnvGYg0Burp5YV4M1ARvU81oiCgDosUjHLZJn
SShEhL4CkfZhY1D332w2sBDmWjXmMeV7sdNBcivKFjkq2vzKXHrALRwT7sYrUd/iDhzJkYzYcCtU
IDzsgKJrQT/pvtLqiAC/039V8phRsVGhAjkXyvCnex1XiPTKQeC4KKMHjhivIhmgES9796WofM7m
gPMYlIlnSXtkeYZMTXqONhfUVOLy2uLRtWjdl8tillYNTxoPZQ9U28GYcqqLU3ZKgmo+rCG182db
Hfm+jmJxneie8WJla1gLS4lbAJCg5QOmMAOCSJdW0lGUQOjIfUDuBV27Rxqk6N5tPObGg1DADePc
8D5oos1lNecfK0V/0BEeFukxoBV60vEs+tzuRKzirlTotduW5pY1o0rUwmru3faQcEx1FTVxVimB
z10rYJOAVOoBXX/OU0uCAVQwttQQFokbQGV4U+tcK8nwpjSGHjJk2gka/V8VsNC/tn05Bm06mj7Q
Lx5jw/jea/GL4dbsVrHHacs6NSVxjDrC5aU5D4rwfVgZMJPidkcH+akFcEVtFNDHo3xtPLfla5+/
Xf755xf46c+X3HCeNYmZJRryqtqWKS+O/jzwB55tLTco47URqPNTcypMMi8zzc2pRDqMRDxQY+Dy
G/EG2P0rjT5LHhYcAzPNgOciJSk3j+hN26HghVyxbgK+3Hmx2HfD+KbkgHWyrpn+reqvmm6jRjc6
RjMuL+d5Q4Q3GzH2CfWPr3To6X7lTlfwymgtomvvGgt4hEMDlFfzt2OBei6sm963rD70+m8RazaR
d7NaVzbPT9P8CWgzQXUexTXZZBS7sN2hg1GDVSrUyoBFFalA2gG+R536pXInEka6FMfY9odK8/Ni
M+jhJEJlCnrzXi/9JtlViMDHCJ29/QyS1znP+fDUg2lLTXxVYX5lJZveNYGVFZEiBXTrbgQdB1Dj
Sd78MPM4YMpNW37PzF9N/eS5d6a3TUd1G6PzBQlGnj0JBxhKa4+8hfDwVHXJmil1oinnUB3wp0Fi
cwCU42yPJDHvBhEYogzG9NESa21RC4foZMUlu06HAWioPcR24GTpUbzFOj4hBwdji6+RYlt5KK1s
sDxIMPU9c5sY4ooR0CrjSFR+YMNAWiB8gO3CBrKtWwaXDXvh6B6rKJffadl2tpJ3FrEGGyN4E9FB
RE2BH3tZjK6fXQVflwAeTHhCg8NcuvGicYxsJiBnnAafexnAjJ9y/suzDpp4cByFMC+Y0Cw8vvY1
Ax7QRjc+kbYgvWUTPcNAJQpfpXHTD9sG+G2KUoYrHzh/wOlddfqB0gskwggDwHSw+FaMxXcP6QSb
NzOIw5kHlKX4xUeM8nE9dOL7iX4vSkDgZqRVgWKK6cWR5kT1HoTRELW6czsA8Dq3emOvpMvPppWB
kXYSZUr3BvKQKlo2sY7xpAeK43vsG032FRq10I+UenFgOo8uSrDIpHvVK+qxYvg0izW0rUWrOYp1
pfMIBpbBYRG+Qm0dYkafgAAmucjWnO55mARlbQ06g0odAHGysqo3lbk2WISDO0LfJPXeMAHhTzMC
EF3hvTnFu4oFx8sYv39YQxGq3ntfo3/kecU6Zkln1nH0JZLCBRLDhtHgS5oOzdfVTqAdM2fVlQtG
uAhBL5gmjTkGvlObR1XdxNPtMH4zlSiI051AATJNR6KLQ436deOGmYWxDmqQAR3UGX9zbIq35iqQ
yZwdP/9mE8ioNkA/zhjvFcZ7x+tHC02db5G+dZx3xUgICGC3A/oGom7yW/QTOERoa0Szi+aBLXPA
noepTfmmit3OLjoAIwDLuy+IaJsiyJTu02xRM7+8McsW8keStC+xG0WmUUMSKn54GGS+kmxaa9jb
QCP//0mS7gI9w6ZFDJJiAywPuCqnHGUIfm+ujfmd0XN9HfE/qydfA2YOQPsxgduhVRS4Jpl0/Cc/
lGIKMvoglDTU4ZtizZ+UW03d6sYhplemhzDkhXtvRvniuBP+53s/3iDtTmpxl3uZP4MA6y8INUfv
4fLKLPukOYMITmGker/aVo+e/LbBI1QK8cG2Et1iHCxwauch1hw8ywdjw3RzA8ozZHKcIPO87yz6
qOuZSTSi28kDpVG7Nii28NyB3zj6IMlvTAmm0tBCa5HcnjbFWPqa2pLEu24SHXxCJTI6V41637c2
cejf36doIUEr+pwFwHCOZCYZiDB7msFR5G2CfJVyE3U8bHm5UvhYUhFygCzuzi2AZy3OSsNmDE94
4MFSUoz+JD1mQpIyADs3emajRtng30ZbEAshp1bjSssYIOrzDiOKl3d/4axbSDLMyRdUsgCsDS90
tPlRZTRejko0oW26506/oVMeFu1aE8xSAH4iRwoguBGNaQL2CZLWzY8hNoLC016M1g70Acy0hfUU
xf0e2K7Xntr54GV4sHvtjppAt+jYSlFtefGPdJZiBcE8bqkWNlnMyQ5r29V71b4pJod48Z3R+7Wa
HRzrWmQrJ23+uZJHn6HDIRnuAb1Akl1zlDo0OstlmHzRYt9rv1/ezGXNjiRI/lTrzJGqOVY5825j
53Uw9k22Y/2rMTxkxQHda6Z+3RcrJrQU3p/oJR0a1ObjxHShl+V806bXSAE0qnpQ8vua/uYtuijQ
2/L3ZXNAvcyz27ijnLkEe2q3VotXqz1CU9PGuYjMXaa0M4XDyqN1XrCzLTsSIy1ordbJ6Mxihjjz
y36bsDDKQ2N4LDCNO4qVrMJXc+ElcdJKIsrWW6XELcUwz5NtlBRE7xsa/+KJh0xDmOW4Gf0i/wTW
Ncn67WXrWXQF/+iKgdLTJeVpxrUWsFYE3MNh76l3nVHcdNxdOQVrYua458jjTJwhx8WhYwnyl/Yu
td+m6PGyJosH7UiT+TVzJKKgaqKKAbvGJkws9ZXfKSsS1pSQ3BkrWtVCdwNcSJJsjQGPyyE+eEUT
XlZktmLZHtCVhl47MI7OvcinisTVoGSuii1paiOkoICO3ButatHYeAV2sZVg7Cuuk6QhBpg7DZAk
mYcWJWmmW1pNip2ptEM3/rYSfZe3u6oYfDtNcQHfqZPwqwExicOJ4oBFsNm6wxP4r4X16Zm3qvFZ
OJ+KEZj6vdfmQVMUgdlfKc4PF3Rh4H9diemW3N3JB8/h5fE+p6h8lrMppUxv7vR0RAakaD8MrxQE
f8HQnJ3RlzhO86tknKiv9Oqdm4BM+/IuLR1b+KCZkxivY/SgStvkiEIDV5FmkXYoszBxvSrQjVq9
1qICoL9W7BGe970PRuinhGeZb/cTJmYoYEGMCI1smrN2AJZcMobMMHSK7mo0p3yt3NHKKNi02mlB
6TLxd0DVESt/A30IcapvtruvQM3jOE+KuTZ3v2CuJ/shrQNSbHjfFtiPpEIKRLdb4PtVotuzDEVj
tJSUJG7Ttcm+2SdeslrJRceZ7tJWgdBsCnOk0Pp8JDXNQ/SHATXIJKrxzQVFz8qWz17qTCpi5a9s
3gwfcmp6ZjEYuT3gZFp9TZpDyl04GXR0Bu4td+7ysf5t2tljbSv7FcH6ZcGu5KXjzgDieQfBvHoW
/bum/47BcVm6z0UNMDnMqkwPpXNViYEIa+UyXHB6J2YurXSiiwYJTIi2rczPuvceozFd/nhZwYWu
SPdEiryytl110QgpKa7YjoFifHwpxgm3bWC4P2qXaElOkCN1ihY25U8sCaY8RdLtqUzbgNFN0b7p
HjKlnEzT2+WPW/Y4Xw0ErjGjJEqXV5PnZVaOOOmF+DaMV9zYG3zTYexlmHbxiN7Lq8z0Wb6y6Uvp
N6zJ3EfwH7GzURwdZzZhzsXL8ZDsPSQTWcjgVyinYYvRoboJMCvsF9GPLt1qSU0KjmqQ46N7lIzg
oFYeMz0AfCR4VVKkIVv3qln7vnnjzw4DRs4QiqnzdSWf+9RwqkTBqthmH6QjJaztiCfuI2ffsPdx
WjERbU2eZIhKEfOCNliOFLAsyOFotCeJtinLPVcOtPzWuU8WoIP6XTIIpB5vRsydp/GvdAio9mCX
q+ACi2fySH/JZO3JzrQunbfHesvFtK/5tNHg8gT9pis+Ey+jqSOZ8lyN+KKVEOG/uPp/Fl/uMDHR
lA0SRghXEAGX1jWPyo0d3UQofGV4PpWfXvKROiulQdkV6PODESON6NubW6u+cgpHBlkAerdLjAQI
Q+C/iuzKt4zXlq0Njsj7LEuR7ndwa5kqGyBFTT8aLWxEUCUfFgtHVpE0XXvGyC5dliZZsaVgPNdh
GApXuoaMDrDC71UnoB24rpogKQDMUG6c9oXGa8nrtcWUzFkXlQoaDajZiq2eXg381wAy7Muea20p
JRMFk1+hZRVkeDqY1d76bJ9NWxdvmdrRN5O9kt+Yf9qxQ5CW8mv668g8rLGmops3LnNDRYRUBGr+
qUTpftLBaOgB8Wd7Wb2zW0OWKDnm0i0VSmtsHt+DJ0Y/gG+xvG6vvJATetNswJRn+I/j5hvfdoee
oAi3Yj3yk0OWL3loy5uiBL2MMB7WhjF4t9t85cjN5ne+pgBIwFC3ib4u6cnRCQVND3oK8s7iRSR7
x7tqq5eEh46xosqaoFnV480bED0CQ7nB3MimSj4n9ZCj5tMHAkSPl3dtPr+XVJoPxpEku0NH02BC
klp8FD2xHR8RJCmKlbhleW/cebQHrxrQWp+KGVOMGHEb3HEp6hwZWvxcc+WCXj5dfyRIJ3hUE31y
7RlPQkvJSCvS08KPHPO6KxTQ3FtB0zsruZ6vAdTzxfsjUzrRIEdKvEqFTJpXr0wHWFnG8ypEP2iy
4erQRshmoUWdUHCQvVNhZj5rsurK5o4CGEuqGD91MTUfYiiU6xrpm2u1H8rvJmYEHjslNW9QtUWW
wfU6usumpg3SEmgxFZppfnNMfLyIUR1/mroB6PtqAKkmQ4TiAxEOA/92HGNCw4k2GXqhAcNYeuzG
6eLuBpmUeE9Ve3hJ2/amaecX0FgARaryDPrRuWO5d5lngTCyMX8lKkak9J5llW8rVpgaw5NaOtmW
VdaTMSjezsTcZVgr9L7w6FqYvXgGMNeCc2YBEN2Sbh4l150a4/SgN9HeQU03KpQ4BjHZ9eD87f39
5TmOREnWade95ypKBs+c6ntbwUPb3ZXeu2KmvuZcsaQkqhlye+Wxv+Sh0YUxj22DgU+VsQIq0adK
buJMjAOKuQ3fYDDU7wuxr618m6DsNWaY6GvV18snfmldXYSJM3MYgLHlKYMcHbfgVQaNZNTgsDsg
n0hBIlo2P1P0XKjaGt7D0s16LE5yZVHiWIo6s1Yy9aHnTdi431KgTF3WaenwHwuRvJhTu95UdBAS
F78wtkXRosUfqlojvLjSI3vFO5+10cz24uIKcGbyP0RgkjjKpx6N2CW43hhadaIfPdp7ay8w0BXS
PwucPwxseHgDe2NLIu3nZV0XF9QFnQqkA1lA7uLjilmmbtEif6B/oqvfp2jBqlY82+J6HsmQNq3K
ACPAhhqblujoZdj2sR44KSKId118ms1KznVZI0wvolsQ7eDyQ941WBFbPU56bhgEZNKh+XOwipV4
aOkGAjr5/wmRH+2sN1XQFRcIl4vmJcmtTV574b/ZmT8ipADILiclFwr0aEqKFJRCqrH17bX5yLMH
8H/inH9uHVmTMZqc2m5w6+RxqJQzVzHJUoHw/61SiadcT8U3UPF63dohW9qm+QL/3zvcldTLx0TT
RYFQAbSRREN3ZwSXyNYQyNekSFGc4vB8KmaC9GoMLUugyr5Jol+XN2p5CQ2cH/QP4ozIvb0grDZZ
PkKISJ/iaav23yZry/A0j+JtRjdK87NOvuFFe1ns0qnCANk/UqUbzVT0ogEcyOx5f9DqhWppYHZX
Src32BOzshVpiwt5JE261LhD0dNgQJqivFPjwwSAxLR6cy4+2I6EyFHXUKRx5EFIWj5E4k73bgcV
/QrFYUyCJkZ2qPDBns1AN395KZcuMfAQ/xMczMofha1lAmyOqcWN7dTRdhoGP6PJrejj29oZfzhN
9i8Cf6RyMbIC5kg0NUviPKP1KEXZ1O+0l5b5ug3koikNkKwnTrdWD14yk2NhkpkYrTHpBYMwr3uK
7HsNHWu99dPlRWA5+6T9yzb32ZtgHTGnglAASFXSqY5EXjqRJoCJrJfb2KlJOlhhzlYurfmb5Uj5
WIp0qlM1tdCyjEur8G4jBtRDZ8v0+5SviFkKqY7FSA800Q/TaE4QE0/5jrfmtukEqQ0XiCXI/iAF
nQ93qrbGPLx00o6lSrelx6LY69Gj48f6uyd+6+1B954v2/va+kkGSB3PaDCQAIfVDpyM3gjKXFd/
RxvSVaM9Xpa1qA7AuK0514kOaslx5A7P2s7swA8FSwBW26E3rfcaA/iXxSyqBO6Orysfg7WSmLIt
0hEd/I1v4ekGIBDvXpTmbyMuttkwbC/LWnAXqBIAigmXvGEAf/DUXdQpNauc1eAQcHd3OjD9++7W
oGtFqIUQ40SKdHDz0QQ1mQWeXF7vyqkl9VpYtmDeEID0LiDyHMAESeY92iMdWQQBFmuCLHXIpJmb
QjxPNfoII+UjaTLSuNHKgMqCP8IggA5UQyB/YdpL2igvSmzgpbe1XzmImtSIDLb54ADbJc2v2+vS
Sh8ub9aCYZzIk++UGNirkQJ5SrcxBEmbYsez/bSKbXLWEAPXdyJIer7niW3zJoEgrdqX5t7S/dbG
fEXIvBd04ehI3nO2G9KtNQnSChePwGnlDCwcteMvkBPHeBhZfanjC8bxhqNdWXd3LN9dXs6z7LSk
powBkMUCr6N5/5gyhtGQ+Wbqgam3uW7Q1MacNBTwJonWPxV48qwo+F+Eey4onkCgCzK405PHJmca
e13UvoGgEXBWgOPccPqam08N6CFQnUAtnIB+8rLOiwfF+yNVMlkgHem96nRg0RMbLQ5yHXhEzUYF
9kpByoxtVknCljfyj0DJZvvIyDNlgpp1c1O5d96AIv3KA2ZxKYFDoM2wlZgEl3t5R9OJyrjsYa4q
bW8HLxkCtRqjMNIMoFV7eUkMUDISL9FTYpkTKndmYazEXUt6orMF7XnABsWMouRIM7sdFdZjHC/G
8zaKdV+fbpO14aMlb30sRLIZhWMyaerG2s9B5jiwN65v1SjwHL+vt5ft5AtMRIpLZlb6f/SRDKVV
vbqOOPSxhzDG0Ef5QK3XpHwa2q03oJBdhpzdJPynoW4nscNU22RgWh21vPfLH7Lk846/Q7KflmIa
C7xL8HkZ+jqNl1wdA8TWJPWGlaOxuIPWjKYHTlIN03DSgUTZyEoqHRobFkhFNiPKY2WxuayOtqjP
kRQpJEq8MuEmh5TUygKtCYbxp6seOvUqqbaRddU52SbSrym70Rx/EO8W+/0/pF3Zctw4sv0iRpDg
/gouVSVVabck64UhyRb3fefX3wPNTLsKxShE+6o9bsc4opMAEolE4uQ5wfKBbtrLn8Fm7Wx1j76C
81bwvMljB2oGR409c8Zylk5fAyISmaDdRt2y+5vdAUQCiCUhJqzycq8GxDszyYS9ZbErN2t1vO+Y
5F3vdNEtWV3LNRRcXplIINPZ5M6uLKmjtIowwcCXuLU3uQAo0RkcsOkNHlp3C0TSRy++6hOafaEF
yY/3ycvvyoMM203sKhscZi9QJtjL23/bDsNOm6MP47HXqKUC+DDiw2rrMQ0iUC3vUhFB6FqAIGBz
RxwEcSG6MU99eFHHOcsKtYFO6nMtI0Yk226+0hdPIaKH5bV5PjbFHP3oohnPkApYVAynaz0Z7xYp
ET0LiixwISivu2xMF1go85m2Sk1T0WvS6slxPAguuqALK4+1ASZi6HE215Hmjfl7JG8TiE5LV0G7
VybBe89alCEE6h8gRwEiiz+r+qbI50RhXqD5suXV8d4Wmfh+weR3N5SRcCO30b4OxszTpQHcCzcH
UOY4wJhdtX67sW23/Yw3L7PbQ7khdwMnoHiJzE3abktPEpzHayHu2DznGVKZ6+hnYpNaNY6MOI3M
2NSu4uVv7CDXZ/qjQMTzLKiWMcpJG2OY83QbG66WfBjlrU4eL4fK1QU7ssIFbJlII2PKQ8CGIqwh
bY0QzY6ixowzlB4LDio6wwFQATsU/ny6ZCPJetYGitKGld9I8qZBb571HITP/UJVvbxO7bsc9jXL
tzPPFu20NfMErcyMjhtXKMLXOrLZCCOlnFuHTLctcDKTeW9GL/r0SYonqabR4rbGFTgoe/WWlIJz
d2Wbs/IREIHAiYBsjtvmrYn7J5jjITcuS5BdrsFMpA9/YYOgqUxHqzi42jSultOnQ9vNNpQC6gpA
P2XWfd1MBbezlTMVMFiU6pE64PWBR31DM8RIm4Hp+kQWXWJvWTTaWF997LVTQ2MRr8nKLjsxx4Uu
I5pzOWbyU9IITjbJAs3HRJsBOb0+bS9vge+jiQsoBPRsIFIEjY+B0sepd0aWNjSBDbGF8aqk6OJ1
AgjD6BBkcvurcoPuwIWW3ofl1lR/GBzolThobHc/czfdq45MzZ8i7qe1uT76IP4slexMGxem/gDQ
L4l/z2bkImRHTUaH8FA1s+Civ3YhxgRoEFPFRoWwKrc9h1AvNbOAPYVJjUpoAgH5rvPZvkZbO6U/
x5yWJig5BFmTyv6z5/P+xywXe0gzoDzZwuxz7k0yDWvab9CRQoOddhfvl63tD9doWKa2Z7+hRJ/T
d3v33m6h8aHS0G8/bsrF7fzZCbzLDrGWxWI+THQI4eqqApZ96hBhF0M4OMCHBT8kv9qHbvfZ19Ry
g33oKWBKoYC5OvlOpKK4FiqOzZJTs0GYScqiwmzYqlRRB2q9XB7YNzvG+Yz/GRi30Ko86kNtwsL0
ObjqVvPim/ImeW1/xE7wqKMGTMNH7bVCOgk4gnsVeSn9+n9+ArfoeZXqYRZCdGR2Wtp73Yey19zy
x11++PxZHfTN+BI4WGnJtajuztcifb41tNLJ2nLZg03CEG+rmAJpe5hu8y/AN7e6sbV2n6/lBsC9
oKDSG3rVH+2NeT/TX5eHv3bxPDHPZQ9TAxyRFmP4+u2t5Rib4UNxJwrO5PtPxamczlOdZqKCh9az
PkNsa4KmOgX6FxApQE3v1LPstIqrfGEaRIHXVj541VEdB8ONAT5oR+4OUniFp0MZsnDQw3uLI28S
PQSsnsGM3cdgfUMgm+Dmfa7MyjBHzPvS4XKtdjQF6wWCsqPVG1Xdlfat1dKwB0qouFmsm0p0/107
UEDjomH8umrK/BkpTWQptR72QSxkJegu3hV2iHrw8+UFFpnh9vCIJgXSMk2dAMQtS13uiWJ8Sk30
oHSBINc+axr5XlUgk8HPhgYVTebCVAThOUVnvmTfBhDDjjbBveVlu+nJelI26na4nh6kQ/H1qP9C
1uHjKPFbd6aT076IdtV6xDz6FG7YTdKaYyhhdtMZ23bAHRhX08TPHTTOTKB/cAgdNrK/XJm7y/O9
dsdhOQ8YRhQw9qN4cera06zIIGuBupjdgXDMnDYgh3G6Bks75Qs63udbFFjfu04FRegoOMHWAjZK
4xDkwdYC1RuX22VSo9Ygr4PGfAjQ7+9B1EvCvp0P1wbkRBjfDTT/ePScPOv2GLIDkkTzPIFXvTRD
f1LCDL3wOeQxL08l+1rOmm2ZyO9QmoaoO8/zDK6wqIC0LZCjbUY7yX6sG8uJ9Yxa8dtQiRjGWci5
ZI0LhE2gNKAYZ9irInQKyIs3ThCYbmk8pGNL0/agqQJXWbeIwguQ8uwxnvMUYHa0Im0R8Mw489oG
90TtJYEoVJ+rj2P/lQWhM6SiR7W13IqpKSG3xGMr8F7ckZtoydAZOsAhSue0OogtQkpIQcGML487
koFiBnIaEh7N3/W+pE26q1VBfruyruTYi7hUOgnrdq4neFHWdbuiMfyuVb3ZGtAGpdE5+nnZi1b3
BFwWaE/QigLyebofW1MJx34sOxwlMaCJ7X6SM8HNeG1OCRqmmUgMqnyojJ/aCJNylmW16pyynCmI
OCkYoiGfYHlpUF4PRXEVjCGaD+Kt2YAEoEXfppKhiKw6RBc15pC1gA9sq4n3TPAsn73NkSEP1aFv
IGIvWV41QXrPRifKnG2mYNoqGfGLIvPN8VEpDXDsqpusn3cFUWhtVbTRkz26AZ1IKnc9aHL64C0p
3lM8Vuo9OGXT7DDHFhhcugwP56YgeK1GTvQb4t6j6iCm5usoqUagWCrjy5X61Rz3ik1J97OyNn10
p1d0Kq4N9P5fdo41BB0jgvrHJrfrjUBvZLmFzZDRvwJ1UKiSE45erkq+XN5O9kHJMvSvAJ3o939R
Fj4xzrlNBLmBKZlhvB+lH12LTnDrqVU6L8lyOoESSps/BMNd23rHw+W3XmHp7dSx4VbAWqLGFxU/
UxSkDc01QoOOtas2WxkMj6qGsktHM3kTS4iGv8f52rR/C76GhRou5J6MnwXIo5om3sWyUJ7wNSY6
Ae1p/40Y1kED4C1B6pkBpLFfZZAYFelLnf2WrEeBfdYfd2YfxVtwkmsaHuO5UKinUPtGJxvmnzw1
yHK16BnVF0J2uoG+Vt9OgTUUvc2vXaXNI5vcdUOLFaWatAGxN3uMBh90jrNkUFv1h6miZSiITCvB
7yTYc9aieVSl0Mahpprla9GiK8ruSCPI+1ac6sQId45p8SiFIAgE+nwId2EYO4Z+34AcHy9Jfqf9
BXgN1vDsxwR5mPtwTpN0Zj4tODXtWPZMsjhW/KLE8VNXWv6cIEFQqt1lP2Hfz7nJsUWda7NE2qYk
Q88Qm8DzViTbBlBRSLO/qPDDDPA7GrIetOly0UACFTtUaQHmlXAlo5W0vMny++WRrDjfiQlu+wdE
rUbCsKdyUmxRGKXG5DPYAdjgJmjFEen1sr1VzwCNHzQ0DLwU83UcdYoBICtrDKmgg6T6bXDbxBsL
bNjF7F42tXYGg+3/jy3O1YfCnkHdB1vmUsp3c1cd7Ni47xd7Uw1AR6tEeiRa3FIFFWU6tdl8F6De
44Em76rP8uS2s/L8h+CbVgLcyTdxO8MeqnGwY3xTkCfPatm+5XJ1k2XpZzA+53gATIPAHUGRoacJ
XTR0rgbhJzSARTFnJSWwbZRjcdtlQtO8MkcVqoCJ14DWgUFyrN/7zrXTlxzka4Lhsq3Hb5RjO9z9
D3WMOpBbaBp1LuihQi/eBm6Px2yqUX3zLh1mt71dvNwNH6W9SO53bZMe2+YufIM9JLNZMtsk3ehZ
AhUre5eDbv3yGNem8tjLuHyhLPU+sRjivi1uBkZ514Iqc3o2++3f2IHoGFhXQenOd3gtbVHiyQ92
oAZtyRszTHclWtiEgNLvqMKvGZ4C/jHEbRtNH6ZY7eGig/UpR/3GmDtUlwPzRxgVWzX7adjWVrEm
qs6dm7cvLRnuet1+qeCsSpHeJLPsxnYuiLirceroo7h9UwILMYHLG3GKMfbtNaRmEHrNTUCV0fQz
zYJFXfOd4zngFlWSpF5qCCa7n/GM0LkQZysBTfqbFcVqAsmIFhH+JXKUp6KZEiAn68qJzMoPoNGs
A8eWKoLjeH3y/hhif3+UVZWJEQxz0qJnovil6cudCaYxy4dMYD9/qoFIJG99Q/yxxh3HzRi1MVC7
2BCqiiIAle12I0GEAkQEl+dvLbiANPp/88efwiVEeHRIurVOFP9s8QCRyW7e5U6nv9SRa1rp9SQi
wVmrUiLLICboMyyiQQbodCbTACDQ7z6KJZ+2Uz1RBciQIq5oppU3qTo5klH5lv4Lajl68ZugExmX
LyoXtmv0+eby8Nd89PhbuFVddFKDpBJHdzsmYF0BFMMdazVytThKt5dNrS3psSluSSu9zKxEg6l0
DHfZoNAw7nfJkjvLRJzLpgSj4puD576ayIRuBEdXpENZ4/FEJVvDvL9sZTU3OBrRdw3+aEvAa7LS
DGAmkLJNH2svUgnwvN55UqjSDMxfqQJQ4GhsJhPP20PimSC4bzWNxqOIb3NtdyLYEjB/6QaqztwZ
acljL9U63LgNRycDZbbRmU5r6/ux+4gVMPgWi+jMWsvCQP8CkIqFoqTKvzaPSPiayEI0VWf1h930
MW3LJIPRonZrlUCbJlQEm/VslAqwgQTaWaAPAvyCv1kN8ghpY8mCtoW805PZGaFToO9V5bkZHoQ9
vefLixcEpmMJWLCMOgzfRcMUvIZFKiPn1f/wd7/vPr2bx9AVUWOfUU2whwp0boHsnUnUQIv1NByE
UqX20ZLHzrNOIaRN6R7S1dTxtoLXEftsA7IXETaDKH6i8GlzZzIJSFaSsIod9wDF7tfDf358/+Af
KMziF368//4Pf9jQHcUvyGn/9++o51GvoPu9427v77df91v3+v75/vnXsyBUfJMgnqQPeJxl4u94
JgQJCvL80zkBaEjXgrKHNq3TOr7vx873zzYSnJ7nIBtmCJB5gNpQe4ZfnRqSxzJP8xmT7167ru/6
GLRHBdFobYXBcQ/pB+gwG7hacgG/Ue08r+M6xnvj9fXztXt48zcvnxp98QRLfN74xYZzZIltoKOI
JBehEtgRLF0fDlg2CL8LQt7ZcQkD7A2CoBSoItZwQ4lLGx1yMYiurg+u+3rwf9MN3MHZCjb6dxGe
d4BjO9xAlCEvo7SEncPb28fT01NIF/oEVXckkYApsH+eYNrbe8728atyHr8eR8r++ZrxaB2xfwmC
/ffb4fkXAY1nW+jmAOXJ6dQC3KIXEZMTdtl22d3uML1M7t7Zbh1HMPzv/9glY1zqOJoFoPM1M+bC
+6n/sMHOhCV36wpMGSy8nJnC0w4qq4hxqDKfjkue2nDu7JaZOrAd4O/YtmeBAMPD+Fz267IXrc/l
kU1yajO006lv6w42c2Ac8Bse4vH7M0abOrHze/Oyudvf7feeYBHPUy/mvkeG2c36aH/09UAiOYVh
RMCS+v7T5qdzIwoqq/v92Ip2asUMFQIxDTY89wDGT0TPuw089YfITc7LzNxwOJ804qxhYHkYenX9
3YbeiCycY1eYBUPTQAoFZRBor54ORU3KQkohlcFW6tqkr4Pfe66/ufusvM/vUOls2R4Q3DXWt/+R
WW77p2qQozwGs8w/UvraO6/PrTfiOJhRBWi9wXVN7AqKk1KjHf7J8McXgGiALACTCDUoeuGwO13B
wWSf1Xa5+eDOC6uIIGGj/Wdp2THqHr5/w8Zhm4edqDhG2WZlv+F3/Ozx7+/NhO2EH5dt48v7yWD7
5WwP/5ku/hIj1UHdyydf9f1tvvuf05t9BfsW/MKJwH5EX3CO18a8AIIL8Q2IcCKP4ealLEF4qzVQ
mWCGkVF8/yBEPtAXjP7GuWJh0r33RUnNWU4DflZwTKCdjz3EnQncqk0bqYMFu0M/N7Q30GNko0ck
1T01EwnIfXcSnUwzZ4yLyl1SSElkqTj8Snob0pCCo84Z6G/8aQF+i/0/yNw8jJdi2Jv9nfOwe9js
PA/D//q6/4Vp2flsIz3fX2/v3fvn5+v7bU+/Qnekv0Rls7P0HPkxmxQkBOhLgjrv6c7V0zEvQJGB
Cwl62gAinlEx9RZFRUG9noLe3KB1Kd6FTZEJguzKkoA2QgdqAyA7vBdyQQm9bfW8aGPqTAq4yYEW
BbtVubzqs55cpQVIKwTOz/s+cDbIneH90PdSNP4S1vSl2QzLBJ5A4JlqKLLbHrGZWKp32c459oMZ
wssnaMF1E61Q3LjCMZbR5AVDCtoRFQOvOxOIcSK6QOlD9SPpNQx+tIU/FS/E3EArYyaPmeRZxkbw
Hez04Lzw5Dt4L0wnW+4DfIeRBNQigZ/ZvpnfAe+rVWjOArJrbyJwKl5dAFoHZLokYLdmwffSB3Ce
1S7oP5sJPkBTIuBPrJDqMtQddEjCF3Lq5WHgNeDNuTzsFXc+GTV3IgRq1evJCKPdFHlJddWAVCaL
fGnYStPPvzAFtBFEgtB/Qvj2izawewK5+xRM8CWI0zcV8bIGTVGDG4iwTcxnzqYSJQQDSuCmgus7
/v4oH7HS0tTCBnpvk327dNATfllEjN3rJiCQjFssADY8eiqRtaGoCXg0o7kGxt6dla8sfL08Y+eJ
CNsb0H7+nxEuoYuaKFigPZo6cguFcAh+yK0nqWH/mg9Auhuo+2zDdJEfiwkl9Kyqxn1XgcnVm3op
3qVZrIsuQqub5OiDuEQP769LFYPaz4nA7CI7TYR6uuXqwbUJ0oHo3o53te3HPUpq5iHWnUYRfQAz
cL6yJt4SgQa0cME8XVnSpdpi4jGEPUI7neLkkqdqO0M+6Hgv0WNaSq6N/s0RQkyfmr4TrMdZmvK9
Hn+sc+shzdqszzVcuJQ3UXezmAEl8Yc1u+P4IqNDtfHbRjDidT/7Y5KbcXtM66FoMGA1eMvSh7k6
5NrX5WGtxgBwZf1vTrm8uqzlRamYCajryM0nHrlz63ZYIFIlUvoWDYb9/dG+1PISr8wl5k9N5puy
f5Ns2SfRvyaf5FaJi+R2Cv6SZmBWAOuLgIrVNqPlmKC+NRvPtAVhm6VglzySC9ulXaQ6YCmINcvd
OFLNvjGM/VRsYgiFdVdQC7m8WOdPQNzouIhdQ6806SXYK8DM8hp8tVTdLh/ZR7grd8kDUEGb9AkO
+aELsuG1tVPR/gIZOBT2wf5xunaGWmdNUNqpU6HbdXwPE6hsiHjBBTa+MUdH/tGTVMnxBgsy8DSA
xFFKCbpnIWtxeQrXMqmjkXxXe46sEOjUjEYNK3mmPpFR9fDEKg9jCtC8YPOuHenI3yEZB3QXlO25
zQtFLa2xI2jWQLQqbPwcwhjzax/3tNevx2BzeVirk3dkjNvGSqYb06DA2BiMnhHeJxqEq4ePy0ZW
5+7ICPuIo7kLEAGRFcKIiWOPDIfc8DNU3uVAFGpXRwPxJNZxjKZ1/uZjdUW4zC2O8ArwnvJzGkY6
67mrK15TE8+KHjPIASklrgiF0zfurN5G03vTCz5jdbh/vuK7znk0XMANhliq8BVFss/H90m/UrPH
QBJsrTUrrD0fcpQGuHm/qwVHVmwbZ7iRQmq6W2601LWtG2lyLZFKwNqMIr1mNM/QpQIi53TpjGqI
2hHgXLxlTBDP/tlCf3RMBLxA5yU2hCcLbwlQuQHJ3dnNcR4VSKgzK4oMfZw+qzMNak0lGCpIDU0q
xH/w+ECPt/HC1OoPlrVU6BwY5/IwGWaLnmsrs+rfo4RaKTQVy9AmzpJEvWuFGfktt5meQMEuhL5i
qRdy7bczBLw8zcq7bj8M6iRvslyfkJk0WqW5mlqEopfNtcVCAzWguCpKe2c45wzoS6mPIfBbK8Qt
Ai9XICdm0X7+t2AwNpE6cKqAuinI9LlzpaoUtZZMTGTdhGhMTcyvrNJFRBssJvCHlwWSAAgNMAkh
HvIT9FokQSgXl56yvY6hIBoWkSAGrs6XDaUwJgfL9NA4txuivl6WGFq0wHq40/TWoAfKmHQwFdQi
WNHacPBej15NBkdAo8aprQDvDvUMqgn0EeTUKu+H7O5y+Fs1gIqdAnQUAfqLGww4VXUpyzAYNOfj
cNol3effGIDWENi1EAt41hU7TKbQ1iIwRozmLzuTHQs6NoKr/fcBx686uoLRYY211yG3fDpNZUPy
uknwqDi1wUaJPZvgRpu7kuGq+nOYjG4t7QuLsQIKLK9P3x/D7O+PAt1QheDnyNLMMeviHYyijhYS
wbZZc7fjsXEHlNJmFoSkMTawaqEz2VUnT7J0f9YFpy2LlmdzyFAGmmEquGhynoA2ctPCK3vmNKYS
OFH9ObGmkfGlGZI7ewIpiFZkezkVZWGrw4PYGzpNNfgI/6qZ4/mxCwaYnQcjAvRaddPE/MhKcH9I
vy674rqb4JxgZPF4x+MfpWQUiwuD6dYPleoYwd4sb2fjJop3RP1d1ltdv5fIkzlsL5tle/RsYg0c
HHiOljXc3099RIvLGUkBRmg00R1BQ2fxq4b4qJVutNG/bGr1RAS7zTcbgAbKoFNTdaQRtHUjlEu1
fTPGxFFGdd+FqXfZzNqaodD/jxkuY89arS87dKpC3FcdqDqCdhCczzEky5I+E8yeyBZ3yGspeLTB
go81K35a2XWRHrLqpheJXJ+D/9nhhFdXIBQhon4mohLm8dyqOI0dXEZ+923i1HJPzSxCqVijedTc
pUXmlvVH3IgEoVdDiPEtXoCqJNTYTtes1IbIrAnco+5wvWuVBg29Qti3yAh3z09ks4BnwEg8ps9j
ID+ZYKW/7BSrbo6zCi2VLL/km4Sl2bSnRcJJMkv97zqMd9U4A0tsb63xrW4GgaevXUQAjvrHGjcg
VcYlH3DlzOmVBYm03HsoudJwfLci6SUY7BtFf7k8vnOYB1wEff4mVgmILCAwThdKN1UpjyWYLKPq
fgQeSaniHyYo8EFSREcIluuF4nZFVdFAfVXt2SW95vZW5ZmNiERhfa7/fAq3AQOATbOsxrFj66NT
S9h6N13t9UAUZaI+0ZWJNqEKiaI5TgbclDn3bBuy1Pm39uMEwfd2k5hupAMjBRit9SaJOghF1rhl
jXurG5a8wDbEfdlYftTh6xQSvNPgymRfGSJOuJXgAsoUQC0AIQF+z+CCS1s1+kLGHse3bm5Q9+ul
X3r3YC21e9l3Vs5WE1kcLhAMeXnWFKVN4IZv8iFzUqiyNE/GuNWlq0JDP1RLG3CV9ZXgYXRtHsHm
RcBWiJHhXD31VSvvoXgc4KTLlrupdqJiuiberk+8oWsFbAkrvoh2AVTA0fVlEwzx1JQsGU0oVzhz
2t66npBX0KmHtLoOKGKQmneG9m/1FgHogkE0u6kqmggBcD81uITlFKQSQnUykk0vWbTDk8aIfXZ5
zdZ848jM9wvvUWrXtKTSO2YmwLUoaQ/A5wYV8SciiGRrWQlo/QEhg2obOoG+//7IUG3rfVctjFOt
aqAqi7bhlHYFqa/nTLuXpja+t+JZ/QxqA/jEokz9KDH6CN1CRlE7l8e8dgziWdbGcyDWkuGqTudW
iiySdxa6A5dkX6EBXR/RoB6w3J2qqi/JCGh4T7Hr98t2V931yCw7vo6mADp4+TREBPn7JN3XJTZi
ZDyXkbWR7OWuNhMoqQmlQtlQuLTsZKhcXq0HU6C2hZo5Ffk9Vd40bIi2C+29ae9M7dbufvS5X6Pb
V092YyC4Qq7Fg+Np5oIqmsoUE3SQOI6nt1h+G4mfLUxf+UqXndBuaSwqsoommIurSxvUcWnAYDlL
kH96qZcfOXhDSJk4Y/6mRNvL67kaEyzDAGBRhcw8jwbpx24pQ9Zk2sloPG23nYkGM8uRh5COraBc
fc6kwOIBagpoCEe7NlopT50nDadgkGKMTTUqGbXxGACQcYYiWa6hmVkJPrUwqbw0GskVmAAfJfBE
uqPZGQ4KwDYO8UjUPrA2eoAMoIyDR21crbkAZY9VneiFBs8KLM/Uq2st2SStb0nppobU0eWpJmzp
eD8+ssZX9MpEDbsKbeloo7rtFbB11A2IY7p7BC8nKjV3zBO3aMihjvxKcYlj7oz4qUr2CNJS/iCD
dfRuciVXSQQftpJymlgZvIOjfMYUck+XRVJbCSU1zMKEd9G0rm5xNOwuj30tRIMVCV1XqC9AiILb
wiCcjkBeyKJVGpupO6PRqoFcFvrIm6WO/Xiyu8d/bxHgW4AaQbaGkgzna0ONFzOrgH7dEjfJbR+2
qJPJS3qoByV2g7Br6WV7bAT84uI2AugKMBKgbeYmEZcPXQKSGZfyVnKDfrfAY6Pfl22sHkDHRrjo
C+GEVh4jGBkk26ZTlThTKHmZrrpdMtJymDYLKilFYt9Pph2D7OqX4ANWXiHB1PVnHdk6H4V/re9S
gnweybydOGX9PvQ/jMUbFYAlXiZyyCNcJH5etrnqnQhM8EBsUo2nX8llKUyTBq6TjSBYytv9GIha
4Ve9E9BXFFZRlgKg93RUSqCkC4A16LRv93J2bYJ9hGzs8f7yQFaDDTqIgeZXwPhhcnvAKtWmNkoW
bMLiLlWlqzqqH2cr9sK+v4nCxr1sbnXeTGSVIK1DLwyPdZe7cOxyiCY7rGnrujVKe28s1vNlI2te
D3f4xwjnD9B1gZjTACO6PqFXsKZSkro1eb9sZTXZ+WZ2B97BJGfkjBmS2SJJDfi9lt83o+IkdrWL
x2grBRVCirbtK/t61H+b9l/lWSi3moiQcD7V4vY1CDAiO4htXDx67LL4p4Im7Kgh/hAF4IHNN7n+
NpbTBihtQVQ+x5yC0OzbJuu5Q97J9uLRXlOmHuyK+sJSD3tbFiAXmEw3jJ/VmWwlybhqq6cmjK7x
tOLaGpgjiQYtLXQZJkhQOvOHlkRbrdcA6fm8vBrqWYry/WEodSushosXgtMPa8JkKAFnziAqJ7Wu
1IfpVaSXMnEyO06eSSAvPy07s3doFxzB2DmnbtN3eJ8Gb3jqhN0S0BoCrC9FU8l3RUCSwAXprc66
pdNeo+U4dRCPQ0sw5FkN1TVJVP3qkyEcXSLl06+sSKDzFTSx32oTuGXG2CAfYAjQd8U4p9dzaPWT
E4TN8tDbjfJUdXL6M2hrBoyLWh/azm2+h+qNfUjloRTU6NdmRkH10MTtYA1QBsjmkLfwUxPiXxvJ
WIiH195dVTXNTlXL3J0tK2DqZYPgFnm22Rm9NSOp0kx0ngDQdrokkxWZybJAbr6rnoICZQZVBD48
2+mcBe48HUG7Myd5lKNgWSHr3Rv9VSDS6zmLkMyGhvdqFNnQxM7z3OQz8Oz2mGAUyl6e3H74OZi+
mu7mURC2vl305LT+toRHNPDLyCDW4iJ+ryZmOAfIDnoQynUug6qbPsIXJY/xbnGqe3BNCW4S51Up
ziZznqP9bBWkGwzcGZ3J177S69Gz3GVT7rObegeaDV/fiZbs7O7CGeSy20zvGsMcYFDehA/5j3if
7iavcuSHy/Fgxemxav/MJZ/W6lUcGWPDkhLf9EHf3Po6hjMI0gCRFc7/kiJCbZ7lV9Pn4ob3wR58
p5L7r5mWTqfsO4U/XqOQBCA3hpVkH4DRMXpp3cGLfVPwUnR+oHF2uFOlV7QOz22wo90r/rDtrhsP
ceE124iSjtVte7Q4LHAcDWghZo78AIYMebsEbtjsAvLj8vqfZ6VIePFqqOAKiaiHLXxqAy8Mg9wt
Mcqs2c8K7MxIZcrBm42HwPQtG7I5X6bsl6agmnWWtH1bZZdJtn9tvntHj/rAgKx57gRM3jruaBxs
axwCpWjfMs/iYgWGB/pdxv2HOhbneUrWZy1BT5nTGr1XqjVghy+l/IpTn0KHyLMGcIa3Ur8BwsEN
FyH94MoKIumxQPUBARXw5HLmKy1IbK1EigXFtNGr/GJb7tXEqa6DLau3bsB4VGyUx/Dl8qquTO+J
Wa4OkSWdokUVu6y2V8vgSOov4CQgEy24Np1jypBMoMMAjQZscOAzOXUeFH2HDq9hKJAPDZTZoyga
DkgPxq+4RzlC1nqAkY20mj6sQutvimmsoLg3pCgTQJfsajSn5iFD32oI3rcl/9HEWnpXZ1L/UdnS
Ijjdz+sX+FbUMRVcKMHEdvZwEueVztAnmUPu+2eb5p5KaOTKu+Wq9MuByk/t9vIirBzrJwa5RYAC
FSsbw6Dd3qsgJDRFZBhrq3w8Ii4OdVrYWRKSNUdRPdBYlxKeRGLZSTT38kDWnBhFYKBKTNSdz5pJ
pHqo+1hBfmIZeP3o05tCRS19aAQQoJX5wvUYaTpjAQStInesF/lQJyPaJJzeGt1YQuI5OZcHspai
oLMXPBsq6/3kL3EjGBvHocFAyAyIsUcKb+gJbYHLbxSRdMnK4qBWwlBTCl6zULc/3RqDrFXZgEZ0
FIfoULw1021Xekkq8urVIR2Z4Y6IYRxrkIshF5o39iMoZYhTPpjX2W1wFzvdVxHSNKYEYtiSWwtC
63lFDMegBTF4QHNwtwcl3ukINTXtgjTFCJVH/VG70jzJSz60+w/9BvVH0PztrIL2UJWlTrxTnXmb
QNdTEIBWXObkE7gtlup2TKyZTXLx07AOiUgwae10PDHArWIix4Me2zCgf6oxhcJyTAequTGBcKjX
fxiiIutaonQ8p9xyRnEWDUkED412/aFE2xzIn5eN1tPlqqDKvbSZXyBR5TyrT50gRVvNcI9Nsyhw
lGxIUqZmGsFQm1eQ1O5iyx1eNFqXVGGO5HQPqf/vA+TJ5LItdGQxAiJ0yGIWV6aCypIXTv/60Z9z
US6kQAfQ6HI2poKkO2NItmUlGMP6Nv+zCdiCHo2hhvBMvcwYQ12Evq2CTm96MdABqfiXQ9eqHRDg
s44+pmzFOaI+oIAO2hF0uCn3i44neOu9U2/sJBKEyJVYD9GAP3Y4BzQgrgkNEtwUQ+luHg7t+CL1
Ik9jgYHLyU5scJ6WGgFp8Q4FppHwIQnwCpd7BR6fwnHbLQfS3MfFTrbf5784Lk/Mcu6G8rktxRYL
FprTo+2jr2VIEV2roqUSTSHvdFGJBu4ewwusR726bYCaVVP3sjuIbHBuN5dLkJMONprwYbG2JUg8
NWHf9Gp0RTMnCB9wdT8rQvbo4ww1oH2dGpTVve7aYPoCBX1WOKb8A/JxWvzcZI8tqMsDBSqs2ZMk
yjxWr1roGgBeCPQT4O/m3L5s67wdSrh9X/sqxMNzv1DARVyDas0GCdFI5WmfCeWk1mYXD8VA32Mn
sOvD6abu9MhoZlY2bNzJDXbVx4KW+Jra6GQOb3WnOsgP0CMWSRmtZajsffofs9yiJpKaYBbAm2ds
TNwrJz+ktLmenP61fqyvRdfYtYhybI27+JlGusyNYqJCmW8r7YCeVKsF7t+77Kjsm/m9fmSFJ6Vr
7NwCXTis6M1rUbnacrCgFQK253byg/z1srHVlOTYGpeSKFI9LTWBNXC6byY3xJIlt+YNUqCE5hvc
f8hriHpR9PCoXkE3M3EhbzeI9BTWar/H6/jdHn50JpRTX3X/R9qXNcmJA1v/IiIQiEWvQG3d1e3e
7e4XwlsjdrGJ5dffg+N+M1UqviI8d8KeR2dJpFKpzJPnhJAM9qcvH7GX3k170Fk9s81v49BsQwza
CHQOb2/X5iSXvRa4KRugafCCK147CZKWro5UMKuDuq5RRvYd7en6Dv9/fPRfI4qP9hNA3/WItbVb
GVj77h41xe/5sQ9CMK33+24tw1vMwBCD/lmV4qYdiD6MhsCgsSPZNtwNL9Fj+W2YfGJ7urdWxFzc
Q2D0CVJ3EMOo5QKME1BWzfleXCB5PrbJvl975iyb+Kfaq8rPl32d9PGAkEbzxANge0gjr5Er1/hC
6D4reyiJsUxTXXNjlD3KePAK956sZf8L0QPl17n5bgA6DCmA8xCZOdD+6V0UcBoE4VT7HNB243d8
7QJY2KwzM8o6Wm62cc1gxoyOUXKUfG+F2+suvbhVJytRrpjJ0NwqSvPch1RD0De6J6KX6xbWFjH/
gpN4oNVRjXoEFoG+C/B1n1y2niU+rhtZOpk2SOwwfA9U6Cz5dG5lAtIZE0ewkkTUg/CGF/IMPNde
UdyjNAN7gxVMzUaUr0P3Gq5NaM7HUInzZ9aV5CrVTJlguBD5qUx2DXOedQlkFSSwI9PegJgtSABo
Ktxmd33Vc0y7ZlaJeXGWRHh9Y9GT+dSEx8y6G8i7WX+Y08qBuvyGKBw4IB4DhTR6mCqEMQfnrN3o
DoTYSx0STV11n9saiLP5SmH0ch+B4wAmjEKwA0WDizy/7aq2GG3MGBaY2+7uBLjiKjCrmQe9xWDt
Q9GvNJ+WFoaJ93kogOIUqDC/QeQ2BsCd1M8AZyevKX/SmvfrH2nFhArxszq7YGEJE8LqdjX9ZnZ2
0KyN8Cy8X10b/HeggoJCJXAOiv+HhLV4ImEkaYKYy6cr/PyTeeIWmkZt7Tkf2p39nAbl/vrSLoPH
uVHF7UdNOH0/wGjlYHYS/Ob9WiRfyGlgwp0hi1A3wKy1Emmrto14XIUwsSle5Dbz822yKw7smB0a
wHV98LcWb85O+I+9x47Jjh3XxtcvY/35L1CCcE41u9Bj/AJHgrD6YBkbaUrcWW/X93LBDJhq5gIj
BBzmYHIewHC8wE7QxVhg92qxW3PYOvpLtwbR+wMLOw8ZoEqDhzAI0mI+9E/2dhKN9cZgVZ7lyEi9
/Cl9I9KLNgnxUdbx4pt4FwaZZ0Z+cic30TZ/ZqvZ4cJpOLOvJDRVNhkNlKDQvbyZtiTItvSd3I9b
w8te3btfzu77r+vbunAxnC1YbfEBOFXniQuD4YdFvF730zd5C8W1jXXXDVvyCdint2LyMiyj4cEA
GAOkfa59Kndqoo9abQE+jAeU9pw8VPfyGYB2+2gLlM+mHfsgPpAmoQ9N4LWG5pIXuTPFA1r5c6VX
CQOWNtokhaYZhrTDzJuq8CnTu/t+0poDgWj9yvlfWuiptfnXnDhT6ljJpJkYHCziKvWo+D4U2YsR
vbuTsR/bz+vbuuA5UHTBLAYuCAsTkequJoKHVYUPyUqI0Orfh7HzbPF83chCRHPnI0hAwAjNKrVG
PpChLR3WIS+d0VAemoPOI1JAd8Url8zYJrIVMBIBX37xmWI3TxytxxMbhX4Iwgj371N5F4UL0DCD
HBGjiipKIGaxlhspgC5T0QSG84bhYo+vjdUtfRJQhAKFOtvCKNj596dOFoveRaNNcx9ls826AHC+
6x9kISNwKSgAwOqK6aWLBu3IWU4q2QKWEm7T6Ruvey/B1A/atGSL2TE0F/K14/tHHUiJkbhx0CXB
sBZWpfb1+KTljEeYDzGBTp88nYajn4d6+DCYDvzc4aikYTMF9R1XdgHree9VxAV2BaUviGtg57XG
p72Gin88Nf2h7zX6locNXiOxLsU+EWY6BdJEQqVD5Z3vuj4D17FEcnVs6r47ot1Y31dkjLpb4cT0
wZ5s3DzTOG2NduS3tpHrH8ZYYhQidptDh4MY+4RggtOjEyUVBltSrfaqiNmfuV4O24m6449YG63H
sgnzZ6416VeBQfJbCvLDrQUbj8KN7FtRFAYP8oHJG5rZ9jcJnN/OSEc+z1v07RiQSCvuy9iVwaRn
UIgYa11+R94N5LEREQjq2PA3r+5BAdUXdTvdApvWhw9M080vycCgf9Qzk7UQuuHlwbH4+Ca6mm+d
WLLIK0mLIYg+tXc8NqcYzepSgLi3GwEQnaCb8yUDe9i3tJrCx7JtYuDGHKsCTZGWBI4Y+/pGUvCJ
oRzNi9tCpOUNPqMZbUyWjr+Nyihzb+rT/CXuDIHymaXr26Jp4s+mraAYpDl1gSKQ43Qpym0gCzJo
376XUyS5J7mb/CBRbW4wVE6hHFhk5pHyBlX11g7Xxn3nIoLqfjBOUHnEoB4mSM9PVYxclWtViTd/
PvkUiimG1u6mBCo1rfAxxfo70dbqDMZSQMJwDVp1SPARMBSbMq8qHrWIe9ozClTF8VsJiQkvv6Mg
O72Xt5A7ebbu000VdA/5D75xkYYZsyLo9cO++CswhA5yWhAdY4D2fOVWGDm0yHHYzXRrg7W6G1bz
j4UL0gUTyz8mlCvL7MOhdFuYYOHW6jzjbvR/oI7seMYDKwLzsTrEx9pjh7WLeW1pSnoniswp2x52
IxPgnwyzfMXh/7Z5Sm2qHUkHlpE5UuJ8NfH9YDxeN7CUSiGlQF4BAPAfYPr552nx/iiLdkTuWBra
hyMd573gEYqIlVug68OmJtvmIQMfAs1tOXktD2MjAOw6/1VHZgL/jZtbEfdybfJtaXNPr1MlNcii
cOgjiuu07141pLQ2X2nOL3nNqYH5B5wkOm7dpqUBOTe/6o231Ch2FQOd+yhuCuM/WDq9UpXXBssL
RJQEMMxm+EgtO0g6EdRFDxDLGlXh2uWtbJpedqXoNVzezbgn9U2Dp/Ya8/1CfoiBCYp8FGMT1sXY
fSxHQyKaIRtNi21uldt8Zz+DXXxDQ7K77pxrppR9G0o9T0cNte9QxHtQ+hcZYIlt0Op3/K/njihS
q5NVKRs3ECeSaYhGBUYEg9aG4B4NsvKN6lVQaLZ/fV1LlwEE9yAUDVlWGyqq555XRaXsGoYt7IUf
N7EnuG/SPatNzxoOfbLmFEuOfmpOcfSGpHQsIIXtjzm6/TIY9c9QejJ7u76qhSbBLDeBxhbkAaht
qWMLUJWpeS8knoGbbuPs2fNv9JB/4sqp0WuKPXOn7/tbthffehasYUuXHB9JPsq2szLvBaDH7obO
yizY5lrrAdvtAidCpnJzfYkrVtR35wgKHTsecaMmvPBcjhHVJ7vbXrex9LVOVqIWR/IJE0jpiJVY
wrJ3Pfjb0CAkd+BVJWgrh8nz/82ccsbikVZZk8Gcaf7MnJ/QWMTw2eDx5Ot1O3+KtWoGdLouxemT
KneJNr/C4u/sRUet0ZuOKJrh8jw6GzS0wLty727jHytmZ6T5hVmkHUiDgI4Cr+r5WasRQuqwwyyN
xA2aW5h7f+qMZzKijBsHvNy24zqyYel8zwBJa64UYJJaWSrjhPfRPFljloXwxWTell333PUih+j5
vUSTWWMrqKmlUAntBRtL1JkDiNb5MpEJ96Yzz4VqPe1AjPlgpR24W+NCPwi3+gYFhLVe+qLFGduP
VjqE31ShJ7traVOluGrKMXOAByDxtE/7mHwYaahxv6JVmO1yjKSsdAUW8gLMn2BCEuy/eFao6F58
4iK1QZrgF9w6lN2dE1a76z6zcMqh3AvwMGQO0KdTR+c0AK5d2gE/rKdpvrEmnQd23QxAIjq/r1u6
2EOwJwFBi/rHTCWAP+dfDQNyI+lZV/i0bT0DKqfdr5o+WvFPe43c9iKqzJZmxW68fzE9pH6tLula
h5Sy8CUoVBO9Dcx4b6NiFq5cAheur9hRVpQ0rENFFCsyHYi1dulPF5O1IELbphl7t0J6I9I1wOCa
yflznuRxTtGjYjXBJB4ZIEQLOH9qRigQl+BM+MmhaXv9my3vJHCCIAIyLsk8RkxuZobTF2hKoVsi
70WfeDJ+tNK/TrTmrbTgGXOpBy0fpRAzQQzL0HMYarKvVn6nZdsatYWCbao+XlnT4haemFIugUIM
zBlMmBo1EDUZnpF3myy7icA5lKZH668xbMrKlPhoxibXWT1vIWjrUh7eRn2/v/6VLpMRxYbiiDm0
3WLazbs3fhT200hAvjJ47njTJjf1tE170Dh5mdijH65Zo2/Hrz17stsHNKqAnn9Z+TXzBp7dQsqv
UXw0Mbqy1Cl+TS1B0XgL8ToPFUlPAicu7FsW1p6hbzEWyYvNqljvJd5gNo6aJGYfMeWOZur5AdHs
Ko3cZiyA3jLeU6QRoB+810AE4ZJ0NzKIPhdABdUfBcuQi4b52qeY//2LxYPQEfVdAypH6nWI18LY
x9pMTklsjJ0Bmgy6xaJ71W10KHJzrwHnJfPwO7Xrb1RfuRgvm2hYPVTlUXnBVWVg1PV89aXZSTtz
sXrZf+0LOwgNUGS6uW9F1VvIjINTOhsxQFR4HDaRlX7r+2IT2u2xzqFzd90NlkLH6U9RjpkVWibU
w7ER4KsVEd/o7LfJ7/Qq+i87fmpIOWBQBNXxJIehyhF+lr6Z7s7QBdSzXmzUNjU8dWXjJeLB5Ku6
1Bf51p/tnq9O8HXrKCmcbzcDVa2sGLZ7romYYmPZv0z9EVzxyWBt0uQLH+9zY/Nf9vVfm3N4O7kB
JoqT1VWwCaqKqdoYID3JAjvJ+12dxcO7ZKJ/um5x6eLGQv93lReUd3Kqu4wiiQTdOTTRwwo3t3NX
xM85K3yUdIPr1i7Jz/9sKgYQIUCBrEfVkMpAuFJ2uo5/m7sen3xdf7Ro5gnnxbV/JLMcG9Tb6bcy
/NL9NdHRuWl16rcZNCt1R5huq2ELupG864LcRA08XYuRi54zy8vZ0LtHkqB4jlMP2lQbsJSXbzzc
1qNvRHeoNIOL+Aa4NmfypzWCvcXQiAbUPzYVz3GmKStICZs2lHZTZ5vp1NfCo5tsNevWrnZTuLG1
ICbfVz7ofADVkHhqV+mYxtLVuozALkZE/Jod6vbeshEI/bY/5h2Q420QZls8TzDMEdprMwCLcQhv
MfSoQNwKApTz80KaZExZTotZxu+16xOQWEP4hr9l2ppQ/PwvXazzxNL8S05OZjvITB96WCrBciY4
D0wZb4X21zTWcNI5ZQdh8CwKcgFAI3IAjwvBgjSU2J0kiTw3QswpKP1ISbcy0rC0fahxmFCGxl+q
Oqpb1TnRdK3wNaPwwQXksZaDfb96DOmadN/S/p2aUvzTRBcmMtGeQVkjr4PUBNUqJC7tQNhrJJ6X
7/N5D09WpbikA2IBKXOYKovbxvgw2IMNusTqyMVP9LVMiHqTNxLuDfm1TJ/IAKD+7vqhWIqpJz9A
La4UA+BImP5CmlD+yvMb3T0Smviu8ZDHa938edtUtzw1peQEsgppw6Ko9JvJ+Uz5W1pguN+WgUAT
xhV8K2m2srgli9jgf65FZXf5FItczheGRX8l2m0qPC0sPT74pn6XZGsHfMlt/rWGeHp+7EJSjYkh
cP87RXkTl81eNCESzt/XP9iSFeja4sRhGNUC7uTcipbYWtrIEM5ZWAfWdK+d4EElw811M4vH7cSM
kjWZLs9iQmEGWeRtW9LtBBPxYO3r3FiBqi18JYzfY6oS4EXbxliKsqI4+18XdFjfbLKQsqDX8xoj
Cc5D0mp6YNUD9wAUrVfyifk1ojikBRElcFwbsG+rpDKF6Gye57xEFybWnswud0CM6soVJ5ydTLUC
FWe8JxH2XYwLni9vqsywzE08jPPqDZpJenwcJ68JP1w2ephc9sgaMPiyBQmWddS5AfEHb+5MsnVu
sSolSP4qvfRjV3gmhuiyTnrd5Phjh1Jcb+2ZMW1ig3qppR3MjniOE22sNt61E8jNo/4+LoDDtvvN
ZDsvekk81812GUu3CUsDUTA/BZH2dXdb8AEb38CEVyMJQW5w/pOnFPWETCPQ5XGQJmde5W7scFN1
75FZQU9gxdrlOMgMSwG0Fb0AFK7B43durnZRUDBmc06OuZofPea50Y6yrUdn2pN+03c7zfKvr3Ah
0CIOOSABRXMPc47K68AqXZdmEy19MDIEcYQmn7Mpo/vaPVY0XlnfwuGFAzBck2AzmtE358sbhz6r
BoHloSsfiBD5auJlya+8fby+poWvZmEYHl0HjG1j5nle80mi4chCi1OJNQ3tzjJQq+OHqH8xUrww
272DSP9/Mzf/nBNzJakn3Zm3cIheS8Y9wu4T+YWHr0Uvvfy/PKqwOgylz60NqCUqu5iLKh4a3S59
kM5kLkS0Wy9JSdAYb7HrNdZhKu/K0Lu+xKUv5+Cz4QzgKIC29nyJkdFZA8/60pd10ILssMh+F+NL
r9crW7ngjSAz+NeOEt6jnEGBhCAoWe5egqnV9iyNonfjZ2IVBTR7thoAcU+BV8sACAidt/M1jdFQ
1zSGLYc8DPRBG3wD5Qho+3Wt9Cy2dUhQim0N4FZi7lz5+/qOLp11OCdMgw0Yf1TBvNx2Ejsfhz9O
2uo/0+rDsbaG3Avm6xaALN0uG1bOxRytLlZ8YlJxVN6GQ9HY+Io2BCWmiT3n5toAzeIHPDGhRDBu
m2NvSZjQKn6srHqrRdVW1vGdlWZfJR9X0N1Lb7bTXVSx14adNcJtsYtO1f+q+Rcn06HTFn1BRfEG
QtfPWuRuGcq+Lf3WuGuZ1dJT/My6cixYydpRMKyWN4e02lQJGJ/Ek9b9CqM3lx9L8QxdwNp8EXTl
1XGJ1MBdeuI9TDkosWYYxejCcl0lgVajf9byo2UnX2q7fG1Eth37p9HkOy2SYMJ/Hk0AgbOVcL66
+crdkZr2WPYCm59Wv7Lwsav6oGV+nnyRlZ/JQzHhtf61WQM+LsaiuauMUAQQlZq4jGOkDwWFVU6C
on12moew3ybFShK2dIeAgen/WaFK1pwmYVdqFqxYFBlSh1xlO5G9YX0YM/rt5XowWMjFUDaCcspM
4oLxC+XUxM5YUALGL5+5r1qR7mzxNjLtudbBw1nax8QCetpaEyBZMaoWc8BgQ7S+hVFZghLnFWJ1
CUoOHPod+tGJYs9e0x+bA6oSfjDiikYo2PLAQ6Y+ETBkxSKjRv6HGW/RGp5RH0Zg765v5YJ3nBlR
DoaV23nYgtfdn4aHFnUcMF1C+gTbt3JTrS1G8f1Yc0npiNmO+wOYVXQW0GFd4+1ciKZIPzG5gioG
BpRVVy8qTCKmaNX56KzS7I2VG3faQNgU5dq1j7O4byeZrrIeZmAAotRhSoRfJvm76p+d6NlqV95U
Sz4HIh18fEBsZgT7+Z3rNrw0QhepUplzr0wPjLzy8ps7DJ7V/pyAvkTM+Ht/QOoOQA+ueEAOlaM1
VnYG5RZYBOLW09oQWgLRkYBtysj+GlqD7P3ElFqzQM8htap0NgVCezAA7TXjKzgSval0H64v6lIc
9o8pPKFmwTn0BJUMtwEVmBgiq/THts5+FWFU/nAF0b71RiOeG8cIrc1YZhFoJ3l2zKbJOdojKLl3
hDB+qCComnsGnUryAHQ16TbxxCsZ6GYuVzKOhSiKRrYBsXrgu9FuUnZfWMPQdKNTIqeCqJaxtZsH
C2REGWZCzZJ7ff1+fWOWDgxQD4ACGMhS0bA/96/I7oQUDezxtvLSEsjg9wEJpK0/uDFfuf4W14a2
L5r2qMRfNDc0WpedOa9tqmoCglk+bgxH3NWRwJzlJO7TrIz3WPwK5GHpGQ1NSrTwZqnPyxcbz8wq
RlFTYOTcDt9cyEY8ORElz1M8GMQ3Zda+97aZ7g2aW5+V1bHvbOBy00gQC3oDej4HgKitb3iwRKMH
/hD3yU1SK91pJe37wK4k55ta2ulXi0NuLbfNJki0mnxGk4l6ByERWU3FF6r9YHjGTBv0tqAepQKi
QwEelT4F+FmU7wa9MxhUMOxHYTwaxhDw4aahG7Qkr7vKwuc7szkHxJNXG3WmWlK3Eb6WoemZTUE+
fp/rqlaWeS3guy3a+dctLnUfz0wqp3YY+2hw6Gyy3uhg5aI78HjPPVji7AUBSZw4sOgOdaa22hbi
UbC36z9geckgM4NKEmKGmmbgsgVnU9aBZVG/E2XQtE9ui74cOJLRe4AzXLe2lKNiuf+YUxOMFCND
IiT4qokOTKOxL9n9KA9d5WuYTpsFAEL7TYD5D00e+9dQr2m4Lb2wzuwrlw00VcHOEGG50XRIIB8d
fwUndaT7Y/zKzf1gfRNRsrLmhazgzKQSf6DZjabEvMOG8cjlbx26hd3n9W1duELPTCgXtZAymwYd
u8ohMlwCn6GTrYX2Ksv3+RTU85fdXLe4EFTBfgWqEBMMaaDDU/ZR6wnrJ3MCmTG7GV1Igroeq3/E
4c5Z/WZLpvD+h8AJBdUqehDnh5LVOUZxIiBhB+2jLAILYjxuCia73BumNUjNQsaDyR/MNiGvIuyi
pkFbsOmAqAc6uDm6mMURuekmSX7Kan99+5b8EFMleEsgts3IYuXYE6nbocyI8GlnAb9cOLTLPJpR
HvRNW07e2OgG9yCzXhxtzW37IE8wLhRU0ZCvYM+X3JOAvBYCBZC6vBhBlREP3WJM4DsVhnwi8Lti
gD50nZXceOErQhODQLcB464ELn/+FXWquy2ZUoFGqpeBUVk3ntE4ZekPc41BdOkwgCDD1DE5hhK9
yp8jC0wZUVAf+i6YL4s3MSae3tyAWC/Xhl1e8gMuvpWvOXu78oqZKe/A6skg3IjSzfniXK2uRUVK
XL/6p57ukNJ6pIs9zOjLId2m7L0s3yLzLSnWaFkXd/Vfw47yIh1El+qtCcNUk37VgexACxL2YIXf
jUx6Vb+NwxtW7axpHzO/oQ+18y2O3qfyvlll8lkoJJ3ugRoRhnbMZWfjp2ha7Vtw3p4ASAQVWv17
4jS+We+N/BhNQTF6kQbssh8Ww3+ItHgpU4yr4DK7mDxwzNCMqFnhn3bZJrG+cA6+lPJ95WMvJSbA
9c00rg5yEJU9wHBaIw9tWJHoRvTbzPge5jt3duR6m4w3dSJ92+lWlnZZV5kFL8i/cg3zMT5JTUpI
J2tZDpaWSMu3tNg503sU3tNx1zbRpqsfDf3FNT+hEX59tRdfVTE7B8wTs03dmm5uAkxrJeVWQ83T
Hv42ZZ4tAHcFqQSwqgIMfW6hjkhkNg3mi2Z4oUk2RL4m2o5q+y5N/Cxemza7iPAwh1YDpndxWIE/
Ui4uawLtvMsB9ybkiDvMT1rqN8lHqcUrQWFp504NKdd+I6wiahzM4lJRPHdT8WKuvmMvQve8FpDa
O+hFgsntz0jryceJaZiZrgSmm7ffXAisVqDKWAnbF+mhYmJe5YkJS2+zKv8jJ9S/QjXDiUHJSC2/
iwD3eajWYC+LH+dkQYqTs5TpVRzi44zpDQESUnOE17t4oaxBCdYMKW49aABcyhQ7l4Q3xH2V2V3d
PDn8cP3wLH0f6KZidm6OFFTF3A/J5E72PDMUZS4YUbV3ISqMKRWP180sedoMNQGHrIG/ag0t5Lo1
UQehwU0TequHpPOiliSv161cvlTgCgCiM7S+KQjvVVCQ3iZOAbws5jM67aOrzJ2hmZ4G8t3RSr1+
4Me+QQx0g2qst6yLNhGOlCsiP+vc/xIMMSBuokWCpOWCIs8Udo8pI7wY6qmlXhHLwUsxNVrTEhIM
pd9rDCRQIK8Tsdckk19O9sovmIPS2YX/Zy/+/QHKsbBZleXOPApjQz6k6Lapc1uApwTy61Gub4Dl
hRjVyklcctnTNStnwwp7vO8joJdYPWzj9kcT78reDKb2x8p3ngPTtbUpZ8Mq2Bg7BGsbLUhaFOAp
FT2ILJz6JgIHvIcnZOC0P8wp3c1I2MRAnmOuAWEXr7vT1Sr5MU2l4fbzBjcYScuMHe1zj7q/J+tn
Zf8Y+V0LWGVKd0230jxaineoEaEwBZZfoCCUXXbNkadQQkdIJck+cpjHSjD3J8+tGyRAUsrg+mZf
5G9//Ohfc8peVyXUWTSoH/sRn74WY7WR1L4RHdoJs8ghYZ/XzS36kIW8ZaabxjyvkoRjFDdhKG9A
LLJzg7FCL/N+0nfJuJYMLi4L45IgJJlR3Wqyz+Op7GgMO1X+PB8KWe0GEgVudeeuabQtmmKgcgIq
Rwd8QLnPRZ1zu04qhAKd+Hq0N7UgL7dj+D02VwqsS64xj6dbloFOO3KW86swHt2h7SDJ7ZN201qB
TR5l+kW3e/SKj027ctqXro5TY/OPObl3SZwC/+3AWCGbYicTonuYOWoPRme2Kz64ZkpJwNJ0qmhO
YMrs753xZ6Y9QHZsxcaS44HABRke8DKYDFa+EmkAOC8TOIToUIPt0G0Gi4cwNCAjVywtrubE0hzd
TjYugfbQxEpYijAxpZnALIX3Ur5fP0dL4f90Oco5SipJdUzuISumsVeBhq2KPWKhkv6Sj5XXDF+q
anPd4uIGMgqAICho8FhXnA+XTdQVI+b8B35Py63QDzFId5IVr1uzongdXnCsGypYASUI80D78YEi
6E1MjC8ZX4OPXDbKoQSKE4vHGtaDgDR/yZMvxYEbJImL+f0cyUJdgJKJCc+uMq+jn06mHUC2buD6
sW6iTkIEhAD/Ua9c4wtHeh470Wd4CZqt6pEeBNqAYv4JDv00nA2ALMI6yLL2dOcniOxXXHMhVM3j
YADXQbUQLRrloKGuVAJOqmPBlkTBUduiAPVC7WHPtPI2jzBtd91nKDZQucjnjaW4zyBnfTGmOJF6
6EwTX3PS7U1vuxvIcl63sHDYXMOg0DSZ64AgDz3/hIBsZWON7gLQxx8iugd0xUuyFc79NRuKT9Is
1p0cODsoxdZgU/xIHe1I3GF7fSULnn+2EuXb9HFqmZGAJ9QJqt+Nn4ESxHwmrbOyY9ftYFzjfMdA
LIP6GCjgfZ1Kr9S/8BjSyahGr1G+/bnK1Y+PmgBgg/gfc1RSRQMSzpVZ41k91aB99bp6FKnHKWGB
pkHxa548Bqld3lVsE4Lq6cD7oT8kvcOOgzuP6Gc9T4PJrfrdxHmyhY3ud6GneuzVKBQ+uC0L801a
J5AfjIcpcrx8TMN+0+KsOfsO4rc61NYac5NmwgBgaxq+hv2kvydREx1ZLMaPIcqc8DHtDPOdoiMW
lFyDxGavO9HOzYj9K4zT6cHJjNwINFcWOyFE0Xv2EPUJ+vh1F+7qsHXkkdWpBqLsJiV8R6KIf62B
Nfqq1ZVp+kVZ8ncxuiT2tCjMC99tgaaC1nKx7ZM6YSsHfCmcADs7EzcAuICBA+XjClx+OcFYd1iA
hMLa1UhaBd0P1VHQDXpq11126WCcWjPOrUVJFwPEDWuAOXlAVqOTjYk9lDSum1ny2FMzyl3XpOCW
YiPMEPMXyR/T8El2P6tVzeR5b1R/Rf8JPG/ITBmyrPPV1KHFmcltJPzVT2EGRr4z6ZeUJ6DjutWS
nVN+YdWDbT9eX9zSOwPEsf+anVd/cgn1LY8yvAIw/W/+ktLyyvwpa1LPlhsLI5g6/dJomzb2te6w
Ynjh67G5Go6gCUJhwJ/PDbvV1GqMtmB5d+KftPyYJCi5rMdIvnaQCbKjcePiGRCl1mFo76cUcF8b
ME5e3oyms7v+WxbupbOfouxBW7sZpG7xU2hPbPTgrUCzQFtutmDABx4DFFor52QhfcLCcS8R4L51
DBidrz20wyKmeZ9jvMh+LjMgWFyR+lYe3nda+Ql10X0zNs+CrhHw/eFDVZzs1LCqOmjlJO1BFYSy
fDkdQj1DiuMCSd9qtL3DsOnQI/FJk9tkAlzgJuVaeKuD7S72gR/gn+Fo6prfpjaBtGYuH3RjTPYJ
SCtKj2ppZnhjF7bvPLWGNxlBgttLKK9ueC+tm1HXswc9wTVcRGsSjksujFwUvRUQiYK7UMWsJtHU
tFwOUDPTpETpu7vT3cZCVKDvQPinm7pOX1CHebCyHYhDTA86nZ/XHehylhpzVXgsg6tGx+cE+cL5
B3Uiy2kG1uW+Pb5aQt9ykr+xvvBkkj0zNEMiV8fklfRJU3uEDw8xgP6tFT+3xjPtkruQvAyYQ9XM
NRbXhb2BShe4Fh2cM3AVqnsDPWWT1noFaY8CVHOV2Rp+7ExfUFHywpJvxKR7yfhjgMZC1vwMK+v5
+sYsHXLw3UBfE6SgOp755/tCuQOmzFiHtI2WfzUBvWSN82aT7O+TClB7zLUwFF/wQlDvnT4ZbKuC
W4/95NmQep2VPvguxwT39fUsfOi5zgh6SXBRYDRAbfI0BH1f4o6g7THeB7y36TcABWsS5NON1F9p
tw07D9RLZjV4GTRAwP+XxQce7XXTB5PWyq+53N25fo9iBiRdcenaSmaoZ+AhxcFCEc4C6TsHrgbz
fWv6WQsxA18OwRXNLReFXHvOsk9uCC1jSGs5VG2D7d2Xl/m/p53n+Tf+8+jtubffr+S7l/ctFNQs
TF6ACxDnWuV07rh0zKHCjRRBFhfS3wPgpcbb0K5AXS4fB+dmlKCPpNGsmlmlDwwsXk/vR7bGuHR5
rcwW8NqZCax09LjPN87KxpjkFixgwn4z6q/FFKQFhnOmTfjXLHh/4g8ek+j7AXel9pBsewrhCog/
KUvah7aIIbrd5n8PSYKZ02ii7Bn4PCxptzXkXiu2lRUarKM2gtiG30/hZ93E2xFAQm/CK2JYq9wt
bSa6VrgucWkiyCtXZlmGxATJJiIsHsqxvENjdU6OwuF2Sv8aHjkv819bKmYx7oEx41Ad9s2pBSWD
C8qzWzO+ddfeKItrskzU04CUo4ZajUy5jYo2wGbgZWk9opceGGG68T5rPwpttxK4LtNLrOnElnKK
B0kbEKbCFp6syMl/6wQ5+d4OS586PyaUtWO6Lc2tHF6uG15YIx5gDMwaUI3AEpU0z2Bu3Di0LPw+
/4zAFWsUuJmppyc3Dks2/8EWigszrRRAc38uw9NI1dd5AebAwmfAoxO6M4ydLizMIXRe+/dtVIKJ
DnSkkXMAEK+mr6IdKyMaK9hqdjbIx1KGshfBhMrK/i10nc4NKWdOmGNtZwMMdfltyu8msRvMX4a7
AS1jgS67LG7RadGNt7I8uM2mS1ceCJepKsxTdPBw62E8Ta0QFRbLIiSjoEax+gAPZ7+Nbb+fu6DO
cwHUnmH+StcmrRdugDObyr1mIpoZOYXNiWZblmxJHu4d88Zq1/poa4tTgor4H9K+azdyHdj2iwQo
h1cqde52HHtehBl7rJyzvv4u+eKcUbOFJmYfvxroUpHFYrHCWmWjRMVQoeyOLlDg4UOpkQCSSVAA
cSh3Zsg7of5+30hv38hXC0rPUOAuB6W4COUyDZm2XVNbk/xzqmU88s0hqrb/Lg1hKQ8YMDyxgGt1
fQeNA99VSJ7j4Z+HtjSWZlwdOOT3YmBVlG1P0EDDCErWDvxSIrV5itJiIlUDcAMnFG49oH00Nntd
dcIgBQIsKzpZlSbiBYsiiwA4FSryQ3tKFMQV9MO4kzVmGlHA0BGOuSX6rxnHeqTf7B2a4sB6ifG0
OchE0HW9ml4v9l3bChyKrCawrgVgHAaqiFbOox494MV2f+9uIpRZGkhdQASB8O7meghCJasTD9I4
41ed+mYvM0Kg74vs6jlISaAuBS+QmzKPUIVQ3ekj3CRbZ9r8kVxuV7yG5u+OxCb6hywsrvPPlCeQ
rGpwKeg0RHD0TYCxcNVdXmthmWgcyXi8hJB9aE51/hqhVS3G3EOKefz+n9lqKJHU5iUpAMs7Eebh
jz8T1DYxR5RHJEucQvjV6Ri29hhn7yY8pwRSqyu2U9NlyNaSYTjpoiOB/1wI3fs2cuMqKRnU9epN
/pRqAWQEcMke2Cj7lqBBvZQZuqzZIh5XyNQg0QlrpPwImv3rQAwhpyqeEwnQ0Swqo/XF+iuAchtq
3IxTms8ChidkJAThIRgY4QFLB+P69DbKKEVxAxF6AJRcgD9OMsvGGCLoyctcAKRSOi9Tjc472X/l
DcY+rC8TcAKAggC6N5mKBrxBVDuMzkKHqJ6b76rqUVQf79vUtxuj3YKKkWZkR3RAV9KxTa8GKqd2
0EJ9Ed03zEq+JgDzdwU33mZuvWH2Aq8a8UIepVSZKS0vFpDXOcKT8Na9ieZjbHpgcLgc+oN40Cze
1SyGkiJ2+56SlEXLzRQHaCvDSvqx5ZeKWVXWZOy7FlzaGlG1czBzCaCJNa4tngWguWon6K5GC56C
PCANBCz4sRprFTTWvGOZnvX6X9/Qs1tY/D51mvyu6yJAZODqGFVTljp71Ak/HRMWFQZLD+pIlark
K+Ps4vIqIamw8XhWH8DtVNe1KnSHbyW3XNT7EIE8h+ZbP8OH6dBtPgCLG3xl+4SoTuoULyyqO6ZY
KrAIPSOchh5iDdEcHx/SL94MSYqIcN+//xitdPtiWKnCiJ2+X7E3RomtE8AliTCDfsG0fMvxqCVx
ZDJIuVM+RHd09WP51VjPlygh4znAWfCtikQv/J7FlXvbkz8v9UL6fGQWlzLQ3dEJ4eFIjAqZAjt/
BadxRQbP5lzxR8C4ub5BoG51BagLUj3oW6E7jfI0FPJpDgGiQ/lVvoom0uF7dSu4wyO4HncVQffM
PuYJy2ZX1Zz7iMGgjj8QH1+rqUfTMPUD1BzinKiKVaDMEJ0qyZTGbaFYkXcqWVXPVWWBLgsnB2AR
5GMpmXXsdW3BQdk0BfQ3b2ctKd1srzxiAvAwOpjHf+g3gxvZ/9zRgD1dCqZ8q1qXTdnxEBwbp4Yn
o/Aso1uxVDb33emaI1iKobwp9hJ1AhFiePEdU2uoH/25L2A1Vl1KoFwap3me6KHLE2NpZknEXeHI
l4YQ/1D7lkp08lJvMvdB2ioX1rlYuZ4klDN5GYgwSGTQoyriUATKVI0cKesXAbWaEtD324E1h7Zy
s0MKLoO5QQKTaJTDkaLUUJJqgp+T7QzFk6CKUbRmUX2v7BOSFhgG55GVRO8J5bB5r9KkNgORcWS8
GNoDHzDG+b6Hla9ONTKQQP7FxD4YkmY+oevD1QmlgnnmNDD3g6Wb/sY4S0R3I8tzStI44T62m336
IJu+PZiNOb1eelc5qXhpZCS91Gf4mr1ny6fT5AJnbSsS33pJzPumdLPS1CfOa7Rwc4EeNhzaeAPM
jJzifh+rtuT963GACOwhHtwAEMKoOrXMnY+ZYsD3BmYRHfjkUZYYvz8fJ3qVVdR0VLTjqRqaT65V
4DreD9M+D8xG+hKqp77Z9YEDIKggZAi6sf1ZkYUgaq18w8O58EG/IGImq/d2ofZTTmwmxI04n15a
oe9YSJIQ1d6csWRCWlLKWyhkqa8DAeDsASNup5+FhcYK03ebQ7jrzHQbkOikPCSPxja1EAG43HNu
s4pmN2cEjeo8KmDI2mMmH1WI68WV0gyIZlkfmIL41YRWizGX+wa4sqhXAubFWBhg2kSCOoYQoGjn
yXOCdFugD5XVt7BiI6i6wfYUlAVA5E7ZYOylgqc0s5TymHg1ycTNDGyhJ6ioWPcVWjlRS1E04bcw
GLkkDBA1TBc5d9t61+mMiHZNG2RDvnkiMeBNX9pJHsh920jYFPlDLsBesfdqcI6hpBozTH5t+5eS
qBszE9UJXUWQlIMJL8pQxWYO4d68PWBhSxGUhRmZzvN5IWO9HE0kYU1E27MKu/bdEXgM8JvT5/0N
un3SURIpk/ONoRaSARIrzpnJFYhslma29w8lQi35Q9FNVgv0beKaEknZX8NNuCJkiGx3GXcsUDI1
/xjmYPJvIA5QRiKkFmeN7n1FVywRmWrYO3oZ0VxCFw+bvu9iuVaANooMXfwiq3ZUMdqgv4tplK+C
DMwbAW1AVuC1ro+vxKlTlw1qYHZWefKJRvSddk4fwXJnAnPnS7XA6WY2JD5kpy/J7skJzW6g7kjJ
r574v+/re/tiwNzo8mMoa9WrtFZA3hiYoxmB3dQILBlj+tZ0kM3gd2N7TkaG0swtzxSJmhOPcd+v
uLIr8ZQlYyrL0xsPa5FIf3SZ+IVCyugxB2r7fT1vq9CUnpQBRzMTVT1B0GhLJCX1qXJEO3kGbs5j
sxE2k/vSmbIDGldbtpqT4Rq7doPiDGPedFVdCWgMeCUhkteoe1fXewMAN0aAGU8rkkBwYKn6eWIh
3Kx4IFSL0eUMOCBgodEDvG0oiaE6taGpNOhpeQ7Tl/uLefsawWIuBcwfsLiAKh/5vLCBgOajhpMz
SLIN976tb4Pf04k/K65vpoFtG1thy5C8dj6Xkm/OTliKZQfJtZ0npHuTv1p3OoOkE93NR+5neahD
3OusCJ61oNQh6cQ2CwDpEppF7NTppSm+7qt1axbzSDdK09/J7JtwLwxA71hXPnpNI7HZGF5z0uWp
3jY52mfLIWC1j92+hVAQmGsCqBnDA6Hf6Hr/kmQq4rZDQiSQzN5Gjz9m3xqr/zUR3WpSuyKjE5HX
+BkpA9/85FHlYRzH2Xdfu0B8AEZ34L8xuSrL1DbK+sCBfRMf0IVwNrO3k8/+pSfMJMHtzl0LojQt
5ShJxBCClKfkoGGBCfrji324Tc0f4ofo6AZhQal990TdU47yaXGaTUqtQiaaV5/5HW/K7y3W849+
Dk006JL0N4vuY205vwllQcGEo0dDvXSaCGLceeJMKRUiR3YWWINxQQskH1ngTyQeq1F31YJwTRqA
HUPH2g2cLj92asRNAeY/D5IVbVO7tw0bNweqI6Ahi778Z+3Y6eZINGv4aIFUxDCglUt0btf7+wHU
xoaGiqlqDR+QEsnhNuA9FQ76V3N4+9SdcTdY/n7YYybBRud2TrJ9/Cyjn9Dkd6dmMkuPoC+D8UWr
Z3jxQdSu4w00TEYUIrkw2moN7MTKCREqY1T/vq+Yf4e2LrTjoVapI4oV6UpKnUyt17agyQ6HsxDU
aPd1+uLSirVT9L/ui1ozKyDLAo4JT1HgNVO3VVwq6MCUIUrPW+MhzvjhoU/q/TTG1Sbv6tAUx/63
VI/DPg6Hj/uyVw8urxoacK/BaEIPt/S+NHCVjuVU4Js8LbNr1qz0fOPTCwkAwPkxjwEWtF9eO0E/
AopZpkZor1JApsch9tEawIaHPxptNDt07mjALP8PSi38LuX2IqkNg6KBZwjLSwS85uafO5HRYbdE
RaGinDppZL6TeJAeBsNDPX3k4VsDTocxBqr9xIrQbyx+FmZIGKDHMCSPwbTrBURd1q+iFhAseH0j
MtQ4GTN92VtuaG9cgnbU+2u3Im3m2AVWzhw/oZ/kWhofakAny6PSHPT0h1403UYM9coOcJU9dN7I
any4CTQAnAgUsjnRhSbJm2MW+F2ol0ZcmjyG0ElbxuCsEcSYDA1eJP+uGSDJ54nwufGIxp0LE78z
Ar4qMSBQuEGV2VnXbYdQ2zRtzYg/b04VtJqHjXDxwuJh+deL2PY9oNVriNKjZpNqgxtotXVfm7WF
wyQT3AVK83ON/lqEF3A8yjpZCWAIgAF2fv2pBVxriZP2576g2zw8lEEUjTXDIcZFNLuvRRRaIvot
iqovwVoCfje+3YMKwzY6b1vwmss31SkWy50QF47gsRrhbzwj5sIwY4HrRwYuAd5wlGhDGv0pB8wR
30onLtFtIX83hkdNfBWnNiVKCySn8t9nuqEwpn9khIk87IW+5gHh3EboiC5N0RvtxpvsvEm2Qto5
alkdUXUF0FlNUk6y0lRxszGIGFt7c/XM8lF+QMswWg4lOitZtVkjlRJfmkWvoj95GDWMvHYnYD4H
thxxKab+WsG+v8tr5rSQSeOdtVyHk4CsMJC5LDDf/eQBf5QlYNG+L2bNu2jQaM5zoclQphxnqnUJ
KgRiaYah4fL98FEKygZZ+w0ySs59Ubc99VhGdFShMA6niZcgFSmElZHIE7qHzRzUwfOcqNzJlg/i
LCFsrBhs9HpbWmn3GgNWret89/8onlJVH0Au5JcQX7eDZqcpcM3lsEcQIYOKBGz3Jm6QM+KWES9x
/7emRAdPr34zPmIFAwjd4Ogqw9lBOYEuVIaoVIABQkEOKYguqgKq+h6oDIZX/hJGcRd5ktuCF68N
MHQAn8XoW1rbbHA0KuhQEMAVz1OnN9OrUa8MrTSBhHTs6+Gx8KdHzuffysl4v6/omvkuRH37sIWP
mqdjQX2iQ1RTtFY+Zuk56pCFUCuZRXSw5ttRL8DkF3LgCh5X1z5JHBtdAnUibiywDUhl8d7Lysd9
bb4zB1cxE0zXQCPgPIGOCg3t3FPMnCD6EwtgKm9LGX0NCAY/23iTJBLJ6regUfeq/zIWW294KoXP
yCjMMjlyhZNOGy1z5RHcXXbhu0rh9NL2/sfd7ipmddGwh0EexMUY57jWvx4UX867sDCF0hKFibRo
eRvFj8h4/A9yvmszgB0ExgV1wQ1GJ3UACC/MPPGIAoTiCD1TibSTMxaL9apGUGkOgtFCSxd9A66o
vD5MCnPEJEMzPWry2+idh5QR5t8aDghSkUoFtivwXdFLfr1wxqDIve4BWa7pE9UsuUY1PQ9R/78v
G04CStiYcAFiNWWedcspdRUAYrErhmQPXD7umFeiaomgxcK0V80ARb49eDNALqbS5+oWgGupXRLQ
STJMHkDGKs1D0Na6SquZas4KuNfWDo0ACEdRdL1t40Y0L8XJ3Mc8aJvU+xSTt/urNjvj6wMHNQBP
BV0w+Y6Q+npvtDjoRjXtCoy8W1JBPMxkyMFeEBWUFbZy++e+tHVt/kqb/7/wVoLghVISQ1rYK/bE
+wc1YfVNzafwRqH/jZxuiJOkRC9VVJUKYAxt6tYJFHfkTW5I3VAFSQTapdB+f1+pFUsQJWRc5yk2
AdkRyi/oQxAZ3SABBxcFH2NyuIm3gHxzX8ht0gcHxwB01IwLM4NiU/bmDX0+AmECGP1Kaqn5YGo6
hwmkCG/k6McYqc9d/oqnrBV7DwBU+Bj5Yg9KzMqQrFJkjbPdIkNQHyNe72PdA5LSm2Nww3jgJnjc
xvZBxh3jNiKN/iNr830HagVj4uykPw7DyPAoK0uOByGa03APgQ+ZLi+LA/IGUY66Qerrz3i3+SbQ
wmozrhNWMDV7DcqcZHD6gEhobq1ASHGtaV4IYYiZoQoc2TLGTLkGBjTxl1LzPxS1PcclgKXu7/R3
azEtEjG4AiwvDAsiY3stEoX5TO+1pjKzg/hzzpiG9sd7ZAFp2I7NwKlsgG7Y7ealJwp5+PcBQh2T
mAImRtCujvCFDh5lnQsUsW8rsx5JXRH/lF0miLUU2z92pvQqJQSvulP6vIkJx4pcZ7uhVAdGEIb5
5go78kHUavsI+zkpB8+JeCwO6MvY6dvY/JG/5dvYYZGSrRkxQIkAwYDzgCceXcUYJA8QSA3WmXuq
zWkDDgwXEKTbyUZjxyZiXBdMaZTrCxLNn1QDqpW2uvN3aIg+J1YIwobzu7zPWC+plbcrDsZCOcqI
NCMpBaGDcuMDMFMwCEfQtJBYmhux89HzHXGzawtZc5ix8OqqEOGotpDV71r7N5J1bvsGwnoCRCRn
OLPCsDVPeKUaddELcotZ0Fm15g1ji7+0fUe6HQa4ZFIQ/6lxq5eHlHUmb58T18tJvWkykI31Qg6Z
+kO6CSzAf1mjGRwM4qC4UVqNLTuD+w4+YCdzX+/7g9vSOEYrkICYE2B4y6Dp+Xp5+8Tg6rGCbOHD
+Ix/Od5RRD2jdZAdmHb5llleWHF5V/IoS1XClo+LeTvlI57cZ3DTonLbvJXocpl8Ip7BF2MmR93M
GFfcys19JZcy2aYfDVBwQm5rFg4wJX8/Ki7Ps811XT8QG6C9eW5hpewnEcQiEIwOHm4nuu2f9ChZ
gYXGR9MwK7v7FW5/Bbt2PzKHU1eCH+j3Vy5lQ0aGIS456sFF+Bb/QpbBJ96h+l3ZgjnYWUJeHljU
o6sCkVcHPZ2BMti3YS3OpdJISibOhtNz0wHj4vsmY6FeSaseeyGDMpZuwkB2FuK6GE0Z1ezaPgvb
0Tw/vnnoqEOVhGgncXsMX/6oZHxH/xfxHTfYh5Z8Mp5f9H+PxBSMcso6AEGQNKMTdn2ohHokijgp
+XMxPiaZO7JOx8qTCWk/RHsG+nNnbpLrwzgpelx6sVKZiTxYQF4URKByeEe/Y12Fq4K+B1LxCsYz
gzoNXB4JeZzJFQrd5rgLNxMR32WiPKigYOlJbZUHHrWv6dLyjEVcvToQYuKlK+nonaBrp4FctmU9
ooVucDp9U1x8hB22euZcTBved22rOi4kzf9fGChwFzCAPkDSDKtoovWLgA/yP4gAHQ9yijq6Vukz
ELZJ5/cJ9qvsXgLgiXjSpgy3OityWdVkxtVAeRTBBB1LVBkS1t0Iy/O5g5o9iiUKhubIYvK+rYri
KkBGCadZAMArjtb1gsU6pk49TcXV9zFYwDUksavZPlG3+iFIyGQ3u4CcepJvvKO2ZVGrzhZHX/N4
d4ioZiE7AzyLa+HGGBRDqcEiNb29jKq+aRvDCXuZsWPrSv6VI1EIXOkkgLprgJxxhyH6TjKBT8WZ
ggsf+di7hj0pJODQtpTbwVxyNcDgYnUsTojv4tKttoChRi5BREwqXWvbZmEgxDkMRz3Wv/RHH4+u
A+ByrfFDc6pN8EuaiPSzsv1nfgM0vo8QhHWMhVi1Kbw4Zq5BdCzTvTyxL6egp8EXpNO2Hx40r8Qw
gK2DVuE/HJGFHMqFj2mpj3kAOV4qOQEwjWBhL22UYvxwZJSH1q74GaXjf1SinNqM4RbpLUSNXHVU
Bc/pFcPKy9wUhe61Uj+SqsC0IyN4Ww2gllKpU8M1mTR1FaROMxZKjImZP6NASswao6yoyVvgzKCs
0AB6Rhe3Ym3fX96VWxhjcAaQNuYWVIz9XxtShZg/izIPhqRFJmjOQNf77xuoocKMTmCkBlCyokwV
bbQAfZ9B/TMhICNYBbV3wPqEk3VfkbV1RCYKuCPzxTDDuV5rUog+WibasDZT4DI5xVneeo5y5D8b
u7PBTgEGIJbElbD7SiK1c5o4tkYNsBB0YyXo4hEv/cWoCZo96k3FAkxY26eldlRY2IlxW+SzrLBE
b6Rm9sjr3V/AFQd6pQ0VAIpdPTWpDwmFsVWAcsHVoEJkLdlsTpTfuhJCeem0GNS2MtC3wbvqQ2C1
NpgmE7u3nkZX+7yvz1qkgFkQAEyA1Wq2C8rwprRO+CqPMGj+gV3B5EtKcBENpHLV4/TOELYSaSKq
09FHgalsUaaLk0MIRgdfSWpTdI0zb097zzHMApNmv8Cs5zI7/lfNYSGOMr1SKqReSTMATXaSVYMy
QtBZW7WSe73SiLK42JOzCSw5NZDArP5BdoOcRE6lEcHVrdYgjS09zE+SguSH8Et5ZqwnS0HKGgHT
WKpTBumtmc+ppdPvzuFN7wKuoKf8szKDP/cFrjy7rrSlDJMbWn4oCyxob1zCxOYyIkrgQPZIJjF6
ftckAQkE7RXoPgQv56z5IqyUhgHens9rc0z3FaCgPaRAP/PQalhTNLfNzZi2WkqiPKLIieXEiZCk
HiOO9DvVVezz5cwXpNgMxHcTsgPVU0s8u2UVlFeqvNeyKQOdqkoTGwOy84eOCMQwvXPsdvZXi5bO
zf2tWzPUpZqUoZaxLwJttKhN+Wd2CM7NhjtyDzVDCGvXKHts2jQIqxz6GLjFemEeRJRK0J2Blo+F
S7YW3GHf5jkzIMmjjZlSqAFDTCjE5azQ5AAyxkeuCgz29rCtNu+Bk78ZR/E5eBz3EZIE8e94ZIR2
azmsqw+glAVAa10ZPT5A99BzX72V+Wkea80/lNHKAF/Vf8jyx1SfUMSVlIqAJpzJ0XA70vRtvH8X
gTqQVTq1oK+aF+EYbccH1RX2ujtgwpX/TLcdQeuT05EBHfoCZl1DR8PAW+AOZ4O8att/boC+/hZ6
QKdMq5YfR3zLBGL0Tn2QcwaJ1ndWh74X1ZlySkUqBAAp1JbHVVhOIV/VZoe0BEIYNyXtKUAM4wfI
isobzFFtpgvvss7OWuIXOPt/BVNbnXEYLa4HCMZc6LTl8dbl0SUMgtvZx4cFsyV5Pvf3FKW2lQPu
eVylkNcIIulRuag8IgpAZjbs+15h/qE7gujBd50bgdilY8/40dQEs/b2criba9WoUyuyIwUf9+Xd
DuzMRvJ3JemSK1q9ogjY37X509/VJfmDGwSndjIR9Fo8aYnO8hMsDeeQZHGR5DmgSH0VGrbRJius
Skbdx0kVzDyQIv3SWOLW4sOlflQ4pSugolWa2VKAB8ZbQ/Xbby6MNVyLqJcyqLtRGcq0VQTIwNyn
2f7xnpM99zMi6kn6D2XRq92i7sa6kWq5EbB4TWsCcTUVTknHsMBbEATKIqg7MFHlxv//K+aANc4U
d5mVumjpaWAR8bZ20A2/EX/Ij/cX8Tubc2v5gFfDZAGgEOhWUaVM4kbVoJrxpO60vfTDQPa4JpcO
uRhAxzmF+QOe00yQ2uU3vCW8/4d0E9b27wdQu9iXURxmIXZRAINbeQA8fyC5Awuubi1CRLUZLcwS
2i2l79VfmD9oDjVuQi4QsF88qOpTYjAHDWeTvllJWUMqFfMigFqgTD4whoRvdSiiuqiLmdFnAGK+
U3jhrMRO3H7rW/e3bj1qWgikVq6N9MgLDAhUEGCQsSc/3kVSP42bfNMznnvrZrKQRZ+AEqm8yoOs
3OY9WwWuQkx4cyDytkHFnqgEdNoX7/JRPPp2g+JVfJBAkML4ipVNBM8L0AFQBwDl4ne2bbGJcVx5
SSkCWE1F8Zqg7Gp1ysCiPprvMGobMa+lo4sIvSq46qhtlLV4aiJDRomorCxOdav4DS25U4cBlfYc
sFjP11TSZy5HyOTnSvG1Wy4TWZ2qAI1oasJPT2pTvozYUlbBduUhje5BlBJQvAQqBo1EAODxcsKD
Bvenb3mDldSp5auk5l/F5q1JbH04gO13YsGIrtwBS6n0pZpO4FWqWwmFxvyzSJQfYiXaep293T8G
K1LQKvV3BamYpAXuV54naFDsQ+A9y+KuUWW8xdTNfTErZgGUXGSsZ9RplDCpUKSMPCHKugBLiEym
U3YaKDBjcIhkWX4uK0N/9OSyfA4TJtrHysWNxjkEeejaQOsGjVXfdIHX6uCFBhzO1tft1rhUCG+j
Yxn/BBFQHD/c13Pl6XIljrqGZB/qazLEVSNOOW/HXGFHZYX8oiXATO8LW7F+DHcC9ECFZaLjiPIq
vmwUbTqXL6dy2wG7MAH19X0JKxHklQRKHS1JlCJoBqhTgOU6i0G/+Cinx7werPuC1tZtqQp1kIMe
d0IcQZDKP9Q9xqj8wp7KvZCngNz7D2nuK60omy/UahxyHuXXduLKcxrEg91ypf9QTMYDnzUiQ7eV
I4YDNnd6A8pnvkGvndSYtnIxKhDXGQ9Zuq3CT2aBYG35kFmGC5ThddF1ey2iK+MhHcUJhez8Eiqk
bzd9DEL0py5jBDxrcRZgy/9KotZu8MDHORWQNLqem35NTrP/PaEoo9nKo/zkXwpX9pH1u28da95j
KZRaQaDpgFszhlA92qRwT/xF6yy5tcbgMegYz8O1Q/VXFhKM10uptwBSCHLIaoansN/prDr52oMf
fn0OcdAEy4Nj+VqAn2mTJ8Tw69M5103eTo+9O8wY+3gt4eLv8YAxLDxgWDhha2a4lCteyx39YEBC
GHJDfyZN+hF5icVzjArLupD/vSrph1mfJ0aR9rgq8dx04wJBeJLvJJ1Fz7RmEECJndvD0Rx+w0fl
GaBa82XoovFfebLp08cpj0lXAdAb9/Lv+9a3avNLaZQXFEHF08QhpGGoQ/2pR0O8VQ1QraBT1puA
jCJJ9gDrvDSCr5hAQs0PGiiWt5gVqm0wAYfmkHT1NohS1eqrRrebuPi8/4lrlVI0y4OfHJMegPyg
aQXCXMrGVB1hVLFod82PFo/vNhCtKDKcvvwQNYC0AS8QLFqmwHfHRhpl0pfIeLXvk35JgmrLCfIO
VaOzwgPfw2Cxd62u4fIDKesbqhyg/QY+UD0OTgQoJX+T4IUmN6a3kZ/SbbYLcLBdTDTdX5m147yU
S8WjfaCJpRehJpDHPxr5mLKSOmuWuPz9Wf4iqM7lSI5lGe5CxKmS0DPYdJYW7KLo4nXESBlV07Xj
tZQ2/38hLSs6sOFiVgiTvz/Has6bvyosdK+1O38pg7J2tdWnviywYlziRPGzhPxNbInj4/19WasY
YdgAyF4YLwOOEv1yBoFXOqQJVJnEV4AmmlW5rYSG5MgoKq5a72S0E5SspMeabkuh1G7VhlTqngIr
7LuXJH5WEryWjyrrVbLq4uHawVMH5vF5au96m2T0soQjON3MysLBm6xz7Yaajd2yi6Nn68j59UR+
ZJUt14wD09oaCmIYm7sZkg21tktFHSvaF7EdlqjA1d3rlKmMmsqaxS/FUCdZT3WPj0vYR9C4U27h
TJNuwqQ78Mh5PiayxLiQ1y1loRd1hLlKrXv+2yDHxhyAXi9jUAyPiUMqRVaf8xoQXYIzuImIUXaM
yIO1ppTBiAFo6iUea+rxD2H7HrduNTBobNdit+V6UsbCiVo+8TGMJRySx04HN5EO6Fqteq6CzkYn
EWP71nKnxlIedb7RINDoXgJ50pMl7xJHe5MMy3uqnckct6gvOvVo3T/r8yJROQFDk4BOhjlEzJLS
DWwojClh7UGimnB/xqj/nSUyQ8TaPqFNfp7wwzP9BqVWChO56Q20Q8nppY9PifbM8yyPtbZRSxnz
wVg4XwlBdt1lkKGJ5rDHvO8jZ4a2uu0jMj20224HZiJ3eBc+WchFq8rp6BsB4j6areiCRacnvh6n
iD+UqXa8Lg5JXhck9TxGouMWuQiJZYzk4K2lYMIBA6rXGo6K1ozq0AOP4El1c1v44M4eTrTpn4IQ
GTJLsNCo7vJbvSXTSOQ3tAHv9A/+I3jVnZCxoyvDD/PHgH4TjQVA8qYzSU2o+SpI1Bq0LyhOjtcG
gFTAu6k5wgkDpRHxAZ9UH6Q/wtZPSOZGrvrCcnW3C3/9CbNhL3YcU11jBWh7IHhEO0O0RXTXsZ42
tzcSRGCQELNwQO0E6MC1iLSWhZLPZy2Lz7b6MuSOhMhkdV/3j+Ct7V6LoWw3Rr094EuISUD+0f3m
+62XH3NxICPPwktZqa/NsvDCQbIMWXl6yC+e4mEKPMjyh8hN2s9JVveN+Av5eVPtCyKAhhnN7UCY
j/80amhpY3c0FHBLVOgyj3SHSy6DHz/f13/lErn+KMrryeAm9zq+bEy8XUA9UtscurzH7Rhakvo2
lRudP0ksQpTZPK79HmTqM6wD0I9uJ/b4yhhzSUSaKdX5hzhVn5JIY4S3t5fxtQhKLSmIuWEsq8YU
M8muIrMXXD62uMLfjtwuAHTv/WVcPRALjShrrVuj4YIa4sCURnpM7wVJDWz6kiFm1VoXYihr7dUC
xHceFk6NhY1fO3mE0ok0D+9hgGX7H1QCEga8jIhhJ7pzye+7IOpAr2IKKCQqJbDwGxvD6veFrJqf
AcIrIGUD4JKnuWnUrEqaIYVGlfAVoIsImToE1qFngqaKpJEZqEQUN/eFrpmfgW5HTKQi4w/WkWvX
ok2DWuoKNqtIMXBbSaekrxjBxJr3WooQr0VwJYBSyhBqcWFkcphjAksFUuNS8XJflTWDWMqhQsCw
jLGqBeRkWoyw9oyH9YSW+yC3G45hDyxRlM8vxVyIaxmiYjGzAp0UlYhWbrNqDkn4cV8rkbVD83Fb
3C9VFqtjyjdYvk0LKESR6MdmK9uGKZ4xs2kCNxZow4I9uTv9HDy+ROaLbynW/Y9Y8yDLpaU8CNot
+pZvZstsMzvN7H7KnR79CIqw53wQEH/eF7fmQZbiKA9SAmNjzHWIw5DTMydOSOlhmrIskK+4L2jV
NOf2DnQl4hDQ4FUCshsS17aNKZfOJIFB7Kj7vyaWtayu3kIK5akMI0xSDJw2Zpi6vd5tOIA7hd5+
qFO70C9+69xXaqXNDGMtC3lUJjQry0IDPnuDIVSif2k+Sd8ki3+Qfigp8TtS+Cb3ihaIjXgqnQbz
Yf7T/Q9Y3T5JQtoNgxTomKIstpMUbghG6MtF4NzxQzOUTZVFCbF6LBZCKJP0RzXgvhfVQ6seL/4I
W9YFs9KKM48HzXOtM2a0QDdKTzFQQQYP65hx5zK/ZP575bva8BHKn1V3VqOdWhx9zo355/+wfgu5
s+qLE+8BLSIO5hNfT74lgG5V0RARpY/3pcxWQAceS+2oXeKqLu0mD1LK7CTnf+TxICKxhsKeX2Qg
CUnsXP1nnJPr9aS2bMiL0kB2CnZR74zoHayHfv2usO7qlTM9d/wCCgPt2YiYqWugQxZgakRIKTzO
jDTJSVAqivVzJ4SMW2AlhQMRC1HURvkgCe61DE8hMOUZT0JHpk14nFzuKF+qiqRbAH7sjXeB0ZSz
4k5QBUMiFAkxFFnoGaWi5loJpOmN2RRH3RuICqIXMMPKQo6Eut3mjNTDymm+Ekcp2Uh9AgYEiCvE
Q8o9CtFG4BimeEtDC7yPpUqULQ5q0eslDxmV8gj6P64C3tCxTawuA1FfaAvdVyM7lb7n9Yeq2yvZ
pQ7P4Elo4dgCxuquPSnxLTqWVsbMgkYXg4WaB7t9H0Nfyz9J5xY7m/+Szcfw0B2aTfDYOilHvM0M
h6ySXfBSsyguVoKLqw+gjknmcajkx/iAwXO8wSkCKzDeO+NUBJp53wUwdaUu2v9H2nctSY4jy34R
zUiCCq+UqbO0eqFVVXeDoNbq64+zbe9OJos3abs7T2NTNhmECgQiPNzLQuQxV2GKMLsIN6KKLlPl
V+D+jg7foRu+ZpLNtwxEqOmhMflT7oHy+fYnrA12djcaRtbrBUReIQdpd4qtgDGsTBzOPkj48r9Z
mt2KsZ4NdQpdLgusP62/L+LdED9Uw6PP1y6O6UTMPOvlAs7RqQoYkZSwhKVSPpTKRx2tBNQLqCQ0
DSoAk4HtwZh4Jq4viErJIR2ixLU19GfVP6PHpY/dgrhjuh96G4MjLIDY5Jqcz1/WsdnA0FSOQ0FA
ugYw9OyxELCqysG6Xlu0JnYJ/9aD/jz0wpqacufEBriHIotRbZPke9YehWAPjehB3Wvk1KlvWncP
FJopD5D+Y17k22HWOiCb7sR9NLpdZusjXj7EhBpJaPj7xh9MbvROC+3zOhWsCjLsQY6+q0+58eJE
s/RkMPNoP5RnvRbdPrAoHkwM/PNrHnBhj8pQ9JHAFoRQ4IdwIRIygHaOKuIAeEAgZDN6jCKLik6h
lvbtTbrg269MzZxt1iljHcuTKX7gml0FYLSDli049EHNna949kVj6FZEfQX//CB+Z2PXxAmBsRiU
2X0yuqKgmbX0JnSHrDmFee3eHtzCzTwZ+re9mWNrqgHUYxLsRcKLiCYWIj+xSnPHxrltZ21cM68m
gWsmr7RpXKoP7cXENeTvTPXIGHi5bmyNcQ0Bs2CQTLRIE/ZrUqiYhRyCHBi+rBmNJZWOyPItHz+G
+iikxZlLzn/eUo4khIyOOiRgkSufX/9JqoMWjtHGklXfGvLnAeXlQHO7dGV3LNz7V3ZmWzGXSKBU
YFC0Unruo2MsPfF2xSUvOMorE7Nrn4yEchTbGqv2FSjvdpa2pvO4OAgwjCLBCHcFFMC1p5RHorE0
wGQpQfNaQ7G8zYOHNFyJGRbHcWFl2h8XAXsrGYLGRVgBt55JgHzNss3tLb02jpnHD4WAykAeNVaR
/M4LKN8i14U06f9kZN5JragZYTggQABAUqtWt52hwPOuVKdX5mrO2WMkwPUpGUYiNuo5aGUb/Xv2
7XEsJZfRYvjvVf/LQnGxHmUZFbUKjhm01I9Hrh2g6Wd1GTjrBmLnPD0kNYoBQYfHuAgeO90pILjb
B5IdtKmpdqLnd491tFYnmJZodnlefdTMSaSADNVUwOwmzbORPRbDibE96KtbdpQip21WQIYLzvbK
3LQOF3MQ+mKbhvK0J3nntZyaAn+NZc+PViqva+s5O8NNS40qp9MZjsK7piz2Sfp0eznXLMyujaxg
1OhFWOiUNz/15Fpa2fdLideruZp5CY3HI5pgMFexKj4ZYQjx7LEDyzId7vpWcGhkuD3PzLp6oCz6
X43PnEfARrQMdD4OhPiU+KUZ4JA352S8q7RdH1KwsexTQV6xurgZkfXC1Y+aA1rarndHVRoaU4QA
ElTwWH7qcCUE1MfSe1BHfmoPYv379hou7ca/SvbIMwP/pMxm2OiVKu8p7DW0/ZOU2VOPXFgjpbZI
VidUXjhol7ZmE9rV4DwoIo4W3ANA2CUDXi7/1I/+47P8UH5nK2C2BdASOpmhIKz+a2gz12z4SgxB
cphrv8UTf9Efo9Pwu6BQdQBvO3Fsdfui3q82JkwIw7k3ubA65yHOdRk69jGs4nXqdH8AnVePyhas
HoGZr7GDrSzeXMrPkPJMTHvYQqHTTkF5PqZWFD4Ya6SFS5fc5Zimhb1wWYEaolEmhJ2E0K0WK/ug
gwTRsJYgWjMzc8SNFJQkqSczqmgZ3S5Edm0ta79AfnC1K9SZ+x2MQR+ayYgA4jvDK9/Cp/Qg2ek+
e1MeQ83kK2548c67nLzZiQabjdhG0yJV6Qv7hOLvRw3eMcHhXmsBNir8zvfyE8CP9D5+uX221+Zz
5p/hN+OSl7BMyHdnvMikMgvx+baN1eHNHEg7RJIgTntDOxLAAT8ks97znZraTYchZW/jrr+LbDU3
Zc9Ye26vOBR15lBwa2tBX8A26uJATElnBYV4U0OjPXPeRcAK9JUYaQF+o4FVXVYnCty/5FTXJ8Ef
Ek7zWkKvbc7xtj8n8S4KnZjYaP+3efg4FMfU3zSNVwy2UJzCyFuZ7uklf+1epg8AiBtocRSm5y8a
KMoyGqcKWta60oxaoDBz1RpEE2sLjqwQDcCB5oy+k+TOimV9ms1bpmcnJzOYwQEYAD2ntgfkry4T
MAhtom7Lo6NAz0l2KIu3jHil/kIh9iRzU8gcIv6WpE8NbxTVFPvonk68LUx0SO3w7mgU/mZsI0vP
n5AlkYW3JCttmodmBarDuvzoA9Gq6zMDrbGSb4gcoEC5bRU0BCJ9UR2qMUKh5sMAPalQK1Y/uJK8
CUFjmmzVYpcJqVN021Tw/HCrpaNZA+BpeNrgle1j1B99clZZCkleZifpLwZhqgQ0jogqEuDixrs4
PKeyrckuAIc5aADSc5hsw8EVa8Sr6UsC9Le/CfWNQV+y/J7UyAhAJnq4j6FlI0W2UW704tGo3SQi
Zt4eVG0XsnstOwggsNJfKQr+4yEq9xmBEky01bOHJPLS6tPvnlA3Semj3m4yzdQHLyLnFOdHbEEQ
xb8r6K3V5250IebjcFCyJ29i9Z7p3EJJxERQFGnHwLAU6TkNH4XskwyVTdGcjoCl1himCwRvhbKr
BJvybzlTLYW9i8MpCc9CDmJdFFLkFjh9w8X2s8Ls2S/AV+yO9Z8aSg30IPpnpLHa6tmIvroSQkzF
oYWAQQ2JYRBu0t6KWpcpTiVWW6EpDjUbPFU+x6QzxczwjOgNaCE34U5C1+pOC9U1cJ0BtYnuNRFl
oTmxSKIyv1SDZgLjWNJW35ZuDdoUbsaHCm24pnhHjvpz6WCHPaI7b1gJ3JbMo4cUwj5UAoQbgK9r
11DEataUMsyHh9iWrc6C1Oy5BO+h+fqoHZid7r5ROHqtnLXWgIX+RKToLyzPDqaWDZpe4lL7Cw/y
HXlXmOMrK8wEoav1oDv6EZKPh2ETbHU7t0NP6E3Rht7tioNY8A9XnzFdR5dRQltlNYN2piVPVCQw
7duaB2fcgYfhOTVxw9n6ITLf6K/bhn9GQdfDn11zbR4Zg6ijXtYzO0g+ctmp8txsyNr4pu+f+b+r
8c1uOjFKukJXUb9KzOSkWGQfuBHGWditB/3DfbVprLWU0kIh63pssxsuCcAsXxuY0+SlMINt6hYK
CB2Qf7Q/6+Mp9lSrWwmb10Y5i5pjUoKmfNrGOt0R1fP7ExE2txds6Ra9mEm0Fs52CuiltaiEjVBj
X6K6GcV0m4eVWXWfqDjZNO4/6042QWoemdCUsAYJsg+8vY+itRfmX6a9//+iomh3/SmUxnJOp5I8
gsF7GkAjLN2GdnTy7a/I6+3xAbcapNhSs3INs4XuZm119k4Nzcfbc/JjE0MfCUJ34EqeiIy1Oei8
E4IhFmUfYdQAwUk0GxZwrpV+XIXu/1hfGPpLuwvgPlz4XFSUxmOca9DxQOINdHxaauaCQ2T39mh+
rvDMyuxMyi0Z476ClZKbBhp7EJ+ZWeilG/8x2xIr7c0Mxas1et+1sc1OaIquBJ0VYWcJ2X0dPuWq
20nW7ZFNP3G1X2YDmx1IZCyFSmwwMCEUxW0cFcmrLBAtdPpsyI56E8Z/hCbsV/KYS7sD/OigmoHY
N3Abs10ahYDJtGPcoRzoiSC7E9F1Ue5l8nZ7cD+fzH9H94+d2UNvVGToYgDjbVHEdbbUu5rHdvK7
QC12MB7Th3yvHqOtalVrSMifz7LJMriegLUkE4v3bOmYPtKO8ggkxVucuq0umq/oTHCIV21DB1Ha
GqfuqsHZQjasaHjZwKB2hOY3MsMetdR7/aMDAXSwM06r6YgfiYHZCGeOVVCHtNMDGCxUMNdkVgs2
F7NEpOam1qqM7c/C/bW1v5m1i8u4SeOsHURY623pbHjtN1RQKzBsWtP7bPS0c4XACCron9hNw2bt
3lo8iHgLQIgCsvTivFQ/SFmWymPSAVgFSGu76aYslqqthVyLx4KA/xmNc9ALmRcRtNrQc4ppRbDV
QN9VhJ6rcCh2+Zd/pzsQLxtPyR1z6zXB8+W9A9oOlC6mUG9+aaDHqmGaAbsoLH0r9wDWu74df8lP
6Ce0inPztXIsp2P3w+lc2JsdS1WQ4zoIMhDFykCy1LUJ/KnFvcoW7Q6EOXj9rczsT/zBtH0uLM6C
Wb3xYy0RMELjg0HfCXlqN3WFFrx2UJ+CoMB5ANmSsA1Bs/QHEhYf+U44rFHtT2Hrj1GjTRR8mBQz
PccAlnFeGRmZnFF8UKQ/xpqIyfIgLwzMXACQZV3CavjyuteA8s5MqMBaoWg8pA3gqU1OgXdBKb+M
zXBQkIIOTL9HkbsLNiwPIcKnmrLmQymkOHd5t40MYkpd+WioLVJ9Al97YPwM86c1ufjcmQNpI1BW
i/J0u2lb7WMS4c00N3jMNw85eDSN78QdOzvckV1vSZrdW4P9+B8jYK4/gc4CNyIofRmrmDFQ2Rbi
h9DcGxwST68QWlvZgYuLP/EMTlkOPOZm90HYqgUPK/ivEbWudMxPfS96K8dq0X2g7UgyoJExUYRc
x359quN5Onlk8DSpIKo7NSdX3RPQybzXJntSd9AgAEbSLd3bhtfszt5roV9GhNewS7m8VfLxgCq1
xbLBCdaotpZn8Z8RTn764hZow0EdawZLBn3l/EXhzu2RTCdkfkSBcgHkBeABBK2zuESv8oB1rMCW
ZKpXIenh30HdsEs9aAyfkjW4x9JoLq3N3GCi5WNQxbA20NeGuZNg8e3hrBmYbQhN52ovTQY041GR
fkE69PbvLwWPf9nL8foBUEefnWBJHgjR2rKzWv2rUqG47FXcRTcLZStR6mL8fWHJmB3UrAf3rx7B
EidiC+28ABnnKDwm7BfzI5fJBODSuLbTlr52PAVdUVq/iC26GVQjO/lxtbLjfyJ24TjA4AJFmknr
E7Du6404MKUgbYrvif6AioTaNUBFFfhQTwApISFSiyuv2KUjBkZI9BOC8hsImpn7UDhRjKCoOov5
IJrQDzlJ0F3jZJV9e0V/BDqT2po0vaR0qDpBZ+d6XG0Sgv6myKE8DHmd0Y6Ke9zGt038TCxNNqDB
qqkQfhWBd7q2odeFkLdiBbX6j/4c4pbyWtctzHYDzDO10HrlgBZ4AIN6Yq/B8JdtawbY0SDfK4Pu
+9q2oZW9xI06tqJN2Jj9Ywqu3gBS8BWSkJaA3Af9PWrWeGRuP5rVfjVKX5zff+zPaZRQWMiJ0sM+
civ3aC4v0c9o2KOVeZ2zHa0usCXrcWW+f5zSab4vbM7WlPdt2ABhA9F78PhuuRntoFOcmV+RVXwD
zAbxCwdsmq/5ce12/XlKptcPhD4NvIN0yFnPdm0uZw3yswxZJf6q+5bIt0W76aGCaDAzE+7aJrLB
aZ1qImDg3u1R/zgwM9OzWCive6nmBKZlvd/2ktNJmtO3D+Mqr/V00q+ujJmh2Y6quSz56QhDEIb6
VbrjW7JTtuSI7jcV4jsccdeK0/3JrnFtcb6HwrpSwliERfBbKh/ZprfD83BkD+0mNpMjgiUE7em9
6PJnRLb6Ll+Z2Z8Vspn92X5KQ2gMcg32g61wpo/sJd4WL8gxHYyngTnQu4RQrVU8yadRWHEdP0/P
1X7SZxemFNddX0tBhCAqNrXoNUhztxZWxjct2I0F1WeuvfR5F1YdhjeCpzRtkMWT84eKIsNTiy8M
pBDJlMnq1gRBfuYqZtM6XeYXsU2PcUXo78eyeu1BDDdIMVn890BNFB4ncaN+J+8Nl9rk6fZJWZzU
CUwIOjQqQkDv2m7eVZE4KphUP4aKUuiV2Yuvrszp4mlEXIWLC90SdO525YK1QjvZKKiG17NKf0ej
dK6FId9AP2Dlcl4c0D/G5uejpSQCKQ2MBeS3CkJ2AE/YGoLgJ5JnWq0LI7NDoAfATGpoeLUU4eAr
dqsdQr11UihVlPKuQpdc/o3y3+2VWpnF+fYPwpEOkg+biLNTu4zDo9qCOSeimeCgtbf9j2OB6yHO
NkYi+mmvZwBai+Q+8O8KYGrWIuC1pZrt+YCGwagzjqUyvgzFJKiL6mzFXy4fLAilg+tOkkEaOn3E
xcFSgU9XOhXjUOlRkEBPd8wUs8btTzZ+vFX5ky4wiyHpwNxCPSuxDdSEXK/V9qcN8cOtXHzFtLgX
XwGVrXzQO3xFX25FYsqQI5BLR48+g/4M6luzQ3UpgIr7Wri1uGku7OrXdgMAsKS8gt0hfJQ1S442
Y85tja94kcUDATMgE5MnicZ5iqwam1BNfdgRFIiZKhiHpJUb389siLb3ZjAkViFKtlCRXVCupJOn
bTKfWzDZgWwOGuYEcibXYyxIyBE4Z9hGbEB5p3CieC0DOE3TDxNT/zxElqE+NdfXKjiIeiQZw4sK
Y6fo4IEVUTnpyQekdbds7Y7/2XgB9wKJzX+Zg8je9Yh6NDJngwzwfwzFDP133ks2Q228esghQFem
pR1kbpJ2WwSM/7mPuTQ8m0qgi6tBZjCchtDyItqW8dLVZf+hZauSntN1/WNO0RIwwQPBqDMPD+Om
6iFnBFtGlTATJRYIwI9mqsb2oOHllvfO9N/LipwiKd5g89mjsUIysjzRF98wixOLpqvTuMM3CHro
P5W60O0TLRXscMzwzhRzye4ENnqsN4ZdzuXynPSlVxtGt4bEWZ4MFZpKEtFAmTTzUlIQJ9AzwYeI
Wmj5td02AGN8C7UbqQAgIDUGYS1MEuAm/ZqHXHIRqKGBAtBApx/Ycq83mzxQmnRagTngH0YEfMYv
Cn1c1bq9s5Z8PfJ9II4xIB+HfMG1lVDoiZDl5RRnqLtGyzZBgyT68HXbys9MAU6OJoLIa2Ix0cW5
L9DjnEtGiDBKbuFie994SXXIRap1jgJ+E8vPPiFuWCe+5RvdV59nb1Wl3xeKTy0pIc9+rZAV77To
GtHkhwZKsA4B4jRzwW0s4GIqQYkaoRHbJ/4D15H1HgtL6GroIvN7pUkctU8ctqaivRirT4RmCsiI
JNifLy1q/C0RYpjO70qt93ipfMVDZCb1wyjVtsSC30aEZyF9btHz3ubvdYhbqCvlbaVGCNRkU6Pv
t1doOlHzU491AeIMkgcIBWceZtCroqgHOGveh7uovU/I4MUqMX2U5rO0df1ojZl2aX9fWpw9G/KW
xsMASkYrD8fCJAjXKjF+52ptqUK24j+Xdvmlrdkul4R67OUOtiJE07Tjpp6/5N1KSLN0GV0ame7D
i1iiVEF7IlEYGeAfw7AwOfMEuvPxkF+jsl96DV2amm2gLK6bIAtycO3WMhCfDo1NnX/4EbNlvPOg
/A0m7RWfvGxSAW4A7O5gJ5n+fjG6sMt51GoYnegXsBRaZSRvB4rCkEZPvlaZanKOhHEF1/q36eTH
voQYI2S5p9h9npaK/UZDXQr+SfH4q2INJp6xh+xIzNjaC85g+Vt66G00qtjJMbdH03+C9Kyy7Xf8
yX8rfikra7wU0+jo4FRlTQZwXp1tJJBEq0MgwSkjXwSCVOPE2WrMtrhZwXtIZZA4IH6aOaYsTUYV
ylVwyffKg+RmO+a0FJUW2VU95kZ23pkQ2b19/Jf27rSoIPAHOSjIYK5XN8uRO8iqGgGGpg/5XTK0
XWJH8JqqzeO8s0JWqw9VlelrpJ9Lg4WGuAqr4JsHB/K14TJPcNcDumwlwzkibp1CzWctSlzyNAZS
sQao2QFpnffLinXfpVztIqtpPoXxxIJnTp81w709hYsjgfABlkxCTnjuQUe9H2JcpzggBn9smvYl
LAPT6EbntpnF9J2Be3RSrJXB4Tjz1DX1fSb2aGmK6VENHC3adynQo17Z3Imqk0kOwUNJO0jt023D
i+O7sDvz10EvNUEXjJMPRX42CrekeMiSNa2KpXvocnSzjRgyPrKkwywGupJbJdF/T0Y3lCupJeep
7vK8kewiTVfIKZbtqngpgX4Qd/LMvaldWpCqxuhGngBPYOxbXbOHEeR2kB5LJcHVtD+353PJlcCD
/D+Lyuwx4dcJb0kqwpVkDAw3J9qs1dcXQ5xLE7OtgheeUmgMJgyU/vIGJ8sJ2B3rXnMNzcwbGfJq
UJi8PaylewJgDAkyxBPP+HwifTVXqzFUsU3azDHU9y7NQMjZ2aStTxzEmLWSHMRu2P5PVueTqeB+
j9oWVo3+PObnsLmTg5dSuKuUDRAahbKyW5bOwsUg5wUZSmgTCQTmuvAxi/cBUcCkvOJPlnbkpY3Z
ectAh6wxGTaUCGU1iDkrgSkLMVQD7KF2xv8mP3dpbnbwhsSIhkKEOT34jFNwdPVO2ays0k9IiyKD
uQT3OLb9RKszM0IiVhcVAgmrGeKYA0ffsnfI6WrffIyoSzMpfewzIzqBG7sE1WjJhHOSihrKIRHr
DkERx/sa3XJrAmsLy4nrHPV/MGOrIgoj15eQkVKe13hfTyIJPtSioNVktGt6nkunEewBiognNcIH
dIpfWylBZJyRFonCrivUg2AU8h1L1H3cg4ofBT5vaOXORgx3RGloMIMwG63bh2RpmKACRJsQqqMa
4G+zD9BRSU9iPGZ949FQ7jJjI62ClhZ2rXZpY+ZySJuPKUXO3KrB9hZFo6PUmdmNoq37pVNz4SDX
uhm06ICSoKhLqBUlrSmmkgllh82QxnZPZODoP3TkBG+PfiEKuPqy2XkydEixV1PitGQOJS9dgzO0
Y2sVrgWvjs1taAp6ziGhM0+4aW1cIY2AV6Vc/onKp6B8vj2Kpd8noM2cKAIRA8w9j5bhDa/p+H1o
gYJuNbVw4d+2sLhPwWeAjjF8vvojJGNj4dcqw+Mi0/a03vSVY2RWrL8raJMB73bfIeWyUkhfyg8g
3/SPzWlbXbwuykDVpJZCPIQ8UslEN4cpmco70JInkMiGL9WB2spK7nfpNIB+ABJ/IL/AbE5/vzAZ
a+gCVLLpuSYcYs0T8Ghb1ddduAy1SxvTnrywUUqiDyKvaViFLYnIEdljcvT5swgtdtls1kLQn3hM
+FfUP4AWlBAY/uCGgliVLlU9nieN1dric8/N1kQZxDIgM8YPxllEBV/Y1+AgXgO1LM7mJLYLYuDp
hTiL46tqYJNwBPIH0k4Jdnn/Yaz2OE5uePYWBHD9HxuzTQKlQqVJGR5GoqebfMMc+d0/NC71AlN7
AFXaSoZoeUgaPDbyVhOq5HrxkkLhQTBiSIaEW+G7S45DvWICaJylMeE9DeUhvBxwpq+N1NCzGSIu
hFYs8OJZxP30BWG/9kUxknzT5L78EVcp3fo8FE56Gta7MJESJ4SSzMbPxGDLwrJ+V3pf/CzCzN+I
EhvdUFDRl4MHHfGylvluz+RmJ2pjC/lDPR3fowFtbBrrY2yPXhFzUygMUG4NYXOseYw9Umm5xatG
PlaDLpzLAoBEUzSG0Sukgn3KoRQftaTJ7/286g9KyOu7WCgbZKWCnALJkNDe5Q0Iupgofxlj1IQO
egl92ZRxzT41Dee4FVp+UvUSnL5c5eFo5QQoELAy6JVhjtlQvdRapHiYuO4BVwrbSmohOegwC0az
aQxlE+Tgk0NpqigPnJDpy9B+1xpUteWiSVOwCAUh+tuyzi00tXTFtKPoOAcce4NSQbfV/IQzSxwD
8szi0dh1GkQ30TqYEu6go3vI0fEmKgc5R/cd62gfmnklVpCtxiS6XYJWTLUchfdeAn510zbQ72jQ
tEPdUGu5l4xUe0vqAJgDURSeQlxxH6Nv+Ocq7xRHkALSQGpKIbHJa31QbBIzpXWAo5ZeyQhZ9J71
2j5OGukTrbXybyXj4l2nxyGayiSON6UvJ7EtpFn8mkQa2vYZzeJfqa/2u5AIyUsote02SyXQKXVD
csT/3qBXz0itOtbJ0RcGCQVYEmyNXg6PMlcLu8xGSIsWKAu90kLW7ruU0dCkTUkgTawYcef6CWOx
1+SBvM3AVnyPXoHCRZ8JRXcNIcNO6NLuQ28D0dGFEkUlQ8iY10mKCCgNV+M70JNXp9gvQnTN0inM
oT17ZFGSPmTpqGV2mAf5tsmK4p0pWoAiu1R2n0obCqUZS8Oo7uQgrt/CSBfcEK0lO78RyVPa5MTf
Kl3EN00kj/dSR1I0Qg6qJfiCfq/qhb9FF62K0r2CGr5TNIUvmVqK4omlhNHQenFV9fdx3g4QYIyp
f+hUIdlovtBsfJ4LIBLvi+wrBVDniWBeArMISuGRSWqV2qnexk9ZqPSPMqulD5rT0GIxBVV2mIfp
U0ra4lONkXk05RQQcjOIguI162J671PQHplpTojXCEqyN7oeAI2m7d04q7onuRjk0mRCmf3p2653
JCAenmSNQ3s7NlBUNhM563MHLcLBI4n88JBwNYAsMN6vT/IgC27mNyQwxUyMwX7r990LKRm4vOOk
pGbaadq+A3/YiZEaBzgT1R6nCJxbQZK3+66LxHcQUkMnMioUfLpq+Ik9tJl+SkokvkwJu2xb+FyA
69DKaPA4dJ52SilEd0M4NpBXUIJiW6Dxyk3VGnl1dYSgW1Wr/UFA7PULONzuOQc3yzYxYgpAG4oF
6DsNnJQNRWDnZVZ+MsMPTvCGjS2UyfClJzLYWRUi4AmZ9gHalXLA08ZhYHvecrzu6KD5HkDVyWMP
d+2KYSVPXQ8K22Y0L1yDGNFRybPwQfCHYKMFRMVxiHIcJC2oHUbSHg21Y+tmoxa9o2NUMJUhaJxk
iPRNJ+otKBaZ2tplOUACT5DkqnB1UDC6yqCDVlIpOoeHqeJkbaR2Xq5pJbWMRFGh4EGkippdxova
loEpDZC3KAFfUXMoc5itQlKn0XlNLJ3pkaNJUQz2EYJUalr1wggXppaDNVbKmINtrIr+BFoKtdI+
K+qXIqO+M5Ayf9cVv960QRy5gxJX74QJ9aYAlbVVCk3tlHqZg2IHkx6kwviqSI34p1Miw9T1KLsH
TEw/sBpNsrphjFsJG/G5SQQg0m6HlIuh95QYE3F/4501Dw5UsfKHCjdpQp2iQMt1bA6FbYDV7bad
pRtbhZI7nlkAW8OJXV+mnRzibRkhciX+ThZ+Q+nDiFfS4Gsmpvj8IqIT1QGdXz1MNMYjbbnZlLY4
rFQd12xMf7+wkUVlC84WRKZG9qeInCg79/nD7ZlaXpF/ZupHYGo0uIwwjByuolBfjezDB3a1XEvv
Lj1XLldktvJckgOmqbCTNjuVPIftf56I0S5/fxYSQpGvo76CqSoSpwhiq1JfJOPl9lytLccsDgwj
mbRxjjHU1S5sXkv6GPn3t02sTNPfJ9nFilM/1TWphAlZeQviArvqP2Vzw8MAcquqjvwG/m1eUxjE
JhpE0OJYibTjPYQNuCn6a4+4pfj80shsMVoSd7pYw4h2n3wWJ3YaN4Kl2Y3bteisyz/Fze1ZW3w1
XhqcrUwUA7I6kf2gM0vC3XY3bu7aPaBXd8R7prZ4WHvkLAXrYO+cOmehUwOC2OuDKRqCXNAafmxI
gPfo7gzhvlGPzDgDnXx7aD87hqeX3MW7YJatIErcl12Ed4FqAsLqlm/19tw5zLA0L7zTbB2qCmb3
Vu80k3r5n9TCFfGsSOamQ2LFuf0tS2iMq2+ZDTvgwhARww+tljyM3BUBB5H0d5m+Tj13GLoAMeLB
VVr3tt2lQwGIMgXyHdWhH49ZcM0HmTQhBoXKK/rEjMtyZZYXn+cXFmbOnDW5zOgEF6TN8JFLv8AD
ZlLRNzWCihf/BqHonVKv6bYv5legvwW5DyAiVGle8qrCilRS+HdpZXBvmioSDxvI5UAM5cy/bs/h
qrHZmSwqPWx6AcYiA7k1vlVbt8HhN1SXB5uev/rKr7D4s2J02pzzh/rlCGfnMitDJP8TGIUkENmU
v5Id0sqW8i3a6GD20ucVc9MYfprDY0MFXzPqfLNLRhGLgvnCBC65Lw/Ejrdf3GLH2tQTk1vyne9W
WxQhjBM7r1WrljYQcFn/tjybXVqOAfOnLVrGbr6N/7CD+F2+hKuMQH8FP28NcTajKY24XwYwBFZf
UH69uKPHTdD5m4qp/UqO6kPwhefeCS3M2ql8NlbOyWKWAggesJyBdhhgvlmWosKjTlZyLOgxe6jP
xp2Sg9SqQJhloWfbCj+yu2GPRzW1k9f/Zm0vLM/8oEqDjAbTVqrfDNU8IyyWPM0mupl9G4E5uKXJ
7WrPv0KvTcHHsmJ9cSNfWJ95Pi4QIUXgHFoFOuFNtjlLuhm/dDYaUT3urvWhLF0vAFhApxYx7ISz
uL5eeBXEaPXEImf+iXOz09w697rq6K+VlpYimktDM7/XDuVA2wngK5RPTflG2LYRV7bMkvO+NDF9
wkVEExbYrnxyraO+7RMAFyTyX4Q0KLOjnkQIhZz87EhkFFk7ecIp0m7fDWhScqi6kiKeouD5qbso
ZswB8lKVVKLUomQgjMahM+JdzSNbyrhFwjUB6KW1vwwtZktS4BkapMEUWoiegtbf0jAV7X6MvIza
K5t6KvP8GJUKgi/ALqDQMddZD+NE1doEpvz78KxLDu6fdgd1Etkhv/yH28aWdtrEU/wvW/PAVpZy
v0hBhm61km0op1Fx2+6/iZ11giw+CggTP9H/kXZlO3LjQPKLBOigROlVR519n3a/CG57rIu6b339
hryYsYqlFWHvw2CA6UGlSCaTyWRkxKWnVYOhMsUHmA56CLoFmk6RUsaqF/w2wHMtsqzJDTOcn3S6
16zfGeE59/eGJkhmV2cKEGa0EhIF/3AbhspRVtbt/FRA932wk8rERhP29mqsjQSELOhuBcoBRO5c
gMmLyUQnLaAjYZjZKbBExmgzaPjF3radNYyKsTTEebMsxRVJm9lQ3RQ3KAgnpwwFSY82df1AK3Sd
VR0EWzoDzYayUrvGpO+YEWlOSyJRvrW2s/AYh1sPEKgQm+POLtZoUz6puCTQZCeraMQKnwL53KDz
blAEaLW1oLc0xR1WWaGWSBZgam7aibTHPhRBmdYtGADTI9ExFD7V0RhLaTw/szT1vsjvtE6wmVY9
BA/U//4+n9BkkIypBvx+mf2I29gNMlQ6LeppUSEIQ2sNc79YLUBwKAOkwnd0wREB2QBXs2N2hovG
HWSj0k4PUrtAvRm0zMBaU1sNIi9I8hs0Jd2NqNtPdYuqNhgi0D+vTbId9dahVe5a30LRWjAXc+Dg
4+RMu/HvB3JO3HR5O7XzXLTSu2k8hMYpDb0QVFzNqQRNoAhguTr1C3NcAMB7AZKdCK9bCfAeddSA
YXJ01PwQoLi7vT3XQs1yYPOXLM7mzIp1iY0YWIyOBe21ke5kWRABVv3UhAYU0nE8r/J+2kvZLA8F
PGGs3oSJgjd3Ibhpfb5+m+BcdTRyggcMzBc4rksnTJ32LtsFHui8XeO+PUpu9jN6aZ+FdKCioXHn
TTfREByGsIsOtuiueVAlGw8v9g/5RnUlNAoXIPnaXq/VCPZ7Mnk+jChjVg50JhB/keyw+qWmu4x9
YfWNlIq6y1ZfkI2FLS5a+r3fJCHoM8GQNN1oZ81Fff3OcgovOtZQcQVdGij+dKT/T5PgLVQwrxYX
PH3LqPpShcuEUXHI4+jGIOwvztjl4Ljzr9bUcYh9TKRltPtc6/HykNmMMoHzi9aLCxxll1REAf0G
9FkkYFtsmnV2mbike+5j5m77xvpe/m8X8ERrYyGrY2dg1tSGuEb+mhqJbZiCefuFsr4Ohb+tcBED
nbeklvHe4yRv1g15HFxr56Oduv/anP0dO3VPoy1yh/Xo+9vkPMmLIOXLSkStGmsVQJgI/TVVfTv2
t6WBwpvhZsre0nbbM7luEKh6JEbgRedDltIa0aCzFjeWLz3Ug5Ob5GE6gQDpfdvMem5kQchXB7Gu
ddWSV8Rj0hMCOxQaL+nJH+4ZusdU5d3oDy1gGsQmigOknA18kSCQrDrLDN/Hw6tmXvVcZsOU4HES
psP6lLWhI+OVN4z3ggGuuv/CCucsXUwTPZyt1B4wVs+6Pe2iU/GeFV5gONV5PJbP8as0q9uL7uui
8XE+05FslIz51LHMfUz3VVqjZfRvwtRidNyxU2bRpE86bAxpALQ8gn8r2NKrgXBhgTtggr4oIkmC
BSyj7UvgcBM1fV2TPKG6jAYkwFGghA7M/zyRi82V+pY6Zc0AJI3T76Mn5uo78JgdjLddjopOd2t8
iXYhDjVzV9+8gojrILiIrHX/XnwA5yODHplAt+IDBvfWd63v0bk6QnXMOMZ3mi25IIw85d62X67u
78WYOefIdfCP5Cm6ADIzfomRA9lp2tc3kA+HlpQ24lmSjU+AKXxDN8Jx27RwuJzTaGo0NEYJ22BN
7tBM7Vr34DjbR4/Zu35LQ0faE8tWvGhHBb60Gm0gHY4ayay8BIn0y5Uuk76OzXmlIz14TE0w8lgv
fV3iybq46WoKjkz5sRo+p+YNPawekUTaSPNC8icHVdHhoYBhC5BT7sjtpbRXKwUjT2MliXcyHeUD
6ST9h8UKcFOYufK6PddrMQCObQD/Bo0ytB5fDniIeqUJOwwYNKtKAp727H4Cudy2kbUQtzTCuS9s
D1FBYCTUvkcUuI0DQ07UVi91+7ZtaXX+FsPhvHYYyjHoWtykiwEieT0QHQBLgQbe0Zqv25ZEE8f5
KNIhgwFvgaul9S0IwBfyTIUS13P2eOUNoDJCzyOE61C9u1wcAiBFLc3bvqTudENAMZzeSP/op/6l
PYf77fHMv3Vty8T7IFAHyPo4W6palqCGRUdH5n+jIMCiwLQVQDlBlNz6pkm7MvjcNrg+gf8Z5HsQ
TNaikxFk8bi0aZ4xAO5pgJcdwKptM+tbWvtth0vRofKgKmM52zlVnfNSx676AwyfHTCdQWMrsfvH
THI4LYBm/ncmiXq5akWuK5WazT6Y7IzMI8TN2LNGBKFq7dhbWuEihZ6pedqWsKJVX1KU8wtBMVf0
+/PfF2cejYxpCFIZxZnBiZvA7mNRerXqcXNaB+QtyJ34QmEX1wyCjQoSH/pcNaMTD2+VTACJAprr
GI14Lo0EvrAah9DYhgZu0PWCH+xyTEGTU6AfYNFSbiLQOmfxLgvAYt0qqCDstv1udf4WtjgvUE0m
6XqF+QvBtCPhiV8ThLrV5/y51f3f0XAekJljRqoBFkq0XsWnonrOg6cKxIzlvgXMDVWE+KQEux7A
PAUNTJkoKZlHcBUx8IaoglZfNa8yc79PDQWykyj3hwpkF1Paja8kkgCbq2IzB5Gen+EJfCifGDXS
e3AtJbkzIylvFbCZVDYQZ6KdtxpS0JyOvmwZUgN8nkbVoC9rX8MXdc8xGOf7U2N528sqMjEfQItt
oaXWWEaMIBWM6V3SZpCDiu+yKhV46ureWIyEO8dwuHRmNMFM3bHmrFOIMvuScoqHWeZSj0+mxaBh
HAdnUuaietdq+gVI3X/TyB1tfVUoI3iEE+cJEi76ver5XyHWkB3ks/YIiShPfULwPIhusKubc2GV
O4D6po30rpiHrM1c2rsqec7DfQ5pVlEr/erW/G3pV6l1sYZxXHdmUMFSCKmfikDVTkS1LvASPtBQ
Lae0ymGBEdypip0KtDRJBdg60TC4CGMNSgHsL5apU94opEGG521XX10QU4OUO0go0NkyD3IxTVkc
Z4Ne4jkvQnle1p0UHG3sVvIf0Hq0bWm10Q3XM9yzEc/Q1swNJWFKzKAbiyPTHG1fO3fdT+aDm/5O
qpjTQLJLO9D06+jfFvoDGqEE1tcGioeOuW8BBRSDT30ykoRTlOMdon+0dmSfP02HPLHJsfFuwKgM
RJF9UzkthLYFwMV1u4AImBAPQvI9/30xwb4hZbHkA8aGo/BbFaJpdvhAS8D9oL9oICDdHuVaRAET
Dxgr0HRNUKS/NJbnqG+Yc3uGSmRnmM5p/Dlopq3nTpidu8StRSJ2qwahlTdLvhv4bc6gVCBFKVAe
BZQmP4/119pEGXS4C01Q+/rBy5SObgBehO1Rzj/Kn0lIGsyZfhytSvwrN0W9hmYK+uMTgiae5Kh2
57ETJS6rRkD8CZgVmjMJTzYHfcUWj0qotVUQPap9sC6H8r4ODG97LKtAMmBILAwH/cE6DyOpejUx
EqjJO2nEbiHcPI0o3Ff1nWYYHpqxdmEZPhCqPI0xlKfYt23ra9EF1E0m7sDQzcVz4KW/GNaUGaU1
3z1Auy0NN13+Y9vA6iyac4UB+x1tpJyBRCXlIGtIH6g/7WfMayHJuwCQvW0zazdCc2GGO7BljZmg
YUCWpFKQb6hoI0t3bfxM/oJzylja4Tazkit9Bw565MvIYSPg7xKAOhWws4iwjqv7ajEg7nSOTN9o
iwnzlqsyOG++AVxE2HND7lvqZnl0qM2/QI4gxcMxYM5KKDyso+hbS65KhMcgOY3TF9k4KNVf4JLB
QgywO2hLdGh6XzqbpMWoVEuogVpxDFlNUBDibBY9ga159NIId8gYyRSTMIOR1DAfZKN9tLKnbV8T
WdAuh6FpWZqPKaJPCdJmBWrzTLAUq5dZoDYgx0tQhgSo9tJCIo9R0FfYlbX5LucgQTiP6rPUvsbh
I1R5w1vpFlXwSXSHXttDC6v8TS1Ers30uX7TJxO6od+aitqF6ULEbXv+Ztflo/fSDucGQSX3QwZB
OkcpjWwfqeNjN7xXk/VgTN9TEJVAfOhz2+JaEFpa5H0iS7Q8ybGZEqhbGnXqaO1TUnrbRkTTx7lF
qtZqUPkYVmftpyS0J8Muqa2Fghu7yMzsnYt0Iqd1rw0UZgrcONkw2qnx2fSHQkTjvQqSXU4aF7nJ
qDCqAo7g6KjpB+O3yceC3frFUwVB3CApoLWuIpP7CzAHnpsgqoPXIPCA8XByKw7QqjQfh6yTT01G
77r2ZXuh1rbX/KJlWfhnDndcEPf1vB/QNQkTtLwr57JAMdlR2NpprKF9vEQ57ES1zO31L0PwRS3+
gsQOWBLISaDFGtw7PH+e0bVKGqk4RGS8lvf5PkZ/g/yhR4J9tuL1F2a4MxEvHAFJKMw0DVr3muG+
IeXPJhMpi69s5wsz3Gw27VR20UwSw+r4loAoj6Lb9XGg1m2VQ6ID5YHt5Vs5GSnu/cBPgFLoGkUR
Q/O0jGsc9bFRvhE198L2Z+iDVax/hkuhE+zTgrr3ts3VMS5scqexRKReLxt1DlluNT1XyaNta5Ah
jRsBWGp1zXBPQF4L3nfwgVzu7qKu0iCaDfVjvm/NcNdN6amcAsGdRGSGG482VAHtZZgZmn1pPMT1
joWH7Smbv5SL8lQ2Ie0BwCk2M49kavyyyBK0PDpdjy6UyLMqVK3QWp3ajehxdXU0IH8AUSOSMzxx
XE6aJUPZoZ1NDWHvtsZBG6BaLqqXrBvRTfwaVFFA0HtppE41NLfqJqpO4JcAN+MIqgk9EJz8a36m
yEDvIhXHtPGcK0EwqFLQSkC0x8reD/GyERMQz5PRtTqIiLIBhdMoF6zU2sgUcCOYuEkhJvFXuLg3
cDEuApDuN6bsWFVautTq+l2kTYLhrZxd4KT9bYmLSNNEDbSTYnihRUC9RG4ggnEMstDFSXPcdr+1
QalAWqHlEe8qVxdhEFn6zEpQBC4Gw+tlcIXHhjdWluA0XvNy1cA9FL5u4BbHHfolbS2WRygBWUlm
R+OeYBbNs0HtMd5tD2ht7paWuHM/lNIJ1FUYUCbtwNtoG/Szs7xOe942s5Lc0qWZeV4X6YUiqXKA
4cKMPt3T3trneSEI4Osjobi2YytBZojbSSxlFE+iqGil2c8R3FfWO229Xv8bBwBT779WuBAXJYpW
hnOVuC0e8hbazN4w7Lfnaq0fjYKoFJUd8DZh8bnJKoYuTeSZ1itFKx/7UdxET+PpRXLYeTjou+oc
HekJ77n3IOe/A3r5/DhTjYi6QdY8ffkR3KaK0tRq+/kjmvFu0N+kNnLkWrBkIhvcklVDX+HEhQ2T
7EjwpVfAki0C9K3FPjzIWxRU7mCB5UtXA1MTcEnjTALzxWeRhjedlp4TLd4xxhy9NG1TgZTO9gqu
5RJzo8RcnQMDEZ+J6WjK6psA44q6Alw0dzGOjTLN7boKHKPwwN7Ri2pXaxFjaZJbrq5QWVDIiBhl
Su+AiHPUPv3eFQpkmc1dR1NBcBeNkFs5UgEZ7RuY1TEvcqchwze/kOoj6+oveSd/la0g9/zIukuB
RxZM7trTFToEZLBLzhwu+NdlLIm7MC6LEbMLCNlOi6IjuLUdpcu8jjYHHDaoRsYuiJWeuk7bAT/q
mcE3WQoeWCiIBdcRB9QvOuQcoOSDzIqvF/YMPA4R5NMc1lqgGDhGxUdsfjHobtub1j34tzdxIUdC
P/HACox3osqwlwvUC0Hx2bkplb4Nuf9VzpXbUBe9qFwPDq806CqaoWugcuHJcoIpVcdCmo+g/ozb
mjYk9hQ5lf9ze3BrdUrYMahizC1MwANeriYB68cApi0EO9W4lRPDGZnhQgBqX0rxOU2+Niak30Ha
oQfjIdDb79vmV7fNXD9E4RoUeZp2ad3ouq4CxRPuTPn3JkmxU6KdGnTIJL6hEU7guatTujDGnbWa
Lkc+qLZRCwObfGG8JVNytOpgp0t/c5nBz/03LG5SddBWxEaFYY0h2Idk80wzinScHtohv48b2a3C
xjYnYS+KaITz3xfHfIZPAjE87IZxcQCVsBPrEOIDDQUIqG+HcXSAT38I0D2oxvLBb5vntDDuadQ3
ttSwfZm0tgLZhL9Y4t/hgmeJA/UMq/p23j54MGDhzgpcg7igXbPHz21Lqxt1YYkbfU8rsCqGGD0Z
Pohmp+zA8PgFkIg/94p2AtddPTwX1rgQnI+gB9PmcUEZzZbHLz7K00og8lmRFS74hH2iSzqbPUlH
A4gHmhQbSbBgiVZPk8VQ5r8v3EZr9DZU5og+tc0XzWpuwtZwO/8NfY0eMSIvCr9laI7ZXi3ByAzu
egcNNsNHt+Rcc1ddSGdDgyHaF1IjyHHWMl+I1uEWBO57iP9wZiirC92C0KcTUIhXx8YBnEr7vxnJ
bxPq5fShsScaAglxpe6CU0xDoPnDN3+aBGZWN/diJFyszLUmN5sRIyFjcKzq4lbpnpTMBMZHKAM8
/xR/y0e2BpJQdBoCVMZNGrGaWtJCC8kn6NWHwZ70JwbWc+2Nki/DtGv9ex0K7gRUF61Xizp21x6U
gdX9bZ2bzxBpeU0qDFRFIS0nj0Z4Ck2nL86Qq2HtJ0iDsAugENipgAj23vZirgaRhXFulmval201
FwTyCDzTsTNBsDtq3SB9zSybiFh81sqxF2PlzqQgCIswxZXWCac7vfMKYP71bj9FFdK3J016Yqo7
iGSAVx1pxkLPG0K74u2ULNbLVg6bhR8es6qDkFntZaa0bzHE7dlcPd9nWmZwUBGUZjlH6kY9HX0V
pQE97ABJVDypJXuGi8xEviC3/OOEEMz5yGYsmcpg9OTfXMc8ILpEctwrNFrbVcJ+NKXVOWpgRPak
6q/bY1stOCP9RAchuBggqMu5SpBbZi3rMAfgI4FYa3HT1GXu6k0wHEFra+xbQ/veRGVtD2abu9oA
0cHCn54huyqSN7ueZ6TCM00/kii8NfPBtM8rrQWikDnE7D11YOAnSNywJjbTvgYDcbZHfh26L61x
G3Tq1C6OK1hrJvCTq6rH6EM5/HExczYC1n1AAuaq8PwRi0NJDZMhoFaE1tW0/94PxvBg0u41j5tc
UOxZGQ2cBS/1hoZGFZ1/v9SJFA5Ig5ljSR81SMfayDNEFAHXJ6w2wyhAhCwD2mDyZUalHXqGXjNs
c+OT+ceJQUrnWFHQlCTnPH8f3v54gWbcDzRXUHFBxZE70OVGRhkuGCEyOnqSedDN5+nPUVLa0gSP
wyrUXpdpARNVecuCryWE4rPdn45CpchKgCwi2GJXej1q2mgDEnbmxMw6kRZaFyW9ZcIKxUoMxtv1
PFUzfmiWt730tCYOOqhydHgGiJ7M7FvRPeaQOho7B8jLMPNqSZqf/LbHdh2DYRPFbfQraKCP5wEU
kqmGUe7DZpw6Sv0cmRUElo55L2LiFtmZ/77YRVRt4wCEoMgfqdO0z2O2o9N9Rd7/f6OZw9PCShH3
kDs0MRodHD+hiYZ75ZnIwLa8bNtZ2aqYNcTcmfEXaiFcxC2jEBKYzTwa9tx3j5l8X4p0FVci6YUJ
7kAO9WKyrNnEQD8DelQqN8gBSPo5id7xrhNT7E8ZohboiwMAlweQNSCKlMa5eWMoHoPKepLNVvDq
tGrBxNUalXKcTjw0TlPi0I98PKm1ldPE70QTYBjXfAtSdAYUNVGkwOPJ5aq3YTHWw6/nM/paazvN
z+3Ev8/Qzr296iI73B1IHTLAXXsUr43UDRizAwoiWzznEsF41uYLj8d4vkXlF2TgXLLSNriNFAZq
y5V1r+b/sF4VnJu/KseXeTWqAihMgs0AzELA5VzOmCHRQh463OaKG/REHT/UwKZu6fkf9X70Ulu2
327Vk7bTPXScTvZ7im6H7hS4qBXYqIYAp/3N9wIgRaBXtd+e4xXaI3waFnFWLZtfWLjjtkJ/ZDZm
uI61emHXw4vc+nYIVim0sdhVfmtZP4kRPzZau0viR7mrD3g9fWlVzZWVCgTLOcJXKbr8ruxF1PYg
L4OjBjQh/HavWubXYNjEFdFgZ39qz1Wk7LVS343YluMk4vRbMwcZWuxKPDDAo7kpyHPoBfQUflbV
U/F1pD64Q9PJpKqTM1YzOx4VArK0ttQPmZSia5WQjtrTQPtTAH1Zz2onZtogGskzqHuaM8ly3NWv
PmrDD3reEd3dXrOVaIgjGFLpgGmivM4/K4K7dmo0qWdONB1G8i7HN5UIFLVqAuHDkEGGAcAkt8XD
TlWqieKU74ZnPOaNyQ3y6e1RrB2/aLn5bYPb3qMOom1wqiP/qr5MHwSrC7Su/o8afbTdIwsqW29T
gc31YWkIvRY6fTTe2cuiaUmOwpSjV8cg+BlBKFv7tj2s63sknBZSoP+a4A5eX5HNFIsOmk7f66VD
8rPW3Ti7myxPrf8igV2a4hbJGgMWkhamLIhSB8qhjz7wyrc9nJW9cTEcbpGSduxrRYaNMhrtiNmE
vo1malvKWRNFyZVwf2GKS8cUWla+UsBUn39XpBOrfxaD0wf77QFdu52JQDwnfQpeiBBdODORHNZS
CzlI3LzZgCE1UOOCPIIZRf8kISC7NCxcHHyZh/QpcEvaVz+3v+DKCfEB+AE0qoL/HMfB/PdF0pSP
g1qwBh+glF1g43/Gk83Yf/pSLZLQu/LFX5bwkglkFG7iPAvjXOOPgRKqHIv47xnrOscCO7nXoHA5
6ADLAyFqVzodBfHpymc4s5zPxHia8jUFZktADsH6HlGXJMwOM98O/phAk7PFrWZWVeiskTCZUQ3a
ugwLWhz+Zrn+m8SrC0+FB7YYdpzIvAOZtt3350qEaLxy/ctR8FdRs5WtyW8wYwEIXSoJ6DXVzuXg
vik7QcyY5+MiE5ktAbKBJERR5xOfcz51TFhLMJoECHHaDni8w3FlvU3a6NRR8pBWhT3WpQApIrLK
BUXZiELdJzU8Ij71UF8ojBv0qNij4gwzyVGxC5t0t71sq064GOj898Uuk8OeyngWBQt+p7pFroAz
tn1OstKVdQndKaI8anUFF+Y4n49a8FmbFswxfYTQ59HoHst6dDTRwbxqR8XSoecG3XuEGxZwZJky
jkjsDSs/hz519C71pAKEKJmoxWZ1BhemuCGBZcXq9K5BnKrBJ/DNGA5RMuCNJXMqQ1T7XbeFWzFw
N0iU+at4q5p9kWbYALrWmvaYf6MhO6HCFLqosR0qImxemnP6q30wX8P/1+AvTc6Fe+hUarNORtxA
i9FRLsjJiOpzHcjHrP3ShOU9OklsvCndlKmMbcKO2865egTMD4XgdERpiA/M5cByn6HeDEWUwo1L
SNBOn77uC+Lwqq8srHALmENEoW1iWJHDyJXa7iiH8a6F6C7Tc8EGXz1VwecBABCaAehVXcME03oV
pLAlNZ7aMehqAk7JXDWA3gGxzQCCH5pNRHwXq/MIzjs8ZOMgvzrL1dYoU9b3iCsjJGCMvrAVLXYN
qRHUJFfj1287PJZ+DKXeT6WucvLEcpj2ATnaPoNqMShY0JGsV991i3jbLjIvzpWDLkxyl9LBVDNd
0mCSYcGs0MV53aVOXX7ESmbLhmD9RNb4yq5ZoPPaxESS3lb950B6MqzbkDyjDBaIrtuiyeQuw72R
GSSTYcvoSm+SXNSmmgnJyFvWoW9JcRPcd7fnUmRxLgAsNnsCmRNA/mBRAY6vgc5FbAVejxp2gJ2N
x8hXFg33aND5sW12/tmtJeTOWiVTos7MYTYAViUtmRuC2XjbxDWX2XyeI5UEczEBkoMHUqgZwNw0
GpGdSDdh91aVX5r6rEEoSj1AQaTKDinZTROz/fjRlKEhhTZC/Uzbowbh0SD60+sV9zHcPFfQb+lG
hgF3xlPajl6RnFHRExhZndXFiLlZZRrQcX2JESfJSasGrxwbd3tSV+MmOuTnpyvwlPJddBRLxZpu
QizDFCrdj5r4M8WZWYreW1fD18LQ/CFLvySaX8QlDPVFY+cdxHW0N8UQxK5rI1BgQgsGOjqhqCHz
uWXFFJUBAIxAgiKGBOmmvCU7MAv/8bJcmuEiiESjQEs0rD24Eju8KsrQbokaERXc9dJcWuFihwRi
g6ZrMBhzUt00fqug71X6n73+8acuMNtBkR6NosgS+LYVcyj0mBnIfUhj7CGFfKgsCimuvtn3hiqq
hFyHJxib25jhbAo8mwv1qplMBV6i0K4MNwjHZy12TOqGsx5q7OHugV0rCBvXe+jSIrdYaagZScBk
nGfGdEfrym6s4HF7BlfdbkZf/G9JzeJ8u6MDOjhHDErS2GeW9eQ9IdTf+wk0pLYtXeeOeNBG4w0a
LND4im7Ey13ECmkalJEA9JTk0NA6dI12R2rVLr+izLpt6pplAV3f0DOY4aVoqrzqeWzrXE3M1EDa
ODrKl538PNjqY+4UZ2DnErt0+y+B034qol6+XyX7y6Pk0i63YAquZuZo6JVD7RfzxG6mh9qb7rvd
owKZdGq3drZv8Z9pYFv2i+4NTvde7yXPdHUPkqSH+E1xDFt2LSe/yd3G69+1H9szo85fsPWF3M40
87yCVNn8hffhPnwp3qkXOqZrefiCc+H1KGZPJ9NWn0B7Fu41W0j4dp3CXE7R7POLYDrJoJZuB3wA
1Bmr6l0xXpT4SNKHUcNJIXDulXT30hh3CEWyGuTSBGMqcxVyq+leALkwGZDfaucXz5XvTYUgJK26
+cL1uA019l2cRRFcb35r01ogGyiE0XO78w9UdAKuzaVmKDLe3LB/IfZ6OZdoGfC7XKLYUrk9SJqN
/jp77ECfF3RuW51FmPdrMCq21dIe595ZBCH0GOwbTpa8NgAvyHdp8YHbn2Plt9IIJNLObJ1axBK/
FndRC0SfB24OIAvnAsdQDFKYMB8eM9xDWVGKLJsFngJpvgQoSvnVFOFU1mIimfEpqDzi9Zd/nrci
MGeNUA1wmmTXVx80fxt8wT68BlFhKhc2+HJVqauF2lQSTq6qep6yyW3bb10SfRBov1aj8qAU5Fzo
zJXNHr1igZdM72jfEITka4gM9xWcA8UsCvEZGGnfF06hf5Z+9pgO+U5B/2Ckvk19gKvMjSRF+6pr
8ZTC/rRszdnnHCrJFT21MsyCga6aEpRoE3mflBs9fqCDgCxzzYuWE84FvjzripLWGKqMamdVQEKD
ulr7Q6t3SLaT+kC7vwk+S4tcpMt1Lab1BIvJ+BKX+yF1gjy18cboNt1rTQMPIsaV/OeV1kvH4kLe
AK4TMs1WB/qag8qRiHIu0URyAc5MFb2uCxiosym0A5DwSGBBr7MIrSO5p2n+WyZl9pTpT9tH11qw
W04nFwak2i8Kk1oIAxqEioZnkkBWp6FOEf4Tx8foz6sy8zyiRkKBwoPWDOcvU4N2VybDNYP0Z990
KMbYGURl/pgj8tcO+G2GcxK19DuFzjugmeKDX4+3pCGerJaC28VaQr4cDecVetQEcq3BjFw/Zf18
KGm7rHAoALfbq/R/hJTfA+LcQyv9MQ4kWKrCwhlY4+nRuzG5Kt1DyQraCvMVXnem0NV0EZpx9Xya
23hNsMkqYBXmwpk51Eo+kaB2eqb3/6QJGfYzM8UxKyhErdrU756kgtTvUM4t3a5q8xPRi96r4lSk
xrSWBRBFRU+pQsC5Ic/OvMhyNGa0Ea3C2kk74obxSwFyB9wSCPFoJHgq+PUWwKd0S1vzhl3Y8ge9
i5Iao6ZV64JmEjZhbIpfS7SLVNbXVBtdDPPc6Mm+VI2vFHqjMjCe3dDfyN1PyUx3cP8jk79bSuig
PXqvDdI+jvynsoqhTgHFdUvUKCqaH253SWGRAPSNb5bkf4bs2Fe7QjrnKOLKoruAyBK3wSxI58Vh
CkumFTg59bLiJZe/BGXo5eDF2Xb+1dC4WHVulwUoYBEIE6MOz3ZNBe4QB03EYGYu7FSPHKl9V6K3
bYurGe5y8bnthuxFopOB7abTfawfpdZDN74UG45fQbXi0RpRX2ptgdF5dbY8jgvFFlR324ZiTrXi
kbbwJv3M6nc2KV4NUsSsaux2Lhk+jqZdWScI8gnsryZooNTV8TiM/jK+d7rURp/WTVQ7unKDA8/p
jdaGUtEU32GbF9WHGdToeX9SBsfoX3rrZMhodhUpyarrnvX7K7ipJ8nYFr2Kr6D398ZXNO/sKzc+
Atgs28RpkL3ZvSsfc+d7YYf2TzwXyrvElXbMs9zp6/aMrJ6NiwnhFkQpp65CxKmdQQLpvtp/oIgB
vbtsdFu5POqkdodWF2EkV++SZGGVC3IsCKywVmC1cqmd7cLQ/ufDuots/0eIayTA/5gAaIfYaOtE
F9dROgyiC7fIEbjQF6lpkjMolThJZaPx2OlDNy9Eqj3anIVeu/t/C21xHZU5CuAx02EFTGSp1x5U
CN4Zx0/o1H/qtvZjdAKvePcl23SjY3bqvMYGIOKr9vRdcaJdfgRSwk1c8SYULDpfj2rrRjO7+bOK
NgGePgzRjYhUvT74Sag4eVANr1JnKk8KGA16h/Zhc6rbCN28cRq1/xAlJtAn9UfrE5Qw8bmrFetW
blKzsYPMIuPjNPjN17xLyhulq330qFG9fgJOu92NYYyuErVPLDe3cL1tokGCZmRRWC2+ovQDD4ra
5SmI9eYA5lLtnEP+3JZLSXkc5NZ4RgkiQsWWUnLww8J8T+vePyVVMAY2ELati32FsrfWT3cZtdg+
lgZrX2d17tU+AHB4YvJvU3TruagwA2eWVs0ry8f+5BsWbqKq3/8cSV+crKLOHnK04n6Dwp15m7ZT
0UKx21TR/RqmeBpqClq+12jA8Fhp6bsMuFMbwj8EZd5a+xo1SfuQw71TFwLxBd6ip8ydmjR8keLO
sNHcaj40rBtBNkSqtraNaVIOTWHq6N5rRuO7jPk7h2WQNagStnLg9FYha3ZphcMByEP/COEbCvba
GBo+rWVVb+bUjS+g3ysfzGEI72sZlGDA7CrHEgVQj/Wd/DMqVYCf80r+2jWqdeyyEL/om1W6K0Za
QqB7VJpjhQepU5AQ+VH2+0Bz8UJlvnZy19yG5WgUblnK2Q9/gny9HxqtPzdeaQfFTAsAHANWkVML
IJ1hq2FjZTuUs0hrV76vp3hwStrBxpOQOtpmrIIbb6iDR+KrkFXPC+bf1ZahPuCyHmq2UZrpB60C
vwbTZADOlppWEsB3JbUOMsnIg+wnzSlMNenWMhrWOIUMzvfK8MefRm0QJ5/irNlvB8lfJfStfczd
NsmEamEiY8Oot9ET8sGP2H1ITr77HSQSe/U+P0bue3+mx3EX2hCSFVifo8SWdS7lScM6t7r/4ey6
muPGme0vQhUzwVeGSRplyZL9wpKtFXMACMZf/x267l3PYFjD8u7a+7JV00RqNLr7nDN7S7r92SKx
toufwWkyPZau9n0KaJA+AvhpH+378M6efeca0n8xOHGAI4b6MgqxcglqzHGqjSjD6EVluGJkt5Yx
0SBs+48ipb8y3h7tEotmVuP++tCX4/KZFprO5FKg7z6PUBOm20U9gCk+V5tNqIPdsaLORxYzY8P1
DreDRRB4EqRmlZwlLlGRTKqqciXZMN/HFwtw8hXSfW0LXlEFtS8Pdam7kAxbg+ynYgsRdf/6eBcD
gxND0m3coX2VoMDWeC1rkfJts86t0/BoKuR7m1C3W+WQW4wC0R4MVXswkKITVHr4kDxzzMEAVaXo
b3TcOiP1uf2swjWLCM8bvxtu0zUG/aVRgp5g5sxByItn8vmiGmLU2nymx1T4z9LGXW++Wdx0aftm
rnXTLI8P2ThL0ykYM+XHeBRDzLvhmFFLeYkGoO1vTACmSetTNKzZxiZhfqKuiU0vBRdgMlcB89fR
KSEXLDoniepOlA2cUYkm1/QmFklQ44l+fbcsmgEEFqIUv9FAkl+I2rFgXYhgupp2PHNci9xq4uu6
jfmRI29988SG9AjC+xdqjxpsRHbNNioX3Z5lURhct7J0wE6tSMc8HEe9ZSqsdD0AoBlze0BOes3n
Q7Ty0FreEDoSMyibo/wno88Sq6xTQmDK7Hkw9Qi1cYdQNnmsqfYgDbPcErm2mFPfqPU1V760YsDx
od16JpJTZXAQXsgRerEFiGHRDAEoaKJYrh51u+uzueSvcaL/HaLkribVyVrW4zGZkSMOmw8613eg
F15Tkv9QQxzy3HBrsValW55Zw5qLZsArYv+fH2szw4sBMFdElXwX6m6mbjsQN2vepHnWNLhMhZb1
GiP70oSihwaCo6AtQb1OcphGOxJgSDBUR38ysV+KEbrnK5fQog00rVkAE+JfWf1lKNjkVDXGlVvR
DdO2Wlfv6vqf62u2eNNB2/NfK9JBSwXluehhJQHuVB1jXGPZE4OwVmNQD0JsnVdwDvm13u+5+eLw
kvyHu+f0A+ZpOE0G1QCfVgWiDJGN79aAFNyU/CJ6vVMgcsrF2iN48cifjFfapGahdn0XYrxlvBXd
t2R4E8m3rl05CgvtM0heAlsPRLSDEpQtbcqwiAu1ahG7TG32OSn0E+wrgWlnrt5Ex8741TGIb4OP
yW315GBohUuLLHGhYtu7jhWnbj181lS9TSBlbYi1uGLpHXbycVR6Hpa2JZIoxJT3k8uSm4luW0hX
mY2XKhBAWeMuWd7HQI8CumBTICLPF1gD9j+M5qmARoVbl6rPSbU3ynIlYbzofWYE6f+ZkTbyYKg9
VKpgJu3eRH3fTqk/GhuaU1AagaMBmeM1EvW1gUk7dxRqyOIOFpVi8gSNcpei8bgSA1uJxNcMSXs2
iq3aUJt5Bu3XzLwboFJSg4L0uidYnD80WM4t/ej/lYmdDTurk1m0G/q7ePxkb316F42p34QfQCri
gnIbPMWum1w8i2D4pyqg0sg5SwFZXretFWoVfI+5oYxCrh1SXrdjq26u21mcP3TEmqD5g3aSTBmW
IfCbQOyLuxed05Oxj5H3A3ticN3KYnh5YkVapYLOJFoTJpCZ9bEE/mgTCfLdFnRyNa19rCIwC163
eMmchVrM6b0umRyEk/VW1eGFRn6J1mX2MUYBjYbMIypKTrqLmNrivpIGWvwjYgMI/u2VBs+lNTz9
BOkmHPQ4z9MYn2Czwldic5MZT6MxPPD28fpgL6YXfUyAmuA2BEcXZHHnRT69J6YuBIMisHsjqMHc
MFN8tOccaFIdByI+y6T964jtt0FsmrkDGLgeaXcCr2MPEZ1ZQwiHF24Uv9fbI5RWfXsafc4cMGkV
0Brvt1APWYMOzj9+Fv/OxgFUNChwPGhAloxDbBJgogk8F0Pn+LxXdkRxNrYCzRzT3JBWf52SHvwX
EM7RXro6Wik9z77ywjpaFOcvACW/DOYoARGYoHMI+HX0s4/RXNOsdShebBuMD+0KQOnZeB/BA5yv
Zt5FA9O7EEyBYWDEe6beDGXQlu/X98xlbCiZkRIokKolqIhiGpVvtRZEr/pP5fvog5jMiNxxe93Y
hZeRbEn33FDGqjAj2OrsPR4QbsLuHbp24ucfkVcGDy+8ftD+hq5c6RQ0fEom3oCEtTSHDRA3tYuc
turZQh238AaZW5p95udVhsb4VAx3EHRAIhRX46Ep2sdOTOPaF81TKH0R0gPQfEU3o2ldSENMaY8X
cAu05ciyANRrqNSqbth2NzZDTUfjO9up74Ab2o5meBvb0WPM/raBaZ54E3SQwAjgvzJsVU/C3oDU
B5gjtC9whroFvQsV8tA6PVhJh5U76zJg/m0NQd3M6YMnh7TMeteAwHrm86lVvDagJnh0Qh09aaxi
37vESjdgFLgX0WTfabpym1Ji++mUrRzQ3+sszfr81MIDXIV/ghrD+fkJTRoPXRiDzKS2ejwku0JX
kJUqjBfipJqPVDBHy96QlfEN1BpwyJI0Q/IOrePT3rZT/jLoWTu5gtjGB+2QdM2IPuEGMYrsoLCx
jNG/g19yG2E1L5WTqH4d1kibNqUYg2iyilfNEkC5ikp9UYRBvljZsK2TEu2bGYZsl4ux8NPYmI5x
YhRgGw1DtF4gy/7QIs3/1+9blHtRtp5nApQrSCmdz4aS2Eo3qgmOnjb5gFSgsetHOK0Jxl0e8HMr
UoQZOmVh1jmsJPpNnD636ErIRu+6E7n0i7CBew4KQBQMQDIMq+ZFFU4ObDB0b0wQkQXFD5jnY9CZ
XTd0eZ2eG5rfCCfXaeaUIkSDPy4YDdph5FfEbh09mLjL1vp7LgLLOeUAGhzd1lQkcmXQPQnbHDUX
uCzQzZnlfZf4wn7uqjsclazy7WLlHXDxuMH5nKNYULyACwNtwtLABrTIaV2Zo18coq2a/VCavwRo
WzOVuy3VN8OadM2iRwDRjz6j/OdmYckiiitG39p4PgOZ4NBHgCTK9q20X+Luo3UeE5DR4b5p1toE
LncjxomdgifV3Dkikwv0uTaadg7WMpTJdoMaIkLJ7i1urEzn8uio4yB1BMLni0xtClUA3s8cWFXY
Q8bmZzOCrP9mclykNakRaPahg1R0vRazX+4aDM9BGhOoPVClys8Ragg7tACY8CzxOrXPQ43q3FEQ
NyOvCt+pa+Qpl11A2DZoglWQsTWgXyizTbdVWxcQ5gDhlXgtOn/QPSXzwyQQmWun73oOrM1Ote5o
vb1+DpdCrVO70jlMtbgkPcU4aSO2iT3s+nFNoeryqGNogAFgMoHkuWAs5KIXWl5iBaEGXzd71u9G
VsxSRGjSX3lELm3KU1NSvJVVEVIA4L3waCQAsbd21Mxdpcg31ydtbUSSv49SSLjyGGZCFSnF4WHI
3p2i8sLxM17tmljyJ5AnQK7PgUNBLercn8xMlk3ZC9y0kJ1znpzUcR3zkYfPLWAO1hqJpba0Hyx4
ErxSwfBlyc5EZQSpIX0O8CANI1TXqZ+1CSsXEPbYhN8gzk6M2zb6GCuvoDsdNBD1XQwIiZpuaXej
GJ+cMLeon/NpV1p+UhZPfz/1p98n7VeLNXpmRgg80A2fKm43brj9qDc/RbIS4lwWP3Ei4U4hdY76
CVyc9ETQOW3U2MRMcNxQZbLNRzA+uywGqCR7ZNboxyqyvaIM8gqePf9Ro2wfejn7ZeqHbPhW0sG1
Bk+xHteT+fP+kqOv00+TtnmrAZAwzJPAiptRKTD5AQoHKFvpzktabCzUr7JdRfw8KvzyPxClIfMM
85BgQNJbfpwxBhYmlNlztCQqaJqAzD0aAJSVg7zkfk+NzHHKaXjQ1E4JjVbcLup3IVxTbO1io8cv
vbkrwnttLYl/GfZgrU/GJF2hjI1mlIBBwLNMYJQs19DvBgh/OmvPziXHAYIfpGYtRFeoxZwPC2l7
bLkK3lbPOoi27vn0FOPZYqgf+RqibMFv4Lr8LU0EwYyLgg+0hdG1YsBUkj5bEYciLjq4q/tIdTMd
cN+VcG5hvc6sSevVp1qUk5lzMEv3E6sg0x2D7MFwLc0tjB86hH+h2nzdEyz4+jOT0pql0HIuzQ4m
Na4Himj9vrpV1jbGwoKdGZHczdSnachnZsioL1yWHxAHY1pdil7BtY5jbXHFcJ5QkwL3GJqozzdH
UaZGbozzHObPybDvkztR6mij8c0oMMqXJDW8GKDN8jOxjuG0s3Xu9wYKacoMIgFtvYg2PARspw0g
1ohOYvQWdRtEFJnhVvF97/z9JYjK0J/PlaYG/rEttQS/z9GG4aBlTeVbm/3sCQ3sz+tLfVnOgGTO
qa15+524A04h+zfNUUrIflam35C3BPxsjnCzeK+MAU82tX501ECrHoR1KMbSY9qTY77nRbyt166g
SyjK2degNHb+NY2Sh72i4GscTDPoi6NbE2D5THGbbm+VkRv27y0ftqb5UBZ+P/wHCkRMxr/8nnLB
kSAn0KA6N0/Gw+C8aBMaqKrDEK9cgIvn648ZGXBDppA4TQIzZfOe8N6P6l3JypVDvOQ3TrM3kt+o
IUQA/WNkb3S678Z/rO5F00HteGDRz4puEmW7spFmByvdnNBUw2MQPH8Uob0UuXXOFA+9auKtxBMP
jbh58mpXQR4eBmMCGuxNR0pFIMRZGebvNbmwCyFYJBxRJUaZ+HzL2AUZeVhZgMu7zbf2owj0n7of
f1ZonXOTPc/c6BOlzzdxS2/GFdsL6wjVH2jVoBsEqsK/45yTs5NxwUIb1KwzqxqlfiG23RBcn9aF
VUTftArUh2JDzV6Rjmdd2PXAEoLrkyWoRAEgtEVLG2jpXDPx4YvSNYrbhfv61ODvvOvJmCyt5Go9
hNg2RurmKWBQyX5qj6m+kgdfmruTgf1+nJ7Y6RRIwBqFg/cEidCViGTSAODOf1igUyOatDfq1ixL
eG4vhgSZE3q689bzlTLJwj0G0V7QDs+UsNgJ0t2SWWQq9Az7D3yBx6ZqPZ0BqdAnQTWrJnbpyrwt
XGVn5qS7ISF4QhAFey7XPjM0qCWa6uYkYPRAMZdrWoxr1qTtx80WZdkS1jTL5+kHBF1cg++GzDe1
x6z9ur7XF65pZK5mRiSws+CillOftpk7DF1imXcD0sttt8lfqu144PsmoHvHI6+JZ9xHR0ii3ZEf
IMEN6m169OFw3CaI/Ovfcrk9zz9FmmZFCa2ytQlUahuGx8ZBGB3aeFbu+cuzBiPgCkBCEK1dFxgh
cypQCRowXg2UkUbrMwCCC/vJJvvrg7l0IrAzM+1AUA51dDn8SaeoUuoEdlT1K7MDpLEm9qaVqdtZ
j4Xde7G5csFdtqnPadsTi9L04V2dqmEIi/r9j8TT35vgGbi4bRu8/HLc6T15+lU0QeKhPStB45Br
+MmxdvND9RxtpkAPkNrbrhVYLs/p+SdJWzlX+kodi3mywwAkJ51zaMR3x/TLNST0Qmnq1BIaiSSv
4yh1X87beEKHEZK8YZhsbBFGt2AaSjeJU5iInHj1acRW9BSrNN5arZO9XF/zS96BsyWAosX5Vyij
GvW9ha/oPY5XA6D1TiB+5or7MPo1eAcSHJsbsrNXDs7iNBvQjqEzGgN8Y+dmQ+5wvVCQfRbstoES
SK49Uvv7YPqMr3jCxV19Ymk+XSc3SGGmCi/nPHfWg34R8C2QrShQoKiMXdy/dcajIVbgbYvn9cSi
5OqpEUITV4dF3d5WfTBpNsoR92H9HypR2EF/qh4yHbMxxOUwzvUIxfYSC9AiYIhA/IhcAG+/QuNJ
SV4G5w5yNdf3zPLa/Sm2SBs3jJQ0ssp5fKoPInWXkwfLCUonUPqV3POie/0zQLkIrkYcIswVLBEj
QPtsPz2o4/v1wSwfwxMb0uWvElIDEBZDa2VW6a6CAslsMTWBEyYQznjtUpeM+25NNXlhZBYYWZDA
R4IL+S1pj6Qxui9pliC2T4+2+pCb78XfRxzIHp6YkJxrgrbFtB+Ro8rKB6E98O6VVcBb3Gvtihtf
SFmeW5J85sDQdYMSIR6i79mH4fHSzd3uG/Ajm+io37ms9ww3/jgg5rlvDnrqfn0pP/KV/MfvFtbz
AH9OlqIAiHsSpG1yYXwEgwsdWhSBVRUkFq6xpQflg+Vu9q3a5jdl7E2H4WtoNtpK8LhwGs7sSv6F
tUhS2h3s0vAhV55T5lHqGXDo6bj7+616ZkraNOCGpnZtYZ5p/iXIu/VP3APGMrpNe6uyb2p6G4Vr
mK0FX3ZmUtpEOTGMkqYYHdJJvfo+KVvuHMu1Ws/8K9fWTtpA3Zg100gxMEf9HLsPnfih88TipzzZ
hdqKT1kcEQVDKTiu5xyq9ABV2r6J+x6ZRgOJgg5VObRBRvlRX+sAXTzhJ3aM83sn6ztNzwTsRNO9
Zvph/dKtxSrzT8jThg0PDzLnyU05YCsFjSsthJwFeujA6vqlr2Walw1QBfrMChqg5GelTpEdsCfI
akaqDkoY7Xla5XdcNAGm8bkyhcYuuckKuD+zx6BnL/VZ1U8W5KGun5ql9Z6pzP/fgOTfY6Fqw1QW
YOYuHhUU07Xs3s6f4rVwbmm5T81I24qnrMNNhXHEzX4qv9nMTcOV87/kaU5NSDsqjpooHjKMhFbf
SPId7M6UIAE3Zm6+xtC6uCpg56EU7VmaKrfs0szo1UZBfc1M0Mlfe02x1tK6ZkEaTIZgparmqrLA
lYA8UG2uRGGLC3IyhPn/n8R9XNTI4TloAyDxa2K86OPgpf3KiizagJrQrGqGpJ9cGozCqWTZgBJ8
NdwT4tPqqBdf17fvQvg6S23/a2Le3ifDyHnUZEYNE/V4J6jbOr6Bfq76lpFdWzMfcNOV87LkizWK
jkPULqAhIt+j6G5QUZZH1jEeN8xqfK3Ck2v0iXWEf2arDJqLm/rEnDQ+YToxFOZhjvJjr+4S+5ut
+yPfgeHx+kQur9WfcUmXZ99R1iUTDLXDDyvdMlDaGytbbnEsKGLN2mRzpVi6xihzCgjNICGv1y99
/ZrEeyNCK95zmq5EXCuGbCkCZ23fFgWD41fGXVe8IGrNa69DX5b1t0gvtO5of0YkI+YijaKxEA1v
nhW/kRy0nzwJnLXG80UP7UA3ARrsUK6Rd5wCNYsUusrY4iDyhVwWIFBKC6nIlQhx0eOcmJF2mirS
VI0jmNGUR0Le2RqOZeklMQvOYokpOlcQ2J8f1Sq10jKcGwXYVASMxDc0zXw90XaAs98o/d1Qlugl
0UoGWp5mBSm6UBJBlsBEd7s9x8AQnjo3npZ6YlMxwRXdqTfFFilfXyEuCregRnFBGpe6w4rJ3/UH
Ofw4NTl7khPXBE/RgnEIJrVtuU+eXso9SCzUN8djfv2F7ME2vlMf1R+6R4D4cMnn9fO8tGvA7KY7
JnTQ8EeabaEXjj6VOGwDva+AqTTTXU/Q87W/bmbJbaAPY44fkJkFGvh8kLHo9KmhOAGVutXCf7rx
fgTW+bqNhRarGUT2rxFTOs9Aj7VQ+YaRtvbQQuMD/B/a3w1765geuAan8ikFn0C+criXDsSpVSn1
E406iraz1aa8SYCzqo236+NaXCIbBwFnG6gSOT/BNeCGpxoHQoDko/UMIHC2IELRmMfszBKeCXWC
wr9uc+m+1NE5qaJzHtqFcuQy6BPIB4HP90JhlKML9cIUVF81YZ6dCLo1ew2k/U2d3BIRIrc3Fur2
+gcsbpg/gzaktUQBucnoPGhWfRT2ntHvbbu5bmLZ05zYkFaOAcDG6gk2VGsPPhMXyDw0nzzk4mFC
irgJ/YqAkSu4bnXp0gEQHtJ5uBPmEvn5SchzQvU2h1EDoVSuBwyHLnRyl+TftHIlsFrcOXOFEBl+
ZPmVeZJPXItS6G3nOC1KZjzxQawAEkzB3DjXECeussIsrtiJsfljToxNVZmHA4M8jFI/jIYv+teM
rqzY4tw54GecaZ9RupC8CAEcPC/zHgvGSqhiE9emH3hYowcPCmexueJPFs/AH2sy+wuzmEAPDAY0
JiBap98n/h4502NRKjdKSRErACVgrDUZXt5AuL5nulzoR6F3zTSlMVYpwPWISiqvHDeDcQ+Ecwd2
FfD8eB1YEtpb+LKWflHOXUiu+qq59qK4WMbZPqQr6FzeVTVHsh+SEtJVokNbnHbok18Ge4yjlTvn
skn0zMZFzn60zdC0OGw0jvEIUJdbtIY3KL9SEzpWqbbTk/KHiMbvaUtcrVX3dbamPn0RnktfIB19
kEsJK6f4grnJ0kFrQ9Pc1bG4scTgm4jOx2RVA36+Sc/ueZhULRA1YGoXAA8sn5ECqlF5pEbj/5YA
wP7eTjNRijL24ik2u/qRKcQsNppZg1cmNO0oOqqRke3suur0TZsbyiF1aL/26L64wfBlc8SFZM7c
2CoDP6yhq4ZKN0oQ1ZlbMtFNnfx11DibsADCAlhjofuzs4pstHHlAyob7ZlGPa1rVq6sC2c3mwAl
gIVs0Rz/SpGM0o7MmVCC9uqi2Gkscslw5IkGbYa/pzvAtahCLRZtaXj8XsxXleYZtIvBlJpCdg4i
VJVzMKvHaO2qWBoR0jlgOUDchG4E6aoA5tZo0IuBdSmUG1X5pTC2awYFgncmWbmVFo8kom0EUOhv
nvsszr23BqS4EdvZ3A17F/avgzm5SrxT88wrqntSvVrtTWseiu41tlaee0tH8dSyFP92pcaTmOcV
XmG3NrtVy72mEs/U7+z4VZ1WbsTLGBG7ZKZvwPNCB/hRFmROjTgqRqUCJTgaCIxKexq7F6ergyiq
NnUqXKH3t4qSHSmhh0YNv1+//JfGCj4RR4NuInqTf6/CyR0J8jyzZUNZeagbfxvN2NUqfeOk1Iu5
8o7NeiMiY+VYLI+Y4vRpFjpVIJh7vrJkGPU4jDDiITNfBk05kFH1B1WglGdFR0vt3TFzDkqte2b4
WRj/AVwLt4e5RrcGypS2fKHoYazancBpqZojrV3R7GkPcC9A7EgkUSegztYJN7kOuQBoXwDLsrbk
c6goO160gM9d4HgVa/LrmztJ2LQKHEOf7tUCfGUmYKjkK4ZvsMguH/egFRt67+9XGoosOgBIaLlG
tHc+6xCKB9PkfMEA8JceM8ELSLqJ+ha5jeepTe7sNATtsyNW+mOWXIYD5AB0k9F/eSEmoeq8zBPw
PHkGQxaghYSYNd4nQ+8qarRSAbgIxhAdzCQsaD0woTQrk6GEtcEVuwKUtjN/OU27BXzRF1XjOoLv
bRTBr8/nZbA+m0NBCtJ8MIp69/mEQnK0bbMZnYDQ53kAgx3VCq9SskClDIj3h85RvK4NN5G6pk6z
MKdnlqWlJJWVsp7AchM+9GHqiZIjWo82gIisnVXtcqvCFC4vA+wBsxjt+SDJCKYyp4B/EJN+MJLU
xc1/jEnk6zUPssIAIiHeVPRpsuKbqbe2jbJGFrY42Lm1ewZqzHDt8y8oJ1DNxSUGO5EfwrxtCDBJ
4gkiF39/PtA5biHDh2YcyKVJI21pETY4kwhz1fbAaRfAVaPtTv1FSrEjxbDHY2K7soUWdyxaF/Gm
BSxQkTNLRm3bJSWwmSV7s9ol5kGNtjzfGQr0UHbx5Bf2m0mOpbPR0leCZ6/od6Z9366luBZuARAD
g9geDnmG+0ohdqs7Q0xGfEcK+bRsa+gvtnlLeehl8Y2Tm5vrw15c0T/W5KxIN4wsSRn8f1l1nlDe
WBP7wwC8z5rLW5pejSLA+02chZTW+dYJgaTr23YCBYoCWj+SeKnTPpVqfRPr2dPg8Mfr41oKWfAU
BOEF8nVAv8t+vVEGJYFIfYVewBHyqrVbNxuQGLlGfVsWHnQ0w+QpLL8lNPHQwnHduLFwUE9tzwf5
5CLPul5VOPTbgASOvClMj2q8xlq48BBD9QDAcgs1BAMtr+cmuqauYxpSkDCjE52mrWcqI6LAZH99
JAvkFyAmwOU8cxdBAlGuTpqtYXagmYJ74061TaLYABl/AcwnjRy/M4d8CzAYWOQsGEczWzOiVTWO
RgSGkflKcNnsu6oYVzzhwl6amUzwF23p8PaSG0I3tVGMNh5LVda0lodHUHikcQYmTkfLEdvbXM9u
TBKma1wq89mTggVUHBCigchLsRS5JmAlmdVWSC9AfSvQ+F1vMV+bLDQm1l5OP4oGFP5rC7Dg9M9M
SgudtKXTdwNM2nTwWf3qcMVThiIwSPYAcARAD5DARWQzuLmmbHPH8fpQWynrXKLEcL2a8x91lr1F
a/n5bitGBGlpi8PE9cTtciTDoKPNzM9OFzeGUnhhhgvP+HASC7kjvjVaiLWp5S4pHji1dpkp3BDU
rqmV3ITU2sYacYd6NcG7dOpMKJ4YOp54SJFIu6Jr2jQaHZy6sqOI5g5t9p6GLipdYRO9pka9N5J3
tUHrO9ifNaAl05SDlHkN8r10MHEcZzAtMjWmfHXhAAAiPyHwSXQivMRQhx03i9LTG77yNFq2hHcm
Rb8z3oDSzlDRDpu3c8ogNbQdVeNd0+WBldsrF+PSDWED+jw3voNbSvYAg6ITEOoWtUdjZAYbyIh+
JlW1MdbY3hY9NhqIkPwErByUKNImK8fETEXKaq9iYagFcaIUG1PhAoEbQY8YHe03tVXVXQEk5rGx
G/VILa7eGGUN5UGQ763cIAvjxlNXBZ4A9Uz8MzuhEyeOt1jH0wlEXXkyvic5anKE3wqi7GmzBphb
DF8BYsN9j5zeTPFxbqsiNXqtQhQmGu52yTGsPlvypYnANt5NbYt0JorD1x37ZWFpTt+dmJyHfzK8
JG2rzs5gElJYPn9DQuTpJ7gZ8bZ12xtAQd2HQ/wP+D082y9W3MnCzJ6ZlmZ2jGveOGlXe2n5nSno
ns+hbXPf62LlVbBwTZzZmSOtkyGGRahUTQs7RMtBIUS8zBk8MjR7CIi7OolXpnQpcDudUSlw63Xg
JpIeM5qL94kP7lQ/98mTQvwqROfQGjANuAZ8vnQZIUeBIAdgeqiaybfglBapXeoI3ZBZs1swCA4D
3zYMhbQAnsE6cKExPYgc29mMheDflJprD8R0Rv0g7ALd3n2tDhsr0wHMaZF/izbGNI6P2lih1VWf
dD1/gJNlW3RQG/YuCbPhI1OHCj2wY6QH8RTB20c0ym4a5oje13hsgNjC6qo4GEzCD7mCCkkyn069
1ELiFa2ifjpCaXZa02ejrxQOSfwuTkvba4aQ3pmEpaarqrR+0CNDeWGamr+bSkEVMG3RCY9HsF8r
npGooebGlUj3bdHreA6NTuardszxDbS96+xQN6FCRaIPlSe1j2Q6f9aZjtZklAD7oE2F8gO1Trg0
Q0ksKKoVIH/bmDHTDlFfDYUr6rnCDP5xMwa1Oyn2NdwLRE7V3PDRRafsHKahAVjkrTYBOz6gQJMO
JYMHVsbu0GexA4mHKKWflQowytjazlcW1eq+0J0E5GvK6Ds5WLYP0CwBN4cYO8xbhUl2oyYFGxyz
2xbECMIKvVYxin9YPba3FngqG0/N0rDdJGEbg36bp+ZX4YTiQ03ESD3oZvBf6JQsn6ukmkLXZOD7
FZQ4X7mJ6X2yKzu64+oA+Gg05pXu9iCOMcTEgo4D0Io7DVdnD+x7V4ba4MW12BeiTQ9T35d75E+1
vSIG+sGGGpwsWhkX1YY32GGED3p5MM1RL25Ls6KBBp3KyOd5W97oVRfeKlpN+G4sVTuCsrBCQLqO
vQudaK161/gYgmjMQf+ux8eJQYTPNp3qsR7S+Mbio254qMKxyS0HxlDZ76oGAnlZHG3SuG/uiDmp
zwYfEnAssm4CG7leaepDbXZlHbS92kaoQXL9OPRaE+h4W/3snBEUOpZVmqjFalax8nJdvMWQKwdv
7uzNL3hKOBfYPUWNW1mZmZm2MbvV+u9ZcqejIJTu9OqLT/6oHy0w1l136Uum8VhG6pA6uEbBX3Xu
76pOOKzJEACJxDw2XXdnRp8ZWC/NrN5qMAcRuk2l9TcM2N4GjSbCWEPRLLhAEOsAbYDWTzAEyeWp
kihTESNE9lqiupq3NY9tb+BUKl6clJvrw13w7jq6JS2EWBo4ruXMpUpys1EFQeaydS3rri4sDyIH
Y/gS6mvKuEvDQs5sZoidi7NyMqsee7hNBrb/sDGQJWVGdVCVoc1d9DqBAR9epPWnSM2gb9Vafb+y
rgvX5VkgIl1jOUGTK7EQiLCB7SgzIQaOJQYkN9Ifrk/pwjhB2G04yPADmA0JlfMNpA+jw+kIBqu0
K4MQPEy+RqpnMvRBahcBBbZtGNZAjgtR+5lNKQ6xQdgYdyls5m3vllxHwP58fVQLcTIoyxCR41mA
srrcMRbWTmI0Y4PSjwn+nhLd6gOHPMIKP9ri3P2xIj8Nyzhtu6lvQd3fOrhUybckg+hJaXnEzjd2
ZGy7iGz/emAAjKNvEYcN3P3ycgl9bBJo8eEaA59Do7QINMJ9nqh/H66BTwp8pVCpRvZGTjsKVCBo
HUN7I1VFwM0dCMcQUb0ArHZ9OEuvTODU8GzCEUPgJnuPEbzEeh0lNaSR+v6dDZmNHPwIyThPdDmU
FwChwlfEaTZOrtUboeWOCEJ+hF3bMWg/RtmxjFT7Jm46ZxdHVhyEYR3dxElPAtXIO+QqGysL/Uz0
1cOQW5S5Gu8ASrk+jKUcwcl2kxNPlQDX8pSBLQDtfFb+QMMvbdgnEHzNH+Li2er+uW5u0Tuc7Ls5
SjwJclORaIB4wVwc3tJhh4bliX8z1sCni6f0xIp+biUxkeLW593NbaTT+hRZnixewyEvPYOwz5Bb
0dDCAQc0f8XJWJwuKU2l5dCctJBejSc0o4B4ZvoR66Wrxj/6YhZsLQx1JXBfcBBnZiW3lzVlofEU
ZluzD+oCbczjNm9XjCzNoAKBDYh4KyD4kp94ItebsVPwuu1Q2Iv0+D6L1jBCayYkV6pWHHdlBBNF
keFshPGjJtZk5RbmCo5GRRUdZE1zye58iThUZ7q8Qbc6VeqnsiEfUZhvirBeeXwvHaJTM9KubpOc
W4LCzNyxmt9XokAEcQtWqNwJ9O6tsFZc6UIwgWFhSCBJnSlypC1QMJRbChNpPDFCK6oS9+ksYDQY
B8iggj1vTaps0RzFb4JfdG5HkMylk8WsVsXLNER5Sp3ywGSWr9UgXdLj23oNc7x0NaFp519r0r5g
3TCQdIQ1Tu6nvnE17bPJboW5iVHShgbUdYe0tHSqhR4htCQ49gWjlJEl2hT3/yPtunYk15HlFwmQ
RNlXmTJdpr2ZfhHGtbz3+voNNXanVSxeETP3YA/OAgNMVFJkMpkmYgKa9lvRXVPfDv1HEj2ZveeU
7a8BrfXrgKzFVFGSQjIcM9XI6V9uSYUMKDT6cQl2mMFVcw88CYkyWG0c2WOgj3artT/WEVmHAL06
JhqB0OEBKahLxDQYcjPXCxStc9+SBu3W99UthK+Cf7AMD5+Zow+hi0azMRvjqIc4axnISdxuOkCm
FmyjblDh2cPrLGMt4iKzTQdJxEPqd0oQZOrVWy6KVh4+jxomRrzdyCtwXaee0PCO8uH/GvVohbIq
M0olmdCoN92Kge0/ZMjfISo7m+50Du1w7z+ZW2hxQwzBwR1+zve8caUrR0n9AMq7JH4pyL6EH5CC
/22eveh447sMKpRLG6kLUxfEVBgitAcOG2mjPgZPQeB0jnKDdMqhjKwpsPUb2/+Gvg4L1NOb9f15
9TE/7YOzx7NoLg9RJyJNQVyPqBpdpNEHmQRr6i1kRMzsWeVxwvKQqJUE/8UQ1HNbZyuC+xhyZ6ZN
wvuuA0HKt3+xCUdubiiYR+Uuz1wDkjrSaAP68UBBpDfnqrQ74wkslR1OxTrU1fHG8n1yVOoEyTUI
jF9CaVA3C0k670+1c2MowZYtRtrkl3WU6+c6BUO55TAQolyuACPsvFP+HbX04UFBIf/YOyrE3ix0
vKwjzn/hRcLwExC8gng3f1LFXtqVo6IO0aYRA2f694h8DKjqld5trXG6TFh7Yg7gP9mi0QhH7b62
bnu/CvClfOHY+ntRPif9Qc7vW43z5PqscFwZtECidp+YqnkbNPOekIrtVJmHqAFbFskI6oBF60gd
xOjzcisjPTjU9a9CffuHBYWFIiii0RRH8820lTFNjTkvaAVFEUFx/NJt0HDsf6zjMDfkAme+4Bdx
sSEICSiARKyocYjUgxJtBF5/5Cfl5fVaftlCna9UGhEaIBSxxXvtXtoHnSXf178xktjstMdGd4Rn
z7cmO3Qwgueum3cVMcz78ss8QnXzx4NWIHeOZRy6V2QgrHLYRQOK9uRjBF2HPJ5FsltHZJ4E8Lqj
NwDigxK9RXVjlHvJw4KmoP6AFq8mfQSj48u8xBHzKIB7wADVHaqmdNNDOoatHKFIbscQ8Yq+F+GT
0Lt1cavyhruZBs2ThHNCDJk36swlrV9D+kLGSUiEvVZ9GGb300zQ2lCVnNPNQ6LOXJV44ehVQOrl
e9NAGfCV1LoNGkvOpmDeoMrCJOoGxbgietg8CSaVxmnqcotold1l0TOq/w9V3B5DETJGwZNcQG0r
uENOwRLCye2NbwpymyNaoiYttPUy2itdsP+H/bP4bXOAsTiQbYJ4XSnx26TSqU23UE5igPmrh3WU
q7h9Phca+iYwN4FqMj227ZdmL0sdaNyM4T1pP7rOhmi5WN6Mhd3/WodiMjsssajPGqS4BzEAhjkl
N3vDrNktWBWheOL4jYNwDOImNnrb8h88/Q9WJKbMva4gjUPru059ZGWMpN6I5wMy3ObSbd3wxjSY
23UBQH2pmAjFGJcAKLXEichxbJykJJuO1yXPdNELnPnPFztCl/Mu1VrgqOF7mE6Wiqm8+Mf6R2J6
kwXGbOsCQ1AE1G1mjLFNrSh+GwrfjqHNHrUPBo/Rh7lu4DxXPrvQQIx1idX7HYblRmBVkKkGFOYQ
RAxhcFKLzB2+QKEutqCqezAiwPMHOLJa5Dbo18jdVkTWbKMYT+vLx7xmFmDUDQcV255Is4ZGKJ48
0HfWYBDdmNJT4KPsvivDb+twnBWkO+syPAFkdfwMDt7afDtgVJM8+aKzjsK+txEWz6Ig6CSmH25K
MZIpIPO9nR70Tfcmur4lRpDXtca7zKrv1K322Drfoc3LiSaZO/4LmE54S0Uet1kO4FowtpMUO6XW
nLxG57hapodYwFA3mxqCHsOLABNAqS4MIIv7ylnBqw7w2c0uECjXVxKSxkoLhEn+UNAhWFa73nxR
lAe5fA1A6SdIN0bOu92YZ3kBSjm+IehETYkBqha4zTCujGjcicPAwuPHIfqvFmpdQfbQaniBmN+G
MLCF9jUXs6cOuh5lhGYqpX9eXwjmhl38JMpVClCjVjF8lNgox2B27rEowKv7UPGqFqwPCtZ1EDSi
ZWmWfbr0LGnRpF2O+Sq7kZ1whPLhNHF2JvNltYC4Onpq6Bs5pgFt/xy7A0Q4LW8TPk/bdhP/QqYc
iaH1leMCUptUy300JszcjNGx/cj23k2HWQ0LZabpQ7Rk9NZs1gFZn2ppILVlTT/WqjQ0sIbd6yA6
g34v6W/qXxcecTCWKNQe9SJsB1LCqjH5PUCfyo+tZnhvzI91Y1iOBKQ0c5epCgkM2oNpfV5HoLdC
MI75YTw4VGUz/b3w3mzLFwjtrQy5EAN0hyAOQPE79R/N0jGje6Oy6uhQ55FTQFxt3SzW3bZEpPaE
KPsm5EOAqJUbxbdbGWdctsbs2P+KMx6XDGcNdWpDGGbbob8aYEL+FLfO0D0TznXGIjFEihW1fXwk
jMnQ7UZNIyjV2KIvRq3qJx0SBbthlDd6Ob2ZuRRbcW/026GuRif0O/nG0JK3Pi8xhR65ZvhTxTyV
mvYbMkwNJ4ZgeVLwZyDPpYlw43S9zZRbJRBzpKCMTsDIbQiBJg8TGN8jzWp44tasZV5iUctc+bko
pGiztIuyt0CUZk/VT4VHyMc63EsQ6tghJPKNsQVIBqHY3pecPOnOqRBb0z9xT30q687aJWjtne1d
RJQI+4yg9gdcfZKjDrEVZN/XDwHz48zSvf8FmG1dAIgR2sT1FAC+BOJLsF6TNrS87iVXXCnjdZCy
bhbohemGoaNHA40ol2CtoYxiOCgzU9B70f8s+826Mayvv/z7KWPKoFV03yN4kSJ965PaCfSnZuB1
ELGWbIky//liyTKMYHopSPLtPNp36tYTXUXq0F6OF+7jP9gDRSV0O+E2BnvEJVLSp7lhzHTdaNq3
y3pDMCAl6xy/wfwoXyCfNd+lOarXybUIEA+06oa+RbMHx9GyzosOelMiYyuDmoUyI6tAJztEuKZI
uZsgFp2hV+wh+heatgXKtZyvioqBDDtkf5NKHwOU1ta/xvWoBa4o9LZBxwJvfhBLU3a0rQr/MgJB
A79EpuyRW9BajOdtocJpePuiesUJjZstWiRAE+ioeGWu/wL2Qv75ARqVh4NyelShp21OpwZ2ZVie
9pzXbwNvpIF5jL7spIdsfTGUcqmGnZKEyQXcDcmjyQtdmIcIlTPMWKKfEtOOl1vbG0ktdxESNJn8
olaPargXs31euxEvd8m65dGo8AeI9glyPvpRgHQYsohyf+r751HYKc1ble4UHmGHPF8vdI52CUa5
BiU32wqtpwj7Wmva6I+mFVpjZKFOd3e0Xl8n23KPrqtZO8Kr8zBP8cJM6qHe51GWjDqQI/S6ThgA
LELONc4kOF0aR23/KO0j0x8AQW7b1KkfBFs4C3a59U+6WzrlvrBda3D9x97JnpWj7/Des8yX9OIH
0Ns/MyotmATsGeNdevTP+QvkGBsrevwtvNd30v1N62Be5MSbgOZsIPo05PKA5jQDqHIaQBEaxCVH
oz2WjaPE74n2tw1+cDHGLLyG0UJMGdDzm5NvKkk7O+MhzjehLNutru7bqdrVkgmtqcFqqoLDYMV0
awYBdR9UlCV0jFDhDGm8MPQShKZ5aHtEtECMQjBF1Ai3XrlXDSv0fiNWtqLyHMtHPXYa7mQn64G/
/AXz5l5cQYJRdVLY4Rf4+Vke0KkJEo9NkZwC/1Rhf0UPHh686670upVpXmkFenCoa8hzH8QlJhj3
miZsTTxqQHHeK6g034XFnVAdAg3i3xpkdvLYgpwMB3b+a2kPAfIC3B5Q30AjC+UhEsPI0kwDrAmi
ll9FPNUopZj9oR3QxZ7VM3EuuEa3JaQsoNUeETxI5B6PVGMS8cvA3dS1/b+QAs7FQMzrQZYBjcmX
S9FGkAWvZB9TYtVDTV4T9HiGmIhYt5x1dy1BZte5+MZyNo1N6gWprQiuEdxoxi3CJRBwrKOw3OAS
hfqqyTjpnSDCFLwzLL1EsyqPf5RnB7VXPVFKxUwCghrf9ymyhsCA2njAa1BgXZAmtHXRPD0fTDrY
iA0xL4sqSm3Br14i3byrJOFMtOFgaO22lpvd+sKx7nzobCPDD4VE6ElQzr1E2jUzp1k7RcytrHkr
jY8CbRDrIMyv8wVCh5oDSohKb0JixKhbu1IwKcILNRkSTfNcHzrB0W6Loi/92Mz93vMzD3YEoVWm
Vvoh3IaH4VBssgMeN+FRd3tcFZOrnYMbdb9uHrPcjVk0dPejIwitd9QiSkiUGGWNvZEHdmdauKCO
8ansH+N97ERb9Cis4zG3yNe5pRN1agypS78JU6R/oNrj/2yheRibv7LijqsfwNweX1B0wk5SRqMP
Q1g2+IkTRtMxHAJHHnpO7ZK5Qb42PX3Dx2kYqZMHizq13Q7ScD/h+ltfNKYlmOIDm9PcQU/rEGmS
p3Z+Coi6+EmgsBQHbu9/W8dgNVCh/RIt0qhdQ2dXp7x8qiUVWkkhL9rb08Y8KrZ/4/+udsGrf1/8
QOKRPIBKRf4FAcG5Zo82tWwfv67/BoadFz+BCghbrfbVUihSW6xHT0GzqSjeQWg50h0lA8mIu47G
SrAakopmJrxO5Lk7+NK9iyTxSKfAYgWDQ5GAy0s9emjeanU06NjFFFtGOxMS3ZGq2WC+i3MUGEHa
BTx1u4idHMVaXOGrKhsBpSmI8naY4SptIt6KAicSZsUOF2jULVNDjiGOQ6AR8tAg3TCh7R4c6nrw
0hJc7EjAHb3mH662C1Dq4lFHU1EwMIg+2+K28HsE+bznJev5cgEx76nFHe0TI0+FBHYJwr2nbmrD
JYHvKOJJ9d7ieVRQsKpfJBUw2oXp31dMVMx8u8jq2DqoR8NDr/0U/W9j+WR0PNIu9pprqgyvOu8x
mtoVSiJpGQ74bW3xkkLvtfuuTpu+MLZp9aRMDjYfmKe54iKMU2RgshiVkLm4fsVKRkI1TwIDiz7e
iL+VbyVYp3elo9rxE3j8DtK+dHsRxLKcw8Rw7HjGi8g2oD0X7pD6DkEkNJkg4+wOm9GVv3vvsjtB
CwjzfP7v7Kxt0lsTO3sf3fOuT6a5Ksh7wcSGZD99e4qj4pUS1EZsb7Ai8qKBOKLZrBvHtA1PG/Bq
I6Wp09J3iSCSAdOwOKky2erDT0z+jn5tD9l2iLbrUIxQbeZn+QNFnZgSTJmGlgMqkJxEAJ3yzsy2
o84xiHFnXaBQHwuSc/NUH1CMeDvIt7XB401gfpSFGbOZi1PZR2ouFyEAItnW/Oew2wS8oQFW5DKz
x6EcMvf9XokoBEElVGEH4n49FF0oUViG5KbxDwzjhNKRQGAj3oCYCqI6PNpr1rm+QKbuKYEkUBEm
s2RAed+iLJ6ileUHkoMT6hSFU6FIx0tvMSExQSCDTW1uEqffYJIZeQnpUChBliapn3KITYGpMgZ7
3NhaESjGhBHvB2d9MzK+4jy28AeUtlM0ojGeGXGz6S7X7kTpQxt+rkMwLsELCCr8rDx/IuUACN+w
xdGqdEvb+6ALGA3ObfvZN0m9YpdIdLGu7hoVDDpAIkX/pLblTeTNfHAROIZHLCRxGvJRJW+a9IjX
RKkd0yEA0Rf6bgxLjCPLUIN92GmYeq8cX3uWPRF0pT9DSEShidLq1Oxu6NXbCApv6wvEcAgXP5sO
UsIukNQaP7tDPkPON730YqJfMnPXYZjfAYq06Ck0QUJD5zZ9JfAKzDMiba9Nyktomum7j20I8WOF
BHiGqPDsTaaBZE3EJPrfP7JUaInhDEvzKBOcH+UukjKFoFqIjq3kMRcPWcKx7noj4+/XcTkBQgXn
6PznC3eUdqAX9SL8/TUKtRi6xRx1vDHFt/U1ZHQXAgaNu8iUoE4HrEuYueFDzVUoxyThAyhG+ngj
ku3gO5rvg9v5Vp2csrN089jY5ZOqWI1ty5ZabCaea2SZq2HOHGHHrAJAd6I2QSFFowxzy/x3HmvH
ZhS2YyvzOqWvr0XwFeEfTPZqKIzRWcYmyaQyaUok4UZLfRK3nSO+pDfeUT+pld1Y+in9ldnpIbnh
adB9su5cnmUgg0dFBAsFxqvoHulJFFuhEOGAe02bAkvA8/pDQrvhAeP/M2dx0qCXv5kZjMOc1Pf5
kEAyaEqlijhSGOZ3IH5AjO0ndQgZJrPWHAJ+I7evqw4d8lqbZhbYPXwMs5dx8OTpbf3UTzm+HRFj
Yyd7Ee8+njfGlT3o9QalGPKZGMu53DhlmyaaElWotCs+cjOF3rqJmUi2LhiGVcrpcawShOgJlGkQ
Z/HaGa9nZBG4YSQIbyEUvK7HICQvQZ95hcMf7eV37zuxiqOAHLVpK3swkr91SFHvMIGeWTfprXIG
gwsnHLn2cRf4n5ff4ngKEqjaRBP4efLhawcv3Hbeq5pyQivmqfiy8jOeWKCAsKCL1FkSw6gfYnB7
VNDklJ7XXQDrSGBOFx22IPeZGdcvP2Rbgym/IN08BFTcya16Ckyy1bwJV3RuGYLHuaCv4zj0C2OA
GszZIBq94iwDUYbgSy1MwvgThMRlSw44tXYmAvLNiLK0+VqgPaeXy7IczCGArm1MBdN2FUfMgLlk
CwQqVBxLdJiAbRvlg/y+88Ax+ShGBzMGMQtvZv/6jsNqmbMOK7JdYHyh3HPrdRWksHps8+mMcQCx
3HmBm/WWCjJcbqf5/J6mj/QC7IrKHZFNlc3jYFXppPKpH7dp6RrgDvV3mrIZiJPXt2mI6fqdARKP
9V3IENq9sJQehvOEdJ5pBHh5ru/FwRKeTXt0++2v5KQ6J3C7BY6+fZV2lr8vLAkDLWBssjIbDGdu
is5czs9hHbzlUsiXhwJjy+j4mtddLI8VKprmzg84HoTlQJcQVHajCEzPk+bpvzZx2mEvo+VxcvoG
lcWNYNg1l+CXeSzAyEKQr8JmolNHQxbHSoYuUtsvNnVzJ05vcrQz6tsRI3jNb4PsE+W9EMBznMV2
Ln6v1b9OOuLQI8Gu6uhwx4OAOpZeqflRS2BvCmFUKIFYnczxliwL0Z2PBmAwR2MSiUIQp6KIZW1u
kSXQhklPIL7kbAtG/g1GoIwFPjSIKxD6PFalIJZejIEZKA542iEdHyRzJ8Qnv3FzzfHN2CprNLrh
f5zyIcsRLIDpsxnrnd90HYAxrGYKW4n8iJqzND7XxY309z38F0bSRzEa4YqK2cgCdN/1+L2Y5Bsh
CJ31E8+ziD5iZZZo4zzMFRBiadNtkh3wEvG0H2KzQ6MzB411oJfrR522Fm17dSzONqH3Sn+vm5uo
/7ZuEOtWgPCMOOvYYZidfhEUhVpVZQMdEcNT0LJShb/DDgyPfT6NbjD4kwuBWR7LImsR5zQdCqzo
egcB4qWfGoSAhObciJfGj00DWnpbEJ9zyRpN0G89rdvHWEIQ+YMVHuTwYHakKcqVtpNyQQNWYyLx
KyvaU9Fo0ybRw5FzzBiucSY/QYURD7uZiOfSKl/08PCFHqQdZqEljeHZz+8wzHQWpOKmIOdAJBtD
RXi8bt/V90NaHYU5A/EkxnDAbnqJmhNPRlN5hvOL/q+8/VZ+ssmE+6z1b5D33q+jXX05Cm3+80Vo
h/Ao0toSaF25F6TnqLpR++B+qnrQLkQWMUKOc+RZR61plk5dFFbAS+phk+rkrtBqKBYlbthE5yEH
9+C6fVcB8qV9dJ+Y0ciJroegauukBnnOp6r+KPVfA2827DqlRuFQyYbG8MKoyIDTmPJ7HUeBVUWZ
cIDS+FFOU6gsD4MG4uoBygmQvHAbufsQmiLmuBeetZQzq0NjlKTZ2krYyIZToCW2xSjPwCU/Z35G
SCJgfyIdCnLly20DzYRUNkd8xqA4peVmiO/hqi2teg14FXjmBl0gKZdIvaCb2TQAyZRfUEgCRWKG
biuwurexYfk978wzVxCEp0iHgwcE6YhLOEXokyYEq53dlEAKJSfFAW8m+aRhavoftuYCav4pi6MX
VXEhFgRQhS49GmCli1RkInttX6k8gcsrnznvzgUU5VPqSMgyucEiKr55D1pZ9L63PxSj5ljEPgUL
HMqbRAqq8X1Q1BhAdcnkZOARk4PCybA3yuQJs9gp5Lowkc0LFXhfjfIqsR4MbV5hKUuC5JBs5lZS
teiBz50+U3ku5Xo483M1wUwjQZZkXtjLD1emeTFTRdaQ4Bl+J4Vko2Hq1hj8fZOGb16WIttYtx8R
SEFiMzsGhoh+kdqJSs9BqfhVwdzs+kaa8S4eTJe/h66jd4KeFX37ueogZhIr21A6Kwk0sK9sBM0B
R09R9//gaXD7onaAvAuufWpHCXmikiGr8KXFHIIVme4q+ehMReXgSuG8c69T+DBwCUZtq6QTcgOk
2zVGUg6kO4DJUQmPferk+jNITxPzNUDxYH1NrzOSFCb1kdNyajAyCExFusnC27TBQhZOEz3GCBNb
R8lPvriLI7cGeV1zGo2d1N8EzYMeIr46hD6v45N1ghdLQEvsCQKEYUiCn1Or/nsf1780Od4Wg/e3
r6NPq9GJiNbtWQKbcn8SQm0S5oCJdLRkaNk35Pvu11eWdXUgH/IHgnJ7pk80D9M3WNiotmrlUOPy
n4Q7KX7xRE4KhgdFbVLNbGYtVxyMCoKBQXpfC+Wm0EFFn+Fhy1k59gf6Movao00deGmCfiAbjgiM
8I4voJlP4ci4sEFmMnOkG5HypwyKB9MIawGnLq7RyxIFoPX3DgXJOJ+IdeeCyfAPDGVLFSa5V051
bU/ZaaieNKF+q7NznjQbDSmRAIThnCiNeXEsEanTNkHQTIwaILYZqG7znfkbxpHzWFg3oWBPYI3q
/p6wFE5lFlH7JG0GZemlF28QhzbtgLUU/eYYoV1L0Hs3ac4YQW4Ihxv+uut2PlcLMCqKKRI/89UQ
9oUFcQcQ9gYpmqmLyvaKTedLltRhrOQlN+8x7Qoh4FayEh4nBXuNF7+BOtt+NiXIFsNgTbNM731Q
HkC2mDaQLsANBgGOvrIM5bbWv62fdy4udeAh5BLoKBDgFKIvCJUHsbvPwSoibwowCAtJahUaKJ8U
R0JksA7NPC4Li6njkqWdEGUjkAtUBcTuZtKGbcd70cyfjr59USqCs0TghBwpFfkLPdQFBL+tbXkS
HTAm4NXUtG/rhnzG02sgVGDfm1Wjm0MDxmnzFoxqjfxqmttKOKbKGSyNdvlqytu6ORv5z8bkLCLT
GSzso86JUMaK0JmAJkkDSkbRmkCbEmCkATTCmrkrBJ1XVWHFMxAhUyEpjqIquE4vT6ZaZJHoT0AU
iqexOzWmpYcbr+ithJRW2+z4499XLenz8fxCpG/XzpCTesyA2OnbRna1/G6MJwzG5U4WzAxGmEst
UBvjTasw9yeBdhNaN9F4RI/aYrwnztQBJb9cONbDfeydMn+/vnOYu/MLgq7d+21W5vMok11CIglK
DU6f8Aj/OFbQbUSp5PVCMluhopxfxbnjj4cg+L1uBzsGVCBZNEtdQYeN2oaiLyWhYAAliYNv+P9b
qTJ2lV64kTeB55xse+0+Q30JgS+PE5l5AhbQlPOeqjSd0MAAaOmlGALLTDqrD9t9630j/Xtd8nQP
mft/gTcv+OJhWKJtIeq7eUHNaUumYQt2e7fIZSs1u1u/1LbizL2Q8HhXeWZSfjoduoGIM6xsCi+C
96NLygAMmOMmJ+9Sl7q9XPDei8ytg0L751w7WnSpj9oGSmo2E1Y2lMeNLA/QkCxOIdjDDGM6R9Jz
KI27Adp8lj6GBeJsNNOawqsYm5ZRe9tc442UMk/LTLgtoTMKrO2U51HQs95GqlHZUzlsE7l9GALC
OZDMmPQPhCZSU31dgQfpFACCtFavnvF4ieKtoWAUmxOQst7ECG7+awveDpe7SGhVPTUHHSEGhAtC
tPi1qF5hBGWXcUt27M/4BUXdTpiqz0Nx/oxds+u0e6N/bSTepfB/OIAvEGqvZFoziWMDe/TURzYP
eglowo2Tm9BDsSpzMVwu+3j+1rxRFi4wdfwxX9AWkMWEdWIDDmu0QxBQTO06TO9AVmTUdqQ8lzon
BOctKeUDIEYZG5EA0Ex2dDSue/5WrztO2M0EwWQ2+MTxL1o0L7cIyZJ0MObvlqE5YwiLrTJqLih7
7HXfzdzyCxjKsZSyNhqRBhik2a22+FFh1srP0bUWbTxv4IAxt/0CjIr5JLPR82oEWDlm1pici06x
R/97nfNKOTyg2Z0uvLTmSxXeSAAKs7uo30owSjcgP86puPG+EeWS1AIXQBxhI4g68h9++hiI4yYt
68f1b8SGQaM1RmcxFkaTm5VFHqT1BLckYRiwJyPy2I8D2Hb+fyiUo8jiovJR+qjsoVF3khk8Qe5w
G2Um55nMvMkwgv4/YyhX0YZ64reGCR+Ld/8UbBUvc9Vw1+A5WfrOxHu98taOchAQg+yVNgccBhoD
2S7kzopCXisAzybqrCJZE5jagKVL0bXmVLIZRNC7SL+HiTG5Dfosa0xA9cQlydQ+rX815vnVCNpy
0JkHfgLKvqqsk0YzPUCrB0THg1Q5pHFIYIvSv6QywX7wB4qysk4wdJIVgJJIeyT+CDG1hyFF+U1s
/R9dlewJCph9AcGhdROZn3CBS7koRYyHLooFxD7YHS1YitB67Q89J5HJ/IYLFMo3kRik22S2zlCc
JnkowI4ioZAO6u+iMl1uawfTQy3gKA81tV1rSimMSny3QyK4K7akfle0lrN4PBzKRUlJ3xmlCLPk
srGGOWosQySf48c2j3gR4xy1XD2E/9gk0eETJGFTLzSAZQbPYb8PwEMZQ2yhtafes5L4cTI/BvEp
V3gTk9fj6PMTcQFMhVODoCXalAI4rA00rX/UnulvjAGyU3BlZSxs0+Kx60bL7AynR7BadGDvgKqX
TMBp3ekPIFq/G1ORV9lZ31IojF/eQlmjK6i74xs30XPTHVTjvsmDmyh50bT3uOIp481f8nr1Ma8O
XSPMj9ID60Qai6JK4ISqRLSgDNLlgxWS2sqk/ZB9HxO0CAf/cp9/juRA5QAzfJRHGGJPlsMKzhUP
dMxcuXXzrSa/Sx5LMjvDssChPIDQjlFUezBNB7dBtk9DEOn9TKpd2t2P0laS90Pxq2qfy+QeYzPO
uvdhp8jwFhBROEXSg+7ZUFohaPoem6tqXLU6TK0Lgm2L5OcivzEbJ9KttqwsH4Qj68Cz577+nn9w
PycbFzFM5k/l2MUwepJkK0FHvzfwDiwztfJlGj2BOXZCkyQSIIwMzfewotB3GiJZTEPGEE0a2402
bhL/r/viP4/rl2XUudCzDF3OHbaNKuj4dO3LVCXb9cVj3xlfEFSUoWphW4sQAbDN/FRBUjTMn3Rc
/+sg7BP3BULdvWAYNoQRLMw2anyWIuzrmadAJlaND6YND018Mwm7dUjepqBOXNKLadbKgMw89DDr
yY2XZ+/rEOwb48sq6rBpxENThoGgtkQrcVadMi/fttopBBvVvwB9xRPUN4KYVe8pBO5R0TEJnka+
LWeG2w2ZlRvK6zoW0xUvPAh1uytGKTfavOVAfJRo6CGLX2pUoFtj0/oYR+NNiDLXcAFH3e5aUUtQ
gAKcD0nC8KwUdmncZirHNTE3wwKFutshDKphZAsoXTztVbX9JbUyJ1pfNwRlx8srLBEjs8hCQIRl
5QSITgRiVcJdUm7Wvw/zvBpzGUYSFcWkZULAwS03UYrpQ3nIT4JCTloqvmiV/rAOw3bmCxxqc2OG
JG49Ar9A+leUsiTiRuGGSFaj+q5YQS5uB0a8AMymHNx5L1858wUutf/kUajrdpovEbRUVV15403E
wuPR8bLByuLKDczvdRb8LCAzU5S6lbX1UddBarf+O5ifc/EzqH1JvCkjfTNHJEl7UyjFoUZTVzoM
lizwRphni9YspjZnaqpFj9dXZbfpLxUbp4rwuENbcf8K2laOV+SYdcWKX8dehkZcHLdq4wehDSxz
tEWF4xmZTmS+u8A5BpIcg/qIijJokd5jk5bjVql/o1OnwJBkKDpq81yJNed0M2+XBRr1rcxWjxt9
wLcS+3e5eta6g2y+9F6AmYVDVmzGpuWcQR4g9cXi2hMUqPTAvCyyfM3OhJOE4YsqP6fEVTWX8NJB
TP/1ZSHdsKwGAWSK5ACH3gAtAjINU9Q8rW94dqvIAoN6Gng12n2yAUaJiXhvhr05y3l2GG6VO0dK
hnPZR7diU/+sSD/ZujI91960FwwP+cPwNqxmdrcqidw8IR7E0kEv0485GMVNiPRyfqnMODCzmuTc
uKfOQuWUq/WERkwhYmQnBGX92t9i3gvDUXmxkyNMZZbxTdA1W6WIwagJTxX1+6ExeUmga+IBrNUs
yaeCPB39tZ+h+CLq9AsoDbfzNxltUMxiDNTW3/AfNIrpZ7W2Gveb+KOxxQfhmG2bZ7DGJPfCcdyu
rwXrNlj+iHnjLH5EQ8DkUQhYihJUmEMvbXLF1ojOcYYsFBBP/e84m/MHWaB4GDOEkDG2RiRONwLq
RkmhnP0Syt5/b80Sh4pzIJYaFZGOg4ws7o54uVvqmD1QeEl4tncCw5Euojqr0bxBGLXL0dYGc3Tt
udMmq06dtsFg5uiCvUXUeLPw7KsUQ9tQyAEfKrraL5fP7/XBixXslCS2E3208vaYogYMmYkhOPUZ
5BUjS2hAYaRyTgrTbSyAqd3hh6aQ5GjYsEe93EJxddvzZLeY98kCgT6KQaoilMJSDgZC4GlTaJDC
1Hc5ZKfXtwbzkgRXIKZtIKeHBN7lGoJWzBzyHlsjCx7U0g3RcCEiKlVczEdzoJi7fQFFrZo3yJ2Y
ZTNUea9IvaXVIsidI84dwkOhVg7q4FCvmXN1Qng00RgQotuTS17LvKjQ3AwOY52g+Z8CgZi1UJIa
n0cCmbIfHkfIbYig8qlvzcSN4sQqCefmv2Z0nt3iPNGDDKuuQkfp8kMVSRensQ7IJrPik/ow3mlP
9Vm+8zaiMwuTYca/2/sfCOrWNwjrUC9w6chGruIskj7fSNPe0F0VjbPRnewfWskZI05Z63pg9tJI
us4ABd64QyCMu3JrWr6r+5YP/w8B2bv0JoUYmzlZr6KVPJcbiJM3FpRTBc5zg3UelubKl8uMIjIJ
NQXbZxo2bXQYR+SWn4zK0aTv6+vKLBwukaiTp6ZmJvc+kOToAJfcjq1DxIOqorOE7CptU0Iju+TN
811zolErTB1Cw+h8uROwwrWVnyaE+ZgKtQYfEjxW8No8ew+HhliYaXG+e67Pq24T3maizo08xaHY
RfDYIMnbeE/aXfRaO7obuqjCbX180PvIMRyIy+/Vh9IR3huwVmzrtwK7u7DrHcImE1Si0X5HvlUb
8V44hLx3Esu1z4QGEHCUIahCDxpj2muKoXePO2w4e+EA2gbetcVyUMsoi/ruVZY2iTji8sg8SwW7
ipBuPe6gAjNhuUShvnOVqKEyzVdUCocOfTo9OYFpQgl+kRa9FIkALRW3FJ8ncdubG3UU3fXdzTNy
vt8WkY2Cqu5/SLuuJblxbPlFjCBBguaVpli2q73RC0Pdkui959dvUvfuqArFIEKzMzG7D4pQFoDD
g4NjMtG4CHgpf+gFjBqifTDNeEXWxQjgcpXse6hJBeiBwJ6Qfqj0TV0fp/5VFSAun7zX0YuYb2m5
K6fH9cUtXc6XqMy7SCgG9HunWJxSCvt40g598gtUtG/1KPxYR+JtI+P0q07Mswys75Y23lPpZeye
Gu/X/wTBPoGiNmkzzcdiSDxZJCSgfZ02U5LZ6zC8o2LnNSfdCGjbz5sGVjZkHxBotPquIueOOr30
I5IOuWSLarpbx+XsIBti+8HQSWIAWJ++V0hhd9IDJW/rGMte7Z93ExuHUh3cBGmBUwp7NJN2oOPq
hXdd7w8VJZ+R/lTr4XYdcdlL/UFkvu7RiKtE8YBYlSdPRIibQmKEc/EvYkBIFgObGIS+6b7Kar2W
+tmDkDa4y40eqSBDyduv9ZUs7p2kGLoCcjOdsnsnotsJwhszCkSVR8EcIfeUjDYRZEgUnX0kzv83
PGbnUn8aY5ATwWOUj5Vy9uJNPB4j/SP1Hgaw8qyDLRrfxeLmP7/wgpoYRrGoAmzsII+u7Kq4BgsA
p3t80RtdgDCuNva7HuV9gHh96YDgyhJDA7kG/YymFo7Z8Q6Lcbeqn0UkFgEFTlPZQHuO00yf4/Ak
k4PQcKrhi3v3Jw3AFhO1ph6LxEOgooEBeuz3km6HJY9vYDngvEBhzCFT8MpHyyjE807BudpOW9Tb
d+mpgHJVZKKGkpuhLe8ySzilGzE1k5PuEM753ZLuzCHZxW9grKRpFZDExPgEuq8z1I/8V/Qv/nh/
JhSKfqXdWdTVrMka33SnteT9RK1mo3B+w+8HC5srvfwNjBEhDzyktY99aMFXYae9RR+HQ+122+iz
/AoeZBB3OijcS876B7Icjl6snbGoJCOjWpfAhUiWLpjItRyaLfnh/WhlE9VwcUPM8hN9HecCjfOa
k/Lqj4sfzwX+bPEXX6inKHFshMCnTycDFB1v3rGPHJy9uIEI22N78B7JHWhm/M/1hfNwmYs9UuuC
qhnOHGTmIfIjymkSHK64Lwfl9xPkYnVajHmEQcbqwuoz8g4Qi4ijzpxKztt0/rErxvP76r+AIbT2
5MiYNxGkwEmg/ZTxhoAshSnKv6ZAxLNGRI6a1x686Iz+HN1vFowLVCWbqqAbgdoWPwRPsZMYtDMJ
CO6eVeRIw3qzfmI3/ghUznNiFORf6DA32HH/qTDUWBRA1h7ltQ051VZzC1JyvoffVaarrZwJo8nc
SoJqP54gzOMAopR+kM4CgaCsHR3lBGLlnWxnBxTB8TCa4BECe7DMPLNQO8xc+/ve0p39+kpvM9bM
j2CcYqiBJEKZhR5HF6yu0ET/NA6eXZ/CXb4zTiDO+hH/PBIzPhe2zgmtb4IOBprxhRjyCaq4mpX2
1NEcwDAp95w77NbdMhDzR3NhN3JZ6Z0+C2uDGgmZGuXbt2ijfnzRvX6ethBFf2iO4bf0IX9u7qZP
FGp9xZIcj/P6n/3a2jkzfk+bEJiKMn4ESGzL6D4SN5K8TdNjDoUQzmnytpRxcX4iZtB8ApRmJh+Y
qVIHs/hMX47dq/BL3ypoEnC0+3XMRUioikPcCbSuiCGvtzjOhmzUx5k1RQITcmtYRcAJGxdYJ3/T
A/0DwZ5iGIqZMAEiT2zpjIGH1G1swdTOz2iH+cJM9S/1+a0yBcOqnNQt7b4wdTBQb8JP9a49RAJn
l288LYxKBWuRAtYuBbokTJEn7iOtkAsZyjLSnvT7THFG/VdOeTH5wrIRioMUEP8L8bSbViCapO0Y
igaMNwrzjdH63TZDU8FkahlVfVszAv0Uimlw5xtBm9tVnpZ3fZ8kT+Ekh/skJWnuelAPiMyyRJKX
qF7yRAS9PJJogIo3UYYSNFoUurh139eeGeVg3nTUMBwJ+D1D+gRGuwgtgzVRd1Fdo2FHSCSB91i8
uVAgA4TpebwKwF4EDRTGC3pj7HtVhVXKMRWdsc88S6lrYdc3M2DZgAiZ9IpLx7Z3Ucr+68HAGV7X
QJ6E0SsRbWXX5ptqfR/GBe6ykJBy02ix/66PcoGETcUbM729VQA188eg1gXKK5VZ6WBEUpRFUMJI
WnQHalIW7oJC1ZHLHXqOiS5B4eRmmThDJsj2X68qKmQh7xPwOQdjUR9yXS0eSNTon3ohhwMH67aI
h2lHFePO4KEiYMlhiSQHDM/2dVHimrKyZ+OcbwebSnabQAOpjsz4iFGJTXz0Xd2mTuLAEb1lLi9z
vbDgq9/AOD4pbpve7/EbuuhI6WugfcQgpVv3dDwMZlPHWPTbXAfGlJ299lwFmyh8Woe4daZXW8km
4KthqhthAoQyjRtJSraIeey/hwCPESaz8R8Y7uZVXlyJWq9kJdi+8cwBA2eoavd9FnNWcZuQ/D3/
+geDcdhdA6bNRgBG6SSBE92nL/pR3BHfkfaGG5hSYU68w1nauctlMd9xHWoBmN4AmUyVaYChtuME
vrdtv8yiGBPzkUjOhRmhOmpPgUUqVCvoo2KrZrrp7RqPN/2s7TNL5L3X5r/4On6Yp4n/7CZjdwL4
rIwhqEAt+JDcz30Elv5BD+Q+tPSd5qCjZmO8Sq/dybN4LV+LyAoBayVqXxKIqK5tRaUdtJJKIKt5
aCrZc/Sea7FJBxsFX3H4XDfMhYsAZAZg2p0lXBB4M2BwL0bSVg1EMaTz2M08SeiV861BhcaeO3qY
deSNGCx90NhajGujuwYS94xDbqMgN4ocusMZQj9x2KfRdwxvr6/qNlgAwgXGbLcXn1slVwKod4Eh
ZGb4q6vfRN+OAt4Hd9NaO9fhkbwDEw00ClHMuEapaaMTqgyZ5b2I++JJnc2CbEod1Z2R84xeOKYr
KGZBQU+8oRJA54MREEGNzDR4UkFIGRimpCIJapUTp0q3sIP4tMCaSnUQykns9GJCOwNdwqDBL4pz
KfdmrCCzi5aogtcTswgErif0dsgYAWdbGnyilloWd6icYK5+DCXTAKk0CAucWikf161iwVuJqOz+
F4p9rHuFkotTA6hxJmCqs/PYFh/rEAvGDYuY9V3B72zcvGFLJUVMVwCi73w79eT7GPmmIOY1zyz5
elTGoVIqz9S2WNW16bXoj+j9ZEwxdrFpp8cwOQjRq092FLocIXoyysM0WH10VyT3IH5aX+NtSm/W
kJRxVhQERDKC8WtwtaFaHHhKapEHlNWQUTrqOyd2Yxe519EcN8aDgHcsNFNa80VwPc63vXSKyOeJ
qB/iDU/Yp48oCFoXxjS1JMyhpi0+iXCzvsClQ8SA+9wCgK4N0JBdr4+2NPdUPC1AFvJK8/1EHrih
4i0hybyHCqirkfMAgzWrAqeE3aimkoq3KT3EvW2Y2aYzh4fwND00aG4QNt/Jttyur4ssfWsgyYbK
iQ7Fk5shw6mgeUNLLCw1a7Pdv9dOE5kYGgGhW2um5rmziWvcoYHpzttWkJrZpVYMaSHTt/wN78fc
JibnHbj4MeR6l+MprYqkxo9Bw4NkmEibeRZ6DszmPtrgOSm+a48Qr8YDKbTufnA2Yv67mcv9Cpvx
3C1mISRQP0D56j3+Ne5tyXdKU7lvP770H5M7bNEDsu2PqmZGD5qb56ZkcfmtFo3sYvmzmV9cUW2p
REU1n0XuGE/ye2eiqHWiLozOGhzh9EAeCk6+/7YfAnrgcEl4R8O0ZRBKM5C47Hu/yqE027ig+x2d
+oS817munfh+4IAtLG9+peuQ15xVyFmZy9GP82qqUBDv462YCuY0bUOIma6f44IrgF4f2nXgBRFa
sxewTvMyLHQJJjRKFqYGwTjMQbhN2yNcn4ezcQkiZIFs9/WeeVDVqrNcg4DOXe0Gb0pvekfSmuLT
ffweOH60RUKiNteXtfRpXIHO3/GFbRAhSDM9BWhv1a6/lUwd8e+2/ijetBPZkjM4bqpNcEoP0qxS
wAFfCDWgHQ0KVPQzqgTx3zW4ZkxD4aU6RDNszy1P0U7f+4o5fJJ7hIUP2Wto0134Eb+FT5HbfKyD
LzgokNhC/klDtxygmVGEtITOQeAFiA2zkxfcheVJM371hOMHF8xmZoRXQd2sIsnz+3672F49DrMm
zjC22JevkvKuJn9v+8gzyMhl62jyvUk5ZHXbjCDZzkB7VJp9bJPsjGna9Z1aOCW8D2RYPgh6ZNyF
16dEEk9R+25+7GE4Ln3udTfXQG24E+mjB8ZFgVtpXfIeoBqE/4BGJmYP2fGNMO1G0P6OmdU0bu+A
ruu70dmZGYF9nfcCWvrqrrCYD0BAhxAJKmBh8ji9S0/6j2Cj2u2GbMjZAgf8SfwUeS/NBau4wmRC
Kikvof0qATN3AkiC5LgiAzuGO5ZPwV1j7nWf95kv+MgrxPkheGGHgihh6LmFIKGGC/hLfI19qzHH
3WjWtuF4T5KV7NsdT4FkXgZz9V2BMobT1yQHU+S8TONpEg4YW+pVS25SM0OL5bqNLkWpl1hsYiVP
O6o2A7DwDKsdiCSh1mwpT9khsu+1h/rJt9cBFzcU7AmwUjgQic0Rg3Yzg1cT4Szb0Zpw3UTKc4nW
u79EmRV5ZqYxjIeABJAliBZFT5zwSEELXxODltouJAzG8ljNbpbCgDC2URYg0vAGgFAPSlnQB5Yz
t+Y5qhuTn0V/IJ4i4xmOiSz2kSdK/aAOA1R/IgJjl+3eLzgmcOPQfyMAA3o3s7gIk7Vv2qIA+zlI
54bSsLPS1o1HKUHzxOdfHwkiAIiJoCteE4nC3tJ5VeAdWUAlCRPwSTlgguPN/+tnAaReFJAkSSJO
HQ8QZi1CnQe00kB8ngXyg9x2Ns0kl/gcP7Rw8Fco5NopjEnvtZE3o8jxDnO9rhS2Z1mr3b/fMWVm
XENNRUEannED3YCkvDqBW71L6LEZ5JOmYSY4bf8FDEWOmKDXE0y9bE13nASiVhRl8Roy1whoZpFo
gce6PX8LVy4NBwN1OdyCkFOGOgpzW5C8zJDRV6GmTOmmN0IHVPtu76t2nUSPg9DbQcDLfN9cvwwk
c1lEOgb4hkYD4X6ooDHdCYvvvtfY8YCMXbJRKhf6nOsHduO3kTVGAQNhKASrIFTJmLg25WpBG1RU
db1GUI2nSV+A46Fw1Ul/7LyUEyPddhPOeIh4kdgC6wKyW9d2GHhy67UpdDp6r3TbxCnUfWq4Odrw
tZc4fpWkhyB4N3xOZXxplZiLUhSkNBA8scJciKr6MK2QbJWrvR9Y+dCYdXioB8g7d5wM74JrQnUP
cTaZ9cbwKLpeIMniZCpzQCEI3qWyd2yTGLOv5a/WaB7Wz24JiiAgxOQXbg1cTtdQCnjpe9rBWqja
iRgdL9qTHozNsahLwWz88V94Kgi8YNoErDTqXPq6xusJGgs9gg+iIqqDiQdT11CO5CVils4KCk6I
cpGMwUCnfI1iGPEI60ENMZdiDbMzvmaiq/UhlBIF7RP5Zsyy9/V9XEaU57XNtztbyyu1qkuqUp97
N+jPZAQxn1Kak1/VZqTHm5rbSM7Dm+/PiwCtHuom1wLgFWn4Swwaq86G/QBFdQynPKgVL15acP3g
vf+zPOYTH/HOLJMYG6pn/aYQniWVbnKedvQiCF4/YNebSUXZdtAsHw0o92INQ0x2pfzQoDtYleK/
v/c1coHC7JyftlUczb08Q0A2YuW9t015kqcvP6w4nRBL60GxFU4R9wu4zRlblyfwhkzRCE/cPSa9
YfmCYAY857tww/yeQpLwDyrm7NWvRMpYeRDWwxihZAfimxi+eaiyZl79UIbfU43jLxbhwLuqyyJI
tCAPfG134xCIolLMt+ZU7LX4mMg/KrSeqj+L3t918tP6V7UQBWqQqkEQgMAGu8h4+krsW7HuEHHE
hvElgGRVzkLOi3jJASI8k1HyQZh2M82Fj0hUSA1fizTOTmwzu+3Hb6hpoAORcu7JJXtAlKahtDSX
/NmCViiVeMNpaFuJtC3mGs1E3M4D8Otbdpu+xe14icJcHqoSpplRYkFNoqQ/hImqe2+Qq3uIOI4v
kjBpW1RXChddKwmS81p9iArUykG1ERlnYvTdk5o6pO926z9r6SSxxQZyN2DuvWFYaJNiypJAQYLP
8O7lsLgfypd1hMWDlCHNDQeCNxY7zEh8mhljNSOEZRzuOzGVIneQJXBORQX1vjdBx8uULkEi8QaV
EyhmijCh64/Ba2TZqymcMCYn33vxbYrlhwL1dMwBpJv11d3mOJhjZT48IxypF6gwHgEKe0nvqq2j
ThhsCEw1svNSxniPW/Pu0aWvHV1NuKohCKoQtrlTEvxKmyg6m4qq2YWqvJvC9uglw3aEK/Oqdh8r
lb2+UB4ks6ddro5e5gMSUlVmo6jmoH81np34noOuyyz8F/4M70sK0Sg8Mm8mK7tx7BRfgD9rstBt
NfE9E4t9XqAmq5FTM4KXKNWc9RUuWQ1Ec+VZXBJS26xTC8ppoJGBkEtDAU6Z0GycZgclR51Fp5xU
3GKojO9t9p8AxH/XFkq0KKZ5Cwv1ULqR4x5Tk8D1N1H8NWhgU7krvSeNbLiTxYuuDhYDm1HQbcSy
VgVol51iZW6JqzVTytL7qok3HpfDZykKQnb9vzAsSVWtjz70QAEjVr7jN68CihZlvgnGyex4/HJL
x0YhJovuMOin3RAA+1SQIgIBWUT+XgflYf2HUfaaJTRDADGz2F03ksXv/dK3MFefD7I4NGzhtNRW
vgurx1zXcjPOezeh/oZMyccwYagpPYPHiHMjLp0dOiBQkUDgjCQZYzNa2WWeH8Fm4pLGZkGVX0aT
7lFZLjmR2NKdgJ40uOr/4wxgXFrYyFk+DQLio3b8yEsjMOWRJwK8eGoU+hEYfgGjhDwv9iJOjtoh
7dF6NEutjiaGjcw8inDVgzCbSxN303MBD423PlI8cCMzcfU1lJ4L49RPaOdTm0aX9o0h+8kJwWYx
mJANNVQ36KJaN9WexHdKQ4NHEpD2oLdVwMnT3K4Zzzl4FvwSpFB0tgxN5Z72BaIAC5UMp1fN0QPx
ekPNLHtcN9Lbzw9AOqpPCjrWMZfOrFjuetrKBjL9Xn3M1G8D5I2SbIunKjrKOGHNrVFeQ81rvjhH
aBkWMngSM7BignHfcIwcYRQvhOCBMAbZUVqX0twKl2L+uf40hM6MKScQWsJALxO8IvIlmK1jvq5Q
7ypx8NEuA8JbW026baolG1ngJUkWYNB6jRtNRxZBRjX/er9GCeFCISHfnNXad1CNuJoH/+EX/l/H
tHh3/MFhRQRkAemwXkahQE0hIlAIm1oYHI9KHHe4uBwDM9m/iSrQ1nS9HMFAhacuVeza6HWWqOe6
aah5ZjYtT+ZowfFCPBKBKvJ2yPSgrfsayi8rfMOJAdI+aI+kuqNrGJw56Xlo69U3tQg2ulRaE6+H
/Dbsmct9eMkhiYvRD5bcSQ3rIPJCoOpJ8lxU1SspcEuL6FERs9qkAuRYfMNZ/3wX/ISEBjF1ltxV
kYVkbKST/ShppzC3PE3cdPJnMvbuhFhrpDzy/Plvuk6DwhD/ILFWAh4Ovx4GIDX6C9UNXKGO4FFn
Gr5RzBw3TskrH9zaC3wx2mSQcte0235nGhYgeUat2oqr5gUpBSgEkMjO5IIndrZgLkCYpd7h+OEE
2fZZcN4E0HZCNIdMwF7WIxDP+6Xj1cE3r+t/TJAmxEyPRfLsXkJGaP0AedvKfBVJk3volce2BnVp
aj3CuLuo36jkLdR0pxbeNZVzYy9aDJieVQOiJLcxUKspLR3qOLckFd1UwcNARlv0zE7jxK1LXwPa
Pv8fB6WE62+wgope4alYGNhHkLl+U4zJ8iJLoO+p8aYLPB7/20BEAhQ18OHPdxnLPKJhDDnwKzjL
Uj0QkGHI/t8X5qRZuBWxI6oAc1h1vaChTJBoaOG/Cp2ImHPGnGHcpIZZakXG+aqXFoPcMRiYfnsT
thiOiloiJERD47NfmJTec0Oq31E18zVTA0WtubkUIxpsoNNWYhxXHnzVQOvMLDx60FLabIQxOgei
cE5rhe490h8lQdjrerUTSP5SltOpIL5vCxl8TR3co4akIJbt9jmBmrKAiMwX5W6z/oH8ngO8+alQ
VZ7LroiG2BbOvurQRBcHOVRP1U0hpVsxQAesKtpFZ1jhEGD+yrPE4cufqB1JvmV0f91TPJcKZMjS
IFeGhBlbNqgLDxXIEbJyubT3O830q0ci8XTFb93dDGJIaFBBMl9jS2ZpkpZpMfpwBHBCXi26KsHT
Mtuu7+bvojizm+AgJhStU7gzbjTm6kSZImLgsxw2dCPcfQ52+h18kmBlKWvTHb+qt8e56T07HONz
ZSavT8JzsC++aTa3yfQ21saC8XbGy0/DiAkb1rdRmUlyjAXnQ+xk7Ys2zmNQzbCdQE5XVa09etWj
VFS6Sbn6loubjVfnjI4YjhVxR9hdyiEFthIZ38ehsYZCOiQBr8154TvGEv/AsBFvVkFWuwVMmKPS
lKh3TRB+rB/owv0xFyeRjMDgGoWu7bVX0stiilMB56lWj4p312XvMpoch0e9fleUbetxYsWFbIR0
hTe7/YsgvhmhhTyGUQ4NHTuv7uIRUkXWINn9tFeEb4ZsNv2L0HGsdiEhCtQ5AULnhiqDneiKu8Io
QU0OVfqt0Lj6g+jkFvnAe0i1FTvddW789WN9X5cs5BKRWaeMmCot0GaI4ox4HuV8P/j0HArvf4+C
wh0adNHrjCQdc/urpTFT0aU5WBpHp2rGXVnVNobIOHfxkg+FgUj47NFzDFbpebWXp2b08QB1apza
OTgOm24H/gxL+pYflS+MynNKn1w0xuxFSfSQJQdas8FM51Z1Ied1AO/5XWLiIc3TJ1j6yGQDndQi
Im+0ATB72Ed6UCKex0cGCnm5/om36/oh3faLwf9fIpDr3dO0grZiCgTQ/Ca75p2A0UxEadVUJTs+
QnjQ+o788d/X69DRghuHoJkWr6WbvF+EYepOreGjxGeJ7mXi9AnPLmYrZm8DNDVgxE/Egxah7/XK
PFoRrxr63Mp20Vk/Pas/yM64m/biU2xbOjrFMBcHIj57fUOXvi00F6pwv+guhOtiUOMxyNEAAJ+V
VnZWqaYvI8PBSxvdMu7h2C5hZsO5MPox87WgKjo4jXM+mp2NiDC39Gf018audsqP1au6LQ/GbuK4
jt9Ufre7+md9zNdGC4zSFCnWR9xvA4Cnc3bs4bU28hPyfz+LY4nevw7C42i2ReX8Tdg7bWsl30d7
NOmO2wq/dEVc7gPzOapCpPqiip/T1A7dak8gKjmoduGQpyK3683gGLayLY/hOX6zQMq3ftaL4GgC
Q2ETVoYX5PUh+KqeG0h54utUD23ipjXGvfuHOLAz72fV2ylPqHfBotFthoEpPBwhjMhGFUlXVYoR
N4UlhyI6H8FL3UMz4z7UQzOJQow+cC7EBVvWMJKDFg/wmGIsZ17/hZEJY0dLZINyK87AEdToX52P
UFUmfz0LiZsPyVz0oM3PAqTjr3EyWSq8IBTn53cl7KeeNChJUx6f8i11BGDQ04E6AzYQETfzaUaB
5qspCIot9UX/ph0bW0NXpXdvhCY6ZAertac9ZKOEk76BGtu6pSy52Sts5nsto2os2xLYxKp/pa/V
MbmXD2lp6jBSowCFjgy67BfxbR12/luZj/UKlflY9biEwSRArdPD0L3mfy3xMO8o8iawfghWiWyP
IgEJd452nNwSKqcQUSCK0U7yLNVH6PQR3x15w4lLsdIVIHNbFSDEaYpiBjyobnOUjtphOhiO8LO2
RxsTcOKh3q5v4cI3jkzNnIFC4mvmT7i2TfQU0r4RYZtaPuxbY3BR/TNV45esfeKdaXqS5oJAiaOc
tnhuoF7WUJEW8SZjzq3vsrKP8SxFCN9sNb+/SwXFXl/XokViWRL4NXB+CvvwU1o5yCn+hQgDOtKV
1yTcheKpQRajtaruhYBiaLoneBCG35PW7RBc8SLfpVVe/gLmMGMK2c4yU/BNeJOwl7WWnJWSfq2v
89ZnEvT+wUFDNgEVI3n+ERc+LBWo5w91XWDI5UnMUIzeN6BxUs6CuFeUn+tYsy1cf27XWMyxoWVB
yNPZP4/td01xwaEZDUcpPBkR5/Dmv+gaCF0aF2fHeLJKjiVYB84OFG6OgP+vu2anhbz7bb48WZi5
FwRjkuieRBh1vXejASrQwZj9Ml6RTaFbEiQZpPBc5vlmfeeWFnSB9DuLeXFKtJrCMEilHOzu0zZV
wL9gRM7Uq4/rMEsLAkESWgZQT0fBjdm3JJbKqEW5CUoI6Vkz/M+hCk8iUi8Y+ePcnUsR2kzBTFE9
1DBvwm4emuzTRPaBRaLi0Lb+/TSqrgYmRKQvNnHcbEX5XsJ0elIS0xjuiPQEncmjX1PwM39WccxZ
+tLj9vL3sFvclMhy1y1+z0S9t7yTHKWS9hCs3kdxcF+jkJCgIV9DugK9CIE5ZH/9HSKKwOAQXvEE
UTnrR/uOjHHfoEs+qw0zheiWZIG/CeyKVirgUf+xftAL9gQdD6S00dgsYWyPiSgm1a/GtIDMVzYN
UC9xx+T71HGcNA+DcV/Uy+PE8IICUgiZOXluNvp2yaVIWjDZq5UwJuuXxSBKNVaiQGu3+RAw4Z3Y
QeSs7xcPhfGSQWG0jdJiLepoZT665nbIPxL9eR1lecfwRpdB04N6BONPdGmKNJhhATVqkGooWwMD
tKPBcSXLS/kHhDK5+WBoe3Gq5qMXTplyTrVtNFpDy2lCuL1WYM5IYGOEHDw86Km9do1lpnnRoGHD
hBq0h32zK+Ty2CpFYnYJsXrJc0nPqzosbd9cAcB0HMJkTJJdYyaRFldGmhXoY4cC2WgcoXblGo30
sn5K81kzXl9HWIcZRn3ugWbb16HwEEEsr4QtqOQ0Tpji9T7XEW7vyTnNhYgKpHXg/GGLiWCob0kl
412h6WFq910A1vigTx2pzr71Y9TCL/opx//dHtj13TybzcUNMxdNWyXH3dyAXUC/i7wXw8OY/2Oe
HQfCacVfKLqhJw3MQijQGkirK/OPuQAzRIz4xxitsIJQ3+XBmyhTK0pHS9XAmZfBHQ1fop88eQYv
qrvdWQK5CeTa0PCAjj+2ej8h3GkMBfFxE9qd8aHIjtfue+VbK1p/e4QAQpp9HqKEW2dvt9CT5LbO
EaEW7fugfnjVzm9fK7KfeCRUt9Z4BcReWxCN02jSIzKQqndwJ5jD4K6v5DbAJ0iuoWUKCTYVr935
q7s4q1rpprxpVMRSw2Fq7tXMFYK3yt+W/aEgB7/mJBCXTugSjrHDHDS1bdUCLilGaxR301i5XvhN
GLZNxOu1XcQC1QOa/tE5jAaY66V1E3Rs4E9w5YuvjR5tFTo95HLlCFVrol2FE/HcuqeZG3Lui9eh
BQlyrWs0KjSRn8/3Yd+npqZtev3FK5z1w7p17jMGpq8M1PUgtcvcIHnU6WPex4jm8590fCyjYzCi
FZKTOlyyOQxE4dmHVmh0WjD7JkllmsnajCI9qF6ItP/D+jIWnRGuDrzsfvs/ZqtasSyyoowKK89s
tXgh3pevnOVol4JyP+blWpesAN/oP2CMM0JuN2jbBBeiDoHgMN5R7YHSwtTEXc17ny+ZAIYX8DhB
OzxSrszxNL3eZzTAxpUl2DEq1wCnNIXa8/ruLaJAVwcsLogkcVddG1pQ5RRV2qSwDOFhNAqTGI+C
xtNaWLI0BCr/gDC7ppe9AE8LkAkfZ76rw69J2otQVFlfy+LhoKSPqBgp4xtO1awoai0OAaPH9JCC
oWWLrEJtKv7wTYOsJPG9lPMJLSJSVCXh7kSMLTBnFNAgo6KHu8lLf8yBRK1ZpbAT+sJucnd9cYt7
+A8U2k+uD6pTsqaO8hzmMG7reFeC59KgCF45MIv2cAHDfK6qR8u27QHjJY7afbTBYxG+rq9kcdNQ
J9FQ0NK0mzZsIwqUCk30hUXIQxdtGroXDQ+9mpbKa/heXAycj4gJI3gHdh43AJdTL6dYTF+Hm2KU
rQi9+4Mycu7vxaO5gJn//OLWS9JeV6MZJm7BHB5BfMsZJdVs8n/hSufh0v8uZ97YCxzw9SVEioFT
0WAnt/prNvn/5vgvIJgvFcljP0PBBZLO/iOFKp1xngZOQLd8/H9WwXwztWK0JZ0NuZbiTQB9odgt
fZBVKrnZcRMHs7lex9+IVP+sh33AgFq0r0sFYG0WgLyun0f0Jleg39RWtxstdbpJgf5AG4HtudvG
k/G/7ScbNagaZqhLH/hwry157hTXq3kZf46VU3JtFiQBD5VeACOpDFsLoDFomBqvJ5dj4+zETanm
PVTHASL5ttE4nb6hZK/xUleLtoF5X/TYIdejq/OfX1i4LI5BIA1A6YsvLzPL0emSB4gDWBoInNe9
0ELOFqZxgcWYeiD14aB1wCKutGn34V1+l7+gyrXVJhNEMwge7tut9tev9hkUw1HYLFxQLOFtoGg1
HjkF3Kv4LIMgM/2p8Tz4/LtvTP4CYg7ILvYw8pNG1j2sS81e9exzkL7HhtXpT3pPTPQGc3Zx8QO7
QJuN8wLNC5pESkosqAA9FWTuP7JDZWonwQ1tw5V/rKMtm8ef3WMcrdZBja9X8JquoA0sh60dDANI
Nsyefub0dR3rll4OT7/Lo2JsMW6GmtYBwMRxmzqiFb4qFpTK7rp9tY13xotgGk7nNHvBld3qMbQh
XLD+C3gHyRho7fudWObY2qCiWzQVdMMb9DFcSf4gxakj/+LFcblcxi2j/S+ufAVoJFM+IbIYmmh+
2oyVtFtf1ULu9GpffzeeXVgMBqEKNBRiXxvfqbxnmtkaOpGmaDu0dq5u8xB3aLD1RI2znfMCVr4L
tvFzkoaAFmDnsLwqfu2MaGcMz9SbMTFub0RgI4ussvo3j5M/n4fM+Obcm+rAjwHa9tUmBZla2Vvg
LyD1R59CzKfnJIYXr4ILOCbBiTmsMhZn95K1GFQC0UXVFI+JoHFWxdtKxsUQoaFTlwJGzL9oZBXN
Xms9ZB+3QW+NkL3lvR94y2KcjJ8UgTDIwPPGk9bc5fkzKZ/WzXL+yWvWwbiWrkyK0pghpv5pGD/l
kRP1LKaxLr6vm65g3fPVqAOAPjSv0yg8SkZkFlLwAP5MZ1TpIczORYJZxFTlfXG3DZTXXxzjSCqd
lGIUAhq6ra9y2h6jxD9A8nufKOG+MkRrggxOLqkOHUTO/bDswxDla3gezTRn19dDBu6OVm5wGUWC
YiXilxgFbpBOG2ny7LSKTqAT4eSEFm0FAQRGlfBoBmXINaKMUcQhieYvjvaOWvZOJilgP+O14y9e
RRcwzIettHplRCP2tAm7TarrVtWH5y4kdir/DAweTc5CAQxHeFF5ZVal4uUXKikyrt43ITBn2Qp1
V56qrQ+2nB1uoH00mNJHtONV7BfP7wKXWaZaNXIHxgmEfQ2U69PYMlq3gdyAOJkkf4s7jo9e3tU/
BWbGfyn/Ie26diTHlewXCZA3r5SUrrJ8l+l+EdrKe1Hu6/ew791pJYubxPRiZjAPBWQoyGAwGOYc
K1t7XUGBOapfFfTzum99Haz9zpDdraJwlmXkgQJgO4Cg4C53y+4tuqL5yge9xHFWvBsc/sess2/H
JJGZishbbmVxxw+sCVWtVjgDs57vkziY6ke6HpDVCT2FgMUWGMDuX6zjViT7pM0da5Zx0xYp1OuL
X6V7o9Bf8/ACsFw/Ad3adccpshD2uAYJCDpTUSG8FNXRcZgL4Gv5a75zImBefNHdc7TUO10P3FgK
ySfyZVtxnEGWtWM0tIe4FhGRYx6LRCeK++iiy2j1zm4dNuVPatsSJYXmslGSt8ukGJzGYFuIjqZ5
P9Z4HaBhxZZBQoqc11Y77mI1asxwD8hj+fX0JVd9NXnIZRDeoouO5efBwYey4QfudxSJaGy38I+1
W9+NTfSEeEFy4chEcHdpVSuNWw8dwoMmOqOyE7a97KEoXCg2iQrwZ4Yhwxk4kkptWrlwFAbGlrXk
c6/OJJOhrgoP7j9CPkwmIRGWuv0M5+csy5d1+JR6yTFFwnf+1ivPWao9ugDvvH6ahEuHhlAUdR0P
oyxcpFOhpcKNeuxOvnzpvAfz36NYoJi2+X1ua2a1WkaFBYipbR9cL71PcnQMxLUSRsvf5D6Auuui
RwG9iIbB7ZGdjOkEHBTsEaAsSOwoJUnpcGoTWf1MbAz/CDK51Ch15kLPLQhSGzwpmrf/zAtLXKrQ
BfzRho8rVMRNToqXLjrwgQhQEBe4O/QlTSTPMEFjJXYIoNjYJjTWAM7h0p+i4q27I9qR/eUReB/R
YzB/r0+A2o925bF6i/fzqdovQX6MSHGSdQALfflGNudcK6UfFteAjgubpomLxE/KFINlc+qvHtik
8uIw4bV03eQFdz7QDDEdDYh/tOV/6COqrCzBfBs6rgtw0QfmCOgu0tWB4r1eFyR6eaKDHQBAaL9l
GBnc4cqBBGaXtodOQIuG5lLulWLdRTkG2bv1MJg/0RRwZyGBli32ObNkXQ4iPdEuhV5jBiuB/19u
rL2qUzVl6BkyaQsG8EKvQm3KPULzevBxiKpATQAZeV1ngT/BQBqmA9CBgGlEvvlRr2i1RBqKY0UE
Th5v/TYtgF64LkPQSArSCYNlpX+TG/Fp9nG1erukqFTZi/lQjmjLgrThxtXc6qQsC57Xs/KAvJRz
oyH+8PU1+wp0DTRw2WNO0hjkWdm/B/Bjn4RmdqADARyBL0Q3i66WswG9R+u71T7ncR6A6AmrvpDI
9iROW+B/LoRxTpWiDKw2NoTN8YzWJcVafN3uLKIky7frSy24kSAJlVS8bPD44M9K1SJZ4fWI67pl
zMHAiPC/SFMl0Bbl2C6ptesKTyMAjPs5zPWn67JFWgLLCYQLqK4hduAcU5VE7oCWdThAJzlWMbCB
KiTgqGw+VyZG546JVi1r7UBFdOt2eklMGpNJNqgpcOYX68iOzSY+HqqFAtMRlUJltX3MAjt60AxG
aNbh9TUTnfntfjFlN3KWDInKHpTRfrz0dw6ixhbsV03nK8A1n2QctyLjsAAJzODaMN3Eu7dkWDu9
mKEU7fvRbw0dIKCqPb/WFebfVLP6kRZgAKm7MXtRO1pK3t2iJUU3o4vxOwxVA537UtVhBpw5nRW0
g65NR7K1Gx6soW+D1Kp6f11nKpEnWloAKFgMAgwkAjygAbALxtjMoW0LMIqRvnr9iUYHLb5NB8nx
FqVuMIH6jyge0WCtS9NKTfg3c7Yiolmjv9TJuzXYfq5Hbzntjmh7/b40+nFRZQ/V3wV4LjGlbY8d
9/RYc2+NY/b0sO7Lu+J+2HkkDR+qHSBJV3AusjJF/228BYCWJUOXFYQDF6K5U1KNdmunrHhmLQ+a
7uvj49A/6fm5REJcRhAsk8WZTzG22jr3kBXP07miNunAPm2OfThmyUM2euBgHSX7KhK53VbeofUW
EuzILaKbLHsYNSCmWNq9Und+PmL+cHUcMlrKw3WHIDoljOYKaGAaclT8a9nNWreZWLsFxb+26ivR
i5bmwSKjHRbqtpHDeVFU8fsxMyDHjabgtgrqCvPu7YOS71xd4uOEonAroAsciLlopL88+I5Cc2pY
cNg1gK9j0HMCgLUdgqHTDpZ548pGEYXiWFyMNcRNyDfLRVZTWr9LhFSN00O72hpQ8tDttZT1cueV
nhYUaXTbFNO/h3XAFDyGHoBDjDfrh04Zo8UEZLogOG7Ke4boCII+td1fNw+hchsZ7O+b+yLLKyNS
J8iYM+fbMOY3UZr6eBE+I4A+YkiRGIoMiF8k0gHvGvB3gcP9AaNoLKfWXVm38qR9UhTfiz8767Gf
PpUoF0qTRaIraiuM8yg11aPEQSoa9dzMT8YfZgYOsd/80V8L5DWj6Sa1/nVnOaijkSVAtwnyihhY
u1zSJklHNWMiFW3dzdpwWod0Ryd7d33nBLPMkKOzwT4VCwmo+Us5KwbS+pYFgfpEiW08xymKrkCn
wzhEoMffUeJCZkoBDWYpm8UTLSpIAFjjKI6Dxc/mZmqGoZMGZ11FNVRx07BMX1Tnldqn2HmqjBSt
NZJQUOTFfsPiYfCP0euwL9qYKZAK4qxXsKZaoj9TgF3QUg8TDBl2lQwrSXj5bmTxHRzunKD1Kce6
mvmPBBwOJbhwfDTovXRxGqZVfdSHuSVq4927avx6fVNFMQYDykaLJODcP1TrUUQbe6ri4vcKYF1E
Tx5CKjTLEU+J/aqRdPfIhHFnY10xpZlpEDYa3714rw9FUGRvbRvOGGe8rhf7KT6m2OrFXbbd2gPU
hfVkjtqrXnwFhtFf/D7K9OgExqAYZoMu7SNWh9htPPx+75XPWjJ+00sl+BsRHtqIQMIGEG5ORKN2
hlejaAcM+qAA4rbaJJLwQAB9gxMNnpn/iuABJ6tGLdUiR/Du3Nep35znY75fHtp3c2c/2+Rr8wts
4WEd9qG7VyZiHK8ryPbgwx6hpZiRaztA3+H9STSMU4ZcsO+og29VZOnBXCGbGhQ5f9a3/L9CuDAB
OOaG27EyiOG9tM6xLAJ9dTGUbPjlfF9+v66R0Oo2wrhIFlCaS2tVEKbPCtGA6WfKgkjhmgFEGi3T
wHj6MPuMQkvq6B2ym0uM/jvA/YC5rXjRsl5i32I5AFyAUwCcNL83IFfEYWVdcq6bTHsVL5wwx+BF
oGm9LDsm3CEPhAtwtAga+WeOomY52Ong/jy1Cwf7lIH3avhpNTlRq09G9PTvt4jBfWHcAQ0fH7CF
vBUUFZUDk2+WtwFJTkWWBBOt3B8BGIO89AxLu7pl4UKAPX11oETrnBLZlSGTwZ2cBFXuvsogY7F3
XvZoWHcItK+vk+gC3KrBnZtGpSqqUBAxjeckA/DtsaGBlIBNpgh3YCywCOnUgJTO6Hdlm+8WdPaV
QxdeV0Z08WxemPzL3VF0b5iYE2Ac6C5JvJcczcW5/b3yfl2XJFToTwrJYcu6iRsyjy4IrSGpAZuQ
DSaI0t4XvSTgE6Yjt/owfTdSWgxHLs2EZRvT9dFyFTK1uLYTLbDN/GXUhiDxBmzcgtovUIHWYSRV
ne6KIrvr2ln2MbLF5SL6Qi36ymTPd3pS7r3n5REczmCxJZpDvL16jA5LUIXZi/sm47YXBk7bZeBu
yMW0en3JsNiz671OmNFN13pXAPDUqZPTbJoEzmsPfIggKf+iBfEiccCd8gRvXGqyZtE4vZ3nby0A
E6cQAGwLIE605+s29X/o6SLvBfxbUEhxenbtUC8t63fEBFd0LBaj3CFn+O6U8TFrZwRrBbX83Mqe
a887qe3S7K5/gMBD4/GE1xPuaMyo8Q/S0Y0So0aflR/XCU7n96l2YV2+Ne3N8ZTJnJtIXYgzbbQt
IKWPWsaldRftlHl2hvSBmyh3poa42BqQ80r9AexmOWAol8QOF7Un6lIcrmsqOL4XornjW5jd0HcF
NC2126wJi/a1iiQiBMcFItAda7AMM4aSLrWr7CZKZ9YAkrWPGQ0UM8y8XTTeDIakH0uoC1h7MVuD
bCVohC8FjUuuWamDZRztg76ckvo1mz5dXy6hLhsRLB7a+KFCseM8SiGiSsOM3raABAVe7jofPBnh
Alt4LlbEYN8fZbhVW7vJm/MGGwPg9TI9Lc2XOcZoxbfr+rCD9EEKRqzYKDioW/mXdFEqY6/nKy69
gmgj8fzqqxHSsw7C3OuCRG9pYJDh1Q5MXgzn/sZN2qxcjuJ0USfMtm+XU/y03KUAHFSO8bGENCqr
uAri0q20Dw2p4IFXE0VFjeyc7LNzc0526a17Vnfxft1b+05KLyoUiLF9j/FYovuI81hOXnXJ6kA9
DwyqI+qPwyQ5RiLrxgb9V8KHzoVcT71Zo5CgKg8jeLH7YxkFf7NJGxlcmOWCXWSKRshYHtdguSuA
B/KjC5dd9JZ8UXZ/8d7TgXsHACU4P4Y4dHmYgPanjysrTcelOqNJEtj8CMNLcl0p0UHaSOEz/U5D
DbWZ8ICg5vtg+qV+U2Vvw7q/LkV0Y2ylcCtnRiVVkhS6ZB4w1MFSNd8U2U7J3jzjrlofrwsTmQJD
6UCmm1EZ8GfJpYDJAHQRusiXTkfOze7JtDZJ6GCgVbJ6IlEuzFljNMVAwuMcXmNoK4jH4Ibq/IDy
7pJ9obLOY9EGuR6bGsM0vYGB20szaOZpNPtqRP9K8qMzArfapT1mjGVgLaJWAcAF/SOHN4QY88P6
hLY2YAWG2i4OwbKEpNqDFYVFqJwbWduPcOU24jiLaPK0tDqAV/pqj1b4BqCrrE1ccmJlQrhHizd4
o5527D6antvpUPRPWXz898a2XTbuVlXqInZTdDn7mgUFwL2mJ5jTl5iZyH0i1EPrFwwafcXcYikU
D3tEfazcPgX9Otwsqqx1SXRCUWRH+soBCj386KWZWW4yljqQxP0EZDtNNPv1Uu91ZG6z2ns0k2+u
UUpWThQsADKazT0BjQJEDpcSBzz0ppilFNoZSPdjS3TlySpiYi0KSS0J4IZMGGcJrYHWtkJjL74q
rIEouMynfs12iwband11i2ArxQcNW704i2CtgG7OJmTH+U4F3DZ4f0mUhWUZ9NGAyZYHBU/O6yKF
dr5ZSs4NdVM+LuOA9x/6bk955b0PwN4wzETW9yIyEtgIilBgK0NrO2ck44qneKzgspjRG63nr63z
6qHV3Dlq6SFKJA9J8Tr+I4xPRtZDudSODmFNnBymosKsPj2Am/eYmhVRnPWnbs+UuIoqmy4Uetw/
WvIIJomaTXbGJlhqyyW0fZljnazpLWhjJNv2kW4ewLab9dQ5q6QRnO7IVJz05muimR1Rewt3yXJ2
mjksVSPI1OR+dj+rdhTU7gtCtn3W62Swp3u9+RTPJkqqKVFBifsXBsVIDYAqjDzch6ZMQymMxsHZ
nO340PeIC9LhV7t2krBAeCpRZ/hN58IIfi9dgNaj0d5QcFPb6qc+eh6M+67arz/i5e0v1NER8moM
1v8DIsPktaPSrvCfeWb6C9IfnoPJdVmrklCbTTDAadMWfZm0JqSodv6Ib/FzsOBGwDwri/o0aLLY
Q3xjb+Rx1rPW6wpXhtsNSRyddOqPNflSz6WvUnOHquftqi2fIvXF6TvfLmTsRsJDshHOebl8VsYi
j3Hv6Wpx41rPpRo958m6c7Cy/37zQOGCtz+Oigp0kEsjicucRkYNSXV7BltZ154TGWeZMMWAhkxY
IoOcBqDxpYy0QdnDmVXcfu53unyKE4eAxQwT2ncUBjNnRM+eXeBtXtdMdK1vpTKD2jz68MBdPBA0
wsOBdmtQfRvTEdclCHYJCiFFhPZwcKfzDVIt2hewSThg5qy/5AYeX6kRf6OzhXalQdbHJrB/NFya
GooRGt4t/IU+LfZqDz3sX9F+AAchsJf8qFRL4Fo9MbLv1zUTXHkXwjjjd+ZY05MJwsriROcOlxCZ
Jkl9Urh6G4U4Gwep42poI1IzK5q8Vv1FL55yzLInyo/rughuugtduOt76hW1b/Cvn+rzC6ACds6A
fiOvDTrXu12o8QJCpdDOZOYnW0L294352avujRObsFJQ5LXRUFLWgHM/XtdNYOMXunEny3VprDUd
dIsBg1K6LZkGWV+cTA/uGFE0bM1FDD2y2bjBbA6mizwoUkj8kCD4udCE/X2zXAn4N2tQj8ManL09
nN1hN3c6O0/EGkq/ltiEeN2AVgt4aMTH/LNvKLXS8no4d8DVBkZ/06aynNPvyXsuUIVC/4jgX3xF
o4BVWYEIa2ccMMYamv5Mqhvl5U69nz7HZ/Qtf0L/zW2zj8K8I/m38lcu+wjRJXbxEdylafWdy0ZA
kBlKCJ2Ip51nywfmlAPqFSASUM1HadaWiRW7qj+qc94j8UZl0GpILVqL9MZjWX5u5vOYzCSeJU5E
spEO50SMOc37lqVdbRBuTcveVWRPd7H7+KMM+4KNYdYKIB16j0nAS8OdyByHU7Yvc0aIBtqX/SRj
SpGtHuc4UpQx57WEQBBdYKp1XR/SKfdpGkzGl+veQ3y0/6jGeY+p8squVCEJpC8LRVZPI5Umy4ay
2sy1c8D5j9as+oGmCDDUBd3RgZ2+ddWXATO0o/qlyoJFJ6MMNU5mFJwvwZgmJhhM6GVorzT6Ik1V
ytaNi5m0dgSv0YzfH7zkq7JMB2A9vg2Ntbu+PaK4aXt6Xa7sNYAwblyZcTexiaHEHVDi+hgovADz
Tm7tKqj0kyWD9BNVOy+Eci4j7ey5pDYcMQzdPaah2hDtUN2kR/gPU/fbe+UTfEg1BNeVFUYDgCoH
er6FZu+POWxEPpEOse4UB2mpHg0kKhzlu4OhoeuShNbxj6QPuexOS9WSUkhaOkxcdjVp+r85VxsJ
3BLWjkOpyu6yDpjrzvgdpKuxDM1NeF9uZPA+1m37rDNgG1bx2fae1/gOrQlzAdx8Ax3kkiUTuiRG
WORgysHy+BqhpkxOi9F3nGH90dBQrXGDuT/T9L5R9tc3R3i0NpI4l6R6GaW5ybxF/6RagaWGXiPz
SGID+KMN55GMWE/rdYI2k4KAaQwVYwgrPdSagbSaX3cTmBvBDIJ2y9e8/FyP/kQlJ1v2BZyDAoAr
YusBWvb1D9v4jrmX66sovLM2q8g5qLXw1qicmYbVazw9eRoI/R4iioMblD3Y4xrZSIPEQDzOU1lr
FZkVONL9GECWjupHqz/FwE1M/FFWipKJ4g6XPXX6SjVmi0gcKWy/3tPlfcxPlgynWiaJO2IG5ugm
p2eSJgWN0jepkvhaT+z5+yxrrhB6P8D9o18aCMJIAF4GGe26AAKclQdU900ZQGdnfxush17WDi48
XRsx/OnS06KPWaZmdb5iam2cznYkySsKTXsjgjtcgztq1GEvx8l9ToZfi3m8btoyFbijY2WtDeB2
rJRegUAqjwOV7o3o1/9PCHd+FrN1p5Gtkz7aIP4sAcqxN+L3/5cQ/nYvuy4bkCfAuxT3UKaHq2IR
J5VhWErWi08bdKORmT1LY2nOS2J+SeN9IQPg+51I/RDi/dlzlzso4Kxsi5xp4mjEOwBg1rr/oj+A
1+lBu2uD7A1gpkExEDPozy/xAIJn0t4oEpcqPKybb+AeAq2LDmSXxXwA3/Ct8TUdW7+rz3l61jBp
fH3nhO51I4udgc2TQEn1JHdayIqbrxFYTNe2eFUzI6CTGg6eF7RtubPs8vN1qdJl5pxEEtWVhusR
YedOO2sYNCbrDtxcv0o/mwL7uO7rc3TThdWrunuMv/Wn1+vyhRHHRmvOeQyDZhcrezPH0xezeVFA
BjF29q7QNBSYbJdUeZ5KFpr95DXD4pxJnYzR5LIgZ2hAoJQQLwqBTUgU2eSW7JBwTsWxq06bmWr6
cnRBTDm9SSldZCI4lzJ0q6nizod9ejtnfqqKb9LRht8gM1eWi7+FFwAB1t4KNbJz79d77SklaJN7
QBDarUF8a+0rzW/e9F30lL3ZbyqZDvod9b3gxdiXQSnLAkg05ssPbeUqC41/b96ngj54/ZOZSi4b
sQhMjLAyJ94OnH0MhTG1KjsRy0pJkh3y6AUTvtfNXuxY/sjgbIPaejRrLmSkxfKSlgNJZ3OXzxFp
mvpzZcr6UoSnDA0pgHMEzD/yU5e+pe3AjFcaCDocjDEBJZN4dDd2adA2pyQ7qrIavjhDhMK3ifZs
DH3xY0alXfXlXC7I9D71r+jQhomkZwz2WaR8MO96WVFOeKI34rirooswf7o4UC9VP5vLyW2PSe2X
7vH6nongrcAj9kcr7jYAHkblTjW0Ug7u4xKqt+nJqIPirfnSEe2Y7bNT/mD5UXhdrNAcN1K5e8HK
C3SZVJA6GGf0M6rzW6JINGNu4sMRx9SghgIAwOP5l9jUFbpdxihqFBhPVg9aHvbACNbnoI/3pjOT
NX/7C502Ajmv31FdyQ0FOhXuop9thMR+RC0046iLDKxLuHwbUdxpXt0mz+YV/YDUyx/XKvHT2Lkp
Zsmct9ACN1K486zj6PYxhRS72LsG+BceSvXOkg3CiNBg0cD7Z6N4f2+DgWb2WHPjGgeYWC/UjtjJ
XduEc/0Kakg3vcFYXRrdjP3TkgF2aOf91VvaYTOYwCRj2NiXrmQyAYw92awAhsqUMZ+t5Yst845C
e9zI4FbTQKuCaaEGwd7riRGU5Tdn+DqsoRb9aM2wlUESCDdvI45b1V6JB7WLoJJpvlvLd03/ZHs3
0sSb8A0Dbj6gj5koufGowe5SWHXF9q5fZn9svyWRxAaFlr4RwK3aZCZm2jgQ0A37vDwB4k9Kaii6
R5AeAuYxu7pQmb/cfKAPKIkbw9EaS109Nclw8iz046w0s04DxujuYhWkRbrZl4frDkO0RcBKcdEj
CGwP6wNCzFzNllfNcBj2k+M8ogtx1m9yWQZFtIIGuEEMwLGgn5fvlQELpdK0icGOlx5EwNyLrRX0
8Mb+ujICS0CfI4azUchB2osvL/RgBlBS1yp8FdPvgE+LVAJcz78ghrmQwt0bo9c6M7UhBUgvD00D
7PK22IF+57lHqcZGrea6UoK1A6mgATgohtoGOohL0wDCcmG6s1P4Dk3Cuuu/G8Ps24oqKc0IxRhI
tBsM3eUDC5MDkgNg5riFP2bNezVibEbrHjwpvpVoi8D8iKFGGBtsjn3G5jHmpHZpmYlS+JFbWaHb
5tmTaifvax5nYWrQcxk1d3lmv9Vo9iXjat9GcWkQdVhbMketd8x7S4bzxhwrd0mz4V4D3+RYNmaH
Lz+ptBotXdukxORtQiZQbOTrnTX4Wn4qvU/X91Jw2oCEhgYEhpSogvTiUlSFQfSkz7PSx4QMhiho
HPlRhTtaW/IIN3WvDLJ6mGi90Y37H1oMUMVxLliLSqUztL706TiPRM3sfj80dS8ZpxDBlNgWBqVx
9IAkgI29VExd+6irF5R+m2Svq6exCxPvtlL8st3HRYCEw75TT3bTkd78HrlhYn5OumNEH1IZVrAI
QO3iS7glzrM4jbOZln7+2rOHVPetDVqQwv6k+xwZyGNyth6S0A3pwb6TgSuKLEm30CGGHk4Q5fH4
TOOoA3eDWRLr7J+8eiXVYGvEwXvVB/dpQtjyX7cooUiG5QjUH5zc3w+GzXlKZiduK60s/XneefQE
pm7892WxdL+RjXWJClz2b9zI/8riXgNmao+ZbULWAkj+MjlUY0b61FfXu2ENDONxAcJRp4TXFdRF
Z2YrlfN/dhRndT8XQEwqc4a9NzvZra7V/Zcocpdbd0iNey2yrZ/RNLvNLh5oX5HCVqNjrGrj47QU
FYqyugYubWVWj542dqPfdz26LxqDapVfKJ72PeljO5zSGFfUgAmrmRS60RyiPI1fkspciqBVBsyF
RKMlKT6JtIPFMIRkx8L8GPeAtFp01VguzFXJWNv0AVTbafzqrRIxzOp5HwfuaeDIWUCKAD7T5fn0
pqJdNGCrg0pd23eztnP7JFwiQ7JZQhMBcRUm4XRw4uBBfCkntuyxnzrcidMC0ISwnBLrlzJ2NCdL
pGfRzktpFALhcngq4AIdf6wwx0LivExkFcrf7Vy8yoaKWxP91AD+4JtG1iUbLYOCWsTYAXw6OmoB
sPfIHH7XghhN/fQxDo2TsxClILpLslN2BMd6WB6AqXacb5aw2lNCw2f93D5X/l/MdWN2/J+P49tN
DK2eFIXxnqwWyMaNZ+od8ZGJuZ+c22qU9HuLNn8rjLOxKYbDUthKAEBE18mkdOpPDbgvT1RJi8/X
j+uH+wZ9iQjC4QNBWYVBMc7QNBAWpGVcwwBU481Z+scekcu/F6FbGtogVcAOIRFyaWPqPNHZyxfE
XQ21fQDzDL4S95KoS1RYv9ghztk15erYJdsh+7FLQu1GD91gRF8HwVjDrrqLQjX4dV0v2TZxjm5J
lbxuc2aw8dNgHhttH+WSpROBWlxoxd3TplXbTT9BhvP8nobrcQzyLxgLuj9r/sN6eIhImRDznO6M
MN5d1066oJxrsFav61sdoukv59P6Pt5/A2b5Hijfp4dyP/t5I9lB8XKyuScM2sGxclavNwbGoyku
48L6NVcPOr2RkjoLRSBtoGL4GLhGv6OizeVLvTpLpw7BrGot+3xSCbolUK6VtReLBiKBXOR5wFRh
07EuZxl6QXOd/raMtCbLYn6Lq+8lLc56Dxe1FD86zfE1M/OtMj+s4E2N8/RBsntMxAdvugmSud3L
C3XQOoMZJ5jpQrCnvqmeMu0sD7PObZEp+8gyn9XOLYiqpjezlSqfnax4KjVqh4CnVCSGLLo2ge+J
JcGtZuNlxPkAt5pygwXSmfFz0MIJjYfterBlnRQyMZwTiGjWTloDMXl9F2VBE93SDDsgA6kSbzCY
wdGIZCOM469nOhV52rd56ce5k+1GkOlkXnbOluWTR9+SqrjtCuq3avpGbWVXFevR0t8lGyzIQNjG
5hPY3ze2rGlZEpcmPsGJg+ST25AsIcWvJWzDe10hb1MQP2sL6Y/ecZxIJrmhRFEsIw1lIHKOi9G+
S+Fj3JejaSGyHEwQ6b3C2Mhc77v0RylrYxaquZHEOUBDBxdcw2LYbrACL39PEkryWSUJkl8pnY5N
NEmqHh9uRMDi48kHOlQwt2FgjdNNiZexM1j8iszITMp8XoKOmn9RvkFqBb4O/fpAhv1wIJbUHFS1
wgqihJu/zKgNqGsgsRFBcyCYQlU2ou8C7YCfhMHUiGO2CqI7NQZ+6WleXqm769azC/h1EPhpTuDI
IGlEY0EXMtkR3dhlnEagqPQgUwdjbZ0HGlxN83U07oxo1+rBat8nrb/AEynvre4XQF+r1WAoj3Z9
9GpZLkZ4fwKKh+Hv4h0PjPbLr/GqnmVvWXxb38Qescyf0fwI6iclIpP+bEcA5Qw1EJF291Z+gxpG
BECV9kRp2EyfizSsM8mtKnJQJoZBbA/0hh4wgbnvmWvkUQo8Hyz159q/N7YD8G4X0ErSqUuhJMz2
mhiHNOwP+L+OF8VJZ0NSHxZBfTD3CB92QFs8j2gJPVi794loO+c+Jd6dQvo9BawKqf3PSQgwKd8l
840W5sfqzgX/BTkM7wuCjPF13UfksQmi2yR8vW6roqvZgqWanomq3IcgkeZ9P1vmhPANbz5Yzpo+
uDIYILEMYJxpBt7FePFcLn6fujXFHHfpV4t1cKz21qm1g6L1EucoSNrb8CEssYIcKpzJpZgpL+q4
8JBbmfrKS8k6aer9CCzxU6e2ZWB0g/o4Up2eymVQbX8pk+rt+lqKX3WOAx0xdAQj46wMF63SIU2G
R+oBBDSUzN9mO7C6Heb8K2JIQg3RqoIwGIRBQDMGRwV352rZQJ0oH/E0mnae8aUqiarIpnNEt8BW
BrekObqo22RlxyYOVofk+kEvAENe74CPY8umPkSdIChN/NGIu3NQOK6SLIZGaYcXJsS1BOCyn9/r
fUliwCbUewfEsYWPjPJ59U/Wj+Ugo10TXUIOYEsBBQmIJWQ5L22IAngeOUJ8QrfiMFA9IxnNJGYi
3LiNDOZBtp66VGZc4pARuRiOBOW5dtT75JtT9rKk1wdJLoMFgUGqqPrg3HELmqiKaY/pWPlr5OxT
LfZ1pwzyft1dt/sPYnDqgBADg0eTn4F/LhUCcXW62hQHT2mP8fhZjfalzK2KDHErgou62sZYkCSH
iBYPLyU6r3aYovljVDG/44IGIfwLjTZpWs5jGW1u9G7HxI26b5bebTJb4ZKuT9fFCLXaiOGOMG3R
fjy0OF6A+geDk9N1pFLe7P6Tpxwb6bwi+zX+abLNPXOHWY9TfTUnSEOmYSje19ghSfmC2Dlp3gY3
rGuVuD/V9gh+B3JdT2YAvOTtqeIMBDVjR4krXDLFp76+s4f7eb1Vs/v0+boY0XJuxXBGUrpTi5E4
KBjlz3FvkqL2ezMAv/Vq7hE1S5QSXTcAPzAYzo8FcFfuGJvjXOnxiNHZ7r1E4TsBqWd2ip6WmPxF
AwbAQVUkP3XEFcCvvTxfnTXYoA+FJNW6cbN9oT/af4H0vxXx+2bb+CR9Mbp2atkOTW/r9EPvA63z
S9nottC7/lHkQ6oh1XODTlBkUGtfpz0B0tl1ExC5IszBAP/GZuQlHwjL8ga1BUtDqGGcLUBElBjN
kVVPRRv/u3iqIhmNnCl3jrwZjrZHvwrq6Cgg7FdAKJR4HelNTOZmP1R5kE0SfySMLLYyOU9uV7lm
I2kMFxuDdrc6D3EH+IsbtdxNi9/Hd6B+QIP/9bUUnFp2f2AG2FDB286n3JUhzjoMMOJFgRGxkeH5
lj+zBc043TdDBmj2u6LHuQgIw5seV4gFQDPOxsG5ENO0i1Az8U1/fJ5MUpZkwSDDa3ozHI1deVr9
6skrCKDq2gfv6O1pRbzAJllo9r7snS1Kwm0/x+Y6/+06AvqUAt2rs7u3/epTHOa30YEot8mNcUqf
1afray0VyN048QTI9DqD/qlNMJ9E3CB+HA4ORM2vkV8cm/0PiURmpldW3NYvvco6lZEx5pA4oQ+c
KCT351O2e1iR7a9A9pxLTqboSXixpNyxSeg0YRoe8gB6fzbO6+h7JCc1qe5NX/1a38Xkze6CO2wx
Bul7uFNJlCJdYu4MVUlX2339+wP6217fwcbs3ff49IayRuSgdk5AwSOZyhHYNdDZkKsCEr8Hl8Q/
Cay4oJUzAheEWugOBCKH7Y5kycPRsXeD9cMFsvtkvTdIGXlxgvfoDgl7knu/jGy9LZHFpP3BnM+e
8zyoR9t9imkVKl0ROEA6lc1efTzv7FM9FyAtDoJf3neqqbc0a4lPLfownZ608jPSF6OKV/r887rt
sZW+MD0Q89hgb0OErQKh8X9I+7ImOXGm619EBDvoFqit973dviHcHhvEIsQqxK9/D474HlepiCLc
38XcjGecJZFKpTJPnqMWYVoCPZk2dYuwryq8JSa7C/Ji4itB8+wumK0QZ24e4eY8i1/g+OIuo0Bq
gNprumqr9nUkJlTtmfv678vxTNeEzJ4FMI1adh6sLob8CJqGepr8KFHRncwkvGziLLXBWmYGZTSu
AdgxVEgw6zSrQN0PrSn+Ia3nboIUFtoCSRIw+ua4X9g5FP1RLsEguempZGgW4zKfnAadI9q8OUZy
46fNG0nWqNznDOnUDfBOn1utgFTBlMoomLejNuVe2YVjsc20iMUPeRsJsnIE16wokdV3RjsdC9ah
Zrx35O+OPGQsSsi0cluumVHCqc89Jg2j6EIosHQHvaU/tYHV7+Dk/2UAMLPyhdasKcG0LDqfIHZ3
SHV/u3JD6IvbXhVrvajzc4oPhHwNKQCgKngUn14Rjtf6JJVZFxZJCtkn7iaRLematy2u5cjK/OdH
uScdCUbsirwDiZwflb2/M2f5Am3u0mz/9RTN60GK4cK1IQWhvEOqoqTg5oAllCZRZg61PozLHx1c
g9yDanDlxjs/s6fWlOfIZPcpCMvhEWPTXVvx0AY1b2nAB6PbAqYiA1eAh6kkZK1qs7yhf5ep5FKY
NPUskmCZjXzmpQE5SRKwCe8GayUqnWXC0NMAPIvg6Q/dShDznX452xv6jlEcLebHgdt5eEPSQJra
Jsd9BqxTVPokFNYawe7SxgI5McvW/YmKivPX1E5yo4HzdyOkbMCO9pwYh6T8TLmEHpK3ssjz3PvP
Kv+aU/IG6IKZgz7AHGh3Nrlz52FEr9L3sfXgiFdKt2UfIuf/d089XqJy8gaO7kVRwGbS/dHvZQ0y
XzC0Jxvde/TX3mXn4xJ/lghgH5C1houIfPohxxFstr4DgUVCXx0dvctdqx1ylgSZdWOYuHUACPEj
D9fN5WWeo9AUw+rZF3XsahyGh5jd6M33zP9R8ddaa0OITgIPh/NhaQfZgdTD5TuCBLFy+t1QWrs2
xRAJpkhinkU6s7YucCGXf9y8aPV6Arz8f5uieHdXtwmzNHg3iIMDM35i7rdsXLFxlnPN6zeMGSjm
oOSo9kmapnHjRsIGyDmbQBJMT7WpGILBLfqN7Nkdnp9rrb3zVpFiVAlMQ+lN+phgWlp61Ws2ip2X
9hFnIqAUetTAjQ5ou2X1B0eHOnN+W/l0axuvhY5xYW+ImCMj25pumpjtLm/4shse7YYSuHQ36Uck
nF1ogZyp1d7Nfj8Mu0L+hLBcwMQm4bdeeTX0h8t2Fz80MJ9Q5QIGCm2rU+9n4D9PM8zJg7SL7R2v
25s+COwYX1veWVvwz74D/oDoDpklR4lbmGEr0f7EoR4aGcZDAVDTsOlQ03YgWGDY5oudVtHg5Y9y
SldsL93kMzXf/zOtxDBbAE1P5hjWu8MVreuD5axdBsu7+NeEEkOYMPOe5/h4pBvBcmQjhEDMyTa+
FDKOlqKEDOEy3cwkllKjBBLle/TQftM9ILQ3zZ7tmR8+mM9+QESA58VePn3FVf4uUnEVzrpEFIAi
hzTHcBLJNoXbboQsV3LWxYv1aI3KCfXitvfa+WL16cGZtn71RHD15Dfgem/0fZ8//v+tSj13HbGA
SsaWFkbUilvXvXHH/y6bWHFAtaCSZbEgfE6PtepltO5Xk8jFvx/PSfQyAc5ALD09w1ZrI1kF1WhY
sPuuea7J/vLvX8w5bKBOUH4FNZ6a6rjlUHlFixjR6fmNyN3AMrJnh7+4Nt83bnE9jO3nZYuzK51d
P0cWFR+oS1eviQmLrkSTPpTaQ63tneq/uFtxtsWDe2RI+fqC6EmOoULQzPr3PahE7R7DoGs4wcXV
4L0PQmI0ms+QO7mYtMy2agQggeutLMYDhBeqINW/6bIOu0lf+V5LOTAAYDPsCc0vcOSf+oPdV3Fc
lc28qH1rv/uQNSHbbk1RYNErQACJ1BcqQIZKM6mhmpT4LrYucYuo6QD4KWrc3W1oJHvUmwKt2n7B
Kf4aVGeh064CbFTAYF3tfPOugdhR9Uv3Xwx35U5c/F5HhpRXc6L5dTLW88rAJuN2kQSXW/5pGiGZ
VnA/fzQkVEdH3RfoA3QpUT9R/K/0ZJLItEPKx4I0xPjDlRuOW1cGdE+DIcgPzq3Y3mVXHw9xRML+
23N73UfFtbOrtyzAloeov68cifNWNK7qo99kK/VfroumsdwWkrz337RNcmXtu+vqsXgHsd31dJe9
08O0ecz1wHmorxPokiI5X8kMz8uV80+Yx2wgkghtPVVHIm84KDpI34YSdcErazdGaQTBoSHsNhi9
ebACc5euICjOa7SKTfP01MgiBveBD5ufyRSCVe9df5AP+rc6+oAeTiRDKM5H6ZV9jV3fOysedz7d
rBhX0iNBrIwQNmDBVzNuptrEMsx3Wii24sHZ4Rl7U9yBLWxtn2f3OnO/o31WUqMEz9uY5zCLPmFU
b5wAbNg5ZDvanzf1i33vB1rk3nqRHpm7eiVI/Rn3uWRbiVKdrIUuLew3ZjO2U/Dm3Y/bzyc36Ldu
ZFzpD/o9Ca2dHckgf3/ut8jQ14hyFx8Dx26mpFMD6xrhxvgJIP824GLd5mkKxq0W/jl6bFt+4zvv
ytqsjugv7rsHOie0UDHkpWbDwEDINhmw714AvjzApYC3CIZv1hZkX1sICV5nEtCorA7LbYwW10oa
uZQvWEfW1a/eFhhP9GE9Nu3AHjYmkV+wYIPwwELrDNLb6pAT1woKdx4xI11kIdDGYbba0VjaQhug
KgA8IM9zxrhtsEJkVIeJFvP/Ub1HkO4+4TnXP9kbD34lh+RFBumhD4s3f20Dly7YY9uK39itYU1G
DNskH8CdEiYsSlE6gMTj5RtvsUQAHJ6BSxyMpmcSRO7QNHkN0evQ6oPpJwnaWeL7R4J+lfNYBE4T
QkE2rD5QIBGB3K1GpaXs6Ni84igQRaOlO857LAPn5/gtv83Abwq6GEwJBn6Y/7Dw0Cjv/1tZ9dJb
0cMcLqRvLKDm1fmQrBuyuBYWttd484rAz3+53s2Qv+TmW+ZEaX412CsbvXjnHZtUEk6PWiLFPHAb
NjTIH4c9BvLuwcZ4zQ/5XjiBCy3nOyfHBQRCaHQlsw2mu9NX9G4uL33BqR28jTEegxot3qtK5hE3
bZmONZrqo/taVSEp77m9Q00ROmwg1r/31zLThQ+MyvY8Tw7QF3TRFHumKX3mGnUTAiU47EYCgJsd
ZwMeQlCbuby0haADAbZ5fByFNsdRgVIF5XSwdVCro+m+9bn8AfaclWxqcTVHJpSPyOiAVBsEuaB0
q4OumqJO3A9yd3kdC2cfmiJzS20Wi8YE52ma4NZ9ZlEOI5OFUmiSb3osB5pa8cdlO0ul11mNBzNS
eDMYKD2dGkqM0mq1vmugun01Ij0E3+9ggxgtSDRQuhz84panz5dtLn0jH4TxtgUkAgAJytoSK+NZ
PvRN2PrllsX8UHjNihss1bmwrL82zNNlTU7qsiKHjZwDZQMySKsJK8aDzto2XTTJIJmitNumycr4
8ZJzzNrzcHJgV8jZlUQYp8QHVsSSd3H8i47PVf/78vYtugZ49yHRgkMFcNTp0vSxkkwOQwNuq5ea
YGTRAtdphhv27bKd5aX8taOE5ZRRtEM72IHeRG7d2f2dscb+eD5tgm/kA9uICjAmeqAZfroWzaPF
GOuz95XV45TF86Br9dZMVg8YuZ3sZTJNmNfm7KYy0kNDrA+CMdqITUn5dHm19uK2YiAVpBAEMxLq
tho2FO+NfGzCoRiTImiJ176JKk0evGLkP6XNRhN0adwrA2jS5dHQMv8uzVOM/fVaXocIaGyPv7za
MUgWAEGDvORm9FvhBQ1xkyqg4GNOCKYDqcbHHa26+oanSffquLrbBIXgGNrSE4c+1CJpH1PNzZ99
MnWbTppodo7Se6MEE0ARGED6RxrnBry4CUZzhB5CZ2b3VT/XrWIu/cCsB7qFXEn1W6QaXk6+b+qb
BGD6B4PVeD7XRm9emX3vr9Gu/cGZK9k2wZCwjaEMCMqBIf30ewqtm6TfyCZkrga68Ffs8wbaF9uJ
TPvWNwJLgjgno5+J81uvu2cwAwWpmb3j1ohKB7AUQE9Z8z03k8BuBSaQDbTUhn+ll4Dg+NxTM1Ej
nsfIFJ8rgCLRawcf2uzotQBEparGq9F7v+xPC3fsiZXZ3Y5brpPPekeHFdJycQfeliYNUh+g10B3
6XTQWZs/5ZCLSjzAZaAm9nDZ/OLhhaYK+DOAoDtL6TCNUCW6j8MLdMhNYQAErbGbOEm+cBfiU2Na
bNZXx0zR6SqdMSldnk1NmPbePdeHCLPWKWZRVsk6FpI1gqEsFC904BnwVj81NNWGGLxyDnpEuhvS
F2hRSRd8CkD+PDcJMscpqczQLAwRuH7LNmbPkpfLe7oQIWZJuflawcUF3ZrT31APMoPY1xyskDQN
/e8GJAO2sxnXSETX7Ch3V1OxkltAKoeGWWyJW9/oTvyWFf6VgCz2ytt8oQiFxeDi96G/Myfhp2tK
45EX2eymTYWaofWcQQobQqeDgLyS3P77/h3bUtZlxykepBK2NHJFmp2Tdrd6clN4a1RnS/tnoMmE
rB41QyCTTteUDVAvnyCvAmk+EyRuJvJnR2uN38TtMX3jOuz18roW8hkos6HDiDiKaK0yDbAxpxOG
6XDUSwyjWeKpFGvVsoXjfGJiXvJRNBk6uyaSIK6KusKgqbElhoy6of1CaMTEPGYfkbpgplXZuYT6
RiXn42w3n03JwjF+zrRfl3fLmI/q2R1xZERxgzJJnRYg1yasvT/NFz0Pxvwb0w+G8WoVO8cfAeAI
RXfXkx1Q+petL5STsZF4+OigLzIxQna6kRP4fhiAcMir3Tbw7D2UO0E4fZejIppG7bCmzLZ0CxhI
rgGRm2ExKudNOYCsQzazy3NxiDN7Z4zjdwArrqtkuLFtBsYS++BY4u3yKpc8ciZqwhwmoH8Il6er
5HGi5W6LVWYjSHbM6g7jtv8e+edps/+ZULLDYshKy51dxdHp46CXT1k6o1zXBj2XHB9fC6xjqGDZ
jiqxiAJWDiEDhljYkAjSWluTTwdSyujyhnlLfoFnELKBWUIP89ynO1Z7KMuadtWEfWrUVVAQfLCg
AVNOpJd542yH1HG3/lCPz2D0HO54UeRRYdYx/iMNPzKgOu1k4OlpawbZ2NVe0I1NFelOo8mwSTOw
RkK77VZDFXRTTCbfzdwHPIh1fbyJB2+6soFMfh8nM8P4OInr9y4m5cZPDfCGYjaB3oi2mR6JLfhL
m5HpagDgLQLbHPBVmD2v3qupw/9pcZ6BEtC1SidIUOD4aUG5cdhUZlXtNWaQKBnT+MEXZo2r0vTE
trBHFjrcHnZWPRLoaWEmB22V9AH0z3SrG3UMqaj4kFeaefA0B1T3k7Vl3JPbSXACqBqR98TUJwx/
aPaNU+PFFaRFX5Ubi+X6ozW6DCydo23t5dROb7JxjTIQXsYfrAk98qAY0y4OIA5fbHwnHV7GYjR2
fV3mH1pCjVD21AXuSIsBfrr8wZfevcBUIadAnMO4qvoINQlUdgoPj0Pds70bGtf8rhdNd4AQtP0G
eFucBQ3rx4hro38HGteMBWMmh5VTtHRVgWURtRhkFiCrUmIhSAQznWn4FV2mB5UcQls8W/5Gtivp
4NI1f2xHcW9soCXHEhUYv0kguLutSA4qoqgWz8Pgr2zt2pqUyABN3GLocqQvekmDHgRGKfDO5aZu
VzpIi3YgCwftXRePQTWU9wnpLLPFmqwujSoWNc4tt/3AM/aXXWUpmB57ivKNCvTVuHDwjZB+3Yy5
95SzfnfZxNI1Mc/UoKoEnmxQTJ1GH4FXXGujCguUnxFOPYjfKoy6pCCR0orqs8IoT5z5B+6utXCX
3AKcJKiWwfUwvzj/+VFaQYjQBmveQmbcmDSstCQwUXLMij3ac19wi2NbStms7LOx9AZsIwcDegDZ
13KrufpLV9TNE+Dq1ldO1lGyrnh8UtayLTwU0BwSf7p4/AYJ4F9tU/iBqLyny99v2RX/vgwUl5dg
TKlBNjVntpCVTILGzTfcfInTtU08/2AYep6xF2jjzj0dJX1pKMQ/odtbhkaB0rh4sQBgSZwnzbZQ
KFzhGj1fFFAeWJOJwiCq5Kpz0LgciCxs5Ec+6AR+a0ZUTg/9+PavWweuEWOmwQDfrI1hglMXlI4A
DUblzEQO42NmfUI07pYzP6rdNfj4QuI5CzjNzBRzXfXsDVnbiVsyD6bA/hON/dVgodq0J7ga7WvD
Ccdp44I2IRMfmXeNa/ff14nCIJ6ODjjAcOGcrpP06EHzATm1jhsx9Xaef8CUPYpBa7oN5+EK7xAg
MoD6t22cbcVFfIsWnEgYArV5KLP+bkzsx8trWTaBVAnEgniRqzygZqU3qe0wFtYyOSCRQbdi4D8v
21jyvlnTBFR0qE6fAZ+TtKe+HUPffHI+fRBbeB9NDd0OsWLmPL/U50+iw/Pg6eC+O/0sSZ/lAphX
7JZ9XdXktrS9CPq3Kx9/zYoS+8BMJCyDwgoQB7uJNjeZY/9XsnLlll/cM0zWY99AXQOWptPFdNTJ
SDXATOJ+o+xzLOKgbqNVQd2F4jo27X92MJRzaoe7XeVkAnYK1kZavZvG71Z1NaUo5rl54JC7ClPW
dVj8Oxbo1K7i2mZNkM3Gs12720CwL2QDwWXlb4YRHWbrCalU+M9eSHQEQBdjwbNQsXJq2RjTbuxy
5MjEDpMRVVwgkGLrLR5XXt4Ln+7EkHKDuJAIMiwJQ61VlM9oFJoHsAlW17Lh33MvXRtGPn/u6GhQ
QLeeoKCGUVBlXb0G9V7DQpBoef6m16glJH0fQI0uQD56a4FcILbNL+wl3sJgfAAQyT/jl8w9Q/Np
1jNAj91QDEBgpxFhMojrf+7BYKYW9d0/HLC4uZTF0UE0te8hdICt58ovWRq4BliBLG/tdb/00Y7J
HxRDROp8EDlWJMFkQc2XgTxaxYY2a7jfpZvrhGVCuSTHOAUIr4SheGJRnk+hJbatt3FlyN0rA/UT
noa1FrXQluyna2qtOOdC+CImtP3w6TDp56hVDEaqmRsUJBcEakOGlm9MaW8Ms1rJohaSm2Mzqq5R
bPdGoRUwk6TAY8XfhVU/23oVdaaxr/ialyxam2/ImeoUPF9KsKRjPWrCn7AofC+dV9e6/Unpr2Ro
oxTjmZfjyMKNifo4yvAgkMLs9Z8PfJRoG1qrg48XS7Moe9BK68arf1y2sPiNjiwoAaTWZZOUBBa8
bAgZoBOT0T3ZebG9bGZxIY6DoUKLwCNsZdc6ymQ56AKBw08edW98tujKs27Z2THwBJp7DJAStdRf
UfzrsnLg7GP8FM/MxdWLB5YBmwf+M0Nlf3j07Fvvl453JSu73eUFLp1pdCJR/5xzD1TGT+82Zrd1
7EjJwsy/z1y8jMRP2m9ifVqJhksR2AKn0LxM38SowqmdximFYVKQ/maWdwsFi2is3CCWgMWRYjeg
VUbLtTtmAf4HjBQmpNEWgkgMag6nNotJMCbmqiOmRd/tZDy4tOy/e4V1zTvnlvWtG052+uI23hMV
owicPDUOjS30q7isD47dWFve1WAKMqzXy7s+Wz6tCaNJhfAyD0eB1EktvzXcMQSV6IQ1Ak3CNkRx
Nqm3vPwVYyxFkpc+XfHjpc88P7eBxsGTAF/hdCswM+5Qt0lYCIaRIO4/PQ9lrQkzByufeXFhR3aU
zM+vvVTzKw2EKcNrNz4M7KA7I3qde05uDb7l4gt3H4APqCbNpweF59N1UTivFosUqbmfoZgENgvA
xdrGWFnWUrQ5NjNv71E8s7suaw0f2+eSB+FVQQetEp+8XHaKpSOCigE+0+yvwFScGvFpWwKdS1lo
jHdxels2duB7e+B6OrZJ5Vc27siY8qFSvanassgQdWw9qOtrk+7agq9s2zk5PfgZgLjCs2xmcrLV
cjb408CgYyG21XUbOKkVCBcUCaj8BGLMDmYVbx1hA9SOComT5aEBclWH3eaQ/hqgpDPUIqid3069
Ju+45KVIJzGGDgwQpnYVr0GYj0WW4kHHOi8CKT9O+O+ct7vKeGUT5klueRld/rZLDoSypw1KKXSa
cO5Pvy33tA4cjgW+bV1m+1ovbGBM0vG2sgr3K6aw78jeiY7ulhL1bPhRzAgWVzXTLZGgRxz1F9cT
z5dXtIAmx3AhrEBcBITj5/MxoAgrAWrHi5U5Oy9PX4eO3rbDLxn/Zwlx8NMOnfFeD8EF+GzQceOY
DY80Uw8Gp18b4VpKbo6PjrLmvE1aKDjg6EhQ43mYnoXUXlrddPTVHL4SSf8eHBXHPwBgJ4oEphLj
g/v7MX9szJeaHy7v7mK8PrKiXMsuEfnYOrBC/APh75LfQxdkECuX/9I5mCdNZjycDupSxSvtBG0t
WuIVllhJRPpfOoqisOa10HrW6BYt4NCXa4no0lEgKD8QwJ9QBlOPAs0qs2w8RB5k8RsCeE6GGr3v
PV7ewD9zK+oVe2xmzuyOQnZn1FmvEZjR0Kx87XNnANiqpV22GRxPPtsQq4u3mEJnTgD0Q19G3CDD
D8QqAVCHkUBXzh8KLURKYFRPvql1b2Nv0JlvFFApiBIA9bOVKchISVN5n6WcyNPgNgVHJcDwn7M4
I4+ji/n4oYzbjxp/C4j/gKH7VtT+uOtSYBy3iWYPHVieILMdpB2Iph4bgUpXhEPbjmGW1ZUfmpae
b0U6WmwjAN5pt15buIGYJitqG48/8LieSoD4C6CVe955oTc6fFuDaK5MOihBtnbFMOid9pyA/EjU
d6TpjClw3ZH9p/Ue/Sb1HGQ91APHcQD5dLyqRhtMOqytkz60M266V/ngWZHpJfqzqIcxu+1t6T4Y
aUnGDbSZBToso1nc5ybtI3B/J26Q2tAMswuQg0KNUo/fUk5G7zYtQRYITJnl3aMl3BzSpPG2YzYg
O5A2z/SdzUjnhkRm3qvIagig9v1Q7Iymq7al7XO2zUjXguaL2uIaxMXjj1hPsz4Uo8Y3qWPyYiWS
Lh3CYxdSrolmElMzZDgeJeiq2viuj588FH38/OWyry4059APA8E4mWUiwDKmGGoz3U6NucAox3tW
7VNvk+lbWb/6UKTk2XXsHSxtf9nm4ik8MqlkNCMGFTymoSLSgKedmzVgsCl/TPj0cdnO4h6C7QNc
c6DJwJk/PYakraeBFbCD/vBeQGahqrPXzHKfeC9WPtfyNv619efPj478KJmgxlwKnty94X/q8rGz
aSj9HzbfTNOmzR+zZk1OYuGRMWPrwP4BuhlkEr4SqUFomjRgEEeRjtwm9UMlbpvxZ5L+kACuOFuJ
A0tfcM4DKBBi9DKozIjm37ri8/I2n0fy019hnm4zFKP8uEvxK4YcUwTxcyPziOljGM8TXu8pDela
O/LcgWBxxp3PL3yU35V1MwcahDTtWJhjvJ/X2tam/kHEa2YWiq+wg0wNdFcuaJdU5qBYDC4vpgo3
oXCfbTI80iFt9l1KrlyLVkFp5iJMLTzyOtocaFXXGx+QuhXXOs8vDFD/YawIKErouKhEVpOfE07n
Sixt21vksukuLv0+6qTWBWSSqMY6qfnvUWFeuYvNNZA54wecftPYAHW5kcNoWQML+ytPZWA1+JLa
h1b+GOQdZCbltNa3WfysR0btU6N6GRdJY8ORRmfaZ4b7rUv7bYXZ+8v+unBWsbi5BQFaY2iSqVUP
HeIhcWW3qAeAnq0s7xryUiLbKDGNATTWpmxvy3iNQ/w8Fs02Z2ANthR3r+KyJeAapG/gsm35q2nz
MIO0QIyRsDXI1+IeHtlRDmMM/h2JXixia3tVFZ9duTHESnozf4bT7OZ0KYpvNBnpwUmJpXTN46RX
wSjXRDzWNktxBN9sPSdlWEQOknXcFIec+o9ece1DDyO47AyLwetov+b9PIrbJfcztFiwGObfa95/
WusG03iw8HSJjRthxEHbmSsml1aHEzWT9gPHCD6qU5PEqvtR+Kgwm50dpeW9pHcMIHJrTfJ9yRWO
7KhqQyJtLamnsJMa7No12KbDWPdUJNHlHVwzo3r2WAx2r8NMD8lvApmQtGwiXq6KzS3aAYMNWOhB
NIX04XTbRC04BcyahZyKKcrGoX7hg8TkTKvpIqqHpLAOTu8bYLJoMrqBdgpKaH6t3QEvNmws8NJ8
90U5XJstGJ4D0YD78983AlSDmJu3EKZxNZ3+QD4QTqgOmt7ExVBCUxZtmNQi3vTc+PXvlhCU/7cV
yiH3rMbGqwFb4cfDcxUb/7WeHXnVyit76WgcW1HOucHaicsYH9YT76TjgVFBz65+BPgh1Sdkot/Q
xf/CunzUn1AYmXMpxWLCac5TExVvSv14m9W6c1WB1ROtzsJZ+VhLQWweycOEPu5V5L6nH6triw4g
dpjqewvkP9UDZW54eTWL9wyaY3hZIbvGAL6ynDTOM1BBoO1Rj32QzHNKe1Pfd8PW6jYGeTDdNOj6
f8biYEjXsMBejuoXMkLFpqYRXfIRtW7MCwCfBQaRSR5K2964rFv5Wuc1Q5hC1R6IOnT1Af4+3UIv
J3UzUZOhwVgGkxZNQxIY7kdj3jJxxZrXy7u5FDWPrSlFQ68U3VSWsJaiiuyznaV3KLO0QUVXdnBh
UGqec8Y/YMEGplcdrNGmpmjZvC7p6JHvdFuLlBEFv3PXamHmGZGQ75DWC2U93saFt40zueI5S2vF
D0BVGSSZs/ec7mxZApI2QvcB0nDtNi5/9n4aleAy1wld+YZLZ3ymE8UsFpkHLpxTSxpAcC7RwPhN
MmsAeckkmiAWhofRmdYGe5kr23uHJgJMN+hW4nWIlPELPwEDdkiM0Kyefff0J4Bs32egGZ0RLveD
L7YzNXP34Pg3VnYQIw08r1k5+0uOi24QlOcx0T43aU4t+m4yGm1Bq3D0f0wGktqHEvzqrZEG3hgl
7b/PfSCK6nimzD6Fbp7yNc264hDpwDCB2fv1dS1t/wrKGsCrjTbuKQtFkV3X+e0q7Ha+ENU8DfO5
UKAAHBXqNcqF6dABC809FGNZHFiWgGbCc02CkX135D3NMYh877q7qe62l0/qvH3ndlFcc33EnzO9
IMP3ejsBsVXYaT8027xmKJawZK11uRTAkb+jZAG4uoV5qNOP6IJd23TAKRx6Zho0cldVD2P26JYo
se1Sd6+3N6a5nagdCqRWxkep/3PaYxOUFNBHw2ybYVnKHRzzOEviogbhAxpP4JWZ/E2DTl6QDs4K
j8nCMxSmUOae8Q94s6il0tIQGsWd34Zl597S5D9S9Fem3u/0NN9k+W/PyUINoEvP7A+VvgYEOt9n
GMcdCa4o6NM7Z50hI4Pr1DDOZbalmfOUD9PKtzx3mFMTSmg3szHTqwn0NL2bb73Y2OsFxIbSNQbl
hfv41I5yEC2Gr1T0sJMVN1b6KtI0GN3H1ozyGiMpWVjo36BdvxJszmP5bBSM2YB1uvAY5RSympSk
bcEH5PYUOqzxlmX9zqsgSuynKzfXminFJXvHlTKxYSr13c04yiCTmJkYyD3K8Cvwt/MQOq/KQ6IB
omjEUiWE5sVIhsTBVkIGsczeOrYF1Q14x1+b8tP5AjvHqbV54UePtCbJW7vIsLDYuHX9BnXJA0lB
6+CsNCbPSy2ndpSMBrgg3SskViUTiFMiQlP+m+jt1Zi+D9paX3f5a/3dQsXrq7SqzaKaiaK6DUUB
L/c+O8jQtWtuf37Fny5K8XqT0W4uj7fhICmJ6iTOA1AtP3ae+JaY4q6XgoaJtKfrws3sNV6VReO4
2T30Hm2UKRXjg4keglHCuIMCvQbkxfhTg5ogphWq9rngv5M1Uoo/E4Cntw+W+9eiGiwnxwDytxct
uEyQ9F6ZG9vfOE98A/nWp5oHKSL0Tr92Vm6DhVLsqdk5jB65aCIA//P5bPat2hRpBM2sjX0r3uxf
5Y7tJbLFPmx+Z+hEr5zExeCJ0ILwAtTYWWEJjTUKcjgY9s1bYnSA+EXSa9aWN4eOs109sqKEFg3z
25bRwkqGYVKkhIkMSy8UIEXW8dhPqk0id3VGAkRRMrxczicWD8qRbeWmZxhloFyD7aSzr2UBIzrm
+TUKpUh3f9nUYgA4MqV8xbJgesYTmGKa2GnltDMl5KFLP6zcAiOMzutlc2vfTomiI495XzCYM8gH
Nx4rQJLE2glc2z0ldjoFRllTOe8eiHAofyy7feJd+WuI/8WloJaKtA+ZrqsySrYdJoP8XEfoZNeF
FjX8Z2qvDEks39+gsIBkJkj2bZXwvEbDr/RNpCJO944xsSsheBOJ6WPS2luHmJth4t+Y8ZKztUrI
4m13ZFgJ1bRl+Dvn245a25bUYTUhkGCYTsQQcsv4JnOdFRjooiMeWVTiZun4VGK2HpeDzh0wT3jb
zP8Y4+HRqMENa+srWzv79dnx/mtO5TNNmZ6CLAl3UdZpIe8TlPintW7Vmg01EWqagpQZlmTjqyGd
jQNdgjb+8ola9PajhShxShadY/ctjPQ9j+igO2BE8zeTZyBnQPnqsrEF+CSCPvg3POgVwvXVLKhu
a0OaEttWZ/tqAtHIQxZ/xO2Nnbx0lg2I4bvpHPrsgaeHNv1YMX7+vDs1rhxsIbqK0R7G7QI87te2
eZu47062R12zKJ7T+sZwAn9YuW0W73PU58DfjLcsiNpOr7mp5gBoUBhFVf59TKHkndFImOaGO3hB
o3jOvQzDiNr2K4s9sqssdmxTf3TnZGmiN5OkOUAEwBL6cjNWbx7myg35xtI+rPw3J1976S2/v46M
K2lh3xaWN80pfIcGp2bfVuzOc37KLIuod9V7uzqOkmYfr8FIFn35yKwSdaCNlUBLAmY1c9Nm/mPd
u4ET11vDe7u8u4ux+8iQEmxQiMU07kxZmnrpQeIF5Gtsa+fkK2fzr5k/4f0oRco6Jxu5M5sZCaZl
xPieWhMwLXVg9GsS3mvf7M+fHxlLczvheQ1jmfnb4JvRCuPkECe4zTUyCwfr/RaswAPOyOW9XE4E
gfrF/PyMqraVMFeVwL54CTJeMFEGGKEJ8xE6I/9H2nctV65b2/6Ka7/ThwFMt45P1SW5opZy1gtL
LamZwJz59XdAe3uLC8JZvN0uu1zVVrcmAUxMzDgGqNItLUUNNQfnKBCxumpHZJB9YaOlybylQ4I5
+IdR+yjSJTz4/2Urvr6Is4lFlUqALwI4ZFdco72j7y4B1p6V4V5H4c7UNhKSX0azsoMFZ+qT8ebb
qzLbCs5xQ08nJtcY/upUPleBtmkM1RkG49IYiZun5qrADKwSXzfpuO+swZVjeaeH6U6TbzUa7m3d
vyuNH731nNWqK7cq1CTcA1AeHFNquGly5aOm1SoIEqfMFbT21WCyQO3I7culmVPhazxbCOcWYsYw
0UcdC6HdFehwgvitVBWHyJjxH3en9UdsYL8OizOwlY8yks8CplI9a9Tb2h82cnGtNJcEMYVkOqp5
d1qg+PJ/CeQsa1DJ1CA9tKMgvoNLv61lxQVE5Oq0mEUt5I1oRlDK6di9QJ3dXJWWG+Rob5fdvtol
iZu2rddNTq8s9RkKHmk0GMoAYURfKkDceDaQwkapR5XhABfRofajjU/2BjQe4Usb/0iQiwGqV5cd
htSr2g7J7wXjKghIIR9Tt8CDRg8SErHHT6ZkYOxbY5FhUKJho0ZSZp3IZyRSPb9kUFyja+ZXlexW
6NCd6htd0jwaXspjtj59At+V+Pg7uOcEXYRVG5b4jrCZijUyAoA9HkLZI1l16ecxKClUYE2clvld
uSCTgWCbrDCKOeDjtfeTmgSJrsEdsy8o2QblXZIvWBn22cdGBiIYChpg2HHEfCGvm9AcP4wGckNG
4Y5dsJH1fIUJYNQrQ9Wz/UMdgoPu15eFMX6QAwNHAAOt3CWVGAJNT7CsYbzAQKuTjuvg11nl8ILM
ZHD3cjDsQA0C8gmYbUlQm5j+h6vgFDMaS+oP7HDS0O2QWB4vSvp0eqPYR/KHM18Ep3MtMgO2JEGE
maG7onWovzKCQ1P/cuLzeK84B6bHeSjsmrlDea4N73n/6KfXlraQh/8ewDApmC1DlgXwXXzfRjoa
fYAhfSiz2jtNsE6aj9/Zrb8F8A0bPhjD0BELAcV4W1WgnX4I/Vu1WyoMfX9isA6VwQAA7Mf6XmU3
IwO9bNgtvwu03EEtGYZ3Knz93cDI6GOgS8n7RIrmbvLjUHdqmvgLUYQAKRyfAHAoVhUjGDvnVG+K
AdAxTgE4vdb5Rbnxd8GLHjhga0h3K/qguxh2uTib3rVb0+ufLAeZbLc6DNLCBRCMEbDPwCQfMpN4
H/g+Qq3UJgNNBw1CKE/dD170Yjy3a/RqO+kB853Zyr6TlnqbhFo0k8l5Y5bUkbC0QzDrRQeju1OX
Rn9FJne+Js7kVo0UK7GP3x+ir6HYGva9HXun9XRJBFvizLdOAY4pEcxYuIZ1Iem7AJ3CZKn3Umg5
0DXBZopZwoe70p0VTbIRQwZD0gmyV4SXQx47tbXwQonkqIz62AL2J7sUx2uRk3aAloNdrgVJ1caa
ku6W+hbwtVqrVX8MSZgv8dmJ3mGkakGahM4QDRHCsUSkExKtqcAJZoMxRGl/BobsxDm03uyA5jg8
nj4rkboRDKeh9iSzcXBuH1HEAe52C5tChnyTWgainqXWRuGCVDzBDKYADzEnAvRbsZYaeIEVdfAy
YzUCVrtSgHD4Rprb06v5PHb+QQGKMUOIR3fL9+Oqi5jSGhyH4c7eNk9A+ccwpzM89RcJ+o0d9Q19
wOvpwnDus3PjcrwaL58rd9zaW9PRnMbNV6e/R7S788/hLnPZo70nLBjlIg5x8HOktB5OSxDAvKJ/
fbZi7j5HeaqpfgMR2lq/8M/zjXwFSoGteZHu22fJ6/bFueFgjBWrTA/o8VvishZdkLl8Tl0btS5R
w4F8AghOSg9WdOHnkpcj0Dq9UpEgoP9DWXEt0LXAqVEWY/g1J9BUFdTBbblLZac2Eyclu9NyhNYL
iD4yaHuQR+YhKwezTMd6MpFFDl8sQCNYPnVG4/q0ENGdQLH8byGcYhihKZUNE0JgVKKrqb+l3QMi
EYyVLCG+i3RwLopTkDzwFTqBLwrNgAfDpqusTRdOhu08f+nmEjgV8NXBKKQOEnrylEbbIbqEr6gU
97WxJfFT3i+0A4g8ehhk1uQJNwscdscGshnqKo91G9F2fpdpiSOpmlOF72HxRsyXKFtQB+H2zaTx
i/Nt2iMnhPr8uC3pD2mJFli4eWjHg3FEcQQz0MerSbQk6IMO5l7vHpvgoMkXSYF8i/1skic0jpW/
jrJz7Fox9Z89zlknj6nFXKu4I6sSiW+YzFWqLUWTwls08+DYbZ6JqczUBnMTxFB9R2zAIWrwFJfi
LNHZzB9n7hZNpRZIQQrG3qx/7Iq9bN+fvqUikzP//ZymTYlSpJ2K36/U26L72aMv2B7Bx7lU+hBZ
AxXhP2RhngJdp8ebNTLoQUOGDsiDp/QYTVW3nbyz+hoB0fb0kkTnMhfFqbMUZpT4mF9zCw3pzSnx
tPCxtCLvP5PCKZnUGQ0wLyHFkvepgrbv5NGQlhwl8VIwH2ooQAtF89Pxrk2tahuNzZaivvulC8JL
twFc3+mVCFWATb3/JYSLUKsAnVUBsOHdqKHOpEWeoaKxJFGcsL37DUkm2o0xugQkcJ4cVS2Q7Y4V
eJomQJKJfxkPW19eoYn7tBhBlRQhHeI6DfEdg63jlG1IxkiNUK9wO5O4pW4+xMQEYtNUAUy/diZk
mcZU36B0uTZq6em0cNGFncvmtM8aGy3vfVSBVcyyt3p1NdnKQhQusqforweSGMAr8Eiwn88MTxBO
YQZ9YT06AUxOm3UeqQPVi1sbbXC5bu6ayk881aoeM9K3C4VSkU4iWoTCAMaXfMM76kzVN6cIrwWg
XxwryN2+sA6+1SwEyCKt1JBhIAwnDX1W3CJbKtkEry4eJX+lUop6AaB5Arewy/XpAxOu50sQjwNU
jnkfFsx31+QacO5K5Te3gETvZSQ5UtyI09LEujkTx0VbSNGDmDOHJ2FEg5NEsgNA9K014JGnJoax
MXPe2KFnDpdtMS35SSK3AolIhqQHkAUkJY8VR8sUTLVFGPHykYcl9k1RhGutLQ9honpEeW/8pXkQ
kdWfB3qcQNNuB9JkzOrr6KqWmzAAfmSUbdVSvYo7VE/Lhdsn6FxnsQLD20Y5mkVIx0uMKfoP675r
XFigJ6Bvu8mYecZA9pHhb2gKd61tADwcyauSfqAnxJPzdqnfUXjGDAnbZFkyNqxz/BHUV6aSYNjd
jZN2D0yZXYpRbAy/rlt1dAYaON14FYepp4Tvp7VLpMtzwZwpRzG+RIoHggfgqrbRNgPXYzPsTgsR
3UwTSsRm+MCPwMN3yIVdJYYBl0EyN5O/keONZfzQp6WTZLrBu9zoKgBjC+DbML7MnWTSAjuolZln
ElwZACHLRxmAOXTbKfWuS5ptpI+3RvEM4nh3AjSMUip7NQsX2iGFa7XxMKLFE3PGfMJTklRVQsds
A4B46qKlNM4DJ61WmMk7vaeimwlyon/L4fOeQybXFjpsoDFZfKNF8apUipfJl70Oox5F+T5GS+16
okfEwiWQiYwJD0w+HOsomVLaKQP4QP1Iixn/d7qtcsSB8eBfaVp+PvRd6Kq55LsAKswXtlVkF9DF
DapA1IXQUM3ZBYBD13E1giVe03/E/VWXfky9O9RroED9+r5iuhWTOaBmQJDOrTJSBilIVITuhvVY
1Ls4fq6jt6R4buU3/+a0KEF5D43wBGxMOjpaGff48Y7GfdaOMHPYUaSU2249oqbVr5XwUtHXlrK2
1BBu3KO6FJoKU7hzuZzHMSSJJsldDZNH1u+Dey1t62ptvdxID1a1iupV9bBgZYSnB1w+KCzmKlDQ
O16oMVFUY9QWri+dXEs/AMJIU17l+D5cmt8UXT+gAv8tibNnVO9zK2KS4Oc5tuoU8mufAKxvwaES
Fkjncjg1CQZTGzBZiyirQaessu0c6mR77bpBRt4rr0rf1e9Oa8vCyj6fkJkPBwCkv/YwQkak8S8r
gOqDftZeIpoSYEBBKxFyAQuTjRXyCf6pNvMOKMdIXm0MV9kqd+vcJZpjXSovwe3kxpvyCsB2vbOE
PCF6iuZy1WMlaagvNYCfglbWP4Ju1wXngb0+vYcCgsPjtXE3rpOplicSZHRrqjrqQ7n3vWFn7WrP
v83vlN4DAqILTl8veKXuGZrm3d8Ja+er5O4ejU1Jkyh2d1LVq2SSASI3uQYaOibrqiur3eeC/+tt
+D/BR3715+tX/89/489veTFWUYCWo+M//s9l8ZH944q+vn3U/83+4d9/kft7m4/84jX9/peO/g1+
+V/Cvdfm9egPq6wBh8R1+1GNNx91S5vP34/PZH/z//eH//j4/C13Y/Hxrz/e8hbcs/htQZRnf/z1
o937v/5gTtx/zX/9Xz9j3/+vP/5vWzfVK41e+X/y8Vo3+Me6/U/A8iOrwKIFhHz4Zf3H508U9Z/o
tWJEUZZtIJOGw8lytHH96w8J/4YAaBcN+Qr8YXRFwIbV8PTYz4j2T5Ow1CjwahUEj6r1x78/7uiI
vo7sH0goXuVR1tT/+oN72eEgYSAQ4HUy0VBlszROQwL4+nDoe/UA7s3MATpsNLj9U154WbKabctf
kueSmJGaOUzfJHEO0xT4JDH1Tj0kDM8RFGzRHi3bcJyUi6o8k8hSnxdnwr7JYz+fmbBBmQJcQMhr
zEuntHYd9fxhyTESCQFAI5gbbYCQ6Dw/ekFIrEvlqByAtebF9EVN3yol3oS55pzePc5efa4GzBzA
kEGXBpx2bjWpWUUDeifUQ1ZbuzIqXNCTAnzB+2UpJkNlNU0D/0Ey9HjPaAdMlzzNySEYuv6uGX2Q
VciR6SW01ranRTHF4tQBogARBzJo9P7wyRZzqOIsoBU5lL1quaZJJ28g4dLTKTgf0BqpbMxaQYXN
4NS7y9UCMxkaOWQg1vW0Tr9rgz5cTYVVnI8dmoxOL+qzVYlflY4YFm0hQPMjfEass0BfjyocOWAK
t1VdKTXT+7zPAe81REMQYTc1izqRXnURGAs6GdTfQfXaVumQeHVu1/oq6HXw6EgEM87IDxXmawue
xWCt6Ayvawrj+A6vJbA5NTn+GZZVH3lRpnbPyJKp7VU39vYWrGWJvkoG/HBhebwPybQQLZN4qwFI
ixD9s7VydqfaugcP5dSSgxbJ4QooahckiQIPqJ5kK08mKLKky5S0L4XfTHtaoymmrKwlAGY+fmVf
YWNWF1/CUH9wusdaagDVzGg6bLKqgYdBHWQkC5rz2Bojp8YIpCSDVb1onMyWd2E1LV150SYwOFxA
pdoYP8f/HIsnuSn7jTbBsUyK3NWCYrzOlJu6qqcVoEDpIYqJh3Ct9Gwj3iVSpV3q5mAshCiCr2BI
RYD2JrA8UDbuKxpLjdMmavWDqiTlk9Fm/ha5uOcOkGTbSFX71Ujl5LzFlMAGha5ipfiRsq0HusQh
9u0eMyZwJMBkzBoijNHxvs3NbKHZtdYD1PXMSEZjM9pAQZ703l8wTN/PHGKQTIRpAkIwK80fi0Ei
o9bg1EtnVeCZ/gSKyuLdTqTJQYXPDeOwQGOihd7hKjoPbk9fatEKUfHEIwkzAqRgbqeHXEn6Kpik
M0vZVwpov42X0wK+GSm2ti8BRD5eG9psKjlRe+lMVa9Zpy14t+ydvDSkzIVFaO9jCSfQpQC2EMkf
ns4up6bS2rVtnzWdprhKpN8SqVpHlRp7cQzqj8Ci4cKTL1jYkUhON0CfVaV1Ytpn5iUtnxX13kru
6yW05G8vI7cuTjP6JAy6Ljfss0B+6dGGoux6ulArFqwDzhuGKdAiic3j0x+Yo68TiUThAckWNw4s
11Zb5LCuO20JP1Sga0eSuPRrX8eZok5heGiBP5nr1qaNlvpNBHrAPFHADsDvw4wIW+zMhpdWp4L8
Kg4PfdGGm24qd1YS1KssMM4SEOae1yGyvqcVXLQqPPYWcOCQePhW0O/o2DZl0UBkUG3KsX+uDHMh
H78kglO1rgrGMi8hAsiboQPCUOSl9CWX8psLi1wQ2oPZ2ADS0whYj7dOmfy2Kvw2BHDBtR90e0va
jHjOG6hBZp9Z5W1jad7prROpHkrSCA/QAoVeVs74tPKIGWQNIgMV/KAq0zqpv47qpSFE4f59yeFV
XCns2Oz0PjwYSbUhvdI5aMpdyrd/CzbY/sGvBFMO8qbfcCdk6leR3kGIcmlkq5w47Ugvu3jcWClQ
npecMeFpzaRxip4mCQpB+RgeUsyKq226Vyr5PQVOXm5rnh8rTlUXrt6bC0aP74BihvZolZwTrYxG
JyU+5FbhjVw2m9puvaDcIykbqupTB36RBHUxRamcCFM1aXIW0o8g3Ka1D6CTl746T6O3viPg8G3O
g74DQxfGF8F2byebWtM3Q954GQb4FWkbVONvWLr5CXEZrUY2Syulcngo+nCtwKfAFnqDpDl6igD4
7yhZEA6KzNBcEqfYvd4YrT5CF8L2upKLi3IK34PqMQBNrSNhCOG0ND4X8+ehAJoD04AMppGffu3s
VurNSQsPHTD0J2tb5z/t+kVBzXUa22ets+4CBKRD+STF6Ph3fHodF0CJrkYvn0yvzfZxd22gG0Qz
fccy1wH4uU9/oeAZ+8QO+fcHcjvvxy1Q1y0blj+n9lqGg3nRDjKoP6Zx6VkW3XULhRGwLSC3AICW
YzMWyYOhFK0SHmhOK6/VieG0hKS70wsSWa65FO4ajJ0R+o0+4BpEr3VbnffSSzOSfar+Yg/K59Fi
vBPKpLP2Dd4fj2mtJwiOw0Mi34VFjprE9Btn8yUB8Qe/YfHUVx2W0kjUSezKsarr3/FjUE8CWAeg
clD00LhTafNmnKpoCg++ch2M2jaXS1fSioWwW6RmSCXDVUdQDOeMW0oeFZlWND5MMFRf6h6K6aUv
FmIToQwDtAuITsAVxZfGVCMHq3tshIc4O/cnzU3qTayXCw/j9wAIZhaNOn9L4fZL0yassAyjw6Bm
spM2RPVqIwh3kx8UqyhWzw2teAISoVsH+rNeA2cz0Kph4StEVmz+EZySD3qggRsKS52GWnJKSmxv
HCLNicYBs71SsJLzfilJI5SJdmh0jiDVgIGHY23EEIIMrFIc4S4dwRuVD441EZeol+PNb9zgmSDO
3dEHo606k5mkrnUkDR3ehwCP1DT2C7soNBUzQZwLH7OopRus8JDbt4AQcAardXVtbxVLSCtCzQQD
NBgPEasiNDzeOrxtttYjkXLIpPsgNlfVeA/gptVvbJuF4Y1PjllAth0LadVS6yspjg4YbDWDyUni
C9uiHmmWYMv40tqflg/VZ0TGyAIgl3wsaWgzyazqKDp0muGUY+NZ6absz7MfSYj0R7ZlE5vOZHty
BlCEyJEWjk2wmxayakB5Rj0RKRlOfNLTOMJsHhZq3zfafYj4a8mUiOL+IxmcaqiV3GSDDhkGkTbw
gs29MUarYt2MdDuW9Uai75KlLpwgwb4dZfF0MO/osMUMRhdZB860tKbaw1ENooPl99dxqXuKDCTI
01oi3Dy4wRADyg+kso7PzjfbBqTLaXTwW32N0FjSklWFJrrTUoQrmUnhbEVrSHEDdoDoEKJ23qKD
x0aW7tdFIAsFih1MUEIP2SfM4sm87MJBtkHKPVnn4CZfB90STKfAPCBQRXYdvSpghuCbM+0upEGT
1dGhkh8i9bwf8psQcwUyXYD0EB0JTAOYUQAEiMkrbrMiza9DWurQZ+ODpDdSf9+gs+v0bgmCEhRb
vmRwdyavUf2IKYkOJJzafZBopdvmpNggpb9PC/MxtgFEL1vldR8nS+HX0vq4uwSk01JqO8iurSu7
e4j158b+eXp5fKmamaSj9XHaMFmRMgy1ER2ks1oxNvrWGJ0JQ7uY69c+0rEE4umGYLAVoZeZLm2u
SFHmm8s2YKaKjar1bYge4UPSYmIgW5X6Y4QhBTt5O71KoRy4zxim0SzWmX4shxQtgHRCHU7UkzG8
9t2KlHeyfPMbQlDo0RmEG8RwO5kPBGhf7FHUzC1JNpGrmGd0SSWEK5kJ4XbMyBQJTa8mHsTR7ld6
Hd0YFZrA6irR3Ggg1oKtEIsDcw17e8EiyokzEyKlpQrDaobUqYPCM5o9LTMvUpdUQeAkoUIAAG80
orKkE2deB0LKFjwysBkADYVHrcY9WhpbjwyVk7YL8xCih/hIGmc5lNH3yzaGtAnAOY+pVDkVvQaR
CgpMYX3WxppTDPd9DvNrroIkcEbgK5zWFqFdQRXtk4gAXWmcXcmGIvEVEzZyCJAvQGec4QI3znIq
uSNepQDOg2KW0gPzQ7/J/aJeUFahaZmJ50yLDbSFRmHbLdkjOvvAmCrdL6Zh+e7JT+PC2CQ+LQyb
mTu+d1MaWpLcVsxAN44kXZYdCA+G8zh9ivC82dWjea/kO3hFHuppC0ENu9O8T8DAaIEQACg3QE0c
y25lA0kx8DAfHkZgGocgl6DoQMuTM3PQ1pr5G3EaZmu+xLGbNDNleRwHKa0gTh6oo5vXtPqY4ofT
OiM6tLkMzlEFnc9gqgNkFN0+z1+j9nr8RbzGP09stgzOUlpSGJZlx0R4gD/K1FUpba3xo14EemJH
//140IqNDA/66Qi3X76vdJo1Qv9rgAzBJXby4CYoZDSdS+9tWBzkbPLBkLxrkmSh4VzooiKrjVAX
HDbwgDjRRU81JWdPeloE2s6YAJ1o9y1mlZXC2pgy7ZzALzEsXoOvQKvqfmMAgWZBO4XvLuIaVAIx
3gneDG6jY4lGJaZZsX71GpjQ+TppS+B9a+9pVJ1rOABNmnYsbagV8opKm67fRZm80KgmVKjZR3A5
PbmpMK1BhuhQKuc2aPzk+nqxWCa8hwQdt4xjAHUszgZYep10tMnhQFVK4ma+bex0I8hWLZ30XVK0
BFDD45msF2Th0Re9KITAK8Q4PKbF+FYCoydp3lEIbgoq75WObGJFQYNhZnSeGeiWF5WLWDPiYwXq
NoIQDf2hn2nNmRloi7GLaVvCrOvSeVveJ91W1VZ506wVybORj2ytBz8hq0ihK2SVVt3zaRMhih8A
5IekqfnJisKpVd9Yfmt0LEqJ/XMTbBgoTy28XEKlmYnglAbwZIZR9QhR5PxhKkp3ks81o3ROr0Oo
NV9C+LRXFYZoMw4hREqLJ3incXI7AO0iraPrLnqjdEFX2JX/Zo3AQo0BaBZK8t7H5PukGkEKdJDT
/TSOmMrdI9scLnVPClXSgDOF2TQ2McFZnk6ZrNI3oJKDNTpo43JN/YXqmadEy/dOuCSG0gHaa5Y3
5BwMhaIjmg6QFQ8W2B8w6ZX/LNRxpS+RtvJwPH++GcABkjH7i+zJp7M103kA9xdNUcOU57TGyPZ7
OK7Vdm3pZxP13Z1toR/UPouazCGG68PDMrJu3Y/vpxVGqJWzj2A/n30EqD/xmCi4eHH8GoJXqYn2
U/TjtAyhUiJLxJIAaMD73IiZjNQqQhktHNHBhnumgy0yVtywvArCtVms/WlBmnhFX9I4ZQGq8KSX
FeJ0PUSbROWlNSAXw+vTSxLai9mSeJciIzSJKM6uUUuMRr0ExW/d5JkEziKZGtqb8hqblrVuY9wE
qb8Kw2lNu8G1H6opWLBO/4s2fm0bZ57awYwrwHoixxZj1mC4TBKMQdWXebRjpaA22hcDxu51+SbW
042utV6YN5gGW/fJUsvPwt7yRiUxlB58nFh5SGOwXFz7wIk+fXpCFbFQoAcvLKr1fCpnmiQ7BLw2
rGTU/qxbc9pNhv6UDVq+4DMJjclMEHe7wDSpD9TApg7Jq5ImLs3gUqep43dLM2VLkjitV/yKoEcO
krJJ35aYFEHpBm0OXpa/nt474enMlsRpvpVlbaE1PQzGFACW3PhIompJ95fOh9P9kaR9XrWQMZn3
aaitsvqHkqSr0wtZEsIpPNI7phbKUDMLh5L4P9FxsOjEiU8Fc34yWC8Qz3HnL8ekTskARUsVuukz
YEymP0d5ACXvgqKJF/MliDt+LchCG1QXSDiUxlmqfVijtZIqa+HeCN9hkEoRtM4CR+DTi5sZ8qIB
6/eowvkeAt1EF5dmYhpEyUHpqq8qGilnVqDEC4ZJvLIvmUwfZzJzWqJ9VIfMtnuVlXEFjSuGJYpu
4QuFLke0OH+C43FCCjkIEdlPiCrynwnVQM69JdFHByg8wNRk8u7XNQ90u5+t7xi/5rUia+I2tgcb
uf4wkzdlLhEPHB79pk5yuiCKnzv5dDJQQAQJE9J3Khr0j7evbpOqJeiJREvStK1txbHwaCV0VYf5
Ji82drNmQWSf1KukGz1zutbN9rZpyb6WGzeR5MSZmnFzev2iW6ETdJOjKwut5Dp3vVWrm+w8wTdF
0eDBlVOyn1kjOUO7Oi1HZKoAq4K2IhRP0c/IXYo+HotmsGh8oMHNGPxEEez07xdpzfz3c6YwDn1k
nqQ0PuQZOnsMTF8lThI8FgxgHw9klnin5QkjcPR2oz0TPD6oFHACw0QnjD8dC7L7cl2VCVlPiaFh
WDA3t0GhJoBIswO3NICYC96m9Gm00aN7+iNE95H1t6E1DGlHg59618ykyXUDi1aCB5WBZhZ7yXg4
LUN0cGDTUUA7DLgFhR/WSLKpbSY1jw/gzL2vEe0DzQiMCaeFiIwZTDJAvZBHkL+Bu5RROY75mMWH
ss6I28ph58roBvK6oniriw6PtW0MC8ZMpDEoyTKoOWTUbb7ghrxwNcr5GB9G+Tyo7zudukn+rPjg
qU7PR3sJt4I9YXx4ZrLObXDmgJ6Wn9oAlwdqFGEbH6zYfCg0R22fY3U7ZNsI06VKcYX4c0E7hBKB
nKQSkOLCu2LaM7fWmhxRCfQdh65ewefJrQxxywi4KxIgZWo6QTk8lfoSdJryfV8JkJpwJyyMEyGZ
yFs5vUiLcAhQqHgz14DQK9MzhbrtD/8DGZpBce3hUI4b0ruYROiS/QSYgRDtLcFiOv675uJDEE5h
JBM9WOilPl5/j2ZCWgRleLDHQyt7YL87rbSC1DAEYDwG/NjgukGL87GAEYwTmqmiTzLpEXI0kTdt
pcq/MkZwsun3/fAxZoXbV6WrSf7F2BoLl0a40ahMMvRJkIbyIwllYRpjONXhAW+NEySV06Mi32H2
u1k1BIDz4YK875cUI2DwI2C/FaSjdW651CyyClNf4aEEVEPUvdTF4Hb9GzXWYRpvTu+tSBam6dE0
hGo4ptK4jBstpBSE9GgD0bpipaa3051kTmiFBvDXL+cPCQO8RNcYyAo1dCgfH6LdAt48yeEASORn
EsOJonsliRZU5ftVBNM4rCcaJoBRAlt9LCRVGimaUqSCmgjlkfS+BLqw/Toar1L2oT7aS1y8As2A
OKAas15rVlc+Flel6qDXmKU85D1FVUTyNP+R+Gs12Vm5DYfq/fRhiS7CkTz1WJ6ElqEoqxHmKwZd
F74CTHF9R0NzYyndg4a+4WD4OTUv0o5GjbOU0RDkK9nmfq2W29wKJAC9NSJtIoXS1rQGJ5/8tW8W
+zrax4l/DmLiVV1YW79v1qqce0UHRFHMVCxswvdqAD6DFYgY7yXBKR9vAgZ0rBx8RvAk7WGnNqpL
5JcxfhhptKlB+qppz2MLmAtt6e387gTgUoLciCFCML+Sk+unshLYOYWZMxLHsjGnXbWocy+psCAp
gYIDmh3ZQALyi7wOI10b6WDSQNvZ+C5vABFdhKObkBB0lIoDMOV7fQfewA4AG2BxWih2CswBzCyS
7yZ6uKHQnClnBqIcgwhZK/NNAUI/je+q6sOOr+L47deP8UgUu8qzV5PRFFpSD1Fl/xqPH7l+EaW5
YwQ35rQhxt631nn+uCCT3Y9j3wB687U8PstCwERSoJiC+5rUTn0R6tsoP4v9zfCjqW5CgJziv6Dy
Q0FnQbBAZ9FxBNeOJT0RZHP7GvgVtnvA1QnpgXQfcvmafNSy5gZJ61rNHbGCdSotBfvfQw50J2L0
l8GYoLTJI134uVK144D4eKhWLLHrWzYGciegQ10vLE/gARxJYj+fn2VST2rA8mjp1LqYYpTqx6xS
Vwi5NBszs24OnrpRPguL8EpV001o3/jj8MsNPlgt61PCJAru6WccMfuGofanWGar7SSQxVVSX4AQ
Dw0ihhbnC6+M8IoiJgF6LNoroFGcJRz9egpTZYwwSssQDZotLS6DFKXcbUkI4HitB4Vgutb0PZOk
K1YlVGlyCONpVan+QkAmePKw7q9v4fbeULtYa3PU5TKkDIvMdnz7NQFpKwglnalNnTiMQNvy4/SJ
i2zhXCjn8toYy2LhPGywktzbheX1mbm2+o/TUoRLs1EqJxra6BC1HKtVXRg6hkhsXNdJ2VbWRmtt
r2kMzyLVR2x5E9HcuJW3p4WKdBlsrWgNRKCH28P5KXnWtYYcKsi9UIxJdAUB45OmLYE3iO7mXAr3
mADcJrCAXxsdVIlumlDdtuW11iPxsNQHIBSkwHBjMhnVc5lbTjroXeu3EtQDibQV2vmKDVDafhJc
wLVSB9aClyfcPWQdCIsFwN/MeUTNpFt9mRNMUY3okJmux7z1Tp+PcEFs8hDusY6BCk71krZGJ6UE
G56WNjB8zhU5X0nBfjG7KEg8YMR7JojbuXaUsmlggpRQP5hpuCpD1QXxPfgySk+pO8OJpmEt2/Eb
0g7P/9kiOfUYND2oGvYOG9M2ntYlvSoAv60ES4RdwuNCXIWUFOrA3zjdrAKzgr6OyRn4Uy6GdbR0
iVRe4CJjegOTiCx4Mr5h6Wm06ilGRTD5oGYeiqQ+PGVDeaJNtC5QbjaHhadWZJkwLQJKYPTQQxyn
HhotE/zfmByIm9UI4J5p2/x6JQWKMRPBKcYoaV2MMc7oMDY3cTd4dUAdxlT4Gyowk8KpgKZnsirl
mATof+ZYgmleY5xjKl5PS2G/hfeI5mvhHJMCzi4QB7CWQa2chJarcjhLhoshbl0A156WJby5sxVx
Hl9qZygIo6380Bb1uRWP+zz8GMpHNa5ufkMQcFSQZUXPkPwZRs1cgTaROqWRcXtKefRI+aCM2nkt
e0NQLTgCQmWbCeIeKLRxVXrAws1aKeCbKywCtPUXPyv1hVdJeE6YTwUkM4CUvlXvqrRQ7CzBOQEX
wB21fYIq4V0To6xG8vDn6e0TXtmZLO4KKWgcHaYYfSEmqafLPvPlTTpal42pfFS1GW2ydPxhyFO+
cHOF6gHUGzCKw2HFyMHxa6/UakrCFk0IptzkKzPArAio028zomP0P4yHhfslNH020hEm4ERh+rhV
1pM8klKHOGoi16rnCR57zBgu6LxIQ5C5thjUHF5hPqCawChlFgX9s9UPd7jRrpet+JIQ7mJFiZV2
FuuySZR9o1eYgT038iV8ENF+scEJZPqQwoFjdHw8flGiN99GrqM2tfJW6crS0aU4XwhABbUbgqbe
LzHcscRBS5oxG/Dq2na+zeJSQ68dfaFVnK4pBZmG8f9Iu7LluHEl+0WM4L68cqkqlUqb25JtvTBk
W+ICEgT35evnQHduuwrCkGFNdL85QlkgEolE5slzOm2G4N/SR5PX21GsQ3FwiJUU2ge2DRFSUvpj
YRsHLc08JL9LcgR1zOboCs9jxLh5/jMFZ50S3f4PCKjRoU4LLae2i6YERBWGdXDNYx9fGx4J8Nrr
Nmtc8t0GaMswwb8Lx7rcCK2OQTSaoaPVRhi0dqGs/Lh+/mWxBpW6fw0IazMsENlkC6pMSHiuATF0
o8akkWMNJco76Z25ZBsnX5pq8fzU5Zo0vNJ7uaRxRssumZENW4x5EeuVKiwhR+ArdCQR0RtozPXg
2aQuHnWsq9iPxqq2qszSz4pIgIzPfI8Kl7+hyEe7T2Mdt5P2jNlJL2/8lGw8m2SRFdV6jGcCZAzB
UuEMUfBBjnpM0AR0QlU/1kYbKnj502cgFpJ2oz3+Xn384KNn1oSvqnmVrVIDsSfT1Z0TB+o8I1Oe
H9AEioaO7ZTmuTRmJGV95Ort1boTScOFBS4XVGPBbeAKS/W0jKXUREyiw75xg+kz4Rt79e/fFxYX
DzPOhoK/P8Ugs9Urf8m2kmMeNj98vzMTwjlQpkWZnRE3hFmPO4i473Ttup37Q65+rYwna/I3k1fp
yTuzyP/9LHHprDFXjAWLys1fxaS4vpeSEIxPYTunr7m2W98iqcefWRNyv1JVdHdc4I05wMtL3dzx
S6NPmk8UZnCnQwIHmlN4FYo7pbmDmr9PL5CXOv+Z58fPTITg1kBRGNJZGJIAn8blh8PFQPpmRsha
0hAtuK/UDev267TFOiE9UngpARDOy8BIHC7t9NCzKlIVha4i76+7qgry8utiA7DbQQXGMX3XGEGn
kKJEkfV7KEFsFYdlW4ZCHrq3kC9Cd1PYMs2uzawa8Zq39LcCSCc0UXqYXvcLSZTCX8dWIWtBX02M
xoZRZiqtYKQZ0FIzWp/1+yI3QhQtwiqt/HFLBERy0GAQbzWgUXADiEkSYCOzE2voSgMCF+Rxfmeq
uFF10AjO3pNlZcdePXbOVtuWH1/heAPpiql8AOp1UNUJEapR7Kbu7To/NR5qd7atfG0zctMp0BOm
qlP8/VMBwQqQdgBCwVtiCYWRyiRTYU7kHZdRoEXJtJvRfVjfOEn4uLChX3qnlVMMAcR5furQoJzN
+Eic2U+nm7F/ajI3XDcm9RLepwBbGpohYpcyHpHDGcmQn0DnzPv4ZefXlpnu9FgtdpU6vig1CPpB
jva6bldyBICn/WNX2LbOdIvFVVh+UsArm9yo7ku7RSgiM4Fl2XzeCu4hvkQqvLFU6NLkJ290b5K4
u0bFfJg2pjr47xTdDwShGDhAUwUTc8I6WnvoVS+BEUcHSue1crYmyGX+jeECDLxCrMFD0n7pDZPW
WhiQdPITzxJB0ZDtbCAw6Rb3tMzpzs0It2Rr0BgPN6AfsgL0NcVOd6/0Q9aUUF3+vr7zMo87tyTc
jii71UYzY0EQSlUGCH8Wqvp9smo0+zSfulFh/P1Iown2tj+fkP+is/uYmugigMU8Pxnei+Xc2Fk0
1CmEJz4RcM/NCO83z5m7Ftlifkq0K3MEc5JSnXixhzyRuvEL9r9cvhdUvudsrVL//rMssVWSD4bV
ObEB/17QpXXiNmg5x2Nfvq1vmOy6xPdDIxGDSyjHiUC8hVgeoUoMZAwFQsspf+iGfqWOzW1edb/q
YTeor82rlaIkuFTqFrGL1F2AbAAGFXRoAB1cbl4TD03cGgqQai5Afi2DFoNGMYYPJVfmYFhtAYfT
r/UFb5kU6kEg2oqXsYTJUdPuih65CAU5Yw4mj7a9MgsWpUn1iZjP8Rv/XaUQRsDXSdmgE3Iidh6w
1E52TQkO+GrUFMh2FYdyHMiGSan7IJvjD3Vw2Yh9RbaAMLbhIGK9iHq02XOUJ1t7o5EgNYIZbD4c
hRlfkRttUlqGQRW0Ycz+BZjNtH/cbFtKdwvPTj7/BMIkWzjdBUtzkOLixZeNOrQ6MFym/owZXp2A
NeoHPd7IAOSn4cyecMyJUqWU1rDHsvwhqcF7zo7ucqNlu0FvIzXWIdp4RYofbOt9Lf2WfwyLY3We
UqsgcjBQsNauoMqzt203QvP/ft355VYALeRXJs6b8DndrozbbLKBvUE93KmOTdGAemq/bkR2a4Kq
EQpO4LPj3HmXhxr0fU7WlTCSW9qJNMX1YMYv6yZk6+CAOhRbQXsCBu1LE7aejqi6wAQBRn6mL6b3
CFa+T9gAgRJmCvCLPzSrqVVWvZVlyHi7o4JJv3Ju/BzV93UrsgwAeON/rWiXK3GTAVw1doI43zxQ
Y4kmaApo5dGCauy6IdCSf0xmzi0Jsdaeihhs4x0uyjRprpTCKv0JQLJD16dT1GSsCROjcx5UBYyK
tVna97lePLTj+MMZndRXkmXaV1qS+cx0qzCds9pXl37xIZAOWuXG/ebaCcbsK0zWt0biXdV5hvm+
rEj3ztT1pw7QfVB34iE0JO0Wy4rUHZDfcpg8+v0iZiRmBqhoUH8+LXkeOEUXIXOHwNdGCvCOHhLT
QS4SgvcrlwwRic6MeMF7LAHM2Sp2gDsfPWMOXLPkcyDQdNXzR734Rzc56hkor+YhtfMnLa+Dwb43
6M8+T8NlrK7a8Ra8yKX7AFD9TtUfE0UPLKiSFrdKBrYgOPVufeNl5VqDJ7EgKUarHDnFpYuVORgm
1BTZuM2u87F8yAage5fqykrzUJ2X05ynN10JjDitU88fUtAoV/2+blu/crJQd4wj9NKiuIbAzvov
k27b2Q8TTjEx7Jy1FiDbdj8FU8787Niafyn3h2sDgP4zI/xHnOWH3pR7BnQg8lNbZIHyVE+v1N2o
nkgDHiaTgdbmdEXiwGRdzzX8pUFuOH3JobGmqhvhThokzgwIa0jbup2VDAZGqHBjvjzxdf0fkjyt
b4fslaCfWeG/4uxLVflQ0TbHY3tyr+hwHKcjOB2K27zbcEhpIDqzI7wRGs314EwIRLp16yjhBPQ1
CEEbxUPf4Dc8cH1VssI18MAgBgDsCAdA3J1+cSF7UMPLkAoZ+hKMDuZnpxKApy9tG+aNdo1H/qBs
PRhkBZNzs8KeVbGiVcuIgkmTRi5oLE0ktD5bpkBLHb81vMCeNL/X6i1svXQXz5Yr7GI2Zm5BeBHD
iO9UIJ+wMA0DcZYXNcio17+t1BYmrPkQDzrUYsFkbjFpMlvYycE5Fh2JfaJhKr8YDm2coeC7Rf/L
P9mH+HtmTrjBcsfKBrOBg3rJC/pKIBp4rMqNW1+aAWIQAtSGwHZC60HIAL2mNK1qwmyCHk9QxGHp
cXEDbXmJMXFdgsUl6fasVJ5Amkub/PEz3/Nf2+I9Rpe6HKYRtsfiPp7bQwetZyCBfOa+etlnql1n
C32X1T477umgNBVzMPOh4BWEZ0lR7XvAZh8oWcpP4HKh0QEuJT7xhE6rcAWZWlo11YhC1DWz6kBn
YBxWp41eitQZz2wIt8nSg12wHDUEerX3u86FiOeL3eThCFp6tPvWd0rqimfG+L+ffTwch7kCkXZ+
Kh32TVOyKLac36pnh+tm5MEL09bgVOG6qK5wmu0eQrVpg5E0ZjT+bBV3LLauWXkcqupKIcsto0fm
BeXPDbM86/xw0lxO+MYpRAFnuFze1KvUKReYreM2rHInKNkjOLa64evECt8YKt9AC3C/1FuYO+lV
ii4BCsx4V2Kc7NKwggQmX6CyAVWF0gmcbJquuFrqfn19W1aE5cUa5pwbnVsBXy10CtkcxgTha92K
1EeABOE0qdAuEDuJQH32xdTg4nHAWdtHHiebXjZ68Xz/P2zUmQ3BD80a0w3lhEeKkac6r81bwVKo
uOTmNJgwk/T/XJLgjh3qbJBCxZKM+OiOL1pIyNbIq3xFINJCpxnVXZsf87OTRfrJSo0ZJlTImRhv
FojKuq85LT/hArwQDzwdetqOKzjabJtONo64S4puAVThak7N6O+3/9yC4GR6khtE11u8FpxfFYS/
x/iurjezG5krAzEKFBUwMh91GpVsUgplxHXftEdMIk9J6OYkRGsXmo0+m4OpuNHKg6I2O5p8Kekt
jZsNn5DFXYy4oTkEGlIQ5fBfeLZhM1kGqLxgw0w4OBjswT/Wm1FvWyHN7HCxyOMnvuuZPdHlC6/z
uhL2lNK9wux6YPTsRqnmw7oZ2SgNRvcME1PK4BxCz+tyXXVSZEU54eHQDyxsnBtvnCG1eURRDUyA
A4gUU9cv8X4zaKhMoCf/2m9pD/CViIf7/BcIPprlKhvojF/g0qe+sXZL6QVuvsXJK/Wgs3UKflqR
jExOByu2tQNxnKtu3MtbqxDufoMtDWAG/Ds2t5j+xx05KnTDB+VrACYNtBkWihyCDw76oFikwxPX
jY2faWK7Qcq0JVz3CPlC/hgRHC8HKwON+WAuCkJZrR9d61cX0w232zIiRFhitdQYF57jZuwQJ27I
Ju2wiTiXWnlHiYGeEXwI/Il2dmbdoc4rV0XuV9k1WD96UOi1A8gtF0Upd+tfTRoeMFTPhTsAXxf1
s5kGJcMkh6lUsyPnuzITf6oO1phE5qe+HQBXcGYuzydS+hZpZaGstfAetRrQ5JnDzttyo+gtu584
quu/RoRDaZidhcsLmZ+nZ7avLSPU5sbZ2RlmCeFqw9hC5Eq/n8VlClG+4RMCl1uVOW4DOTAVrm0r
GgqQXR5ggibdKRppQuqZaJlk46ZoLP+rH0LPmVXhFWSmJVu6Bu2npW2OegvRSk3dzxqorSoaLYN3
5cxDqL+Yg7ebMu83pkNuHSs52fn9QvKjoTxwtBJnlFl3JqnfYgYW/QbgTzWxfg0oQK0vnou0G9U3
4uwbMwlcdEz/f1aExVtF285W7eFGU/HWQ6fUe7TnrSq51I+AM3jXpsQYrGBkTKhaItMlp0p3Q7A/
xiqo17w5WIYNh5V/s/8agmjZpQPFFYaEZkXJ32vlZDCPqtP5EBn8THT8dz2ApVyawSNSzdsB62He
FOqJd7BNEhabFMNSxzwzI9xWZpsrHPgCdoRY36Ehe4+xeS/Pgr674QODmPn4xPUFWknwPYCtAKOs
wvVVxiRXFYLznqq30xetxJo+4W7nFoTLi41jWi8qwlY6/pMur/Nw02dbtWuZE2B6hAvmYRwH7d7L
3dErRlyQXSMZpfkhrcwD5qxzK93wAdnmAJuJ+WMk7pzc4dKKojht0pOcnLJ29sFDHREgANDN0BQa
KPXi5/nG5siCo8VVLPksrmOZfNln95iBaV9jiTuC+Z8+8yGwHf9OlswJ3HpwA+ZBWkCPtc9EZOC6
oHjCx3HAVX5pNJ4Kzx3GkpxM8zujO1yme+XJSoOsYfv1QCT9nmeWBM+wRtpMNGnIKR7GHZ9BTeNd
4w6gr0DM8+oxOajGljfKbeL5hUk0DOiLJDhDPeqVsYzk1NfATKMxW+1ZZxRXi0egSUUmNcLjPcpI
bm9U0aW1DtDW/GtZiIhzFU+Mgl70NDczRny1BIji+abvNUgLBkCHpb4OJacm/wlkd7D+oWXHA8kJ
r2GCGAoDyJdbSguMxuqVRaByQL5NdJ6vzJl8z2Y72QjG0kVi7s4D0QokiYGFvLQ016lbFRkyVWNk
URUj5U6DgVQ762dr2NcDeypHL2zd3+vrk52TM6sihYQ+x+5QmkhdK+0m7a4pU4A0/mdKjgBqbnxK
2b12bkq4B8pRBxkm7yKUgIy0gLTVzU2bJWgKPq6v6V3sVMxRzi0JV4GCNamEo7OayqdZEdUZAEZT
+QqAG4lRoXKGHVEL35zRh4zH7325z6djNb4s1XA7bh1VfhQ//BjgaEB7AH4VwB4u97V3ktJJK5Ru
7YaF0LeaSrZbX6/MR6E08q8F4cNmaI2BTAYWwDka9sSJ8GE3HwZy/8QcINqEyDU/DDGpsYOcMpuQ
Q6fWvsBEeqVimAg5ZxyH4zL4lTHpftf310qxNbItddIz08IhdBstq+IFL4Wm2GmI38kEvfsG5PFd
MNqb1Dx8Qz5u2J+FCneV65QWUnnk1an3CPxqYCfZrmsJtAt1dd+a+3ECoaWn3nW5snHfS10Fw5bo
nBqQa/gAEI5zR08sDu1KXtz4LUk2Dob0BJ79fSHEsAyqNKQBIg76N6xp7hy6t9IqAjv0xkLkhriU
JdCe6LwLF2E+E28qZlTcTb2KpmKBYJ22X+hOAR5/3felroEMDIxRnC1OxHtYZo7MkqPvulINeCMX
6ttR1rpRbVhhszUCIj1pZ9YER0yNlqBBiQ+oeDexC+QHuPTt5/UVidesxl90oEoDeAo4GYybXMaL
orALSAFgRcx5K/UhcIshWJ7AZe+XJegfFu8vw/J/7HF6HxVETbB6aW9uJ7dLdAdOR+Du7g4Qf4h3
Bf0Wvln8du928P7mpRiMCZp8J88ysiRrUbQAvRunEIIsddg7ud/pSrT+9aRW0NRHuQfARbT4BSsm
Gbuho3g8tcWN1b9CS2qXLK/rRkSne1/KmRH+I86WMtdlXfcLQ54Hjqe5fkM3tTXvlzKkYxOumxJD
gmhKCEaoutRTO2E9AFWHLhi6tl5n/MyfRzvRgLAttCUZ3mcVEpzR+Kal0GuzMZzXmFdOwYJUNa/c
eIJoGzgp1hcmhgjRLj8GZ98wxjjilFAsDMJlvzsHRL3Z9HuxletFhfLOuq0PCcG7MUyHmWi/uRjg
Eny8wQvBSVwYG7rITB9UyG/Z97REhn5HEWohAg8onwMwE7NvEvV7UuI6U0aUyLcYu6TuefZDhKva
Yp4+miN+CFCEAbSldLARsWW/vlypz2BknyetOsjBhC31IH4+JgPcU0sgyV2mflpstR+lu3dmQti9
eRlmWxngNUmb3jao6EPtbJc65u+y3dKYkn6yM1PCpRWDkGIc+Gqy9k1lGCFMX9mWMJzchmVy8UXb
hIj5pTNCkkAb1RGvxUalgau8Nm7lZ387o/juhECh/deIsPfoTpSsx3k7ucuDAroXdbgZ5i3NL2lo
OjMi3B5jCQGbDEpVJx0tAUBvmfJVw6TTMlRBlfxY9zP5V8N0IJSW8OgV1Up1dZiTroETNFDMrZtH
hhmqZotCVGqEU1zgf1w/Hwr4GTDQKevJyWnj0afWOBzcqYp3HSPeRqzdMsX//SwkjVWhaTF0wE4x
fQKFXzjWDzPZgqpID+e70i04F9G7F4yAb472MchiTm3jPI6L+6pAuHF9Xz4wHL17mqeDPQEKgEAI
COkX3hu2WbYzAQYh6X2SDreaWV7TsgiTrt9lZXff4ZiCe+hGYSSoB4wiJ1nUZmlIjOQ02vHG21b6
Yc9+D/8mZx9W18gQp/bE1wyN5/GhtV4ZeVpftCQioa6PFBy0Py5qzkLQa+iAdfbwE9r3h0l1872t
Q3I2LTBFNarlRnf9Qw8Qn/jCnBAAme5VQzJhG0s27ijemdn4U1vUR1cdwZ4FQeniijhXSmv4RllG
FPML2ZayjiRRBKQQ0A9MpaF4JyL5lSk2bToPSHUw7ayij2wpoPFVlyjVyX0+PaRb7CwS170wKGwj
sVN19pqFQELAcPypdubIjKm7cXtJItiFFeGAtEZZmNTEsubqzc1DttOs/WhDNJ5E6x7zgZDxfQ/P
PiB3qTO3RJ7R512FPZz7L6n9AEXasDdulgOx7gnOiln5cXPT0XDqh43k5/8wDcZZtOZVABqEE2qq
hauS1sClZv9DcDsnbOeAM5jsiZZh3msOrCq+cecvk63fIgPcMC85j/jEoCpG1wmcqGLnjU65OlOi
k9MylCHpjoBW+ErxZf3zShJLjMYBCcUBCPBO4d52WcEpClGVyN4wktE8xOZ1AYGLYjnpyPbKrclC
Xeqdf+x96Mq3VdKoA5BkabnDkCv4Zg/pQ1+E/XingoOgSDHx/dzqX2da+FoVJSb4UH5r1l1cBNQK
AYRkU6TdKXtN24gVm79MuPjBJqB1xMKXsDEqpfvGj3iPqyw7gIzyH/YVwPl+7z5oaaR4vloHBcMM
cqSq9xQkywfqJz+8q/WdkX4pyItxYRMVg7vC74FuRucNHN/HzLfJfq7c1/W/Lz3B4NtHuVcH5l6s
vSugddMQK/D6n7TrdHzKwKCXhon1Bn2su3VTH3iU388wmq6c3RtD3WIThumJ1ukZXsua5hPl2wg6
AfNJ7xZ/blqE3q+6oYWF6ZzcKgHcfkenu9Ta1U0fKkj/bft5uv/MD8LrFjQUqOMCI3IZVDL80HTy
8IMw9uwNe5uF5LZiEF/Vn3v6pSiuawdQejekbJ+Zj3rI+ufFPKRFjpLWFtuqdKNRF8RIPQhXQFpx
+VscNSXLnKF/NNlVYFk/vGzj0pWe8TMDwi24NIZGvQmeFLdPvTvvx3q6MtyjVf9qTPfHZDwV4Kxe
/8DS2HVmUggrWg4/YANM0uLRzI5JPvhZsYWv+VDsfHcrzDyikwPuHxDwXX45xMxKy0u0kynLqwhI
MDsioLQDM26Ku9aDylecQRwjUScSZqYS7wctGzYuQunHxWg2JEYxBGzbwjEt7bEe0xQNzYy9GN/g
RRHerRT6Bq0BcTPnYf27SrMJnCOQ8tkYzRMlowfVwBBQjBXPpnWHaBVOUMdqx4M10CO5n9TubwGd
//nEfwwKByVWq7QxJtSDhu4mWfCA2CQbln5ADmKxMEPKVUAvN5FkTLOImxEo7BHgI17KPtDagP60
SRSDc1yxtnJ7uUEwBPBimo2TfmkwZzkeSgbOvoOmX8FMKHJhZCYvoqRUgtwKIQOXApewvnEfcOnv
HxLPIyBpsFCoR1xarbsctf8E/fW0wxRIXWoZBveZHfZ6Ee/LfvL8boHAqFIAFWF5+UF35ubL7CV/
O6jIf4cGrlqAgzHpgmri5e8wKKSmSY/fUYLJ1E8C/dv6Qt/fk0Kp6sKAcCgTQxk16JyhVLU3wvIl
ica99r08OLv0V6f6+68g9Fii+WTt0y8WqC/8OiK3OZQH/fau2EB5SwPE+WKF3BHikW0BclbCNbvs
vVapkWa8Dda4K5uHpn/WYpAFbwRbadJ4blPY6GkZFBpr+MA3M6agv99A0nZeIpqFI95zCAsp/3/9
m8tuEA0YBzy9UUsCQuByT8fY68xJBf0tRmX8tH7T7R/rBj4I9P7Ha/5YEA5p1SiGDWo8dJWDdDdd
9WFHAqhxZrvsmB28yMDEiJ/N2ca6NswCQH+5sG5W+8ZtMXnNBj836Ys+RtO12g8/aDVcTd0ddBaS
6Smhjwmk7hZVjVp7I+DKtxMa8yi6ewgZ4mCvWbe4YlDGONkdeyUDZb4za7sChMdKN90VTrGHDLMF
AmAlObSJftSpftj4+PwK+XCikKe5Bpo0gGUIHjXnxcSSFrV/RUufaA4ilRyxcQFpro0Z6kYNVH3y
LdoEfa7sJvMz8RKaG/+aF7wL89v4AC6uAHDLBGbMgtqqff23lpoB6LXVJjScPFxfsix9ODcpuJuW
51Y9MX6p9i8URF4VCnGJ+rfkU+9OjYDsaTrkwTUxfchoV6mzFmPubwFIXR0iZPfN+N1IntXqVFo1
MIHNRo1FGpHQNcRUNdADSGuF8EuIR6y0VRGRHNCjG9+7yQtJ/j0r43ABFhpP2XhcHsph3Lh/ZCEC
7IgQfsU+YrZasOukg17PjoNSMLF9d0JWu/Vc5bFU9FKgP1BvAakRelTCWR1GbW6JgiDEvBtQQmB2
+Kmfan9K3tZ9g3v7mh0x4Ur1LlUSFOepOYVFF2cBnw8NLL3HtYIbFu8JskXMKEu7ztemC3FoYY3q
MtRQF7Jz66fpt1s996HejBCx3mLGke0U0gOwQqGBj7KR8B0TcEsAngrQUF+9KXHt29ZG61J2uPDu
wX9A+Xmq2LqEdk+DuXGU0Zd/8vZGwchB1m1BMN9H3T7sEmCRnPkBNFci7DVXaZJ4BYoXXdYBgYk2
bDhnVQfE66AErWJoh3lMlGiiGRimh6IPnbEDpbxVW77uNuy5AKUG8YCsTOI4SJ2RZ0tzE00ViO7i
VikDr0iMjTMi+zBIipAT4ldrqLtc7jLpjRTIYwWpUTcFpL1yXeiLbDF/SY3wFIxrzaPyK4Q2xbPM
ISN1cVowil/iqftsdvfrJ0TmQbiwcAZ1FTmBIZyQrI+Bg0yz4lSg4q8Nb7TaomeWnQe84hFJQCkG
FxVupKltmQnFIFhACq3g7VG2QAjZNwjXPdTC2LgRNqUf7cyecAWZFO9XFyWhU6I/YMBzN1RjsFmb
li0KmT+mRdD7MVH8v9z+1BosqjttAdwFqL0IQoq2RJY6RR6mb/oqP5htdfj7nTo3KeyUNSgtxrab
4sSSF9SpQ9XdAuVI85dzE4JTe2phdQ0YwYEHHJw9lKL1IFPT8dqr62RP8bILmqpb9kwFnYiSMRRf
DLhLmRbaQ90Bt75xxmS+ef5zjMuPXCyF0jsWVpzitUdc4m8ytPEDJEYeB0UzE3GHX+zcl87qxSDH
N2un6kALWz3g+olDLb+xT9VJsYJ4A74qc0ukhGDBBDAX7IvC86Kz3bgoB1acrAGqlQ9aD4ij8rju
IrJr1YGkLHoHmMIAPO1yOSS1mibW+P5VXjBQkPYZV73mhZtnTPrdcOlw2hc0K8To1zcGxNKhP3zC
EQmWCQox6nNuPafUOsZpFYIVLErJVu1L6p64JiDYiLwB6m7C8iA9pChMc4qT3ha+OloPFR2DrDCP
lfF1HJbImL+VDgmcHH3SdAxjD+Rg6x9Ylk8AUw28C55PGHARAjKuoSHWlpivO13AbjKNvr3QPOgm
9zg7NFJaGq5blAQa0FqqoH8EowGErYRotphjVekTAMiNsgR1ce2wcDDv5oUEdvGcbV33kvWBNAS3
DZf3sMG2c+lAMe1rsH9hXzFgqpNvdPrVvLDqFsxn66uS2XE4IAqCahrYYIRVEUqcISvt4jTSazMG
V5Z1N7ftowWOGVvXXtaNycopSCxADQL4EJfcEE458TLXGbi11il1fxk0FrJ2ZkCs5x7a297XwivB
gVE40Aj0IHSupiBlIkWj7Nd/iOR42jieUK4DiA5pjrDqmmmNqvVleVKgjTewX0sfushGIQqzbkdy
OkEWzWkMgaBDQ0rw0k6rCJ0mVp4aE0XOsfNb96q+Ag2Ftvim+UrJVjov3c4/BsV371i1oJPRuEHQ
GlYROuzLN7U7akW0vjBZb8CG1yDEYSwILVLhDsRZ5yxy+IJtfqCZD8zjfWyGXRq4ul98SVBq+Lbs
pzcbBPLBocjDrV6AdAfP7AsXJMPQ9ZRZsJ/beDuo/ygM3Bfe4Hf51hCH7Ny76OOh0o8Vf1D+MhJt
dCi0OU9VHClqviO5Tn3LTndj5XEa9hI1a33roPALVbgOwYaBUjyXNYA4iBBgdaqkiRt35cmB/Pnt
1KqQBbUBnvBiULWMRcUCl5FyFxeuddsnC9vr7kQfJ0LT0MvHJWKGhsf3+p5L7k0IvAIOyjl+P2r6
mWNMdTcm5YkmQ4mx2KIPshQByRn0LTiPzI2RpL4HP0A5RJRVQ1iTp7lXnJzl1W7mI4Q6xxCPuf0A
vpr1Vcnwa7hDwFqsWQCweabgyUwzMm3IaHnSmma8HVInjmLMXQN7mCaRpWvZoaKVG2VABASzNgLz
gVsiAmEIi4qxaSNtpAOgEOp4PS0UsjftX5PLILOFhCgiNAiWAWsR74LOoCUYypsS3deq2pOKGXsL
Ct87UtlFtFhmdm/G8Rb1sOyA8blejiZFvBZLD9BSNKD1XJdQXe9vE8e4n+fvjQ3qeRUo//Ut4M4s
OjvucgdYZi7w5wm3ggbduWSkcHbWHC37oai2jrBkLWCJwoCUBtAqrm7+72fJJTUSt1sSbDGzvgzZ
FyXGbIsW1OZhfR0Sr+VyvqDUxH458IJLM12WoJCizdgnyBuM7m3hLr41Kf6sd1f19GvdmOSjQcYH
WR2awAZYLgW31WjpJXaq4TTSu7y7Kan697sC8jJwDCD7QK9VRKBNLSUFGDoR4SvmRsQAbWbXds7f
38SwAlCdzt+86LJcfjNwc1JriGHlGUg6r/ST3C+2RKpl+3JuQ9h+m7IMSsN8JUALocRFopIGLXAA
xd8/eC8Ww3/ImZ/NcOO56GGoR8vAmJZAmx5RwNzYmK3lCMmL2g5zGVewovT7iR2bBLJ6V0sVZNVG
I2bLkJC9xLpdK6MJQ+O8X9TAeGPP4xzaW6dT5sk4m+BwQ4aEsgT/97OvNoDHDZpObnnyTHTqGzwS
I3TR9I2vJosBFiLAO10HlCyExbTlBAWdJa9Oahu/ePF9nDq7kbiHpNgaSpLck4DloJqKZwJYaEQq
/M5oMqNeTOwPq53rxmxbsFaY5SEzEyNaDwKSRXHlYB7ZuOSDCIioG3dKqeKVJ1cpwrl+ZOWb0eb+
0GwUH2UPPjR7oVqHToYBen/hCFklZQ5hennidccvivnU2z+bBdJ5qj8q126wGMHY3StduL4+WeEd
9HFgozcw9Ik1ClEunWKeXRjlSa26w5ySyBy+eHS8HjGnaE/JTWU1qGBdO7ayYVn2ZYHvBngd4Q+s
6vqlUya9F6OFBafkL9zONPyk+gGpDlBHrq9QasdB9MPolwahdOEwM6Wxp1rDDiZ17o9QDgahTHND
t/B4Mp+E+gOGhhDJP15NSQtoNuszeir0t3q88aZnLd2IFnITnGoMahMWBgEuvxgY/+JOdUp6mpRn
6jynwIWNxcP615KECq5IgAsPcjhogwtumJaTm+Z29b4MC23EtvzMdpwZECJ4xdSpsfOaQvrgBgjv
ZYHATnOz2Q2R7TrvYOFMAYQCaa/Lb8USjdHcYPQEQXpgdg0nxAst3gpEMiuoIUAazQBu4IPiH1Xn
obG1nJ604Zq5mW+Sn0PyPau+r2+K1AzKvKjBo6oMrNjlYpRZV5u67+kJ6OE9lJASfDO9C7x6I4J/
oFRFHgx2tH8NvQeLs4tidghplGqAh/Web7hdBIO7gmQPSBrbASyrS5SNtV9YX/MCpP5LYp/c1jsu
U+dDWdj7+tfLBpznPT0GjgmJ2OWyrUVjc5eic0bpszn8iO0vin2fWft1K5JTdWFFiA8J68dKo2hk
F9549CKLzCDHVjeCnSzMgo4L4xPAs8MrRT1ZTJbpmWOiewXERTU7/rjHt6xVNYiLo2XtF3Cu6Abd
GC+ULg1NGx75gIrSBb/JodxX5zrAyBnEvFnt58q91m1cXBLf5PwLqFJooEdAyUfYJKd1HBAUcNaA
ORzGJJirasdFgGOyRcPAf67wirkwJcQ/rwE8vXZhalZv7Hy4zooOycwVal6BQl/Tlh4SLVp3DkmC
dmGSr/7sQMQGVdupA/bfnR7rkFbX4Av1W2sJtXmLS3JrdYK3g2sMopsOTDErip/murrP7WvaPzf2
fU1+xB7bckkeAsXPiQIzOp3wDAgkCRcwDkXczBoA8Uv7kKu63yipP7M6grZxOKepb2b+WAW6gwdD
Wbt/3yLAlPEf40K/A2/UUtMZ9lKnbyP4/DTjwe5/r2+eLKe6MCL4ptOlVuq6fIWon0G+7wXq3E6C
Ypbvpr6n+rPi02JfW85GHOV/d+3LCo6KR3IyjxSL04YqHFgfJna98f14VFozITjm3C1xosbAS7Rp
MO4BQLSDNmyvthr8WysRnNLRbODEEo2cxuPub1VocNlgd/6HtO/ajWNnun0iAp3DbYdJCpYsy0E3
DSd1jmx2evqzqINve4YihrB/YAP7woBqyCaLZNUKuC/hBQwnB7HBAAYlbRMfs4QarXGrOjxkZ9n5
n/eFWkFLnUlPeKe9Oq7P1r7+XZ/8sHoCguXDEJ9aEq6xfxxDVWFNPmP/jUr0HSlqRrvZQiWRjAO9
p2lC40Qn7lGxtPmvf//9/4QRNm/t02qoaowOOPFgjJagCiCKHFSxSk5XlpY4fteG3wZqcSLxmTTa
qKclJESSOzR8yE1GAAGI0P5H9SW8PihVKOEkRpvGbAaGUJBqCUx/DtPMi/SBSy5/peOxZB+hGqjY
qqqY/N/PEjzR1mGgPWK26GUP8w6gtmAodtxrr/FvmPbbJ8fro5QukD8TKtawUiMjyIsWRqnvy3EP
ou71vy8rtwIGjYsGHiIQExMfPJB+pUmTgJ3jmqF/+7G7KU8kdn+0exr8NPtg/KgdrF0eXY8qu2qc
BxXm0WtmwiYXQWG3EH8cFWOSHcPQSEDpkhtjgAd9+ZWMHC9nYvkAGxrf9PYOJh0Hp37G46cqHq6P
Q3adOY8krMHEzXQ9K4B1gedbmy/Bjx651VKJB0pX3dl4hNnCA2vC0ZDwg2kJ57kLF/tmozdpCacZ
HbwtjrNQFbXerzvUMvn9Hu87vEVFAaTGSHOP2EC/UAAedro+P86DploGkv4jj8JFnWFUCJyN8O5y
1qpfzKqq0B5b4EtIdsUUQsxib8Ani6Y/VwYW7JLfTJ8TlRHI+y+HyCijvxVTAWEX5hT3a4d5DbA3
k+4HOwMdE7OIMkX9URFEVDJ3aJfjPg1kg2XczRUMRSACZD4nliKMhAN7MRix+VctuVZtBoA9Va8d
2vRrwTo8LmFIC1jpMH4x+mcdVRN/uV0/FfV+alzgH/TusJJOQf+SrhpU9NCT18C1eseDI4PpwAG8
unXqexPNR3t7vr7hFAFE4ptZ+0PXVy1wHG4fJM1LoeJ9Sp5emEsuDsIhnrwtfpk8Ss9k9eBiLo3M
OpTU3nX0odHupuahgITS0JyqRQvStVCcLO9vaAjLcecou+PkFNPwavv8BrIgbBXjCTb8MshDndfx
qHmRErsonUUHBQ9ARvj2E7bdUuhNOS08GFwYXPKAx7RiOO8TPIbDmy8gqnHXSuHCXiS2kW0ZIpSZ
gxs01JDBg2xbVQlCFYYP9Ow8RgENME8epgbEigsm0OZutdk/DYYjV7noJkqQl1FgjmHYLNnQQ6rh
BjM/gk5JUkW1TkKyhkw2lpzNq5uAfogzVqHtaWklhnJv1QFIDz7Fs/G+YHvLeLGpGcLeMczWEvok
KaDqin0lTSHn4YWZLAE8zpMaGwtKP3ij39fOk5FDYUi7I5Ue1FNEOsilsBevsOPR6A9umwU1Ad/E
UUp6vD++uWA4KvaoYHGtSeH49mjrJZBpQ9bc98PPNB9AJ/9dgFmunvT39+LLUML5vaQVnOF7jLoY
mn3S77L0fs3LXTtD7iiPWq8O9Dlsfv59Djsfn5BhusQZp3WtK16Yda3ndlKd3fwPXN72+ag8sBxw
+8EZLoyqH7RW0zagAzWYUnmQSMs/Ql4rtQ7OfnkmKiEvWeaCRiLyvQ/aGejPl7uj2rSusVZEy9Mp
2+kd1DeSlawITMujw9wqmBgI+q5bRdfnURFYxNa4g9nYXorANe93HNI5qvSfi723y6cMKNDrwfj6
fzenf0YppkxvMLrCgY3b7Zz/8uq7ZFX8fdlV4WwWRTg5LNX6lNb8PtJ6gW09p3YKSzfohja76wOR
Jxp4UHN8NvoPInrBhXqNqy1TdbuiijiPr3U63nfZHf3ZkpNh/iTm3jCTWMu7cDJPjgqrK/1osKKC
jgMq4agaXa4WjtqrGUPGNsFlTY8opugfaTSG/fz7+jilWeQskJBFpoJYXWkD8TksvycrdG6LJqYM
zjUqepUqkLDbinpd2DZiRMW3bAfd/zXKQUJRPGlkBx3AGCibopHpu6JJvdG7RWd2GM1Sv4DGntO7
Jnu9PmHSFYimJYfU4wASZRq8Nls6vzZw449JUId6qLriSCfqLADfYmeH9QSwTLkYCNAd9WgCaTIP
NcX9840e826bnsUQjmoCO+ylNRGjPTnBsxWUJwC1Tw9+3B1+w6A2TAIW0HgIfzV43YahF341d338
ah2I4pdIP9jZDxHWOYSMYUS+4oeY9rEY77V5p/VP1z/Y2xvl2mCFJQ7pq6GgLWIMtwb4yzf9Tfk9
+2m+0iWAl2Hc7abQHoLuI3nyDn3EFHIEb8o618ILC5+VXlbrG8Kz2N1h3YdbUJ8gSlB34XZjBSRw
w3YHxFwaFJ+7eAhybIwh0j/kO33ffN8+Gz/qH3qsHw38y/WZkSYZQHC4DAAgDKIWAKuh8cyIiWT9
3YxsQB5v9YNzdPPD/y2MMAFOoaVG2iNMWZ3q7M6cXwdIxTQHs/8FVO2/ZICzMQnH7LYM3pZwYLm9
pMGYBBMkc2dT0Z6RrloXLHz49NjQUxJWrZX4FfEYgrjZM2h7gUM+02HaXZ82SaEd95OzKMK61WvQ
tgsDaHVYmQU5i1hyMK3b2f42uS9ovfZwrYIsXgnYaqZqCkmTnK95OnprFtCTwsvHbJMmJwk+Wa6z
ZZ9uphWskFyN9Hrom6D3TBUAWEK+xWDRgsdr+O28FbKe5aXjDElevM2tLWI9mERBFZUsss27uWMB
bp/hgMu+/VimaN6UQFFYipUj3Q1nv0DIiTpE0lLC8Au0cLa/DCX2Y7OvTgBvuEpVV/n8/hmtsIB8
J5vxkkiQkjZolGS/l/KJJNAAKT5fX0OyKy6EPnQu6sPxIOJugM0CgQlEfWt/zfpj60bU/dLk64Od
fjDGMTZ6srseUELIh7wrTkVepoIqsKhQsRg2dJKqDAAUf7BOdIbk+GiORZxP0ww5sbKGPpSz7fDE
z49sbbMY5D1y8EfKPsxlZ4Z6O3WneUzIp9ZPvsNYjKFdjoq13a/QaQCvNGgg7BBPNQO/qGHeqcwG
Cxilxb/z9Ny/AYw1PV4fk+xjwf0KckUANRvvlCKrtCUUENLqlnh0h2ps0I15OGplPHh/r2SC2YPL
1BvHB69cQzj77XwuHai93to4nIwhTps+IJriG0lrNxwZyVk+JhQhhVXBSYEJzZBYlp/sBdx6iLb3
8YIbJjRlqSJVSifvTyxRVwoWwlZeGthVKMw3/cluT7Z+1GxVaU/2QgVEFncyvOe4X/XlxGnW5rgp
x9VvKXy+t3lNo86bvlnNloc+ZLyLkkEneqhCy6ohSDmt8fU1Ii3Rnv2Ad+PsphG8EKDMO9jkBuC/
fDJC/8v0I50CMkdwgLoeT3YCQdrI45bt+IpircXweqtNNYy3rg5AoK47WHZejyBfJcBQQwAGtFr0
FC+nNLecjvYzQY6CdYy3327GeldZd5n56H0pm2D6dj2e7NrLIdv/CyecdsVS5cBzIyWiSf9rqJ5h
u7dPjS526iIaR8WljC8H8U4Glhs4PVBkcd6JHCzj2A2+i69lkpBrUP+s6HJfeEfbKz4ApfplaW3F
ppMODzRZ9NuAbcKN93I218TtJ5pN9W1Zj1Ha3zgM9DJQQND9y0rFSSZdHAAcgWoEeQ7trYh19oIY
WGmsegkMfNsPu550sdb6p7ZTndnyIf0JIywQd0NVqi4YDwOGUJvtJ+icAFkUGcl2yjdvVKx56R7j
iCVOGnR5y+pyDrUsgdanC5aQ0X5exkMBAcuhGQ5WCry6Fg5Nu0fzKuu/jtRShJbdDc4j8xk/m1Gj
ytBCddr6dkojaleRVkd2uuxHSk5YdiH8Ua5vBtkXhDmege4wLkTGW3HiLJ5ekcLoLVAndPrYOHnY
5Hd5q5JAln2/8yDCdDoLN1RMsEwqFy4vsIsq2mhmoV/uWa3C9EkHhOPTAlcPTAORraI7Q2uxzAbi
16mtcNLXJtwI5C9hzKUaljSUA0PeNxnMd/Jv7kZ1l8Fy5bY1J+em0Lc1ajXvaACwr9jTfIGLWQQ0
Bs5AxEsAjdrLVdGaq7OtXQKUr9cFhC0Ryz5rkCArVa57siFh0WMsWAvIWuZloK6pMgZmU327lqcW
grraUeX7Lh3KWQRhLYysGb3VBFA6o7BGiqchrJNjo6rey7bR+Tj4OM+WdVFqE6QhMY7c3pGtjObp
o2YF/bOXNLHHpk/XN5FqTPzfz6JlUIRnLge04ym4xFtugijJ4BPaudkOhp4suh5OMjisAx3dWZB7
YTwghHOKGXZJFs4Umi3Bup1m5wdELo3x1PT3dalIEJKxoegP/CaAdChdiyJMfsvabmY8IfWHld6C
D545STh58fUxSRYeOjk4/YGvfMtGl1NYgv6QNkCV3WpgQ9te2LOTTVQbVpKHLoIIE4fmwmKbnA1Q
NjEbQlhaQWq76SG5osjiskDoszkQfoN8HzRJLkdjrva2+iX2KzqHWWrFZHlxSBUw5wVoY8VqkH0g
gGwB+EZzD4BpYakbxlqTIiEgoej7pIyL9gSBR6VdmyqKMHVuZ5c63RCl1k92A1mhwOgfC9VlUwJ+
4X0SkDoNpB+QSvnSP9tJjPTQShnK5rY20NQ1P3keKlbMwqnvtrc+tW5N+koAONPQy04t77XUrH22
T9DSyPQbs1E1AWSVEWjJAG8BcSEuumBc/p6xWcfGAoER/ag4WzIYTwFGSoY7vU2DLH2wqtD0IzZ9
Tf0mSCr99/VN8SYnI+R9hAcuF+Bj8LFtIVlaZFyXlALQ3ZT5vktO83zsyc2QEbT8pkecOruUrqjP
0HCAOXZoN8+z1sM94A4e8VNzY5Pfibtj5X5m9w0wvbN+mszfDYoaxLjJjX09Hj2Vzo9EIgdyDhxs
AGakBkyxMGVDrRGWbRTQfTeqcvROnPRQ+VYIgk8Wur9qO+jSNSb6FrpkCvCrJi1o8/tyvtOXIqCb
u8dz9cNMVS9ePlfv5tIw0c8HLRtSUcLS0hZnwpsXIG1itGm84JK876x+VLSNJTvf01CvB5Xd5EQP
/u9nCzhdrCHzuxyAtOqkQdjY/I73ku8+qFrgEn45cP4onPF3DNffFgIxPaGWPUBtwX/K5tOU/XSb
bw2EcVqzCCstGubtZqHpB/97Mfwe699ZPj0xYwhw9rlaeQA1XfEUkCQI3ggBJRngIdC6hN8zYym4
gJJzPf4yHCv2yjZjvxXux7lTpXFZKCg8gg+LlpmJSbic4ynJt6TnXgZ1XkZedjTsImiXIvQbFWpC
HgkPGxB28EnfiVZZW+5ZHWD/X0d/P/f3nfN1VQGfZF0DKHb+CSJc7tDCJc3MesD8YblZJX5Iqh/E
a0I7te/d5RfdFzaqCeu088zxKYPzfZYcRnPapagH43MCCUZux78H0sFoi7Na0dritBXhcxbEg2PY
BkDgNnzVk10+n5zu26Kir0n25EUUYU82WmeP4AiCErDvDooFyX+hsN890MFxh3U4fV2kyNv6RLcx
AcR2pCcQQeuT7d8M3s3r9RQtubcgzYH9jUci2Lli/XqFvBJ6+xCgQx/Q27oAWK4g+fgPMXAc+ibq
nEBaC5dyZwDSH341qJEbn+zttk7BAlbRCWQrnbNL/xdDOGlWraqTfkAMFHcBmLTCotxhr0P90o+u
j0b2zbmzFMT6cDjAvuNy9yJRTJ2TAQyat/dWDv3xVKW+I7kfw277TwRhVSU+8Pt1jQjrdtAWAKr8
HVSgQBsAMcK2FcORThxo2ZBrAakVPJrL4ZjLgImbABPKP9p5vFoopp6y+PqUyZYyVAbw93m1GwK/
lzGA6hnglYgY+lfX+9F/dNlzn4Lxqbi1SuftLIxQ2nQbPD1dxpF2LwRoz8BJoAavfdLcj1R1S5CU
xXBHgPERx90A8ykst9ZoUm9rgNtuKvrBteiTn2r3lYP+i1c4n3Si7cHdB4GlXhT7VfK5LgILt2XY
A3bwuUTGMdIlopaB+j7seR07sLRBkYBkY8Q11uAeBIByi5Xi1NrclEzQN91wZ9z0oz//6j7AVEJ/
NjUaVo6xu75KZFcCdA3+Cyi+OlBLYWU14kqQtL3+YLtjuivMprxPl7GO64EVu6EyxoCVOtgTCTyg
TKBOQn8Z1jCHEFgwT/m0W1Gw/wSTzNwBQdFu2p0BkcgdTMcWRUNeVmS7+LnizoH4qumlEGD1apPb
HWZ9/lAkUN1NbnI/oOjdFHUasWUNPPvvH7U+Tz1Y0ABlvbOHKMFMLI0MM2XjJTjqazDpPzwN7VWH
KHK3wZOzcAxx9yBciTyosb4z1E6apnc7A5cVk0JiuI+9YgwW24sglnow6Y1Z36TwokNPMKResy+y
QHd3Tf+zyQ9j4kdat/edsF1QPoZI+ToGhd99NZlq58veOWe/8p0657jStEpaBj5KHU/0Gypmwbp+
mEy2IxDJBRD8SzZvX5vhCCNrk5UP11euJPEA0w7nQcCPoOEtAseMrSN9VuKaVXHlsEcngS9zF+rT
GqSJGQHW+n+MJ6y8qptLss34JmN+C45RYM7WMfWP3VgHE5p/5J/CAY0HhXT08N8evWdvgpxk3lK6
mFxIlAbEeyYmDRx3DghMP4jxiaVUcSa94cvfLbo34RNOz8e5fnlgdEhmjb3CXMae0fWdSlASizzI
zPE0ECfqILdnNoe1eR6K4VDN2i5PuDn19lyvyTHRP9bbbWeaEEUuPoztrvV3qel9vv7JZXnYRFkJ
xzSaFPDWuvyFntOn7pCDRmNME/AZBMR+wx13nbHGzmauCrqdLBVj6vn046oNDMpltKxzmdHCLuG2
bNvYqkxYeWGzg1Nmpg89tQNKjd9b4xyuj1FyN+TfHABlFM54L+Ey6jg2UGMCQhjCSZ+I2wTbcnC3
r9djSOcRtF3O7wI2XiyYtFoPPn6P+6dbfB9HhzMauFRprnJokMXBQwCScBwnArDg5ViSOh3+v4is
UZw6fw00Mw0btnNSVTmL/yFx6Z4HEi4hxKBmkzq4iNKM7eo+/bR4j3AwmaxxvwxJbNJ0f30GJZcr
aFoByAeuOgfgC2sD4JZ2Gt/Qv8nzklp3jXWnTWHnuafaUMndSWNBhRUdcQgtQbzschZbbZ7SUQcd
w8staLzPLG4hV9r592OZH+DcpdIrlp6xKEL8F1BYgkMyVmvtAE+d1782sqsy61nXfsCxIWpZuKSP
W2FFCbY51Ij/YVYdtCC5HAVMTIQ3S1P5E10YKFJWE8Hs2gzXLKpVTwkZdNbH6wvFHHDuoFcqfDtI
Mdu0sAD1HFw/PUyEw+Jpv0Xuxiy0lzyyb5ykumnKPr1xnH6JC296zPTUf8p7w77ToY2gSL2yPQ/v
XF6OBaQKxJHLL0zdKfP7agZWnoJj4b96w+OSqm6W0s+Kdh0vZuF/ILxdRulH15mYqQNBZM33MwwJ
28WN7Kk+6amD/497I4ddO7FONnssx213/dvKpx1qOpx/gWwqkkqbzWzcZXbxUEgrOL8lxhT1K6zO
tS7D43HupxCpbwytskmigi0eOE9LE44OHq4T68ittsFa+Ppvks47MGyoMTmogYuvSq1e4F9vcxwZ
q4KycINtfSmZSuVatn/xZT0dgoPc7E/Yv57fUNbOXHSU9tEG8EesFZ0fJDkr9j2r72n9eH1YsoAo
cmEdcRlXnOSXH9p3IFY8TeDj0cK5q+dvugbq8521DScnL4/XY/EfL2be81jCotp8J1k2TrSiGTeG
NRISp6vlKg5F6dqFLySwjHj/49XMT5qz21BredWcwqH7tvD7bgfBmiLOMi/ZQRMOTq7rvBxsja2x
uehN7FSbrwdNkwy3q1c7++sDlh01nBIF/wB0nfA9L3+J2Q6rM4GHfWttHXR4JwAOUwhj76a0XMLK
zEZYGPif5nycFElCdpjiGggBLHBhXbxCLgM3aZ9ZRYKZnszXAQV737qjrIi8f8A8o/7lIwxqE847
J4jOKOliJRggIEO45HhWeUCfoI/GNVU96KVDQqXNAdRQg0qkkO/XCYcA7XCy2SbgvcN4V5qw/i1f
8fxXZB/ZTkexFFAkbk+FrH85eVZnJTPlhIV6+AiSfpDD5cuo13/IJzBuMqH8i5WBWvNlFFDKIRQ7
ocfa4pZ+h+fC82hm7mHz0yS4vgplM4c7ImrZxhskT9jiRpv5qe2hwVrwdN4Hbnu/VD/tTPHclk7b
WRhhd69bM+WVB4lHdHCN/DWd7cBXdd2lQ+FdADR/YDQgMo8A9C/HN/yiPzxmSRdBds+Fr1xWf78+
ZdKx/IkjvhfRrGsGr8Hxl9OBG1lnMP/oSkV2kKVDPNnRxuUy6LaoUofE1JU4SJAOdRNSSXWUYLFd
H4d8vv6E4P9+lgrnlTRkbADC7JJ9k3iRZTyASKj9A4gcD4M/YYS17OH+NxgDRlIBaaE/M/84JL+v
j0Q1WUIqXYaBtSkYZbd65gWk78NUcxVJU/7R/4xC2PcJkCnE6rk0tu5Cy3HIIg9kM+jG/0uC8XG5
wZHrgPIoenwAfe6nboJAzCp3pvHdLMGP8V6vT5js06M9CH0zKDqi7MEn9OzTt07WpOUMSBS2o+++
UJsEoPtESzEqljGfFvFU56pjePz6QEqL6TJ3ujXZfAgEOrgZVo/59B38+hZOIxn5MixprC9/fWUB
DhyIKADn8N87PEJfAuXhztic5QKKx/qweTTQUmD5jfI4D9/+dhpBXIOqP0T1TI4BF9ZdufQQHGmA
F6ANjC5f1/a2m19SaGVdD/P+pgBJZ5QquL6wjq8lJE9SGdtmDChQGfs8xuKOu1gPK8Ueev+lEATX
edAg4GFjicoiWuvWvj8AMTJD38PRIk+rd8PU4YBbIXvkhDhB4LK8Hq4PTXIf43LVUHKExqyL6rGw
r2xzXuc6Qyke0rVFvrfNV3NOigDgtpBAAqe0ymDJ27Dc1lst+es9jdgoPGJXY2rB2r7cBXmloQpU
oVODw/XYmZCJnhdQR1V74P1muwwj5FmrzUfL6/hjtKdBUe9G1Pwd/aPj7a7PJU+kl3vtMo6QaB27
15sNJOxbb67jsgf8dr6bzTFc1k+zprIJfZ8PeTDudogFg7uDcOPS+60oyJzhxtV8qKoPOh2hgqBQ
oBMnDkUKeLOZDo5zrAzoPV1+n83Ag2eCZe+tVTyNWmSaL0V+Kp6vz5q47i+DQKbgMgjgFE7WEZh/
+ul3QGtMWH8aTlwsv/V0PhATeseLSqztHQnoLaaDSz+uXFy0VfhSuHxnw2zCI40tn2b7gZhD5A9D
AIbuztyKAHfcJcgGt4vt1nTDbAzrpo87r6Gnrnbj6+OXTjKKhDy5cM1OYRMkpNDLkeK35HUOt8z8
rq2LcIG4QOmpUCPiMf027LNQwkbo1pmVrETLpdCyPUXDg+q64rwR98BbCEArUZCBGRSU/S+/5up3
2ews8Ik06Z0BOo1T10HvbGGVFwFxPl+fOmkwqJECPgFpEOAVLoP5gHKSsUOwgWafF+c0WsOOpGxP
yqMHYUjFKSDuuLeh8dcUEjRKO+IpgPb/NJY+opH6MYF7C9cega7v9SFJP5EPyw0gLzAssRw5zB0t
bTfnbl3kxS5wgEIzNlOwEmRLDuoZIN3BGQcuCsI6yLIcDxwTopna1iAh3qG9DQnQNAMaUsVKlU0a
Htm4TcGTFlY/wk6j/pZ0Bfd9s056EjYv7Zfr8yVbAud/X7gBzHYNQ8UZ6BlXj7TN3APBHHnVeuq0
Np6rYnc9mnw0sETGHQAgRbHgiNIe3LQYctWiOUENHX4TDj5To6oTv6PE8KWGPv9/cYRdBGXalJS6
Vdyi9FO2NMi0MXTplx5keT2pdzr4YEv3m0Lu4/r4pAsDAlP8MoBykyi2g0pT3Y0ZclEzgVJHw6z/
ktW/qk3lhClb5bhO/S/O2/jPrr/DRNrR5r3fBnJ++QdozV8fh/Q7mSiO4nBEehcbYF6JGzzNi5Lr
B3flEPugV/oqCWzp0jsLIiztKWvL3OixVcsmSspfmV896aVDA0bAK9QUxLO3u9D55eJtSZxFExZ6
UjfzzKDwfTusu4Y0QWbToExD/VtH905rAOzifai0J5TMwnR+zEY0lGl/7Px4y4woT1/gDVyzo+uF
vh7S6iPQI0xz0Yvu7Y/X5152nqM0gyIsmKAAPwvTkjdwYqEW5r4BuIC8GA6J7fEXmd2AkCPktlIV
RF36sc8CCjPjzdSCeBjsdLUhiUYorRZjGTTrXyI73+b/LIpwF3Izz4WsF6KM7HeTwkCrPEAy2S4i
tJOj6zMo3R1o3II0iRLUu6udma05WVak58lNfvpAa1KVOYZ8yv5E4L/gbP8VyaKPXo8O+Ny1cTeA
+WbCAbcYAWG6PhRpQgFpBRRQFDthMXIZKKupl1MDrpx+8YIedFjOpzlhYaHYHe/kQt++zlkc4UTT
2nxObYJjpq5OC2xmm+kGOnXe3O+7YYpXCE1UPzLjGSrc4brc+HN35xbp49jRQ7NCnaGlP6+PW5ob
zn6PsAmGHnjS0cEEL5GbFYfZdp9A7g36nu1T+KAo0rb0czowIARpGJBY8dJVAs7rkKnFlvNhzt2f
hmkL5k6xAfg2epeAoCSHBoiLK5BYSWjMzp9hoMc9fuevqGA/mjndtcWt00asd3aFm6t0I9/BUvhX
hU8EILDg2+JxLOzsrcQ72ZkQMvXgn0AO6HAl/VfistAGsbFtI8tiIeoLDQsd99v1Lyhbudz5zALF
xuGuTpcrt519ECsqAJpT8kC26ei3Y7zA0qnRmKI0ez3SuweQYxFKBg1fT9/6E+wqdmgazr79gJeL
Yp2oIgm1Zm8t0Dl0EMmvxhvTXz9U6XhHahZqOVoe1+dPtib/zB8EJS/nzy/LOs8I5N9z2FDP5GXw
HpZGUQiWjgcqTdwbSeOilUIM3c3auuZAnnlvWdlNSu9KsBerTYmoke1nYO3/iyS8tu2BkFTjWuzL
6oVWvqCG5sZ+EpGhjnTq/Ern9a5ahr1f1w9rYYS12zy6VfuQFVusb9qBfqesei4LwLZT4M10d1/O
34CpOqwa9eHosxwzMm4B+D14Amqqa518I0FWAHRWtC0h9X45UXODRi3L8fObeXsubDNg+X5Yf+oe
/OhsGBeXN8y27u3au8nSMdB0U5GfpR8KthpAyOJCBsjdZXzWsm6GVR42U52Ue73wnOPU1uZnc9P7
+4F0f8tjfEsckD7jhlkwC/aFYweI06UAnQaLr6I0sjTm7MamHpEUe6WPPa9PiHkRFjOodEIPwnBF
pbDJWU0T4lagfCQPE4Enhgu727bqnkDpOWne+owydewk086sqQJZJrsonIcWVuWYjUu39tD3rnS/
BcV1AulwMv6WUvs2mSgxAZuHNzYg6Jcfz9iygiPbkPhRWMVOZuOdBrWN6+lCtkJQMYDTAYhDoOgI
K3RLNNxHuKbu0IxHtKGPAAQeSsZoAHitoqwlmzZQ5bhdDvpujujO2pYm7d0GdTpilE/u4oVGC1Og
6+ORpb/zGMIKNEbSQHuFjwe91ny5G7cmUt5JpZPGr1aAlkLUxhOCeD0gSjavn8LkYFelL11Hwixn
uwIAiOvDkU7ZWSTh84DNyJideIhkvnqQwdOm1+sBpPN1FkBYZF1vwXEixXzB7ALluKDMoY6jusKo
5ku4T7DMLRJ4HOK8IHdmhSLRcAdejaGpNP2kgwG2HZIP6CABUn+5Y+y5HUeNF5zRCG3RAR3W502l
uCP9ImcxhPtJknrlWsFu+rYhzxOFTkymkkGQzhZMB4H9RmflHUp6omM1eDVoB33ZxgMd96P52Jdj
nDqqV8I7tVOkGLx10KFCFRSELvG9DnmJtG98QGRtms+BkeFCR0g5R7o9AQDCjLS8mdJECzNY3UZW
Mn411+SOVcVwY0/AcLUaqWPXnoPBI87fL8yLnyYsTJcsS7FCT+hWA1d9Xk5jBaS8p2iaySfAhkc7
r/qhg86/9tmDjMAxlC2MFLeankZpax2K9HkmQW+mQZt8HlbIUJ2IOwVW2oW5g/oC3Hy0IDNUXnOS
lQuVATwjcNMAHUiUT8hdfYJlOqoM7kB2I4n90gjN9vmv9/pFEOHatoL8YRUTgqwobeXmGudwTB9d
7XA9jGT9wjjRtHA2AWaD68XlnFbZAjdlByh/UrgRa3iHNSJYymatmjVZJN9AvQOlaNxvRIe+pLbp
4BBEwu+Ie5JFGet2untjz6qbHP/NwmXD8gGRB2kB6mVA2lyOKQWjZiQj3tOoiOeRMVoneO+2wUbo
NxTD2nDKuzS+Po2yJXEeUkg0fufUo62jGrG2RdAl68fKKqK00KPrYaRzCB9vAzgltHTFa1Q56ClY
Miu+1mzMwTRl7NBPh4x9sO1KpcAmHRK4GGhUw3oA1YnLWUzW2evTAvnZWp/HA/fDUqxwSXKGEzou
oIBLwxtK1O3Tm6li9pgCcpE5DdDmhh0u/qB6H0uGcRFFWOBa1fWa3sATYGh2C1uCEmlzXFrF81Qa
BV8FzDNYgQPTezlZ4OP3ur4BnZToKCtuHwEx98ZecZPl61ZY10Bc/AkiDAW6N3ntpdBg7lt3jre5
fNLmwY6yAuyT3GqreIRiXlRsheIFKR8cat1AfxsgFQs36CJjbJt8VNk1fckjradxO85z5LK/fwBh
fH/iCPm9In6aOxMmsemKg998zsD/8NsldCdF0pMkCATiLqFc/gkYlsuvNQ89SMsDMH9QEDkk9Ygk
Yd0blQF0tK7DlyI7Xt+20gkE/9WCuhXXwRXimT4bMncAlnGsjR0exhFhr7RyFctDVt8D0BuULSDn
URMV5firLoOwKcWwZhhsojUCyc2qit1Su8v0MlhZcj97P+bC/ZqOSThup8yZYEQOKPAnX48J7Z69
RjVyScK6+EnCyG0/sxPUTyBuN8QTnkRlc+Dn2MRyxXNF+kn/jF0EhkCo0FvXiQLGCYZCYh10OqPc
1YYw066ZSg9aVioAsNsGLANP9fde0JlBR0wtkJztSsbPrK6KYz/rGaSULCMkdd08ep0HLx8zneKt
KAFb1Y3v1mwVj/3U+F//YXU5cFQFpg+mYqI9nVPrVVtsnJJqG5+IBgvQztWipkwVh8/bBVPMPzqE
G7iYJMxMRRSMtxnj5hPMMWwF5gDFMIbEYzcwj+keByPZaQXdJxbbT6AyJNreKl9rNIHLp7J6XDLF
YpdtqbPfIiq4mRvoxIuBhVVQvOoAS8iWNm7/FlqOceL5+9+ITaEWCMaq0a4NvrNWfiFtYFnBZO1N
+5uqay7DWlwEEm577VJnqM33aGQGEN0Zh/3vjoYrWHdVsD65XcCS6DVRpHXZ3jwfnJDWLZPW1PSQ
LrTOjGt0AeqChn39jAan4mEs3S+AO3BQANLuO8GxsXD8lGj4WlP/6MLELeQJabNPenE0oNVAnogb
lxDvnp6ubw1ZjxgPhj+BhXntzBnnaT5zoF2yI9MJbKLNhBDGzhnfGoJQTQ2mXiXyL12cZ1GFme3Y
UMHXiyE9FE5AJhokCXxsVe8haRQIyHBuOFjv4uKE8v5Kpw1rptraKKVe4M/PRKV9J8uroHbj5QlP
VjQ1hAQ+0QHmwiX2PNNfMnPYl3jpULiHkmCpVKYM72B2fLvZ3AeVI6og3yV8LUgM1WSygL/2LBaP
hn4ESuaQbrvRefK1YzJPcdrHdv9SqDQ2ZFMJ6xy85Qx49QGFcXkhyHF/T92c1rdJd///SPvSHrdx
YNtfJECi9q+SLC/qdrd7T74ISacjido3avn19yj3vhmbFkxk3iAYIBiMSySLRbKqzjlDhNLbADyv
yMjaVC4WADcF9uYKfqM3Sm60Jpi1GtP41Q/yS1sxf8zJS4X+LbQPCq6kV7dFhC10b6F/FvUoMMBw
V9JpRKZZotEYmJmLkqUkK36M+2+rBJGqbaN2FBwPa/YwNBwyMkHxi3/fWXmX0XEYh4D0dvlZmEnj
IuRFXozans8K/cdCF7sraTu7gk2+ROGLcwkjhcLAgrgEyQRYDS9XT64BymnkYQi63qCPuR6nT2Nq
vCfabO+KNH2QwW3edzK5UwvK7mIQ7+1ttRBpw18tL74CsQ3cg8t2wZv68iuGAoJ6nRSPQd6ryMd+
Lwrdyex6a1eBjEL/7TFfxW68n9H4BMoWdA+j8MZdlRump1WUmljc8agyukk1/R4NMbukMARudH3q
L01Q6FVAmxoenVd5uqyI4nQyYar70A7DveSabvIavab32iM9SofmtfzZ/pye/np8MIqMLXIsyBBf
He/SPELQyhqDCf1+EzRabSvdECl18ljUobIylQg6EN3D2YTNz79zp7m1QN3XTcGYMseuD1kXO5UC
9fS320NaloTzUjB9gWln4dtZ2v4u/cPMS0OZaD8FhL5H9QcV9V5cR08sFPoWkfJYWJiuoqeN0lqu
ptYUlE3iS+YbBLNc9K+5FFLnVlZ4cYFbfmW6M/kYDGv796NDg/lyAUWGB4/6y9Gpcj9nZWKPAR77
xO2iHO2g0MkTXCRW1gqIMCQAkexEToK/6najkjQp+N6CVtY3RiefmkS+L9uGQuNMdBqtxDMAkJEX
g2sAP2os33KWbSRkLua6jTCdRsW8jhk1dG4HsC+XJP+ZmIl8V2I5drhEyZvbc3l1GqHPHElxPCzQ
PofO7+XLzizHs5lAakkfgypjTqx0izvWhuCxvWoEIDRELWRfsK8vjciqVCoZiadATkMH8qAujBDy
t1fMZSQ2WqNxJOACwb9IJ6WT1bRPpqDPvtK0c6DVjVuKKyLGXAm9SIqh6qb96ULgM0klAc1XX8tT
kBmfpuTrqIpl2UGDaLbFRG0kiyNz2xhba3lmaUDRotfsct7AjdmFSZfMAQoL27yKXticHyb1N+Sl
XUJcpXntDRFcZG2tVB1tqCgtoieGR3CMQyHV+BSEYIM6oXaCMoOHXIlgc63NIsLtQuYMOXXwmV+O
zEbPUVwm5hRUaJBJpU3Vql/ZVB37ygyGrNjcdvKVcLiUFWWIdYLQHG+sS2ulrAEr0sxzUCR982Xl
Wc8c9OVZf3+QAEpjLIR7iBc4wi7NtGNmlFTTpyCJW82rDBsxAxRiDyxFtC+VjggY9teiBqQDgSVb
wAAoEVzaUzttsENTnQOlyHdyFaix9MkapzFTH6B7v9UTwe1nxR9xF1iycgueCLSClwZb2oM6XYvl
YNa7TazMmyJFC5X6ZrTbnGxGzUN1SmByJQrDJFggNOAXEaI4k11PWymnMBnXsd/Z0LgbwRD7pdaC
uVxxSHOhgkGxByx7eIVcDm2aTSSxjF4OwlapnHCi2veyBF0wqNGsrZRp2YMMksPtbb9cWcClDLJQ
r4FMHZ7JGTX0pC1MMgfJeLLa3gc1QqoABxrqeDZCPrDY3ba3Npnn9jiHqfAG1/QCDgNZmXwzh5tu
KxQ4WZvIcxuEG9OUWU1YanPA9L2ZnYZu2Nhka2T3VZcJpm8lVKELYqnvoDMb7Drc2QV6NLMop3wK
0Ee1hVLHxs7ZphlCAVnNyqzhCYVouLS9wRo3a91Yg3ZWq6ZgGhXqJCEYJOQN7VnQVaLa5popsJBA
6BR9urhwc16Yp2kDxc4CZ1jlpl36Kmm57Ogt8Sw9Etzq1ybv3BS3sUpzImqvwFSmPymp4uBkCWdB
QFzxBfTroQwHvdalQZGzoeP5Jnd0nKB5UDqK9qB99gz9ECYYZwUPwpUIj9COggECBXStNc7rcowA
kDmE3rBSHQkdpmT+ur13rtM7eDLicgZpAxxaS//jpWNLXUyUUVMwmKg6lcljGO2s7qWS982QbFgd
g+PnkMovt62urRJAUYh98DsEXO6chE/OeR4THClAGjpSMu9UNU2cKOpP/8GQhjIF1gvcBPxeoipV
o8HE6OAOUVh7FIopuk03t62sTyKYdv48XmGH27KWMYDjQcI6VSX1Jul3Gv4Y/OShcPs9k46TqEtm
JcCi5IL7LTxjOZU5c12EhJwpZXOADgcvktGsmjtSClwlOTTTdIhVSTDAlQ28qIHj2gRSkmtl0VAu
5zhrK8i7jTqaccvyNYnRMBGix8KvZvIpmM7lnc9dEG10uAFoC11RrB43PptEsdmP7RzUtTYcVHMA
NhRVQ9dMh2FXATLlTBpIwQHOtoI0GdWdKifFg2FmBngaJrsL0lyoxLiyFVF6xyUIbc8a0oXcViTK
LE2QmMJlq49l3FFt6rK6EkH1VzYGrMCDQDixFI653Yj0cRFFdT8Hw0E+Tb9EJBArNx2gs5GERPMb
Orn4JB1EpSNNLsHZrITmtgmBK3qyss/MBGQ6zGTgPLp0r46lYLevxEsQlOEGAjYbvGb42p3UI5QY
5oSpM0YnbAuPTU95gaOghTLa/FPgPMu5xTvPmTW+jDU0PdHygsFXD+ZH/TYmTuFb3vRh9W65JyJr
qzOKnA7+IMggkl6Gz3Cs4cMtZrQxu6Ai8g4Iwl0dGi9T/wm4rB6+AtV0r7bgivLqKqjlDRnoXQ1w
sB25uf6Uy7G8S6DBdXsW1jYsUpcmeilxbiD6XX5WPBszELXwI1V9ggg9HaijzUeai4Z/PdmQfAfg
AucTuNghYn1pJ7IaFQ2wiETG8KrZzyZq9nV2Xza/daV7o4nmWvZDaByk8O/fkDCMcp2G8YHzUl58
7uyBH+Vzn5p6jVVuf9Y2VEVxvbWYa+hfzfdYd+JW1Dh6vdBo4sAFBqckiHyuECaTbIxZWje4ZMrF
ETESBdgeK1jd9QRwi2FPKwVCxPrfEsSA1A9mlw6S5SKAqvTlOAd7HgqzQyg0sndI9Hb285wIwu31
abK0pyDWQuF8qVJwU9n0oCcjMUyUxWaaEm8aVEez3+xpRvtl6Yd/3ee7DAkXDoAbkeS6ojKGMnQr
6RrCgZwRsis1VH7xgom/K1UiSNBcl/P/mAJpA5LJoD6/emZNszbiKJmD6rOoi20uQXRSa+/AE+Z0
dQy5FjwpowIAqxgs9sehq0/gpDQgt1D2EUO5f3C1TBE8/dYcCQ5rYb+gCQ//XK5oimSSEuc4S5X8
GzAnzuT3qImSXRvddUg0/vV9GO9abFF0oS9tL3zKdI5qy6CGPAdheRyk3wAo9qIi2vXJeGmCGxDK
L02YagomeXhn80/1799DAAMBlYMSJJB+hOeE7HLDKOrlrYwOdF9XVWy9uH+TzORvgUdwFlQ6ETSR
sgREnotlXQ9IdholeJOju9nY9ugz2VfNEXKhxul2dL4+EC8tLfefs+A1g8RZV2tYIjFxqNL7tp14
wB4FUxRDRU3gcGv7+3xc3FmgIXuoTAzWqHT4Ip0bqa4+bSppe3tQ11cXDArZGtBYQVUSJcDLQTWT
nuudtbhBQb0wq7wK5b9xEjE+XhfCl2UCQAZ5k6WionERcaz0BncYZBckhAwD5N0q1FTjqXDGuPaG
+FdhN8/KWEF9M9qqIBgHyfPtgV7xEi4x+fwLOIfH3i1CXGdwFHTUl+L2bomadmQfptTHKyaTuzeQ
f4Pt1iPZJgUvhyxqOV2da+ifYJ4XNR7+BRr2rTawDnMgV0cLvQalfieJJAVXbYCRDNcIZOFQBr1c
T11iWdUxZDyM4UcxPwHzJEygr0UOrCO6GeAvqLpw+2CQC3DJajZuKR7bNa+3l+n6CoRVOvtxzu1z
jbTRbOHHO+mQlk+Qup8N4DU3t62sbmW0pCHFhjsQEgKXs0QilCurJMTdttmFpatLwVA6tHH7wb9t
aO3YwPsVa77gddGSe2lInsxQ6SoYQl3nXornhyxMv4Dtf1PJLgzZC2ivIUFQCvKHa06ANAe2NSLI
Ui+6tEqljKWDnMpBlbYube4l8lCgP/4/DO3MCDeHukzRR6NTORiZ/VZFYKsdmQ9qArDjEtdKyaYx
TT8vRcxra3ER77ilcrmoHRAu3idTi2T9UCPeNy+G+WjUvaNqD5hZSvFeaN5vD3JtJgHbQnkFpT2U
nbmgQbJqgrPCmt2NH60UBdLY3kFSa3/bzJrXn5vhBlXYcVfXcSUHSbHRmZvTgBbIZ7/dtrLmjGgU
+IOiwFnJx+DITqGvpTZyAM0l5QgNY2Py2SaUvGIbxYJwuzpxy3MVlVH0vfMdLVOtGfVAcHzpBLnj
GFRi9N3G8XJ7RKvzZkN1BK0HqL7y4DO7L+oW0Ag5sBLoz1GHqQ8mKm0sFWRd10YDuhqQ8CBdtOgY
XW6oJlQj2rQMlxkECS0uHAUTptCffz+acyucszWFmtd9PMjBcOrbL8X8kKYtJBn+g5Hl2YvsIRh6
+dCXoH2TZVClCSZymKZtJ7thv016wYStBVg4GOoywOyhCLpM6NldScLqV9OkykCOHguMQetbMEq7
NhSPxZXJJdJc5g6UhUwZgiGIeCjQcImnYiRIcI0SC+YZV+ZuTCk005vx+fbEXXNsoCYDTuXl2IAn
gJPsckz4drmhU8iCOg9q82Mo/LAMiurOIt8k5a2pvZAepi/tcaDbvAgSUH1k0531nEiHeFcCmJQ6
oav9VHuvzQSnzEom8/LTuOmWp7a1R6BIg/IH22fe07yd/G/ynf7t9hSs3aEupmDZj2fLSlMbTJQx
7HRgKpjvh4g6aumZ9qZQ93Hr2N+G9KSpu/hVGE/+XFyuF/nf2edO0hRLrw4Mpptyn8h7NdxCaTCK
HALJwXaX03ctcZUPKTadKfTD3E1eSumx8kFV00Bc0X6aDWRbo7t0N2sbYn91ZNsY0L2/j/A/lw7x
41f6VEVO0dU7yOkWFsDbsxOKCOz/UFrcGgbnq5Y5sEZlNgta4N6TQ0OhOqo4ZHjtFMNJUWkxTYci
39TH/jy48fRV3rd56UfSU0K3KTrIabm3xg+9ivdaoEcfSv1YFJ6uQXWx0oCI87I5dfXeKaxXKv1u
h8hJwCpBBWf/nwrkrWEsR82ZIxjxaNr1GA2BVjyiOAhyylk1HIj5LeQzs8Pc8jX+zJ1mb4bejHjZ
F076oJegKQThV5ChRybeJeZRctPofbI8Zu87FoNR+a2U3doIuofkNO6jA9loYHiz+w0mzcGyNAcl
f4boxKM0umR60E6WfcrpayodR3lbOcPz+FYrTpI+sCNYqksCMRUABkFN+GDnHthu7FgwESu9R9h5
6GwCIRP4MwH0vpyIarKkdkTKIQBjFlr+przdGE097/O6jFxrLEhAS9CgR6rxALL94SUHl7M7jpMI
aP6H0e9yRQhYdYEqRVVwgXdw+0PJWN2zIRmCGe6CHkxX0dkLQ74bmVV3brrA+qpNiPaikQICQJvM
NjaqvLdBhK7bDh3Uzag7E3IsnSNliZsN6QYcY7sl2ZvFqVPLTt1LbrftjWZnLZl94GStPOhaYycb
guurcCzcpJK+JHVlx+hrlA4TdCE/9J2EbVE+qEGUbsbIQg/uZhx3du8lELfNY2SLUZos96nyQB9U
09GkXbJJ2LZM3ZB4rPxV+vEBCUZTPZW9g+PCEQn1Xd9EMP3oPsNlB8UWHEaXfhBXJRtUIx+C79r+
UX3867h7+evchCRqjEdlhl8Puxlr0fg52XYW+tZLd6lmSMrRZvMGQhXfevWurSI8mmJR7vYP8P3K
w4CuMYEuhKvx559FGyrnPR3QUTI9SLL0CD4wpxzixzLVD0UygxW+QfMywliJgsFEPLl2wzDblsR+
6q35OWbTJ/J39zHomZ2MtfesDneo2jyFUY5FdRNF9SJgFyXfHpVdMQ+bTvVVKzD7p6FAO7RpuJEk
2L+ry4ZOMMAmiY2mHO5Aq2SV5SC+HoKG5uiBpF6ZMxQ7NiFqHrfX8M/D5Gr6zkxxHlI1igYNvWbA
3cF4asB5a4zoWSmNE1hBXlU98bJCQt+36cnqdM+G7IOllVc8dfFX1nYO2GZ2zJKdXv0xNAcVGnxE
H7ck3wm+8vouBU9bOgwWKlsLfemXfhxGzCrbeB6CKEtMf5KYXxRK6+URGILBR01BeR4e0TOOmJ9q
m17SQRivMQpljcl26qxQ3BnSEth4fe/XaCjxNdBQQOa4APnEWBSbpLYcRMkceZbZwJOxM/yWaN3T
7WFcqZ2BghGXNHTg4UIIeU6ejgjABzBy2O0QlCB9NAlIH3vwhEqlvtdmtm31vWVtx+mHJrl2fF/b
1Ldsp1AG31KmfYWbzJD+IJAKuf1V1+8vgu4aFPFQBAGmkFdBBUJOWaZ2CAYrfCrsbVeelEjz+zbf
oS21ZkE8d/5tkyvLCZPAgS6lSVxZyeVyjjXwxnYqw2TauDM9gD7yvwwKQtagw8apgob7SwtVZw5S
l6H7vcAFII63HTmaJHNbts1Qc+4P5SToy172CbeP0FP5r0HOQwGRLPSyhMFh3EBOwAKEQN9O+oaJ
duzK2Y71Qk55oWlAVY7vxW5saRyyEZOnmDta0h3uWPf6EVqE7WfzxrLQjxRBkFji+PXY/rXIvQDD
zArzOYLFhO5at/xEv/m+F7U7rhrBlWWhVkZvu8X5RB9pKVjflSEA67GTT9/tUPKT/EmN2b7PvzNR
IWDV68/McQ5SaPlclTHGlO2He9lwrYd2L1GnOLQCx1iJ5aCM/HdcnGNMRJvqdIIhRl9JmeM2+suU
7kDSJdhTK68t+MWZIe611beZkZsWYqT6kW/7r/Bb7qq/NeA7nVZQ3Fh3wTNT3PkEavEOGHKYoo/N
oyo70ga6V57hNwccIKZgK4smkDuhZuRdK3OEscnNnwDjHx7AInE7Hq28IC/njrvJUBW1BbNZ5u4h
fmSd0/1k770XH2S/36OhrX8X2Ft2zNWOOptA7qGSxnrTlrhLBJ0PcED9mm/VrXwXO9IeutBopbht
7jpPdDE6vm5X1KNdapCpQY1hx/pjO8IXRU0Ca2fbufvxzQsJ6zs7kbF/IWZUJ26+K2KnmL05IIUL
v4CySiBtLV92PJNt4u+CXbY6RPgcajloBAcI+DLeS2NSFFKI8As0wiFrEelHiPCIgITrfnJmhvNF
m+Z5IknYzFEwq1751ZXeiEwD89ng23HkTjUif7wBv5UruAKJBsh5qCkRhdLlyNRS6HFuY31rzZPA
T1awRXAUZJRRDQPRFEDQl7NY5X1EO0bwXCj22pbeqUGZOYZLH5rOMXqn3EMviznSSftrdTDcjPBQ
BWZs4dZfCEkuLXdgV0nBHwIXRTaEkXnXf9h6uTGLwEoHsL4CdVR9A2eaO2giQv8/Pef8ZlwIbIBw
XNAl/Bs1m7u26kIdx1sdn7Rs2xrvZsa2WnE3yw+6CtLZ6GejORoFGxa5V5LE06Kgb7dD8zItH2d/
kyE3qe3+niQWkwKOAhRegB9CPxAXJcKkZKCIzQA8SZ6q4bc0f5+Gt9uh4ZrE58LGVZMYJUncoe9m
DOidbuzArednQXw0nHEHuqmT8ewMe3V72+aaK6NDHug1YLyQHuVORFkqzKhSMKxp/NGS41huNfN0
28TaZeLcxPIJZ4kgU2Wk7oHACsJXzZ13nWMfx0Msuoqt3SHOrXBOq4NUCo+PdETIezbt1DGotJ2h
1KkZ20bet91OSAamrJuEQid8fdEi565ipBryAqwSYwCyjE25izYoL5jH+l4/2G6zY4fxYD4mP2ff
2EYP6v72pC7D4fcJaib/2Oaig5kXlj7PBTBlW4bqCdB5B+P1tolr4P3ijqj6Lx1EBMQ6nI0cCSBF
a2Gj8dBvvbP2ybbbpVvTrbbak+TnviUoCSzOdjWoM4PcPTCXU23sKhgc3NERMR+tztjZj3Oe3qr5
YNIux4zlAyDu9YMy/owldsQKCvbUn+6jW+PgPB46o1M4MoxDevbrp+ql3UQ/wLG0Z461n3fJofbS
g7Gv9+M225EPejS/hccpaB8FV8PVvY22GtCqgN4UaL3LjUdoqHUkxYh1sHsfM0l3lKoQHVPLmlyN
FTJneD3ClMyXry30I1bqsma2n7x2z9rB2oBwepfcNcd23zNf4JPLoX7LHHf0qtSABG9RAeX4u93Z
zx12nuonGyWodsPj8BEfsx/PyP8KDvxV3zkbJBf802KGnrm9OCbo+ocN2iXdvH5Je0EST2Dmz6vi
LFLm8lj0pQEzzNpJzTObH2btOIky82tpJrRl/LNkfKMaiN6B7zFLmKl3ee5Z22pv1I5TeFDb8JRD
+6w5MwgUH3VIFakndlAO1v/ffPJ3mykqQa3W15hP40Met3EMlelmBI2t4LmyugP+ULgCAIGGk2XC
zyYUaFHZLttuDOp5iyZS1LEnESB1NWadmeBuobkJAt4QCf5gtCm6U48KplLg80ucvfb5hYj2f0fB
+XyZVIxOFkaRn4baKb7pxMmK+4I9oWvuy5CBGkXHvMAoWerVt4xyLm9AMUrJOowL2fPIUX/Od9MP
a9vswILnm/fyJy68xifdHdRveE5IlSOiaFhpB8Pp88/Eosv8cu20rh9Tu23wAdMD5JYOrWv80iqn
HZDMcYB8/9GL2D1vewsyYpcWp7ZhclJhnkEJAenfJNm0neCEWw9fcEXFNLHJbG4p80gytEZH+LKA
6DDe8ui5fgTXsCOs4a+mBbCL/7HErZ8c1kMbtthi6dtwABuuT/bVLtxVLnhK/lNQxuULWqRo3UOW
73LiwnaOZaPvEVCI96AyZy4d9WM4zu925Bh35mH4ZfRu+Fl6eOkWkSvYHqsn0Jl1bpNHYVxokglP
pbkLEZfyt42U3z76SomDLKP1XP9qC2ExZ/WhArKef8bM7fukqUjN0PKDPnVUNu3oDgJdarunD6Mq
u1bWONZ0Kux9lL3Hxk87jh079cNhn3SfaVS8R8UrHdmxm9TdJAIRLSt7tXPPvozzsRrkW6VWLavR
vGtEAk/SZjYd8lkkpyhbdNgEoWL1pXo+FZyrlQk4uWeFwdWgr157Ck7l2t2jDI/jEpUep9jdVbmX
vNh7wcqvBsZ/R8rnUpRQo/McYqS03mePzRQBSvduNH7EXhrlV519ZwquXNapE/YarN+Nz0xzsaKX
bAClKJZfPoX3xql1webuVpvBs5zaGw+NQwSRY/WcOTO4zMXZUdZBxzwJB3kMIqtUvFoagUoMJVWQ
ulm9gZxZ4W7gCVGyidABw6K7hjgK3hZ2etCEL91lem74KF8o1KcyTaN+CbVgjtgT9i2XH3pFc2jo
qJWxlOVL6UGdmMBVF9e/ZZYLVLjzaPKUYXjgTUpd+xj61m7qnPr9tmOuHSTAZEMeBUUVA8CSy7XK
wyamWTePQTklrjFuGeShBxENzKoRwFUA3gPDFSxdGhklpSxoq+LlTg52pbh1dyK6CBwjMsJFubgE
nQr02fHEVd+i3nJkY98VT7dna82z9bOBcPGKVhqLWgIbVvgc0p8ShN5uG1gLiOcGuOUYmgE4CQUG
0F9lTW4P7Z1qY9R7AEVGCFOKpKxXx4PcFQCOKIIDtHi5MLRqlV4pYa7aS66IGmJ1Qc5+nFuQMdZp
Wvb48XSHkuCHJHiBrKagFrDQ//t4bjGWbOQ41vh9cp87p/FhhDyRU5/oD+UUvXTub/zFv706q6H0
3CS/PJZlDZ2p4AWZvIIHCI154aEza7fPdc9qwRDVfoHurJieq7pBi6AMdtWmd6bom+A7lqnjggNg
KMvAkeSzgfW+XLcmjLSOmho2VJbkpst0tfphWUl8oGTKoo2W6cbkJIOMpjIlk/PnMK40sFdQRRn3
aWPaOwaccuZBZFhOQcuWWwddL8a7Trf7CG1ilaiPf+17F0wpVgux5goDZVErk7phcesWMOGiz6XP
sq6zLYkg+FqEUAA3Z1UEBlk1ukQbqEoB5MQXPEcyygkY3/GiYq9k+GG3+7rS8O75VWnPt9djxdMX
HDleAEiDo+1i+e9nBx6DNks2ZLCUjqrmaXVs7ChpShcPA1vg9SuDAnfXojuO+QSkilv5SK2kXpPR
VQvtF7lOgeecoQPshdL9ZOQvt4e1cgSh2RXNJEiVLDAGztsnu9HCVgvReM/kd2Re0WplHxdInloe
ZTp7INI43ba4cqYDYgUpwIV1QrV5YmyGShHg7YoMJIMd+fmc2p4Fcbt9Dwq4Fvom2/9gbplIJJQB
m+Xf9nFhFeVQoHvYBmWmiiKJ1GnbVLa+INUrOp5WFg64pAXLogLCfsW6mlg5NNWGTAm0MgR5cOPG
4+ymQLIb2vzSdKKS09raKSDSQ8MIoELA6V+6ZF3FptGhoR1cSrOfTLuubWwvodLGisxDaxYftaF8
/f1sLgQvmEn0lYMg9NIkMyNZDnNLDtLfaq7+zrsachOfUEL+/R/sYMnQdKIAC8/nerukMaFo2ytB
kb4WWuoCqN4pTtvWgtfayq5G6MDLlwAvsXRDXo5HIbVepB0D0WIZf5h25Q+z7oH+VOCEawV4oIcB
rwVng4pXKbdUZZu2BhqSlIBI1XzS9bzzcrzCfGVUxo1lM3MzjV37ZdlUAk0ui/ZMt0SsjyveuUgE
L2RY0JdCpL4ca0/SMUpQKwwstKd2KfMzq/KtKLrvbLKJ01+3V3DtxX9hjossihaXGuQrlMCksluh
KFmZtaeNPxFC7SzdGjiADC1yx8LwYwiR/v0lC9bB848WR/Q2atyDaJyUsC7AxxqUSumYIY68OdwO
toV26fuq2may9iuTKgEIdmVD4rwG182Cu4EgD2fUAk9vi9lXgryIX6CoW7wXTN1L8kupZ75qVIKu
07UF1dHXCAILGNT5/W8pRRzaDA27IHbyCorm8rC6S+rUz9sIgqp6KEjgrw0PF1egfBeRIZlnsSXp
TOTSyEkQxe4soxKKdsCovmcRmKObO4oGltsutDo+yKgAFgYidlRhLx22m6beKFFzDsq5dxbiY/tO
z5Jdjq7snIjIuVaOJSBy/jHGJ7uNeRit2mxJ0DNgf5hSA9CER22eJPFjx0R6ilzcsUDoA/w1EopA
ly6occ5ToAmfgXq1UE+N1rkxfTCRHRrGt9vzx63XHyNgNcFJBLzgsmCX84fKrWqGWqOerOGHaZ/m
oXWi5C4N9yCVYqXs3bbGrdb/WcMlAgEGxER/MPJnFyS5bWpmklE9pXMiOQNNNqTP2o2WmF6FAvrc
MUEKglux/zUI/DT+QEoR7eyXw7PHsYFUsqKe0FZH+1ODRv0iO0SgErw9MO4B9X92EDmRvFyez1zc
VKFwl5UI66eGqr27lLYcNVL67W0r66P51wrn7FUy6DRhRD3FqJ7q7XYhkxyj2oH2821Da64HjCbe
FtAn0q+mLWvzmlJbVU+aJLs5msuTUnfAnXHbyvpw/rVCLhcnQh8nDjkMBzTS/pAeASFxDKVxhNhe
0XA4J5digC5LDYbgfQBtPMX1m2UKAu2aB4Dhc9mp4DfAoC4HM09zoncqNlKLFmLkdRP2kGqZiKtv
bbviaEbCGgU7YB45fy7tfli657RTbz9b0YMul+zJBjl/RdhzJKngISLjuL+9TGubFih63LOQ/scJ
wo1MraueMtlWT0XTbKzmK5SeZhQzgBzzIEHk3za25hPnxpaPOYsQVji2Ga0k+AS5r5JvWrWPGzfU
BWQca0OyIO1noh0cwZWXFJIYyJOMMtFOIMB508fNDEQJuQPxx64jIr6qNVsLtg5PdBParvySqVmd
QORq0E7xS8K+GzgBI/VX3rENrQRzt+KCcL2FsBtFbTx2l21wNndEiybNGqlxisK52aPJF+iSDErg
t1doZTxLlMPrC61FCHXcrm0aS2l6kFWfoqIn4LnRT0xpXNSAQZ6GXJieRB+3Da64BCDREMMFQSWa
vHgwkj5rqZHS3DxV2H2eBPk/16z1AJhzYMImEZ3BqjVUmlEVAgsd4Y+oLh3asmxhber0OHeR54Ps
06hnY++OZLZ+gsAyVgWnx8quBs4TVBU4FJcWRC6u932iTtqMU0qq71VQYswA9RV7WljHMkTzXNQI
HGUlHkKfCXTteIkCLcsDjOsc6Ki81dVTCJ4go/yRx6M7j6Kk4upMnlnhzsRC7ea6LhE30I6nMrRT
4oI9lCi1/YfT6mI43PRReUx1CuqIk6LNaCRWyh/GgBSgGdZCYNya85tYKmSREONRSrvcYrU6xGVP
I3D2duNWm0/SlDzWEQNMIIPCwNFWAeArnRq6OI3Fgkl/UAdPitw43s052P7qWhXcf5exnWUAl4sH
MSEaAV4mtPiB+/nygwqSN3JYhepptvFGC39PGXGTIyhj5vBUtTl0XYZo9/f7EQ8KvCqQwgMKhVvX
sS5JauSVfspAf2NCSJKlz/n0FaNkedvQipsCur9QkOOqgX4ubmxtMZlyB72K0yQdLXSNggPSELzG
Vnz0wgQXMuk8VShIdMYpnudkaxXGPpVTBsxzpjuINqVgRCsRGmo7FijaTB0ZQp6bMWJDTIkFymdS
JlFgT1XuqEVYCiL02rz9YZZeOpwWwYhLn7Am6Hp1LNVPUUdxmwdzQJOAQ1j0fF7ZCypqIHA67AeE
S85Ma+ASP0EJ4hRrG2oCfImO7RmyOr32KkMW+rYvrPg5jOF+jVczbj6804FErwdDcKOf8JrdllHn
DiBxb34W02ubxb4MaZ307T9YBDUCGgRATojeh8tZhPJ7xLQSFqeIvKpxnB76XH1tm85EczgUpM0s
ifdskiRvBtOrd9v4yomgQlwZdAY4Zw1N5vyymNIoTGipnwzN18Mfqie5cr8b+gMVYanWdgBAY8jJ
Yykh+c4Ns8Y1KZSlDrtZUp2cfB/72MnC1k3t0+0hrboLWpqAE8MDEISPl/Np2MOIFGeonwCs2nTy
V6f+MJunDuQ0g6hWu2YKMQNVGFU1IWDABQ67BbEWQpRxQo/W/Rw5o2vYggXis3VL4F3EW/+xwa1Q
Z5k0U9LCOFls8ulQv0YGqAKar7LI3aqLITA+btsofKSJKOSvrRgqqEiBLyldPKMvJ7IvxiEq7dk4
5QY0SWbV9MgQunpnP1hK8vv2ovGVrj/DPDfGuUcXJc1c0Mk4GSQsky0qKbK8gQBzdWcyxf5U5sEA
ZWRiPNopOzCAou6ltk+/T0yy/FixkJQJ4eOR26bEfr/9bavzoOng8bTxb1yvL+eBxoOCfExmnMK6
/Jy67yQCQUCUf89DoVbv8lPcKYsEDGhuwZK3kGFzvkvDuv7fYwICcQ7YMyXF+x/SrmxJTl3ZfhER
IOZXoOaeCtvttl+I9sQMQgwCvv4u9bnn7ioVUYT3PdM+EY5wlkQqlcpcuVZU2fuuU/xZ85Kq8fq6
/d2N5ZZo7/dXuXRlQMYUFW50lUBVKK3SSKvJAqmTdcbs+q7gK1fF0h5e/u1SMm9GpqJZBf52cE6A
NyX3i3lXfLm/AnES5M1DvVPVcBIxvWpJr+/OmdvJAYvu2amfYgxwj+T4b17f2BocdjxPES1vZjDM
oisqtbbPUXmqsRbotd9fxNJGgS0J5GOCyRSX6rWzpdMY21rT2GeWCC6jKd5DYGOVYGZpq3DTOPBn
EyN/tvjzixfcZEV13k6jhULVLsFg16dVlbHFuHVpQnLlCUIGzjjAhKrEO9sBCslNN5EDzopsQ5rY
Z6N6SBn3wSH69+Ue0DSJZzCEx3CIpHyBFxEKFyJu1dGGZW6gtbYHMV/SDyuxeenyvDAkl2ndYlDy
oSeIWZh5rgZwRjwoGgpyCvPUUvNcfaXIuPjVwH+N0jDCA+Sbrr9ar7PJ0ahrnSk1PaB3t7ETARxc
rbwSV8zIfWytm3WezTCTMNt5LluN7yHQ9RM63Su51lLIAesjQPh4VoFSSwo5CrQLGxSf7XNnx17Z
ZT5na9w+S8cJ48fAB6MCAykZKe5MMyYm2RwjJijUJ7yFitG5JJnXrer+LFiCu+HIgtwdH0eGr050
TNCrU6yzrb5y5NszO4GaBvqaK6n9Qs5xZUdygqgb577MsKIC9DBOiDE+r7fLwCbnye7/3hP+sQWY
sZQBuLyPeCUcTu10j2DUysl8x9j/dcQTpB94rXwwTMqviHlKBlfNcDUgUBhBrVcU1JYz8zU2tR4j
9hpmfMHrwKsGWlgw8iK1kUvobqc5kUNQeGm6n8Bw+ZX26f6CFs7PlQHpC2UxiLQiAwZS7VtePLU6
Bkzjw30bi97mouuNchXydhlWnJdd3NKpss9md9DMPwBlpPTcAr5w34z4qdKViqX8Y0YK4sagawrr
sZTCSqONycBHCL6NwatqLfXbdnrv6948NFbtfkoKuhLu5K6tyAkNvJqh4AJECGatJPeD/nESYY7L
OZuAS5Bh2lcDGL2/4MXpgYhvnySfSPnem+Fg9CuHTEbY35iWQhNplGZObZjWYVPTuyNj805L8sBG
lPpZgS05jsZNrBv7yi2e26hYSQOW104ApNAICGOAlryO9TyHMFQz5ADogpCoH+MjdKOOKIKApuYB
s6UnYiWnjFJwtTl1WOdv97/70hnBJSO4mjENAzLMa+tNYeRDjdvmTIYW5K4Fyf1UVdfS3YX7E61A
F1AYuDAqFSLUXWQh81wXddkw54zM0BvZN3A9bbkRZuDl4emW93/uL2rpjYHGAjjokCOKAQrpYJoY
kFLGSHXAGxKM46fcCeoaBI57qkZ7CM0GncWC2fmsDOMX2njMTcCstdZYWQrfeM5B8RJyN2Jvr9dM
2x7e2pXu+THutpG6H5jvKEGxBsdZMgM6KzTkUVIAPkbKhXOAx+x4Qole4daGu8MeWJlNH2+oZR1i
shIlloIR5m/wqIdFC7je6zXZfQOpV25Y52KkIIGp0I8sWt08lIRaWwKNrpXTuRRgUUOw0ZoCwg9t
w2t706TESp7qeJi6GO5RTap7qOmDNS1bk+VaXJlgL0X9GrA0WVfBAdej6Q5Y2TR0gDTZoAjgteY1
8UOSWiv3oDxW9BFzzAtj0pE3O4j2tshoz5ArBL0CnwprT80arHUKZJgCsDMO3tAYbaDHab3RxnJj
kgzjJB35XEe1ChaDetpyPSE+j2ztBfjQZjMWjX7Eq6jaK1OGQfl0jWNjKVKIrUFnE6QeliwRkqBh
qzKwlZ+bevoC4pkDdmvlHlg2gcQKip5IFORGUJ401eTgrXxOC+s31ZrvkzqtzXQtnReBghCMv0I2
RzovJM7bsetM7L3J/SLSdk7fn0Yn8mONgZQn+btZgo9PjZq2eKSggYbnnuTBRV6mIPayznPJtUdT
Fxx3k8t3BpQVfxTjOJzvh74lP8azFehT+DDAK9Ly3H5qrcFFcpqAZsicgNBra68FOaJbbe9bWvpY
OC8g+sfCkNJJTlwqAK7yWqTBg51uJxfH0rKaNaaQxfUgqdfBKoung3xz0BZTEhYVKVbFdzmpwX8I
mj6KV1ixNkmzuKALU+ISu7ikHDNNtdFCGxKA4iFIIeLoOaW1Nn2xFNKQjIIQ3CQWWh5SqkME3CKG
nNbZjSjxFKtrvcSeBxBrRWtPojVT0hfivBjQVRVJfW3teGk5Xp9iKq0Y55U8eKkEAK0wwPzRwwIQ
W9a8jDAvmFtGhsdX9ZINfxS7C6xiV4zb1M7BN5hv3PQlXqPJWHQN1O/Rb0feqsuv10kDD52bwahJ
62PZGy/MqV+MBHSfVhv+C19HNiGoAARSWHKNpIn4NBSo1ahG8aQnaAmqfzld/REo8DoWRANC2FXu
2HZFbDG3HO3z0HQH7rJtFsWvNFEfIB3x4/5qlkLghSk52y64kzezA1O50R5N63eqfyV9sxX461UN
naWPJMRA8B9BeyZzaSNPGFCkcewzrzcxaI5LcBtvijVA/poVydNnTcVMOhLPs0Y8Ood0DFC/pvX2
/r4tWQGw0wKaFSwhN5QwWKNGtRIRj/TlQ5oeSax709j4CrBZf20JTSlEPHCsiFef+CUXoSh2ZkfR
xHuIQo3Bx6PrDfIxG6crS89xm7XH/4I/IINEfRBVPHigXG2K3FifdJa457FNd9XsIgPB1/QnpfbH
vP9d6lGxkgEthFoTg+jwdh0lcIgNXq+vApqv6cfaPZtW8btJS7AzjcqaMsjCkxbwVOSDWBFY/RzJ
KdqSmSXnnXtmvU8KcOzCM0BZOTce/V7Tzf0vthBrTfxLsBaCpQi5y/WKSg1ZhZP27lnLZuqpGYm9
1ko/U8Pc3Te09LFQSDPwrhDtcvn+iNykmROduedM+91WR5cpWwvGipr4tv71vq3FRYHuUxgDx5Qs
m4yUnGJUY3LPcR8C5FZpj/kaAfrCmRLvtP8zIZZ74el5lqTQhBiwb67ho1GyjcGCrMZVkPJk5VAt
7RweQ+L9groqUuxrU2RMy4Y3WM1g/xgy/Vh/YZhQnsV801pDbcn1gFNBf1lDG+lmwr1gteUO6Gad
hxQKk37SbJ6yo9OBeBkdpfvfaKl+AFb/f2xJb7Ipd1g8MRU7WPjlcf4BBKcbpod08DYKmLnWKIaW
Ptg/5sCPf72LPJ7qWoGk59kGu0l7Is3D+NVSf91f1PL+CfZcgFDQrybXRjDOoLTOZLhnzr+36atm
fCndgLe958bPxMiDcU24YNE3wC/2X4NSQBpMbjoxmV0gwmLPscAqpr3l80utPgxNuxL8lk6VBcUu
Ef5wkXxQul24fD2o2oQ2mYtO/Lnln4f6hTedf38Dl74SUnNxaMHMiQ7C9QbO1ji1Jag3z+BO87Xq
bNZjEBl/VvXbl9ZiY5QF2Sx4Mm/aSxUmpzqthaNHSZcHAJPS0GVq+ViRavcvVoShAzw10C5Dv+x6
RdBuZNVsRPA7/RWDXF6dhqitJP+i8yICBHoIeH+jwShdGtToau6qLDqzKMhNv3e90v58fyUyZZZI
9WADgnQCUylGja6XUpadgdlJNcKospltsbvtwdG61mdGlflgfq4etCL7SojDNqilzT4Hdeyxqu1q
15ea8pxN2hAYczLvykRXN/qQA5ulq9MjSUAf02Eme3P/B4vsVqoNfwA5UMyCajlQjNe/twFT49jZ
bnTuZvUxYvFLpTxU0adiGHYmWlOT++2+vaXDKIAj/7UnRbQoS+J6AH/yGRB7FxzTaFO38Xu8Joqy
9Gq5XJecm6oK9kszo+icmOSXG2lQGMrKgKFyAmgL2PE1PF2ibdbmHjPW6gJLBwcANNHcQ/X15uA4
c5FPOWa3zil/B/2gp3Q/HLpW61iKAiB3hhm8KVBVkRzNBruznnZZdC4nG7TYCs93Wq5/6xoDhKKK
tUYutvDdMPYkplkgaAL5D/FzLgKbxokbdQmCjmmGJP3T9IM4pRaEy6o1TeKFCwKvMYHRgDtivly6
hVw6AxVMC+WcQ/TQqEE/WU6+NjxMgxhG9o088ud67VZf+GaoeYL90BXvQFzt1+uLKqeYCmqLczAB
HeYlSuytOeWSDUzLY55FILuxvGsbDVPGTJkM5ZxxshswXBJVZOvmm/sn7NaKgAqiaCxUyyEPJW1f
rDUYcKdwDILzFSeGp0NklBh/PcBwbeUmlkaaCyRPdLYq7kdGHSRr+mS3Di4soO1rYlQdYjOSx0Wq
gCXyKjoXoDbU3yKeBEr3WA4v/2a7/jEjHP/CsXuulpGe1jhHlcJOqWvMRy2q9nXlrlEL3x6h6wVJ
oTYdWyPtIcB3tsHW0wZJYO7c3fiXM5m4gNBpQhsW9RrdBlhb2rYybZGADMQVI1pl5PiqurWBqMpA
3ZjrK9nOQn4q5q1hSxNQJxSHrjeP6WNXapTCC7pt2T+r0+CbxsPES18ptlb+UpDPMVe2hVuvoEMW
7llh2RIM8qZAeEqfDS8X2lITm1m3P7TsC9O9yob6Qrml1o7o4Zxs2wYIu9R5jl4qtlWVDdQz3PFZ
TfI3I3I+s3JtWu02bOEXYTNUHfhIDOJJEQSKQKaeosaPoa7vFYjYU8sf6iMun/EL6RM/Du77rfjr
ri9uAGNQQMD0GOZFcNKvtx7FRdYhw45AeYSgyAYlCbKaGiu55kIwEWm6UPPAYx7SlddWuKLGIOtv
sc0TwlW+QUroNWtThQs7hzEU3C3I7UzkZdLO1Xaac0VBwJ+bceu2fjG8YpBZJIJ0CqbpZ2n/ur93
C9kB1B1Q3wZYF2z9gO1eLwsqSkZXdUw523U7sk2jaOApUDAqA/6UuRt/WAPLiId5j/KzgsZU7zeA
73aYFu/cvwcyCAd2bVzhkDcHAvv6p5jt0ChOZSpnrTTRnG+a99EY1gYOZSppERXAQIILAU9j9E1v
XnbTMLpTrWPBTuERUh4MG4pJyIT0yfHdbltUoIJ7dPT8GSML217BvNbfgwfxEwSSF7AusO7LTyOz
sq0YjV3lzMkxY1+huOa0PvQ77n/aJYe9tCJtJ2VTbkaurZwV+tY6LzrUVem8YuM2Z8ZKRCUICQo6
VvKh6JWOaSzO4xClk7TY7Wz+JauD6VP99yOPKM4IyhZB/oAivOSmM+gK+KyVcZjFO4CHg5w+unPm
9/m3v9+0SzvSnWG3Vt92VhGHSQbg29QcGzG7R1dui4X772o1UshO56aNTQvblmUzmiPHethHpuVV
Caho1j7RosPbxMXhNgB6tlTJD5qxob3mtHE4198KfQPizUxz9rqivZjGIaFFkLEXs2i88dyS5tCP
zRr+TiaN+zhyl79A+ngWBB9p3HZx+JpaHpAIumfxoDz3p9T2ktynKUpHPov8B79sVm7HpZ3GrSzq
AyBWv2ENaEghBOqGOBR6e9Mma/9X4nCcVk7C0mkD/z2eOiiL4ukrPdxncD+AkEGPw4I9U7px+l3C
V3xzIQ0Eafc/JqR7jismqaPZiENRRFR05ln6k10ku9Wx36VbCAwyQB3bAq4k5zIuCKftJGVJ2L1M
6bFNf4/s1NHGT+P3nj1HaroGDhKJuHSDI4r8n0H5nVPNkINmapeElWV5w/y7UTJoCGKBkSBDeKi1
xCOgYi+y1rt/3Jfil5jPtVCKRwH9I6u7SHlF3xXK8jCcM7rNHRNp0leONvJkoKf36PRr9GRLn/DS
nuQldVfi3rTbJHR7MK5M5zmPPMFUuzbI8TFtKe8oUiJUkXCr4/9Ij5IGVBNjW/EkJPnenL7S9pRY
P7lTe8x+AOQMqXAdPxKIUlahNn8fq0+tsm3KYZc2/+JcXP4QacV2mqgYYCFJyIZTEX9vyWsyrrjP
0tETUu8Wak24UGV10cLNxjkhehJS+EkXEV8FEWU3rHWrlnwFPTEHdBmYH8G48HV6MvZEz1wrTqHB
FWj195E2r1q5z8LO7t5z5/N9x1xylEtj0ll3EoPlvHMSpO9gmRyNU669JMwjbbf5/xmSb4dSA/Ko
tZMwTfOATr+1ovKNVkPhhKxYkvcPE2i4v8WUAQo+0J6Sr9YOp1mPMn5uqo2bqdtWC2gD9iY9SOaN
G61csTcPMtmcdMf2GghD0ynnUJYwkN/5pAq05Mds/4ytkFha4Ey/pnRrpitIGPnCAWZIV8EZg+Ec
VC0hFnDtJYSaqWlGunqeWbMtFAhWGg4P2aiUPoiKDl2q/rn/AZcM4rWFGpHo1mK06tpgqTE2WHmp
ATkLybXK2hfqq93htjNTf0jXZP+WrOGxhSIb+lUY6ZA+IuG13XCdaucxTyvfbO0fUaVuI+a89cN0
TmNj7VEg30VCTlMMshK8BwC1kQEDTknrlmIE4jyruW8P5kOlz6+qUh9R1/bjon/Rm2jTNc5KLUR8
psv4KZmVwQNTCk7sKYdZJBZ/XCQprtq+3v9wayakEJ2B8wLPzAT135wcy6LbouG5cuTkyCjgDwCi
o8COYwQuAOlrMRontLfTOHTjcjvb7g7XxT5lX+8v5PYTXVsRPnNxiRqWmw5RgdxcHQsob9Z+pbt+
qX0qihwywOjUuY9oRH66b3RtaSLaXBgFbWNEhg5G9R4zrTGQoPXGbbSV0yw26NoNsDRgQEGCCMwk
WhnXVqbcmOlowopRtZ7OGt9uuY9p0iJbg2WtWZK8IXKnSsmnKg4hcorqwqhuoM+Sr7XVF3cNEkOW
4EZC8VpaDzerfmwprJiQUapc8Lo0wep9fFNTgNuhUCnQPTi2qPxLVhqFqo4xIhfmow1Yfax4rY3h
4+Kl3VZ58jHznGN6LgBnxPm+V9yeKViGEyNtRTUM9HzX36sqKoiY9C6+V0JKJDcZaF8zw97et7Kw
i6hSIGtErgH2Cbl6bVVG3Ea4zUKXVAdwKHidFh9y6/m+lQWPuLIi/vzCw2MlITk4yJJQc5xNUn2h
1jHp6FZpVkb5bx6I4nPh/Y4HIkpPKDuJ5V4YGnWa6UaJxEaP3vMeUi+JE5jVmY5/GvZUtt97VfMm
88BHjGVALbP8W2KUD/soCAPFgk3FmNu1fYDpAYSNqxS3pBYkkD6txi/TJyD017Lvpe8mJgDEzQxO
K1M6YyQundZN8JLIonlXDZA2GJS9bbz8/XfDIKJQSwX2B2/P6+WMwA46RTKmoWamYHaxfRI9tyrw
z2saBksOgq4AHi9gE8BcsxQCO6tidu9MaWg6O4gQHhAzEhWS4WO0UvpcOlXgE0UVHXRn6IHLK4qb
OK+glxBGevId8ry5p6lxHtzftpuEDSV6FeA5uCJ2D14ofR2QFEAtvKJ5WPZfyunc2+Da17pDYWyd
vN4C/uHPTebhCbM2FPTR0bqO8gKHjX9bEMAUJ/r6i5F+Up1Y17NQsSfPhJTi7OxUC0Ppz6My7xs7
3dnU79OTYbdbtWsCVryxbE2/5HaTASAUOhEA7QDIJbNFsTSKqJJGeVifq3CNuOamBIPNxeA7qhPo
xX+45fUSK4NTJbPjIoxLzDIcXIhjR+HY9w/pkO9ddZMDf5c+2TndOckO6jfPbrKvKTkj4qw40+0h
xMQnusF4deMjGx96hhfRhhkpyHWGqQyn4qdOfwEn2fCViLZkAp4EmB9Qpib6p9eLTQkUClxg0EP2
1vTP2uNfo9Owm+D/+ceAFDGTpDBr8BOXYWSantKcqKdNSLgfMxTq75+KxaWAWRcTcbhIoTp7vZQp
i7qy500Z8n488Ghv1dVTYSiH+1ZuI4kjtgrpPHAnADdL1yabO9b2hlaGyWQdDfQ3SPEDqiIv5fTr
vqGF1ACWcMZEZQKPaLngYqdUjaeI4NMUrZ+CmbR/6yoQreTHum99DQJIloEkMlpDxS0dgCvD0ut9
ji1nUjIYtmiY8MYb6i+pcaSjsStK6ueDElD8I/ehcK/j4umnP0hdLZQL3fD+FsjPYOE7oE5D8xvU
BILN+PqLgpQKIO7ZKsNm6L04i72Yf675wULoMWxBQr3iQYv2PvJ/gJMB6ZUWDmZtx0ZRBOdNm74Y
tAOPeUErhlLraB24rmX+rFXFNquNYX9/pSJsSmEV7w8EdLSXkGLIcPKiHpQRTDqgDTT6o1XgJWAH
jhqkjvF1VMYVY0tBHFxgLi5CUfICudP1vjaFySCoPlc4KSWSFcBOno2MpkFPoyBTOPXLLu22Zml0
ASbhlF3t2MUDlHPYQavLZB93Ux44Y1WsDPssbT+aszhXiBigYpJCBcfgYzU1FCHdrR6MyPxSWsVB
L6LDRKOnpnpmGeCL9/d90dfBWwtokWhwoSN9vRUmdMXHPrWq0NaexreE7wYd4X1sdmj8NvFuaBKv
Hl4s+0i01hMgmfy1ONI1RsKFCw1tPAwfCQY/YKokR68b4HLiqKqhbo+BtllvnI0GcauV62QpdEHX
HfobaALjTpGyhk4zSoK3Ux06O7SDXgs7UFe+4FIIvrQgHSDdnBiZVVhIkIKk5Fcyn40VEx/OKR0V
FI4w94NBD6DFTeFFF5diyzvCUd6pwll1PXRnDOUt2hD+09g50CypaGBEe5KoHq82zDoWxTs40vgp
Ar1t+Weq36on0DPM44Z3O44Xl0m2vYouy323WtgHbLGGA4YSF4BW0j50Sg/SXg3TuVY27aZOyACA
czRha3XWm1llREh0ozHPCnY2RwhfXm/GXJq9VhlDhae9UXo2dcC7rvpAhG9686j+oOkrRXecmn4e
BcoqeGHBoa6siz+/+BRuNc+8SlAXV8FX5TzN/EnRjnn6/i82U7x2XNRE0SCTqnZQGMwnABwRFiIF
D53c66BFkCVrLx5ZntL52EvxDscLQQwmS8dDrSDnriQIBfG8bynU2+LnAbX/1vVmwK149sjoLps5
XrC17zphlW6BQQQNmg8xSS91jtmXNH2Ox203+hrtPWg07CrnQYvYUeErrbqFeIGXEarDoLtBhihz
i6YdB/cUsauwqEEDZTqYiexpvgYKWvq8wIKBkMgVej0yyIC64zwOllGFDX+PR3WXgrG5nr3E+XP/
A98WxdATFzSfmHICF5o8F61qRe7kXVGHjf3JBeA1bf84Ue5PAKK5P3hx5pG1cj4Xrtsri1LUz8au
yBK0PkIHfHJNFTTQTab5H9KUwaCkK8YWDylonYDuBvAaQEjJgbUEEgWzwetwmvyshhozfa3tF7dt
A8Y6P06t17w/sMFAzcI4N+lKbWTpsYiMQpAi4X4BeF6OEQUQdyjDIJerqVfx0VPT5DFyhm1jKy+c
Tt+rOvaMfvhcji2E3dt55dpZclacKlTBQWeGFEcK2MmURkMCmGRYqZGybbum+jq1irpSSliwIhhp
AdLGewmXqXR6XSspsqLJaTg2rb3hzjweyoxpK6nTgquiKoLkCS97McQm7WWrWI1rDwYNe+OtiJ+g
rbyLVG2vpdrWpbZvcyAhhr8ETSIuASYHVCMAprjyZKY51tQWg3JSE5Z55/iWVuv+MBhrtKMLRwIG
4B1gykGx7kMB6SKWF3NSxYrSNiEIUj6rxSaNh70dcz+1fq8iDRauxytb0r1BjcxpalQHQnNC+3E2
Tkk7HU2Xr3j+7ceC00O1XSCIUCiQQY1mVapp21QsVI1t34/63iCNsWVjdswy+kRS9r3rVLK1nWRt
dPM2k4VlkN6KVAu4fhmCU+AgTJAnY+FUHusMTyT3CZUgJcsD3Q3VaG3i53Y/hTkgEMTALWrv4mxc
fDs2ECDPbIuFpRW0w0mpnwCaWYliC5uJXwzwGgoS6GbJY9cMtjW3qLpQ480JALhnp/2epycQSG7R
4vtepxt9Nb25PdOu8HjU64DKR7InRQ7OOIEUQtZhy6i5nXhGfKUHQPP+9bOwe5jC18XwIaosKFVc
795gsarQCqsPmf1TMc+VWXtl9nbfxtLuYfQGAiCCfxl39rUNl+dNalOzDzNdC9RUQaKaJ8ehLfwj
FFL+5DQG2GhNcmihWg1cumsINhcUEPDfa6vQG7LaPO+60Cz157pzgVbUD+4Qe2j+NIn5MKepl+fZ
W58ngRWlwZA9ZUW7EpgX6hjiVwgRVNHqxevm+leUEInOor7uQigjBNa4wUXp9cWmnb4Z+pOmqF5d
D36DmYD7Wy5rtiGfu7YrvsnFqVByp+F8bLqw/8OdwDG8XAkpSHvmwHxKXqF0k2xGdKd0z618e+2Z
snDrXlmXFYrKeDZx6cK6mqrvbPjF+S6ODW/U2g2i+NTuQaYFDpzAwKV7f+G3kVz0kTSwIQJkKAR1
r9c9orxpZwOD5eqXaR4IP+QUHc3em9t2c9/URwXy+jF2bYtc2wIZaJ7jBQAPE5xMOxo9d8ZrxUFj
ABEMMENPjeLRH990/ly1MSoaD6X7E01IxjfjiputrVp6QhsT+vptPHQhSYaD6YINAjLy5ntJnIfJ
SFeMLbwVxLpRCkdYwn7Kj1CIMNggOSy7kFoF+eXoXD2iXuRO0PhV2Z9+7jnz0ynq5k0Ocofec6JM
1SCHx6p6awy838xRVtKXpkOLKi5N40dbZbTw0rGwP9VlRSiIGXJubmaLpGcjY6QNQFGfKztNLWi5
S2qzVw9ja2X6yVGq5DnVebXGGC9r+X4cIJRiUAuEkgqKMur1x217Nx+JOeHjeuqm3o377Fnf2/vo
qG6g4QgZCI/3O+v0qf5hxVASDuyV2vRi/Lr8AZInp0wfmVnNXdi90WxrePGZbMr8NI4/Z3WfNb1n
H1gT5NpKwnr77sHH1QlgKZhNwLCA7NSUZ3mfYN192hc+taLI60lV7kc7Gr7aZRSHK6dIbOTNKbow
KPtuXtXMBc1QmI0NlH6aPQEOxyaH3K6DDlXHcnwtjdmHnPh9wwv3K1ocGDrA/6LCKpM34ZxCeksj
XZiWRPfzOOeeOczx9r6VhfsVBQoEItT2kDLL96tidqxT7aIPm/LUpd8i8pvoK5neQhkPD4wLG9Id
Y0exrcbQMgot800dwqY4DmzDN3XzwEFZ0J4AhGm/WF5/Iu0ja95jALDvL3Ix3l/+Aum2qQif457n
PbL0YxL3j6zVg5z9TnLMRG+6k6N3J8b7z12+xtWw9BFR/4G7ipl58CRdn1KatMRVWNOHyuyon+oM
6QsmA6Iv99e3aAUlBVTi0SRCvfTaCjhq4oYS1oemWauHgrDmYGKSeAWeuPBURlUPCSwIIIDIRHvl
2kzEhiyiud6HmN3bGu/OzvJrHxLtr7rfPVXGiv8TcbDkg3dpTtq7RB+6nqakD3mKkVszHXOwxo79
d4NbSTDTrH+gTJmfMUqIkX1dq066FaEOpDm9D8KedDPPcRegpqE+YXw7Qwe7dA7FWA1bNZn5tlUw
h2uQqHltcrd4qtUZ9OpxujZCdJtgAegv8OroHgAZcMPFP+HpY7SpM4SlQpNfelMkfsWZ9lLzWHuY
WxphDlsvwGwArQYQ8NC5O2pgk/1530Nujjl+BZ5ZH6PSYNqTX1u9bg/tlBUc8HH9kIKXhCXxoevW
2JJuHFGYgRuiRgdRPfzj2kOUZAJQi/QcJ90s3mKns0bwunDMOtxfzs0l8GEH5WXwPYvilBSTdaXK
Yz4xHjboQgeFXv6pBjACGsUElaq0Du5bW9w8kNr915pY9UWuSjLHrGIkTKHlVpHvWoWymQuwvDMU
Sv42HH8sDG0mMWWMkVlpA6u8YWPUtDxEy8FrSHQsyiGw03nl8l7+Tv+YkS7RBqCfTAdvVpg45meM
tkdHMrjJStxf3DYQAIBImIh0X4pKqdpzmiYDti1juwoSllbDjtzRNve/zqIv/GNGBmn1rpE7A8ZK
w4787oYjh5DwkH1qyLhiZ2U5srChnc/UVEx8GgeTyja6GVnbe1ZHVsKeiGpXUQ91JJwhlCOB7sHw
oRRkqZuTNI9GHqpZk3yr7QiMpgmLBo+r1rAxgBEPopRMAaTF1qoICysEXRa6e6CiAHxJftEXFCoG
dlmMYa+0vlPgIWixjYap6fsfbGmFIFBFpIC6BZjVxM+4OE6JlmLXtHpEMWtDjZC0UKguRs1nCZbW
O4CJl2uTOws+IqjzMckJuAaSZmlTCW3BIUjmEagRvfQa1kPuU81+p0mN2Yyxm/b3V7hmTrq5HKbr
Q2bxMeScb117br0O/AEejcoxMCNn5V5eOMwYcIfDoDqCmd0b+FRHWKUn6hhWRbk31GGH5tbfwkfh
lJcmpKNs9ISDL46MoVV8NVoetMpjbrxH0Zo8zqIH/rOUj8v0wjUq1gOVTfQxzIuvECXZaHkDHZJp
JTBJG4ZSC8GcDDIylJQA45cbgAlehbltNORUUTvfqmYEVoykm4P7TrBsBQ0TsECLfrlwkou1qHkb
9XbOyAlN0XFHUuuPVaXlykUo11H+sxZUxoQFsNPInj3m2dx3+D6nGnpT1GNdNr9UKptejJa2m6TW
8m1UmpuYOgz+1+YPSl1wLxuzeZOMYG9OwPR+pOpseZBsHv37WyBn/v/764RKihDpAL7zeg+cdMT0
AOHklCQzJnaIRxJ3l1vugWtVUBanyARPdNqfWnZWnV3V2F48v7Jy5xDUneyVcyIO+UVk/fgxwGoJ
7htImKPYd/1jFEXNSgWdd+hD+H377paZx+pdNE2ela+YWvr2FjADqKhhEvimqpagvtTWRNFOrWL2
+xy+5hf5SFf8+EPbS14R5uSBM4SPofUhRdKiYrQc+hguVhZkX8/E2PMoGfbmiO1NnUoNZ6PLgtqJ
v9YRvrOZcHXH9f5gRPln0Nj1h95B0skmiDdpXdNsIXAHAQg+6L6Bv9nLWISB+4opgdMVBDVesN22
kVZsHKdWAlefrf1gQvKgqhot6Ljyaup5eUgGLcK2qm9tPxpbAHGTzX23ki6Qjw8JjJeGyQjAUm9I
Whu7zgc+G+TUgHtm3ztqdDIozX8aSfuNl4Ozh4aoE4wF0//8C8N4iUPMERiHG5m+JHf1uotdcpoV
a8si+lQl1Za27NlWp70eT8e6WOOsX/Ik0MeBThVAX4gYSJmukvZsTIxCPyUo40LL6zi201p3SX4e
f2woZs4wmAIYF3oIcjoI4jgU+nXIGle7qd02u+S1/ebOXhp5/Jf1I18TBpRrRzcGpVWhs6P1JILB
TB+9uNxoP5TcK96tT3nq6e/xS6wHfeStEUIum0UtRYNiPJYrZ9cGzW2NQX/4xKOXIQmK5/zRehiM
rdp72hOoO177F9atXAMynus/awX+A1HHBtWvTPHbVsY4qpjCO7V978fzY5YGNd/8D2lXths5jmW/
SID25VUKxSZ5y0zbWX4RMtO2dlErtXz9HLrR0yGGJojsqYdCAS7EFcnLy7ueY8ivdoYUd+YSx9XI
SyZLbpF9CrvmNk0wsDTBc452cXSUcXnCiUSg5B4jNZAkGxBUmY45fUCjLp5ux+WpJAAGp7K5+Iut
dH/aWGr2TWyRM4l1NM87zfdKUmLXVHo0WaRVG3bt9P32peLe/H/tD+ahAHKCdB7s2Nosp46EkoyE
XKlS28s3UnaDr2q9cSDaKMoDbRkONnr1L1FIeK1FoVOlQjttrAWL5ptpghbNk6Mif1iQE5yCUBUF
jnzGhFsb4B/XAsd8Nls1x9oGvT7PDb2bS3k/Ss09wJL2WUu8Wg0UrdhL5uyhmdNrq1+3N3dzxShS
sXgcdIU8uzeS4xTl11QL9A4N533T/axleaday1tt5ghhlvhQpbnAwd/SOZTrsNGo8KIQzzc1mHI0
SXFmy0GqnfPJPkRG7Omzeu8s7/1rDH4PbadNd7FVB+ie2S34kMYaDzNqX+Lrt6FeuO94hOGDgMqa
R5WJYieqkqVQAqss96nxI+qkoAGQS+oX9H5Ge5lay2e5fojNY4um2ip6jO03OYoFT8eG8wGvEzVa
nAHA0q6CHivuCk0flSAi9zhpmJ/In5cIfUwfuZOKbA4XgDC9gzQbc1EobzsA7FzrHQjimrGOVCWw
49Y1lGlfVvPBrvPX0TRc1Jy0qN6lYOEr1MGdjMCy4l1Vxk9T2z2mVe9LsygxtPXEsBwAyBXgDKNc
wUVgdDaTkkiWErRy87Koz4mOgfGi/O5QoOXPgHudkPBw4unUa69qJeo+39p9lv2CGUS+CJqw3o8h
N83BmeCPUUnal/NZ6XK/GgsX8+qKqC+auZGcU4Zc0b9lISG7lqW1JLGBQ6MESneeX/rKHXXXeTVD
sz+nwiLyhnvAIIowJYZ/sT7+tbAMR28Xda4GugY6FDp7DsBlk/enrP1BUOUbzfjO7GdvRiNaiwGF
6GkGQ8ptE7P1CQApZOOFMlpT+PZYxxyyXB8cXDDk+3ZSZSJFZhWiOgWfDf5SaVS7kFZEcgxuCme7
VX1KMdySImij0UGJ0YNt/NDazjNb4ltacibAdqDRjvb5SW4qN5qCZlj2dV1/JrNycGCBijEF8sM7
ASHYtJQnpU7QQSyfQOYruH7XRpc5URZQKdEWgTCAs/qFXoM1Mu/UoG+HEVGX38TPae932kmOdmls
fdw+gA1x8EUB5IS8Lqao+Hl+zcwkpZ0QZNUxdbxxBp5Raxxbg3gpBU1p3854wEdRAXLDmYI1Bagx
0rwGTp33TBUnqWDqFBVoCI5fmb/LCK3pzs4xsrsBbfLWS7b8KZp3PfYVlnTJe1EH5P/xBYz/EbMx
YLrl9hmAKI40SrMaTOmYYeCBnLI6CgcZJMj271L5TKTsezwaJ0vqPpAzwztfeXSih9vbf33f2T7Y
CEjQRAdoFs62TElRxQyxJjCfS8PyEx0M0OV+QDvM4BjHJn9CK8NtiRvGdC2SMzFVS+KSlgiADGkY
dmmuNXtrWbRvap+Nvj2DdUzP9Oq90zEE2RZa4fVlarvSUIu40pmgta1bfwj3zpDMNlMYdTVwpEza
T0XSPM7OUuz1lspPtxe9YQAgC6gY6FTE9ceJr02dKWUdJejmDtpE32c6OqpNPX0BjWBFDU/qHlLA
k2sumSa/jghA2O8LyV1eetMzo4dy2tvTH3RZzAqaPJG2zV3Qt4iO5frVXX8htxtxnOSopqpqEJPo
XU9SF0xCQGr058mNoulcF98x17ZP5dfIPpVlCPcvVu5TxFmDKCfOV51gLdefwj23SwsIxgWbGQzo
e/wOglpF9qh2GumxaLyy3rWZIEPIo/f9SyIa6jH0BhcHiHnr4wH+kgPQWVsNZK0b3XF8MEd3GcO2
tt3MUE6q/d5k9VFBpwJqoFW/b5UfM0Ba+gQckM1+joMh9+xY8FVfrJy8guJzkPxlWRhAaay/qlHr
hkg1wmfQOxU/1Dnt/Cqm006el7s20qSHxchSBsJrfctoh2l/p5L9uFeelMgCqppu/mMN/bhzItP2
GpIUu9Sx6TFxul/4nwIHYfMjKCh+Kr2Vn3urqJ5Irpb3A4rduwk9bZ6+lPOJDp3yXxgdRlbFXEn0
ZfOJUvbkm5RKXymQkbrID85PRHHAWaUTySO2+ag5MUApiaw4LtAm7L9/4uBXssl7RlV6VQrW7bJX
NWBFBSbVd02L+qvp2nUKJlxXmk0X1BiiqgHfzcQUDO08aJPGWaKe/mUfLvKppiVZEcCWtaA0B/D8
Urn9PlGb7Ia0SP4Aim4ONZ3OmZt2eXVEHRx4XIsWxrnSomMjndHOHTu/xrpX0NTdFB8OAdNkVTRJ
KDWRCK9iwxLg6UfWhnHkYWqMe5nyKS6yRqFaAKzFQ6Or1E2aQd0N4Gfw1DQSVeavXTCUlqHd4IMG
ZAC87LWWVxNVsqGneiD1P1U9dYkI/GjjjYPBADwjurgxe+dw5gTwK60eF6MeRICPyEiza1Cm0cwn
kA8y7JJjkbvd6217z36Su7mA7gXquoVpD0z6cmsiJaFW3Wd6sKCEfyw1ObsrhhbohomtePKQZX49
mPX+ttAtu4mnHKUOuFJoMeJhYUwYsV4vUiNoF/IT4IanRkt+RKlzXIbhoaFBHIPUe0nPetQLTNWG
F4c4FW20iBGR8ODTRJNTOY1BbT1wWtU59QAM90H/DkRtUPXu0xy97S6mHz7aKm4FtoTZQG6n2bPK
+FDglyJUXmtPZJmDDXxFIyio4+akhK6+tLPg+d5QUTbCA8QpOMSYTue8JHQyIRGFOkaQt8BEi4FL
4zpSIxrt2tpEdFei5MI4NwCzs17KVEpo6J4NI5B7Goy65lnJryk6JXHi13OEVK2QSoltDr95iCmR
V0NsiQ5ibl0U7NlDX9tGMMW7+BsrssDuyC445/sZhUyvffssRenTjasBDwhjmLaGISMYmvUq8Sp0
Q01KM3DS56rcy/khBZ7FHJdelU+CGsOWLKQuAaKNyQ1H42mv1amJBxSRzMAa1ENqoiTXKBiwkg5a
VbpO8vPv79+XfweOKCSjwSWxXtqgdI3U64oV9NIdYJuN3q/SAyFgalXzJzrYoaPvSiLifrxWG+Co
YkcxAcOmqb5SuBdPS9vYaWLMkRWU0ejHlUI9aiBecEyQGE7jztTKzHPaSUSzeX0nvvC8cSugOhji
4i4eIDwWgnjVDtQ2n/e1kh3bPBMR0m5UCNdSuFz7LAEtheiVHQxN8lOLc3dRgFAiZbvIJnuti3ag
VH0cXzU0uTtJ0EWSS5N3mqV+LQJyvdYlfAlsOjwHWcE0BDuGi222pCaT5CG2g7qR/TK9Q8q7ngdX
dRKUIQVZiesXeC2LK/ZFTtdQE29FUCXZI9izEIabvlY81MUiMjobjwaThfQqHCKMeprcuopp1Buj
be1AYVsq0fRXCtZCoPfV+W6I29xDB6l6jksT/Q1o+Lgzm3x8vX1xtlTpC/AA8lFp5bMjU07miI6d
HUgJ8ALlvh9drdb1w20pmytFDwUa2qCuaDjkdKkbY11eqsEO4uz7VNduUhpuoT2UgFqd5PKQRQ0s
n73L0j+3BW+dJpI+SKYh3wAqL6ZZF5qjWnQa6hg7TJqyOS3jND0ZsXxnJZN8p5mjfPp7cYBusfEa
AmsMD8paXC6BfpHmi/31IkrSw9i+pQmCF0WURNk6tktBnAVwJo3MTTPbAQV2A0JmjF65t5ciksCd
GEgS52EsIUHWA9V5mROBSmyZTsZGhvwjXqIriPQJvfS61Mt2AIQZN3qnT8ODthwA72SIsmrXPiib
iwfeEUap8LTztZSqzI1yGiQ7cMg/UeXCkx7iXTH7XjW5o/F3M7wINuCEYRwT/qcuo9DMmY/UbrFp
hWkHZY7hdJ1ErQeCU0NgpK49L5AloXgPYAlUdzHitNYz2pvD1LadFVTSM5lkb7aJV8yCpYiEcMpc
52CqlNPeCjI1cTsqu7Vy9/8WwiuyNlR2BIi+oCpiT63vMaK2A/DsbV3eWAlcLUSADFgd85acd+co
CN3VOZGDOY2PgFIM0ib3Gr3d3RazodKIomBqkMCVgZHKrtSFsWnVcTRSzOMHZprunJg81HGY6wBL
0l+XApDP3SToxtywbhp8VqBL4E1kmdy1wLlaygUWWw5q62AaPyyPaK3riDI0W7sHHhRMN8JrRD8+
+4qLZVVyPA1zucgBfGd6tNNil0uVtU8mUa1nSxDaXmwWzAAy4+qZjyVZ7lXsH7rd31qz8arEeaTt
KLA8m2JQUkX3CwzvVd4VBU8TMNIQo2FMNbHukuz7YDz/vSrg3fnKZ0EXeO8+qXO51p1ODsqmd+d2
X1Hq0/qDVq9ghxNVp9kjtg4lQLrOqHkBSsGYzdiCLw8IQZGNOqgcxPd9dNc3ZNeYJpJ150EQam68
CZieQXWQmR3kUzhNANnhImdWLweS+VuPPoETfXvXRL/PvdadouZ6MuL3l/neJr/+u9+Hn8USQnDb
v7yUi43SJiUrzIaCntRuOhhNoE7kTnu8vYgt9UJ+C9R4wCpHfYOzzY1RJm2dKXKQk49CazxgjIGZ
TeDXbB75hRDONkeGIqGdR8VKaAroYPoAPY6N5Jcmv2E+QOAKbJmZyxVxNlrt4jinvSwHPe0Omvqr
mgY3N/OdIaJ33TKgMNHgRGJz+AARXiuyNqNXlOLoAmDVEzfqXqblG+ZnNXNfinIXm6oGK4NXAcld
QDisRUV9jMC1c2CrGSrTAiR5UTPD1q4Z6IgGlwmb1OXbvnVjVBaE+HKAicJfaq9/k0GmoGVuEef7
2xq3KQkWGm8PmpNgA9ZrSSRjsRIUPgNT25e6azQIR4FvJJpA3TodZp1RjgcGPwpTazF2TsekhOcT
GIPjDve94kvIESvUAq9QgmK1wJfeukeohqP3E7E1oHs5q1aneUI0pBACKwIXHirV+H98IqK72Oi0
+WroxWsD1xD9BdyjXWZoIzKslFX4m7sqnoI0N2Y3q+x9b5xNZ3D7NHYVjEj1JA4nudhFIurzrX0F
Fi3AaQAODp+RMxiRGjtpq+RKMPe9qw8vxH50coiaD625I8XTbWURSeOUZTFrE6NDJTpMy8Rt9drv
YnkEealrx/tFmv2m14jAW90yVkjJgEqBZWbQyrZWHLnKi1YBQVFQRwcd0HL2SA+q85G1hUf16fff
rw/d7AiooQ/oIeIuttxkOcVghxwAAwXtyk4wIAdjx/Mua1z0YLpGWgjM4+byQPMIkEKMPiDOXC/P
zGJNmQgUVUVjsApECFqB4aM8IusMJ1PUNbF1LdCyCwuJhxjeLHd+tpktKBV2SlCDD8I8q9GdkQnA
uDbKxHAnLmRwN71cUuIYOepUoC1w0e+F66d7vf1jVJTdrIMMqTqiHkbTP70I82JrL5nvB3/GwFgp
/0LjRR3UDlNuLI23ADyAxH9GU/JAVgJ3U2A2t3YSSBTgNIXLzgLD9bkpCdWGOYYsEwDqUW68VE3t
9V0p0P5tMQaSgwBLZtCHazF4goCHogwo+pEnbcC0Xu6OhQhTdOsJgDKgUomuZiQE2b5eeDbIQzYS
6jBKMMaNB/rHWJrd1n5cJkFMuPFs6jgXsKYiGa8h0l3Lqcy6k3QWC0xFvrgTynVHlXQiooSN1TAz
wZJFyBjpfNZm0ZV5ItUkB/ZQTn6s6Z2vLYpL42kX27UksIgbB4TYBslFgGExUktO28lIDC0Z4Uvp
2ffMulu6b0KWqG0RDCoDRhBlBu7SRgiYhmjACw1AEge01+ZdNXcUpD+d4HxEgri1THaX1w0WG5j1
J/B66+RpNgRO+qYIVGIYSiob6OUeTMxDKWrK1jIvlWvPZ7xfbiXibNrUM6BbMZRUXBBez0opldJk
TJRAUyIQPc6OfkLV9PX2U7GpZgjTUTGAGQDM1FqZR8y3GLlSK0Ghj/2ujozck3QjOvZL0r2nDlpr
b8vbsqvM2wRkNUCErucPls4ZDTJUSiAvzXACz92y040m85DqkZErkhLfSksD3K0NFJ1mGKtQ1BrY
ZaOoA2pr5SzfLCMzBsoYXuV7J4XPI2VwOUjmxupd50QvtNqZ0vBNsGTmvHCxKUIHG20dCLpsIJyv
91jF8OEM+E8lWPYtppbPvXZMCveQ/4DL2As0c+PxABY96yhj2T7Y9LUsTK851BohC51frlEfoxkO
Bth9rbre6/rz7ZVt+FGsowDdi4Dax+Alt7AaY8ST3OEsSRmUVSDZaMk135ah3tnay2ALbNS2NBS3
YN1V9Aayv1/YdwUl6yZpsbQWL3DpA/yx8/T3pt0pIhC9LdXAI/W/kjgL3/cZjH8JSRRkxdbvunwb
jdEzK8FZbVmRCzG801uMTgpMWjhNnf0KrCZPTn6B5vv2EbFP5XXvUgZndeMJ2LOgVIQ+uPaB1IfB
8u/7xRvex0Kwmi3Ng8sJMD6AdeJSccezOHZDczLBldBqdWd3S+XrVtqe4KIOXlXW8QMotkSv5NXy
0CMJbxO9s+ilQRmZU/cOmKBWhh6IQF0WV43i0xjTn/2wnxznRPXaTZf3MU9ebu/p1bkhzcTMMnwM
tMyhSX+tiHKb6rSlqhRIJXmQmlMml98coxN5oFdmg4lBLyzrHGEBJx8yAA5HcvRICoqy2SnOD/Md
vDoN5qQwehfvh7Q5TZUgmbqxMjwFKORiYAljNXy8XuULhhp0OQlztCAxmjy6uM4oUEmREO7JmWH8
aZOrSZjKpyT1wSGg2T//+oRW6+C2LgLhr1YaEJGYHfjjPkfcYBHxwtXzzALli73iVE9qHAR145yE
5rnat3/9ZuDX0VSC24SUM5vWW+sYTQv8vIWTGKt75PRd49Wx/immfTyde/IZgwHcpn+v1ixvzzid
UGhGAmotsjH1GtR0SwK+YnQ/Oy0Qhy1vogIzcWVb2cKQV2JzJfhwmbOtY5ygFNSbSQgf25PkHD0f
nauU55l+3taBK3u0FsSHUXJlm1IHQrgQwCsIfl/LNIzMAwYPPVnU4XWt0cgEMRAgJJ6wpqtHN5I0
IFkaZZji2jSo4BWxm/71a4EfvhTCHQ/tdCRIFgiREuBUOZAgdfuy/OvLCSmYhmVurX2NjBvNRkZp
ppfhYv8CgJtXFecqEZzMdVcFW8qFEG4pPU1ypAu1MrRiNEyVo09La9fW+c/ZpndOBhjrMWpdddD9
ZEYXotZixLBuQvQpelNbYxhJlL7YOkCTxb86A+fBuN9a9ZOkJxOt0jR0krA2LJSpDo1opF0gg2cl
0pdZzxIlScPJeWtlx2N3uBlEeWqRFO691/PEIV2LlbTms9HVLhi4BrV1b18tkRDOgo9VN9cpEwKO
pRRkM8rc74w0FsRxXyhsK9+FUcCgVQI9PrhcyA2uT6VT05SAl7wMO1q4uZ0c5yh2cx2wxp495Hfy
UPsEYBRABggV8go4V61o97Qr0a+de3nxAeU5yp1+UtPaXdpxd3sTrg0Z4nOUnfGFyJ9r/Hk6cjLW
6OMiYa13aB22pHw/KGbppaD39GdtSA+35V2/N2t53MmClSVWcishIXhRd/rSAe7j/ymBO9a8GJKl
H3MSTnnsmeZHKooXrr219RK4Z5nK0ZwYBpaAeiYdWrfNIEf6UMynlpg7pEV9cxI8pKJd415pgIQi
pKwLEmrE2CnGHbVkwa5tXIaVHrC/X4QlzkhaMkQZCQflMC1OsBhnIxdBXW8KsRA+AvEXuSeLO5rZ
SJO4mGoCxEdEIijc/qQ1bEhUtR9/r2Xs/UeIjguHqvp6NXkqEwy4NiQsE8B8YmY+1e8xHSZqhtq4
PCgHwblBJgikY/zcstKhj1vC6HBYgm/M8uyfY4dZSxGY/JYUOBmAOWDsfTYf4nd94QwpvJowl/yy
lp8AzfwJNDT0rIuaUTbUDCeDsTmg/6CGwQ/KViMGkalZkdBZKhJEZqLunbR7uX02G0rAyp0Kcghw
jtD4sj4bkKzYtV7qJMzkuDtN4Fz/LU1j5vZI34lM/NbWXcriFG60cxWpYchKl2e5aU+G8c+EN1mv
RJCU121xCBqRsWVpGHiFV1icPZ2ROaEmbqgl7Qt4BN6SD4e6bT1NK3ZUBmVqEz8UiXnq+sfbG7ph
j1aiuQ1FUqlkyBC4VaiKu9B9dVfAFU2I3xfvTta6llSEQzqLql2bmwtcZgyqw1kE/cP6IJU86pS8
JSTs3Ml+KmQ3SY4WPd1e3Ka2/EcIH6UCIAJYIhQ3WQZGcFQ/DxlIhCuLiipbW6qPVAnS+hgNRn6f
20T0iYLLZJihlX2inzVCpt1cNJN7ezXX3jxLoQE8hI2GgAaW/f3Cyqp2a+R6FNfwnlAXlMpgsoZ7
ZML+pBhrdR1dFUTfm7uHYRDoIzjhgBC0lqeRQa8A+U9COyWVn88L8aWitfdETkSgZVsbCHxDVoRh
uF68LezywTBbLa9Dp4kOndph7DUyBvTI3N7BrRWhrQjGAy2omJHglW5QSnwBqcPOfpxNMH4iEupK
6t+WsrEYJA9Y6xf6pGDfuXPq08IGyU9fh7p8AI4zJPwXfhcSI3AJgQgPSBf+KUz6TCqSljZhntaP
NikCkiwfupp8GJX210874C4wRIPIAKAnqN6ulWAoyrxSnLQMs+yXRF4RFejW0+39uj6VtQjOx2W8
bgMlWRmi2DfR1MWQhVI935ZxbeYgA/MOSNSi0RQqsF7GkoCmojUho6DNKTIBkP7cjHd2/E0rDjLw
aWSBprFtWfvta3nctgFVGGUzFfIc5Cvku9nLq+fRPskiysatvYM3BFY85NSRimF/v7QJOf5BBr8M
azDZVLEZFOmdDnCG27t3LQXuEIDvkA8DEgwEraXYGYlNqZrKcJp0f5q/Ub3aCZNJ10cEIbaGYrYG
rwhexFpI08B4NiaC+7FZPDJZrj5i1oB+psnkYdiSHDpSCNZ1/QitRXJ2u5/V3hooIv3MkDxlfLHQ
pQeFGEVp+839A9IoUqVI96AdYb00NBal5iSrkDPqfokJKQdIA8Ie2o3VoPOAIZp+wVTwsOVzjUco
N60yVOvCsyIFUVmJpIH8XXhU1xYOVvpCEmdH56WU696AJGd4Tac7ZxRx9V0LQEcW2ATgHKAeh1bM
9YaptqQgoTRHQVMeq7zbz6moPe96s9g4Emv+hO+F5k/ucQOuvabUHXECaWj9XHqJywXD3dWZobPf
vjzXaDasFwvNS8BuwUASwr/1YuZFqQHo2ERoo3iv+p0jv6DgAcz+yFVnV1rUI5XOGHaW7Pl3jUxC
3Ydxe9L61DdEAzTXeoh8FuCd0bbFWtP5Sb06c4ZFowvgzmZ7DGuLFv4yokzQOnJ5FKyabeDaAgJY
juFkoUCMVkuHsxlJm6H3Ne8j1EL6Q21/9Enmaz05TpJ6nsri0axkZPI7lxa/AVr8TNRMMHm2sVhs
OqtROGhSvUI2HAG11iHKkYJaoztVC9P4uYpFuaZrO48AEQPicI/w5qMKuD7biQA/eOyRYW30aO+Y
kwvrGM/Ofk7eBu3X7S3dWBAUFYUQ1j9gImRcy7KNttFqGqchMBt/F9ZbpTzllfFyW8jGzYMBwVOJ
NxKjnDzIYdOVfd4YeRymUzPsFoCdAfNEF/WpbGwb8HzxHqOKCdXgbb1aDM0yIzmNbrs7oLLca919
pj8pJQXp6u/bC2Lew1oPEfWiwg1KNQVTjxrnXaglsP6TSEKizqa7MulOSE5HWrcHQ7BX1J+NKUju
X58S5GGonp0SbhhPiDIkcJmXxEnBcTkf9WQJjVoKHABp3F4Wv4MsO430BKa2GTgX/nOtDKk+LVaa
D0hypiUNmk5qUEIqq71MJPjOwA31MuzGX14pjN4h8YIJA/T94N88ZWuZxYWOKDQLu+osKc+spNR/
3l4Xr38QgVlYxl7KEBqvCotdlFqVmqd5mFgYzyFT/D02StGY9vXmGQg2gDUERVdRwGRneOE1paOd
gXawz8MILWw2eisiS/VnOv4hQCzMQJF6e028SrA1oaEI8GFolrKwLE4cWEdlAzhuodUhRQsk+Qyz
Lf/clsF7T18yQBroIKfE2AM5fbAGO81aZ8pDMId7c42WHPLLnB6BZeBOw4+ydWn79vcSMdmLtwRu
J4I3LpO5lGpa1nZeAEVf+dMO6fII6tzxwYZh3zVdm52SyJwPUzN2h7zpRIhc/LVm68WrAkQnpC+A
GMKtV54AUtvKWRHqDvArst4+1oPxs7fH3TBOB205C52erR1Gj6DJ9hiDvhb3oE1tr6cgTClCewFh
CyZ+NS8a+70uN5ZbSHnmGYVG/LKVIzBM0U5w36+8CCwYcTh6k2HGkMvju2elQRrsySiqcBlsOKtp
0x4MpaCeDrqYndWN9UHu68bP1Xo4KjVgvt14ypxTNU2D5lZmNftgo6bfSB8VQVq25FsBAjVBMmnj
8mI+H6RocHFZTxhna2lsgPhGU4oQTDe5X0h6+1YYUivIS1zhNn1tBSOUBIAJein5SSTAiFW20thg
LX4m9Wf2gH5HcjB/AIgxustVrwZnwIcmHW+r+4bNYG31aHqEO4Mrxl1iRwN13qLg+Gvls6Ufyb0q
ncvv2fNtKRtqvZLCuaX6YJES9Z4izKsghnOUg1Hd+gE8rMYoXFkE82Nyb+O/NvI/a+KusKH1Vlxn
WhH2pTF5o9rGwK4xZD8qtMWPuz7e3V7dhiFErwjgP3B1AfrCOxc0znOG/1OEMwFaI977c6kLnt+t
Y8KygPTEcFPwa2tbaxT50OEGFSEZapCnyplzh6AoOVdKYT0StVjcuhV5mluHhiYVGEO41Qz7fi0T
GaS0z0vo4xA9zj4YZV1l+ZM0n9nH7e3bsEDA10feBxGLjvwVJ2e2k0a2WoThHZUwVArGsW8g8+vu
6qhq/HmUjBPSrcn9TKTf6JoVlcY2pTMkWBYzA2GEUxYpx3Q6YHHKsJnyfVKMwKNv/rEa9Ge3PpXa
70uXvFW5QGO2NBTONfKPDlJlGAFZb+2ojw36WE1kHqLcZbXPKXmK2u+2f3tntxQTLzRqMXDmAbPJ
/n7hEFSp0VsjGOzCoj93AKPR4rtaVPLf0kyMTn4VcjFxyOO8jZoxjLPMZKSudUTzAigLrNYdRfSU
X6Mqlx4vu9WgjUYrGItL0D29XgzIfPTRKesqnOvHFCSAVSx7gODOuidNduUKeHtkXw7oKXhro96V
6gfi7CLJ8VszdkfwWSaRhibr3sJgdPrQjT+V5AiO13O9iCLjrV2//FC2Yxe7PtT4fJp1VagBRBcF
a3Cj75e8FJzttQohmAHuE6O3RP6PH8aXh2Ye5xx9Yip9zr9piLkXpTgCmlz0LF0vB8l5BmKJHleg
nfBmoG8GdDPWchVOJXEVYDZJyu9myFx5IR7DBDFG9BP1ybOSf7dlCXF+ju7UxaWDsU+k99sKveEu
gDcFDa54JJEhvgoWqxHDYLMZoR+n3Q+VH90XzqFf3tPyDAdhn/TjsVxUYGaDYm56r430qdFabzY/
x3R/+0uuWhhwbVdfwlmtxWxqSQV5UmhaO3320fH0MPh0T/fFKXm0z/SkfSPUzanbFfua3C+5i/mL
299wVWDjv4F7VmsN/SDApkaKefdz9BMv993hZ38vunpfTTLrq7deK2cj07aXpLJ3YCP9wVf2NOxP
uq/8cPbkjLfunD+l5yWgQX+0/Eegx+6lA1CDD7hbh/jh81h+b12MRR3pgewqH2jDe0tgTq9fKnwf
4h3cBRa/mZyda6Y2awCEWoVNnrf7XFtw/22r9ZRiGA6ykWl+l5iRX1W96Ag2biEksxyJipjB4kMu
bSkyU82yKswXye3rQzN4beF2/en2SW+JAXoTmurZ3BcSnmuTUkpwC+SpqULZKApEPmCN0MldC9Ks
VJSO2dpLE9EHaLEQsIJMcC3KgS23nRrWa2oB1megWXSgoRYFQFJDP07zj5GLDAz7eF67mPfEsHIx
q8BPQyx2MaOFKqnCAvxscrOXxg8LC8veIgyxRwoGygugxMahoRxHwcj31cwCu0EXsvmMDYYhox5d
sVXYLn+c5NApSGDH/xRNDzYhtyFPw/SH0H08CCIKoVzOekTgacszArmObe6t0dmV3SNJTsrZgR6B
LHsZgP84vxFwg9zWpC1rDkIclCRZJQ9p4vXxZipZKjq3uCpSm3lJXmUoxCNnpHREVGPb0iSUZxkM
ClwrsLmvRSX6PGJgUq/C1ADMr5Mk0mEASo5rReOyJ06f+ZlpDYAjrBrBdflyGXmVuhDtcDnFsWyW
An3sVRibhqfl+rNjvvXjXnGyPdX7k9KDVlH3F+BsfnfmHeLLcTqn6uvUFneR2R7m/hGJ+qP6aDaI
Mm8fwNVILlO5y2/jjt7SU80C7giO3jmr1q5TjnGCMRWG5bWP50fHnxCz4PlyBK/FV9HselPYZBtg
KEDowgkezb5xmgqbUn5DIuX0AAz06MUk3kfrKh4yK27vFb7q1u7rP2A78fIdxky82kv38Z79d76D
P+VHAjeGKcHVRyF3hGw6a4o2OMvWt73pSPkIA1odhpR4ZH5Yyj0pqkPiNpnjtosIJu76BmBSkB0C
OlWR8uOr5eBymdQB6G1hViyGa7VxEDly7EpJc7x90tdG+1IQUvZr/c9arVP1vEdbH7WDKLdeY8B5
tbrttbJgE/WrTWSSWJsyA7jFANxaEiiKRmRR0KjhDMlvZJcGjxZlInhkNxR3LYXTn24wh6Q3KTq7
LAdOYO+p9YfTNB4iOm8mi5sYoEUbQG4g+aBV6Nza0AW5uc2jQ9abYbtjsuvrCy88a0MfF2liO2o5
z0jUtsqdrD7fPrRro4VFYvYY9kpDBoF/adPG7qpIHkk4Pln9ufFqw10SL/qZJwI7cB03rQWxM71Y
i602VWahHz/sHYzF76T6QM298UNuBdd+U87XfWcZbqxoLWfONb3JBhl71hu4Ta9K9t3pBi9tzzaA
cG9v3qbGX8hi53expiTqG7uOIasHOpDmz0rixY0vTIZc2wxs3YUY9hkXYrKhlfTIntDcZXmx6WJ0
Gv1PsT/u4t6f1P3tNYn2j4vm7Nhuy3JWSGimn3aSITH5rUD+TzKFQDeiZXFP8zzkZVUXKtq6BoJp
ruous6bWVdXJVdHtTKt9NCsPsxYLJoNEC2SfdbGb3Qi+rMLEAttFvysi/Qgi9p0xHpGjcC1N0Pm9
vUYYXctiOXYevrZTphj90waETZ9R+m6ovWuULpRRKVPPepyUUaCS26v7j0Du+KoFbR9zg01VjN9Z
5HZ243WnSH8wv91Wk23rCHjVf6+MOz2TwrVKAFwXZmk4vBiS/WPu/TF7m1t6WMajA7/dyYcT4nSM
SAl09GsMZf2KshvxH+HcGQKft1AQg9chWtcrN6273JWMHJn8Fm2X/8PZlzU3jivN/iJGENz5CpLa
bFG2bLfbfmH0yn0FuP76m/S53zkSxBBjJmbmYbojVMRWKFRlZdLQGL+bZESxAhhM00tSG2SWah2/
B4aRuEaeFAeLS6D4lMDkvTIt89Vz82UGmBfxSkIWQRPOah7anRT0QNvlfvxQO5JJpbf0qX1Rcjo9
/Rtbc8/2LCkFQILg6nQ1Z3Y84nqIrG2sfVdLqgaDY7yw3uHyh2Ihxqm2/8qmjTQeslNze+T16bEz
3CJMhy/im1HWvcD+3tUvCjSg1bPUv4XTn6FeuaHmUYgzCpY3gKuROkT7mHANV4SwoMvhZKeqeIps
+8jJ6N0f1dIpRf0L2I4553zDHdHLGQgMCwt72dxxuIE+f4ja3unlpzzIaMQ/a22lBHvTOAR2XpjD
0x0UeF8PMmEerVgNiVVbvlTvDB7vpNozgnM2ntETGdtbME0Vyd9Ahbgwzf5orTOukd3elF/ELxA8
RU2GIVPHxvKjDO+uDWPtvovRJaxvTJ12/fOk++30p0IaNS/3Q7zyCv4iyrhcVpifUR3AgOMJbN1A
3qw26yTQ3lq+AtSr2iibNp9etDICYPklUU9gQlFQxkh+8fyvrr4m/X78NaGUomcuSz7keHQG1FRU
RhtFpyhOIlP3m3/kL4O5sjduUnBfH4qTrAM/jaqYWKJvNSmErjqzfOx1NFSFOdRlmty1iuaojzmY
9tOZpC/nTgSy/cKpgt04uQ3UAsjanIkn4etLkBMBwSZ6hVFYv94zXYhLo+qJ5fdoETaLQ1a+3z8H
N8/0/1jAL+N4A9chsptEoVpWBtMtn1u4kV17J/FntJpAIDStnysDDUvsIW5WkhJzlHSzE0Ch8H9G
hY3YtzEAPoVm+Xbxqts/eyOgXF27Mea5uTECbs05c48ng0jhh13SVVCrtPwQgsq4AyC3gQaEegPd
oLeCo3Gjgw4qmq1VhZrmkOws1jRHOUHrPxQHDODv7PofBqpfc439D9ZPJNLQRXi9mgwBcU44VhN4
WVJvgycJ1Ou2o+YrN7UY4c92gMWAQCi6IFDXEqaX8TrR6hTTm+aMylHlKulDy3YFZCRBTx71r/f3
0NJqXpoThoXIcQxYo1q+FR+58qOKj/qqstzakITrHw/oqkUTouUnrcORpbeqDYEmgFJ75iOCufsD
mm9sceeAFQLVepSLwZYwn8qLeNFSINqM9hHbzzuJpuRVbQ1aSd9bZW1D3IRUXyt1YWme2gtLWl/p
ZVoUts+U6j3TzzEE0Qo0LLEAKTP2AIVIs/7BWjqZLpdW4sZFN4dHxoxrQd0fbD3XxkkJ/jx04tu+
stWmbZo+Zea5CFpHVU4piOEq5CrbM7cPlfoqhW6SvKlpStvdP5/r2cERKNchYyF2r2qjpsZMZ7bf
9anD29CZO7esJnSYtRKYz7teXFUUP79AtiitiFmRolRiaCRLth8ohauHj2MObrhkT+Jnq/92f1BL
J+J/ppBlvp7ZIuEgLuvCwM/lA4BRVNMck1lr63d7JuDXZkXBmTMQXW/CMS+DOBmlBJsnzl5q3S0y
R2+/E9bQMj6G/T6zKIn3gHqZUkWDGiyTO3RdgkKfSztz5YV1e2KQawJKb06n4yIR49KsNzOONijb
zyr5oyT1d8h6tqAf6TeZytYg+jdFIdzIcKFzjwYBez4ay6+nV65JzLWeYCUJVM6Qz2u2k7nT8di3
YmCoso1MwYv3T5cUNtG1ARARGKgVkbK/T9EVMPAk8DmvZ3mnVomcfi1EFJ8SXwO7MCJc94wroxxD
3cxn2d8kOduboqDjdjL2yN1LquwW0xpl78IemuXqgLRFAw9AUsJUAh02yoEB3x2p50QJPsrY8JtQ
20IJAIglJq3cgLcHYwbhQGcYhPnouRLv5E6rIqA9E9uXswMfp0O9B9/fSnCxuD0ujQhOlanmZDVq
ZPuajlqe+lhmO4Z8nsKVbZE8D5BkDH6PUrVy5hciKYxthorbIEoC2kNYvAL3MUsnnAGwXgAUfQhs
IDvRFdPsWzR6N+amj7ptE8Zub61cwAtPi2vTwoVl5yWHMkdj+w0YkYf07XlQKNkNbtTSINkWrvXb
5hm1uo2JTjB9zfp8T1w71tk6+iPAxYpxi34I6X6E9tE83wS1j6L/k7QbdlSVXTHhNpscdFKpYfjG
Jm1lN6nKgmVtbgVAV52Om3r++4vr09Ar3sQFLg8e0/Nr5BBaOr9Mx3AtF5yDgPN0O8kL6edE8b9O
7Gybszs+2G5PC2fcOam1ue8klk7T5fcIWyCpc7UL5+8x3nQ0jOA2UwyvQ5MFUT60tZr1VwewOO/o
WQQmC6gROF9hn4cxa0vD4jhMVu8FMR5Esb6t5e99YG+aJnKsZhOAdQePTqcBOnYY6aAezQF1+lwH
e3Lsyu1vudmYkMvrwl8l25r/FFY4+zMgGZA4UFD0xFvqen0gtJSGRjTZfmEYT5EUQea3Cc/35/z2
WocNwEOQm0BG5IYNvCQZZ/2Iy8BGLypEZDDQMwMuocbbVlnZcDdSZF8DQkMl6oUzr91NF7Mhl1YY
6jhoTHVSsseLMOw5tSCxzJQCheSKQlpu1uWRBiopg2MZIK6anqMh9ZiFzijrNRzHlUBg4fIFphL8
H+gqRA+WmIDSMugimnGA61DdGPpD0AUOUfYx4yujX7Mj3BWg4mBTLSOAklrtyOJiZ0cK9LAQRK1k
CtYMzcfs4ljHTaSTpIGhcfB0m/J8G0VOvnJNzD7x5vRczJrwoohJmVc2w11rdOkPK4L+/MDZ2/29
uXgVXSyNmDtD0V9LpwojmQJgjh1b24bYN2+/zMRFxX00N/ft3Uhlfu1P9LUgR4sue3BVXs+cDj6x
jIx54CM7+iI7No1eB1dxGH3dDxTkxBQ6AzSjj+bB7/yX3/etL51E6PvgNM7dUmA1uzaeaYMWgj09
8E09QrN2D5ovqhbvMlNo1K2gRZcCiUtbgqflbCRSlxcIx/qtqX3W+XO9xpO55MwR7gFYODuwm+6v
mAVZYHMMJxpeTMW1E0Lb4SFQ90SFyO3Kyon5yHnh0IkES3OSDP3B13Nn1AWJqokFPnTiHxGcOGZm
ulIk/THiwmss5VHpfzVrFBMrRsXuRh7zuDLGKvDbsaCkjnaG/QB2H1rZBeVTltPRtJ0IrfgrDmvR
LrjhdILWVHB1COFKgCNRpg1wfJWrHXiFA06n0QmIyw762vtycaNc2BIuSXTCV3kiY2LD4m+Vvlog
XZRWPMniKQf6+b/jmf3Zhb/KAxZK2oxL1MHYBpzevvE0FQ1ln0l6TCavDPWVCVzIG2C7XFgUXLEK
/LddKrBoBMOp40ctMSnasSh6OsPyXCGnDPkCgzwOPXSAlWh3/6AvJJJn82B1B0wbgGKxhwMKdNU0
5jBvJYCdEsMb858V+aGGz3b1QvKdzVUqqzRLD+mousX5vvlFP/M/61/LcTHd05RkY1/xwO8lQmu5
RLuluTN7Nz/inbxy5y3dEigP4F9VV+eOmeulTRqtSEmIZ18WuYnprokoLZ4EoMJAvwKuKE28H0Y4
Ar3V4cbABMEckzN3iHXIwEDpHIIjw3deOpq+JiG7kPjB8s0/PfO9zHws14NifQ0ylpxg98TcKfMt
sryptBsmN6tgr0YzzgYQ/Dj8jAGI2ySlU9fvLVkr29+U9L583sVnCJtYlkszNXp8RtpCvjmnrfEy
VV7ojRt9O7h16QQzGldCBtodpJU9tOTcZzQJkhUzWZwu2GZWHA5lDOc+JjuefqDcRlXgObKGMuKU
KNje37KLJwbge7DyzrEw9DavpzyJzCLpZSw0ujedwcjfOiiM2o4WGE5ZPHIeO7KKp6KcehVqMbK2
L9qVG3NxxDPjPHodUMwTETRFNSayNMHZgybAIcnGrraV8RDUrqI8Wmv8kkted1Zd/j9jQhxiKV3b
62Q2Nr31PQ2bIw/X4CWLTvDSiHI9p1Y2QflSgmtHuBE0jZsqn5na+g15j4McrADhLo+gyNkCi1cV
bjGsyfYsLupMHAN6N3SVoT30+gNACM6yKDcDP0HuMtOcKaxdHc+rskfCLYfayqbNflrVsYCMrAJM
sPTt/q5a8h4X9sX7O0EeAg0zRuBLjZcxPDaH7Fw7o7yp9O5FxuM/XoO/LJ5ZQCpnSjvAHfHsvB7y
KCeJ1Ck2zk1vbPPU15VfU/PeBA9ymW0DrYfrMt00cwj/WYeJx9P0CPTb2mlayjggxkXoAA4AVFIE
B6ZwdMzJ0HyF24RO7vgStXurBg2A1SE1V4GDoqMmy2itJj50HV7uz/qN4Dn8FmoCBKcYVAdoqBHu
BMXqawafLvnJY/xj2gybkkpIt2ABasf20621jz0p95R+Uzj1bu3dshRtoF2UIIENhkG8e4UlQJma
NamiSfO2N7LUjWKIxpw7Lz3ZkK7wAuWfgg6+xov0ioquBPD5i/mdIQBnZZopks9M2eE1lGA72o7H
DsUlK9ia1V/Z7h2wb6xM88IiY5z/Mzs7tItrnuQE7GclprnMXgbypLTpJjUtRwKWMzM20uAgbmVu
E8Vru2shC2uBB01TUJ5Et7SYzAbNZaROVYs7X4mRU6F5T/PJ4xYdU8ofWk2hYEq8P9h5wwqPUZiE
Ng9IooAQEJ9OMY7aYDUwOUo1tVUnAce6GuoPLRDT9y0tXAMWYjbIq4DCDnQEgtPkZdsbCUg6/K60
9hayFFb8kOfWzjJih6jvZr9apljwUrBoo8MGPQRI2gvrWCUDq0dNgZuWUAZBYWlEI0dAB2MfW+BL
C54VtNiMUuaRMqQtehpM0MdoyOAgqnYT5XsRvijhm7oWASxdHyCTgkABXAjeeZZ4jkIo/apFIvld
Fn1gV+sF/ntMVDguvPlIQdnYbkO2VcDxWpdr8pwLQeyVdWEddBKGLWsjyTeDKaeMFZCy9I2K1p1e
orXM/RerjtZ8JONsAFDEKn+cNUpvoZ3HN4dNEiXY1nm7G9UYYUaa06yKKLLya8+ihdgZ7GPoWUFl
YU6YCU+vgqPzGespAe8xxkD5tW5xsvmmDE5FUNESQhoWQ94scgtWPij1qcgfymHlilzc7sBJIaxC
a7Mplm3UtM9aKS4kfzC2Vs03Zh27JkrGOM2N+ltZxYcuBD4WwC3gKJhhPjeNssyYpGxAxsevUkN2
7QoFnFgihduZpfZv/BToaQCGnllSkGa6dpB8kIMwDRlsIVfhYC/vpEge9iAoBlYlK4+hLYFyNiv1
Q19GoxMRY+0iXpxd1DrwdEEBFwWy6y+Qxigb20iW/AA7186QNYhQsnpobSg38Y8oe7+/ixevPlhD
DybIpMFnIbiSyYZmQ5BjNVn+ECSpy/5qhqNz/QTBJlNPQX1M5bVq49JBvbQpBHmpLButSmATVAwG
Oikrr+3okP0MVq6Apbn8EgElCMCxosLY+qbrOCSAJL8xgo+iLjdVpiVuM9HskwGTy9dAsUv2UAxH
5R1vT1x2Qo26TInS5inWrjWdhMdb6cS2pFUcuX4d1jiFljzBpS1hn6RxLAflvE/6YaJxWyPZtHIY
li7QSwuCO60LtJvwapT8bxFXPMNhseRJkIe8vwGXrjKAJXBbIMGJTJ1w4ozG4CS3EXoZYJ8ZrF04
vFrBvqpTSkiNC8SLnu8bXBwWUGjAXaKygZrD9QHTtTJhM2jBLybbTSTb4UHnZ6q8laPNfUtLjmsm
PZx5evE4FAVK6pZUSpEjyKv0b73xWJjfo+DvfROLN+6lDeEo1Rl2Y4PErR+Aqi3w2LfJ2pmpgyks
KFSD1T/2H2utJLcyLrH9bbB4FkwdbNrK36z9a9mnqvtYGddSwHgxLtENGqqERIqB7a3CB8nZw6xH
qfpysEO+uPkTvk/Nmsza0oHSUPAByRq0iHR1dloXsbFd9zxuLTk8mVkvu5MKxcOpKNoVl7RUV0b8
iz5JHQkDsIwIN3geQxuqqSqAc9yaRg4qjBQt8F7lfbxVTrqRd2sWl/b7pcH57y/GVbOgCogKSEtd
2NuceJ39s2uIw8matMzi0AzMHAQ+AZ4BCuraklVF3LJiA6Vau3UhhrqJpx/1oTT9oo8REB3S5hjZ
mwmXDMjlvCZ4NJKPfDqv7Jyly+XyKwSnr5cRuiEjExCs/E8bHoMD/97Yb3h+OEk50C735I1kuEPp
D7ETKI/4Eql9nNI1xOvStBtom1Pm2BAAReFgZoC2G70yBL6sWtC0AAw0OdaTDRaTNSLXpZwJ8kL/
NSVeO0Y4WTloVgFxGUMP2iBQc7QOhZHsklo/9TYI35RzCoa5wSJHXTs37QrGZunkGHN1DGsPDWnx
McuSiulFgfcPA7mnFNFoWPEGC0s686Kh/XDGmOGCvd5YnWGWpjUV4YnZiaPEIRwC7rz0M6rxpGOr
QeDC0oFayJThswG9AKnStbmsIixs1Sw65X+1w+RKp2xvHXIvPQ7nMqbBS7i33IRWaz1D8464erBC
xRfTCOQQMF8I74UdE45ZotadGZ3AiTGo7ow60BjV0OsSg55wU/crALMVe1+R4aVjgFZdz0vYI9Am
aezPSMmoNJ5s9g3aXm5THJpkJe1xs44YoYnkHsY397+LbcQt4WHZB1p46ljm1YW2A+9/lj7XtvYW
SO59P3CziLMt4IaAigLSG4Rj14uY19X/twUUFqAy27oENNGUtquYkTVDgkO3hrwNk9QKTyC8qXsV
Es0lqm8KrdPXfzEiPLewIWccsqhsbyFD1eDFEJ6GTnWTFCI22lMy2ftS+Xnf0K1DmecORwBt2Khn
4L15PXcZ+OSjoo+ik5H7TZ94JBldJDlcLS8Pgxo/ZBmwbQrtoEKKPSKXn6tjXdqbl18gTOrMF1y2
QxqdgL8A281e6g7MiPeWlrspS+dGVZeEf+4Pe2khQS0PdmfAnlBUEKJ3U61Yptp5BAqtwuXFd7Sy
OUawX61tLtuB3hFw5EAZiQiejgVlqw9VdNKynRz+gTwILdPXyF65CJcOG57n/zUjeLGkDrvI4DDT
haNXxS3VU51C/M1htQzN6JXNefuOxJ7Bs3VOYIP0DGW96z1T1ZWe4xUGc3x0CHzYRxKDfDHyQ6vz
9LdR+p4mxL2/Yrf4wNkomDnxdsAT9gZBWoxjzbMRnrr0tK2065+Tx2gfMV/dQj7vvq2bt91sCg2+
yFOj1RcZ8uvx1RXvhoj00UnS0KTyGOIgHIP4TVK20dpG/FJyE2+COf2gqigqIgoWli6UdKsboYp0
evj+aVLmnU6Enmz6e7M57TebnJ42J3r2zvuQ0vM5cTd/XkOg9BBOuq9/vKfXzyf//Q+nHX30R3rw
nQ/fe5ocP/J+/33+Zu+fH0ZnZ9KWHh6J87F7ef69M/fPzsuz4x1WFmhxD14MRIjFsrLC42geSOhr
T5w2O42CqeL+wswTf2+yhGsTvC2x2pUDbIQJYh+jNRDohWtBwQ1zD24RUG7NLYnQFEa7pvBsZFAY
btKwxW2pJ9Qof3RaTKMU6LvxlyQfJi12lHzYdpWHvFzdQy+1cYxwdOT0tTHORVs5vVSiIUx1gfna
3p+B2RnezsD/Pk3YmmiBAd5KauC4DsQtfqzkHBfnF9qGeC5DFRbtt9cb35CGLE7IFJ3AwmekaOSr
VhzVkgGI2UP6bQ7wcGNfG2j7VOv60sbJyqA229VwVdHY1O79SVrwumjcmQsQ4KlBjCp4d6NMAW8P
LAR1Z/qkO2sMKUv74+r3xXxMECOfx+ffNxNninJqFcQz+QkFAzCc/anMV4u4RvxNyjMfZFeD5kKL
Pa32Mvkbocs3+DdQUVTMLocsrFzHW722Rkxs1+Xayap0sleDfoVdYcnxowaBSsTcOzvXp6+XL+qK
LkaRC1c12A6UOqdQs02cRH1WUwoWMydZkwy+hSjP47qwKBzF3lTNjASwOP0CHJm+Wu7rz9MTJL4c
5nyXKMjk8Kf88P744Q2O99tyDvTHTl3jD7/tvRQ+Qzh2vTXxNFKD6KSmj7I14GGi0AmJzLneVGcG
sOFHbUzczAR5TWs9EDXaDhwIV+ji/uakdHRQnCsfUfjaD2jU3HaJ24LXMoliB14CHmgl+F64wK5m
TThmSd73HZQLsEHrB6uS3QRQwlZukGN+L7OaBnbp3T9xC87/yuB8Ii/eF5AMZXKuYX5Q4kPLceAy
+cEOIlcqV7bgQrAIQ5BjQMXJAv5EuAHUHspwUQuNrVH+qDtAMgtXJSOOlJurhmPqH/r0/f7Qbmv2
89pjv4MMZhbkNARvohlNkTRlFp/U5jux4NkJ71BhVLaKVDpSYO8l4Mdtadgb8ZsmSU7LnyYFwKC+
393/kgXniTYvCNxDjmLuWRI2IYsbmZUhxj6YJIJa0RiAGqFi9L6VxaW8sCLsHV7IY8FZGJ+65FPb
Jvq2jb7xwmPNy307SysJvmZMLvpYIL8oxAtxizcJb8fkxCd0eflleAi6IqWs+1nkEbXRb+rg3XPf
5tK5uLQp7J7ACGIpl2DTRvyIpldP88L2WEa6kxkrIOwlU0DYojePWGB9EzuDjHqM8UIskxNocLpx
A4IyIDVr7Qly7tJqWmjRTUKFCXVClHWAMRAG1nUdsYOWw1oue5IWUdBLojbYv4I1JgjJMe5qp+5o
YzxL0aYGxqJBZ5Qdvw4Jprzv/br700vqr/yn9siY0ww/FIuC/qFFoXFA8JOwfWTsTPIY832ifCba
PyXhQMSFPCkoKhRE3Xg6CP4jNqZ2kpI6OcUT36IQBiAbCENzUjt8rYK/dIrADjsrfqKPHsija1cV
8DjNJDtLTkr8GwnmZC1Nv7SvwYA/o/O+0mTC77M6HnU7xVLYCEylbton07HOHmsw0ACT2PMenVRr
im3zmRSiQjSIQH8bWZA5KSfcy4nJ2qCcuuRUGGgZUsELnhyQGF05PYszd2FFuIs1vIhQE+oxcwZ4
t3Ju/UamPl25SRan78KI4OQwaYVB7Bbk1uXfIT/qtkuKb7K1i4wU1O4fyVr39VKsaAJYOMM5APsX
lbZJD7UVaHrj5IRulD5mckJNDRSmxZrw25JfvTQkDIwPOgN/LQwp5ousM4+YuP9Psck2hebed3OL
plCGQtw0p1BFrCK6hIdYmhhOE29cpTvbLQq9kmM33xLpz31TS89yBYU1TByUBZBBFdy4nNpmaaR4
Kymh/pSPkBVoZIok0nOQjl4aTK6qU31yLOktjtdw3AtrB9sm3miICWZ9huujrGVan0kKbHfquap2
hU41uHRje3+IC7N5ZUXwTUY4SDYy+dGptUhJKyBPIQShDmDZnIxzqu3vW7utrMxkFRgOZC5Qpgeu
+XpQoxJrGTLr8alNFBmscFntypk5OmVVtF4oZ5mn9/20HUhd0aYygweTxckxMsxgg9aqAmXOsvw2
gtN8C42neGVnLZxOCGoi+Q8fPb+vBEfDjJAECIURftkhuDD1I9LqvznkloYcreBq4BLGPzVGftyf
lAX/BnGsudUBSTvkm4Q5MaTErLQBl2k/VK9pmr9AHp2qUB24b2bpfaPidTr3rCAnAxmO67nXFRby
xEyzEzRixu2Y2zVtJ2hB6qEvAUSg8BABX0mh/Nsi8qykFfsLw1TBMz4ze8Aj3fT7dSDqzuu8y05N
UtAUxEQfU78md31bRTbkKyPzdr8M1SfTlLjdZicQmdcjzakm0cLPa5r8KF32rmyilVEtnB8YRI8r
ei01EH0K10YiF3EQoB/m1DRW6mGzyEcw1duAzBURWKdY/RRqufkPo1ikJ4E+REct+MARW4j1+MgA
5WEM2otTr3TA8W7N0NcBQqsNc5uoK1mTmxz6bAztKwb8rYLGDpHeX5UiY+IqjIXyR9UOG4BbKbTI
EGFBrfpkm25HPtrG7XMZCjXESY2Vopy4b2b7OkRuZ8Lrmexb8MGDEdhD0QTZSQX5ErLZA2Aiqf5v
jMzsK1hGEH2L4I0cxQ9ox4T5qdEZNXRQoYJDOU5W1m1xKBdWhFsynHLEBmmcn0bUb3rMXzlzd4xr
FJ83j7p5yvAfoOfz4wPLd30KBq1nSc9JdkpTsmHWINGoeEODkxbsyMEk4IQu9iS3NprEaWQzH5Kc
2pqG1k077NdHQM4FuEI0kqgiGpyQRupaC1MKBKPl8sAdPNXhDtDvVDq8/P79Nz/1QHbcd3LicZyN
2jgQCE9nygmxgoyyagjJBmyWkkdneTog0Yn9GWxI5pWgor9vbPFoQOsK+lMGkve4zq7n2UyVSFab
eYjTibWV2yG8QtJvLpJnSEqwdNjH9kBrvEmmOttBfCAHN/f9j1gcsYJnM4hPURwUcwbQjgnqJojy
k4w7xLF6XKshwiNvNNF7HFQsoFk5xLv7Rm+6hDDPkGnBww9ZfXQWi0USMEFMQW/Bqg42Fin4LKed
MpQfmeLYPbg9jEPWuw05q/ZPWc9dOvIETYu41PSVjMnN6OcyOsBPqHMhpECV4XoFQBUZZBGwqs+W
KsmeHMiO0YZQlhynEAkqvUObUM629wc/n9LL9wj42RCSzdq5QGMDrCC4fEmPwMKq2vFzycfIZZFC
gKtXppWL5XZzzWbAc4f7EoJqNzAerZkJuTSYAXEL7//wqnbUkWwKHm+MCjQF/XvNH6K48+3Ej2uf
Z3zFJ95kgr8GevEFoucFok3vuRU/GxmYajJXGh+69FHXqg9Uw9qOUJQXsyF3mPJrQFMD+noPbQWy
M4Ny5SgFO7TXrGmV3TQxQ8EOaQfctIjPTKCzhSNXTVJn5i0WvM9JuY/LpN+mGSEHNUCDdh02Kp0S
RgBqJZymvW4c06rkLmexspGbJH/SImvu1eW8P0ycTCClDDJHqhiqv7i83Srn3yJd+ym1VU5rO068
KEIy7P4GEiP7maAG34/6IpwGRCyETRsVRZ2NRsaPLQlar4Cmo9vhBtomQxK6OdRo1qLuRYOzVp4F
ziqABYX7QJ9APi7xmh8jlK+K/Gzxs4LoqGvOXTNQs/tserKXin4bvLN9Hz20+k+4rykyV97YX3mh
y6Mzjxw8ICDjgLAOmiaFDwEbZmH1JeNHCHLtQ3Lg/btaOI3b1qDKDWNPq0HpFzzYnUlriOFM3VMY
ecFT1v4M9W5ThcdCM3Zl84Hewwh/EKKPp2On8ZshkW0/rtwlN3vt62t1JBwQY4G55SvYvAgmB6gL
Fzwb+BEpncNQUrvV9pli0jFrHYu/hmkL3vg/BppOkB4+qMXkMa67muLmxh5CZTmU3vXcj5juFJOP
9o4XfRzQhbsG1v168Yqzil6FL4AWAntRokRuGi4rZtYeMzOH9EjT69VzQRiTHWWKWmCoQjnW3KwB
TyptQzN6UMYMknj1YLVUjlHpttAyC9pCrVHi17oCjJoarWYdkjoYCq/NG+InaYsezzpICqCiJCv/
NSUh4OtV2Ca/6lrvQ0qspjpCmiH5jNJZLU1XmmRwtYJb06ZQU1D4IvxZI2ObPdDNyJHvwm2Pnhz0
UF67f02LQTulI+vINI1WQezq3d+CfPJoBJnIo7XWKTEfzBtz4FLR0KOJlN6Xy77YEGQaWyM0YQ5w
raDGTnU3FGt93zvcjAnCo7gI0Z4364Ii6Xk9JoMME5ejUjqGcXDMswC7rzmY+vSQSkfwqePtFJD3
+yZv/ANMoqJIEH2CFgKP0WuT0RSqDSq60tFIDqj17nt+HPBEjLW3+3bEmxN3tYoFmUdmAumgCy9d
0oZdl2Ln+KlDrRXfcjsG5IPQE4Z4DE4VL/jrMbSDXZvGiJeQNDU0s5pdUx/03PK6alwJfsQofr6W
Ly0JBdK86ouGZUboT9bkKNIkU6nnvyVuPd2frZvdJtgRnGXGamg+yXidT1r7iEDTrYrwQQ9ztAIn
v7JmrXww35xXmxsODkHkTPaH6O5GWXestBS6cZjA6hHBzHEIXHCr6G94G3Rkc39kt1v82tT89xfn
qFNLtY1amIqy4NCf1doL2mOafyLCQ/SwsrnXjAkRg0RKU0PZEtNYxAdrQpQOnssq19FUDSwYmyhI
TO8Pb2HhLmdSzFAaIXQ+pg4WtfwlTlEhsQJ3Av0Bmm+j8O99Wwvb/sqWsBk7o5W0tLJDHxrTfdw7
WvdY4KUxGiuX4cKmv7IjbMYhZmanZbAzlR9ABzhpqWzImoLrTfoGR+vKiuCIEEsP4FSAlV6Cpqr1
3gX5tyJQHpTX7LnWXCmMz0qBHjh9at3eWOGAvPVO18YFxzuVla02JMCuNN/s/s+Y/8O3ytfgZuAv
GgsRuX49mC92vVEGQZ9PUuhnNqgbBqLHL62h9E5ImmrT1VDJqtthLYu8tG4gFQCqAXBL8JYKbrHL
pWnsYx75fSb3NAGy/ZCbY4ErWV4zteRAkD6ZgztkUBCmX59qw2hiPApY5HNILkAEA22Mbl5Cepqi
v1J/ylgeNuCXrMthW0916wVy2K1xCC4ch/m1ZALWhNwHWu+vvyGHWKsajnHqh30ff1djG3j9Nug9
MnAJAroNWymE3iRVsahgPbeBqULXD2oPwqBLM7OnweapP3SFoygBuB+R2mwGJ2x6L53SbRIETmvE
vgLStftHf9k2QHXo8kCkANTR9WBrNmr6pJPUB79x9i2xS3k7qnXxgO9MnQHob3BFEMmrbek7J33v
1nUZrtyFC84VYTyykciazwqWwvC5WSWKNKipX9pdnW+GadJfWNcAB2TZUVlvIijWZ45a1EUMSak0
WuvgWbKPa9KQZwoWdFYK683NoJCMYkp8eVS1bZ/U2VZvWfcmKyGaUPA+f5AjiW9NI1fW2mwWthqa
X1DTnSNuEGoJJ6ue5JGkbZv7nJHwVILBbWvzJnCL0tp0Ta1t76/2kjm8enG4wG0AuRthpsekVZjZ
1IUfThB/5njOlnnr1HDF6C8iK1tL8BpQI0a7OWQzgUWBOZAAX+8spPTgivMkPpPQeEqs2AvTH5I5
/L4/JMHhzlZQwMPvI9owoKIt3F25ntd2GtrJWdL1dyngvtXHBr1vQ5i2/9hAWAjVdiDyYOd6JBC9
RBA1SMm5yROQej/k/cGyB7fpXv+FHaSi7NnrgMl/3qgXzl1C/qGo0iw98yRzhzDaoHVeC+q9Ga8E
F4uTdmFICGeGIUSDCuTTzjL/GRRvU/N2fyArv68J27oD65cxjWV6ts30py1L1DbalYtQzE//Z1H+
NwaRXLrSxxIp1Tw9o+p9bDonwj/kIdoYvSPvh/9H2nUtt60s2y9CFXJ4HSSCQRKDgv2CkiULOWd8
/V1QnTomh7yc8vHL3tvlXWx0T3dPT4fVKvZuVfIqZ+g07S6vqFIW5GPZMidx4Ez9OTrTb/9J9pJt
t/Vf5x/3RXjDeqAD/9UFeokSetN6tZGhC6PeODwGmggG8gAmz48M5aZu3P9wtABcLiuK8cdLpVsA
3jHzWSeHODVFU4+JOJAaNa9t7s6s2gVdur0iRomvD5U8RrkwOZT6Y/Y+PGB+vKms1LByoqxbc9zl
7kSsv4Rou6JKeaIgkidx4Krk0MnldpqrVZmJFUk637t/ZtRF8k1ngSHFIgVg7KHD5VKUflWqYelr
+j4FRsqyQ9UvFaQv1fXU7tvsRySwige37AzbfHWURNF5h4jpkmAUR7mfdoGxl4ajoK8n7Bm5z9FN
AmAEDglDSgjILgmIfN+oYtAb+8bYyvrjHLA04pbIdHSLYzBdxXVBFwY7pR3TWvN95MFFAPQ9ItIk
UZM5yM6S8VmueAZIlbCcwdkL9fuMkP8F0BrmMpc1KZccCWU+S2IVcnvktLIJ+Day1UUv9fBS9pMH
wPaxsrruaBSOPr3wESlQuQfarYLFs3HB8JLXJo6cIBoV0UqOOwzB1+WnFEWfFFU5cnukeE2pHu0M
3fJIxN8/QroGAI5VNL0hnBXwX1ixSt0qKVdp2IURB4fNr+kQvynqenaV0Ubi+0P2zaaExd2neO1R
0HW6ABihRQBc0RkuTZ5yOVTS6KC2spXAl1Szmz+lX2EkOEHuRCwAhRtOGajYwIhAygG9XciqXQpS
4/hxzBNEGoWkmE2YubLxanwooaUIZiek61kLdzNAiO+zeYssMMYRNWIMBntcNCosiDWpKNSujw4N
pmQsVcfSxQxZZ9uX6uEQZ1XuacYwEqMcQi+JKuHZSHJW7HqtQ1hEihlCNNMt4wL0ZDggSlHtbubo
UEaTbkqcBvNpC84rFQCv3ef32nIw1bqEWajUacv6D0rK/TT0Ah/nB+0YNMQZ1/Gh+bshTKjqJQnq
IKVO8dO8X0gIROfsFr3ijUJyfT/PKZaTr3RJsO8zda2ry1ARAu9lxA1xMWUcfRBlesSn+aEWLcBb
YiQ5l7aBgaSO2SMdrLK6Llj0KPcjKTkgq1FvPci6lfFY+FjaomLPyRp3g56exMN99m5cuBf80bVs
Py3nKIlAjxNQbnhX0anTbcI5R6/tKitMIDn3kdcCClGqZTPcAyYwYy02oEuAy6miY3XpiEKAjvbV
RYfPwtqsSfk+wSProFZ4xm/r6aHn3v1gJ3SnrNh05UdT/jIwIvI1Cvu20O28EACvgUrvGG2SoiBp
kK3nmncYormhzwtU0TLVjGwyUkaXn9XVaRLhfsBnZUgKbVV9m/0AxKgZAun0V3BsMlK7ym7wGkfc
Mue0bugBiGM8EAta0IVDNwXGbSog1RwXB6ED/vRsdXD+7ogCip9sq3SnMQzr+gWDI8DTBY8KFN2R
ybnkNe+6WK0lLj+Ecn5KDqKOMCh7DsrE/R+Eik5H1Fbx9ANrS0BxdtZNU7dTLKbFYWjfZTRBG/4G
OyXJnNk/vrAh5AvliFQ/NcpWizAYHG8qxsuGXluMuiQcIdooMJAA5K2rpoKpk/hIbXj5UNnltnhI
PXmv7sV17AVr3Zv3GOw+DCfF9R3Zqk3DUxn+hO72vKJPaZWij2OVoZ/lkAMrqG+OURWRoLdKNLMG
/ZOGqRgVjc+AQ1Z71h5gegbnijZ1IdVlkI/w4PJBNHOvdJJ15rabfNWusIVqM64iN/CAtroKHhVP
3EtPiVM44kp0U7dkXBXXV+NyCkC9kBHUieisoPRtqPg55AJIQRV2cvkui2s8mojEewrnSsWhVZxh
ZMLqidCti9BugXpGIMVjXhvth/Srs1LLcqyiSjkoRPwq0YQIwN5gm22DJ58Uj38LH4g6OKZesBRg
ASRHMwHdQMdPutp0Iqce3tLH4Kecmx1GIR/LHZ5qc2zxjDDuyltJgMYAyhiaO5GCBULQpWElSJsl
QZoYB9EAPpSXcptKNifCoXn4b014oaRjecpyGS8cXlJq+qqpuyI1Dv2q3/Sv+bHaiT98Z9jqq+Qx
dhs73Oa/gcVwn+xN/s6oUnaTTCmQ5XxQncIvf88NXyN2ayPpFtYsv7/80oWaUPxRVpJ1ddCMDSRZ
1pZfvAYA5VtVWGZ+qPntKJvG9CKGP9G/AXVddRlJcoHB6tWbB09ttLQh9MeDBxciZRx+yWNrsTT6
h04h0UraJGhbcLHR475Ab7B5QWWxljNPLKR+mQ3z4B8y4rz+dRqEYoF6eOpdwfH8hB/vHiYsAH88
DU8+etaIiCO7z8b182UhpcGVK2hLwHVN8VGlsThyg+Qf+D3m87gP7Cw6+j94D4ofA7Pm1XhiLkG9
ui0BQyCgHW+pMmM4gC5l+xMfyB0qD0duFWyi3ho3BlbKrzPn2K34X/VOfyheFUv5a6cJstAHLC1c
iqc8XQZQhgpNNnIYHjPZwWulMYeYSLXZSKS2K4dVYLyhhcADB/LXN3Ki9B05nulHVesAecqj8Jhv
O1fLCMA6mkc/IzwjUXctzO/ID+9ObFdfOtQv9RCjxnk0c0mCRwMGfT+L/jihY3RqmWjNi85d2DUg
R4EbvHQn4dqHY74kVBe+WgVNmB4DFA5c9TemLMLX8JXDbbCNnPC38jkymtuuREhRpFRzFDE4phtB
ehQ+8pL0r9gx0GwxLtb/5fAXejguWaPMTR7GKgAKSXoE2s9IlIPWLPus7xvalb+gaFBufxJ7zBHj
ijn2T4aNQPT+r1+bMfXzC/kzdRtbWa9iCT8fnoqHxowt7SFRV92blVkKh0gQM6MsJ7V88T2FoBx9
70t+0MwgOdi/hme0laqWsrf1du2bn3tfYjiqq4ieYnC54M4YNPh+1uqFQfT16GjtecKSqmUGemc8
yX+5zONbHwx4Cgy5iiiu0GM9gtgZldCIOKuCANOWQ4rlY0I/2YpDNzQLkvtajKhOgYioACxAxLbS
S8awkDuZhyAZjjoXxpi5GRpLrDSe4f2u7n9snMYEBCrbCy2DdvMhj6LuEObyEdiivWIreBRu2uJp
lvf3FfFazUEHzz3cJgvEIt0ZJStTmsbYL3TUkq2ArV4dZ0b6j/s0rh8BCzNnRChlz7JZrqphlI9v
yTvUITqETvqav6gf/Xvyep/W9YPnmxYGWpddt8sqrMvjydG1h4nHWT62zpj8lH/mPcHD2sCoqv+U
JJ5SjliTsRkyU0XOW9iLIlA6XpraMxQ06JFmi3Gp+1908yQXzPr/fBBldoMyY7gtFeRj9ZJNdlHG
JJa3Q4pio+Tdp/Q9g3Bp4ZAzIJkwV7KkHOnUplTOXcMninzcDOYbls+ufsr2DPCX0Iqwju1Hc3p/
/5rIsSMSw51de/5LwtSlFlRqjnk3ST7qzwmwDaz4PfCYS1AWw/r/ucNm68uT5eUck0izCCK78lh6
v3wvcY015xlubEfOfVFeJ4oWNfqvKFEcviSGCgDSs4h6j3294pEYetQAFEZcIEdEW5UETz02wVgc
S463LeWMLOVc0mI2Zj6GIJMX6SSashnZwl7bcTskVBl6eRWIUBxSl6hRVqkQwyscrWrv9S8cI8VC
jzPAKV9KkLpANWHsktaH3ov7rDJj0QqfpszqZjMAomUDq8ws7HX6mCcb8+KM01tOh1IVXAZLEwPG
VpDLovSxlLgBNd1QOdZbjmgbf9va/iP0xG02k/tvtOiyBVpEskpVfPnIu+M2tsgHAGRqu9iOTwxC
N4zsnCk6adWE0SxzkQZXfaxPjtQCG5//IT/lm8bqLJ1gkf1zaBsl4Z4a5uDRdTCJ9NwfgdKdEn01
SpMMJN5jHdrBxn96IrPL/VTc+UsysWiESZDFK6WcVWgESVJDqAqZHd7uV4Zbk4Rxx17XzIFYdM4V
paJZWUxZNXLycTBjL3+qdgGgTqwaApXM/jlcd68NI6q8cRlcUKRuJyzIqTFbBMXU3YJsR5th08sH
X+g9JjnwJMSSKIwkLBjGl14LrcyjNMayegw1QCSXr0HKsuorJ7xQ0LBQdnGOyw17SSEy0mx5IWrH
8o3/0hxso9JsriHAq0AobmM5BitSvtIETOkA0RDvMuQpAKdCsVRHWA4USUJwagAxdKoLpAprGLeZ
h1rs6DU6HdC+LB96I2Q54ysHuVBGrAe8OiSKMWNxyWooRUE/Z2Nw0gpPx0u3Qug6dJ8Mq15urcsj
W6ggNQwEezxz6XDS94OwjGPwp1ShI0XYPReRtkHjgSs3s6dqiZW6gMZkeK1bUkXzIiqSyCVgtQp1
jBIaa1qASQYnNAyZs7pD1cws85gUoSvEHxIQVO+zeaX3KJYjv7PkP+GOVbr5qZWksJYmMTxNa94O
1oEn2AMj1X2dZF1oQPuRgETPASbhL88r40a0JvZyeAo9eT1ux43qNVvZiW1Ws/r11UZRoqTnS9Wk
JbISnmqHW3GreKuvq129SszSxjToPvKEdQyAVIYMvw+FUpULBimnmPBxhN1KIDusw6doJZv5k7D/
ET9Unu5wjFiSKU1K+/MQ+CpcoYan5AFTOUQ+ziZkuatWxeq+ajDZonxiJfKBn/hgi1vpruYA1ucT
D561YPOrcMcxArubinimJIvRnz1Lh0yXwjQHW9HDo/CavxcOi58ltrg+JQEhI7wW/AYVe+SSAaQ6
XgpPvDnY6jpYjSvJxQoOlmOkh4F1dO7rqJShvWZ5+V7pO5L+wNFAg/CpsGdHNLFNzlI2/Ua1Em82
sdKGFFbkDKRbvTAO7NplLagKKKAtILDLGp1LGXYFAIr9Uoy/1T84KKikpF+aK29i8x8pUaclj0Id
pD0otVbvzcR3SvtVspsNE8fh+uK8ZGlRmzO1CIci8ueFJQnPpoef/dOHo1vKbnLCQ/ADhTHWNcoS
IXWrYTfczJUt6E3wVJyp2Z3TWcioCn9vxmAM+y14IB1jY4lCEYrSTK6wVyE+Ia2J8rolPOiPgh2S
6igf7h+WuBz7peJfkqIUv4hmLUXLTXyq7HqbOpWZWj97AJJmq8geV1jRNj2Jj/pj5WFMBKCi02H8
+Kxywpq5YX0HDb8WZ7hvqxbfMaxTT4BltFt9j/oXb0527gR24EYeduW+JR4avB8Md5mgTxzNYyrV
op13BKJSF1KoVzoiTHxIabVWQ+bG5A7t68ePmNS72o0c3/bt+K8bupb9iuihXrqAMUquUiaTZGLR
KwM0q3fQ3SBtQ3PeYBmybvGP1bZ9X5vxvtxVr0LJuJ2uHeslXcqCsjRfklmgG7zLa2GzgISbPEPF
rl3rJQ1KmQGLHKHP6ttqODKTX6rlHzOHdUXc0mPgjyw4z2jKRjR76Qs4MQJ8RCvDZJQtZpgn5dPH
IjKGsSw/QuvGORHqesXWhbLuJhDhXXntu/x6+K7JN06EBovO9d3GrQEsMdtYIO0UVuEMK1a66JbP
Q10HOT8Z85dXGDmT0QZSlDbpSc2XTfU9SRKG/17Og2bynAKlE2kXA6FNrNNTrydkKh8yPQe0nc0l
ROoPUlswhHrjRlw2JWK5KzR/gcsXL08uFrW4axQ5OTXSfuwwF4NWOzsYDpy0lQG4umwL9jPeKzrR
rRUnbiaSy51V1Pux3KohoJoK5/4x31IlvCAApYDvQrGOUqVazDqYoggR+2VnIb86W1maJnbS1+/3
KV1njmD3KIMvDzNMrcBOLnkfZl0v1KHMTt1X8yBsMnMbeNWH8BzvBFYi4pbioPtVRTAPV3MFHlcm
cVu2UZWdZmwEFc2pCMrf8tBFQLIMueK31mJxgBVq7bwFwHPzNonjpJpp4A87VWgLEa1sRoyHTsOl
H42idpXLEMUt2zr/PkoUkRpPQVC12SkpNmM+bQ0fYC2z7GFk2xLTzwJ3gqwAzhDbQ6XnEEPo0rC/
/wk3JYRd9+hlxb6YqxlqhY84jKWl2anUlbUx9keuAcTiX9MwEH2hqwdQmHg8LiHGWchSZlgtgDxw
dtL5Ek2rsRiYRtEbDA2+zpEsGyF5APhgCRgAWej5YsxlYKBlzvJTbfXWbAkIZ3VPtWS0qBtrFLxX
LBzM69LYQhEdJFh2iu4ODMxcMpYLmcyJQp6fGlIh/xnYhvlkv5fuSntiBZg3zgmksC8BqcIFQGv5
+zMZKhpGBFu/QA+Y+cTKr96W3NmPU3wY/qjlU13mJ7/phkeDq8U3ZYrrPVd2nRkuJ0sEvgcCtDhq
JXSybARgJKMxVsLCYuQE3FbPhNRsynTpBQemEGsF1XWtBCu10BSBdA3axNCjT31h62tTUOpaf8Kg
q47+krDGtGs17yssHoidAe1QxmHoAeAZHbnQIFUXWlNzAs65OfVu4FsSZxsS+hyqbc0CUP5W38u7
A9+GLBaq5ehFNOjGdH7mAZPM1QAkrVZVIDil/6vj4aLjQxAOpj+vpryxE6UimeZEXOT5Pfq2BCCt
VQQou9nbaLy1HIBVSJE6qmKH2SoNv4DAMeiPeifb+L+7erdgwvdoMp9L7KUx1aklRWlzyGjxKOqV
b5zsNMquKhuL9z9yLD4PH6LfWe/WyS81fjMG0qAd/r5VX1+ZiqEuaB7YSIcxAHr4D060jXtBGU4Z
uhEIsNtVm+9S3pHj6KuRq9HuRf2z7zgWiuY3Ih4lbyRDsS10SQchr0fd1ULkY+aN19EMOL76yuiN
vFMEXpEfpuLAR0+SRiL/xRhfIg7xckhKQ7DLR+mX6oncOtvyRyxrj3XdjB/GySwDUxEewwadnJ68
kXVHUS1hN0WaJYx7DQsn7OhJNBwtbklZk3FXqG4fmZX0bPwWDeu+QK/bbREOoCccNq5jrxZwEi5t
PFeaQfNrbjjxSYgG347U8qMhrxqAP8tuOO+6qiQqllTuFVMFFMBR1XbVguASu/oD8HfChNUoL12/
Cy6/iHoojbU8JlPoD6ce+6IFZ6icpHpKDBNYgmZpZO6kbqfAQlWk2KqeGr73L35Iau4Je8Sz9o3r
LQ2r2gFw+hDtptAG3JmYAcQF16oF4HDJXwEBEppjTu0msNqQdfsvr5YLRUF7PeCCBAQaGLjGPNSl
PJMhKcdZHJOTQix/sqcRL1f7OBHlKWS8Za6iJ4oS9X5KRC2Sy3xITrHPKd4IMD2znkfdGgSVtcHh
6mWxkEJfFcZPkLiBDVwyVfl6n1bznJwSYmmT05tok6knwnojX903CxkF/gyLZJBG/9aMs/um0bs4
RQc2yBjoqEeE1JmiDhyv+yr/nTOmjwiuA8ekoQan0S8YrJ8sM01silNTj9wqD+RCNEs+8hNXqNRC
MYtJwyxP2sq1O6ddV2OXehrp5pBMSU36ikfvEzdHemnmoq5MZu5PY4xtLdqA3i/sPo3duOv64CHi
uDAkI0Z2BMCQ+eKxKiUDqqmgwd3M1AlIQmU3T7nJhwmWvBm1byAhFarDe2pwMca65zyUzDnn+p8A
nao4k68B4mffF8b1NQyZY0Yf6GKYaMC2Z+qS4+U6HzJDSE+j03rVg2Q1buhEKNHFD+/yKh0Ja4j5
OoChKFJPcLXv+rkPEPW3TrndRdI6G8zIg4ObndbkLP/A7C++iniXqxLTvgD0hu/Gvy/Vt5vqpJTQ
EIV3xkPrDI2D7uIBqT+n6e02f5E3zSc2B2SIgxnCXYyd0jQklvB6ROcmEFxkSrhCqfuTEGXZqbE1
Iq93oal6rT2dGE58uXzukaEkmmrhlLUd4unOzJ5/HL9YDWXX2W4I8JwP6vZrjDJMgxIEsF9902I3
jmTHxPz7lkaKDHUX8Vo/l1gkBT5swKfCzejkIURDBsMB3NLAC3aoG0aJZr8xMhwLmmAcsOQ4AZE9
nQSmto4Ja8Dt+u25sIW3Dgp/6DtRVMp79jWv15G0kLMGu/XE341F+hes7339vK9vV9ERRYhSt3Cc
Y8BqRdnprSLzJiCxnTkMVbsuRyw08GiDk0ZiHVp9aUuIkVDcmQrQcB4hNm+bbI97Zl72lsWeU6Es
NtarCjNloIK0g0AcYYX5TrSWPGPP5xfjMXpLaGjGQAsoHjqYoKaUYRR0oPlFQX7C9sW3YjQBaBuQ
1er+ydy4QJHdw4gLQPgw8ELD4RW1IVWy1OElRfyf0mPu9YRvXbNh4MncNNRzOotcz27QDqEvx+Wg
8zb7xNiR4NSmZH3UWWPgt4R2TodS6SKVRsBRgo6/F83GVB9RULEZqnYVB0LTzmlQ2ixXYdeVapuf
Nr5CMNf1OeasVMiNYO2CBOXXuEZDSqBrIK7UE13exJLmn5J5ZJVeF2nQ/vmck0WaZ6fCz62kRAI4
iT117dTbZUjR0+qDnJNj+MxKnt66Dc6pUQotCNhdMTVgCtMI70lEzC/GwSyCv8OOQYW4KZKFaq3i
5d56shWz9p7d9M5n309PA5U5QCV1CT+vrrEuQ7FV8lCbq8/JlEj1et8sb7rmc1qUn9FqNejrsMpP
k4mAk2RrzqysDLvdJsLMC94KBs5pUbZpjHzfF329nAsCAUeMCbb8OpzF0DaGadJJm3hQR66eoWyt
NR57uLPajKyAoQLXDYCXxknnRop0nIYpgeCqr9iRvd/GxsNQpmInx2kF8Cw8rV7uHxWLLSrGGWJO
CcoJBK3o8DvbrlcslhhmQ+P6AtWX9yUeBN5kU1jJH8AQ8u6zwKJAuYGhrLhu5mGY+m4zOyPBY5tl
+4x7hr7MQjmY00TB4Q9A56jc2l7jiU4YN+bNGOCPJmOC7tKfTR22RGhNv2jyZPbbikyfg7Ne6Sbn
fd4XGcMZXAH21MEsZ7UEo7FCMzb2W/uZ58lA5NcG2L8ma8qFcX9evxSkJhB4bnFtjqXo6A0u3zMr
XZcmS4S3ApxzEVLOIBCx+CEov52BQnpLN2tntpRVDSQt0ppmajLkeP+mwxTP5ZEFjS4XNZC6TlZC
fkqb2FKt7TMA9hl+4f6djbHeSzKtX8VDO0F+SBvKXuPxZMVg5L4XBVDxJQV+4EcxqqF7eKi2R/0p
3Ji2qbMG75mKsNjy2ZWdl007cID/OPFfhDTObJohHgYMaV3Di1x4UaAlX1Lpc0nIJxVhFFAU175u
ogP4MTQjUyb9e473qfbVbTk3t1kPutueaOlVRKYKQwCUEJOgHgNkJ+C97draNQQAny/3z+m2I/pD
gZJfpkQDzxdpfhKOxYEz2zXWyjqxe58Iiw1KfEKlDMD9BRHoNFLxzkp6+jcCVCjFq2OErAkIZDPB
Iiiif8TP9yn8P4r2X0HR7RhGh3GZaQKJ3aBbqjk/2FJur82J1aO8yOI6aPtDZ3EQZwrtY9ekrOdJ
jhwB/xJb+uNzajNsk3HmV9tOgZchVy20ajANwmHCbbTX5Y5B5P8J2f4wQnnOuOyVqdZiuBhHdzP0
P3MkcRsrfkhXLPNcor97MqOcZjrUmZS1eBrG201nK44ukd78Me9yc8XKit12nH+4ohynULX9ECsR
qnrrt4ioRwYr110/357mz+9TFp8bTSTUHc5GaNYaEURLUIjwwD2gdkMypyY2ltNah0PyOzK1kYiI
rhgO4baiS0geLxh8yy6HSwUUlV4pw24pJhLRHD0Bm13RbAT0MJN11y0acHVsZ5Qot4Bpzy7FRu38
JP6uArNGSgf7D63NuCvNFSPYvpU+Xcqx/+WK8hBalqdZ1IOrCWMvgTls3007Xa2/XiREKSJD928+
vP4QoyELkBsbkA4GMSzqPpqVc98V3fSmZ79OeQi9MgofDiI/vfycQ3LIPo73f/+me0AqdIFcWJLv
1LFU6AoGAgTCX2u0rGw1PccZQWR1n8jyI1dnf0aEOo+yrOpSGBHn6C4uUvcZMx//RoGGWq45jCCF
AULs8G0mMlSrdfkVIzy8edB/uKAX2Uhl95+o9+DuGRp785TPfpp68YpThD7OBgISXwZXWYtEXjHO
mUVBujT0si2NBMOtcGXorWvto3/4RxYot+yjyw09MiCQPvXmYNnMJ/RtX3UmJMobAyFtmEINqgqg
ncOvwnwaLH5bmww+GLpKl7tSowbUlAwq0/7tl/GOCPPzn4yBdrmhwbUCMFyhqqd5lbjbwmGtT795
bZ0JirLpaWqzQkEJ6ZR6wTNPIma6+ea75YwAZc96UXJVuryTZPeltqSNHi4+I7JYRUEGI7Rr1eRh
jpMKZlE9BCQ55SbrZX7jsNFupCwb1NC7go7CS6vIKh8PilYqELbgZV6Yk0PygKVRt4KjCyoLm2dR
XomRcgP/QGnTlpxfAvESb0SpZmKF9zds/ILO8vdndISiykd+4Qbvf28R2MTS3RsHoqC5CS30AM7B
igBKXoks5SFa7Aq8xB0xRTvrWDEc+a0c1gUJSljzVAJthQMJ/2dnDy+PpdM8lzZvCS9m8hkShrXf
uP4uqFEiM8pCmNtSLU5v/s7hK1MGggY2CJv17/tGz6JDmWQt6kObNgsd9JiPRHow/QfWw4tFg7JK
3CGcovaQ3GSqrr9HptFC73xNqtN9XpZDpm7zc5nRmeak1QYtWegAPZkUPTOZcMO7KIKOBzAaQ9FO
x1OyMtpBELgZsopeBrshuhd5REK8yDb/W4msC1KUyHxuAH6bCFIKpmA1PFqc0MQeq56E9kT4V1bC
5+YJ/eHs+4Y7M9AmlrokXjhTiOFwZm8+JM4X43q57W3OiFARoygHY9eNIJKQ2NtM9vyAPMkzIxZi
UqEilklpDS3kQaWyZXeXbCozeBa+nqdXBiGWyKi4ZSznZFlcv4isexdW6tHOf37d1+frbitgsyxL
EjGoCbRziS4FF4Mw1IMmL09kf5c8lN60zh589+Rb0S7aoRVi+2N8mbaFhT4I+z7t79+mjOmCNuVR
A7Qr86MK2llopp+1FVlNafdWHbqZHcirrt4UFSb562HdW2gFb0arl0zexqZczK7+KLIFKyTaYExD
/srWml2tJSctiF6TbKfvxHUik+B3lWBTDMl+1RKRJxK/Dds8sAJ/1QWZKe3SzCDCin/3dZdLkcPV
EzMc39F1GNWndnb73I5Tr1VJHzDqojcuX6BaADkf0Lbo46T9SJ/nAACvBbx+BavczAp5jizrvnhZ
JChb6DU8bSVjWHLioumo2/cja/DiVlR6wQVlCBInqpPY8vmpqMlbZYumFJBlR/PrnjXbe8tbXZCi
bKFr5UJXa3DT2LFXpuYb0BCxjCs1l7qL5mWMu/GGn78gJ1+GE0YoAjM/A7kN/xutUMKP+2dzy4Vc
/D6l+rIup+2MjtHT/Igqv4aOrtDMyeqlWImH+6RuBEYXlKiYokLnghQIoDS5orlrXP1j9W8EqDBC
TpQ6ltR5KSLx5i/1qWYwcMMLXjBAXYmj0BR5HsNUkBr2ZLtOyfvqi3HcLFtZvuHscqqGSBy6BIoc
YebOmTp7klasfNP9g0DX4CWNOvFrtdBAo/vaFa5slS8+A2PxvqQAzn1JIZHmVvd5nIT/XJD+NBjE
LCyTccey2KBs3q/UXtArsLHpkah/Hv4WkwydL38c49UETio0o1TxqKYUZBeR2DoYdsKaxGCxQBk3
UPTzYGwm5H2wHRBTj5XVMzphb7wVLrigzNvncnUQ0sV9RGv0CTsiq+2c4UBUuuo0JlEjYpcSmoQ2
/Hq3VE0ApTU6z4HFmn29bxsqvU6IR45+xuIr2F9FdGIG6ESoVkz/fqOKdiExysrLAjDXSYszecPb
SsQtr5nVVntZM0Kq+34dK3MuTQQjaIWUy2Dm5LWE9QhhSIoOcXHdy0ac4sf53nJmkv2Odm3FTCYz
JPWtGWe+qsgyuRlC+MPBlJyfy1ylSqKnmPXcZTiT75L7GRlf1kLFL6BgCnEc/mh+FjbD6d6ksKzy
wTIDrGi4euuoOvAReglGoqGbqpiJsifDJyMKutVbjbmMP1SoE29yaY4CQ4ShrDRiNemqQvbBaYGu
C8DsAou4sZvOxZZeUiCwwBopd9ViFL97/bLf+cc1K4960/X8+RpaRRCLR1jSDJ4TUvysrB/or2ZI
9aYSnlGgLoFCLIqg8kGhbYlhck+bAeZ6/8a/6d3OSFBXAIYhy1zMQeIFx6aCSuGT+xRYTFDRXozi
ECe30PG0tpyI6NtQJaXJUA2G/n1XUs40PO3CShwGEFFI2JMGLw/j0cFYTHG6zwyLDnUZyJ3eRFUL
cU3mz3p2DAxFmLbyfJ8IS2JUmFePetSoOJXTpt466E206peakZ5i6e7y92fyivphTIoBJLRHp9/E
K5ZnY6nVwuLZ7zeqVhhVg/PAoPFotQAXPt6XEYsA5QqMfEZdG/7/NB/flEPnMPuqb7rmP4bx/dg+
40COxzDJFoh6YO97BnnDRjyCsma6Dpz7nDCO4ntQ8IxQN0oY6OVAKP8oyCMsPfpk2LjA0Npv7MIz
Eg3XdWon4LQru7UEhzcV1JVyk0OhOcJMaV+b2t6uyfGT1QzP0GR6tbwih90yA7kIUbCamLyuB6J8
3pcfizn5UtWwQ6mcygo0Ym+w9ZcPwdXc+fe/+ZfvCviZBLFZ2ihzDUQGE+s6NdsSzB/1wz8Soexe
8qspBewK7L56gQN7yDwMXZms9pxbVeXzW5SeNsQF2079onDWaLgYh+1Nrz1Vb4kj/9rIKxY5eus4
itd4BZwZEuUK4sbvh76B8r31W0G1o+3uhCnEp2TEdPG4ll5Mcxwt8Ckk9hemR//HzMbZB1CuIu6C
VAEQwKKEu2AVrOWjTo6apf8vL7Y/ZOjSrdyPQx4ul/Ub726m7yYVTBIWv+5r++08zRkZKibAEvu8
rHyc3oirAX1wn+++mbsMm7pVvTg/tO9I7EzfsQw1n7QQMkMv6WBjfZGvW0gjorAUiruYlPAeLOwY
JmdUoBD5kYbhOAjQanNSxOQdebTIWWH5yT+KkPIYIdZqTnIEEeJVmj1H7ut7bmpPrIwaw/fRNbmU
53wtE5Tvlt+RBF5v84d/ZIRyGBinHDNlBIldtnKc+DNvHDN9u0/kJhsYZFw6a7DlnB7h1SOjGutC
R6QAUOcfBcDj1FX0vzi+MxqUhZZJpHJCChrYfIRNr6awlt+mDSuJevOi+EPl6kavFAUFa3WJ3eIf
0h59+Euzr8bg5fZr/owMZaCqDvQJDfHbyZrM8MkgstkSYd0+rO6fy3dHC5Vxx9D4fw+GvtSxuUEP
2gJ0ktLVbO2nTxbUMWLawND01g/NaRN7nKOvG6LhRVQCqBcT1Ywn+O1U7tlHUDZbACtULaOFWbHY
BHssEFKPuENeQ8K5mcW6S267iDNylOXOoY+B1wmKstmJmJa1hH5pkhFdFls3g78zOlSYH2XFgE3P
2vK0+z/SrrM5dlvJ/qFlFXP4CoYhJyqMdCV9YUlXEnPO/PV7qLf7NIK4g1q/ctkul+1pAmh0Nzqc
g8oEeeqtYDt/fl4/QcbNoqlc66xPo4CHEIyhVY87cSB4GWEY5bqUxQZcUxM60h+N0Ad4M1pyADRE
BlDR/KNY/2KzlnVe+Iopz8Kp6hdFVIlsYbj5/T9bAWUdIrHFeNOA3x8xC3LMmW0N4vUdoh03hsCn
KVGwQ19lWuctsCPPfI1tFhrC2mTD5Y2lG6/CQURWDPTOMEC9J5qnmaDrF3RvzP5/hmbR3rsfVb/w
A6woIwB+NjsS3j52GBLmTuFN6dX8pkdVGGM72vn6STEsLD37zulDvpShl1e4cc+d+jPwAhw1tBgq
vbo8gHQsvX5oMqf3EfNnNeyrAaPTPba7xHtILKYVX7UAFzIWpblU6iFKuGGAjJ26yff8VrBGMknm
6z97Z+qY3wVeJaCjaPQDwGYlURBFBc7qMT0DcPkxIBEwU+Carh/O6jvzQhBl09Q+65qKjxdBGvhc
MB3IajNeV/ALEVQ8AibnWUjnZGlDEhCdTnZjfowmfLkVElaWeVXXLmRRdm1sxwkcW9i3PjGPQPXD
CyKyDFbMsO5xLsRQxs2Y9bnUYoh5mq15f6Oeuv1twUjzre8bWDsxxQ9tBl3BT2Vr+nkCEUS+tDr0
TvE6vCIuNRtrKojsiBZT5ZYI5JdL+BanLbp/odtNDLowji8LPGZnZ3oESiG5mU3/SbAZHm599y4k
UbFQZeRGHyuQxIMR+xRaMniZMiyIpQyrun0hh7qtoFztOAnUkWcL1Asc/BzHqPGvrkRDhwYIQZYR
dbrI3w1ynwxZDXUDmqRqLnHHkm5md7Kv+etLQdSW5b4/qpnfLtc0OUZgzOprq92/jaSyxL/QiGZf
nVvznxzUpVRqA3mu9eV5wgZKZH7K8K5sATLfIyfEErT8EK17l4KogHEUem6csq44a8gLps+y2ZC7
nMx2fSy3jBTh6rW6lEVFi2nMB3lb4cxaBxHcZAvLrXIaq4S1YJFWrJmjS1mUdVWmDkqo4tj6BS3X
xSRHYQGu37puwwWWdiz//uLqao1kgNgbYkrUOxfUYeCansBUAZXvzdYGC1kAM8iEhWOJpYwtemQF
rTWaxUDNTu0B5NCSX2UbvcutnR7HF+FRZfPbr13qyy2lTG+Son05AZ4hbsJckO5xsjVHc4yn4TU0
AxTKNN3kFTu7YY4aMRWHssdRL426UmO5NXYZA2xmuQOEDLBjyw0TjGJRwv/7QvxiVpGyVBVTeVEc
R1yQ0/eOsFfNTLHJdM/SnrWg5ntHfxGr4Jkdcy3GZKCk6btoB+TvYHWev2M9n9YczKUcypoMQzm0
ago5QCF6y+zQ+Wjt/CiCRIIZU7OWRNkTY07KYCgganZklP9BMITCdo6uR2Zws/zStYOirInCySIf
VjgoTY+JMvSOJH1M8q2B4mPOWzXi6tpSe3doN0b3WpX9/xu2GnlUEKbKXzhqQHumlDLVoqgOm2np
INRQE5LgTO0SL/7cvG5j1q/dv+V8ecILE4OIW+GC7ktO8zI4gp1v/kH/KGAzgZAFAHUdA07UUjhd
5tpUGxc9xOzjcmbcQXllsxiu6SE4XzXU6nkRY2GUBQkGg2sCYN0CrYA3nRzacaNsHhLn/fqOrdqL
SznUehShmcJegxzg6P8F1S6JvMkxNgKKz4HF6vX/OgBaES+k0Qc0RrKc+SKkgVSYvI27v/PjloWW
JK6ZpUshVBgy+0NdhYtZGkBRlxHpL55zljoRYBlZp7vZcvB6vQk8WbbHz9jdGh6LrWW1THH5BZQR
SSNezHoeXzD3W6XYPexug2NHeHIcPIRdOkPr1zzcpTTKjvhzl2jcDGkKUAeQyOie2tfrWrJ2ry4l
UPZjlKcRSgqnEryit64PTc27LuA35zIsxKUEKgbRxIlvlQZrqC1xAbWZrRx94BpRvIw8HYLbyEzJ
4NzIgTU+2NbrNjc/WVZy7Wl++QlUfNJxmjEHyhJyAW8gQSJXJJ8sbHeWDCoY0aIMXC5LqNU9eqXd
2q+BxVrGal7zch2U5aiavJ105UsdNLCfntFFbPtWj26TB35n3Fw/ONaCKPMRprxQZIv5kE7OImY0
JxQ+rstYfuOK0aCT321Q+M3Uwk8iESS+yiQDdRu4FazrUhg6TteyxWkWozGClAFqB3DnOTSPn9dF
sBZCmYVcHhud47BZVoRglyTmbCbomGL1Fa7aA+BF6iqgC2WFfpIbcSkURc8X5xfJmb3kRnavL2MN
nQGgqP8WQD/CSw5kzlE1Yx15aDvqVjVHgEDERCxIDa9+zGuTSZe2atQvZFJGPZbSINYq+F0gwpsF
UTGsvUS3qtWbvGNWp/90jdRZiVVR1kmGTUT8LpscSBHFh9RJTPXcm6+hzXn8MuDabxhauO4hAa4v
irjDkkQrez+UEsA2BaQdNr0VPzdmyJPivI1HZv1jLfwEtO2/JVE7yskwRpMESYoIjW8dhRzGwpo3
ncgcJ2KJojZz0NRiFEJx8VBObCWH/RYQ+uwq7PIzvwzFxYooRwg430jPJJxZk7hIF4P7WSbyX8E2
h9lh6QdLFuUSEdDmZZxiSbPTA3E8DgEpJ5nN6TbCiAorR7Ra0748K8o9NoOSZ0DSxKgPEJgkO9sb
NRIB7WZ5laBlcFe4KJeZ4eb6RV+1Vxf7SXlEoLKOBd9DqqRvmuax7G70dqM88OkD3zkZT65LW60+
Il0Jvi9gLiM5Tm1pUmo8xycSXiknz0G73XDYj+ge+ycV20sx1F6CAq8EtKG8vM0N0slE2JUv6hvr
Hi+357cufi+G2rukBXS8EGAx6OmrSPi0DIPufaI9At3w+r6tn9K3JCqm6ED5OzcGHj28ndkfKdkv
T0hWjMk8nCUQuHha1UbZBdVyOFa6P+QWEPbh6SWbda3Wfdf3YpbFXogJfU3m1BBi8hvLGa3Obh4q
j78fXwcSm7XVMdLXy1dfOSW6fsaloJwofNzipzkn5bFEd2fOxJj6stm/pMjgMAfa6UIzvZjHi0UJ
HMBHwwoat0DpCc5TZJmPXWQmruSGjnhGZ77X36W2z1LCVc24kEtZeLQ/yGqZQm6NisZL9XBT3dxe
173V/buQQBn2El2MsdJAws4/YPjQhF1nnBBrDZRNn0B6j3IZJIB1JXOD4+gDHu40NG4w/JPpXaTI
v8+JMkBKXgdTxUMWBvgs4Y4n+eaWNW24WJefugAQbxkz4gLotbRfE3eyHLRpYcjd2fJYbnb5vGs/
/fO4rx/s72j452dSB6vM3RQGs9QBUaVxssPgmKyCK2sjqIMdAAE9BDI24u3uhtWXyvpt6iDVsc3U
TsNvZyaTJ2zlffVza2j/ERhcBzDt7ixZd40FuB57H8D53r/fP14/g5WZgZ+SKB9SwhJy/bJFCfGA
WjyQHQzGvWoRx7y/yze7Fwv3zbZsjB7ajI7Ar0L0NWWivIqPicqk7qEAB+dleIgedDszPwA+fbD6
011oge7dM93o3jY76949ZpZvBo7hvV/fAdY5Uk4HrLEx39f4COcOuVGG3/ztan7uLuVqul6f+EnH
j4/kg3XLV9Jqlz/+a8pO7xSlCQKlOz8mNnfMNuVbSoDhHj9YHItB7fq1p8ft/pMNB9/lT08lCv5c
K+Ky4TeMo2R9JXXdK67x/aiCLv/Hv7xIvvCu/dxJhr+YKmBHsxo7ryugSsM2ThyfRcOEr1YIIYys
+Eqe8qeOUNc7T7I2MhYdAfr9XWPYYvFwm961DlLK1v593wE3dNrtpcdWMbVD+BaOJN7HLCj+r167
//ui/5qrGwR/0vTljoHM2pRIAtZFZ7/ktRuSu5Xz9DCRjWt//ofqQN3sSdPynuOxsSMxGT8tsVSN
uthjicbPRMVv41GWVCS5LTZb+7SfyJ1p3XZk776a7/fdztxYC7bbVoqtihXHMj6BynNfv5O/6ZbA
2PodMqhfofmFgkehgHGOGevZvXQEFe7Ycg6+VxOR2B9gAbguDTx7V8MI9cu0XYgbRGPWhhRqWRHP
Mog3WtxbQt4TlEwblyNe7WCsMCNFRWTZSo4HNMgoHmd7obPzJqS3xYBIbyfl+NTmZifuziNA/cGW
m9kHhfABqeygtN3Z7TZPzeak87b0V70VwO62kUHhuzH2Evj0SKiTCOST47YCsgXRD8IdUEFIEKIt
NfW6lLQ36qeALkoP8Av4D2Yr2o1g6gT11ybd//mUYpTo9WNtCfdNbsU3vQ8Kj7t8X7Z28ag5hdni
c7m/+qsSf3VExDkZNpIDbtHGLPY+kkvZRgDfx+GmWPDSPg681zqb0vkwiIIJVw8VM5PfVvZhgNAo
cUcr7lDTRkpDeePteTeeKtLfn3Q7NJHIBhOZaoZW6cQ6efIqAoJpeLPCHE/o4XW4lniOsoGmGpmJ
56gJ2GCJvO43LrAg7rRNZNuajYz0wbgNdmWOMsatvs1sQHsOTonSefqmgEFvJpM1Cqbxoe1ET26J
kqHie7wJrWIknhotfVPqDgm62xb0moNvvSuYztBJNZj7V/4t22z/VLtjZSmPJ7G3e3IP+rTcyoD3
JHmcdetvywftrJQEiKuANAZpkM0hNN4AcFhAXUM99oM1ubztdduH4i1rTGUTWqbeATcmcrQjfJ/d
mloJJC/MtaFFAzoCMoFkRvbO9+zSvR+IBEzc/PN9sMST+/4w/FEkQsKtpW4nT7/DwMUW3bIuqT/U
gWy2KpR/5kh7MEmOyMOUYbr+gqLprEnEqUFdEX9opuHFR7S6nIh9X5PUrqzEAtJXD47jP73Zg8dp
m1ifnQAYKLcm3lY6mPPtMXJ4ItzVDyEs4BmBL86jPx49/M/OQMoRm4bMVY9vsQITu++q70cFnUGm
jh/FTnDmU2jlb/PGATp7jn8U7F1GHHAt/eFQ7H/37eJtAMR1iuZcmQxWVNpGah/dP2b6IW9Oxe7Y
mVgpACU0lIQ3EfhRzuXGuBGEXUo6K3n4gJeboPl7fw/w2PLwjkFRIpfknXdF0riz5mw36bYgd8Z7
kJPwM7KmJ9950G5AWV0+dKi5bguMHFu4aDwZbeTrXSJtth6XW34ArQztzswPKHhvTOX9NTGBHivd
LbA/285qGpO4KcHW/kUmlPOOaUumU7NL7TohxPXsCiDxhoWZ6cAWbzjEO8mpJO5k+tibT9gq4JGS
dvfw/pSdHjNnvA0P8auVj87s8rgMXXrYqlj/dYO25mYVABnJmizJGPKlzacaxhrHRX6PHlzJwdUf
yUt0XBoyUqvNiH5SnQUG3vBwVNsIfd8Md8SUT8VUwtxIdSobPeAjhcwUdtH57ETA0+8c9A7dFF6J
yFm6MWBG8wPjBfG1Nsq5/1g7FXWpWRjzuQ7Z1URezgZQDCLTJ8hSutc3eaW5BxMIF5u8OMQLp8Hz
gYZxcK4/P1mRfQDqjXSsnnBZFND5auwa1+/s2k9x1Bss0Nt0VmucaVmSP8/CY0x2goMLwFrWSvyH
ZUmgVJFESQVE3c9liWUfir0fDGeDoNqf8w4sJEbpixv0usfAw6pumAhyKxWAZW3fMqmtTKq4ywId
MoHsnodwg+B2iZzPgbE2Vojyc2nXj5/1W9Qnj1Ihxn2JCMW6Y3zl7/TPz9iHOugwaIQadG5LAG6Q
xFaOCoD7B1IwxIgsOVQsDgiygmtSyHlyAKhGyOHEmS+Hc2DD1REXZEuPO5sn948uC19xRcN+BHfU
OztImkrIltcLilms1wsrEqYHoDR9LAdueb487nrHCa1zjD6SnPw5IwBx7ohre8pm+xgSE1Dx75O5
DSxWu8xXDzhlgX6sjwrGfVlMq3bE+p4s63D3fjq5FXlGaOnsCpLZaKJ0HOh5Ye76nW+Bagr4bwGx
ZhRHzc/N7Wja9/ZW3t3DNZCbyLr7hLP2th/ux5GHh/ojkcMhRAjm6vZ1jf6aJL3y3XQdjjP6BoAN
iIIF5+RbB+9gDfjUF0dxGzwbMKyWORLZg8GwOLEq+Izb9PUeuLCl8SyAjHpJ+2SmzVI3+Xcp7seF
okev1CHMx2p5TFjngBy8Zac3pv12RktMSBCm5VZnWe8R3oITcjpLtKZYJkIrleDpxMjtfsH4X9vk
nzbov6RSTblExMeAd8Hynu7+BLey97Q5WF5l6jctsd2NSe7xd0zOoK1AtW18oLlx70GyCZgMl6Wt
jMtIV6C4UNPVfjl0ICqyXPGyFnqtBtL/EshSMTLxy5WEU5C1GUhz8WCpBYRBw5PuYkyUs5od65TX
rNmlLMoeKyH6ygBp18NqRnbv/vXJ/XKW16/IWnABqurvFVG2efKjLBlVBQhP5iG5e8vM9BXTDEwE
+BUIAHjDCzmUbTZSvSkMBXI0PPgG+0V6q0EJArTbHMDlHFrywXJK7IfP2rm+QNYuUqa5a2JUeNOv
XeTt4EWD77nXBsJqimOJ0X/GGGFsTHNUYnlW6hMpI/7fDEqR4gZeX85qpgeDOuAQFY0v0sKfgpRQ
Swp/1BGjHQQMb8Ef1C6HF2eI5qAar4jMCpzB1bz0Y0FYqBiXfa2icCmduutCKZVTVC3Su7u7xsvt
9+vLW025XgqglH5Km1poJAgQMiebrEKzRd98Djy+sY3HybdwdCziov9DJvAhNVETwHVOnR0/+wk3
GbjUBwPwROo2RmK8tWfbzB/+0eq+JVF+lANbayfFWJ3lP8az1Vh4vCZW5/I4MI6RmVxNAS3Tuf+z
LNr5AUI8r/sIyyothQzgnBSI7/GYVAKEvwZUIsJY3JpTupT3s3L1X4k8zkEmYHHp8+wqx40pohAb
boP763LWnmKwJN/rop9iftj4coTnEBIphStbUu9wdrlDK4W4y0DQlR58xBV4129j1NDVY6URllFZ
C+9/fAN1D0KwvzThcpATEkaJ3br6XrDvq7f/eFOp++DHHIfpdBziBA4dzI+ASsd50I//YJJ/Mc/f
m0q5gVgUK6Ofvha0oNhlAFoYHLBrbZgrWm7Tbxf6LYlyBJGqy1M6YkULX6gB6Kwe4+mYnjsu03M+
YqUYeYoIA5VMySwFpVxBznO1YQjLPXcAXXmjWtwmgETh5rqCrruC7wVS5iSWw5wLAzz9MsyMJJsU
mMuvEbObSFxU7No+Urakk3QDlEs4Mfl2QEYVnL8mAIRRYCwR2Bqm70SAGt30sJ7b9MB5walxWf18
jKOkGy9SrslEX4ZvnczmoeuAGaMGpaWGdu9//r/3FPi2qiyKCLwAcksdXTZMZV1wWGzvPDUACasx
eXDP8q3r+Y8LKdTJqZ0xzwHYwM+PBgnNZCQjEFsD0lgimmRSO3KC++mNKXXlIH+sjTpIOUslOZOh
lr3zFVPirSrYyEU6WybzxsqBXYj6NevT+GIUVMvdywiP2VjFFq17VguuxBJC+QFBVasgAMgjhiuM
Xf6cI0/WurJd3Rp3822qLyPM6HczSwQqhftZ34ruHtY7J9sH5EgtCyOoFtBrLN41mE32a1Hojw2g
fUeRTXm+nDD2mtfNyjTQy/Pm728+yt2fEh2ARHUnwnmTjyradRVe8xmKgGZQQ8bwDOjfKdm5wgdJ
HMMuTCZmAf39/rVkhodfE+6UVfghhHJM2RAP6AeFkMrOjsZRPnUPwVb1qo1iR7cJZnoXn3jMbXc3
IhX+2aEh6zO/5ZBCJxMGLVjJi7XnxY/vofyXkShj1Wj4nto5iDYvk81o98cWDVqs8XLm/lIuLOO0
slMbiLL8pQ6TAAP54d54Zr2YVsz7jxVR/otHv22qhBBzeAu2NzpUZiCqfV1XVq/QhapQ5k7sKr6S
J8gob/x9bcvOLd7wjFCetQ7K2CWqEAd8i+zrIb6J7L/cpsYT7J/43B+7RRk3jPGIcc1jJZXd2IXd
2WjChnvP2ITKa2H8pSi6oT0NhFGB4x3OmFEm2k7aBSi5HQunfSgPrHWtJT1+CKOMnDGjF1rmsHvC
SXjiYUgOnobqp2A5GDZ8kbfTIdimlgp7Yj13npm/Km5hcubelmQC0+YTs/K24UFCHQpFMNt3jlu3
f76uRWvprx8fSVucsBfLdNkRfcSwwp9IQvELs87a4BS9G6qbTiKFZEX1BpjxsXCKJjIrZjibNW+m
me3HKB6hcX4q7Ti04nlbl7dNteHLe8ZnLp9xxWZplM2KsZNq26LswJv+VvkT7MavyufG5ncACHZj
YmKD3t4rAKJEziND+PpVUzUJQxYy2GuogxxVdVKKEAc5mcPrE2qVA2lRMM+taDscUh31vdksZ2JH
Z/kEz9Xh3yZk2BlWaTG+ZJH0axvAAasizNHFX3SZvMhJAQdmSQTGcY9EuYAyOKq3H5V3M7oRRpme
UXu7j4m8wxScxRpqWrfU38UfnrLUuVT7RtjjWSV1ZvIB4tHMwyW9Z6xy1epcSKGMdJCUqpAH2G7e
rN85M3lGVp6Fi7vuCS6EUCY6BSSUqMcQgkjiUcWQToTX4HDmye31I1vJhlzWy2g0646v+FouIQeY
w3fivYQXoHtdwrpRu1gKZaXnOtOzdlFPOLX+9PGcuoXFiK2Z20XZaEnBaG+dQ8YE5gzBLXf9tnk3
4w2LB2H1qn2v5es7LlLiQdijZvalYdDu0ePuVKdHjur6jq0bPUWTZBUJMhk5WlyzCymRzEd5VyYD
0qbAFvEfjcSUdugVQVitO6lrPi/vMRHdWTKyBMpjvXlnqPh6kHnxBZSOy2EatLMUDuenMSeAEgy2
/c5A58IyVhcTfpcf9CNwKMG8nG+Yr4lVY3ohnNL9yZBkbkwgfOwwpO3lxN/bpLdthtFea2tF/7Om
KjKITw1DphYZxWEnhUo94I7J6FToI5wpwDTMMQcX2yFy5W1FlNlq/3Qxac5gEdyVFcwWHwMsUv2T
3OOvbsnqGlu1LhcfRS0epR5tVtMecRM4m9LElM8PAPxv/lxXsfULowsSBlwEWRK+uGguVAxcM3mU
gkDkPG1nVJKezQdmoWHZvl/OQIcb4HkV0wY01bkPUoQx9MdlJfmT+rKTb9OT6o13Y0ZycPW+3LIa
adfyCQpG4iUcJ/JAskYdaIH5dYXz0+EcfSaPC+/sklmOzL3z5+8RVZyAaAfhdkbfzX24KWPC2NLF
x9PrBago6hC6qCqSREW8U8EXY8xnA0zphPmK+pzYwKzc8yBvHTf3rEllYTEC18RRZjUqhDLSk2oA
3Ay4IaqjMwLC30f3lcltFBYc2let75c0EbwKiqbhutDYPUFeD1WuQ19qa3Tic5uZgWaqkJa6trl/
fp4RDBbPPCai3xnbuqZG4oVkKrpp/dkvor4Z/gWLj46q/ZLZAAXuu+iIpEKGj+ES127gpUAq5Awm
yS+4DksNfXKQ9ilRUsI7LcvIr1k5qKohadqiNSqlLn0yz2kNAHF0s+lEAh1glZuNfJuV4DDmX0fd
UTnDxKidaQDrqTj66XPGuZP2Goci6cttIaC9Me97ohauEGKYn2d84Mqsn4IW6+8PpBSsEYtIKpfb
hKukOck2IMHhwwdkxnNg8m5asWE/14KRS4mUF1fjvJf0ADsvAfmu2qYNrHIjLV2InP+kqt5xPhgo
CIVmjxgfeBRMVNu1+FWETeQNVTUUVaM+IIw4SZtifIACvMr9nYGhgtE8csw87rql+hakL3neC/Or
D/U0t4uOPQLZHUNRTwmRbcPJ7wVgl29laIJ1fBV3pdnlJN4aN+2BleNaq8LheP+9VvrVIPVin/AV
PmG34Jn33vBRHco/+W7eZN4rpkhBb+/ase3GG//ISiSthVGirKqYrhQ08Rcg7pz6YpqWE57U1ZI1
Q68fs59lZTgc6nshgzpLWU/Rg1dAxqG9yRNzyaVsEbhsHpCXJGih4SxWymP9xnyLpMtVvlCVwzTM
AwrRyi7DK2xplrVvANgeHjhL8Ko3ZuFv1elciKSso+8n5eTHcLLWQmvW3IKxG5hjGDWG1rDBYFal
KRJIUhVVNmSd2lN+TnuwlMhw6Z4T8WZuAf5IPQ379iXeTozkzuprDrny/xVGuxy/y4Cf0kDYo4Zc
C2rDAuibRAATpaxIcDVrfimK2kU1ShNg1YrD2d+07wCQCo+i5jWFgz8qO0Q5bnxQNjPSjkPHqLSs
lTjBnvu9SsrbGF06qUMG0a2jkVMs2m1L0CeR3rboyUBXOCtIWo38LgUuZ3xherK8yhLwlSw5plhA
ihEGDjBrhEPr4j/x3Iq6EPpJuiaqVCib4E02ZYayBICAMkE71fKGGM2/ouWGNruvYPWhiUBBFvEG
w58KpZ1SonIcEGhgVUYJjcB6x/Uz4etkPqkZOJBJ3xVGa5WZBhDS3q+iirRpLdQgQtQ71fY7sf2U
OE34e30bpEXsr9AJI7f6wpJsiF8tfxcbzs8JVwhDMp5TPNlkU+ieJnGbSmTsBmKEhaMDUyZ94QHA
KmCyRr+L579dQirpNkWJKH1SXo0UPe1K9ZYKt2JOxOkPUnd2Ux8K6TMTKzNFW6b4lpQk4dEYTpLc
VOvN1HiAatBURkV+1XADIAdRNjChDHothRLz2iDF4xmUg7H60d/nBWBJX5N76eH6rq0f5rckujBX
aUJQiyIkxZ4B+G9MYgRv07hNwIWF03uJwk2MrNbgMcSuFFgVVOf+d4Ff44gXh7VEawHAyUaMOgro
sUOdTjK3LTPTvxbpLLTJaNUwwM+qUbFVPEozz6GGfI5AZDofmxtWLuzrtUFr3aUE6jLoElckGJ8Z
z1qBflXOJ+pkT3adYxwk2s770SC9l59K2VSexNBLw41fYq4F5CwR6UYX8GyNKUoWL4FadDjwyKfF
0NbZnEpPDzbcFiSQvXpMdasrXYP5lFqLjWETJV6SBXRUKbRRlAY+yUo40trKPg89Z6peCb4V2yw/
+gM77FvT6ktxlEmcc3moOXlYbPDycjucc0CCafafpS6i25/3SJoykxxrGnApk8rxTL4yNuhUH8Cb
jjziCWhgBfhdVC8DeMc+sQoLsZ+rsCB5VgPPS7HUEzkvuyyaZ4gtgGUNPIgTIBRgiog8ILqXrSUy
4t0BDY3VrtjVVnwobFQ5GemlNYu4JF3QA6ZqoA+ndLNQOj/TG35pL3hLLc2ezdd0w5q3WM1hXUih
c3V5jEdcUEkDrnJF3k4cQQnFBFVfS9r7ZB/vtIo1YrEaAF6KpOKIohVTQERhYZMtf8xny3mx+r1s
BTf9RnaTv6HNsFZr8dilPOqejFzOo5MT8g4l+JWi0vyYjwmIvlGQWd5n76z059pbXAGSkyDgYvIg
5v4ZO7RcUmZTj5BM7v3UCjW8UMeoTU1uBnzj9bWt68i3KOp5PEw+LwqdjpT3RnpqFFJploYhLQ5g
vqIzywxpq+5GAcShrAE8WkcLzc+VBa0a+aGMlVkIbZu7YutbcC936i5m9geub+K3KMr2d/3ECUOM
sGgC2+boTRXxLXQXoISW21Zzz3loGmApytrD9nJ51I3jq3mM0OC8PGx5szsG9t/OmtE6kTPL9/Ki
A7TjuRBFP4LqamgkToKoNINetKYgh1aqmgL6sOZt0lllntrp+5gdiiIyu85q7WF+ivWZDMAgy7eS
fDAGa/CRIdxGjacEAVTZrDvH70zjpTPOabHzVbtP/7bhU1MejPB9BoBJ7k6JEwJjLLALvLxqX9kP
8olvjvHo+imDznT1bYlOS03QDEWWgBL0U1uQONb1FCjM56fdC6+aBTo6bfPWsD5LjM9ZzCalr6iD
3tNLedTx+bxUNL3kj8DmntAFaQB75BGlPcu78+4088b+86xNxFTM1N22G+CTgDo5OGEW4f36nfwK
un59B3o/0GYnSoomU99RJKC7zfVhOj89IWcxA0AVuH6zi1aFEWMjZE/s1xjdBP3mvjTLzSeYxVGL
3N1e/wr6rqJlHFCkX18B7JKl5+/n7ktzJYtx5hf7tnviW1Dd1H5HNKHciUa4LTKQ2EaNJRug6Yju
9OYunPyaYS6ogOHXF1DnbwRV1EYyV+w72dHabZLAUSdqQxIt2/WBbM3c5vqaKZvxPwJ1SZJ4DZ37
dC5dBiglr/pYspy6HRriwsz1ddG8LoS6uV9CJB7UozImzAB+RYVB45zn+tjHxX5U3qVx5xeBOauI
CRlroR/2/5KzLEQF/oyMivXP8+P7IJyTqS32RpBauvhkmCnSnIKCB74hbsS3vrhvw4hcXxz9xv+S
CnnQGMQ/sPKU7vKTXNbcLBf74JHjtvG+wQD7mVedLM8taTPh7VW9+5FTVZtqMkfZajqH8QWLXl7c
nv/5Alk2MKCI7KJOeWt+RqEVD8xiP2wxlm0gKjGI5IAXsSCOGBNM0b5GT9Wf61LXVBVTFqomSNrC
PUW5bAnciIOgheU+lQAUmJ4iII2lZWFm0UaUDmXAYkZYk2fIBtrQUSeAMlGHmw2N0nOBVO71sX0o
6ge5iA55+pSXGLnmDHdsWoY5WLsahoqnjqJiwEuQqV0VSnAjGEVY7cVa74+DOHVeOmjbtJ4E9/pW
0uCwXwcIwEl1CRF4XBJaVIK0MaYAK1QgJCdwWw9UeG4NykTBCRrib3LM4+vbYNd6iSubvluHhyDd
89ZoD/tQZik09VT99TXUTgv1nOR6Gld7qXguuNj09afYP8S+tmlUzikrZRvnLemrh+u7sHqRLndB
/nl9G1mf/UmB3HEEm1Bm9ZlucgbxxwecsZCYesVZRvAUpI5w10+mWpzqoIWnZ1ynldsk8DyP+iXG
qVFgXPTi4qXeq7Gfl6Ch2yeIF2LtENcgF0XFWFIwhl8wuCvojtBlswUePS3orpZ5SaCZ6IxAawEI
V1Z7kDPj5j62+95S0JRfuMtA6MubAN5pjOIDp/1ffyTmRw9Y1ckSbJ8EcM08ovLRnpDA5InESiIu
ikdZluWtDPYOHRzeyOn/3Itk6rOpGbEXMvAXjKYzyBw9z8p402gz5iU4Us4HDigIQ4IkgJK6baUx
NmjlNCQNQOTAB9HAUk9XThI5zTOwtjX7brhbrnpA6skLhVOcs4o0KwYG9xz2BQVeQdLpHtRIDvl5
yPpmP+jHlhstKT00PLox0dw1um3oXdf2FZ8IaSpwtGRZEcWv9/SFlsXagNnrfm72gOEXN+CvyUjG
Ak6iU7LgrMFCeLTbo+QEFdMoG600RZg0WRnu0+BFTHsrcf+btO9qjlzXuf1DR1VKVHhV6GR53M7j
eVFN8ChQOUu//lvyrbNHTfM2a8/Z5f00VQ2BBEEQWFiwLNfOei9TTSepvaGqvoSK4Byv992FzaxC
1zQeslBI57HZ0gTkuTbpxjiQqUz9ZVCLQJpjpAWGht4WuQqWFVWjbq+1dy1dEkFy+JO9AHYAyIUK
qBjBMPKP87ZZ1zgLDeAPlziYszwNRjQ1uRSU7L5dm80pGiPDoXOfC8K21TMxKhMZvltTdZvIQMtd
HpN0qlAVKrQ4KFXgHUPlbWqHRuCWP5mngtsdqQ0ZBgMjZe/bUG/7STUhI479gvgydUx7F+707FtU
Ce4jzhpeiFr/fbOGGrWsxcIokwCm8pho4HOZz2R4kGr9rBQP18+BSNaq9kZWqfZ5r2EWcVAMTlQ9
ql+jX+FwsjrB6vGOApHBMAujQASBBNGlnKEHFRopFNhF+tr0hqvHX0xQ6dxE1Mtu8m45TNX7dc3Y
Csx6+i5EMvdZpA6SlpPVKqrpQdHkG2Cf3GQioOrvXCvq3STpdn043csTRqaY7qK/55Tur38Fd303
ejOmObRdYxIJepeASbc7eshvTeksGsG0/sqnA4DMA+q+yorhZ1Qd2nSpZhUW08azk+WLm5j3C11E
m6gKxDDKzLQrCkCcYJjtXi2bfQIIrq1JeyUBK/Gt0ntF+dAsDmZpXl/ET8563cmNeowfLdV8lOwQ
cmP1PbYWf5l0F4nqvOkE3uvzE/RDkqnaIDc3ZYswGtqLHHXFkiQBtZBxSCo9ARnOlLiozDwqqZK4
OS3elGr+WXYAimulXblzXACXWhqCu5+ns0KIKeNOVDXto89+czBpE0/FXENnqlYnkvhop/LtcXEk
gRye7wQXMsHzE4AumU399XadGG1pxQGhVbvvS/XVHPXau76BPOe5FcJ4tDQvlVSbCZRpKAiW3PJn
pVM3UlJXTtCVVfWiNDx39QxwFRI0wuN5vVryZvX6lmrJpEIrWz7T+c0GNZRpuJ36eF2vz09e2IuK
WS2GikIoJp8xj0+LRKib22MSlAPSpnulM9w0PQ0yWlYeF/Bsqa50VgFAvC6Wt5wYhod6lqXjWc9a
aaQnRUGaCVYqH+Jpl5Su+aMJXRmNdmBNuy6LZx9bWczZG/s4pEkOWUpZuWOO/ytBiCmSwBhHFE7q
PM2QYCspytWg0uoFeT2+BKSA9XX6BW7vS2uwEOypGeg2ggQpWUkQSfJ8r6r9+XHG1LJhTq15NQGA
btzJ+EYIiAPab9d3gXt/bqUw9ycGUMeFMawqNM7y+kG6AMiwb4gYiUTarEu5OTiy2hBJlrAZcfSs
98iZyLWDUQ3+dXVEG8K42Sy0s2LW5yRYKBgk+vtc/x93nLFadH6WVlpiuUI1AsnRfatkf3Uu/mw7
Y7Va03XQASr0qDfNKJV2iYAil+fDwOSBkNPEnY6w+nIrJAW0jKqFragV063V2S9Sy7fbb3Ul2A2u
O1mzZ7JhaIaiM6oMZGj1Oi9wxC39SNLkxdbuWu0BdxNe98rtQOfD9e3nXrNAcvwjcf2ijZUtql6T
KoJEDFFAVkXPnOoxu5k9gpZH10Atu3SvS+Sa9UYgs5ajPJupgZRVoJjPEc39urkdDZEQFkz7EXEi
h2AagBlgJrzBmDVtihbIJjkJ1HvDAO+/nDn6c+Sjm8mnN/k3cq+De3V8Sr+bJ7ATHut0J5xGyFMU
zyAZI+aQz9BZhpm2lvJJbY0kyNAlf7+A6sOob+zwtFT3JNODWXtpkcW6k35GceWYmnd9mVdLYePQ
rXRmAVq0F4yzZsIXtt+1wXKTTnbl+tYa33OUw67L4vkQpM3x1pQxz8FmqXOBsIlJAbYFHHHDdkpM
IPWAVzIEGvGloBZkAeyO25bJwJBQQwRQaUlg6MnBtgGHm0WZVd45B6rcWjcMiQJ9/YTNYSi6ticm
seDaZdnRy1301ZhfpkmQTl0tnN0a1LQwo0Q3iGVZzAUyWlqidlEIKZaHWQQIL3ed3rsdkCEjapQz
aCtjEd0R99baCmVUoxqOuW5AaD5/Q91mDGWn2ZNXQ3k3onln9PExHF6umwVPTwPwU9UE9hp9c8x1
3IVUMcLUTgJEXRKSuZG/BNa5znd/pdyanzRAZyCveerLfaMktMqVaiMwpwlPoX1WuOacOAby8VJ8
H0+akybgPBDlRz84X9idRAORhUyZgr+PLqONvZRtWxtlh0Om4dZJMAfU6XNM2CFg0orcOvoyv0rK
XR3WJzW8n3VX/ZEfh3rXvKfGk6kRwSn8KPt++pqP+hWAcIbOFtgly87aScJ6z/70qL8U99aPZdc/
RPfjg3FEFe2AhfFoMNw3GEn1AwWK69vNwp0/fK6xkc9cJYllLrakQX5WOuEt8cjP6YyWUme8R3tT
8k3ZLwAnSj5qx0P4BT2bN8UxOxjP17+Ca3Sbj2CuF7Vt20SuYefq+Fwbko8MndOgWTU/qOYOHINO
hs7i6yJ5lzZua5COYsgDuEcZ66sizEZX0zQNskU7Garbm/3tANBPbO+ic/7jujCeX98KY8IpOxnt
eGUICOZTckgfMcFJ2oncIPctZaDJ1LTBNYSeVyYMSZS+l8o+S4MB4DSSGy4xut/ox3RmXTtVtD6v
Yalm09sofEvaSLCe/GOFAiKxQUuPygPj6csqasK2odDRhX8EqXfqFY/p16UDc/N4bqJdcie79lv5
KL1Jb6MIts/XHuzogMWBOwtJ6UtvYqq9gumAyJka99MxoWBhosA3fQ3PoVMXX39d309uAIbSIWhH
MTgV03CYF1HcVlSaojYNmm46yOP9eGv9THoMWANB4vjcNS7xnntBcoV7SGCoGsxVMTBylNEQaedq
nXke9N/NQ/9M3fIuS9z2RsSCwD0ZGzmMbsA5FdWQjmlAyIu9oFpneYUd6Pp36Tg0k8D/cK+49Q3+
X63US60MFUabFJDWeb+RlnoKvT5YvqBgKUyhrhbwydOaOB2oWaDYzVYT8qWzwQaG9SvzDAPxdrXu
EDTNHBLLN47Dy6TtM+qUL615q6JMGooS4LwwxdiIZ45nIS1jiN7VNNhNP7Q9xrsLfAzfPP6oxzhy
amLIAlrM00C91UHDYmB6VnFrmk948VQGcGICcf+fjfsjj/HZ6WSNCgUsIiha7T1NzX1R5cfOOoel
4YbkGE5fIs1RM9FjS7CLbElvUDDp1MghVtvR4CRqVeFfh392ie3+KYskDdsaqzjsQOTyvdsBH68c
2xfpK9Bn++gUZ04mO/PP8M38tlKr3867jDhqvb/uYERaMqdCHYZqQW9fGkQ0cWTp2zDcNbUoJ8KL
zdFqpKPkhOZMROiXR09KY7jM9egtXnR6M8EDTm66VxBQ3zT3yWPtpwKluI5lI49xLBjcJFtRMqcB
Lfe5fr+gBmS3D9p4S+a7UhXGl+vPfTrvG3HMGhKpGVBfgzhvUR3QLuT3+n6pvDowqUuqczMKcibc
gsl2PZknQtXbqaxHWM/Rzf35HoHEqQ1+LS6g4n57FPHvcM/7Rj3mbVBqxoA74kNaFaiujtbP4Tdx
f183RK7X2khhrlWtN6PZaqY0yA/WefZ0TDK8LuAzbAIPwO2qMbERkUlRxBok9N+nG8Tit9NN7oOX
BOAjuuv26DTczw+0cK6LZaGD/y/u3SjGuOMlL/AsjmEd+l4ZXPpNBy9I6wGqBlwCPdl+Wzn10+zF
3qu0lw/aW+zW+/Ig3yAVcSDoCwpBo9cJLEh0IBkXvoxAEWYWtjTUc8ghZoOnSS8CCvCkIGYBKuIj
TmIL3G0VA/kUS2mQZCCXCytkGAQHnbu4QFXZ6G1C0RKcJ5eeBSke1CcSG0+73SAh/tNPIwaFDL8y
DP+YHqObIrCRyWnd5tAG1b77XWLUSP6kYeByfwQS9kv0s9oLUzvreWf9wfajmAtLWxnSsgkfJd01
OxXw/dZFU6kffyduBerF6/bFdQYbaWyfzqwmVZvhJY2LRMcsxgSotp8FwKCFkwGJKnnXxbHkYB/m
vBXH+NZFRfnSyKFcD4bo8TB9/aWAP7b14rvxu3Yn+92P5bXx8xPZK4fwrsK1ld4i3FGd8RDtu2fL
mQ7SPgdsR/BdfGP7xxLYQlKSJb0WyvguT76V7qSjjnklYKHJM6fBCOen5EBP84t2KL7j0XcyboCP
Me9jDKio3g2QHeIZ+hT91Fz5LAepE34RDVBlyQI+LRvjstslJ+gHwi5pQCu91Ouf6b4tyKKe3qlg
j7iPhu0erWu1STxYUZXVegph8glNCZjqsfuqOLqT+uijub7svPBhK4nx2oREgGGs5y/T3/vsrFW/
c1Gqkuu3tzIYv91LcqpTazVweM0YbSQDEM7xbt5hBLxLQYqZ7l9+X1eL+8bcymScdqk1ErFbyIys
eVf1aPArADULs30XzYcqXE5S3x6SsbufaH9n2THG3oS7KsOEpGXeY26zHynW89LfYXCP4MtWba84
Fxa3M819arfoOA7sRwoA3Oxrh97PwRC6UoMNPliwvxYnEa8UNwbfrgfj0vpxrONxwT7L++QBI5vc
5F73cgzB6ASxIi/Y2Ahiq+kaUUJD7qHe6JNgudEde59i1FB8f30ZuXZrKyBQJJaKfC6jT0tbeZby
iAY0abxG2edm6aaT4Hb6uH0+7dUfKR+rujmH6NFpSSnFNFCaY5L+Vqb4YFoHG6+maR7OU1I5sWG7
6gAOx6J3B208xIqbh7PbAeKWLfnTKJlO0Xd7EGLslqpDkQ9dTLXkR2njd6Z2Z8vNbVhnjzYNnaGt
/euLxDE1IO90xEyWjooTmweolBGoXjBHBXqFVpwOfbpa7KrRczEKdoNnXmjCRE4HoHRg69kSQd5N
+jRRE1C4rj6UVnbXNruE+ra8V+lzjyaHIXLVTJR/4BgBQgfT0mzDAqXRp/hkzhq88NokiAB+a4Z4
pxmInsvlfH0ZBWLYfNUc6bTtMeEvyLpTPKTerMRuJ2cCp8+TAggjioIYKGsBMnnp87GRvZLqSLy1
sB+/l9+FpVqOOQAh+UfC+gUba64lu+z0FoXUbCluxpKccmvaNc38svTy7vqSrWEbc3DAWwROKMCJ
kLm310/ZiAqbpV5mFVVhNfPpkHjWrIA8d1q8PvUno832Q2wJkl6rR/8sEszA4PsCMpFlfkzGIcXj
Fes3Tn6hTk5DRz/tDSeziwPwDoJsFHe3QALwX2lMFKWY7WQqJbAI+uh1xnca/ghFEZFIoTVK3awh
sJxW20tqEnTmMu3DyLQ9KbcHl+TTe48RAE6q66IkP1emBhQ0Am9QDhDGCJW4aSUpQ6lPwXC5+HbX
m/t62RWiiiLnkkBd7I8YxhLbSq/UqETttG7Uh2KMd0oUulInHaZF8etKwtCS9CRNorn03AOgI4GB
tnvDQlnnckUzNUdXW0sAhkjHnxNZ9rYaeyPNSpeijeUvTgAy3EArwfui1/NSlrGSYdToiQwSsJa4
GtCy2kohWe/CSnBLcc/aRhKjlaQbs9YWqMughUqJnpvIUbUADL8dqFqu68S1jo0kxiLRltCVvYL6
6dqsVfhtcrIKN6TPGEJ4XRD3dG0EMcG2DMyVbtFVUCrv0/LULdTPawEaihdlW9ZGCmPsYz3YEl2w
RbHe7xOV7Mrv8bA3wOKvfcvyfWGinGaAx6cFs3kjWMr1tz95K8O2bXCzoiOCffQZeioZpEYRQlve
l+h+EvWYiH6fMQpTC9tuGPH7UfKbyN+Edwnv920FNE+WubJYf+LeslrTnrsct1VVf89jbTlNqj0I
zhDvvG6FMMmBjuRZSar04wwB70XRAZTqZ6v//e+tDS2BK7gQCYhP5TB97sbEUGgSNPYtpe+NKprM
yzs3SCCaoLBd0fofPMIbTz4Tqy0y0AYEyF0ZzbyXI8mBd3CU/CSlwgcGd2s20pjQOKZmH1oUCJw0
HkeQcIRl52EEPNposg6T13pMBc1l2j2VaXu/mM2wthuNX/q+IN6o5K03FuOzRZdMsJmCzyKMQ7SW
pjTjccU+JZHkjrqs72gji4Zy8DwHmufkdUYAcEFsrNa09dwNRg3Apja5cIXizeTdXVsJzMka+mLq
uh4SgFl+LDO6k6bQSVTwf/fHQdedStVPXSJwFxwLWicXouqvIU8GlOjlbaJ0sbKW5nFzGRhLM9Cb
tq3OfS+7Srf2CsWRIBvDWcYLeYynN618qusa8mBHTowWDzO6neu/uI8vpDBuPo4zPFAUSKnsW326
zfrfWXLbG4IXKVcXeFm0VK4rZzFeBCxcGmjaENMUVnjISHpEA5n1743bVlTwJpmqrFnoT73Yn+vu
iJcQvPgxZvF7AN8MquNeatM+3RVRcmxBaX5uu9Kf00RxElqAVsssf9OBgobDqIE706LXudGWYzv1
olZttld/TX3he0zD1tBPgmfkpXL/MSKSYD4FbuPIzm4Koz7J0feKhq9JQnd2bDhGhQS8htbNxUlB
ZoSMi2Nlu5Kqe5PSm0wf3+TU+HF9kbgHAogwFS8MtJZ95H82LlWL7A4jM7BGkuQli09uasyz0LxY
lIoTyWGcaRrWVSfPCK7iqjwNmXqQl8GpY3JUSuWmSUvBOefceAgG/lGLfbHLGXi2xh6II2tyALMb
Qi8MT3UreLyIpDAb2pomSEhibCgmgITnr9R8CTWBA+GLANHJSiS2ok8vDsR/lJR04dRg3dQUqdnp
NHqZ9lUb7q9bgUjKunsbK6hjM6ZDBimJ6WDeN4Dt1Bd6Kc7FhT3BmxIdrGj6YckSQKCnp/0C9Flt
WRiVMRHTnekkgnetXogJCC+kMF4KOBmr0FVpDUJOpoUxPq22D5dzi1ldJCRulwiiX75h/9GKMWzN
bFPkAxIU5Ul3kxrVM82+VdlZNlqguBuBwV1VTkXzy+U+5UqjIxcLVFOqqY5iYvZDBkbYr315R1WM
xhWlo7gen6B9fm2QRGsms5ZIFplIDUG3sXJxT7ZvY/p83fD09Yh82i702K1Ep+hnNxnLG3RrKpsa
GtldlPhpbtZeZMWlO9dUcuahSJ/6QiaO3lOMK09ruous+uuktaAAkxKMhq/a0EX0AiL/rv49TwBZ
RXGsuUsygKmRdLa7TON3krUYNaAUL3E8g9wuT8MbgFstp401kLrQOQR6Y0nmF7uvQndQovhuGSPF
K0t0nVY15hYU9dD4SIqUrj4ZU6DEoIzQ5cL0lWiUnEJvDFA1aNru+uLwl//P2jDLH1s1Xao0SoMq
Hr0qHjwpEhgv99yjcQzgJnTiyWwXHrwOqAljIMhkcq9EgTYfMnlwiCjq4qU1cb/8kbNquvEvRp+Z
aSlDjnHKbR9DHSXihjpi5VPyUzpqpWDhuJ5mI25VeyOuXFJUIkwYVXx2egHvoGjJGIOVid6poYLf
LoEY1e+a0/J2fddFAphdN4auMcoZaxWlod9oz82I4fHqeUpf/jc5jOMqMk2ruhpywuzUNXsLiOD2
VlYFB1ygDUud2pe9rOQalit87r9Y5+RpElTwuS7xz14zEeN/TGkosxpIT5RhlcRpZfTJHuIfY+fb
ogXjevqNJCacBHZBU5cckpRshzbS3vLxLkK7pSzqpuaf+39Oi82E82qkgfhbhSATddkJ9IbxLQ6P
c337udqglAGOSQU0CWwwCsK/Hru/bn/zYANgJRk9TqXlmO+GiLKCq8/6XMd/yHOwMUwrRUVZTAWA
H/Ie4a+jgXe/FuHIuPqAwm+FPwBvyI4RyMBmICWkTgNr9DQ0/hWt6eQmJqNXp9oQhEtcm0PyE1lr
UKnitXLpX+w6DPOyRFKozf008adhBwReiTGPsV+JME5cX7aRtR6wjS9DOn4EfSBkWY0DZFosuAFE
P8+4M3UZ8lAfAWHue2SFWqpjVGQUCpwA1wA2OjAuTaq1vDFl6FBMXzryTspTlcSC0Ii7/yAc0dfO
VjDCropu1ilCiQGvViSGkHGPF7QcZorTZLFTysGYCfafe5+pKoh3dACDVUTnjLCql/oFYUugolji
z8PyxRxreR+1heJFc5+4aE671a1Z9+Z+qpzJUiqB9+Yt6VqyRcMw4D5Iwl9+QUralbSgxJIuv9Lo
afqLHlGMqPjz+8ztYFhxVdAGcOs66ryCGo5Z/KiF1Lo8LdB6tvYkgsQRR+lSC60GV0usoSJYjTeZ
XNcustVB152nPnNAKOwUZuKaJRAs2FCa36e9tRtJ50zkbCYiqlfutwBIb+CN/uFGLr+lL1MjnGJ8
i6JauoecUO2WWXY3tKKnMFfQSrICyD5GT7O8VJjcHapWNqPfZ1Hfl7CwfS2Rei/BufOv+/h1k9jg
GhNgNVW2NdA9s3XdpOymuDJ7NJyV9Hmo+qCa7wr5GC/gZ2+/lmhlXHLBMeS5RqygghyRBcQ8i8og
U0+npp3wkqTRLj80duHEqTtHqhvOkROK6A944cVWHGOmcd6VaqMoyK8l5lGx86esygEyUGqnkZPj
X6zmH9VYRMaglmAEGKCaVb6gXd+Jx8Yp7MWZHjT1XosXTxb1H/BaLEA+gscRql+gppGZU150dZIu
Cdozi2lHFHpTgi0pe7CUybfs3MlSL74xkrs6EY1/5N0KmIYAumPgQlaWgMuzUGB67GDoSGzEdRL9
Rj6+c6WxVP7Ch22lrG/DjcuWU3vB7QbtyJAeKg1PnHS3dNXu+rbxTGQrhQnb8sye5T6DFFOdv6mt
gyDuBFoyN9FFMBfewUY3DoivEH8gzcfcpS2MI8bALIRUSBcc2jz/gUZl2U3i6S9qAOC3wrMN/Z0I
bAzG7KfayodwfSMYi9X5+QKm3aytRbMxuFbwRwqLBFDnyAR9KhI2kvau400OWhhBEMpNiQJ5AuIS
4F0scAhdmkBXoPlR61CZIhhICLQ/JpA8y9KXOsIsxRu7e+/BSvsL3fBk/ppGhZstbl4e1fZ83UR4
sYOFnkj0mqJlFijdy6/QFqnvzLpCEzA9JmO0i8tjnXwZjHmnxaL2XJ45ou0QHhLkfSAvYbZOMpum
qxogOoYw3w+t+5ZnkZsMhmBleX54I4bdu1ix8sqUV1zFMyj8DbCH/5LfwvSOipp81u9l75itIOYQ
T4NG6qHHbUZ/N28QhUHPD4vkG6Enai/gHS+UmeGVMFlhvaQvd8lK2jUUgq+/ax5BIPfvYS/29teZ
R1cDjEEWEvx6DozLIgcm+Uob1GvIWxMerpsbTxGQ9xHkpxGs4vl1qUgu5WBZWzu0i6l5MGryEJfd
gUjvfyEFlQa0zBGCCWTMxswxfrUDAVCQd+lKp6+Pj+Y8CMyMW2NBzRdoKxnzmTBC4FKXfqRyO2UA
10yNX68TGOreI/YTNSw3L2wnmw92vjfiPVhOnEI7SbK5u64m7zxhcIGBPw0gEZZzgspNqg4zFtNs
0h5N4vauAjbLo3nROJEUxf86/YO0K7rRP3r40dXGrOrSS2Fe2XjKdFPtDh2IHuvxsCZOSCUINz4r
Bkm4uGCUmFwHArLLlV1624zqBm1XeAAmYJgBzYycNP6EhsBQ319fxM8WeSmLscilVfq2SiErfzEy
Z8E2qgIJfG0QXq/t5+BIZQ5vbklV0RI8z+gItGeqaOmhKPMWoxsS27FMav2P8pjjvGg4FO3QAxci
ocPF/q0Vv3HChIwn/IVDchxkVHgOstMzuqaOykGf8TqXqu/Arp6LNvsiRRhdcX2DOBgbFfwYwLeg
GRRM3x8X6SZWCgsrt4oI+igZBq9EsWvmsmPgbVJHKcL4zjHs9JC1aC1pv/fVsatM//oX8DZw+wHM
QZcwGMhYFjwIU/tZIbdUutX8UQTV4wS8UBOvItR/0VOMeT2XRi8XrS61eFQHWeJ3TeWgBBqPqRfV
OTwLWoD0deJa4ei1T/59seNCNBvzlpFmhRh4jhc1evGyPcAbiijZwk5lgC9GWVtF1LaS9pog8bxU
DxMNc7maOixiL/mkOVhvFfrgUekAMYgXzz+n2avJ4IK3W8OO9hRkY+EpzdXX63vJQfVffgdzOoys
GuumxXfQl/fWNU6NR4If4Vu8q17sU72TTsY5fzSfRNM2uNu71Z9579f1rMykgBFFL1HhF7q74jwq
Rz5W6knufPScFaI8JydXA12RDwLpxUoKy45ilu28HMMCJycqOnThY6zq5ABj7a9YOCM89UPtaH2A
Qd2CNeYdmK1cxn8bTTcsuYI1Lh2pdO4GYx97+rl+BhoT0V73UFuOETkx5l+/zj8Eslc7ugzKoDOo
JJEPM8DQwo7trRIKGg4J3laXMGah+Wn3sR/H0161p10fl7dpV5yzZKcqAxTPvpFiFoWFJu8LDET1
oEYAtpelGmkqjLVKYxn5o3n8Ijdo/7LbH4ixXutWum0H/U2g8XrvftJ4nWsFGgS01rLjoPolrxeb
LqAHkEsPSPdTIo0Rpq1bD+TZSt1Wfm2mIwGnK2ZTCVabu9FrtgMd7rgHWDacxqxR1O5VlDDvYMvF
nYa5cIIiB3c1NyIYWzIRx4ShqcD7x56VU6dowD9lOFLSu7UILPj51Qfb2cha1d3cNLmxaNFs6khu
99bPztadRJEeru/W5zcDRGDmoQbECfaLzdXPRTMg2QXjWBAVap3ko/hUDuBVU94T6daSeqcU3Sy8
i1rDDhkmRk3qOBOXWmnGMsvxYiCaIjj+xjdwPClq713Xi7tNGyHrv2+WLm3KCsz6Jh7MuV36qW1E
/mDLztLS1KnMLnaaOo8FMrnWh06RD14MJN2Ye7lJLdwfOUmDSX0p5Nix6Is5fSsBQvz3uoGgGU8s
zQBLEcvgmIA4rlIbHLAJmnhAaQ4BJkdhXvUyJK460l9ge1AEMrm+ey1MgwdtjT0+xcBhPGBuH+7k
0bipX6f5bMRoSEgiVysw7yc7WfV9bgrOGm9BdWAAQaoPM4F1Xm4iLdJhwFxlFI9BxyS5YYoUtHTW
S0VwQfCMZSuHMZaFGhPJDMgZpuaHXD62NN7bryCv3M1SaDvXd0/HR7PuESS7wHOu6WAEIJdK1UtV
UqlLaGC+KqBXEPGGr0Z27ecZ/6RVqjoVY06Devk2RqFTgQG/kh576aR2sTtP79e14R3mrTbMFlWI
ngB+LdBONhKnHO8tULUJST55TmorhNmf1u7iGmORAQwcbPBUncMx85Tpnkyebfk0AuRLCKRf06rX
lpE5y4XUTVNTQGRU7ovmkEYvINV1BuSYpea1a/cK+Zou+v31xeTa+8Y0mJC7ArXllHcZReIDfFzK
AzpyHEW5W5DLuS6I07+KkhkGWpmY14iMNptA71uVht1SUtDG7RsDvGNd5kSjjeEjfXw3S8k+IYY/
jaXb0OMghzslX/zykYAqbJHLGxljl65/EM+MQAlp4VGKBivUci8PxaRkHZFIQ4NZvjX1ZzwRhe0D
vMX9SCmilKYiO8Uk0nXJ1pMpIzRATsJRht8r03XUGo6qiFaXZ64opSEBhmk2eFswJ1xWC1uqF4MG
JSgc42M0KDddEd1ka983Zlkt9GloBIBgnlNBfQC5CSRwQXfNvCIGU5vlVtNp0GgYF4o3qRCAxukW
X+lv11ABIDS4Y8axNI0djkmNoqAV3aHb3k2l27VLFGO58m/LjVKhu0pDaQIvUtlvx11v/OvyOOQj
bviYDrA2/V2aSB1LU5Wvj0LaW8UurqTnwg7/fWLzUghzAvU4mSPw4+FVGBa7dV5sY06umP+VZ+4b
XT4u2010ErW13VkaHkJZqx6j6R65yYPYDrlSALJcCcnR0cLGdlVlj9aK+AnSBY0ahQIAbl0o3yW7
F9E78S4dpJLQLAuS5LXR7nJvKrtH4dNC5FNJmTtm9j62UWvXQTvswAvt+zaSMSAgvrvuNLgnGkzr
oPGEORKZkRolBCUqeQ0PmuMsmTc1mj96bFf9V+qtwxtARymDMUi9VE/DdjXFqh5A94dUMw/g0CIp
HjeJtsvLGfMIROEWd+s2EpnzLKNtNi4JYuSazket3vczRrYQQXjF3TUTDww0m2PoBtuwRZpaC7sB
9kGNr+idaXckPCrjS13h8mkEdR2ug1orSxoy1Bbc4uUSdnHW5Cj7IKVjjt05ylXprszr3r9uEVyN
LEDn8eyEMbIpYWKUJlBaiK16ZBnX+sc8Ol/6Fhw61+Vwt2cjhzEIuTVpMltoolf9N9kR3IVcs0YT
yUpDimuKhdENJOrLOraQ18YcZ5RI3W7SMSbrXOaCcIMdQv2RAwPXr4ay/dr+Y7BWhlO7qHi0BFY7
Wm8Y5Em8OZxsF9iZ+BSuzarpEiFtEC1BWqeqC2KN2NH13ripBslH7t3w5CzXD/WkPMeSgiFIhZrt
KjvNjsqsoVc+rBavbdL2NekmsgNPhexYCTKk5ZI9DHkzOibtkYqJ1epuSPEd0dQrGFhSJYcpGxO3
NAC5k0sMKQb6h+6HMo9vIvyyo6UAR2HikSFY+tVjsFHfOjtqTdmYawnj0kpB8lxbJVloMEn0ce70
R6QyjPuMaplXV1H8FksNEYjk3qtAOAOmgccVRhcxV04TGZWRaBPiktlpPAWkKK79qjyZr/Rd/pn/
UkwvbVwg6K5bMF/Tf6SyRckkV6iMkd00qLzSbk+T+RY175IWHUfyfF0S7+SD5N1GSyWKKCBUuFxT
StDv3ZZYU70G4LCR6VMT1qJF5IXrKBt/UAGAGIKNH5HjapRemikaotTD1L1SuznLgCfZ0762D3kx
OjJm3/bJ03XdODU33GsbuczmJfhVabARd8WlVDkYUP28KEl9V5FQvsmnqLiPiggDo/Nx9kaLSMdQ
Vb4WkaJ505xXR0AGRNNOuO/0zRexvHYWUHC1hPYwzFByqsD8ESk79efwXXb60rNagRXxXBXqb5i7
iRow3uiM+lLbKl0fQ1iUomWvOWY5mn9zv8daX19oviAgfpAEQCmCrVklsT5TG143wKgdGdUHpesc
83v8fl0K91AAswi6D4y/wjjIS1Nt5xbsnw38kOn8AKGce8r21wXwD/tGAnNxzH3TDwWAWajuaZhB
c98dwGJy0PxfsTN7kmeBP+h/lMj4+IyYNB3GASTK5s/GR5Iv0/s3qegOSnwAdBqpy9m6JUPpaJgP
YGbOUIgm//Au5RUJ+t9VZZxqFvVkntZVBXmFBzrVI90nT7HIQj7Syp9890bMemdvYupZqvMwbSFm
ghd1CCYvYvbVPnGib0jxO7s2QMNW4r0iD+ijDODVx+hu8J/fF18E9ePpi6QbCtIIaNC2weg7aAMI
S9QQt2q9uClYcxqwiVf1y6z7+f+Rdl27jSNR9osIFEMxvJIUJdkWnd3hpdDBXcws5vD1e+jB7lgl
QkTPDma6jXnwZeUbzjm3MRGZlRuHY80bgQuMJBmU4BF1Sr4V0oSxoeZJBhoyOmI4JP4NgmWYp1tp
slU7FH4CsN2gx8uv41QDRgCACew0j6O4Mewj5FWvb9cVE4usMGbNXNIBcpbRauYsq8oB/TF39Et2
G20p7q6ccBUePEVHW5Di8RqdbxKUvDoRl2O25D0MoAYOVY8ekZ7G/n5JzuxIS9IYvVWYTp/d5eIP
MNaQQ9hEo69ciYCTgIGPgYAJLDfM5XGa2oo5ZXcis4KpR89rE5yL902E9eqSmM4Cbka125RJ7hF3
FJJ1ZnY3qHvanIZkByDOf1j1Tyake5fbmT3WCUwAudIUNzABDfzrJtaq9gvGC7AYbZGPkkkWyPG2
StYBg8P29JYFSYDn2m296fD7dSv/s+YVnNmSbnmk0Xs9amArSV6t4UYfoAoOkKijly6J/ML0IV1d
l7she9KzX1spDH11Y3waqXTjx7wrlGoZqRK5zi87c6dbHvZ35HUOkKL1stuf6qH1x9t2Fwed3z0n
6BBe+eVrt0fP49spMA71DoWEeBFufYbS3OZNveKsnU2PdEEWZi30fJmeN9Unu9GdjxqsWZ7p1h7z
v5QPBDIvb44b7a7vgdWd/GlipMOPpjtzIuCf3WUD29d0NxBtb8/BdSOrN8wnI9LJHzv0rzYFjFDx
Avc6V57I+EX1JmdjQ3+gqaT37mwWlw/59N6NsV0adBmN6nduFXY3amAfTU9H/FB6kZcc1UMaimD2
rVvTrzw1/N7c1McIinx73Yd0uk98I4CEm9c9o/eXFmSPKnrTRofJNTHzupv6cbCtibmsrfzVS6lx
ST3jfZSziMJhU6UtQFb0Ea8P0+xfn/01WAOgfHh0kWakkACWjl7ESGdlCpopCBD6dXfOA5aCedy+
NdmOV67IXMvM73Nr491aO3OfzUpnTjOVJqMxhmUlVtCOILuko3anmt0Ps4+2OpauOBgYI7ppL9n7
RdD9fOVNbGOuU4wx1cxj0uyRZVMLHmQHhwaNteGyru1nxKZI6sHDQLMI6W42YsaoWHipTV17CSlu
kdveNeVjTEboWP99RmrhK/yfMWn18gydG1gP2LYeTSG1mhPvvplW78d15RI1DQZjq5nY6sKhUzQk
MxZshC3dCTZHzk8UIF0lDaB9k6ggumyCr1TUhuom4IYcrm/QdXtIyFI0qwCgXzq1TgIpMqcHXYmr
x+/HJIG/NoqtaHjZbfIhQwoDxRTUaZFIku4gEo9caxZGklDfiBBBj7SNFj9r1dfIOA7dkWuRm4H6
a6XvlXHI6y/Xx7h2z342L41xKuJpzphADwVmArZbInvF5mde1U/X7SzR5eUwUQFf0s7I9kiHTkD7
iANZC+qX/s0g9FZP2kOdP2v2j0p9yJJ817dbMhPrQ/vXpHT0ONDCAIAANQW+RONDYu3daIHxy81q
Y2xrxw6liP8bm7QvuZ4rs5pjCaek3rem44upf2xtEXm6WbkKegxcn8u1e/mzPWnLzLHCQApb9iWU
jGLjqbN/XzewNXPSpiBD56hsMSBeaBd5onw26MYlvLUflnvz04tYJaBo9BX2XdGhPVkGOdgOrxx5
gPCenmboq/RHB8br+rBW10kFxQRHmaBbqLROE7KbiqYDhCweRngx3EuHQ6q7rfhx3c7q9CFBiHQw
IqMLFUNWkZTNC4QtaayfE+tTj6nsNI5bkp2r+0BHPLGIuC2c5PM5pFVG7aJd4Grjq9kdFPr8H8YB
eQli2Oi5gLbb578/jroSKTHgjQZITeUUyBXgSkm/JTuwVuAGM+pfO8te+bQXGJlSxRxQ21BUmGJB
nkJpEuT9P0jD7QdLA2ymMrystr+BXdW6RfNAU6C6tfEux2JysGOvj3vt3tdwGSOrrC2oa2ncujJW
UzosFTLkCukR6fw5de2tRkDrVuB9ooEZZPjkPkAKegordMaogQxuxM8WIaExPBjphu+5uhkhLfe/
ZqTLIufm0EJWCYUjKCaiwXE6gg+UbeEWJSuQITFAyVzi9AXTjZzJ+RLiDAypg/rUicbMY6wo0F0o
DnqHb0Fm5HjtH0soGSHlh1Nsy5u+qGeO58LSTsJsVSTD2u99K2K3K0yB+h5/UA3h+JWiQszaUrmf
qtWMTm1o1TbPFSh/7eRf3yzSIfz4HviweLqxgSHSI83vLJR+gHC8fhKA4db5u87erhuQ0c//WAC4
+4POgLtLAkOg9XBtg2qgnxqDJImrdnqztyuWHEpjmphLGq1+i0FmLHyK3n8gIdA60/yuWbqgN6DI
jjtoFoyKF2m0jLyMREXiOV2bf9v4TilUXL7TIEBKaSqysdhu0nXkVGDNJqOpnyzRGG6WZta+S+v+
tuRO5U+Ornt0rh1X14FIUSv7J8jg0wYbSTpTH58AqBZFssgGqlSGsw4U4oND3RmnxP6hdzcc9YTC
yYOcaRvlbOn5+jAEXAXg9lDFQ/1y2RWfrqyJAeyZdI1x6sRU7Iy+QbcdS0FQLLJyT4lIdqICfVHJ
2mjfj/pWSxU5N/2PfTxiFuAjkBmU9wRXRFKr/Wicypjeot2pm5DkYWqbw0jiW/Q99Xv9aMQ/Ymh7
VGChcqr6In/o5y3o5sq5Rz0BnWs1E1EiopzzebAYmMsIRoyT5WQBEhm5aznxLfTcXq5vrrWFRdXT
whFTgVWmUrDhQDAShCVBT06Se04z7yeS7Yaeg9uzYWl1RJ8sSY6qFtd2yVFYPIHG5mfoMpTHNw3Z
8BAkT+Rj+Shqlwa26eINS5dGLQSjHGXWEzWa2KfDOHgjnV5Tq7dBWTJNb1I3dfTWBgYWDCBHFOBy
dIM7XyqjYA08dpuexgGBxDBZow8+vRFAzWaLZ7uyWuDOIaKB17AgbKXXIIsghI4/jBMX4sF0cm+O
yB2tf1fomnF9XyxP8aewYplI0BrBeAHUdQHHSROJ6nPklFVFTxk1bxTrBvRAPyKFW6k/9fq90ILr
5j6YJhf2EKsghoEsIUyfT6IO/K7o2omecjqTzu85nTRseXXaq908oi042jLe8tJJv9p5oTpuC1jp
3lKKRHiTUZXNYUBaO6xUJ17oDH06exnVAVa0GRpcuTlto9+GlkNGcLAgTukqHJTKCXp5wHsnVvzz
+mjkPOs/s+cA2w3nC0UCWSZdZ0h6oFssPZHJ0yqk9aDolSnpXvBvo028RK19Qe67VAU2AzU20W2s
npwB+vgACG7oFqzj0pajQkOv1NquTXqyeOIZJXuCpIormi96lITtF4vc5B0Sv22QRYBXbAx+5bla
cAMLIxajh6LE+VKOVYqUzWzRkzb+iGfqaTX7njYPjmF6Ih7RMjnxTA3IKKvZX7e88nYsOS+UZtCv
ANUl6e3I08YaE1qZJ9a3qctG3u8gyKAcCiBWD2BClTu7tgF0VMTIIR8/6rvr9lcuAtRl7YUBjz7J
RHY8K32e4V/12qnrat3nY5n5NHGEV8X6Vgj+MRbpvCwMV9B20QVieTDPJ5lFM9WnCN5aMic7XTH8
xPlWxew+BeWD6VD+aXZp2bkD7wOzfuHw7pX+MBUHQUPB37Np7wBOrrLRXXB9WWS7uhpYreck+vH6
pMi1+GUrQmJpSSxBph8IPPlLoSSB/5vpJ0P9xqrYrxrnN0DFvq3dNWrud6IP6lE/oPPHxp0ihz+w
jLtrETZBfhDYi4+3/pMvweZSsRM4TvBo+UHT+Z6xA1btqy1AWc1cCIKTKjsYKd1beuuz7hDF7YFB
2qKm0SGLzKfrM7EM9HzJls+BM49XHR8ll91iJODyKJvMEySaBttXwlCbvpRb3RFXreAsgTBgIDqQ
N2FtpTONamKCAcxLKNMr8U2a1Ki6Qvks4Gh37oFH89dPOxJ5UE2AEg1Iz1jn88046YktGIutU9nM
w541TPiJpuVu3k/J4fokXp5xkE2RMiQEAl4AhkleRE2ECSabYcKLcDyR6WiK3HhDXobzqAc277w6
Q2UJkj3XzV4+vDCrA165eL844cvR/7SVREQjA2Ko5kkpXqb6IRp/ZfzU4Bq5bmZ1dJ/MSK+uphTZ
RLhtnvQESsCNeFdn1dWL7j4ZjBAEpYeIm/6gbICKtwYnnVAc3CLv4AKc8K6mh9E6WTf2Fk99ZVsu
pQ5EMqh7LKnt8wnso66uLDOzThX0A/daZHLUtUV1zKC45IOs3O5s0WxpcF1eyMuq/WtUWrUWBCsI
yXLr1KMtvY/WwbNr9OVXXrF2d33hVm45mEJNE3EzIEBwQc/HV7RsogPEnU+F8wPVgifLOeBmQm8c
cii027S+6aNDJLb2y+oAP1nVzq1WokfTkOU04DInDoGv27t83oj9lqWR7i0MjdpoBg++Kvjy50aE
akKlOqfmycx9dT6A+nx97tYH8e/vlza9KQwTUjX4/Qjx3Kx94eobuub9P41Ie1zL6qZQuuVkjapf
W6bLEnonDP8/DAViKgsWDNQ3dTnfn64J7iSmYpYOLl+H8x0061Wvy4vfgKr9JStyeduAcQGdFqhC
XNqyk8V7MVaaElmnhGbpwVSTykNDajW4Pp61pdeWNlwQy1PRMVJK2NkVqVMIDVinoVDLoz2owke2
ZqvnzmWsAS1GCposAjcEG7q0wVJzpmbEWvtUkLzZ1XlFvMyByu2oAJSJHN/sDmX1M4usrSL8mmHo
PgOntDzIaB5zvly5ZU6TQkb7xIZ5cg0zNwN0Vch9i0N6fEys7KC2WrOn0GXfXZ/YD6SFdKgoQm5A
lRY1DeTMz03r+gBypDIAdSZeZvIWtVGQx8NhBj2miL+jR+UuVQ8GVXY9vemXvI4F1DAKSQkAsk5T
HiK7uUEnnD3EuG6sRkUyYgtCsfqJ2GKLy7YIf3wApz9v5jxLhBUrOPdtlrwPvBQvnUIYHDdW3RsK
ehTZlY42f7g39sKcwbUz4YbaFSQRmAoYX6R3QQVG3D0k7ohXJ4b9mjiD6XHTrPxOVX6OEIp6ioky
bOzalVcUOWZIzSD4QVxuSbei6ISBmiVuRWtWvWSiPin8sv8SkeNc/mqrB3ULurNyTOCRwAUyDexf
HIjzxZziyRETK6zTRBXIvmbWd9bmW4RXuWndcuQBbwPrCDJoOCe2dE9aVV+WTcXMUzZVp9LZ5dZt
rJ3aPMrddHa5EwXz9NNk7wVgqHl0z/twgr4dN0OdiVAthiC2h9sG4RC0C4ddbb909qHS7soGzd13
aRRD2NXcYjx8YI6lfY5JAQkMzBT0H5WhDoohGiiEm8qJzCqYYEVWs2fVrJ2XuDXb3BtTHa3kOqvP
/SQ3cMANLXK411bF9Kcz4h6gDt1U50AlY5y7UVSV3xjU59EjVGME0EYrK46mMSiqG1mp1vparlRh
RPP21zjTGVLYQxrrvprOxq+kc2jka3pcEK+BH974fcz62k/Ltst2Ck3zRdQ66XJPr5OU+FExOd9p
1Vi2S5W8OjHbEaBCcdTv0NScZt2uFdqc+ZEzNTfwGdmTLTL1qxGlDCmIBu1Y3ZKmaoe7jKFbYJep
aeIVae5Ac3YwvvBZB/TfGWn92kY5BMPrvim+ZFaLUI03JUfQQp3OzVQuUl8MEF4umaZwT3FiPI5N
PjWdPw1Dxm9MEN/QSLdGknZHO3Tf2ue8NsWxaZvuO+kVVduBalsae5NO1XeQQ6xvJu/zIsAUMe5Z
XTGjBWwJ9hRaG2pU7DJdFM+k0+stvP2HKszn3bBg9SCJqkFYjaCcITP0lHrWFYXnWYh+0otGTMoh
HMAamwpP0xJ1RBcbZFLBwC9HcJ1NClaEkz1YimZD3nB2JggOssIjs60FOmSIBCiM6vDbqTP+ludl
s6GtJPuskAAFRwdydnjRkbKQKxAxWiG1c6MgsRcTsS/V1jmqYkx8p+zZbTxo7Y5F5G8d5X+MOoto
MHosoKp/fpeQWo1J2cfmaUoP3RvgTf5c7tQmaOO/TVcsltBdEY874hqUU6X7pCaRpmq6QEzj6C6L
zDen6o7IC/1ldKFirY0lbgK95kOq6nxAOdrpCJKDt6UpOLDU15jp2cNe15sN5+si6bVYwhWD5wSx
KICa0r2fFej/2vctPU3J77Fp7vWk2g/9XVzkbtvT+9HW96R4bFPnB0SfNvxL+c2BbeCswCFa9gpG
KtmmlTMrM4Pnx6Z2H2lJUOtQ4yzojQWdLDXGfzUEdDZSbcsKnR+nc6PSXtEpN9MM8OuTHv2Islcl
8gC/2rAhe+fLwLD7Ma3os4MfJBuZA1GnBC/fqavQ3LdN/FppIAg0bszfhbcBOxaadFEcOXCxDFOa
QMg9M1WrVfukloW9zxqbhANA3Z7CNZA3ulbzASlEs9Gxao5JZM9fG7MRgd07aHOidbdTPqinicFT
ymoqgom2+kkxzcRV2jQ5GuBZ3TJamAFToy3Fi4+akLQMFgC12HFAh8FhkmKLeO5K3WgSdooz7urp
DIlZJX/tOQkIg/bmvjJunRqUDatxOVPuhqneFWJyC9J5Ivep8mwNHNrt0IeOMi+xt77vIhuN9C/S
hBDdxacBPSHDrdo65QT5dHZS1fcIi5hUAcDr6c6ouF+QeVcPSIbpeNvU5q6EUsJ1V1d2jhbrJi4Z
FNWQuAHv/Pz8a22BBW8ydsp76rhlrBA3Yua360ZWxwh1IdQOljNoU2mbKmpkiZpT+BlD9QfN5yG3
rx3Yu8I8XTnFrHmhfAgoeEAJGnHwhLxct395SqBYD71OMN5RqYWjdj7IqNRQ/IEre7KNwuUkD0iU
gPSX/vVhPDcjXdm6ySJu9xNI5/HktnSviN9qbG0YuchlYMU0iCcusrFAkMLpPB8MmtYbPGWOcqrt
dK8NvdvnUOwE/ADak71A+3r0OLFBdc+Au78+jR8B8vlRAoEDZScEghDlM2QKW560Sq8VCQ+Zuq+F
5SuGdYB1aj4w6KhPDDrqOv2Z6f0zJFIfutz4BVWltjXgoo03WmEigf0QZ569xXW9cL6XOcHcw7nH
XwjvpTmJkCJPzSoHhrzZ6UNoNSkwaHFYlUEGIIvlTkrv8+Ip14RLs6B1Elcrn4yk8fre9tX8oNa5
2yWvSblznKcO8lNJsRPjIUl65KFrLxY3dmNswG0u3ySECwgy8SouUKMPb+xTAFf2bYK+DQLfrAQT
cSBwYaP01cXlrkwszyaYOmEDRlfbG0f+8l1aDOMZBv8YZmUfJooSgLK1lodOrIWDNbiTVYWaYe7S
PDpe3zGXpj7qvGBva0jxX9BxMtXiahb1aVgx2/ZbKwkaQ513vPg+1Vuo9hVbGBF0yyF0vGSCpTAv
Q+ZCzY05CysBWALqewdesBvU+jyD5k/Xx3W5dgBuf7Il5RMtLROVqhpZOE/AqJo2G/xymnzHaOyg
iOyviWLMQUTS+AgcWXO4bnx1oJBwAkkd0fOFIGzFsJ2QuYByJDrx8MAs79B1yXe6rSrWisdGcaBw
y0DICYAwucqMbHadQ7w0DxGbeR033LJ+FcYfJB52Myq9We8O0b4qFJ+W1oZbevksQbdycdng5CKm
ljHyuj1CaKbleYgva5+zylBvc5rqj9dnUs4wIeABzBkxDzibKhi50rVRzYzZ1pjmIe1ZfDOiQudF
vSUAKBo19E+LiP6aI4/I3bGuWfD3tpcOrjh/IHOjFnZ+jWesJMWoNHnIcrQdSXbEqFIvUhKvH5Ax
0PRHoYuv/8EktKR1gCGAnpErbpXaaRDW0POQt6UXz9iz+t5KvmKeg7RpvbR/u27vMkJb2vyCVwlh
JEjNyNNra1NZ6CPNw6JPdIiN5UPEFV+U41A81GOZaHsnRYPSA9BGqf37uu21DYSOAuDQYXEhiS/d
Bu2EPj9NM+fhjJ577jy1qJ7qRuH/vRXU1XA0EO7Dt1juiU93uKakJTBJJA/TtshxtxH13hHqtJGO
XHGfgF0x8ORDAwPSNjLMkOcDydOW5SEqi9CYjrx22E9ZfwBZ34NQY6BQvmtBicntZ4V1p8ze8mxW
nOhFVxgKDNA8R8Qt71ZiocTg0CkPY66BIWYmbVBZeUis/IdGOxZ0I2SA09LCdTS2zCuM+YdVtYek
JlPAmsbcF232Ah3N3EsRjLkLRtHjrdbtLD03ghil179/eYCOQQoegTrBhpdu6GquC7AP8cGtowRm
Gt+ji1DX1A81izYO8tpbgDZFOMbQuQM0U9oDFXFSpzKWqakDU71p9nwXDzdJsS925V+2brWXCwt4
HwQJwHNDr1NyZNFLQOsI6fNQ61j6ZncO88uMjg/QszGw86i2sfPWTjCiZZxhUGoB2JViJ6vTncLM
cYpI9u44qQvsT47HfLiBQIB3/SjJnMB/xgaBHkSaiGUdWXnVjKyiMmYF8xgr4jHto+FW4yo5UO7k
d1ECTELflqVHcqXeObmCWzrrCh8g8WSfmHUZ6Hru3MHTTzyQ5nTPGuLez3itPOacd26qNvZhclrL
b5qI3nJapXuUb+85+t7vjKQQ+yHR+Q3RB8httVX/btjRhPC0zLySgNojkBA8TlqDQLe07ABZPXYA
v7XdeNvXXiSk4BZ+2NIwSu4V1WfAsyKlWISdMr/D+X+JCIO+WhrgDHlGw72JANN7febX/Al0bDQ0
ZLTACZfz47liM62GklwYO2iuqk7urNwZUXGy2m/XDV3uJtxguI8Ra4IjgP17flumbRsrxYD3oITT
RNogVzO/xeWRztZ93s8v161dnks86hAt0ZCmQ9pC5rizGTGlY4oi1M1fvXVAu6A0r916+GPw7BYS
QE+G8Xrdora82efxEUyi1zHAD8DIQrHmfIB8bOOBqLUIadSXWLduaks3VWLndxuVqAKUKraNx3Sn
Lj3kHNrBHZpMudejsfxC0pK+alYFroHVi7kDKcnUO1eQVD/ObaF9Kzsmnp2IVj84UCS9T/KcQz2I
Cvq9MUcWGABwbgxobcFAOwPq5gOvIj9vPS8q4OKGIlRaby4EcZEPB05teknRKpV2yZZWx9qSIYpD
rQ9TiH+k62aMeJMi9CoBpjCP06k2T7yYgmzpCsTIwdHToMPP1xft8sTh0gQu1ABUC83ZdO18zabe
1AZ74kWItpOucILC/A6BnRvAEpoo2jkIpq/bW/GqYRD9UdEtB6E0+N7nBu1ciyHV7+RhRJQWtYiq
YV9zAPRvOEggrxAXsXsv11P7OQLa3ISPBpkhd+zLqPIjOgLzfP17Vse/iBnYmAHwGiU/dJ4zB3n+
qsCTkqaekaBKGBU91F/6tEAJ0SkfuZHnAKMpWyqjy2MlnxbkZBGtoD3C4gefT0SHKgkhKQ6oPRp+
jx47abrXI/LXYTamGe8mClGYOrwr51aYOnZjw6YiHNTDABZxljz1KPUM5eyh48keiKwd0hp/CcqA
KRhFgxhI7wAKJSecNAf9kck04+4ZKLIk94iONzzPtcnTwTdARhbyechtng+rKrjDuFMWYQ3KaQnf
Lz1lm6X/tfOvL2jtpRsfoKrS3EUWU6H6lBchh0xICo5FpTyN7JkBicTnp+v78PIVAo0GDx/mDdsa
Pvv5gFo+Vvo06pgyPdvNvQEHt4Nw77zT+i0Fj5UUGrJnSLugCwgyaDiH57aqeKoh11qVYaqUt4w/
E/FKDNfgsQvPrfgx2d8bp95dH9+yIPJuBzpt2RlorgYc7LnNvNcaoCFL2MwHBg40nf1kINWGM7o+
tIV8txRbCHz2czNoKtWAQdSUoRoJLwW4uX+Iigrt1F6Kg0WEL2zqplsexNpmhGwFjjDIJ3hupSut
19vUgkpbGRrWrUBXNXpTk61sxNo99dmG9DYgj1P0Ue+UYZOAjRcdZ7EvJpf3LpAMXreVUVzb+Z+t
LV/zKbBrZrO29JqL0KHZrks1r7CEq4u3pEHvHX2r5ena3gC8BmAhtE/D2yAdZhBPk0RBh6eQUoBF
khZ+ns3trQrcygkDtw9iihBKQSwpZ2+zUa3auUhFyM0CpLjZ0itA3zttP415fCgyQ9840ivDwpgQ
HWtINyBbJl3wM0T2wFvvRKiUIgo46t5uHGt/2XcMcQPqUYAPL3EDGt/Jh3m07TiZ7L4OjVFj931n
LmBFxfKvH9+V4ri5dO+ExgyF74qWHOc7QgGoPS2rsQ6LFFnZ4UWMEbQ2X4x6QIArHjJUnlt9Oi5/
R8m8082l0NjuuVG7Zd4HSOX7LDI20mQfQLKzWwVZRmRzkO/DRy1tFM+/CnFnvzSuMcPe6sZv2ZTG
iYfWPKjHDZNRHtpKj4nXoSyQ+HqcKn6fUHNv6KDQ+WqXV9Qd0SngRwpsxI92YtpNz6tWc7EL68ab
ksl4REPBGhyF2ol2jAyltTPaaBi9qm4A15xohZ5GPTp1/lY6zeCBwpLW9FD4HN6Tzh7HIDPZ0D2V
hdkOh1rUoB1XVdo0rjU4WrzjVr9kLtHWDT/yCcJfqtA22RbLlXcxR0ixId2NTQ882fkcaakjBkdE
JrzYSj+aELVjJEfWuxnIsQCq0bPm1prcOIoazW1qroPASWbI4aAfml1WW90ZLh1AvNoLGwmQGwDr
kDY5/56kihCLAnUTYpmgM5npxzJvfd3Zq5nuWxq/yWY1mEH2Qp/qx3lgGw7RxWX9YR7JLoSXQMRS
acvERabaECAxw6HhQVGZKuKU2ItYGXvXj8zFjb0YQtYAW3OpvMmqkVWVdEk/CzMs7QJgmNydshoR
RO7WbaBO7d3ANs7ohkFZMNKpHB0wr9IMwfRwOxXFHHGyGuFD7GXRkVCct+sDXF1J5I2X0AFZJnCB
z1cyRpPvdiA4fQCG9zvcVOUtdM7+zB14HSATGNyNy9l4aSowFvoCjevFMJh7hZLqP6wpUNtYVNyF
Sybl/EPyPDL6tJwAJqshtePsoUGCZN3Geq5tHCQIkExDtRoRg+RawEHLzXbE9LYANjaocKImjnvf
vT6pW1akOc0dpGw4K2CluWmR1LSK/aYKw+VGwdZHIhyFwqXBgSb5K4aVRYDrGXrIQBkFF1BTDyw9
ijrz9OxNje2NfXlBdYFHC9g56qZgAuE0yImPiLRxUdPECOFC5R5wwLMAMQ4i5Hn8qKUPk/GNaG8E
KWpiFF6LvFXdT4E5kxM3QB/Ktl7MteF/+hw5JGpNPuq8wefo+p3BoKtl3rXOW6sFY3I7FBs1lkuP
FDAlOB2AEWCHotQhbRvs/TSxqGKFeUvMuzEtLOhsAw6Jbh1OALRpHWo5x1uAJ+Wxp2LyKoslwfVN
deGJ4BtsBH+oe2LgQFadnw8NohpAhlpWmOF9RKULDf++/r0FVADwBgOLZqCqdG7BhtovGtQ2diiI
YngpDjt0hwXZOIIrK4cUBeClyMdALF2+Upuy6coZcx2W3RCgzyoAwHdKfDKOWpz5CNP/+lpBRgQV
FAA3AHXTbcnn7mMl1XolxbTZ5IZqSKEXdARh0TT++tCjyoeYDH9+9KCS7q9CS4WqRY0Vkqm/LZo2
Rn0+flSZs3ESL1zgpZr4yY588LUGhQpIY4fpMLt2FiGofQMYebepfLjyNCyWADlB8QE/fZR0PgUQ
Mba43auTFRa4FAK7a3SXcJ6huaCYfJYx5di3MzugGTX1BzYqQdcVFNdPYe+ub8wLHQVcPug7j8sH
kpKLEy45riRpAXDlzAybSXGHtPXy/C3SdkVuvDDQTau9NUM5erxPaPEsxvEF9cEF8Jql1caXXGT3
PsSkjOWVwtfgHTk/IiZHc6+h0ZwQMQrqyWrRHKvMGg6TXqQ7ON49yKdMDaqWW0c2aerx+kSsmV/a
IeICAFweaYZz85EJ2R2IfzuhMjjUR6rRFxbcwCKx7nTiHGeiuCaaJSp0Y9gXoeQHrgpXIBKbCwJN
uv+auiQ0gWxZ2P2oUhcIFHYLsfR8I+O0OjrM6f9akZ7NGIc/huKaE5JH4vUP3WufeKiTvFdbdZrl
KJ570wtM7F9Dy1X7aWOro9Ya+QxDUIpEqvAte7++TJfTheIAwmAkMACxBQDg/PcneJhB96BdaEz3
LP5KkZSM53e7ODK6ETxdTpmB/BzYp4C+6XiXpP3IJojJd3M9hrNTeiraiKEZvaewL0ixVoOB3Kfi
mWQrxX15A8HogtxCowFouMuklmnQo4FybQxV+gS8GLyPk5U9FOa08VKsTCNi4cUWSjtQ0ZcG13Sk
QQszawwrsC/bSnU7uwBNH9B89Rny39+vL9rHJXK+K5aewUh0IuGJ+rRcbnfGiKUoVUxh7+M2/WZX
7mjjDvcqw+0MNzUh6di7+2+vz92Xeq/cZN+Bwm/3cYAGXeJ9fBeP4qbwtiK/y62Kj8JGgiwK8nwX
aRXBSdewIZlCEJTuBiA6hDLteVH8h6lG7hJ8HgOVkot4brSTWkFpcgqbBuz14SGKgN0v3Lb2xN9L
Byzx/mdj0gvW2SBgmGMxhdYcYXt6pKx9h/CTnuV/CuNH3dz1irgrxSFWNoa5NptwOhYNjQX+J9OI
iUKMnqXtFEbmMbaUI3pvmkAgXd9Ia9v2sxHp9M9FCQ4xqaYQ2du9ZaCT8TDddnc82s3K1rqtHEWg
r/Ev8mEL71ty2UbwGh0rredQTwB6jb/pjeYR8tPSN5yOFQ8YuhnwAtDOCmgtwETOrzT056l4YXZz
qNSgR1h7+ytpwWfzS/j4fpvtimzDb7sEjEC17LNF6a1LBy2FRggsWt0c2Eb51D3MlWt7yEeVqj+W
d6MtDsXoav2G5Y8gULoIgEuAriOYhotGtrSA4OJ0MdGGOfz69RS7wenxtnS/38fuvePmbuXG7mn0
4eK7kVd5fHdMd+nygxsFP39WbuOqLrhSu4enL3cv5VfPdvvdN+a+Qnne1dx6jwB6H+2Q13ZjX3Mf
DzhuvuU/79yn/d3dzZ/H28j98/vP9R35wW+8NiLpZa0de7SaASOCMrF7H9ze9oG2m6AT33hO0Jzm
W8Bc7p0duzN953tz1+4p9eL79tE7DO4NoO/uQXc3Hvv19f00y9IjnKT1aJp8+ab/Ie1bextVmq1/
ERJ3w9emwfgex07i5AvKTCbcwYC5/vp3kfOeZ+w2233OPnu0pZFGotzdVdXVVatW7bwstcvzPEUq
y0FuX48/yz1gedXwzAsxxo8yG2Ei1Tg2tY7D09n4LY6Eti+kRNxGEXLioWDH55hzJbOjhvHQwIhP
dMyCAxsKjJ7WW1NBmylIBLVc3Eqggf4FPmr8iUAFnJC3l8+AiGSrPnPOd8IN3Igc/d5VQJOGajO0
JkSqyrtuxW5CBetCUut4GhX2AzwcpHLSk4It3lrfxlZZAK9HdLsmMhUd8HPooCbGg8V5b3n0chMR
ys1PY5y91EdxOJPw08REsTXhjGefFpGwBGco+IPtqg+3SgXeFFXkuOHJPQEseRyXhbYPFj0loeqP
GTaluJ019VOTu1m6qIxfMcYyPN78+wWizRa95aDQgnuUf15RV3sP2GXZl5EvbcWGVpe1eW5Iet4q
Au3lxsokxZ5VX48lTjhj9DJjCIGOrnmUvFmKinRQk4sU69IW7GzqkJKokiw5+m4TcHhlK71exk27
8MP0iSN3dLm31jP2UKNHB1loPN7ZyQSKVht4N2vSNlsLhjuoEhLyvd31vxuMQ8joJTsUemZLvEHs
9xfqKBbxDwBjKM6xpbkoqeGra0PaRhVeHvEqFj4uzYWEu1DgZEDucxO3kpiIsznLFynqZjjLS0Tq
T9E/yuJrVsQUc5pqHmph+hiBhUM0BNQSOthurVZsZpdQi7CuqreHHeYmEnDGeFpLykgi58wDFdaX
j2v28SlOrRH7NdJ2Iv2CZ/Wt1NAE95qmZvLWmKGn03SCy9NMssBzV4efgsjZ0Kk1QkVRexcBFgFH
DuOZSjHEiGojl7cpOjBbjAapiIqmysKwU9ykxUZoYpL0PKrJe9sf+/1H1iIkRhVc4bdrPIORsx+i
RN4W4gY40zqu7Kw/+nXLiScn9hJyxuUhIkLVmHFuhZcoYaGX8rY7V5aRfwbSjEThGeg7OHxTWya8
MVY/aV3GBG8kMqeXZF0zaLMKp5fHBGy7QZ6TrDkBWCMoVtEV80agamVacjAjyPSBjddErwjN8ddL
97vSipVnzi8paYvKiqFmVTibZ74+T+SZpSlocuFBSyc1AChPuIuRWBJad3sWeZTKtV4X8vYsOJGH
7EFU0swBIF0qHB9jbL0Z2vx5g0EmcldggUGoihwJXCWgUbdSg146A9XSQO8C7cvzE6szQ1tU6Blv
ZPELj1diomWynl2W6A9wH1vYfZCBdlfoO5BReFCCpeNWtqSV7VCXtYyg3NBAIVSB/t9LYuexlIl7
RxOBbMEsHoB0QG1xK6Uti8FIAw+aEGUHrxu2xaBYeVhTQc9AjSDiOBVkwyv7sdipnR1J1ZGSAwQS
x8msTg/KthSQKd/mzW9Qk7aQ0As00YiCqNggYUaUP5Ug038hduSb+jEzIIaYoDxoCvlclQLqD+jR
7kunEnra6SkxuoUunc7x+UUXHDlcg26SE6lOHee1ZCZ4ztFCEc9iX9vmXVGi/79F5HIReeObpo4T
1wCYQjAhUgFe+fY4lSRUssgLtG3koQIfo3H/8t0XCyFXLb9p7HZfRLyZA1OmCbjLyB6ISVxop2Ie
deKgoUoMk936FRHtS3+QwTtbRPM2fxEx7aYFd7LEiSHuNxOPRwRzYzp+5JtlNrMHC4IwGPGwTeRI
ses61BeVgJFmj7VlSgqwKAiNRrLHOwvsA3VQ8uA8bOUB8X0fSjJekLrOscBJKTJSJiguoL+DjfxK
T4yzuCiGrS5gAIaBcQDQRiXkeJP7u2xsIPorhVH8PDV1gF3wTmqapFvPQj+y+9BDdC8bwsL01Jaz
dxPycG8i5QSUCFoSWcBsZw5y4sWxtPUiRf/INbN3pMZAeKB5QUmAKoro48O6T8ogjv1hNv2viJZx
ZGDmMUs8yxB0ASaDJgvvEqDhEjyOQl5cmv919DODw8QDDd3gMDO2HBRkHZCiQjPblqlIZj1e7R3e
5dGz5v8ZDIw2mD9e2/1m3opjrLorhDY1gQ0HxDGytKS3YHBWpb2UnIkeE175VtDoXq5eITIqT+rF
F2eAr+W/k3OyDsJoILVM5FlAMLRXELSROrreqd57q/CYfMao4zYqgfSxHgIqCzy1WCKfmXHWzRhx
7jZF//xX7y/093PyJwZp5OPtvLc4dCmNzV9ov0YvFqubSRUGheDFxnYo/V8p+mNw0Xkp54a710cI
QavnDy/6iMa63Uopn3WdkafG1kzS0AKwF2tCrRmtQZf236znShQTzelpZuhnEFGhfGxkZIYRKXbY
gYv6X+zalRRGCVt/iJq8x4IML3UwnYkMOY8mbkoBrveMUb+sNKqs8XEw6YxmwjmzUiAB6tnR0BPw
MkUvjxc0ZVVX0thy4EgHlOsetk3Sksoxa6+m/nA59Ka/jst+4OjDRGEACoGaNXgqkBa8o5tVh6oM
G6Uwtn2fURn8iN6l2lSmZIuRQYdmaV7qedyUC1WuLXEZYyJoWEtzKa8/zMg7nZ/jZvbHjD2iDHNF
wuMHpcIglnapgqGQHp2B8gxaMO/RjIMZLk3cICR9frxh98cz6rGMdBQCC9yIzB0ylCH45oGmA4dl
NwA7i7tdppeOqt4iUw2ej51I7WHqBOIYpETwbr+jFle75GxqaPpA8P0WmS460NP8UKE4GZQgxw3r
3vK6y7ciPAWpTOpU+F8TQqCreCQHRlCDUAMFnVsLroQRci6clW0DtlmKGjmmdUUiDxs2ET6h4wIz
hZHiQ1MQwvBbMX4hCOjRC/VtoZwx2oKqgo033+xVdqry2O6yoOQ8N+/1HnUwsMlhAC8QIEjB3Ao0
c3R8+V4JiFQjiUjBFG/nFEknMX4XCrPhhL13nUAoBgGHhfZsFHwRBLIRN1Yel0kjyceY0M2mWRTk
1+K4IAUlZ/K+1SzLFeie4xDv9pQVyuypAAMx5RxCg8WF0nBZfi/d1ddja2C3kZUx3jJXd2UHknBM
l4cM+vHGCdbuVJ/99ni5XH1buszC2EvwbWfTLXb+IiJLy/Vsjpg7LhtWDKMJjSB7FSaTyMfXzU9K
vyOL+e+nNbG27sGlnP36gTddX++sNOaaunhDWc7GQ1nRk+R8bNrn3eL599wW5tuL1c1di6cGPz2C
jyQyV1YPKoy4GLeRbiSnXAz0I7AWiwU5uzbJUFFRrJeIHL7NBWepd3EUu1TmIhtUTLQBQxYEN7R5
G6DkrctdHZtHvRUC7sNbJfH0/17dCpNLCXWOpHMXEX1++v3WO5YlvH/Rxxo/fYLgyAODMnrJAWW9
lWhUHVACuiAfTxe6cSqyew7o8/w3sXEdWR5Z7umr4HBkTq7ySiZjynXfZp4XefIxW4jDfNuv3w2y
tXNa7ZZWSw4HkRzc18cy7xDuPzt7JZMx7TBpOwXxAI4vWGzOjQU63i9pmX9BWVyf7ve88vy0v7oS
yNg7kOHY9MGUjy0oq1BNoa5nffHoS8eP3FnDlRDG2jGGsDVw28lH1RKfvOf/66Yx5g20cRahe1o+
nim0MR7s5tj96qO1m8zdF6t82ScWT+Rov49WxNi30qZCeAG/2rG3wNlYD6ffloVu3cXeXVrl2dlz
tZGNgFjFYOw6NusykIEuOlL9y/1+5QGz7hBqzPdZ3PZs6EtVDKF4q41AKowGza35u0yXAXEpTx3u
qIJYYcyLeWTb0poB1hyT1tqkZLPb7Y6LZ33x5+mJWPbnJ8QuW0K/eGPYpu+dv5o4Y/xIIASVggFN
WOapo5vAchaLJ7I2yLtvWdYXR0vuGBvYdTIeRKrqqtNEHFqwXtGPD7DCkY486cf5pSeWu//yf3G3
luO02BJXWSp53gA8flytHJTKm0NCMfmTyhje9N2TduXGB3Rs0WjOvRQ4Rj5jPAlm1ygJ0nTy8eK8
bjbB0yZ2Hccni2eVztez+dpCjY+Wlvu1f+wzOZbBVtf8ONZzcIbKx19HTHEnF05mgnuIjHdRw0uZ
ZOPVs6EddZwBQIcnYtv28vDNjVSmw68r/WT8yswAgjBroTGrj2pvWvkT9anLiRH+wQgQJeKNAcZJ
tqY1hJEUKVKsYEUfTkIHKOXiCXfpEgNQrL273/PA7j+sNvfu8q9E5gKQqksn9aPEVbL4aBZA2CPw
ajbAZex5jI//ECr8lcWcVxnWfiddICslr/RDokfnGZ7l95xYif1y2O+/ONt51//1X1b+VyBzZp6K
qbqFHsE101/1824gKZ7zpEA1C0CaBZEXZI0Z2Z/haekefKBjMFR1Pz493OEpJrijOO+e6avp789h
bgoTExOluML6aez2LUkX6YEmp8c29w96+h8hP0Zz9UwA+7CXjuRpxzx2z29a6RD3Zem+1jyUDWcx
P6p8JccA8fFlyLEY7Vd8tJDEJRontPzJ2D/QzR99uhJxVkt0RaaBcnylOz2yW7pc0pa4TUs4ijId
mwO78//tju3FTJMsGNAFqBxRp8SfU2vjjSW1lHLuHe7pqLfRcpNllwgD8WBuwiE4eLXtEdc/YBYz
WXFE/cNV/ndNjNc/d4mMfsdR+Tcn0QLLn4VlAW4m2h/pS7Lyj3uUzYllJdt36xDxfPO4kEdnx/iV
tjZST6zC0fROzoezOP74sjkhNp6tL7jv8IenL9P33N8VM/6lmflo2x1l1tarvqxUul0iXBGeVl/A
wj02s3+4e/7KYlxL3oNSNj5DN1er3to4AnGcxRwgXhsPyCUeyo/F8YyN8Rxt0RZ9ZEIaDUCcsr+8
ut+8FfFUk019otxcy744rkgj7XLT2pV1PK/QlJipPN/BlcWEmYCwIV0ojZa9cXSkcS34X0c48t5Q
vPv0jr7k4uln/eeUTr2lzzcfv8iRPL29v7f0Ew9wzilxl8VElWafpQHYtHBMEkI8A29DK6SJRTlx
1Q/2/oFxsQNpajNIMvHnIjltzouPXwLBGx8BHZnZc2KQz2gEhaKHDiDQPecOm4zpQFs5jgzEaD0W
IKYp8MfIkSt4IFT2sKcrzvdHTb5b2tX3R79y5fN1pVPSqk8QmJt4gWgkuwBU0S94JzXmQR6JYZyj
Ch/saeMyXhEMzzZbe3xcP7bZ6Yfb1VIYF9gYoO6NTSwFFN4OnMTGAd/EyghpfIw2wfxMO04FnCuR
cYAoQHp+lmbj4cjzCz0BHxqTzsKLxuVdL9OB49XqGAcY1uArjc1UOZZOSceT6tZlQl8O7v6bl1WV
xp16dFqM+zMGcPypKnayhhzqBFRf2zDfPW9RHOX7SclcKd+IUR8wSUU5RmdaHQ/fLfF/cZSCo3hs
ZV87Z7P2nELE60a1ipcGEDWrMByuNx/t5MGW/biq66XERWtEPuT089VJn3+kS9RCsq3rFrxNmw6e
/moCC7wwjTLNPQ2ns9mgVeBsI6poSTHCz53Hmzd96V5JYpwD+gILDPuCpMI+0Z3jdOQ5W/1OiI0I
11q95i5H3uST/Uoe4yWGChPbmzM2UQE8/4T05uL5eWY9XcjT+t0FUzOg9o8lTt8gVxIZnxEXAwgi
E0gMX3Vh3lm26+7NY/oWk393N16JYpxFnvh+VKF9Gs4CEe+MYHWL+bM6VmFsawmPwbm17tDrP6+x
K4GMxyhyL+wFDFM8inP9Y7XZOYsLGbbVb8v93u//xU5iSiFaZjEDCPU69MvdXiSNZ3paqV4QzqSx
Ozgzou4BZWzk5QUz2944x3bvOG6FMfFMWzZqI8UFrHp1QvoKiZ3FfG7uUTPBf5wbciITfSuMyZSZ
QlOkZT4KQ4qTDGtMig3ogtjbqh5LQjxx9873VhwT1BSVWqIFAOKqcn1Bd4q8LNB9UNDZZh1a8lHr
8IaxOPczTyZj6L6a9XEUlsrRlNYpmEJVibTioeA1PHO3kjHwIAvTkfgHAdsJL6PWtMa2AWeZ2QfX
xQQe3lbeO//brWSsW4oEU2oxXxU5zo2ok+xTXMPQHusiTxUZs87KJvTbrIaPbKlzCiz1CaMaLpb1
WMrE9X+7FMaYezAUA5yNpbTWSkRHvw3gR2r1O7VG7zICDt7WjVp2e5/dymNCgJkB6hyhgjyq7Dbl
MRbIsEE+jOulOJrHvoL6AQDcUv45ovRP+cLR6wkfeLMMts36jBBj0AucTtwT9ICJMGBETr9PDcWU
0+CZx8s0HvaDXWPfPwJY7gdgW3E1v4afgdM+cfkrOOeiMN4ByJxKOtdYUL8/raKj2lKAZZPXMxIL
K45mT4S3t5vHeAVBC2fpYEDW64YKZEO8RWPhiXVoCS9lPlF8uxXFOIZZIF/AW4+NA69jdCH1UwA5
vGzQRH7yVgrjD4I0Vy+5ASmvm1P9+tHbJhnOy5qW+vhwPNiWTt4TQrbC+2qzEnabFbWK3dg559L/
633J9q/pYd7Owm5U/FAn9fxPvFAQWLl8HAZPYxjPEYuJUYNxfPQcqAm20WJmmTMr0wm1KMfcOL6Q
BQ/WUuRXF79BjpKsKLqnjHX/Oz7wXBPHyFQm0hgqSVXadlRLjWyoMTfJx8fuSOYgXiYBeeU43lHz
Hpg022icgaI7FkWc06nzbY2Uawq6ybMl2Nq+CTb8usdoVI/kMdFGJeelHOTYww3dBcVyjWrqzKLS
k0lrXgJvokBwYw8sY5RYyJWYjDuJS8X7QMidE2e3QFnHX4SLNbBB3NuSd4+pjE+Z1d7FL1osj8Id
7zYk3bQLixv68lSEcSd+VRjeZYCU2mqXaU+Q9LqkhAgv2hyeEoUGXqzNiTRUxrNUfW8mjQItGXav
xh6zktyamwqaePjdHhcTapRBfvHathoD+hMdkPHqqDffxIH9WOV5m8c4jCFD70Brjl4yJcMq43yd
5+pVJrJIz5g43jRYRfoKplhjGZ6tyligZS53zHdeAw9PGksam1Voq9fKnz0DSfWr6chfI5TarVxe
wZmn2hrzKImMBGx/CkTRDYJbiTripnKKd9xkvKSgzHESLCyy7ssQc60gSgdm4KSXP53JO1S5KrIA
bfyhzOxuXsB8v7nPIZ7TYIcvFJleKf0Z94mCMscG3efAc4V4EaWbmW3O64ZYMnmxMK6MZhuOM+bc
LywzqZzFdZyOV1lysdXBOgpWYlBt4L2GuCfJuA/JQ0hal5DTj4YWUDy/Egc5S4RYnBVNpNpubJrt
O5SqoU+V7qwAsfO6MTEV4lnbDh9ItvkovXETbhMlvltxjAuRmw6v2fEBBlDE5vzLIGMwt+JWuUd3
9+ASY7s20QKTYoojxLTW62m2c6hst7WNYtRg2+6F10rJi/I1xqWUct7H+vhkftUkxPer4UzEeWvR
TrLj0rVIRFx3Rg3rsZ/k+WO26cpP1LTp5XEzg4acPcsSSUy/fYcXHU87ZHBFofsddQAWZBjnXVS2
cY/gGBMLRSLs1criBVWjc7o/sb8yGOfVmBgPAPrI0XmtujcbKQ7yzauj3E1sQ/vWyMrzn4UwsU1h
pGU3eBByGlGglbVILYCOtkAcLbO5+y/fL3/FMW+lWdwq4B1CFLDanDbpxqqodUAakbN1ozN4tHNM
RKPrmaIPBRb1ehaJ53MD0HFTHn2fcUagZTViqcT3Y/K6wXzi7RZvMJeL0Jo22b+bNf77VQK7yJvO
67ofBag+TWdYbRz8B5Dp5cu0si24u9u11bu4zQzH+ub1gfzDPf1XPOOY+lnqqWUN8c7OAQLarik3
u8w7KCauCcEuG6jauMITLmgAkXfHI0Bv/twGCB6w0uW3Sb85yjHtcNGvgeZLmC9I0G+3VYjV9nKZ
DXgSBSRax9vkXfyj7upFZsc58Q6Ry8UvToSiYBADJZKpj5OGTGaZoLQ1fa8ZxGPvVYON3Lb/7seX
M8SfRdT4hhBjvA2zd0NT9kG2KclgiupLDvPOxF6D0QJzqDAvGKzCLEoZODFJEwRZPJ6rfTROOs1s
I3977H8ngqARQgKyJNEUMeKENe/Q60UMOZePXXwEhT+6UVSOh79j24HDggg0t4JiFv02LCLG0NBh
IBeljLA+Jqdkgaz9h19auwQ1Rn+7W0irZ8GaZ+76TSeYCE6wUtmp19V6a7808wNHmSYXjFlLoPtG
bzGabm91Kc7lUMvqM8DDAVIGSkG1ikd9ORWPaOgGHwfQYV4Vhi3cykhSzGb3Lz6iu4t1wlCAgJgz
0p4xBZ4gUbsEhh6U4vqWN4dkQl80UBaPdJsKiPvZG9w3ZF+tSxliVYXkjYvBAVbNjdBHjWBcKUYe
aID6gYhONFjY0aVrEr/ITXiAXfHRvHlrYbn8ViKiPdHHqjll9jeSmEsh1tCqdw4gqXRWIJI4mnYs
0Zi6qxq8V6XzWNrUcwAdImCCx7GBtmbGxD8YLgfid9x2uCJisikyu5HJ4CMxogAl89xYKjotKhB+
bTqdNPMXlLgoRzWnMvtArICcFQ3HOCP2AHu/60rVExAyL+Xtr869YHqFiwB9JoKpyAqdzKLDrnUf
L3yifAdukJE0GczO6G66e3Jp4mXoRXCHYhwW2tPqVrfEdVxZ0fN5buprtKfVMyKnhCN2IljCXhto
OwaBMrrFmf0W2zgVMI3EPCIxbjcreVEsAiK/7Xm+/Id/kVHYsetdw5mCmQhj926tMRUiPcMkEgii
fW/R4lMc8QXla0J2+sIHqFIg6WeDvykbKbDeohB1ImUpgqDMNWbo+OfdoVOR9s0PYtxDJJkYnSfI
5rGy/e0mccJlZX34rkDAypuQZhvZeUD2PGTi+NVH28Dst9cGnuajV/mYhMR8jtcwpANHlSZi7KuF
oQnwdqelWu3EBHytx76hWUDDZNWt1EWovXJUZyLMupHDxNkYkldVkg85q2hR272JAZuOuVVJdbTs
JKOWUpBllHPusXF//nn/MPDpdnEROFL9GlxnR8gcbLMmjUhz7/PSAUeqHTkrfHxYYBy+FZb5saYW
Z33UWXnZfiq0rUjkpJamk+1SsWz9lFNumpYnlPG3QZsI0YChkEdaLgS7s7aZ5XN8+oQxmmBIxeQm
8Hgq4KRhdlGoKiHJW888KlQhGKi4Tjs6zAfLfxF2l0Xzps2rlwgvTw1DMTd+bOmZA7pYHwW6xfB8
/kgwaQA8P0dfm3t/Hu/5/epNEV2kCFXgJnQQyN5uuXjp/DQPAu84FFQH6d8sXeSqSaQGMOEkcWY6
Zyvu9Qny0LYPfn+MDgL51K28LhPlS17E3vEk2sdjAKJocuJd1vp4ZLdKeyuE8X06IJ8mZnR4x9fT
7o/jrAxrhVyXI1EJTchuPt84dLVBG8JugZ5W3w12T+/LpR1sP7fbrbJMn/Aa30dA5y2XoWMtlwfr
k5e8+SnnPfqJ47lcvZn8cPB1T8NPpEDY//plInve0Bxw5k1BjvPtEqCpYbmUrMF2ARXwLd6ko4n7
D3v0MzMYtz9ibcYxDqGvyRgG7KEaODhNQzR3cNv3c08SN98J7zwMy+SR/BXHPmZSw1TjoTS9o2qc
rUg/abzJERPh582C2LlbfqFc8raBhNLJFmAY+yhAZ1MsC8u0gq3/fibda2nJ7mPzke+d8g/fPmik
MSrxfkxVWJyNLsszdeyKzUGzqFrgCHWeyRy4ozXU6QWIGZ7yTICrEEMgFgUIHthOxPOM8lSJF1Vh
qx7xqJAoAKWA5xTU220/W5LbmEWLWO7w+XilP0hVRmNvhDKWq2eBJ6kXCC0prKYiaEsK/3h04WxO
qy+Tfn3lLm0bt8hhNuBAtvbgZTLPZP/6+HdMnfPN72CM2xCkBvNv8DtUJIKcfJnQcO/vvacF6U+Z
rb+pv4TjY5ETPvJGImOroDLS+qio1WMWko+zQvRF6Tu8KPg+V3N7pow9+pFcJbkGIdTcfeh/noeE
dHMU0faP13IfrNyIYbFWQZXNulJu1KMxD3bPT8pS+HosgKecbLdJH55nnmhCwrATPy5IBCkUHQWL
OUjW192yPSXEemk5YfVEBwWWpStg38TMTcxgHN3PlTvFfORcGJIeu4dWcfQw+Pax2hyJMDYLrp7n
M2tuadZBBIktqMm+98qCs+jJbb2Sz1ikgJFdQap1o3GkACCOVRynsI4IXjaL2Hp6G3usty+HYBnY
yJpzznQiOXq7esY0EaFlYRRj9c0p/NSXsMzOBeASTt1+elvniy2IGgIeDGHK9d3sOWOIeOvjn8c9
HxtQqbPT3ONCF9AH9zyzbYBKlt/9r3HHfUq5VaxJa7nab8Yklb7Skc6AbMAxfJQCX5PDggx7206f
PtV1hBS0Zf4bPMTtPjM2iuFlzWyY4ZQr28noEc5vrgKC+T7j6fPEmxiSkIIDtQgyKhiwdavPuhlG
mW9IOFGYzy9ptZgnZA0iAhv1iJBisi7lKPB9fuNWIBN656E/u2CM9HiPbT5QCoQOPRv0WadzQEzl
MWa1kIDgVnsmXevVOhm7zQFXALgfYoEv2ZwdSV0kW3n9NTuu9snH2PTEK4hMBV43O8tY6mxI85nZ
QWJtragTuyDLdLs3jDF+/gP00PyCStPnC6i5Yuyyudhru9nCsBNb3XIc/rT5XC2dMVr5EmhSkOKH
xEC8bJxm0XkEjSHzcL1eK8szWeYUyCLxf1CHnb5Cr0QzlltEeippMUQX9ivwbOiryOdlj4BXdEcu
8seqNRrFXdxwJYwxVdVTmq6pxHGd0VOTHevc0makFO1Y3+kx57k6kT271WPGRGVBwYzG8yhtsJoM
flA8vC8rwBz3Y1WUYzW8jWRnKWqBhhFfHiajoUzkSGB5R4UNHT1jPw8YQzhufqJF6mZthnTrFIzS
KDG8HU7P2BRLsLwQMkc3EZrZ0HZsgTSMzjjX2kRp5VYi44byII4xGh4SNRSQPpx5vHAfKwfP0bH0
SdVwSQ2MRlBRxHY0F3ywW9veLvHcQeTDS3ZO35N/VdFgvE2oaKWiZTiuhhrLisgWPf7EB08GnQvz
xE0dgQr0zNGS6eDkSizjcgIzjWQphtiUrDYbNJMgHnIWBiXkN1m3FE+9pes7Xy6vGYfnYgzGxSSg
0Ev6cXDf62mFkMRxJHiY/EWwyfz32sarcnkQaGYlVmTxdJVzn7AUi9ElqVq1heicBE+6JRF0LOAy
WQMmaX/a1gGpvr3BqRxxzZFxNWlvRMhlQ6g4tlThbI+p9byYe858KwNVxVFd3hIZVxMFcWKqNVzN
aqW3VokC8ViJ/jftETdGeDflTiuNOMC03WPwHhzkLx01VOG9Jas9T1F/4I8PXDXLJtyZkqCDsQ36
Eqy1XbxFb/Wmfi3XEv21KKzuQp6fcT+utzJa8bc6QTi/tmdzDLYow5H5I/71f9thNm0W+a001KO9
yrZEcJwktuZrdO0Gtvr8WNQENOl2k5n455Jh8m+H0a/w5OBuET+dRUcICS2o60s3R4/m/ptnIvfV
1luRjDdqgPdKxEzDm+XsJDvtshUXwDO4lkBN2q4O4N3xqfkurCteEeIHKfnonBmHFEW+ViYXLDYu
CQVFuHUR6LOD5GQ9LzwCfC9wy2M9CChZ2NGKrg7uwXp/f0NoMljvW0CMHu/+BFz8disYRxWoRRmc
RdwC+qawfwl4uSykeWNbyJ7U5OuxMF4EyFZGDPFcBX2FfY+/c1LbSLg54MJahHMpJfLv97FdcbZG
MoO61ifywXCUj3/AuLuPdp/xUnoQ11kfqbhUf/2OM060NYEsut1KxitVSq60fouzjWC2BPxs9vbT
fryACVLAaxl3Q7K6AcS84gDPp/krpyDxQJKnwEJbiYCyIWbz1XM8wi7PEbEL0xVJ9sIxnXGH7nYQ
vOq6iAI7hnQxgZDo1X4Ygbr1uMrW2i/1N1ijOBIm3/NXEpjAp+yVCzABkBAHezldNzXtBUsTyOvj
nZy+sa7kMG4Hs9JngTJAF0UL9Ud7/vT2Jlkj+BKxKi8Qn1aNK2GMw0kveS6Pz63jxSTleWd8N+mL
hAFfHYaoHzGdCoBakaOOo+E+OinG05hG32SVhH0Mv09V8poLy9rgHNV0CHm1LMZ5lEFUeVJqoJJL
MOlmsxv5K55fXkaSJM5x8fSOeTeJ3cXHrC1s4CrM6LBS6WBQyo1SebrH+AfMEI0SzJAYw8UTeo06
kSS/Ohv0GCH9bl0TZEavXDzitMwZMioYlqNiwOzt00KMTFxFaqChZ4smOzhCXETf7QqPGPeLW/Af
jedeKf4jjG3cKrVGyNs40vCqoBuaGMgMGsQCdwVX0uQVa/6VxDiKwugl2fdDDa8LNCKZJD9xeRyn
X5xXMhhX0ZcmxofJ3k8K46MJCMATc5ksQU6UzDn6N1W0kTDo8b+PiW3hyoeLZPQeZJnuhirAZTny
orPT923NaxVXpi33ryjGWQASkhWiLMAD4pDG0tTHblPb5wWmhTnH5+fnuWmd7fV8/V6vt2CxWH5/
gyGQ22cy/QK9WjHjQDrTC0B2C8U0nWzsIvcWTr2QVzwQ4QTXKK60KzmME4lDta4jz4cBrBpa4CJD
DhksHdkK+SDUjpbWIbP2e8oj2pqOfK7kMi5FapvEU3qs7/W0Oc2cejPsty+j+ljc19GU9xphPhj5
I6qYn8ucaFM3heK1iXasliiH5kTvkR4RXsOFekKghWDza0UfX2/jF1lDl8FVDA5H5EbVH3W+ysr7
YnEuy1TRjqqO0WJaSDoejGf0S6wEzCYGShD1N1DBM+qhZb6Xz8RxTeQskZJYn9If3h02Ge5cC2F0
o6mDRDCaXEN/OqEf1We8Fa3TKv3enELgpJDqof36f0B/O+Umr8UyqqGO9ObnYRS7udAgHBv/K3Q9
e8cLqegcZFD2xVpCKb8eH9pkluRaLnP/qHk9YBJDOjrNGdb7Q5YETsm1/QJeO15QMqWU18LYiyc3
LpcyPWvHocag2m3qLYfPIJmblMdIMWlpfyXdBa2XCkPaZHnczhOw0MpbvF42L2Af5K1oMk13LYi5
dJo01oJ6FBSjEgQGYQf5dLD7zp/QxSA7Gp/LaPzgPxsBcHz49yszi1TjotbjgcUETIRAeVvfX3wW
Cu4GMrFqiaF2SYUHK8SU9GTMZyh3zwDjOq+CZz8ilPJ28qfp89HCGI81RH6tKTIkIld/2mhIVZ8E
VyzIYFL9t0Xd15Grtl/i//kenbYvL0t7sN6yBKBsC/Q2vN8zedVfnyzjbRSl6BoM+YazRro3tfN5
99zYrtJynwVTJ4rhkeBtQgUIAAPmREvwwdVd2kKQkJGNeZJBJ+v4qA8ceMY+FfhdS2IOVW0Ew4xq
SBoOCJ+FxJoR02ngaQADhTsdE9kEysRxMVNWfy2VOVhT7lPMku20Y2SSPqbpXLwgdTY8od4zsmHJ
yP5+8eot4zdZZVIxHBfAZA287izSqanRP1r2mnY8nSTQLeUAPBIJ81o1k55dzHTyiK0hE7u3ajf1
wBfazzmL5v0A5lAb1UOYKKvaEXhM7zM9O/KxccXA8tNPVbSAr83RSdAXcyXkSJ68wK6XzhxyVHaC
0CVYOuYTFK+o0IrvprVe10g9I9Qgs/mbJQIXGeyHiHfSU2HktWjmpJGQ9fUkgOjzb9nuyqMqL3RA
3WsPOLiWyu/Gu2laoreKgRZPljl6yji7PqXgsxFVjEOXZhIL9RfNDAsfghkS0SD12m3+H2ffteS6
kUT5RYiAN69VAAjQNtlguxdE973d8N7j6/egZ2NEglxiR5JGIY0imKiqrKy057xkJ+/ox+R87l59
1DX/PpZ3B/BNQ2z2j7zZgpME8xyNAnmbMId/7nNU1lviYhAwf0U7M/Lfg7ldg9lrKwG5NDP81YDR
L0v4F5NtGloOeVHkZUmbvLDrV8Hr2GgC71OcGHNLrEh85diZ0rqeaiuD1X0dj+JI0LizdM/u3O0r
uTP3ISkV38V0m4JwHLjUAM14A/ks53yNuGsn0RadPymQf9fjx7reWYz9oyzOii19wcynKGoe8H48
vsCzpFeMIX9hpvX48iau3zbV+q9nDtbCod9L40yTAYqEbiykpebjFQP40ZsENMBOFz0FDq+joDNs
EnNK4xyrjb+S3h9r2W+gNzNmVwJnSxziNPDiloGWobebS6hPD70eWGxrMOfE/lw/u/vntUH8l9/6
EpoG0DJQA7A6wgzBwqdMj97sU0ATpmBmCLOZE9/htZ5VmaL2WlcxjuqZUZ8QEYQ/XyWzKoMnCXNK
XL7uhPdsVIjU/SSZGTXHEAygWk8CNic5/1nkOyksSQgTGAMJ1IrCbReQJD20Km17m4kbyqtOyez9
0SgA+/udLPWL3gurL5fwWxe5cKCGPBvqXC4Zh3uufoTa5jUfkL+NtnM5Iz8yduHStnEe79s9N/FK
6MxNHEaZ69SkYByG1Uv4Tmb4l+EMaQMqX/A/EPVAuR3rnMHoTo5L3Zj3wuor4bO3KPYTxY/BuOak
DZqNn6OY1b0nWTgNuZ4VJcmZE58upL3vDADgivyjKHPIiEJQCxF07Ywj8bSoTFelHE+05rvdfAEy
WPguSrv545I/ikRGETaxADPp4z2/58JefcLMOI8xg8k3Hnsu8DTk6ffpMJUmc6NnDIyRgo/Ceizw
tqyEW4G5JPAD8QKmr+btdmqjsgxb9q7jqdTcZfv8WTRCU1FIjHrh3qCtgY4emhwWLuWvxl5dypnc
mXKVuRpKPg+5FWfXr+XGm1pLThUVLCRSdGfHoqAWm2RVmSsn1c2VtwrhPoe+/RwbmozmzXQVU+Hp
8W7cJqB/vwrTNtgIgDPNzaTEZmB7d3nXKV60gKhVRNovFJ++ikQvtWeGbQgosBZk3qQAZzJn5klt
azf1RQGN1sofYaMdJbo+L0Fe3ZaUroXcZDQzYIdi8s51kCRLLDx6Cnnb5HrrG/JTtMKwjfqkuIY0
EBawQCZeYBT5fgAjwS8RiN5q+PQlaK3nZQ5Ey/iXa2usFUMb86mM5QouCv6Hr8MEKB1Weupiwmbt
9wuadpt9nwmc7S9bSKWftJLr9KUFujdMpfxtdspuNMr9PnFgss0A2UHeWpB762ddy51zbaQtuLGx
466ziX42b9E+I4nhpyT6cM3XKJia5dBlMEUv2tPxOT4+Hxf0arKQNzfsn41WZjdMjbOYEyrVdTKJ
sBWpWVIbzDF5glcDg/1Y2O38yLRYzKuKICSUOWXeyNF4jVazos84G3HlHsOndOsaAwkN9DRRcQ2Y
cPSZghTDW42YB3pP2qk+j1mu55/H33Hr58y+Y+ZTglFNzTKOcQEnsIoKkikGv6WRHuiB+RMadUF+
NrLxWObtIO1M5kyjVZ8BlZ3qMY4eZ0CU7bdm/Mcxg4g49o50H6JAPmXT4jfr4fVoWbGhfH4O+ucZ
Xu6SZzup8vzIFdAeY8qUm+KJ2euheYVXuQM8HcyOvHhIAo5Oe/Dfkr1Io7W66nYdR9axUSGUFC1t
XX+E65KuC47oS1Ntt+83NuXyU2aZiEHoS8Zt8ClVbEn1az8RPW+6Z48jYY9pe8Z+fAjctLTZ0kFv
julhaVo7Bh2uzUqudjXoh3DL4ac0e9hRowfRBWpSPgpEfx8Lu4nYwEQ8vZbKREqMPPVMVsIqSabJ
UDKppgPw6dINo2IWaq85j+XcJjp/BWFCEtR2Ak51JqgOwqYslBAOCdGTU/PRRkivygfp55PXY6M9
W0j5K4tgArdZpGux86bBNlIypDwjBvlVPcJeiiHZFqZswmlfoli6Zzg0XgItlIC/8XBArs8t6jst
CzPIaqfejmNrmYLVnaMPZ7IXBM08oP4ynsXX7IB6FdpqvnBtuk1Dl/qL7z39Vx8iXH9IphZKk6X4
kEIm4j7U1rJr8LRXj43yp6ZJQ/JugdfgNns47fPF2mfXNcoHth8jiHzZ7Ho9/2uaHx+7zWZj5UCz
qw4pbrFMD8O3UxWkORuJw01ZgeIdz3O6nKS9e4NQThPBuI5S06+Zu4gxOC6LUICRGCf2jCYHftWG
9Q55TXzNbLSVGlO53wfvWk+7dlVp5oKq34TE017gCUG6FE0TmD++3n7wKYp+03QwogpxdylmlALq
hXpn8sD0/ZtNnCBLEOd3FwyxoOqdKL5/TcrFgtOQiaKsURgn4w4ttpbN0iUf4I5vp0lgYwUBPfIb
kjyzglzuev3QNP6ZBwusJtIktIXomDNvsgjw29RkaGLIgANwvZdUeAez80ixwUO+lviNFBqj5i54
m3fvG+bJFQGT5YAk+DU5F4sGPXKZBejpOI/M0a/tvjiK3bnvXytk93KqZpQvXvihJkL11vJ6OCpG
Cybel7D7VBTaYkZZ8TJdGAmIk5mOBlpAx8zs5J0i6C16DIN6KSK6yc9NJ6RJYFLGbCoP8IZrxfCU
3BXjoPXOgqm44EKI30QFDmOdkrEhYkZVwUjLVeHRASFa8hR7Cy7Fr0M6f1kAqCDJosQDIGLec6jU
XVLFheSfkxQ1vCcVCPw6/LjU7j5rUe8+RyBP69XLmO+44r3OAZQhA1le+coyitaVsAh1yUyAUmCq
4BoWptymaGTM53gqzolGOY+w8knUSGC0g8FKRqKYrEC5lbvVVKqZfWTLr/lIx31gNy7BBDqn6dna
l00XE+p/XSQinHrnUlAOhQkRGNIEuv/ZgfvL/fv4it41V5qggUceM0zQ6plv5VeNK7Gu7J+ZkPqH
goRvPFXXPo11E4jwFBdIN9CPmJKng6jHVqQb+WkdmZ/Kp6XYkl6bmtWBe37hjt15JBXUyoBiMsVs
wDKZGe6E90XFG0TcsXHH5SQYaf7UKCyRSs8qil27CxLKxCR7VjOQPluS+1z2pD3VMm3Epdt1a1Lw
LTBjGtxgZPHnbvCAKlc6DmFwrjGZnNsDp8efOOHiWwrNIepJHjkleLo5nZHWkx/UkQq0wwNKCl5g
8LHJ2JpEQbzMta8ds+Qd3hojJJjxB+4S/BZUo69vUpKHRZR1SXD2bebNNzP3qQot9qdC6L13C5Jj
qDojEfNn/E6ij5DdaSGGBViL/5+boDV8hwgVwng1aMmEmb+c9b1c1l0ZnOPhSXvG9ZG2yRllhmY4
Mk0AFB+z/JaRgR91Vl0Vz0q78O7eicwANIMKCzc9c2BGm21EwICTnfOZ8FygwaCl1UgzhWbflfua
Gcyw6QogimxbUjZ7uKtMeeozs/CMTiXZl3eIpJ3LwO0zq/AQnuqSSgtJiMmpu7Y311836diFhS57
vxqF6etqjOv6NAzwMMEEjzstO7ksaWv98b2+EyAreBFQERDApDwhu1wLLMqxGerRT84hv83Bh/HJ
ukYT6gW7yXaua8LEBA5bWpxA/HMW0rEg3lIHw22CE3zRrDAB87CogHFzN9BNy5BthSg9N6sUbDdP
7jtavGBd9e61seMzu8QEf+eiXsmbqUAi53XvhpCXsj8anjt0Tj7e1Vt/ZlqQCN8dnpQszcdG+iTl
FE9L0zN4UzwQAv90X/8f02mTVzTTlSspM13hXExVyl6ZnlvVbo79RjDrjbZGstorrUwXN0yzcHcm
XZgLFDTQtKNow2OadfYao9+jZgTBz85u+VP7Zl+/tNn28c7dCR2BJXohY+YKZsHEjVtARm6/1Txh
w43sMCt2Uw6oSj2Wde+URARXMNeKKCnabP9cLfH4uq2zM3yJZjCQ7UqBO14Z3AuzOEl476wuZc2u
Wd4WYSyNVXZW/nQl7A5hN76/jcIXpj7Ib1VDq9aMM+PxAu/kWeF4wr+VNfRMIt02W2HYFEKqBUp+
9lvajnAglLcotVvGBO2wL2zbSk8ig30Sfop4JMhn15HjNRZz9LQtI30EXEh4jhSepaIdqyNSqPMJ
jVNLUd5q5qWp7LEy1MpuA2Rb1gM8E4zoDfATQ5o1z+5SrvRW+5CjxOM1XSu40/N4OE+F1g+6rjj7
gS5JH1m6E5uFQOTW+kIEcgjIIMg8Iu7JHb2wvnFauYyrjcUZaN+k759LtBkEJ7aTrMFOj/Lp8fHc
lhw0FQBvggx0KfgNyFxci0M3nDCwbFWckQxtG6JwtLX9cuU3e9mu9PLEnSQMZmtRBH/zr1ysmKXL
Nhm66wuND8Bt1pC9g78yh70Iw6RLuKDHens02wESzUP6H53DHWl3bkW1p8bKRf3xqm8xvaZVXwid
WRGl71h0b0Lornf485f5FT7Hox5vOCDOrGsMdpgGVVYAOXmWbBq21mPx945Ym6IJ3Hvwjs0vfV61
rsB1dXGWRj13Sderq6hHV7Gm6elnUFOpYuljib9IzDe7LPNYNBBNOOAGXh9zrAm1WzQDOJp0oTcz
1BXTlCMcb6g/xUsDqKKCaEbKUJfV49TgArPJSCfS8YQ+GxJsBpmmqLx9FiFyuPygwzOLMWpUgjTI
p2VMR49WT/13mtMeLSONnQP9NqDNuOt9q0ws+YuvaMtYRW7kiE0WkbNuuQcQSE6gc1iYApC2uRJx
PR+oYyuVZ18gbB3TuHwNE+oVZhkNVOg+gmzFui+ab0bvg3TqRV3snoVvFJkkCaD9NNWA4GYKqqEl
VojyToWG69Ju0UbF6yxCUZTCFEvrdV/ZNJyeaSb+Twn57MeHpN4+BtermGklV8S5zEpyecZIe6Dp
ChqOlJ0AVK5xW/2MX+iWQAnIXaXf4AL33kfVDkOTU1buQBXVqkIajWueXQ36IOthbXXpShufYnYr
MkaWm6VL/ZMkHLIn5SM4CbkRCK9eB0ZJFJYHwzuIf2rXULItOBLd157ZlCtBXsvaUUFQ912EqzLR
meAl0lZVdIg4c2QsNzJ5iZb7DDF3vh/C3Ijagoo+GVcYlPDxK/6akUgoUwHit1VhsKXJtXTonvyv
xtcLjUcqB389deh99aWF7byd7ZwpxfQeXljSoK4EuVTF8syvQ3vHvB2aVVKQGLm0FasDvNMnMlxb
Mn7noOxF9Gqkq3IVmEvxoTQd2+zucTKGBuBdAgiF+40GLr6jaBkfwGRqeRYO3Y/yJ9sX+9r2TQ4g
EJ6TbM0UXDOHgY5mtPeIspNW4R4MqkjPn2PySoF2CUoiFhxkmDVk6Qu4fM+WtOLN4BAuRI93UpDq
1ZdOCnrxpUOZCVHFKOWZVSqaVj/TuLb8nJ6kFU41Mv0lefcU/nJnZunlIu8FofSwM9yhNCvUaybG
2hGwIKrum67tmtxePMTgLm4WLPCdMs3VSuflSCFl5QQ2A7pxjF68TSudxndx16m0qojcvI+DDb8j
08NonUlQDf758VXn77x6lzstzK56F8ku1B87rVk8DTzaI+mMbqA3DzeBBCZqcrpgZ5uUSu8urdaZ
kW0Ee2pOefwd/w/dlAEmi2EwAPPNTkBCJbRLkuk7NsWnfKxov0n1cjR5GdHnBteFnfgeYztPSfPD
vuZPfaEXSLTs679sSLU/ipUkCZHWxSprjTAiLmEqohWUAbJRY05aEx06h+FW3bh1aa0nerv3eNJ8
hccWRmQd6a6ysKY77jvOVhHQU4BuCl75LUVfaDHXDbGWKEF1Hjrd7+E8/siZRtU0thp+y7IFDQtm
Xyr/c9QMqfChkFNQNSRfZieqsm0iBZILXRYNNybNS9/7RPnwN177LC8hut6pNk3SFKSpVQTNyq/t
u1hjIfJoyWHC6uwju1N9+zVvyvWuzF7RGCTm1hj+kdqA1MIqAGNBQ9OYX/Ao7l7diw+Y5eJCv/E7
NouqsxjZMZpE4XbbdWSr1aZfsBJ30n7Xa51ZJXlMS19QsVZ2vWMOoTOa7OcB0EEyTax6GmVDxq+e
xvbpawMon8RGrEZimtLa+MxJYf7EtgXmBDxV1DOXoqo7EcHVQcwuECYGhSERp4+LbC63klAkcn96
fEt/e2DmL4iC9CICAsym3NxSOZWR9qy9X40Oq/dCcmLJkg5JBPxV5SwPm6JZMbmpAEmIQcfErqiR
pzXq/r0HLuKwYoPD4w+6k7GBE4k2PkAKq0h4/gZ9l+qnevHQyjh9BU944+97s4PfB6+pBgcosx1B
4SOxVNXQxEMY9ymm0t94nS41cN7TQYSWQGUE6iY86VloiW5lOS+kGjoIzP6mMF3/Zcz+uBUaDNx+
IU65JwtztIqiTHTB4jx3WeRR1HWyX5/Rj13/gSPDIMONZCHqD8h8L2wvf8djUKfOVDSpKHBqZzGg
r1Rtn41FfRa6jcq9qT8MMIcVBeA/JPJWglRR1TOKKlrz0UJ65V48yF2Knt1rTs6TPEjz+lz+4b4i
QaDCoIsSzWoV4FEBrUgj6tmzLK36fSUGNEWXQVZu1KVA+04JGB1hF1swu/RZ2mUgNa7qM5iFbSd8
lmDm3pXVs4pk8UHR+YUrdtegXsqb3eNWzL2c5SDPZdcgG4z4XQGO2TxExeVYd7baUC4iLEeV1lIc
rV2wpnc9L40Tpr773wdkduKaMLoZUzf1uUlQUMk3uWiIBXX7XV5LRqmFtOIwBlAQV3YWdG365blt
uZQ8O/AhbWSuwojROaw60qRwipWEJqPhsagEfkeVPtafafEnGZ6rZsNrtje8JjXt3x9/xi0CzFQK
hIcswKawrPDrMF1YlIjzeylWsAEDnOAnoKCLOp/SYjeERDvnHz/q/iihhhOYHD1LdrJRjdBoSGVJ
Nr90BaYV3+wIymwiMsETauV0Oy8+xY+CRigymPQ2+hh2bWEgzahOmZGhA5nm+Mlkm0i0FZ8Gb9xB
7fQstx5vxq/3d/MFKi8hQaDidVdmZ8JPtOt8lVRn7i0zpKcOCcGaj4nIGmywQZyCFqdqhX7hqjeH
DbBFVm6Mknz4XSPaWpcl6mDBGwh3d75HpZ4qwQrtg213fPyV9ywicnr//cjZDc3dgtdCCdtUZmQo
aIDXNdkUOcq0HoXX+FjYna496AcK9BhOYaGu87yvxCXgN61KPIEUAFkysUfMCyDQ1Ie3yBls30Dq
b6FedfdmXIic6UGjpBHQq6rqXEfIJiJw9d19GuqhshAM3CkgXq9tChYuFK5swgzc479r0wA1km8b
jMUJOrL2BuYibCCXbgUAncVGCkjpx/t69xCnjt7fkXYAQ16LjtO4VfKmrc7qmjt0XkzLEVLC5hAr
Cw/o9Bjf6PSFpJl/zI1drsU+JNUpgOS7lJFMrypeHy/nThln2sp/1jM7M08IuVYEmNoZKbUz8yX/
hIWVoodD2MopYTPb31XuQjLxjgcIrHqR42ROk3jwclxvYdMFnqi0EuCpa98IYRuj/F0SFnTkNyCd
bd+VlJlJaNxeDQCSVZ279UBFo/kuJizsXG+swqj1+MnbCF89knIcZc2WBvi7QDu7NVi7xxxsv4+e
lzrk76gOtAaAvlO1TMUM3vW6tVJC5jZkqnPcvQYKqLbbY4ux1MAUEEN3bf9vtvlC3Ex/usCPi5Fx
q3ORfjcZyFXUrzwKFq7D3bMUMRA0HacMgpLrNcEDD8ca1LznRqOR+5MImKaIlhqC7wnhwB8uYHYR
CX5pdpQ51zfMEIbN2XMNTwRjbg2w86WxsrsKg7YfjHOh/MKr8zeEKWWRgafYnEs9tnud08VvHxik
I8ZSS4xJGqod0MRWD5GNkNE/AWUc8IZUOKC1whAtXi/Jz+O7eafzBy3+yPOzSDWgyjvPg2mdq2pF
ljVnLiXFqjhzX2yje4ZGK7NGjkuhSEpj4FhkAeOhS9sNBq8UU6SbFoNhPSk28dJDf0+DLz9odtpK
NGpNKqbNWeFOgUyzeMN06yAKdDUknugRtKMhnWEmKuGFbj2+8SsZZBsv8rBgGu89ACAw0jAWhwKI
fBPI9Fxfqm1bNudNgkI7sMPs9jBaymk4DJiGRnI9NhLSbvV8ze3KhWf8jl2+kj1p68Xj4wqF2kYs
TqVHUX3kdnWfLbzdkz7PTRcok6Y2KrCXKMrMJg+jWOXJ2DRnIUGjWb+r843bWHH1JLrmgopNRuBS
lDb14WCGETUOdPHhH64XE7ScqjSi1529Tq/f0M6ElqwVGitSgD/uMMg5bD2g0ai00y0UFh8Lv8k7
of4gYm4DnUkTnZEy71od+0wc87honSy030ZcsfrLPQDsu9tmC6/BXHF/JcmoEoKUBTmgOctnGzdu
Fod84zQx4btknXfszg/BJObXx3Cw0Tm7sLFzJfmPQAA0Tm0zGN6bmSw5YPmwLtXGYXjkgzE32IrV
gn2/K2LqG0fpHT0586YcUInHaaQFrRMnqPTyPoZf/kfj/rsIDB+i/UjSUAifhXiy5jNpEpStw42y
yWhPhRARzysW1nFTdpjEoIUERzPNObKacK2Djdxw7TiJKXV5VW7VlbpW192LuvYsTk91xlCMAJw2
hc1RbZXZ+b6xfYsnHezdgkLOH5rpS9AtJ7IiymJA/Z4tmBvVaoSz1DootAQWIioVcAQkYUCXtPFZ
i93ymd18ZZsK1Y//XbSqIS8DEgskZvAds01g41Attah3ZFQSAmPYZWCHD/fNKRKfpcoRG7vldzL/
JKVGuAfS3oL8ucnBylX0ViE9KuARB3fRTLyW+0WYFb0TBD4tGPQ9qmdUoyrRrpSFyFWYzvPa5kyy
BAx2oI8D/aGz81Y7kek8r4EshSV4WrXwKLY7EcU6BjPNsOeofiltooeI4GRllYg+beu/bmXIQkmG
8tWv1lH+0lWbGLPuwibiVllquCHJaypza7ThPnP1Ws4MLkK3YyEuvT23JvP682cnJZVux5QKtqpW
bB4zsBxBxc87RdpPHBFNILFG449/ox0cmmpFNFNAQWeKGfiiG/l+2zuRqteVVRlCs8k37ZoXjfw1
454H4CRpdhvtpfcG3YH/RjpYZhBcwxPR5o4rZv1rhR3r3mnKk9g3tMT88eASXGfiou1R4AifW6la
Ig9jM6HBZTTrXji1X/iOaWOv9UbDLDSeRFgJeJviTEdldMwgsOxZh80jhua8mMDXHNIFIzBFH1dS
0MGBRmsg/rOYE0EV8vomFBnPDD1Gsp1YjYgQ74bB7NgnLjQeb+rNrC5uG+SgBv8rB1b8Wg7UyI0C
/GenP2jPWUmqdW9XFOVgx92qDCk90q6T7fa9s4eNvw64Bdt+8yL+ilfw8KKRakqZXotvlRbMehnE
S1uv3wWdkQfvLYdyIjc15I4Lq70pH/6uVoQXC/sqiejgvBY3NHKPaATiuNwpOEsprCo1EgE8TCEJ
KoXWY275IFGuknwXNs1nUFSf4L+i4bAqlsz83RNG36QsQ5EQyM92XhijNOOmb+lLgBf38WoMdyXz
FAmLq542ca5LaI8UZB5zdjDvs00epUJE4TTgHKkyxOGYOmJKVeaUnPipvu8jhikH3WsOPcMRNDHp
UZQsuOz3jhmDSOid4ZGrAJzA9b7LqpsrXR5zTtz9jNqqjo98A5Es0OdjRyrYBbfnJis5nTP2VcVQ
CHgG5JtnLBvSqHcVFkCDwEMhLxsw2HwcDrZjt4Cm3r42Opq9ybOPIUrr+PL4St0710vZs91OhIrX
PH+6uf2+qV7KTYGm/3pcPZZy05/3u0RVQlsbnLupxnS9pU2YBF2tpJyzw9qADimuEOeA3o6YGV0B
7H+1ioAQbTsciYyRAM3uLBj463Oauh/IzyKE0E3g+p8Pgg8FVB8c9bw7qlXcMC5kl3X0FpDKGXU+
dh9vb7uIjrQxu1Whx/tytbGen/f7I9C2Xh/vx03hYRIPGwZWUk0F9eHN1GyHZuQ+qjhHqYzqnACu
IZZLKiD/HqYF6A4FwsODPLbje6Kka22hinyT5/yP+F/PDWBtNxhcydB6cC1LzhGQ0ozR3l1apR+j
X+motR99l2BQ+dzzklFLICuMdKFzimRiQnu8C5PNmN/0CTuWh3UTRDQGXCuFgrGkyBd7zuFlM4uN
okNV+zN/4SOz7c4BnJnH4n5L8nN5aMWHEcMIJap5MxtWNpJa5RHHOXK2jziwoK7GXsNrvAc/fN1h
AmCULCHWe9fUXL3Kz+GLCMY7OVr1siMkRPa2skR7kA+Fo8G2FPxwSfmF3q7YzvrdWKVkSIx8ifjv
pmY0nRWcSxwWLBLid/56l4a+BrJHiasDX8F/GzcBimKixQFh6/kHSIiP9+iO8VVQCURfMnLg3A2A
CvreopgBJ60jvKEzHRjU349//86RX/3+7AhG2StSIaiBof4X6Q8Js7p2u1GllfVYzI1nPtVQ/1nG
3B/RUFoJ2wHL+EAMog96s3B/F7Zp3liTKINXFAx+n9NdXdtx748//6ZQhzO/+v7ZmdfS0LJyi9+f
8CEV/K/bi+vWJn5AswVZdx6AK1GzwEITulzJNYhyd1+BIe3C4+O1LG3V5KBeZH7ywJWEYfp9/sc3
UatfnLNZEjD99wsBwRA1jTSpVEQwj0bGrYpxI73ZYu7+Z8IdWEaFW1DiX8jWC4mj66cdetdE0A9V
YHnTyIEjiMDQHPIHvXTGYPZ762epieqOU3J1TpPKXwjFiKJQJgmWCfIKmTKflnr6+/ik7j1KsDFI
LyE9iIhpHmNGjFxF/USetWN36TNHs3VLmqcQJHKbbqHqdeeCXomaaUUYBL0ipgOo3N6jjWKIAeE3
S0CrSzJmiqG1yFb4AmSwBa0o8ffN0oZND9TsQVERXSEgwOQLYvLZ3fFjha2ZmJtUDx11FE0DK0DU
DmRJzk30PI2QXciZ7RaYIHiRwTPqeChbi5+2Zwur6AkttPsllIfplx6taLZnTJS7ZRpgRUDjdxdC
0bvncbGKmQ+IAEnKohC/nVQEvbHddjEftLRPszsiZlKZVxOfkgNe1xNax0VTwFxBelq6jHcswNWB
TJf14jLKaGsvRx+CNt7J/IqoYHT6gnN0575fiZg+4UKEJ2FaIWSA7S+vd97G1Vujs9mFZ/KO7b+U
MW+wCoGOKoeAQnSCU7OKXzR9iZbzrgC42IAago+tzN1cJfR4F41VcCcIp3tofH5ssZZ+fhYgg7Mo
z8QEP1/9hE/ZahxAjf5Ywj3vC71n/6xg9hKrLsfXLgzANLCfEWjVqSffa231bMULB760mJkxUYYs
bXtkOh1dQvakoZmzsJS7twMEs6g8Yh7kJkkTR4nfNhzw7IHhmpGAfFc6v8jrduc1npLf/xUyO5I6
HYo27iDE13ND+5/TiJMhvPj12WmwSiEVQ4NfzxAp89QE3I4EkqolL/imwA//60rO7Cy8MGijKgW+
uw5W4ONLaksmZ3HdIhjyXTtysZ6ZYe9GoYPRwnom3yUBI7yTr/SFY79rdi9kzEw6zoPNghBreXlB
Wh6dH/BXwOVde4TfHo/HpVbVm96++d5Nen5huDQ5qN0er7sTWPZOOdHzMziSNm97fXv+eby0uyby
YmUzc5+NedkFkQbX8hibor0dgeG2tJyl3ZtZetGPslCtsZrQrkiwXf8cH6/hnqt/pWozOz9gLBk0
ujie3cbbp7bjnGrgPZAFMfcVTQP4GaAhefThXx/KGKlpWUvSxEyaYjryG4Mx52wJZe+eEE5CWQ2P
PFDl5t11LVBGQjXzAaxL1dVgcIiMgAJAygU/4p6hvBQzvzQ5JsyGBowI6iqwEKuvvIXG43t6dSlg
dmPcylOYeoQAdMH8FGf+7U+4Hpau5T1rfClkdk3crKuHnoUQNgYfY0WEY2bLB27t6ZWV/Yt3/lLW
7KKEBbCO5B6y+BW3da3MXnLn7x8JaoAKamHovJhZfeAeAdW5B7/HqGGOlIh2OMInWrgp99QLwBcS
MojI4Gi/43kXhqWW2zAqXUFABPQm6OVrukE2huYUOVFYsQ1oUV/+jUTkXFT0niP9Ps/3j6w31Blo
FZyAZDvirbN+1a/bPbXQeXiU9L+M2dD+sHRaNxwYkwUFUs9/xc5UY8jc0GVCVQAXhS6xJHxOMfoG
dDv95wh8t58fTB7iz8pS0ZsqAdNsybv9zcbOo4DLD5jpCwtO1FbJ8AHY6dHEE/jyUuvRTjHI09Pp
xO2ff3zDN36sv4/3m5+e7xu5U4sKpmanqZPZzU5bt0vYPJyeQ0jGbGVyloGZmwOaeb2nBofjdp0Q
9Tr0EJPFVd+L5n6bVP6v9Nm1l1o+CGse0l9eIH1jchF1bdn2Vu9rjMk9A/M20NPVUoPbXV/jUuzs
tMFqwdVyBbEuYMHUv+kahKUTg8vjvb17eS62dnakfZCLrFdCCivrhwmFtCcIIzl/wYm9m0O4XM3s
vVSqumHiFnKqNTARM7LrTs1OinX0Vh3/LthQ8d7jfCls9qpFdVQzUgxh4m5KlHUxESz3STt9AWHs
ozPCV1eHuz5NfPdYcbtJ5KeMmzCYcxrkIHGqCfOUfgMC1NOff9bnzzNKDQsPrzS5ijc6jforysAo
8EjyzDTWbidLkdr9x8V7e4ttBUkqhairCQ+0t6ajcGxbfBo4tKCzNEoM8udPBLBy0ACXVm7UaLes
9NBQof5r6+//4ezaluPGde0XqUp3Sq+SutvdlmM7ca4vKmcSUxKp+11ff5Y8ZyfdNKtZ49lTsx9S
FTREEACBhYWXraBF92X4Uh9eXn4pfZ7c+aD4D0iDA0SHCMKxTMqrpUARqNuZj3U8YxnOU3VI9+nX
9rjvDl1Aj8k/5cEKT9k9+BWjKsLI9vG6scr6E5g5+/sjBCvK56JiK8ePsO55bGGYlX8q7thn/66B
NLpPb5sHFbXi5lvenBNACug5YtoNT6TLDKmZSGvVzYqSbj3W4UYMFSKRqhXXUJruWYalIwfDOirQ
AV6KqSevwhBfg81R3zD8elyPkw14RgRw1U5hedJE/FyU4FjMSbPcglT2EyBq69H5Wh7T0GgO/o8X
kgOEaQag2Xnx9jRyFdRHsvzpXLDga0YPhKzWWttPbZztcPtCFwMDKof2FgiHPVEIUibAab4OLJTw
Rmu7PAP2iKxPddcEzvI17z8t+aGxncPXmQOabLSBXapaVhLVMC6E/jcAePh/EbpbzvaSj/2oP936
zq47JP+ANqi6VzF0SyLRhRTBr3G7r0cT77an3Hmhz9oQjtjysu75/Gv51YOugqTKLtPb0Ivbvs2i
gLXYcUwi3DhWjJxYeI4+1Vg3knBr769fuhS9dozb0TKsx/YTwNadHSbO59TcK+77W4UvpQsK130z
zM1oTE/6GK2Yfmh6a59UWVDbx7q3Q5fctMy8BSWTQu7bAAK5ngMqMwtsjLotJBwTXwZv8SrAkpY9
H08a6YK1WoHarHc2+5AuL62/zynow+Zbx8HODp98BJT30FdhMv7qB0U8k6QC+DkgAdwmioFjfY0l
ZxmuTalJmN/OT+Sfzn5c28dmvam0H+OLO4J24RNi6HCjooeUuIlLocI3yGzkvYYNaJam9zvP6Hbt
EIxz3BAsp8xvluWb1oMm6OhV088qWvL7yQAtoZYFa/m82Hd9+VlxJltAvHTEl79H8JB6M04ZrH9+
WptoKW8JQ2Csdm6JYc9HajwsgZlXkRIn9ZpbvhULkhrQJ6DEJI5ernyqGmOc5if9ZNKQ2B9JNx+o
6Ry6+kfufbfIvnGLDzkHJ/8nH/OIc3VXd0e2Hq3xzuJh0TzMxhT06ZO1HFz73ssaRWq16X3tBwrn
NKYYaet0IADzyfpW+1p6yIb0VivNVXEb3wwCAxkLM/z7KYQTIGxJNdB5zk+0/cKSTwR8z6iCYg6f
1XvNfSIYHlwiC7AnfILi1Dahmdxp3cfceGz5J8Pc6/S7wiZk3okAxoeBCTTDMbB2GTWdbK09ixrz
k88zb96VRc1CajP72V+8dV86ze8e2PD71mmSnW7Mt1oOlCTa2M8T9wpFEVI4B4xOArUBCD3+sw3g
vyalZ5eUIASUaWXlscXHJco093HIyjHwhpfrSm8+7+y8/5XjbSNTwCsjzAlR1LD8ZAVDHourIvFv
8wU8mVYxO1HDCnSBh6k9tOD7OFZmE2lGq8K2btb0VrqDbiCxMf0sbmliS8ESClLmeIz9n4AwX9dN
CKOvuv1/DmS4Fnl9CJ59wzw1WWIVax5zvuxa0h8zcExPYAYr6iezO1SuAgsqO7NzeUKu4M8UvMca
5BELDTSNhVUN+Hf99bpWQjR5o5VwQ6u6M0qQpOex6c44IR+YEP/e7fvT6Nc3OXu4Lk12QkBAeijn
I1MGaevlndho0JYc/8atvQL2XNA5tGZjja5LEdOsf5VCxoPKIeISCGIvxdRVVfRc1/O4caq9rd9o
VdSa4GSaDqtbRgvnESacoi5XDQNs2alogFum9T+525+fmUhdpxbyVxwZvK4/Hvqi2/tgPK1VCko/
45kc4Zo5nBlm1UC/aQ6WT6q9mFLDO/vbhbRK86cS2SL+drNDmU971qm+8xDRrh+SVIoNJhKkMRgq
ExcPTrWTY4mbhsvq14fJBLkMmHinWpGWSs37TIp4iXwnBaKZstgxvoAhMexB2jVxfVctvzvr83WN
pLIAQoLrAXQZFBCXp6/pHdxsq7MYXChOYDksCSyW6ZHZ0hz74bHrYalZd7guVPYZsdlhc7hgsjZE
yDYtEwNmlrHYsH/3Axh/MRNmM8WzTCoExcSNLxPYP11wEgnULWqvZPFsGx9GR/9Ae+fDvPgfr+si
+4CA1IE+EO8j8DkLhzUWxbiYrGExWfasfSZ2XNLIdKyI/ceBl1cHcS5JUGgadd/WzJrBxINjmgZN
rshHpF/MIdur3PI3+760BTpZ81D3ENDoxc6bD/pCIp8qjFvmbkCN+UfIloGcuRuXY+uNPlQsrrtd
wnYVPZHysKo4eaWqIKRiVtLEwKSIsLFGG0BqfcLhtzu9+ZAXZZgiml8/epkqGPpEboKx2Q39f6kK
W6vExy46FreYsZzv/CT07Udm7q5LEbPE13M/FyNcUR3wuo5YGY/1FrxNfFzBi74a342l0vGKStwk
0oqCR43bpbs5Gbxw6EkdVrY2gDwvORXVUocWWcpDbk/arm9dP6DZTKPRWkcQCoz2blms9en6r5Yd
wNmPFiGnrVHXLtoLLJ7GGLUQoNcNVxGXZbmNg/MFYnObXBbZO/sxz+nY9nlM3VuMIzZ2dm92YwA4
UlAOvyerVRyEVCUDzgRDJsAB6cJxNzrFtKsx5XHh93k09o5+a7Ulpmra3FE4SFmsRH/vjyjhyNvW
zmeMFOdxh/Gy5R1BDAy1qI1hghMbpIWAjwfYYLTbd+OgQe4KEqbgg/dVfBLSy3EmZfObZ/e8tRa6
or4CFcwy8hhWEGAMyB+eV3f49A5Tgxmg2Yqggjh2KanDOE69aGMe99mzQx5X+jhxRSyRKoPJaxvR
Ci8j943TGpqF90gBnRw0ZHZAwMQPMkVl+ix7imCh4B85QjCx/Y5p5opcrBisnVNnoa01GHhbwm72
wnQBpACNhDlVfEBp6ukAqI0XH+rQIGO+/IJLRp1umZA8LU4dpvx+ao0DBfnnON24ZQaijH9MSkKv
G1SmKLVzvEtAPIVHHtA9l4LrysxnC9CCmOd52CQvPvYRvMM4ziRsl/rMDPH+ttu0w+NuTj5P8ykx
wJI/fLkuQ+qIQOVFsCxow0ILp5Zmrju5OZ5wXglyrjDRAssA6+g+X0JA36/LkqUbAIf/kSV8sW4a
2ZJpkMVqb79WUzDb9wk9ELsFeydXfDzp8figG8DY58blKyQEqbtmC8XMTOxRXQd3YPlQVVzxyhen
5V/DG/5qvHk27vw3fRsC9v6pb3MWU+fR97ogwbRZdgJHz7Nm7vrqi/0pt0Odf03aXb6g1mAFFkwT
+20mEPti58l//75YF4PLsM18W+KDGRCRdZl5weJRL1H+eDRH1OJ8bBEtHqfZD68Lk0WUbW2dhWa+
g9xR+L5VAnBwpiN3xGADOt2Nf1co59hlLmW72ARDgz7wq8IFWAy/TuZqYfHQayfQMwdWwXd1qwds
ROHeQ+JgFeCXc0CPdV05mfFg/gMMihilxW4EwWf2LuuNRkf5Rp/KTyXObMLukesiZJfhXIRw8dhg
u4OWuBDhoXRtfzKAqrfafdkALUAsxWGphAk3r0C1zNAcZytH7dlUxy0NrDbbU3uOR1vFMitzKeea
CaemDbPRgTBtu+bLvQMyazezAz4VO5J86EDpzE1lmik1Rox8bvveUKkXp3ixgqxNTaB646JDnSMo
l6ICh7xWIJfUU1P7WrpYqhCgzFeCemcwfCxsAcFaVC2V+dMuetIEWdoUdYA0dPgHS5G7h2JhWb5z
piXb1yvHVoyknX5Tv0VZk3SJ/pTOJEsCd2DJw8ANL8HlHtvsTmNcVXuX6wYqAh0rXTApvMX3syiA
aV/GhnrzMRz1IcxVgk/ZUFXypEJsDPqirg2MuriiIaEr1ReU82ItYYG5gkK1CXT7+brJS28VFl0C
YbC9bl5htGeaFBov8eJgeAROSXabkXXZVbPjKrzg9j3EmhD8Pb4W6BE3mMjl98q9dWg9LPCKmzYY
pigpdisWaRuK6yvVBbw8mPC1LR0B4FJKOndlRwjcH5BMfjg8Xf9S0uMgoGnGMloXamytsLMvlXs+
yzoPf7vjf2b5B5K2aBp8uS5DqsGZDMGB67ZW2WWGF3M3Fc4xqUotaDKvi65LEbHR/4ZInDb4BLem
oVgaXHstWZ11ezOv+4UH37w7ALCB+Ftv2gxT5h8d4KTyUB8OzufrkmU+j5iQuw0+2KhQX37DeVnS
xeUuAlRWLLuODl3ISbketXGtwK4Dygmn9HfXZcrO7Vzm9udn52YMepl3vQ3bA9PXqtd3BUrXXasi
oJKrhs0jWFODPsPrTPi5mKzr2mkiLMau3Cjx0ArNwVGolw/+oAdFqxjDEeEIr0dIQAaEcAhjxyaI
S61KfRrBSTnC1rEWafyQWlFzwpZ2VzsN7qH/dqPa9Sj7iqjoblsl0d9EE/1SHplLSnmPokFTPXDX
REnU2Wm5ah2I7COC2BMtXayoQr4kSKkzq3SKUcNZOUvEaLB0RVD6t6NexHVVKhIKqUrYZm1gxsHb
miWXKlVrhqfkarE4yccINYV+IsGgmsuRanQmRMhaNKxrRrXFRLpUzVgV0QY8268W4HCJF1nD4383
dQ+j92gtbOvgxLCEcfR8bFLY4Ki3QTU9zlmLjrCi4Cb/bH+FCJYHMkI26SWEMNAL5WtyyEZgGfVM
4aRUYoRXuG/xqm80XNsemxXTA9PuVNsPVRKEoDQW69LRdispOTlwEg6S1+6QEQUngcyln52JWLha
qDNTq8Hn8hwsuRi6oF3f0SPbEiwUrdBFgPe5tGNnSpwqIdulyd2A+D/znEUlU/FXSb8WsA06EDRg
tRAJmIyy6X1Lgx6O/lK2dzQbQOP5rit5JkQ4kjoDdZUHKpI465YA2XexNOp2iCwZ8f4KEYenWJ1N
Tbp5as84Nc88uTU49kBfv4lSGQRLHVCHAIecLiYLiY2wXSRIftOv1vBSWocpjRtbcfIqKYIHMxYv
S9MphVM27sDLj/VI3HsYR4VXkUsBrMAz8eQDjPvSvtoRL1gzz3ncOeWNmZ5Y7+8tUDlWz9e/2Xa4
YpKINaR/5Ah2TMFgSUCkzeMVQ0KmH+p1hycKaAeBesusn3zEpntVwqXSTXjxVQPQfj0rUAv/kfuf
hw8EtH6g9ruumAgPeg3WKOgjKQAzCfhgBGvowQCvOfgWcbk+rJ55M1smmAOP2DVi9Xiv6EFn/67X
pwYIrsayd9elyy6uj74YqCRRIEdf9vL4bMCy8sKfAUeoD2jCNO0dyb5cFyEt+KHmZpsouWAzmkj9
4jJwY/s5un61naShqfODnS0fyNjtCv7RWu4H8HOXHLwBnYrASPKwBaYPARZlJaxPEcEWU6VbfKBw
fmv1XQOSGIhCfur1EO3tl+tKSkwFCzzB+IHUBPmW2KvF1Gi6zHPD4xzLtlD6s0Epz9lNqarIyeVA
E89z9W0J1OV5gcUUizCNlseerX2e7e55nMixXDDEgOeowjIltgGd/srafstZ0kr1qilY2fOY9Ccn
20GrdFT4KEkCdCFCSBfMhjlLRaDO2CAAFhlWAJhW/tBy9shmfuM3haKuIgm4GDYxwTe19R2B173U
qbCspqts2KKefl3JEHiqtqbET10IEDTiHu+suUfeuGpIGHeNuRwoqFIfaJXu3bY72Cq2e7lGKC1j
thH9AlcQWGMAzODmlqhQ97dmOg/gG356h3FvjLZgM9oYkgUPNfsr0eYFOvXYBvKr7m+pf0NrRVCU
6uGDyV1Hc8ABfujyZOZOTxpNh4Mv5+Jm9Jx9Ov/3ZAsh6q+E7Rec2TPmfvykyTjuTuoG6N30iQoH
Lr0xZxKE24navFUsKyS4JkCe8DPtLzRT33Et0RVyMUiDFhTM+FINJydGBTQ/jwtyW/8E112yu37c
spM4FyBo4U71YoMXDBD9KkiwWEiFtpZdkQ3xB/wZWoKGSLSht/poo00MBfSxDmyHhuvi33ATAxQL
psymR2PRPzlmenNdLZnrPBcrXJR56flU1iWP0+RO735rmC5BTXqlqjaTLN7h3fhXPyGmzihB5a4J
/XLuZXFSmlrY9xOPRid74M49X4z7JfN/lJPtopmeFIrXvyzonYsX0mRqjINt1hDfJvcrfxqxp3kN
hqXeLU4VdolCmvyroqGAig3aNuJ0aDZ2Ka8tSLNZkK5dYNqRtq1rUYG6pXIAzYcE18JeBcHq8VI2
UtvH6QFjsQ4npzqV/OQzhelvpi1kmRsMdKPvei3UCEenETtv6YowDhHJ9AhNlK1qlQjheDgWtBC6
ZQq2PSD+MPKVoOrulaq4IP9gf1QRyZIY8TWqewitDIygbFdM2H28Byfn9Usl1QYAXmQ8eMeiHH3p
jPQaIMKmHXnce5896kVwR1OtwkhLHdJWEQRuFhQ2rwxgZ47bWLQ2wTQ1HJKmlVHRoBmi5U6tOPvt
/r85+9fXKzgg0ZfeVD2TsvSlWRk1pHSGG+HwE/2hMU5tMUamoRAlUwihCD0cgmkXcP9fiiq0qSRF
b/DYr6s28gnXQ9S/F0WuIzsbjNJg2SwG1eARhIiqrSb2eCUL/FDG58BKvq8mFkH4uqrrLbM0vF5w
LdHrQKNAkFOPvVc53IJFA+9zYFPgYeMEUbwzpcpso3ZbN2JLsy8/GTeqtqemiZuJNGT80ukR1oVd
t2WZAWA87X8iRFqTxeLY0WTiVArjVG9DEuOdSw/g9Ap9pqplyizA2pAX4GXCWJpIWsetjDWrMxbY
bEn3eHhtZefr2kgloE6Ks8fYCVhahQ9mangzp8hFLI0FWr0E5TvAdaCF/StBePoX9Tg71uvzuHvu
WHEqseWPf6aEKwK3NKCeCzIvVUkpyUy7hCoAOyb0tOSR9eh8Rp15Gff2ErWqxdoyWzuXJxh0Plj+
1G5p3PbpNhxH+1gQxctHdmlsLGTFwxSTbuBLvNTJY8MyMBePKzOxDli4ELAu3a/9jwT8t9cNQSrJ
MIH5N3A/wS5/KakpqpaAVhza6F+q5gHbfFEwQQ+sUC1PlH02MHaDXBVTDNjpIQhK/T4B+er8+l7s
MusIY2DKsCYz63Mhgh+AF2B13sOpUddB1eDU9a7ie0nVAKPp1lfFi0ekB8jtIRmHERImMFr16El2
zm/dUbxFVEKEuImpFzB/FfhWdlZE/vCyXVB/mqLrR6+SIqS8kz1S1mWQUpe0ivjokXD2GixSyEH4
f13U9t3F6LktiEdPH7SWKLoIVrbYZTp48M/jN/eFfypX7JrV8qBrv6qaTTI3bWOYyQB8B6OaYgmE
64mvlWtexH67upgrbKdfHa29IE117XEpy+fRHUyFTUjvEGzaBvU35nbE1pNBJ7BkgGoJoTRB63MO
WwZuj3KM3On39e8ok+RgJSHsD3ObKMxdfsdMS7WmKnkRG07c1WVUp48YLcSmZQUbisw0AO1CqR47
Gd7uP5ynth59WhbxsEua8GfrvcP0zv/+Tf5ZNlWXo+a1BfTQsfe6igG7puPD9U8lM7lzEcIdwpzW
XNZOARHp13m6Zc/VhIWpbThYv9EaCJWTEjLX42wrcWwMeIMfRIh3BlpCpeU1Be7sEqyuHQzvwPYh
G9xKpUDGIBMRgoLZtd1MwQcZsyYJBtbsSvdb9r3F1hFShQVTEZ9LAyuAPxsEBzMFbwmDV2SedVFB
XtI9dEX6WKFFQPX+Ns9dLZj5T1q+TFibl6yKo5NZ+blg4VO2Y2IaRQfBXdoeNDC8Ldm4T4pHrgIG
y8zcxQ4HFLfBMO+IJNx95jjl4sPMteFAqlMyHN7T8gQK568IwdJBbbLOHeap4tePlYXLcBrpy3VT
V6khmLrbWDmddRiG0T1O+Y5nd0S1KlclQnA8Lk8Tv/UgAl8KcxL4UnZ1eo8WGzoGlXLrzTCu5eSp
h5nGIjYtuu4tFBvD1iIvzmLQ3XVJMteAdyLKBYgUaH0KWUJOy9ooR0jy5n7CTIYx4iHnAFGMMWww
dGi0vxsSt7lZm974sY6mqrEv/Zh/5YtwoJpnbu4QuApX/4HzStjn952XR9BDBA+j++bu9lTjWx8T
V8irQ68K22oNwZJw/TtK7+mZEOGeat6EEEwwbJvR6UDpHE3jY+aZD/X0jnwI2Kw/2ggpPk+wEGYp
HHiicrdNoKHyQjpFyi1LHDbOR0xUb6tlRFw9Z45tNE5SxFaKZSvtXQfq7VLXgp0i9G15rpgKIUZs
7dBtA8Cbkli5+qTTrFddNDOwmyD95D2N6Z0yIsk0OpckJF0OGIZKb7QRAU0apeXnpHmx+bjvuySo
R9UrbDvrN2qBHAXQEYyfvdlVMwHxDdYFCGMvFQchc2feWtEDltti/wn/4f7XrZ1bX9QkZ/IE5cYi
GzMjh0lY6xCT0cUat7bCKnZwt2NZ4oLxASCK58PkY9Es26eTeeoH55tvzmHDXIXnkn5oVDiwFZ7o
YP0RXoR6Mk6DmadlPOinKbX2Q5eEpLztnU/JZB+v3zmJLLw+tnkllNTwFQS9M2dePEyuZrFW++59
s+huYNGiCLQJA1mkK6rIXsGrf12ouJV7+9oYxMd8GdIAAwcsXECnIH1m0TaLMdwSJl8qZ1+4wewH
jXm/1M3OtzIsfrnj2hjoHLsEUFE2vhrVsOvTF6sc9td/jcTt4Mdshd6Ns8EUwVfu5GuDM9ZZbPr9
vtw7HTYLa4cM+9DeI2erJiFEIIQL+VbpOKlemkOGeY282WPqpgtsO5t3mMeabjDmptrvtR2dcIVQ
u9a3/yHBx0zUZVKsad0E39DjIw+YVF9ZUkbD7JjRda0kwedCiuC0TWJnxMohxcLkc9nu02xfulxh
pVIh2BqzoZcw9Sg2cUAv36U2iDrjvi0PxHwoau0I1pzrmkjt4EzIdlXOHxFFiee9N6KJgtnQ/Cmx
fqdBZSnCglTIZv947aMcI1aXmVastUGgyWhaJ6bvfq8gumyZorj4+jp4c/ZnYgQXki3OYq5gU4wp
S0NmnJh7n9naoXaWcOrtTx7aXyZ9NMrPi370Ozf0uzlKmi6yzQ89HtPtzp9jkj8vWLPl3bTWDe5y
rLHuWE05sPH3zhHo2d1Qa7uku/NUmZvMJwFIui1hBFAEOJzLgxjNqalSw8pikIa02m1zZN/H3/U7
UGS49X+kiCXLojLp2NuQghQUuV3IGN5YIAq6blRSXVCn8ABIQUNBLPPOhYEu8yaltMIEDZ51DelD
0n+1ydM7BBEs8sPsPp6N+mZ4Z9ZrzEQb+gEtQAdw6gfu0V9tn5nRmhTawaELKtg1wsh1mbJriRD1
R6ZwY9ZUm3g3QDmEjNAtnmfjlA2KWCG7MJimxwgV6pagMRZDRT9PKMRneYzmT9AXdx35WZED3V/X
5JWlSbwwmFdCBEAdDoVSQRUj57VJC4hpdvZhjLUbcC2UUXKsH6pwOpRYsxpsq4aqkAfFPt2z3ffP
X7Fs5/R53Dk39KENOyxGPJJDGeL2hOzIoi9lgP3UB34cfyt+K07y2k8VKp/jMqRJRtI8zkDDy7uf
qXW4LkAGErPOP4ZwATWspeZmgo9hYXEN+nF7d+4DUIlxs9nN2CvkYXe7g92BESFVUKoG3MWdZa/Z
wZn416nxM1NOJkZLe4CC5iP5RrJgWIPuB+CX7LN3Pz4n3/rn+QOYNNNHlPyuay4LmSiJvE69o/Ur
Vq+p3Y56zitwvDQU8+i8rKMUO1wV10aky/pXQaDzPYQyDKKIVLduUjYI2G0eg/HEyX8kU7Yjbn5T
b4SkdpcFWMYMYr2Hcon6mX+0pxv0IF027jHhSVPsolE2PWReClWFPz9IuGR+MYOwmGKimWBzV4u5
hxk8qSYJ7QS1p1kRzOXqb9QVuGmgiXIFV+WkaaGnQwnz6pawTli0YokqS76lHhYZ31l35c/ZrAJr
3Jtjvp/vjI/6sgdrV4WKzaiCaEk1P/stwr1v8kWjlYsTd92IrP9MICVbqpvKDWqm6l7LZl0w9QhW
LHR8wRUncoNwdBp9Z8KUfaI/lrmHmZ0+YMad1pyShewTmgVJHxH/qQbjYX2z2GlgTqOiEitNvc9/
hJCvuXWGboCBkXK84KfbEV4rXLs7GmRVQJ/6Fx8LuH/kwYKBh6fuSTX7JwsY58IFO0uBf7ELC8P/
Cy2i2f2BllXYqTY6bN7pjX9E9dzCUA8+spgs+lm7NPMKDdsjR+JrmqeuPE3FT92Kx/EZ0I53RCjM
oQBrSrbqiFj1c9a69EsHxwrkYpOhMwnUZ1ah7qNCJsgqqBbehdvybbD7vVmuQ/M60QDBy+OSjVih
/LExSLh185IMbKMjhjjgpfFI/HjdKcoGfCxgp5DEbLzZeFJcphaFxXJSpBh3nWt/36w8XPk+aX9N
bWDELPfv/BWL0tdTrkiVRR7gf93ktpvX3fI0dEMu5Rp6Wlt8MvPYN//JzRmNxGrnOFkwVbdlivXY
qQ0s1xL01A34ugZu1t3gjaWoRMjyD1jRnx8hOKs5KbO8c0AgoJOvQNyFE2gKMPJ5zInCjGRmCxMC
TA1IUQNnfKmtNReON5iUQdvI6/frc88DOobZPx7uouJ9IItzaClgcga4OB+7Gy9lGbNbaOvq4qmT
Ob+rup3CFHR3ijC3/WDxHhLEUAzZoYiBObRLIR2b1gIxBWbj7Mz5MW121nOVxoMXDKpmsMyLn4sS
/AoAcOjT1hAFuugvRsw/1UCNBu+4BudCrEt97CpdGZsghJjRj2EKamy6D/MVXJIhpmLTx+vipF/P
Q1cY1Esm9pkL0kheeblHIQ1LPY+LvbWfg/mRzth6vI5B0inMXOaZCfjwt2ktXHXxNUS8LN8wQnCa
k5WFZZPc+Zy/JG2iCv6yowJFso/BvS32i7nP4lLqMx18I73V3jjGGBXF7dofhiY00luOtfdNGWTu
B9P/kjtBO+257t50Y5iuT9RQYZZk18DzwVGAf5CJic3duZr0FuxX4Dyzanb0SJ/vMtoZissmu9i4
ZEDQgiIWUxeCBymr1Vrq2c7jdUwOKdd2ZQa4ftpF/pwFfXnqmvExJ7Ui0MsOFMM+JhgfkFfgP5fW
CiocDH+gCRKnoxeC7YHULFKGWtkHPBey/flZpm4YlW1MwNDHa/tYr1/sdFVcutc9uaITOZcgxIBk
RcHGqfDxUv++cocowaC+U1QnHaQSJVmDgm7P6mLQTmlxn7M7DRkrc4K8YYe66CeMuNkBXvm7iWeA
cZIP+bSjfN3b1gF7UrGB66Y39yRTzcvLjPz8VwtHzpZWw/D0duQsXqodnT3wIf/IeNgzleuTnzMB
ifUWOnCrLo8AJBEOq3wESTABAK+UBRpKitzYX/dG0oMGWB5dE2QBGGi4lLKCP2FkCaSkrQegeRZq
TNGklepxJkE4aK0z1nnu8ckqA0DVyQ29NK5KFTxJLoUAA4c6LB56gh4DtXkxdLgVZCbRiNbPVsOa
l8P1ryXz3b7xV4qgS5ElTQryAXAdrXdm4kT+9BtNv7HlSEajUqcKrvTNmt7cERMD0UDeWajiC9ZW
TctsFz64QrLyA+p5xczuBrBsAqlHFddR+vkAq0L5Gjta0OK+NIOsTVjZJfO/VJQLMgZ/+mwaKmZX
qT5nUgR9sFpjrcjG7JoO9Y4Py6M3bl3U09qp3vsy17yVGDfabvTs3/DwuqztSYKD4m4Gd1KFjRM6
/BtGNWqb7YxxhwrpddOQeoYziZvpnHnMrCRUSzNcpK4ao8Q094vf0MAb6U3VYz1Comq1SE3RAbIM
4ElgL96cWMWKhq3QkJWtj+nl1rmZ3e5YlqwOGk6zaII9Hficqx4rUlM5EywcYgomzDkrEefdbcR8
uDPt3xi0eo89uts4AEhDtrFG4WsCNJesCdhyE986ABHKUEXpXEUmJj0yMIdtq4w3EizBZ9Ak7TAr
Bp+BBmgwWPlx/uqPK6JKdfDZoEiaxbUV26MHi4LQrtkIMbb55kuV7DIZu16DH/TqLEiN9QZ8lT5e
WiM64jwAaX96p5+KYDdwfiDujjQfrxuo5PIBKQoINzTFC1osvqXU0gyHc4baFMrvFq2/NWkT1tVE
woRWiiRFKgzFVkxgoWite0LwIkM7c6aB8mXSlzKaWz6GVV9YkQfitB0SUhVxk1SeB3jyRvqBbrno
v5jnTM7UgwJhtjDgOhqnYulCfS13Zpb+c/1DSi4AkNYuSPUsJNWeWFEuGs+sdVw+tMsxPUD5jLIS
huMju05yhdGoRAlOpVuqPNVAnRMbCSoA2RAYM7YuGKp5FVlhFpYJX7JR6oJ5VrjTE83qBe0FzNa6
H7MADOIRe2JHPUjuq7gOx71z0sLqqNqqIrl/F1K3Pz9zmUgLcq3Qt0wqTLHv5jc5sOj6UW13Sgig
r2vRkRRg1tV/TULPJGh8GYsBa8vx+BlBP6N7e0zlf78uQxJqENIwHYwdpmBrEl/D6URLUjuYnLSb
dA7AAnKrU7Zbq53VGbsqK76DOqrXXq4LlRkGkCE2aDgwMY++8+WnWyaeV5XlIQ/FXBZrf3DU8TXV
+UhCDJpbmEBDlQYDEyIYt3Bbkvd4QMU97ULmb9z9H51TSkJd+6xkv5UZAxC/cBZgPrIAXbjUqFgG
V9NXCKvKL4Xv7LMfVp4EE/Z8AdD3jo+HKSAg5jce1jcsb3Xd6qAXgV55ZQU00fQDQFhFWLfLojBA
qVZnooTHmrZyvHFqXOAMoAC9/zFNHxfvvkWdpKlVgVlm7Bg8gbNFVQvNC6GaN4z1wIsJavn04+gC
6VnZiqgsq1MidG1sn9iDhJEDwa3nbErJZCGGYIo4oH6DnHcBnmYJGdeCrFsPWfHLQfHb198xE7tx
LeIpb3sY7hUN3tJcNtEcw8O1FXTfxybEk/66VchCiAVSICwg2kAVb4qSZEpzVNTAi7XwJz7MQVVV
pyz3d5mqDS67vOeSBG87ptky5C5oZ2jf1qGRYZFUnsxm6DlcV9ifSpTgYq3Vy+eqAg9Jk77UxcvY
/vBsBahJ/t3gyHF1UZx3hYvbuoXPKwJtdDsPK60IAZAtK7rPhuP1A5LrAtDY9iLGxK9o303N17aG
LtO8G6sbjuRFUZiWq/JXgqCKZ9W0wy51sLYs4U9ghpLb90y3AJH0V4SQ2Cbr0Ax0o09KzO9pHbTj
86oKeqrvJPgcUKmUKbgMwR1QH+294+/8m+sHIXNqIKjbSMoJwqvoaNx6Sf0lA9sHtkq0Qx0kzR1L
jpP3+Ou6HJlDO5cjHEdrsSFnJeSMWCQAflUtLw7/XQJIsVFg8VEdhVu7DDpe4vgVmcGc1RoR8DCL
9eX63/8K0hQTkHMBQgLn15NmJmyjVcCiPgtb83ZVFaJBR2/I+mnKXtbymKP9Xqy7CYvl6q89OJrX
sOE/lsLHXrScHusI/MKaigBEZiMgnsbYKPI9wLwExZdF69vOw+8iHhhptd8zfVSCcWXHh24WGmgg
GUGsFdzc1FgzGYmP2FdiqSLGDmxHcV9lDWdkXn9FCGok1Cz8SqOYGy7yG2reLfkUunMEpP59kgN9
bmGLnQHQ4/+RdqW9cevI9hcJ0L581dKb21scO3G+CHHiSKL2jVp+/TvMe++mm+aIuBkMJgOMgS6x
SBaLxVPnzO3nAWJl7VNeQ0Dd2ddaHhrpJyu76RoZrkWUNTFMC5YVUAC4bF2vqcVoaE5HfFPi1Le6
/ZQuPzXS3uiVcdcZ5hGCLTKYOhvlh0UGeAu797BeM87RhbrqFISO4IuoHzSt3TXOz5FVpMsbu3ze
XtAi/JnJwPDYLYaN1cNlAE281nWjgz3LvbVP1Vk9uLdGOOysG3rQQ+sxD8rIfspuh/v1DTSFoQk1
zSVUAOsZAjMsd85e9W1Zj7ro/f3yo/j391kpNTvJ8VGxjk1kkgPS7oB65iFT3X2+9OEAEkpzvJ0X
M3Cz7LHq5wd3cL8A6bvb9o/0U7iYhZcRaPCZOEKU+/KgHPK78hTvtC/xAbyTZ7Ifj9nTtkU2ufzk
Y9bRkImudrAlcwbNOG/0mZ1ZI7pZ08nX5y+0AW24pHogWtWXZrhzq8RK15UULp7pk94GWR3hEM4P
iE+DxJLoVdrE4waopVG3Q57EYtfFpU3rTGoQB2+YY2s+eVb300uGG7OwBqhHf3bNMM+jCrCGuHNC
rbMlZ5soMOJqj4sIbnQaToVr4/2olHoLjt9zbuzj1QnaId3NtQyVLtqxgGYDygAgJEqUnDcTYzGs
lgDTh1Dh26RVgMas0EyLFomGmj/SXpE8VQkN4r0WxN1YKeg8ux4WKlPDMNvwaXp0j1a2K4PusZKV
EYS+uzDC+U7TpwREzSZQg3iroaAhbL1vuivZYaJTBa2G/4yEWx1rSgHAtq3svPMlU/+bmoHfSpc/
zcXRsemdvGE/vURFWPr5jbEnDRBqZjic1ff+sXpYb7Svxo4czQC3xQewIey1+XnITq4MemKwCdn6
Fu5k89QOlx0P3+KlYXKT/kwD66u1A2oKL+FFFJ+Ms7bDwVbtpnM63Mx7YIryB/OmfJ2j+j7+Ud4P
d/kOQoTPHsAG4XbIEWY1l45iweJih9J0VeM0wWpCeIvACot4ECVgtYuWLChR9D41r97gu1jQwXLM
jrNyN/0comwI1IMjuRTIFjZ3Hjn6omcrW9glSlTFSxaSYyppKhJF2D+jxTl7PVpFbYYUKlRY1uF4
a++6W4k7t1c03uCufz+zilq1FEy1GkVJsD1V2+5Bv8D1b1dmPNUWmylklT/qcA3UUKb8tb3rLZ4f
xFPyGAkePt+2b9TyNNkHzZU8Ico8xP5+sd4Uex2ngsGRFXrCHvV7TaYaIfPTh6gSp3jBYX4qfGqA
FxTqCT9zsPegvrE9I6KHbxCu/38AQ6y6HoyGYy+hLkyFcX2nB78AtH0lYX6nR5+Tm+k5a/13cDTq
u/xBv1lwm97nX+lzcZB17cp8ygUYosammQMScl7d23pGlpbKknO2bv9zCEPycD3QVYOmfDviODCB
tzb8PNRehj1eMO+VyXfuq/22X2XLkAsEE9TUjK7AwV2dd/OXUfKeIXy9uZg1vvhg2GnfJWwww8/l
Tgnmp3xfoBIFwdmgecLlLjt0zd1U3y6yVEFYm7+0zIUHPe3qRWsxsNpvQg//nAn1k4P+2h/b47T3
7tDKNkEwTrJOmb82Zu83lPxiz5k0RWtojGW6ghvZ9ets11s+Davll+E+paNksciscflJ68yKAsLn
7NyF6Nr8Sg/5MQm0II3+q0XCox3mVDHnTGeBRAnbtNnlRhG1tuS8EI4F6iHoAcJDH9oortd94Yxe
g8IbxoKjOz0BTWZE6RyUX5YbGW2aeFle2OIWR5dWqZ0Q+E1VgESZdd9bdX+enT31AJfpFoikfNVq
Py3Kx2x0AIQu9rZr7V27pP6QywDgwphy8TXcaePOejosLo4CJ6MkWGfnk9kYUrQ1+5UPK/PCCrdW
HHOZYpWtzPi2CNedc1B3xtk9I93IdnQna2gXngwX1rizx12MGfLy8DDIbkr0fBydKWycv0lqL4xw
x0895Zo3q2yPV1q0tM9LqUhWvmxquFNnNK2hLT1Y8Kpv5XRTqzLEhfjadjEG7kBBF1JqTSMsKMYL
Gc0oJseFjLsyj4AlyaaTltKwhuSDi4rh9q6WbTjuoKkLm6g9WxDlr+xU7ptIu1GeTVR+jtt2/sNu
+41xZPBaPiZ22dzNXjICjarn4P+tRsvWg2zMxyxo5rLSQletFwsXunyZfIg/T49EcyEo3K4O5Omz
2mgOo65V2T6uShvdsEOG49CrDBmVGhvwxx3y5zu5HZJSvPKiYIIIFO/MGfl41/hRoj/Mk8QjwtQY
t0mmWIJ2oQ+VYG3VbYP1E3V5HKDDxo+XXTy1IVXeJa4XbvoLS1ygU2lmuMmSAK3dFwGx0Tbj3RLl
8/xpQCfjswmBChsRDWJbhva0bVo4RohsWyau6iBL5da11XuFUhklJBv10s+IofnU9SI7Nk6YZ1m+
Lpy5C2PcUjZWtabjjK6VNFu/LVNiHJ1qZs9rqRq0FK1SC/TNdu7SyQrCwj0EvVxo2+IZGx3414cW
1E87Ky0BEx7iNw/V0Wy6X/RzMu265J4ATQRQyrZbhSO9MMg+6CK/KCxNiVMKg0s/7cF2DLzS3Qw2
nFTDK5Jlhel62jbIYuiHTeGizQJgH/RZ8fO4tlD+ALQHm/cXMarTovUvtoZ+oG0rwuMCuqqGCY5j
Rsp3Paw6g7CeO/fkvHOgqTfvoXlFTD+R8RgKX2IB1mAThk57iHxf25mAF1ycGqOpwGiwonNR/1Fn
+0UpfK17QGOqX7eA0sowqb/75HgnQnoG6wONr3iC44aXjWlNIZjCOvjm83KwT+l+uk2+TZ+cyR8f
y0f7iFP4TVf89aY5VI/Lrkb5d3xqR797Rul9L7tNCUPy5Qdxfhgm4uYJ+6AlcHZelEdOUO+7G7LL
n81dfm+8ksdVetSx+LnlBe4wTYvFmOIYRlWMnzy8xWEXKfs10M4/ygfZxUa0oi5HyMUfB0w3Tqf8
dnm1e0dzmV9F22v2t0Dg1ni4zb/2ppVlE0zgsenOg0rzndcHZ1Rab/SH7lN7aILxgCC0007xa3Ls
TuNR/bL9CeL1fLGw+HBQQjnWHvEJxdEKzX1+GvzOj3HrlV0BROH8wp38RS7u9LjMPRgCjU83PDbN
CTzYEAx72R6QKNpcmuHOKwALV6idIbyhUK76RiCDmxqSZcHnIjRZO9euMA7jvj2M0YxHmDhoXs2T
79zVd+YxidbTvDeerGDaLWG2LyrfjKo3slvvlnC+S8/TF/zvSffzt/RQBZYkMxD1eAFk+E+k4Ntc
yEpS1DDxfUv10gH4d2sGTepnBSSXguyuClXnLfZubFxTth0vzEMvDXMhau4TuwSPFkJUMAWqTwLn
xvTdsDzqvivZOKIz7NIUF3zWirZl2bC1FFnH7gFlgYhVPCUDki0lLtok5mBAawlWbuefD/lx9nuf
RhRr6h0yG0fvvpTUOmSj4gIO1YalzVLYG0I78nZjyMYlU4WQbUMu5Jhq42YehZFV85W79ZTDxrbf
fgNaN6IaD1aywPuDYaAbGe2bqEo3oEsP6pMe2aH10tyrx5EG9La6m19qhO/x53dIwGx/gXCMaOpk
z7KALRnc8vDWTCXOijPa6x7RE+vN33rj2Rkl5QZhIAB9CtoL0RYLJpXrTGBBo1MSlwOA55bfVmMA
eTbihWsSSBWlxYctGgQg/YqMA5DKa1M1mCSr0kCXgPHkgP3e3U3ofHGzl1nTdtTVAzzB+iN6L5zR
BM8QmudurfJ7CQaSbb8KH1nRsIfuTTTQQaqVXRYuckeilvZMYgxZG4Kp+ZnYu7aJKFQlvmbqtw5U
SvY6+x4po9I6r8ZJhosU0ShAyBIYbuR4GuOWuraP4F641szQ6Y0ZjPkPc5l9E1yR1XSYfpVkN0GK
dDpq82n2fkqGLpxtcI+xxkFgTXnGZ9VNLbNJgSLXXeojrs71awbKBPQiKeahHtXdUO7xCM2a+5E2
BoP5qA6tvy6Nz9RRZFpa7FT+sMWAOIAuGBiiQbFx7YgKCmpWU7BetLxy/aJTnsbae8oG6Ol5aKmM
SEFSfwL6GxRb+avEFewI3TLOHbH50HSd0qDjAkJkYdppn03jlSZn9LgcV2Le9SMY08okqn+lf6Ei
YALrixdc4M0tkGxeDxtVjqQeRvTlQPplcG8z9zw197OMrVHkXNbA4jIuXOw4bpVXddbZg+3hdOno
TZJVJ70ZMbL2c5vquC0N39dO+wqCuB/bfhWtsEuzXPEg7lf0F60wq+8HNCYkTRkpceXHTns7LKNk
K4vONoD2sZI90NUCTX/tycU2lGZY4cm8+QUxwRr9tlLlKNF5Bt4jUK2yPavzV9veLNJUQcELKyMJ
auMVWZ9ZV2FOomUEO1CtScK+sGIPQna8taP+i04BLkyqelv/b2tOY+FltP+etCD/b3u/6h69w1go
uybFKxO6plUPLwjZodVRuB3WyG3c702qSh7PhC5GJw2IV6B6AKTItYtHRS1MJcV8GmbnK9pzbqAj
15H13wnTLrD5WCgEgRgR9+trM9NCGj13FewJ8LoYx3HIfTV30BdJQ0oikK6YTZBVAd5+tpercHjg
W2FsusCp/36rvjgL4nW1ynQgUMGjLtNbsGY7nGLJMhWODowTFiSFsI6AuL8ena4NemE0I9DpWVbf
uJVqBLnRp5EXq+Q4rPqwQ/3TuFka/F+1+2pMrX0zotouqUWJSD6AvgLSlkH3gJPncsGho8RTUHE8
0+UhycMum3yoJvqGdXCcqF4jSzFuIRTVrn2YVOmrbh5i81ZBEaJmWtZDcvj3zr/8HG6lQxvb6tBw
A6ipQw4jSF/W+blSZGtLFAjBg4kWdrA1oGeeC/SQEq6mqcUpU/ZO5Hjflrm7qR00B9sgceyTO0dv
/baWsSh/tAqsChPyYPgcRqR8PeVlXMwqSVJwq+OZdg08UCd+J0pUl8Hy2ZQVVj6u4mtj3Ppa1G5t
XA2gwYaon4zW892hvdWnXrKOJWPi5QLKzq1d0B0U59jy69WHZDoK1XERJOgqAh3Wv+8qvRoVDw1v
qRKXqopR2ZBxLfrbRnu0nZ/bS/Bjko2uNsjGgDlFs5kM/PU0jbajTunK1BXJQf3ef/PGxK+X9//O
CDc9Qw8O/MKAkdIAXmv6pJV5AAB/sHh/MUE26DoRZNA894HbuMVwGspUuZhqgI3Lnutb9H3SrJOj
WLum1IOiLCU2RR4EARvyebSS4h8upgBD54BVB9pLDlH9AsxoLsD7lIS97GFUtMgvDXHRwrAnfdLL
HsppqOHn6qnOfkKoRzIaoRHwyjDpcTS08XcDz1pBBceM6GkKZ70P+t6TSZYIbDAuPqQS+Bcq8FxA
6g13xIsTBKMh9LSr2tPi5X65WpKTTTAv4FZh/WsgC8Ebo3m9ssGKWSwQoC/P1aQ82nMNqRo3cKxX
InviZD90nUibMIQOWJT+0S7NgwNj6o6V4nglhPlmNpzWkSF0P+aUsIDbCmsQwVntcfvHjYeOTI32
m3g8n0A0nXQB2MdbLwGqQAIlEE3OP7aY667dNi8gVCNgkThXhReBNXswzVCKbRcbgbNwDAMnyl/t
kyLVaNyAnLm3nQEUkHWxU0AxdzZ7KmMwFJrCKWQxQgxAYtnfLxIcUqmVotOiOmfqfhhKpo2VdbIj
VmQEQgEQObWQR4Hh4tpIhnK/MVSkOifZIxMr0YbBBzVFsB1GhVZA3gWKK2gWA0F+bcVMSjvFwVad
Q6U/vGn58S9+HkS/HjTkwM3Nw8Ap5HZAiFtXAF5EEHaGWMRfcM/jlfPCBLfzB4eYS04wgmmNzPUr
GMHc8ddfjAIQZPCBWehFU7komRNFVRsDJrJmDSBl6ZemHUiVY0TBBYxATCIE0l4QkLqeClJpSHBQ
EPgtUzZlhq/oj5b16pDsb+acsZiriABgxuW2vl2gZatPtIrRpXgmmxRafd/2mCi6ML2g/zPBd7Y7
tG/NItcr1vhomc+9Ye3XzPZVYPcURabvJnIc8xqjf0cHDR+VC8ftcHvyqjNIEI4ELW/Yjxquk+lK
d9vDEoXlS0vcxh81pVmT0a7Omv8quzXJRsH+fhFUMrtczbRxqjMUeSFhiZtMX95CE3F7BIKJAdAR
SxjFOvAV8bcVolWulzYK1NbQ0DSPR606rGp2KAvw+MjImAQjurLFbRt1sV2I3sDWdDKXLAQ8oz8X
mmw1i6zgHMM9EOcyOmE5v3V6r9QKhRCIOqAHoVVAyzO0P1aAwUJHLWUSqoISNmLlhTluUOtC0tyx
IQqifuvT3u/7T33Z7cwk9iGRZ7afrfkn6OuBV0XR0UXpa28rYT+dPSMJEEZCdTkoMg8IYvjVJ3GB
o0xqPOowKZSU3owV+s/vU1kPhmDhw4SDHA4lNhUn7PXiXIvO8Fa3gcAH0JR58knrnrfXpXgMfwxw
51BdUGtKmQHH6X1iHKvuYfJ2/50NLntrnc5YeqWDMpL7RJPnyY19bLFtG4JCOFsffwbCBnqxjbXR
pCRZkYbolj0GupYNT27vuaFtzUkw1+1wj5bWepfbWhqtRQ7OTEXVdhnk6I/DjM4AkupWMFY0/7T9
YbIZ5LZJUiaukzMHu+5TtfxU6Nt/9/vcvsjUYTFjSBwBrr1GntXfjGl+3jYhXCMoG7LKNpS6+LLZ
qvS5ParIiOZhT58U7fS4/ftCF7msKAcaN9BTcFNH5xyEQTl+X0tVX09Pcy/bqTIL3CRQA4j2eMmq
cz12EEWHYI3s4iD0EbJ5AEnYNYjPgg0cT4mtrBD7Id+z+aRW3/rqsO0m9pHc3QTVtj8muEEw9GW1
dDAxgie+BBABLBRPi9tL7loiXwHFhp5GJuOAp5XrjWSqPSXtiAtKNn4HTQPE1yUGRK66MGByCfYS
j5OmZrjMeZBuV6bxtrTVW5Lkv7bdJTPD5ae9nSdksmHGpI4/OLdaqgROuG1D4iv+XWKZTEOZVx1D
SUBI437W3Z/bBkRzDkChbeKWgKZsPgOu6GgB7/f74qsfNE9/t5W7xknAzLT+e7l4MJyAPQualhDP
RJ/y9bxrlelA8A9j6ZuXmdqAS8uYrNh5yC/gSwvcjCiN5c1OisHEa/urcnJIgU7Huu0/O+bXOb9d
nVRmUTg/F2PSr8cEqeF1dHQ2JtByQT2zkL04C6rhzGtoXdQBigTDJrcpAdPRWmNyyjNNChp2Wvru
6V245r3hG3YA6V4wQoVktb7W6nJUY1kLoCitBAcE2D1RsQLFFHPAxalXLc0KYjz0Sq5Fg/Jlmp5a
ap6c6mWdzH2nzpXkCiN26B97XKhO1gb3JxunLLWeSfNOqeQoEK73i/Fw7uz1ca1tpvS003+ZX18l
vy4MCXC4jsoOOB55KjxrBEsmKlbleQYnPUDyi3pT1LI1J5wSVp3Agyh473ndHwixZXbtJNW5XMhb
W6C0nMyR3R8KCLnLKr6Crn8sPwAqHMa6igSIC9ZaPibTkKEiMhU03ccmOM3pkqyH1V1ooFkKtDVz
y35yQe3mp0ZNdqRvH0Ei/EpdZQi6ZjUDmiRJqHnEO+TxULgBwKFZ4I2z7A4ndD540FD1Qg/PB8RE
aTfd2A457lnU8vt3oo7wzL8ve0DSANSDzCs4KrmMfC5q0+nKCplEEgfa6gU1bM3k5S+C8oUVzune
MBol5JOrc5OEw7TPzLu1e3Z/bBsRu+t/h2KjdMeFYwK4xQKN7opBdgZvl01PA5GYEG62/xsHM8HF
Y9UmUKFg3oJE3NycKvO2AcOZrCQhGwgXgw3UQZUkhZV2fFuaZ9rdjTI2fJkJ7hJjEcVwpokNRH/E
W46nndY1+ovpAG0aa8LHAzpP6WxWABi7aVedYze+M9Dj6TsKdN9R/wq3DQknBZR66PpHjfgDN2ES
G+2qVLhOTmYHMQxQdqaab9txVM+StJ4tU/44Zld3cL5A1hD1++uzQyUDdKcHxA5nwGM0RNOn0I1/
KsuPySWHtPy+OLK3Y9HpcWmR256Fu0xr05fV2YVIYO69xFL9MdmYuK3p0mbqSgUWlGk+dPShbSCo
Y5/AU+j33dkcopy8bs+XKNz/jjaW4zEBZc6LRUJAn+Zhn84q7i9AHwWFG1bfzPjzth3RukCRHRV2
sHNqHxagMdWr07RYgKt7aMh9cTOuuzyXGBFNkIVFB9USYIPwn+slsZQlKcfVRGRz3g3S+YArbI9C
tFNRAHOB4kFFA6Qp1wb6UbNBA47DcU6r8tUp2i6wobuAPk4I4GybEuCowUOOJmzg4vAIhlaOa1uO
McSDsiIqWCuA3PVjX6m7hGSRqp8bVXtcC+CqrffSlV02RWNkupu2h9o7dAfZ3y9yspbUDhrAJuyr
dokakgZe9k7+fQsHhoRWFAAwmKg6n61DGmlCi+EM1iKrsJ+6Jpl3xmzMp2agsay0IsjbkeDakM9G
3RrsZlx4bbJunBJ3YYiPGKyR2b2RzjuqD+Ha7mfnFNczUg118gfjWZ/twPHoo01Hv7p1vRatlVrp
616Gp+hY1oos2BNXH8aW84Wn7YkOau5RcIJq3mvqUT9rWkhkkANxJLFSgOGGvy98wE3qsFROao1A
m+TjsqtUv01P2fo8up5vGPeacYibsz0XoQ1Zm5zg+MnC7dUsHioEQkBsgw3E03fWFlWLGJUSnNU9
lGt+6bmKG9pRL75u2xEsXozzjx1ug+K9cIFWngUM0bTE98NUlkcrg0wOrWT88UJLNhQSAGdB1YTv
iXetVbGmBpSnRlKFlvUtTTu/nu3d9ngECDRM3IUZLgrQ1o4hewZeM9A+GI4HVg5b9dcq3q0afcup
iRjQRvnQ3dLEvFPraed4w97U58YHH2vkJmOgTjKmDuHQsXURxgGahaLy9brtbHttnQkbKqODrx9j
QP1kwjKCYwkhDxghywNhOvKWaxNroaBVHrTl51p10ZBfdWFhzc921z6W6vgyu7OMXlFoEMBuJEfs
pY7ndJ7R65ji5gYmPOVLWluhuvr165hPYT7/2p5SYTi6sMRtReg94BWvhaVl+axrnxWS+xpU0mwX
xf5lp0ySM1FUWTZQdcN/URSB7CAXZUjukbQlCojriArWkLYkkdVMaVgYahJAvCwGp1o+hFoaz9D2
Kuixokl7MJtK89c0f4ubYQYmt3El55twEXkGHOECeQv22+sZdid9ppaKz4LyE96Z/XbtfH182va1
zAjv62Ucwc8dw4iPbNA8TzLuDUFcA5Uptr8DHlWBYKxb0IZoYGgkQO+H5vI4skpa0jymeLOMtgfD
PMIlvLAFhmJUSliCzaVqVQy6pLlBbLMq41vXDYd07B+2TQhQibj4A1YDjC1qtTBzPSukplR1Kjhs
WNtj5ZZ+DH03YvtenweVDqxP+1LnL2tZ+61dvOoTCZJ5hiBa4U9aHVQLnq0G2TcJJvHqm7gbWKtb
eKhzQVjm5cbXNVsPBUATZpkFreFP81OpQ3gHIjV0uOu6HotZ/U70+huapoPczCTJhCBMXH0LF5eG
mOiLCpb3M+CEaE6ghQNs7NKcnLGB0OOqlLu5XKf99qwIJx70E6jGIOCCR/N6UqosbaZhwqQAOdmj
96rH7UNT1+O2FaGbL6xwblaTuXFHCP9AYHDvkXumQBC/bJsQ5bQmoCn/jIRz35ShBdtt4L4SRALI
qXTkXmr3y01+xaobdCB6Tx3joLQyFVThNtXR4wGpcmBjeCKPfNS7agQK62yqe7s8pfT78Kz2gWR0
4nn6Y4Wbp6ZO23U11+KsZJYOGMY8REWR5YeugWxTmFFtvXFsr/tCJtIdmxFkWqhu5ZGitGBIUUA5
75J+9GsSx5L0T/Zh3NQWfZ1WU02Kcx/Rh39PYI6QceFbbk5tgIVjBEHANtXK7602XOb3TNYlLZtA
NsKLVHkygdHuXCycMUlAUOb44/ILLBXg2ZMxLsgscUeGWg1eWikA1q7zDjyk64Guh8741x3s1z5j
H3ExnAHCayN68YvzPJ7apAnt+OgWuWQ9CmMVLnDQiTDxNMkTfOZjy+hc4bOBxIE17hAuSf/mFeB0
/r698oXr648lHq6ll8OKycdZDtns0zp+Ipn9N8HpwgK3tewEdftFR3ACT/mdRh9q+3l7CCxn/XC4
XhjgtkhSUkIGAmdpk4XoeirRilU6D6D0ZYlJgoaLRXaDEM8PkPBQjwMqlK+027UWk3QBvnWlZb9f
+zh57Mt4n3ixXyJYIYsfiWSUwhhv4RaMJxDWisS5sUYYxILAbaI1X3Pvpreh1CUF+QtIBbG6L6xw
vlxtd5nLGUSmIGI/m3NQk3Bi0nggcgHDaeWvZu8ra/80IgGd3A59ZXnvgx668SnquF7ZR5A18icr
CcxuDg1AsgYrrMYYtZbxydGq2t+ee0FGju9lz/cG+mo+aP3SmTI0EL43Q1+z3S/hlP4wjFOhfh1u
bUd2FRbOAZR8wX6OWgSY1q/3fjYQDGVk+bjb3ao4lvbDqAetOXkSplCZIfb3iyBDnVkdyhp5E6AD
geU8Omjk0RJZl7Zw718MhwtlqY7krLAxnFw9AEo/SnIf0QulCRZQJD5QRIC+DzcKpQfyjHQYRVud
tLYKtOqYozd2KPEE87nK7DAZoienkt0HxcPyTMBGAKL9wBVTF2XTI+/Mz7r+aDrJrUM9yaEsXHUo
sv2/Ba5UUTjOjF4EnAEjqOBmw/F1tLxmyY3StIUPZbXZlCXSbHd/iHEXFrl7+1JBhHZhrSlFqhwa
O4U4Jo2csUJmn/h96h3s6Ug0NVzT4kvfyirA2x79QL5JTL1AGxnG29nVUR/KA3hNtvex8Oj+Z3wf
6Dc70iP1mzG+djKgSJ48uJl5P5i2bxJZb4JsMFyIG9Nx9nLmygzvNbeya6vs17mUalQGdS1muKoF
8cNh20niDYV2Chvv/oxqmjsDaKbU05rj0+t2DDpC97S2w3RZj9WqfQWz1RTgIfWp88antEuh7yZD
9QsH5wGag3YsdFTydW13UhxFY40xUOfofR3tKp+qtpvftocpAlyifg10BBM3wCi5uOHpaWkUpCrO
qHwG4PDz51ILVwu3xkQP6uYGELphIb55MqfPGVo2c6ru4iI9DBAVB6BrB6bGY0e03dxm5ym1v29/
nsgJl1/HRc1mAN9HNuPrQILlJ70LVv2XbQuihAZ6P0xZCBxhaKC5jv7G6Bh5A6GNM6jukq6PCBRN
6bT46gHZAe7z9FCZJNy2KcpoLm1yIS233apWHObz5DuhZpBAe61sPsdwZ97/2rYlXMeQKkGvA5OD
+lDWp2bREUdD+uQYLyUAhGXrHetkfs2pFayVfWtCGrBLojm1vmV5LUvefqPd+WB6aZ7N8MXp6kLP
qwSPWXFGH5kJ7YU9nu7RrtbuaaveDsMnaAhCPh3A3e6mxQtRNaXo8kfxIBzTMB27HUCcOw+51xqv
gVkpksNFdPZrrDEDEjvAVfCPOFo6TGlpwTkaiJuyu/Jz3kuyC+FdXoOWlIPRuUCKcC/8eW4bXe3h
tlu3RVDEaUD7T5oFsaJE/dS7WtDFceT2QaxQSbomeszAM+wfy1wE04o+1qmuIvhOK7SKFj+d7qrh
fW7e2/ndMFZfrYAwa28UpJVabEa9LLj8h7Gju0910AeBt+7ryVf1xK2p0+HsVpvAaR9rt2KA3IAu
a7DqwKx75QlU911GJdFbuMNQATJth6kP8nXxobQmSpMJTo/1c2mhL6Y3grHuwDrf79tM1sQoXEYX
5rhFDgAHhGTTGRlD8imf2r2SPnrSvhLZmLhIvYIcASLFI8omBgT/Wu+2075r5an0mqOWl9F22BAa
Qw8WWgpRdwbTyvXMufXUoksOa0fvvCCbos4iAVG/NSjkrZnkDJLZ4rxX09atOlYPyqqI9LjP9W+L
4o+4/dhmK6POFCU/4Gj6Z2CcF5t8xpnCjKUl3SkOiOz1HeC+QYG9sO1CceS9MMUdXkZG1URVdBQW
7Leyq29y/Sa2lCghoIhz3pC6UjBduO25aagkwxOuRxOMDJBRRmLON7iuit3ZXoWgq7lpMEy/uqwN
JhkNuvDkxO1Mx7O0ie58bnhu4dXaMMKTWuru3eTUkzIE98Fsx7uBfkYp0R80VVKrEc7ehU22lC5O
EwfoMsiiwabXHUv9W2Wiy9oo967lfNqePKEhuA6YAig+ab8j24UhNL25FR1aHNEFNJXrhYJrEyjM
sFcTzx/GWnLnEE4YFObwaMGen11uu6VD0rXDhHOoSEpf059p1vm2rDj4O5f7cBYz/XZgS5DTfuhM
UwmthwZRcfKKcHD78Rg7eI61Gi0oR9fv7eK5I2rtrz9IX+wbwCmotkvL/LAmYb24sqctoY+h3wIK
C3DAI0m4nsxuUItx9LBKu/Gu7cvVd+vRN801MgiSgO35FDlYB2sxgjSkmYDauLaVWHE9xrqJLAiI
U5ii9JlKdzwLVLx/L41wAwI1ytBns4Xu/7QJu+pUAtO1PQxRqLy0wGWO2kQmfUhtzGBdBPr4E1q6
dmr4A955dSlxv2h+IHukQvsQ746A0l77bPFw006QvgF8AjnpipyaeTn26Z0xYjdsj0s4PYw/xoCG
lIHbyLWpBhASJAFucYbscdBBWbwHukrWAigzwm2y0hmWMrXhPMt7rmjvZ1lUlDJdBZkR7jAzY21y
MsMBrwU9uYoW2NWtAiGubXcJF9qFu7iZqXI0AzUd3KVOgXtoZQz8bBV9WMcAukMXFyQ6Hi8tv46E
WN6KzkJqt59RXg26NX8eR/M06+q+r5sfSepJRiRc2Ixh1cJVGwKs3IioTpXcwF30nGXt2bIBrTGO
WYOXQyCdUeT8C/fZgA9Dow2dTha3EBrDjNt+yNGcrw44i1Vn2rvEaCRnlXAlMPYWNIOi34lf07Q0
qlSZS/QN5l4VEL01A9MeNZzHk4wxVbhTQUeGAPe7W5urWM0KgWqUihZFbzJ3jfnSpcluHsEsRe62
PSce0z+GePqzAYhVJ67R5taMHqQcwf44PeejjFJYMhyebaIdetyZ1rY8Ww4EcUv3rXMf0qKNSlsm
JCfaSKAWAsQO9UXrQwN9vtQFtMuSEsKkKxBXtgluO3QmyBacaHVD2B1UEOBrQaMKdw8qqGGOo43T
Z1rozaLgiG2S5j0dtU9mh5fxMn7aniaRA5nmlcda3YEy5ha4O5VJ0qroom27Lqjcd6KjeqL0u2p6
3DYkQs1gUH8sceGudNCGMKl9eSYg2gn0JQVi2uutx9507V2iunnQLN1wNJOcog/Dex/tOAlGQ1XA
veNBmL21g740kv32Z8nGz0UTJSMZnWfsh8Z4cdyfmvodz3lpKVO4F+0GF4z32OSgqsA16frU0qeq
TAFORBzJm8geTuw0mQYZp5AoGjOxOdBf2RbDcF9bsQvXNWYdDYF63UNqagyTsf7mDO2p15WIjKhJ
ZzIxLpH/sCfQLWC5gELxEnudlQwV3hHL/yHtzHrjRpIt/IsIcF9eyVq0sGTLstVtvxB2t82dyX37
9fejLzCjYtUtQr7AYF66W1GZjIyMjDjnBETKWXOj/iMKmZ7SZbI7dlthcsvW6uoHUNbaxkIXA23z
dxHvuyzZhRQEgmDe3faKa6eQMh+sfAA7qrIG7ZA5CVmajNzX1NFPDMUPULdSmvaYZeahzNINDMy1
9xFYMhvsroWW4Trb1hnrV+YtIGgmm+au2ZlPzfi31jmPkfGoAQHiv3pwRnMjQl+R6oT2hE6oCf/J
QnZkdfb1KDNHKYJma0RUlaL2OYibDwVFgtzWjppBxXYumJSdnORqeDTnwI2H5g/Cj+OAyKakhmDn
OtypUxJPqgUP15mqh6Gy/soTzSvT/s6qtrpDV72HyjWgZT4tkK/zw4FPImdowG4o5skfneHJAhzY
T8bJ3sy9r5iiG4NekA04n2f96pIt2sJ0nAmguV282vXMIOBxVxUWeIEvt/30qqFlBP2CaGfw6Dqs
KKVRVBZfsFJOyNJ/LPJfxfQgmdb7H52GDNMAIRGGe1D8P987o7FTymKwKHRJvg+BNeZyc/wTyvSZ
lVUVstLHqLF7mBMlZavEeo6N0E0250teCZJnVlZRRJvbqIwWFkDfSx96MJmm9KJKjOSjpNzGu8Bq
vdsf6do5w+Ii6+P8vgNWX6mchsGIy4XBY5mdm5mZ56TPpvE6mdzo5V7UwhVh71byXyEycxB07m//
gCuXj4FzUNKnbr3oAp9/PeEUUj8ImXPOwBMmnfPQ+BPxnzMbq+dmY9IZUTts5Hrp0hrXbN1F4PgP
FkKPX6cKwJ2zxnfEWUYvskTMJlF/WQWliPo5cbbknq6dKVVGwMSmNU6LfLVb3VzJfSUy4c+xLo7d
xAT6INd+lnL1AUWteuOmuWqNKRWoHNBBxNz5t+kSfTSc1IYbEs73tdq6YVW9dFq0K4pu4y1z5VIz
EMQg1IKOgSG6cnzZQLQx1kPhR86XOmAwxn1iPlrDnbal7X3N3xZNXqo1lJCcNRWlktWyNAOp8M1K
7IugfaA+fEp77dP7veGtmVW4GBPToSGbCr+ZeSkdrdx1hg259+Vkrp630Kj/u5LVlql2MxaGlgh/
6Bke0v/qqi255Ot7hXoZeqULVn7xjzfVw66JZGF1LMKsXjFgOl/k/tftfbqSXSxc8P+YWDm0Nbb2
HMOE9RUIyG489bXrtDPwhH0aj4/WqO+kqnyUcvP1tt1rGT81XzhCiLICE13D5cqC5LC1DEQ2RK0d
nTIvj8yZ6RhPzCj3XLYJvSRax3FUjddBs6Agl5aXFom2txNLv6f1mXhyOSFaefuHXTtzULHRPOZH
LTzX8z0v6yEaHKq2vlpNR8OxeIzMh0k7iXkLynMN/Y3SMRp4S1rHFb18/jefd1T6hgcBR0FJjPvJ
rg5zeq9V9t4aHM9m5iut1CF27lD68cKPTmscAkaoTSL+ONijp9Yvpr4Flrrm0ggTWDBAkAegmnr+
i+oJ9YgwFsIvKqNy7VoPvUgP+o0775pbv7WyOjj1MKii1/C5cWyYVZLXhqdGKEHawVQebn/Nq9cr
9yskQpT3odit/FsTQo2VuRAUg35ZlYK2v/x3GS9NSrTmE+2xVO5GxoUWAL0d696sxj8I4WDzmBoG
BZsn9CqEl2GemHlRC1qXD5P6kH9rytLdOMPX9pN3ncVTBPIS+tnnX20aiipvu4qv1ki7ODvOdbCL
xo1nyJaR1UczxhzpCIuFCOBt5F82M7VU40+MUGzgKkK2k2L++UocOWi0zBoxEj1TE/Cq+lT0wx98
EvAwgEDpNrFfqwTcGfJZkPKUEPIb4VrZqeyTn6oBIzH7k3QBhBRq5jyubRoG5+tpEmTo2rZi8mjd
HJNC+jGp/yh5/Mjhve3nV65vbggdejwxCxFx7dzQlMgxukutQCWnDVynlA5SGz7YFk+LZNgZ+V+3
zV1xhjNzSxx5E7msNsipgzXCtxkGFIjvSkqfSVTvjxMwcn83mmwSuzV8NhjzSo4CGb8GE1y0zTG8
i4104xa/Bm9gcidvPr6PDmNyWeubtQRyhEePZek3kn0cHP1jFH4pu/hkQl+dGwY7ie9Aab0iqd0m
yI+AR5gq1244/pXASzsNFdnfKqIAPM5/BESKIou7pvRtUd6Lun4otqR3r3gIBD9q4kA7l2i0Olp0
LbqsS7LSr5dxJ8FTpB9DxOW1PGL86dbVdmU5FKtJK+iTaRYzN86XY5lhYVvZVFIaUbR5h/dX34wo
4sl22w+vLYquOjPb4GcBOlsFpUHvkLGfVOKF02aHvFKLe3MokkNf6IoblPD87DnSN9zyyuLIxekw
sTqEs+3Voc7p+w09Im2+kZX7dO50r0nUP6C+s3U6n2qhRyLac76DrWIbkjM6JQwMxz62pZQ+xJEj
PehibDZOwJVNXL6SqS60EstY6+QWtdxR1KVfEvMvHEaj1x70qotdcza1Q1HEjmuJVvt4+8td20QM
UkWzaA6hp3q+vrF1OikPisrPgvq7FC0QdSc43rZxJUoBuofwTqUO5uNaDjEODLkeI73yo+ZkI71R
OyXKFVtKWNesUCOzfwMsQUmtfD01gqQQVlL7Guq51vyFlnC9NYR2y8bq8CbhqDZaktZ+JjTvWMH/
U9INrMe1DwJygFct2ZLDSKTzD9L2k9rYQ1xzKyZ39lz/zJM/IXEjPQUnDJgc32T9yNRaxag7raxh
MpvH0JJ2ShXuuy64u/3dF985f5ixiGXiAYcHkubatwpRNzNKnjzSzdCv9W+mUrt13rp9vCW4uWVp
vWlJmXG7RwLqxYuVfM0DOHbmh1T6entBl9+GBREH+DQ81i6+TZNYZjtpPbf7D2ViWOtGFN368+sc
FV2nsCMj8qXU2hnWrkjN3f9vAauUS6/MOIw6FjDsG6+7v/3HLw8HTxX07kmvuHRQyz33XAALU1ua
/Pw6OFpO4bbtqx1txMirNqjVUjVgEOoF1l2uCgrDocUXqJ+Z24V0sax+ub2Ma1+BGPIfE6u7zFDr
JqxGE6+1J7foXxGgu23g0llRbyLgLseCC3N9LPRCjqZMV4SfNmPtRqbc+bVS0pUvy8QbpWHeuCd/
pxTn5/Dc4Op0lOMALQkpGr/uPXs6luWu+cL0njo8SA9xcVL6DUfYWuDKj8Oi0EeZfqVvikDzbL0K
7sdc+lrIAFO1Oq83IubitJfLQwUC+pW1DKw/97s8kKKi02aWJ2nDrmihWunkAcpQ79X+30prd6Mi
JCY7Dxvxbdm3S8MAXGTSKwP6+LnhPphjSwt4JQHbyctDXoQ7ZgIETeTF6fNtn7m2xqV/sGiqQ6Ba
q51DHUu6QiXBcqzaz1G/s8RDwOwGOz+oQeIK23IZKX3b5uVBgF2IpBC3BJc2M9LOlydSoZHkyI2v
aT/bRWJ7A0p9ZfvO/v5q+wo1sYZU4+8PY0zh4Slwk/CDiN3U3ti8K/7IRce2kYGAFVtLQSwSnY42
qw1J/b9D9oQvGHDy8s1C0tUFLWYQ1ybP0VcBMM8bw5rHoPEj07grLXRRPneS8Oaqf8iMjb7gsjkr
3+MKxxCJAm+lNQxdTLyeVTluuVtjVyBrozP1Nvh62wOuGmEOyVL3XLReVilVLaQ5tHWMhOyXSF77
7pA1r7dtXPFs235jY5VSSQqaUl2YtQjKyJ6dJQ8V4NaRMRFTLO+j8qc2pO7YqvGfOLe9zJsk1+Jk
rZyv7vXAnKa8RX3kU1E8M55pw8BVp+M1q/HnqeStpy9ltoBMJ5rWl6uP2RhQoxl3RKSRUVa3N/DK
MaU/zOAyRGCXwVrrlRSVrE3D2PkxEg57Bnf1900bO1uXyOK8K4cDV8Oblc43CKj1rdVKbRQ4nd4x
Dnf2Mid7FZF96pmbOaSta+bDp6nLP+lz8WDERzN9UOxXs/92e6WXrgLsCnjPoka7zPBcBSTuRzqb
ptajnRIU+whkwSGRVKrCDCp2azXN9lFIa57RJvfGOOX3t61fflCsUzg0GGpBLWl9utuStLCt7N6H
cOf1zuxm8pHr3S3NjSfZZRg5N7RaptLbRRAGVu+nyV2RHYbyMEDtCU+SufVNl/N7/k3ptHNx0W1E
q5gk/TzCN3FQ243ZDz5TyKsUEe+MmetaYe8LhHO9eEbB0nHywAN9XrvlGCoHSW7E8fa+LkYufgRs
Gh68vEboG57/iFjJzaTFg/18DnZjiIJEMrpSrb/7PC51WdA9HBSahusC9BgExWQMyDHaTPX82IQL
VdKPyvcPFF3e7giAMjWCx4+xeNGbKlZD7ySz0hpVQaOSH0utm0+RBNdJ67PvrYUqtznJzZ2eTS8A
0bWNhOR3Je58L5FphZ2DxBygcGu9yHLuZ3sUluIbCBdNOsOw5s9ldsr+HRJmoTvzp0lNXLn3gu5g
MKH8E3/oOAWf+1+F/pIG97IZe1sabJfHxl5ozKgswkuk8r8c6jcbkquFAaM4Uv14bMr9VMu19ewU
SV95RmQIiHklHZ2NkHiFqIS4HkI+C2GCT71uD/edmvVtNjPOyGLONNSz3OmgN9ouoqauXjk7kVn7
aU72tfn+cEzTlpkhUA8phMHSO19vqCSZaDJF8bVcYgpeahp+E7fV59uH5squAgYCycXzAW3Tda2o
yuoe/HvIrhaxci/3Zi25Ajqe22k8tAekCDaC0uUp5Q4jHwREtmiPrutgVTKPtlVOKnNOKxXJPhMt
rR9ZbdT5KRlFbG948pU3C90v57deGB3+i/afqOlrJKJRfNnc5ZWnW0xzc0tth3w+A96cpxwazvju
CH9uc5WKyElg1IMtlN9iGOXwsdsJ5p+iQX77211eY6S9gAlIe6ghXAx/Titeh1T6FN/K9b72ZqNV
ci8TdcG7JUsr4YHXZW6IzVzZXRjNUNByCenG2z/i8pLhRyi/a/poQFzoOjO4zJZGqedHSIp6pMZk
70Y0zw5KUlv3xhwfhk6PN47lNZtLDr6My+UCWSOoEcqfR+T1FH+cbH8yo9NEB9AVmlMz6kP2QyfZ
WOS1nQatQcPPAj6HxN35WcwkrdFbtAz9ohj+iSLIiqhNqjkQS2Qn74ok9STRuFVab3jvlcPCLcDx
53YFBrPG6yp1pNbxSMwDJSjt7XFovws1d7w2afpp4xK/EgkQ8OASh/8Dcnetju7kOYkm0wzQeAo/
tT009rTadyZaROQmt31muYlXtwuvGggENGiWq3T5vm9CeTpIZd0jCMckAD36Xpl1f1ClWt7YvOtW
KBQD6uTcr3F5oRGLWSEC+eCqYzefyu4uLYctpPi1T0RVhD+EW9AYXLb1zVqGoRVDZiWab2f57Mta
90uPwtarQFJuRJXrlhaqMNBbWiOrXSs5aWmSZpofZMaPcTBeJqN9kvrg5+2Pc9UMtz7JByk6mmnn
C6IdTfs0yzWANioCPmPoHJdqyV1ZyfNGEW65wlZ+wFpMrlfScC725anwZu/mSDakJjRVNOGzB4BR
nlb9VdWyl/cfNUk68r93L42OHFFDgbVk6eulVUzFjjqA+H43fi3mzHUgt6lbsjGXbkcXGo8DgUnt
0rJX+yfrWWwgEG4ioqxDUS+nr4k5phsB6aoREFc0WpZRBvYqIDEQHX8eQ4zoTSfvqkrQ9hsYmx3/
iSHEwTnkBt2kNSXG6dJSFEZlLuKalacWOXlPOBftv+/9Mnx++qWMOiGsw/s79wR5rvWEIZ8mA1Gb
XN43jtVXd/1ECuR2RaUkn95vDr+T6cXRGeFhfW6ua4MaTbfI8jOr7tze6l/0yL4z3y/VAe7mf5OP
hS2qrczMXTUgQh1bfiRV/mIFEbZ3l28csJ5U1pjWAyhhLe/jZLkpMim0/L6Nv/BoCejyWf9Wmb3F
xLu8HhZDqNb+LlIStM+3TE9o/wZ2atFU/Nak0mfBiKNcP8TKVoHgmiGDfjY3g860qfWE1Hro5KCM
kHA2heOFAwq9IbR2GWXnrc9z29LFqM8BiKbcyXweZLP2avtNs8vd0KGGaW/drZcJC4nKf9bEdMbz
zYvayuFBiiUtOCmifkKLqZSaJyWseKRuVEOvr4qgwKg95LrXb/Gh4hjPFfunJnHkFaEaHeoy/ihy
UTwWdrNxcK8EIsBlyzBWULTUrlcr6xBu73J5IGuI6My7khK+WiCd/7l9Xq9aWTpl5JlkYGvWdZyq
RlColYoyUVJWbqGp9VEh+Xv31YdM/G/YNttHbrny8apU2rDMEYhvrSzbJQ60nUxiwH1lKuP+D1YE
BQTpFXggYO3PPULEqlIMTUtmp8e9h0Zwj/6HZW90NK7u2+/hz4QHAvjyz99csMjuzrYd9UhdJLnz
CYZlcjCLyN7dXsuFd6PcS9CGwGbJFBDXCEtpQIgvRPTI7/LQrQP9EwPjdo3GdW7pL5poNrbuIhnH
HIgosgb+e6LRKqrqEQMga1G3fpYdjOru25QegztkPAZ9H2fvTYqxxeOYMQKQIciIVpe5IeZ2nIK2
Q51NcjNinVM4Xs7cya0IcfGlAOsvOsgO2NHfBN7zLxWMIEcTRe2YPN2/orafUzCTtqYO/46dZwnX
YmXJh1GdIQFfO3inTqUIu2b260UT2DO1KQtRuOj1Hxky6e2OUSqF9jRKdp89JknSfXK0yHaOaW9m
1kkEQjfAkGr27JJbRd2u0UfzX60tjXIfGFb8zUab+7MIZKVygbqAOh6bTn/ShiHtdpWkVJ/yukiZ
CVAK51WMkfZLTKL6x2jV+UOW2OnnIlXr56ydpH0WBnnCY10rX3qErqmxMVha7Mq5Gz4lFIg/DHky
t9BGHKnb99Sq/1ELkf7IpyD+nARRVrhGUYrnIJ31zCtnwzxpQPqjPXDoiPOMKMvfUapyqQT9INNg
iYbpoM5N7xwBnWbGIe9FGn/WRREJV8uc6VTrtaQfoliVIDsb2g8zSOTWjcDRyCelirPnPmfYxFMR
S7zBZ3lCVS+qArodWT5In0M5Tv+erV58G6zGuk/kavqbE5Vmrkw7TnhaUdvfiySDy9rkold2UiAy
WOh9172ElEnkw2hribLLDaVKvLYteNBkUdvkbtWp5pdm1sZu3xSJCFxCjfM9ihnfdteNU+JQopul
515OYIN3cdWKndNECpNQqgShzJn5n1/jIhTzfcfema7RD1p7P41hviX1/fsBuXI+2vkUM03e0Auv
6NzFYzWJGnUYB5+RzwUzI6aeN7MuzCE6yLMzZLsgseRPXY0ylJtnTvzSitaK2RCt0N2+E3wKpXL6
xtMmJf8elNkIkClNVIDdCZtuKEWdsCuU8nYqc8r6fSbbBjxTM84t4DVWeyJ9kXMw8ZCfvEAjxfRQ
5pVPlELzPcOwqn9An9XVzlHm9qfEmJJ0V/Q2Msv2AKJrr6Rq9DiUTvBixXku3cExy7uD1fT1eGyd
upt2GpSVwgWYZX0am0GWd7AKw2zfj/MkQtdomJ/mdpVmxV5RU5faSAUvLn5O9cJi4d6nZkBee76/
ydSXUWFS/x7McqFImFp06KufUrY1o+gSYQn+GYoT7DAaUnQoVy9RWyr6EfFRSuBJqHxCVWZ0HcZG
HKaklPdFjjZP3I2gWqrCZtamRKToAks6CAuIMc/bcD/oVbKlKHYlgtpLU4WLiIcXqIvz5TP9JDVb
PR99HioTV4+EqpZp/nrvVQebl+1lrhvdzIuq/Nh1jehiffZ5Ph9gr6G33T50jZkjXfbTQcTr/eao
WfJAoQq9zOU5X9M8m70u5lD2BYjXD93SqLdKnDcH2E9GN1ueFo/yxv166UdcQQtvCDAkIlnrSyKz
G2toRmlGzjVx9kw9ye+4b7sHo9EFhUxjS7tkuUPP48Jij09Gxs8raQ117ptR8FEj2Y+S2PLCUC9P
Ti/1O2PqpY186KLgAL2HlooM7AqyEryo8/20Bo0aoZrIvmwE071hFt/V1h6OY+xw2YA8fSpMpfUy
RaoOtz/klSOzQLkp1HLDQ2ZbcyplqYhDoWozFInKcyp1L9v93dA5z92i+oSSoDp+7tvUW+QtRDO6
8TK0qAyS59u/4/fHW2020DMSGURhoQOvPQo0UeP0baH4Oimd1wvSK9cazN5NxqLaRzSG911Zmx6h
cvSmOS49J+mbQx53Kf/JGLr50P+sYkv3OqUtHvNOlk6yPM9fUCkaDgh11Dva2BmDpEfnrqii8qWY
qtadiik4oNlYPdmhaF9uL+ry5GtQ90ikYaRTVTSXr/4my5XLWC0b6Ii+Nk5PpVr91aLk4d62ccVJ
IfKDKpf5dmBZViexnJiCREYz+jMsp5OqjsEOf45/WGrnbNQtL00tsyMNXsCKCQFk/TTItT4WkVaq
vkgr3XWMdrpDBCn39LEdN87DNVNLCWkpKS4Y0fXOFaZIRrIH3zH25uA1wXHY0oy5zNbZMu57gD9c
qwzFOP84VOEittXR/FqOq0e1baa93BvmpyLXmkcyAnNhwLeeMZqh58xTv6VHf0kY4qIiOhpk78xN
uBDyrB2aS1qgab4y0qtEwTNw0NNOf0i6vnOmfWOXR31u3FIeDn24zOC4v+0513+AQ5GOCMBy16Q/
G369k1P6Arma77ox3Kfd6GVyxdiW+VWRv1QopRaWhuiF/UEeGlCtWy+mK595acxzPmiPLwNDz79B
1WF/6hXCnsgBMyvwgSnn2LoXBQFQ2tvrvfLBl+yAwsNyXGhLnRuD2ocQvN7Kfi4jcEmKPiPg1ev6
wUqb4XWQ4mDfqH16KKwk97TZEfvb9i+vL+pgyxBuh/qoczEazY5GKcCbZL9vFOfRmOJ+j5c35LRm
9q0oJLERfZb1nEdU7BmLThkT0nhCr9KuQJHkuaLVQQc1Me+QVy8ewsDODnao9h+zNMifpGDQP9jC
qjaC+WV3WmV/2WcauPANL7IRNQvswe5ZaqZGXiCc5ymZXgWiqEk3eEbiPEci+twkgD70LVTSlVVj
ehmAYC8X2vomjUM9Gm2JVVdysSQFXtB/FYmvm6lbWqUXNxul+/9jrf81uPj4myCvxQHVrg6DTjW4
UvU1tdMDIgUf7FJCn7qBTBE/FFVVuIOlbNi+cnyAQACHYJ2kDvLq4TLTc2G2FdUnM7fznZqGipfm
PY3V3kg3TF1eZTCWmDaB3y4Y6PX09SmOo06rCtU/zO6WoMqlpDOSEW/++PoOQ5TAHHnxq/4oEG8u
3YLpGTZKv3OQ/SvHzRNT7nZSWt2XVfxpmKO9+mMY+r8Sp9kjV7kPGDkXMdZrTn6pTDYMhy240pWD
C3iHKhKgE8oU2ipK2ZQNywSEnm9oiOGawourb0lBH7LeClHL+2R1ZM8srXwJaXOYKgOWrGhfSrvE
ciV0pB6/vDsQnVlZ1vvGY2k6mnJlUBpNUb+U+1NrtofAAHOwNYb+6sbRESTCL6oq64QBMQanGYNa
hS7qPA31t6QtmeZquIby3tIyDsQFqiyMD4jOa/kCIxnHBbCi+lmS7QrzuyjNO00b9tAMNh4+184B
T0vecujkyJq2CqpOYFm9oYeabyRtcRda+RfyiC0x4Cs3M+gB1mOxbyxn3QZSUslEgz4FYsPwEEZp
dMM9iJtwdkHzMEgoNua9aY7NXQ1i5Z7+cbefSENPg+20X2ig9xvbe7loCPRLJF9mui0Cu+cO00aS
3kd1KvtNo6JE2czNUa36dHfbLS+jGQMBwfwsVDcAOOv7OQW9pGl8SJ+RLfezGSC23d2H5kZmeXk/
kMASKjWYblQljOUIvnF+FBWlVI5mhZnMzZ4xGoeqNBak3OMkj9+DSn3Wxo3QeXkK6CLTOVyYg6Te
a9pnrjuD00OT9BnNPT8rZdPv0iIwH2wTfJ40mOO7XZRXFKnbAjZkEsBah1+i4GOLuSata9XiMRJm
gyxihJT07c916RTwf0E0UhSjQX7xYANFI/RYHnVf5Lqxa/W0OQ4ifP95A25Bmm4sZ87BL84/VybV
aR81WEFwy2BmIxUd0eX2xpZduh5WHGwQo6gsrNmds5UXwdhqum+PQQWBXlJ+cPad56pptP3tbbsM
8bgx1ijxoep1wSFqcmWOkywxfKlsk6NR5txYciHf5ZmqHaekn14jqdu6va+tT+OVT5ikyo5o7/ku
joEV5IVoDT+u9T5Hpj5JwCVSYdZdvRHhlnrgpWsASASdSMwnSPK4OTcniqkr56Ey/DmvDM/u5+7Q
Na10uL2T1xZFeXNRC6ReAAz93IqDPhfjSlUDzZrCFfMHJw3vlETdiErXvhevd/gBHCVw9Ks+IjpC
rcFQE9OP7RhUdK9n92amDXd2IKI7p6UZAGL63dgdTi37Ru5ORwnBhdXShG6OPVB0A3XZst/ZUTQ+
8kIs3Ulx2g1/vJK/LrZAnrC6hb+6+ljaZKS1HjiGX0GkPop8kh4zeHl3cBk7v7Pq8L7Iou5ukkzN
0wc1eczHSdkSBbpy49GtRbiXoQYLF9lepbLx2IdyHxTAOeSCV8H40OrhXi++In5rIo6FcLcbmnQu
oJG/WJuPhiuuRHWGejFl6gW6svzzN5dCWTtyGMyygfKpFTNMLRp3ejRFLrl3ubHfV03x1qZ/BziR
N8q5qXBkSkrX2QBKzMiWHw0NfZCPyRRnqutI/ahtzIu4PIo2CStwNmYNowy+RjLlWRZVaKaZviSC
4HOdWc3PcgzkjSvuclGLFbIDwLN02+VVRtnMpkR0lU3E9+36u9o72iHTaHe5cdp0Gwfy6orI82A5
oTxOVfd8A4UlGVkmZZbvtNFQu9QNB3EYBPIbG5fCVUN09Wnmok9jWqtDqFS2UTQ9X4rLunjNAiu/
kyW53NBjuES0L+CYpS+wSENwBFfraRIaPgIJCN8IHfE38kRgqpNG+lAPdf/QDYb8GI6z8lCM0rRP
kEI4pImcH5s87z5VSnavJ0nmyWmQ7a2kCo621Ovf5DZt/0rKqfxgRYO56+s2/deitbiRAVz56uin
oabKp1jkHpbQ+ebUWEPN0z9uAmC+YeCJkHKqmRsvRjZtfPIrMYrDiXct4pQGdYVV1t1ZIx1YQw38
lutLcRU5iv42uauzPXWT+J9KLLLPUVf1O83so+Jgp4N47VND2VrypSI9AjtkjdwFUGR4aqyipcjQ
VpWTyPYDO0l2ZSKPn2spctqdHaYHwC3BXc/Ez12ak9bVg1Tv2yl4inOn/oDaU3rKUvtVr1EDygj8
7wWwL3PUqCNSnF3k6deS/LLS9U7bhTZSKeb02QxpS4o8LJ9nii0bR+PyUuQ1ByoO8NAyp2dNr2+7
pcpVlOlpcHLPzP/R0JCtkW8WpYMYxruDC7Bfig5oUpO38//nbjZpYdMZwspPwn5aaDrKzKSBb+/N
JZaWA9VBqujEqXUxmKXQXUvV9DQXdGbzUflXV/rZM8PNIYoXrwHU+ehPogfEubnU9deQ1taiUGSn
gMv0Q5bGS+k1shi0YyQPHJ1+I0u6qHouQBQDTXx2kGxpzXGNZCsXHd31U5HL+stEmWXX6x1DUaLh
5xy0BugUUPhKpDmfVHksNqwvMfKsoIF1EncK3cQHuhOri6Grglar216c+jTUT0kxz3smRY7HJmp/
plIUfxCRXHtIcikvtz/ohYcuhpfpFGQT3BXr3p3WodE85444jdXCZNO0sERgLghCxZ1U+kWHfG7r
n0k5vptGgmECFJVm3nqLnvW5t8YSCPhCicpTNzOuATKkvMedYtfOhnbjYFyGxcUW0DYAsERgYEfn
thKjQCdby8uTUQ3BrqhLB8oIaZoiFOUjIObol90n+kPQjknmWmGsflScsbi7vdO/3+Xrb8zlTkEE
HR7IHqvzOdhhBJShLE+zUpsvEBiREzXGBb1gaWwA/LBkmIqDLIvuJTc65K/iLJ2eJ9Fm7uyk5kMr
GdahDZwfKgDew+xMhxG2jxekbfn99m+9uLGWDVu4nTReKIGto3cZ94ZTxnV5SoNE32eq/VSQZR/L
wtZ+3LZ0kTxgaaGyczFqyyDYVVuOtk+qIMsuTrOjxLuKgeKoiY/5Rhy+DCbL6VokFmxDXdqA5w4Q
201QxWal0QEN2nRX9YVK9bc28+e2kZOBWQ6tscUhutxDsNAakFsS2KWsscrUeYtPGafaZNTsHM4v
RZWOkYt4j1R9KEeRbDHdLs3BqgPmRuqq27azJv8anTbMCErZfjp0AK0surb2SXZAhbuxHIXNu9Ea
C/yME8VfcLjF1rWuUq+bSppsyw/VVItdxpcn/QEh5SjcyMyvLYzG20KipKp8gYrBZeY6LWLbH4H4
eciao0QPVCx9GYKIaYbvdUcAt2+MLe76JlWjghcZRU9u0IHvcXlRCdccE/vd0Z6nGyA+SkKgb9B1
PLdiA12f814Cil316lGbayT08SLIdHqUuMNgkSwYrS7cWjPTDZDRZcAnDaXiRSNmQVKs8eZNkEz1
YEQOoibjruyDx3iMQQc0n+deOVbS53fvJwN+TRMiJPNmLmqVYTuJISFD9Lsqmyx3MuRM8lrbTLfG
jFx4CaPMeOMwiAEQ5lIyOt9S3a4U3iClgCWY3sUW97XaKdLeUbf6ZluGVje1WdlaUBgIcmZmv1OL
X2J4tsp44664iIqshhciPP5FhBQ3OV9NEExNFC96IsJsobYL8bmQu3yjwnvVyG+4FYVzxqWsfL2O
pEwKbBR0uj4GyGiEXfwkI9lSvPdMLYtB1pFvs8hZXUQmJ6Nk5NiIi4ZxcD/kTuzRV242rKz9mlsd
nyaNAdQl08hdhduoze2642n0aE5eqaRe1yVuAK3Xmo5jeH/bq9c+gC1gepCDfo9Whdt3/nkGc7KM
0giMx0z+aLejV+2stt3dtnGRLvw2AhkfxAEFEGAk50YmyDRUKhzzUU5MCQxrlLzOulW89jyJHqrJ
Cf9ueas+zGD0jqE2x54Nx/EvuTPDZ3Oss2MnMZMRvdjmoSgzeJW5/o8QjsYslEQPt8a5rvPX5cca
oEBM2NaIxKyfuLzvgsRm6Ogj7IFyfzCOyr4/9V9vb8nv2PQ2g8IKRW7SEnQT2f51CaDU5qm288x+
BNyXe4FeiHsFCT6Pnk99pCM47oqprvbtWNm7xI7TJ7NpxqPUmkVISbALHoRqV/vAEtGT1TTByZJi
8bmWRfspyxfqyDRIx3mOgmSH8pO8a1voudD0O6PZ6xb4bjdSQPRuVAfWuQmLgt28cIDBfFI3XQUU
wNX5PM6m/YgUAA/Do6I291L3LaW+cXv7tgyt8s9SnsB1QFF47OdHoA2eNmhuHn9I+9c/sMM1urA9
lsxgdTpmtWjbmJmpj5YxMebe3DtF/K3Uq/04W4fbpq4cep6H/zW1ivr/Q9qXNset69r+IlVpHr5S
Qw9Wu9uOh8RfVHYca54nSr/+Lvm8d9PN1mtWztupnLNru8oQSBAEgYWFSe9LMY9M8w7khacAlNhG
7XXTodNEIssjx1/yhDEbJRhp38torb9LoVboYPrX47ZT/otNsnAhomMYLwWkqS5PvZz1sYK2Oesu
GzDNY8QQh12LFvitOfX3qjFJnL1a9oI5USBHWOa4YqsQXTHixEGJAqmEuLGxKEn1oncaOeZRYXy3
qVyIQe1hAY5LoAuAobP4pRQ5r8Qy6sgf5biqbUyKCCp3iLrhtQ0HAzO0jFF+b9FOA186ZRG1aTv1
vS1SuZvstLT6p94Ui8hpMHEhJMirK2DtmMpUVYgSTvPHoOfZg16IkuIWqSoHCJ9CRfotVo0ChP7U
N6PpoOiD52wshzWvKnbl/NACbeByW1zSggxlDlauqHTWEk24A4S/fh5AwLUVJVtINkHLsY6rlyxi
AUS4Mgql34Ejy8NUtTr6880+9E0M4fTqe7RSfUyNs8+PPBLNKzp4iMLwAeReLKCXFxK8S0uUpj4O
DImGvpUAkzOYD0D0b9VGizBdWMAE0LehxvBITCNQ2/x1xn9KcNzVfnAngYfdvDp5l59iMI/EHOka
qYzH0O+EfS4mCO3qTSZvjNEkIGvf/KNP+RYGJi0NIHHrCrKNdvBJi7op9OPsNVYEd5i+hugJ89rv
BvrztqirOGIRtRSu0MsM2nkWviBg1Drg6HMIuvnakYM9RZ/DxCNKXNwSc/aWrAeuF7x/l5Dych8t
rRxkDC2I/SY3D33wEkjpBrOxsVWcl8UVPAkWA0lLXzYSSYgDGAc5WFYQRDkFiEwS7jSjHF0F74yu
VsofY61Mm5SW1M0kTCrSQyk90chsvSkCVckYmcMG/TjygzgCtl5KCK1rRC6nAGH9sS+Ux3KwjEcA
lDFw5fYWfF+vzPKgxxfxL5q2li1gzFwN0DsSj3HiR2i9UXdS6FNth3pvfrL2Uupo7+1nEDhe8FD8
wTffFr787mvZeEHD/2Jz2GyqXgRRK6Ewgb475NxssHfPD6VErGRDR1JzwClXpUOot3Qz/x9poCS6
NIQpBoS9ViCtTj6jsMYUxsmRZ3WDVkrPAFtWPd2BRNkpXuFLM2Pm6LoqHsVhdAKgGohKMSO+RvtP
M4lagrkWGBhfo6sQk4n2nTYQtCqhP5jiWtBOmvYrbF77VnWiBAi92+u94kfQoP73E5ijUEppqqWa
jvWe3sMEfa4dCQRn6ERb4SGtVu4EPKkW4DTqfMsz/3KxI2qoFd7ZiR9M27H+osFMwuEtR5ejHD5r
KW9g3fUhR1s3VnapACByYLk/xkIBVb7cR74U+4Op240ZOwUw4Vr+cXsJV24gSJIXJh6UdpCNYdbQ
DOIQdI0lZlx7GpHt+pCR2o7AyOO0HIO99o7ImgG2gFw8QCCon1wuIThGRLNUlQgZLXnpuCC58Jzz
hFzRC+HCRhUIYSo2CUk6tiSbSO2MCmIYgwiX+sFetx911Q0dwWmchHOzrG3SuajFPM+SS0lWoDc0
g6i6/CMIdvhQWHdd887ZoGVZLp3KMgJHNeHUEHNh5O6lFD2Z2rgs2tiXN/Wj8lN00Y1HGsN7qD8y
0KmdiufbAte26Vwes01pPWly0kNeKbV2VjkZBk9LEy+9ee0qL7VizlOqTW0itJASz27sesA4SW7z
YP1ROdnGlbAH+Ho8M+GRwWyCBtXL5ROMUDECXYvRi/JqKPlJDMtNaUSPZpN61WzZMQaTNOpPK6wo
MbvmOE/C10JuIPTb2+u64jDxgsLDEE9rwBKg/uWX1AijKyPPE984Skf9xfzUnd+lI24bO8Sf28LW
TPNc1rLJZ6Y506myFrgVCBX3lfw9xr6pezJSHuXVmrXgPCNCwIMDj93Fb54JyuI6ArfFmPi6kNjF
GJNeoyRMOLw0V+Xn5VSjVQIJfwzpXV4el2IWOEBYtHPio+D8kJz0PTCh+WP+ODxJfm0HTpkWZNr2
HI+1tooAS4J2ApB+kAIwOxappRDNqpr4odgTAbEK2p0JcjSDygm1Vr3WgvcDSRZgY+DLutTPwDte
gpnG/k/N0ycy340ndEu67Q4PII7XWrXDc1mMx6/mhEqZAFmjbRGLvLXkFVECwQPEHjkX9LJArO86
F8X4rrYR5Q7Z4dhvXc39r345gFPffC4oqjF6iNIgR2GAHoc26U6llI9kCZWcfz9IwOT+rxBGA7wO
JX2mDcJJjNbQq+5YKSVJrYewMTk2sLpWyOKD8EKEODbNIqs1tay0T/zEyBPSCMlRFEZelWf1ugf4
CkEF+BORxmdMmtZl1TQZzuskD3TTRBKuSWvWnAYAYZQnzN+ToIiomWqZ2xXUcoPR4pHhX0dtiFoB
8QNVBI4y3jCXto7nPAX7sQg/GGuRI1jmXYM2dDcSla+prTSHqnhb3N7FNS9lwXugQxizVoGkuRQJ
VrOGBulykBNrg2TNvMXjN7UTTB/mWPyKy0B0A5gD8HzoxWbL4Hol9vVYhClYQr9KrB9CAiVt7KWR
9p9VuhDEbCTI/vtKTYTE1+TMBUZ9H4yaD0IM97aYlXt6eWui/QWEaksL5OXKhejSH/I4Tf14tGq3
CopwJNNsfehJ3tooRkYkMQOJYArxGKLLf+RCoFa27uIDmK2bhRgz0usy9VtJ/CkL4qYXtWM2CdtA
1EdCTfU+0ZXXOqy3U4+pyyhxAj+Z1JmdJ2AHpVkuEhDmKc7tZVn7KuTYwOmDMjd6d5mvKkpg8cDu
kPpRoxGDJm42PxqVxslQrhkTym2oOiOnjCQR85atEyXqgWFbdG8Pdf0eKUdJjrcWEjX/rs73iEJw
7SA9xI6MjJGHikUrgzpK40oq2oONj7b+55KOjvY4JGJgTt9SWIfdK8YYtHnq964ODERUPEvtnxI9
1s+3tVlskrl1UKEC/xGog8Dkw2ozKoOVjM2c+YJsFXYzVCWepKN7W8iaBZwLYZSZtK7CME8x86PM
Vly5IP/F+cYIY4Q9y0QJhD+XBy8PG6VttQrXQftTzl4SedskX7dVWDOvhUITzdNA9qEydSlCqvMA
hBI1RIT3efBI010fODqPXXttNwCCxWUDUAHIe5iFqntwr1INHlEp5+oPmtdaG7O49JLjeK8a+hEi
Ahj7Vw5zUzdtVYL4KEr96meGaFDA1C2pAJ1MQETQPza1uAnybJ9VNcEA6syI7gtJ5ZzXtdv14huY
TQM9cF8ZIr4BSbDiE1Ur/Y/5q7prTCcq3ejh9vat3KNoXkb+HcgNYA/Y0BuvwrjVxiT1S8Gf4vxI
s87W2+2YRmDX57VmrZg7EqhIFSxMwaiTMnF+32BspZFIqZ/TmXT6V9gWJDM0zqFasUi08AA9i5r/
MnqDschBqKMxaCbsofkhZh3KMh54aLCJPDzrqjpIBqM7DIg1naUiTUKzr1sq45ruGyKXoT3P+6n4
11YhmORSRF26n5Y+SoVRZ6yLGJOFDLhVU4c1hrbYNv/FimHrUbMGdgczrhmrz0ZMQOxaPfXr5nc8
PwxDjOu5Jmnz47axre0MGvPQNg1TQ+DGXEV6EqjABVtQBXGwMkbgCQptJduAqotzkNe2Bo5iwW7i
wYcxcJdeCYWehgLOm/laDq5J9dUCU4/xr5x8y84s6CP870J0wmLc06EegnxoIQRDNkLTtcKjFB3q
jIcuWQmfUEpakFxLMQkIW0YZdJXQNoecNg1IHKdu08S7VK+dDs1pZbiPenOPRojN7c1ae+JBHjpb
YBa4a6+6x/K+meZRwuXkyw/oGOiJuCmOJthVnP5zSAHJ42zadXp0wU/8FciYRyUmaLBKF4FPsps5
wvPsFq6yu63WmpAFnQY0HB5JaCu8XMxUm8U8H6bMn6VTSgkGB1fA+3mfavV6W9CaH8cMJ2R6l7Gy
yPcypypJzBLQRSVDswrJXbN4TD2QhRsv858wtSdezWLtbJ1LYyy+EKtaQN4UxjiEQJV/YFYYGcTW
5idHl9/EREYXei139Vm2Zi5DKdIEFSvY381GtqVvuBqL0e10u0ztIb2LEw8DOft6z+PHXVzdLcnL
qT+TXOmKklNLRlfToYp86rafbU/Mj9v7xhPCnLYhnOc4NLBttN28Je/pr7m0g8fbMtbc0zJdBkXb
JbPBwjsGsYl6a8pyv+2SzxLNN+2Mbia9/feIHHHyXzGLqmfrJbQijSYhz/2q1bZFEe3mbHoz1IQX
Nq2pgxDwG6yOVwbrCAF1C5RiTnN/RBc06dFe46VjuBQaNF42bSUQBHk1ag3ABsPrssMigRoBAEoq
cjAXJ7otBWjU1TE1/vb2rJwlQO7xIgOOFIkhNoKgYWNZ4wwfgdyyHWkgEmhlG6VRYOI4ktYyy+gE
htPDSEpAL1meEcOszaw3aeYn/R6D5AnIv+XstS43fQXkxW9x2E/xRx6+o/RcS5o9dbzwYlXXhcQH
yZyFR4eJrJOgKRU6wtxLcWvg0VaB2z+I7ZAXLK3UVPEkRE0F4R+Aa1ds+1ELbkf8zX1wL3qqPTsf
+Z6SP0RB3rpwNTtFeeX2Nq4v7plI+dL+5zScUnWMc1Q9Bk/cj67oxiTqyEna1zu6KWyNI3HlIEBH
dI9beAwB87FY79mBk6RSswZwhYPMPd+U4ANDdUqITrfVWnFQ4GdRF/K4Zb9Y5qFer9D30QWZnyoY
jzBv5kyyG+WhC14E3szZlcsSYS2YO1T0n4DniXG4XQ18jpbitBUgvyFDHiagBEzyTT6pdFf1eE/m
6ME8xOjA/C9WEr1YYFZDYySe+sw1jWSNLOf4xzdUfxj+9H4y/DuABO1mwKujxg+7BHHa5WYpQ1BW
URhFft99VIDhixpaIft9jtZVi0tvu2IZyMgCOAL829JexlzP4DBrdWGeYn+OKruo920ICuyJ85hb
OcuIDr+Z9wF2xVP2UiOQfOZyqqmoh6kP+dw7ovalY9Lmf4EeWfq8/sphzCI2IgSGKsphhvaoB4bT
C+9J+QhQN8c7rlg6fDzqbotrhA0yASGI62kD2toYE0ES18SDwYk1CaV5CcFnnr7NQyW5t8/W6gr+
r0Rghi9XUG0lpUIrQAya/8xW8fyXk8cCHKu6mHF0WzWIM0mM342yKimkIkBJsQ0ApRpFKKi/097g
lJ94chgfaPUYVoqVjf0co2MmJcGUeTwjecQgi2UxkRkCGaRnVNAJIEHHWB7614JUMwuAKBqNbiwp
3Q4Kxtnd3px1IUAmolkHqER2c9Kx1UQwhSdLFXbWwy8jnT5vS1jxd1DjrwRmU4YwTPtMgoRUbN1M
fQeDr92IxlaQDuAtcPC0s28LXFMJL2FU5b+f+CxBQm8laAHWIRCl3mMBZgRxal5ui7g2AGW5bQFk
WiAaWLxLkwbnT0ClHD5cqEy7jFLSdR+UVxu5XrhFCKjhkAuBOV0FtK2BCevIk/tlFXiZpd0nynOs
q3cRpcco70DXYmxvq3V9UgHtxwWBWi6cEXzqpVpNIKgWMNy5jyZtMuAioqfQfBp4A955Ypjjo/ZW
1gl9mfvoIAC/stHfz9W9zkPJ8aQwt0NcBV3UFBXuWd3NMi0mcYsMY15npLH+3F63a5+KdVsKS6je
GSgTMwrJlpCZiTjmQAQdg7h66cBtU9EWagFDG/EmSq/ZBagGkEBHII0CKGN8gdgLiAoRSUcJKvsx
kmMCfalVTNJpui/0O/GTMlfmvpxelMwQzS5NiuxECwzN6Kg4V72vZknjtIBoOmDqKrdKT3lcQSui
EDuAuQG4BQTw7DPBALaqnCIJkxjjQD3kNPtJk1D2ZkPrN7c37cpNoNgKWMRC8bG0MrGZxibQZaGu
h8FHSdURjMqJMk5aZLlKLxz4pQQWG5EHmd42FXTBaRVI34u9C4mNNxdptwV4L7EFsZE9VWsth6ZU
er6t4HWyaZGPKx51UwBfr+YTRZirViAIHfzhtyo/qPZOMgjIU4DxBHOm3dgtR98rw/yWh4QJ3lwo
7rB9TmZe6mltQl/a2uWfCGgo8ND3zixwrvmr48bIWWzo7EUw1EGElk8ZcqgXajUx5KfQaZR7mVuU
X7VG469GzFFTejWRAwsaweLrFxDL7uI/ltuRxo3t5y/RST3OnvFUW35+ploYxlE9AEDhH+bfp8iR
9v+MP1rWDuzfyHyiaowr7FIAIvawxeCTwZ9/l7E926XsuLfN7srvMhIYZ1hWyDjmixW0+l0GWtOg
1UBtCobk37flXL9EGUGMg0f3di/XGmbTRvFj0jpxc1JV0m39YCBVRjAb4pUqm1T75NE8cQUvnuVs
kyqtDucshGDtKFsVEe3Ri2r7dfQUcavtfzXvFeGs6aodnu3a8vMziXNXp1IkYdc68SVVDmr4kikc
2heeCMbUyyAWpzhRsZrKaaAfo3kolTfOji2R/pVDPFODsW7gFuc8X4wvjXIHtF9WZKs/q5akTvdo
FZtA5jiKNRcPRkQ0pC8TmeDtL5cNLOmJAu7VwRdjSsQAl7FScUSsLdu5CEalNkI7dRLGoy9TMu70
u9i5vWY8FRafe7bzGMZQQAZU6JI3uTsmw+Pt379qzOcKMO/BSJGEtlaj0Q+Qfah2aByoo3vlfXwa
Dua9ePccHxM7e7gtlLNoLMV71oWAzhrh6GdF7ZRSbZfAJxY6B7e1KgV8GyA6XLIt5vLzs6WrYnAP
ZAW2JqC2TAAEaDgPjbX7DiRT/yuAMS+Q6IxZ26WjX3wCu2En2lObb4bBbeKNyitFrO8TojDQPqHY
B3KYS22iIgtkMAmN/iS9iQsNuYcMFYnIV2abtvqGTeJotxa94E34H4FLjzQjcEhp1xiLQLtSbBFj
ij86sLSMGC2DDBnHzNeX8q+wq2upT0czKUckMqcvixD69f7v1gAiJLxx0Y+B8JiN0c3eGNHMBpur
mociecowCjV5um3WK0pciGAupLKsKiMF2akvS7/K7BPHtS6PLfr/T1LJObYrl+yFqMVtnNm23Ffo
OsaIFz/PWiQ63hXzF8UEEYn3Bl2Xg2IvSrHfMy4u5SzObRwUnCGYgDWadmEikYfJMKrFs4CVyAca
/ZXEOLqFAUOaDBymrkzsFPN61EJwU8UWAgzw5qzeilMFabSJlAoaqDFXXr7UKhQneTKrbATGvSeF
OpMR2a/btrC6cJjd8/2MBp8h43w0SZk7DITEiBlxn9ehB8pEoupblebb24LW1g0Ja1SU0QWDujxj
CWZNtVHNeoqm/57EdJdVr2bxa8mvSf2/x/dIj6M8v8yPWHAgl8uWlckYxwrmuRvH4akVSCG5VW0D
b5L+MzQJRHrnkhil5KQMR1FtqY+JB2CiUpLI7puC95C+riYvYgA1wF+U9BAYXyoEuqfQ0OKB+p1i
V77oBuVGFLZUJ3O2qXclrzt3zT+ci2PMbjRzoxQotipS0jv9U5BDJ55e5dCVpA1QxpwGi5Xr70I5
Zrcm5CUtmkI5bUicvBRJHjwMPO5D7hIyO9VQOlqT0lEQLd6juUy3Dcse7sX8ELVEGFyBk3n9fv8z
IeSFVsy5GgNJH0cNa1i6g9faybF8Nu5rJyAdkQBkj8gn2GQPFueQrdyFkIrkB1AvcFJsr0ojAQDQ
dg31p/ouDhoC5hpi1r8asH8Gn5hgoPa80t7KsUb9BLUNUMyB455tdZ7rJs36YoRpOvWhIu973vW+
4gMvBDD+FgycgyDElPqjciiBFm6Cf1+zCwFMwKKUZiaqPTTQU+qOaWKj+hpgpAfIrTPZIAmpQl4r
9YrJn4tkEy50rOe0FyBSqnFdaYcI+TFk5m873Gs848Ic+ndr2Cf0FGaBVak4WI0jecpPxes+fG0/
/ezcgIB18vW2uGsujm9xSM8jjkVTPxv4dY3a5eoIix/t6DRuhh0iP6ISbdOC/UN1Yje8azeNW/r3
M4UXQ0PwLndK7/P2Z6wddGj9fz/jagRsAvpps0K+z0+T3QCkzazoSDi27tDrJE0cEbePMduAKb7c
FrziNC/kMj56ysQmDQeon+2qp9ENfvV+9cgbgL4WXV9IYVwz4FoJyPlw4Zitn7UO6ITlMV6SnG91
/1OJS1ekGimtDzXVyDSYxJTJmP4rEy8ydBcfwXjsAHDCWuuh6tPJ5pGfcMwIA50v77qgLBrZ1PHL
Q1lFy5R5UFPZ0aNDB1UTMLuAhWs2nCB/xOxHhT6B966tCDC5mWWLSH71m6H2yiHYqWkFTObGnL3O
um8lyjld634P6NllSgPmNC9x1VlgC7TeMHUWjnAvblrqAInXWmhicANeVZInaPn5maBGT8wGXRE4
xd4okN2+32qccOn/YVR/dWFcrEDlAZhfHJnOwesQp1byMF7Rid7BvRc9OEiL2bfPyvohBUsLgCdo
T8AMp0ulTCnsVbT3Uz8GwppmFWmAbclQ6s8126BkCO6Tzuvjfya8WQz3TCzj6lE3nLQ8wlpS8YcV
liR7DdUAGGHOjXLdbHghB2/SS/UisCKJjQo5ivVuZpvsJAyb6Tltvy04+jWEb61TYQTq3Mn4/9jm
NbathAEGGFkRAAAGLeHfLuXLlRYmmY7lNWOMUIsFd6y+FEXzZqG15XjwBPosBDwrWk49E/FcCGUc
YNaPoJXOIBTpjAdTKG0NtC1JuQfhiqbdhYNtyi+qke1EnNeocKO55MRc13QTy7LDvQNkZCxVYsZ1
SLNZj/IswfVrebFRuqdeSd0uaN+k2lPFwe2NaVePNQkVJ0oBW2yqO9CnDpFgy1G5S8O7Zn4zrEOf
Bfs85FwP1w2azMexAWGThAI4veDXdM3TgtzprFPQbxTqBM0BDPXRozTtKuSEbx+11WsJlMsLvB+r
wzKlFHmZBwDyQizmoczhBi+ILA8PjWC9z1RzTVPg5C/WFT2TyNiBMkVyM/eQqP0Qtk8B8FZ0L58w
g3UXc0KOdcd1Joq9DfMYJO0Uotrclbwn9J442ubexbtok937gXt7Kde91pk45t4raswDQ0WJ+oLk
TLMtzQ7Y4b+E3KkeCjvacKStvMyxX393jrFmTGlOYxAUUL8qtN0899uwthVNJpqvJ5soOrSqhB+9
KCIm3CEtEAqkSXfDjOuo+edmtcV2gYeEFS0ATJXZUn02hLIKZXxKv5GHgyY/VQrHbK7tFP2BINgB
4AewaTwlLl1W2VZUCUtp8n9mXufCI/ICi2ufCAFoC8BIUvwLhthcCpinVomnCgIw9OJJQFERNbl8
BsGmW9clkiu/5GrgxKKrOoHME3WshUWabSMLJnHo5lCZfOXnSAlNbNCEnfpjwsvhfHc0XLpeqHQm
iNkfWexUEe/oackPyHb3EVKibKcXxZFIvDdc6sa71vvTuIaOAb6kcazT+PGDl8Ze1xb8vOi2xGXC
Qt6Rz9Sp1mCBZR2ozsZW7wQn4AQO12cCii699Bj/gt/H0tlbQd0WeqZPPgbZBEgSgLxPSpyWS0qw
qsuZHObspaDOnRtVm/zkSdRJ0WwE9Da/NuID+N44Kn3zo1xt3pks5mIQpCyuOtGYfOqlxHQ7r3PU
DSiQ9qY93ZPZ1lxr+WM3LgZR2+mmgn/bF2SPnmCCQJgbgV8/Ti/XmIls69QqUyk38T14KmWJF+gt
MXharwtBszqiFIwFUFghdMiUcIQQXfUwt66eZuwilzHzuo63qPJXChM7W3NZV7oAKWryWoAualPk
nooYKFPextC1QBmpUI2zn8vvZLcTk3XAbIdEHfAhzFlUI3Ma5BAyjdRLrN9jsjG6+8qyrZzHDLhi
pOC3xWHDewgsAirjMjEyXVWqtgZJTUqapwCT0u+CY7O3TrcvopWtAvUsuIFxrpfJX0ww2UnmZKVt
Ovvg9MSa9UeQpc9x7d6WshI2IGkFuO9yxyytOYw2fdV1dJyT2TfKY/nY+BW0yitAd8BWfaQm6YQB
+8a7FVbydBCrLzxJYC4CPJcxEQMBo5EW0M48CORY7DpPdEt3xiNIcP/0HuYWTr7k8pJa11t3KXX5
+dmjTs/Leaw0SG1V8BKXdwVI86itKU8hoFJdvOWs7RKYXNrkpThmbUE1h6pzB3Fz6gXRQW0yMjZP
w7gPHlPwwhqCqyquoE7bKaLIGX78/4lnLShMdWEsunz2u9/m86jjUbAVDG+LntpN6HWYjI0AfObE
vdfH8EJllhm2q4G1LjE2zi8w8FoVf9b66/QTAG17HL9uq7cuCQhLFW2nKGwwrkxt+wy3hQAz6X8k
wrMYvEXNlxL8QSb7tqCVhB50QtsQ+gs0GCsLtDWtoQdFWzSjX8Rw6iR20zomuHAFJBLbwQPGtwow
pALNvJLwUL0NaBHkfMGiy5UhAaEFc0GlDRwjl3Y7Z7NcTV02+9GudLvIwSSvCuVdN/gRPVr7wP7R
/ygeoj/p622517HbojhIHdE5DM4E9raQc7ETrRD2O2G2tE56eSPN3gKi6TK7Nvby421xK4H+pTzG
Kch53+WNCV80iQdh/tG+lzbyp6KjxyYYfHbIl3AuDWl1YbGgGK+sYpoW229ZgViqNKpyBona4Onu
oTmmdrz82akkIJ+JLRIeZcOqDzoTyTgFs1doG47V7KMce6c6xl7bGYSXifhuH76ymL9SFOb2aIwQ
YwhnSOnd4ijbTzOJ7Hl7fPwYyK/QkWy8020MT3NiR7E54TdnTVliOmNCA3gqwgV0MxhmMfoMxG4E
UOuIOw/8+oqEvZwpKV8eC8xh7ySthCRV3Kiolun57Gizl4pPZfazCJ6qSHObYSOLoV1V0g4vBXtq
d13/cdtul6j01lov18DZrdK0hdlSC0ZkBb9i6yOlnHOx6unO1GSiYnNWki6K6mUv8+rRDADuOsq1
k6q8t+9KJgdTKzCHBn9RMsa781KTotGCNmtgNdQD9Opl3lJSbbtt5hjesSDKXrLhCLxiryWkfeVK
X7suz6Uz6ziGfTsICaTre5Bp2bWd25EXH5qtATgltfEBdmA3DsbyHISdeocUO+Gksr4H/LJbqYB7
EHEkHq0ANVwuAKZqSmXYYqk7r3WFI/VMN/Q0p3WrnTwhN6uPNkAuSDnLmTdi+oXNTXasuQewtoI2
EPMvQPfELALKX1M7RAPIV1+63k4fm6fiJL8bg1Pcj6/yXWcr9oAXSXE3Hjv7th3rqxtwJpsxNEPL
zEIVMeS1dmsybeRNs2tOdBd8Aaz5gLSL6lRE2YT2+6/KfgF9jtPbnxNJ3OfN/fOzSWLbsh8z8h7a
vzZPLdnFBDVe0truux/a1PXvm3vZ0+xu8+N5vNMfeTHlmt85X7nFW5wdw37ODLnMsXI5cjXdXe5n
vO61FcQ0zocJzjzQKqF7hGXuqNoim7J2hu8Os4NWRrndKa25FUQxcyt5Fg752LdEwRQ+u9QrNzPK
epc3fYLyUKh4t3drzeuguXzhMUOfOwL4S3U7cZCmOpZnzC75bUTHgodOv/Y6UBITD8ARuIA52Jgj
AxYnUCPNxAg7+wTqH7/YZxxM6corACy4APIDaLPwMbEBRiy3amaMSeCbz/WL6EZeaeOV6FFb9OTd
5OjEjUjmjq+3V27FzUEsCD5ktC0D7sUy22iROBSt3AS+V0Xu/JrXZDd8qE8IqbLW3mBq6U59BSWt
GDhzgtQR5bzsVi5nyMfcNjTvLBMC2fYgIQ+Vsc+7wL+zMlvfyy/CffpWfFIi76w36zA65VN96jbJ
tt1qtnIS73mTQK6dDCYdWGjoXiBBWHbGzZmRFASVrAd+mKeOKSAPcNKEExJkSGiOMueJ+Z2mvHSq
l9KWrzk7mFJXSVapGQEq1CURjvG7QKhnHeXN6Gpe/NiSzEs3ukMJ0oLk6VF3QnK6f9XJ671k56dx
R13Rkb1hIwIUMLsy/M5te7g+ScASIXUGzmmMEgGL3+X3WdGcGmUaBn5U1ETtdv3EucBXClOXEpjk
RCxWmEBFBctXN4Kn/Ww35XPlts/Dq/Xc3Jc/io10QpPYba1WoulLocxlHuR5UMYUarWP3d28gaW7
hQ16I5sHq1jxFEiHoC0a40BkUCCy1jRWUU5NvH+oDBrR+j53lfRBxegX3vy4tYOLGc3oTtbRjwNI
G+PzgrIbOyOSBD+fSHCITsMOgyl/lIdKJOpO3AXb6H7ytWf1LjwG94LPY+5mFUVFER13oCjG/FBQ
9rD9b1KuD7SuFMEXkKIL48+iGkhWTqBfRENLvbm9f2vCEAQgSwddkcpmbCYACFEv5yQ8dO2uOOF2
2ebgTjWBiI5mDv0V6w4Wvc5FMZbSTU0jV1kaHpQg2MXUBGdqLXh1i0RdGOYkQZZABH3gbf3YxyUr
lAl06BRWTZFDv+bpaCZOfNB3KbwtTPTjtqCroO4/ktARt/C04rpkrAapSKWoIgH2gLYPX7YrL3Mw
WeYOKd0MQYtOqNuQ0suP1qndcmQvvuPc97GymbOht2gR6nvIthRK+vBJnzfjuA0P8Y5WX+Esgfvh
87bI1XVF+L5Mc8Sp1BhvO5VyYLQC1lXqNrLm1FQk4k8AJokRPE47I/7XkPlbQzhNVLzhQ3GtXHrP
EqTg2ZzCeOY4+5HRchnqR6Q2RFptpzxH+Q85fg4DED7eAe2cLIz2ld0Om6GISDSRofojz1yGj9Wz
8/ebWIr7TKINZqZiDayIIMF4DPb9IX2eRngJsK75yX123++qQywSLgBx7SyBcQDlum+wssZseNSN
RR+lVXjQiNQckt/Va/CrOvYbw8ZAg/2seCAcEXzlefKEHY/X/Go087IX58KZvZfGugdwGcJrF29F
l951x/wdFEF2eoh9LbIRnGO2gCv+uBdOg0DGfyVxgXx0uQJorAA4i/iYCcFLFe6xH9XwEBabvD+2
0QMNTsBtc1zHcmCZQ3UhhjnQSjFOUt1DTPs17Geb4w3ZcOBbiYUSCzBmEPR9v5LOwhV0L8YFAiQ4
XnP4FcTNLuxTTkLvO/3CaoDBnirS38jtg1f88tBEmPaCd/YQHZKduak8cz87+b49aNuD4Oqf7aGM
Sba3nPlQPWB62jFAlma7RbkBRarsYKGmf9tnXAXii87n38PcAFlh1r0u9ahuNy+D+YY6ICl7p5t+
N7/M+nlqHRhPM7pC89n6KUiuahLnzxpyO7e/Y+XwXHwGcyeYVoxJYGhjOWRBQCyMarCUB1Vw0n6v
pJtE40i7qt9Ca0zFAgzKBB0UuGMYO2ryyKjDksYHTJ4e7dSWXjswd4DFG3PgVfSCAzRcueqRukg4
fE13ohPVpLwLWnt7W+2rIsx/PgTpXRXhBYYGMBHoaGSTEuljfLDoD1kjhXI/ho1toCst2qZHJD8P
Gu8JcDXWbpGJEApsfaj8g0eKWWuJYkIHtab4kLe+4dW0JIbXGPtE9eIHzNxVLE+tHT14yuLP0MsJ
JojjPVSanD24Sq6zn7GcxrPT9j+EXddy3Li2/SJWMYdXkOwgqZUtyX5h2bLNgESQCAS//q4+T2c8
t46rpmbGoxo1mwSBvddeIWActlX5Pl6S/rtDcMEMvmi3PnCkiGF6f2vm13huZtHmqamD7P1/3/j/
56y8BmhcY7ohJYcj5z8/fINDMbbqYrrQ/L0cCtJldRZ1hH6TxUTGqGsFoln+90f+5wD4x6sPXgK2
FgiuYe6DFvuPAwI6FjVTprYLJxIAyVrnNaIA67i1j3m9f+A/f/vx+NU3FAtyJ+8L1I8DHN63dgaP
AQnf5FdQW/K+Q5wLQvHJkKpxaIzqJkRxf9s3sLrBHx35Wz/xJ9iKVhmpkVeSAYAp2M7+cd37DI9z
Awrsxc6vYwBL/QVMs7+8CP/aeq+fgQofYZgwkoQS9J/Pgw2DhTG83S6mmIm7Kkemv6FE0b8y0K5f
BNjeNeMPRhz/ck4zOnCsGgZ/8fW3y61tTvXH0uyfpu1PQD3j+sdG3kfyjeMOfqQteTiI5pifweut
H14fKhIRcv72ev60ZGjeLaTeL09PCWlu7mz99TcnN+6Qkpw8AhpCA8vq05VUcx8d8a9L89vW33+b
lpKMsNrVv/OHlMSHBH/8eU1xuXH1cngpyVaXhJ4ZuQfIlj0Aoj/eJcd313wV5MsdI+3fQmv+9Rr8
cUf+KOFKuP1b53vckeO+vmZBE35uAkszhFPsuRJ/wQOS61P88w34rwfw51wysNKZtMDH3V6+XcK6
oeRNkvPl57fz8fnSXB7OS4u/7tqbm+/Hu1/L8eP0l3cw/dsV/HH88nGbuItwBfk33Sx3eX3+9nD4
dTg8tg3U+zN5aS055uRI2lN7f1e/ne5aQh7JDTl+b8r6b0vy+ub8r/vxx+Gb+xQWvTuuhhLVfhT1
3ywJ/90A/fP5ln9s9XbIx6ly+AC9nJFrzHDI/Ta/gs/ctJITgUV/3tv1Nn1g41MAwXojPv4uUP3b
t/xjo1/LcoygdPMXOT+GIOeC6xxTMmmCGj33r8PPoLuVsGFZg9se3B+MjmEGbea/FXd/u4w/SlRh
u64XKS7j8CbwUl8+HiQU+reUXCq84a+QltY11sDH4fCscf7fHdvHm+Pdy3tS17dfnvAG/vzb4//3
SQyzbihPMW4AsAwDlT+ef2dt5ZH0zi48Bj/mvK5fVika9W0U7xEOiRXyrPCuR46Uv7gOVsRg269E
AzZbm2r6m0fWf1zR/liN8AMBX+/KPEQe2h/vRhEUk8uCnV0+AmKbRp/7W9EE9+xha0RJstOEk0k1
0XE5lWfcIH0se9Jhs2wWjErV4fd00V/E32j//889gt0zcoWBdGcgGf8HUv3vMkEFYo3EAN87IUFi
lqq/4DCiTTd34bGKO93GWa+Okd90q5ddf6Yirs6ikvyeFow1zIvhIMp4RLCD50e3yuACg+G+3cfw
b2qRf5+UuNYUpulXeBVo1R8rfYvTvZDxtF5m+dUkK5wMXiZYnvzvOuLfW9j1Q/CkkMUBiOg/j/G/
bogqKjiBVPiQ/IravlY7gWcq5uS5/Mtmifzg6/7wzyWB+QLWBIKJwH/Aav3nsbzJWKpkCbZXVDVD
Shgoejsx3QjTGNNH3/vUTp/7sLGwhu+mvXRBoH95X+bsCGlSNxDnubhbHFJe4MLBo2+LUNG998H4
WzKaZwQ62AqtcbKZA5tRjrtKdg87oL63RTh4JFGX0ZjYxYJFaZfA9qcEQ5Wjg0JyO0ZmF6+DSaas
nvJhS4jqGIg2WUjN0e9YSwT53UF0ZpmFyad1pWgYnKqRf+FS/VMhVP5tkWpIzrMIEgPDKTtOTVyw
/S1U67rSulBc+vkum9dN9USMUTj9HpBN1UPjV3ZVYUExXd1+kGmGHOTRVNwfRlq6eCLI+ph+eBNk
KOaSZNHNlNkdlcToA1i+9xoxysTTZFyAg9B0JVE+wGKareOU3aeylPy8VgKCuGgeZ0q6xBjX5Bnb
O9ilTGBfUrsmYWth2oXkPEVLfoz33IwnXAroN0Ev9U/dY/WApZxKVmO6G4FmH4ISB/9HkRE75fpd
lt2GlzrTY36bIvbxIvgaDechEtuzYnThxMhsRlxCrm0D+7/1aeNh/75PXP+AlUscwp5hyS7xRCsN
FtNevqgirtRxCkMZEOZT7ZrI26zJJLW07ud1Wo/bXNK+noxbfm0RsgcaxFQurCnLUOGASvw0HfyY
0A69X5idZ83jXyqruuAooPvG/FkEtB1lue0HUVwf95aYIiMl43qoVxPo/ohQUf7aFSH0SDFybmMC
lfASNHos1h2ILXVprSsR8vaqrriwtcI+5hY6P8C0l71kGi5WpE/HZDzwBV5hCB9gyxNsUKLpdh/S
Bd9pHvRxdHMX1TIIY38qVKVv3Rb6qN4gtflFczkG50R2HKjqouP1IKE8mZCXG2Y/J7kUkmgnWdXG
QcISsmxh8rQkrpvqwcJA7mQWUyC2Sq1h1FQpHT4lL81nlVgIkpDBptU1swtyGilKDR/SyE5ky3c8
r77XJqz7PF5G4G675S2bBwPafGorINUpXb5QCoc3ojD6803A1zFplirvLXEWCGGM8Alfe29HTaYh
HH5nkEnCBH/x2XGehiiqk6CQ+MgQRKhyxNM4IMZJ8saMJZjyyR4Zf+PGxQSXAtrY8rIG0K21kRgl
EIxsTxEjWOT2+4aw49cNeTBPDrfxyYS6OjIBLnMtJrv9tLABmUg8AiKvo3DHLG6UOkH4+jh94RBn
f+mzHGGh8VYByzK2x/eXHZYYcl1M/h5yV+CJRoX6BW2EQI+0JPtNP4149TVOP0oSDc0S2Pt6ZfXe
SakJ4KuKkQIOZtAMbY6+RYYi5gRY9fJjE9t2jgLu4TvPs+FWFMM1WKe0fVVftWqnTVbbSnAXpcMV
eIoFEvKYmHIuPgIFW8NTNBlmgcNO3d7sHR/aUC3XE15mAdwmIoAPlHL1ZZ4zbuAVFzPcLToG2NKq
mP9k2qmxNsbgQsc9Z2WtMx6NdTAjS7lOZVh5sDXL7hXMDoWBSAfxAFzFMvRqRcqzn9nSubURbqjw
pXMENRNENkRfCsgXfQMIIv+xFBp1375KutdDONJXMfLt++wUhb5+nor5xIfrQ0UGE2aSxTSvhLtl
SK6LDBtCFevlJuigQiFU5NiwdMwy0e7FHianCTrNH2abKzg7912YtUmkkMAIAux6E1LfYXaDftAR
FyY0qtPU40FYV7kc6vfJZw2opA59crrruQ47nnzkkZYpTHgN7MoqBJoismnr4wVm/Wv5ZCaBGnOi
vTmLfJjeBq6K4FgYwd8rkQTLuaxWedzDzcxHnilkveKZBDCLl7wqL8OADL4n+Jj1cROsPDYwNJnc
7WZ6JDB7DykXWVjOLuuuZH7ct0C/VDMN7gEJU/bi4mCd7oLQyAhMwTQ5QjnVQ2aHXf8DA2nnSRLt
+sdqikq3gAjG7xtoqS9eTmtCYltmT8YUWtWlKJbXXTNMRZJ5y7IaquIE+qWCh/ZYomjcW1YZIMpj
vxl+TtOrk9ZW9rM4BiPLLZng6PuKhCnYTkW5CfLjmvnuYYtw0tQ5/PnAtU158WNbhaIPe6asrjmD
xuAlzBZMK9KkU/NlW+fyMsMuE0x8hbjRJpEsprUrlTZN7LLe3wbaDUMzwJYsJ6tPhGhFrysM0ztc
fR1hfc51DgYTbuM0se7RbF3xikrDRYRhw9hv+aA8Pm9JSw/tt+7nOoqBItdDsqxfQYQunhE6PXxF
z+YmHNBRMpKsGrflbnWdMifKg+2JgqQ5HdQYogZiWSUx1UEiZBuGRiMv8vphzTKUMd5xWmbnuNez
q5N4Cqs3SEVgQVf2se2bTCzGkjLQ+7c+C3ETOtzogiDQDcakdg4SOJwUyWWwM48PgwCOi3iQENZI
mVoqW2M8OI6o0I3vXwDDV7ThMBh3tYUN1DVuSubsBv7YffFkxwqraOZhoWs7h3Yl/ZWd3WA/z0By
CotBQK2HxV131Tq/lX0ezrA92QJQpFmvp2OKGCPRhv3S/94yus0tn7LiAYSiK3KCvCbaMBcgiWXN
ncILOoIt1nQAQ5cmcDI2jMxFEOq6T/ApR9Mr8B3iACXNtiyDvsGzCB8CRJh2t2tk+HDKDH563LrK
5kcbSf1ajLCerW03r+FB5Zyq234cg9ug6+efYsrYs8+s3xo9MNAK8n42I7I6tCuBKsp0PVeIZ4Rz
aeCv7gi9gCsEbAAAfcokttGh3yL7xFJt+xeZULU8lPM69K+Z1vEXrmVZkRWzs/U217G3OM09ImWh
slPh+CZgRQk0N+0wZkLlge1Gb8q7Jg1QpcLLfdcgdujZvEsXhb93y2ZReyhf3Aks2LEnKNyr6NBp
xVDroQYFk4cniLERg8ztwdBoRFRyKKpWFqqcIT3WLjv1caz6511U8dCUM9JjGkFNxF66DeExTei7
6QukJtI1fdix9K6wxT41+2rm/rgPiwQDNMWvPKOhQRMcwZVDfA/6quhfOrxDnAQBaGGNM6ULUWFR
1E+oFsrC+RdJESp+L3BVsrHFlrxrrI5vcZdH86Hb8Tc36J4/yREtJox5dPgBP69tqBMIap7XoN8/
Mx2WQxt1JX/imBzeSFuiV7Ejoy99l03qvBgePsMmDUPg66GLspLF5U8ACsM3DLq8f+YdLfuD4L1C
+QAv4uEQDmKf68FEw1hns+wnhLVaNRCJiuFS9eH2mTJblsTBcrVqqB47kO3yBc9wwSGWEBdgKwAR
pec/hy6CsJxLs/zmTHZfVGGjtVXYGpHeNWalJkkJvR6mTYgObjteJAOxO8eY1wvLD9jIkMcxTkV/
P4FthMIlVPEjzpCcEVp68VV6lDkg9Fk0FX50eI82uu+e8B53mZRuHCr0H8z6X5EupqeIdjvEfpp/
VtjVulatFhvjOCnYmaDUqN5jkeWoOoJcGEgLEn+pxnVA7xImO2/jCafBrIfqyWwFf5u3qDtSEWOi
E1TZke5h+d4HiHSwgbBP4RJ2Xc3SLkrbxC7Rt2oIgdwMRk14HLpMm3DKUnoqk6HAA5UmH45FHyrd
Dsps4iY24WzbMXNdSODOCgcSzPnTtFlTvbh73CLU32O5AFZn1RJg2qTm4KbP0Bi32UbVWxcbgOBD
iTIffjfwHEMy1wY93arjcmv1RquipYuEb5FT3EL+lnXp2GRGhnD1pOkuULrvGBQBUIeKC7ld81AH
U1GpX94VuOfJiijEeplGPh0t0sU0ti0cPxe0X3I5LlPGz1m/jPQEd7s0buJwmdenAtxMjhcTZxaD
iVoA6xroveH0UrCE1SI0MHyxKaCUsL9WGnHCUKOFW1JA376gkSYyKreR4OzMP4wQ2XuiJzQcc+pi
JAeXkwI/Rlt3H5gFQewuR045ZgCg2oHvb7el9rIvGZH9vLcZduqojhcM3Ek+ZALwu1MIMkQinLnt
MyiuecbxrarUybvYjLxCZRWVN2o0G5iSOYi2ZC8DuKXRsNowbByLjz6GfxJZhTcg3m6eR3WWiuph
S2Q6E6b6HIMpk9GcpEjjo3XJRtgKYjLiP7u+YCFBgB6bmkHnVkLtMYsnSWnwM4S5GTC2ynIPI/eF
idrkpaiwKBkYrNU4Di9QEKZPK3O6bNN1KVaign7rycLj4hIMVTbWPsWghEC0jfmI0iMqUQca++8F
oxv4QKQ2vVX42V6HNmMP0JihbecJ5b9s7Oh9RIdetOW84JWcclGONUPV1NdspEnR9HGRQUMxCVxT
llr/GIbDtBzCGBsNdhRVvGLlDS/WwbGW4Gd90EQVk6AGinh52DbZL4hxhCK52SRuAH6HdI+8T8Op
7RUd0ULZcrpJ9piyOsxn4ercGXFvcgwX+mjKHH4pCli0sZvNyGBdiEwQaBHedcKm5yKNcuBMyIB6
DSUN5RHmpXlMhjlUnsR4G0bSpRFuFo9n+mviSxTCsrfHNjjYsvJtle/DJyIu92c9utQ3SQeIA//L
NN3izi4I5YpyeY/UlkDjrhfBi4/hgh7JRIZtuEw5dJYRTfImBuegJxGyct6wW2+8of0En+AOwQB5
U6Kz+1qyLg1bN+X8gY/7lrfwnR6+enSrgIVMpjOikHKqCRtYibjsVcCRgHnsuvESjNWzy0wij+lI
B9ZACgM3YmeysUXsa2RPHJNUMOsXySKCzPP+a5SmVtygmZARSkID3HIsA7SrIFbuMfowpmRb+KiP
2j7J6Wl2ky9a59jwqZjljxJ49HCKFU3USfFVzS9z1TMc1iZcZe2sAImEKc77V5gULyP80XadNqWk
3J51xJePjcoSJ+OaVW895/NeX4/QgqR7OKMNDme0LD1P5+i0s03Ro+wynRyiAfVuOSJGuZYwjdlx
eCAHrV6DCMHe/YSdexPh+rDEkURxTYMY7z3HGUs6GcTDnVyixdxmi0HDCIkg5iMgyFao9QHgnyA7
Hnb4pETmulPGUMnOQypQxGqezCTHEgTUvk0dbleczrZZhy0t62VEH9AAG37Dr9uOENsAcRr6zLzv
pZRbrdUi0YwFGFU+8CBcgcBowFGk2qDuuEmyaBtRUWkEFUbwZIOmCyshrqMl7SOyUugSSIGMauRo
on1W2KHWWNzmMC0OGxk6dp9UHA61aI6w2+2hSJPaJX061UnRg+9O114WcD3bKTxWuFDgZ3beRNj6
xqR10UT3F+EkaklxFbUQn3QB/N5YjhkCEHYM7ku0J7/CXQZfd5Xp6JCjutY4NGmakA5rHQLw3Ojq
AZkgVQewnxYP89K7CjDhFglUlxRfQyYDHEnk0sfliSUZ/1ZFan+Lg9hD8WGD7XfM9w29TGIi2qTp
VtZl57vnSgVY8S6mOP+KpMcxbsAoeA+m0qK/QMJKRipAVgpvsvCHucQWjebdXHc9pFHBzCbEEV/n
LF3zi4HBV3c0nhWMBPGIPdZQPNGWIccXM3pfmLV20xaW9dTB/6Metlx/TVaxITxy6peUoL0G2jM4
s38vnUl+Cp/kgG9EFr9Y5VcYk62ojepCpHiZkXIvE+JzZKM3tEr4p6WIFEHAGCp8gIMLxwa+9smV
jiGNqLWOoAZgFcM+5kY0Tx3C6wL0XbaAwiem8qFzvtzbMtzmvmETT5BGu3Wbrim2g19splVIbBrK
i1xEAmhwlOt7HGUsOYpw15eyVHJsvAROQ8ZhDcWlojQfTnlh1+gQe5fEhymwmAcPlAu8ZEiIsgfM
ehy8SLKr9xuNl7BvAhsl08lib3+ssokFTTzmAJgAJRVjrfZMjg+ZD6bx1iWT6MkaRXBQWZycY0J9
Oaa1V0Z/JoOO5iYDtILwvxiE0HqO+Fi2VqXxD+T+Fng2O1W2HlHtxO2e9OtS2yV276Ut7D330uIU
iGdp6rhXy7fABBWq19VkprGCZSgAhonhdIvm/MNlVwhyAxPyLKtAuvMsQ1g5zz5KZBsIk50qoDm+
4ZAFRET0PDoVBg1IW1WMj0fhOS/J1XQUe2kflPdKB4j0UwOqKknshq2hKaA4gD7U48AOPPAZ0y/s
WXHKABk7mRfHSSdDBfNYA+6F9eW2AO5HfNRhgPQJsU5TWnZ1xPsQ4DLHZPVQqQXIsEJfNjSsr6Bo
U1lAG5A5OTC9ZUhv11QVy6nvr62FohteMRimlyC7A9AEX67gi64jtRWqMSLevk1YZbK2jFEUvXM5
AteqhrlxNp5uApPzAGSZIAEIg5tIb1aKExBlVjrfSksB5WwAS+/TMHVLXaFrOy15Eq8NlVuIQGrK
5Z0eTIhLyAwIBTCRgD3PLsfPciixB/Y+fAOoQ30TSZ+gYBIQfaKUURKpSJBb6jruULUBKdLl72is
coQdSLuGx3gucLROHlT/BiYeoTihEOGyRs4s3ic8LlQFPh2KYwEfxOHDJEv3HRWZH+ph2saBk1nN
8XqSWzSOAHZDHtxMkVDusFv8g2CShBlcmRiF7AEcEzB979YSsJA3vmjA7i+XQybW/IWqiN64nuWQ
Gc+pylhtoJF96+1G56eA2T4KidvDMSblVCFqcqMgUKtt8x4jK9PdTjtQlRr4SpKRkEm7Nwvttrkp
ABF/+HFDhSThu/nc57z7yIY9+1TdtIsPKlBmPq44QrLXGIe2P+8dPMIfcZXb0OzhmuFog09dfBtm
Xdx9c3LZ8cCEmu+i2XFbi4r1ssb7ZWFulhSKNj2cQr4uEE5hMaSifFWuhFygCy1HcRJunXjxM3XY
1jhfgbHGq+9LVzMtOcwTyvWaHN0hFEA+uHRb5bmPtYxgdCVzJV6QCx7hWcw2Hx/oNE1Bk6HMxZNe
5PjMmBzBwkK3ZH8ivFuXAMgxLECbD5IHz++WRGQbBNZImTx03RBUNc49B3cRY7Pe3OgpKBCfScUQ
NAGqVXcDe5DoC9BxfVEFGrgjRRUxtP1ip+yClKXlR8/KxUMQLlJ9n7AQLgnJ4DkQbHSLaL0rWWJK
j9/Ez5xaq0463zbWmLXY7I3FtArb9NVfApVbZC58Xfz8tvqcjUAeZA75LhB4KD/XOT2xzYT8pK0E
P5lk5aa7I4i9NGrV1JXw8YNZwnAz0x2Py9gg/IpaN58Q3U5DOH2UPMM8CFay12tCqHXt5hAWK1w6
XJ7heXELwG5dW1SmmW1KYfKVpNECdlcQA/Koqbb5/LygR2LtWGIfbZKeduqQTVHfHaEPSb6kBaoU
3LZyDJpRI8pwgF0qakgzd51td3DI9DFylk1nXa2puN2i0uTNMBXT1ORU8/Hd7dgSz1OH8qYDxudh
VE9wTOjsV4J8X7Dq9ig/6z7VOSLArj7FAIA+eLDO/ueo+6L7BFK3FU84XhM0IV5cmYkLR5E0ROpm
T6UsMLsaGapYAaQGpf0QnNY0lQC6lkHeRVMHaAtTAZAV/QZwbIE38Qk71RLWeyWk/71YufPbIBs4
fPrnQjysY6RAiwv2BFXasu5wFByWmNWjmsX+TFGHvAUTCrza5zl7xRAdo5yaBtIHN9VY2fJ9ZjGc
kNSOWmKHMRY7+x2Pp57LkM9Nv4ayOObcyeyhctEIL5GZrj+iMcnByPUOeaVzlIb5qTRMPxTICc6J
X3XU5lO6X7oYtuXt3KHkaxPJ99tNhktO+q4CPTIVy/QzHmhYXKxUJgQWBSAMRWq+5TU2nHW4SRK7
LM+ZjDfMOSQPIbCcKIrdnvIUkPRWciCcuhzQisRQVVjB93Osyul1wNwMfPkgB/3TWKafFYJYni2q
6/EMSgPgBYGzMSfzLNERDV0Yv+Fmlo/oMLYL1S7/Zis8LCLTwR6Lce9KUuR8/bpnlU4IzxhKrkHl
SY9VUCiQ9OdRAyB1S/4UAcfkwAvyAqoPpcqNAATwkkQuD14pIPeAgMUJ+/5JdDgLHFD/jVSzL2D1
Go4pXNA7CTVKgTMab5GKfVtgt351fhbfF8B3j5PVqMMQtiLrdN+z88iAPbWzR6dXR1TjmsaULarh
qQ1/Cx4lmqSzij7YEMjvfUwDQ2a78ecUBVbaGDTdyEmNl+XJwX2kI7BS3d8NEyjV5lJk7T54tdXy
WmBifpHTtyHf0ZTzfMCoJ4+H7o2yNQPT4QrUazTe7QbSw4haVk2uGTY7usZSlld4H9LlpcIMGhiV
Hj2YhABSRL0Oc/XhBzArzwzF//0OEeFLP1rM8LpIBQvpnPUPLFgAQUd+sN/7rkC5P4wMxI0IyNnN
KiaaH1wkpnO3Oo+RGmZC8KgAlInniEYeaxRhUCeMgDIUNBPPHz0wgDccDskneD6YDJWYhmPG1u3p
azDhdEfHZOa3BDeSEczFFkqChQcekPsYf8/NWt6vTM2YYERK0TootcUmlsTLm67C7ilK4b9Q6r16
9WVHQ4x2rA9INC4A+plhQOy2MVqeIGvLEFtHcV4DwuuzdxO7YTyqYhuOQ5qFI1kwh7rbHKJTSUD9
eJNslcZ0RqaTXeocFeB5q1IEWO+YzvxEJm0HD1+8FV/yPhIAwgAaPsMKAtG7sFNZq5pKH8LWLhrW
pM4Yimj0ELbDkx58clPA8m0iahvt5xAK6ChxKAOojTKn3Ak1pE0B0mOUXUMtzzE0m9NtOsxrFz6q
ToUFcRtwrrqUG56vSUOnj8ssAVHoEZqgzcUcs2TLti/UdtNvN1dK1L3QBaZIk85fRSBkAou2RL5h
2r8LUjn0wLVYWSmP+NbxfT+k405WN1bHKUHFgBlEB+EzH8fnRe3xelZUY1Glo0cLzBVc3/CSe3ma
1cQw2vAdfRnUuvMmGqoNeaIGJlF1mPjyc58SCM8M79wzCAL0keMyH0yfOayI9TrVQFOsP2Sg5R2A
gf6nt8OK1hFV23etkv3CaQwIp/T5DY+u2hWrq+wlGYYMig3B8t9i2+OqtZPJxcuWYNSGNejns9FY
VkuYxu/oLa6QuS3AMbO9kLfKDLDC38t4RT0UxueB+a5o1yTzYKLldPhesU0/0Rm4AtHolv0B+OTW
1chp3b4HqRDi4M0yf4Algaqn7LMxb1BWBhnoAWa9cbGHpaZzvVWAIUelzpR7Nx8mlLwvxZDs6iso
pyaAWCyTiIFIAnBoa14E6hAg+1bdmrXCpDlP/HWVTcrup9zFQ3rCvCIeMC5HgvbZzNaLw5ZvSXIc
dLDHp4lV/H3Cq5YCqV2y5AewWB19gag2Wb6ituzBrnBw8cH8OxkOcTDJqMbGHX0FAC/yo97WMWyZ
dBo3cNnyAG0UPhpgfgFymTERnBtAgdbZYwheAMrBsZvVTbajkm1iTIS/5gKj8abDHhW2gtEUlAmM
90ElR/cxntCXda4uN9dVh33XcGZKKeCpYzVFTEFf5hVAisLJX2WFARSQt0m/FWjKSqz2HDfSgrhI
a7wQ+pOVJecgh++QM1XGBUiTRW2/HBJuAIITPinxRfQY0nyW+HFxO49hgAyrOalwcIJBYDCO6HnS
7Ms4ByPxGH0UzYLMMmi5fZdWt3O3Tl+YAX6O/aQrHjOfp7+N8mHX6jKaI9L7sfhWigjifxmaENNg
TOIPeTYF7jQN0ImADo2GFGSmEBbIfkWsOkamWgIyKAcarG3mNmyyWwB48gB5cr62WHZABTCrTsGj
272AoN4GeFEFAqQfE/l/hJ3Hkty6koafiBGgJ7bl23u11BuGLC1oQBIA+fTz1SzvTMzsJJ0T3awi
TObvsqmqpynuwUYT0BOUEBHqmlvq1oiAsKpn8IGpIhREOVeu2rcMIe32oQ5WKtcxi9+ELzcDabzS
SsbT2MDbq3S0NHuyBEoLRdOekMHgkl8jJEewnmkHVbdk/kcT+FeeoyVj58atNk93fWYSn3NbxvO+
LSXNz0JFn+28FIjUSjjePXB89ot97BCNDMsMI+nmqTgQ4JGtH0GjufEzZWfviHRqqG91JWoW5lZC
ixlkFMnRJHStew7UdMElVazhgdz0ii9orVV/aFQQuqfCTj4Mr4af245eMNXbcRkYH/vsdJGQajTB
QD3HIcK/kvPUpMuzBU2zhy7ut/K2H4xqnnQiSnE2URvYG6ktcL2aauE9I6ly5aVKWpnSbrruIZv6
YqYI96SpPwDwGkOjM+j+NdQr45BgfKKhevfzuJE3WZ9CuiytF8d8w8DMn0U5+OO58xUYvdyEfQ9p
z5Jd6ev1Gr5bTu3BrdKuZ5n3Kfhd7eE+773B/UErBhwmwjo1J2R+lXcGrQz7U9Ns2XTKV8jWPlrt
LxN6y3LyvbzrD12frW7vbTov9zbqEeitPBcEC93dsyrNUjAeVEjup87m7g7h3az2aPTAi0omAACs
A0GBXCrbyf0SpgnDPK6DnHetCvDJqXkDkc1mPQyvhSpB6rlo7Xb0mxjfxFjJq7BI2GQ9N2M2/6DL
KV5SV8CHBGnFJO8JHcMI8kH81nFuOvOg4fm3k/LGoiBEgcLie23SGYdeNWT5iZeMEK5rYX93CovG
fBjs0EtUFcEmgT66fLyXdVk1u4gZtfWxcj2LSc2hQ1Smx959b5EqMvpNB5P5tvEp+5cpR5l3XGIV
lq9mgT3/XmReEyFCywnwjv2+peZmnqZ50tgGHkZPVfOnH2xmIG8pGdlthst3n48V4bGFPxFlOxRk
k8pdvg519aYUDM0+j7AXAAND7gJqlVv+sHZ9BF2Upk25g8dIuhu0ki667SZktkcA68qdhkXiBTWD
dP6JCjVLjoA4HRYDXnl+s1aFfvIgsfrLip2lflskYNY3kQ1lcNtx9ZR/li7N5jt/xbbMNDURu8tq
m+Te79O5PBe5U9u+K1eflNIEIcpD7lo82qgqyapatg10rvSyjX4bUqH68EQaTkxsSHv5OEsvW35E
Q1izuqLCBrcbdQ6Br3mkGdTKh1WHbbY1dCSCkYVcqNbn1mryNLsnXSmV58XBL17adpYNWGlCNbef
J/bPGSZ4WnbMT478EzGW9XocGZwqWWVziiAjnqLytsssq9IisnLnsRdJ99cfxcZkujxE6DYPUio4
sal33kcWNSo+1ouX12dUGq45eLHxhydO5fZ5UD7XYO+ng31u+Xjy0mnX5t+6xXPmVZDvzqNzXeUP
jc0pb50yxW/fw5d9f52xBUQPRu3dwR4ypqAF7yWkYSj9+o91ScDQh6kP9bFwfQR7Cg6f39QVwACK
jc3BSHFwu/a4Odv6J8HZPL97UDrzlbaB76PezNAkAlLn5c1SBMVvkAjbeTtEN+F66PSaM24VDq+9
WWACYJOlYi6k10nPnmIRE8G+BnVW3CZePwfnePO395Qxx9vFW+ugZOQU/Pdu0lH+u0kK5DkLrvMW
loRru9+BxQDsInmh2aA/XrBZpR5jGWHGUeN7Zk64PiSXNeI0HVylJFM6X7x+8fQd2xwhQ7apqPnV
tfRjuzUY/fhopQmSQ2SWGJjID4aE2DTX1XdJn5o7Oda0gOvsEcs0RxtTzY2rfcBrFXnVyVsbBCNh
3EfRPphiFL/cklyrYlhpC3ROLT02sLDnHu2x2ymKHr0TJpu9g+o6Qq+XPChhtgF9oDEQaOGwkVCf
x7obk/pH08/iq4tGM4I5aHR46C6k3mmbpj9giKP0HDMW843+iIyjdawjjr56GqtHSBNlz66D6rmp
u/C6l2fh2Pu1YiDMvCSOa1pHybgfG63jO28TYqZxwwF+6xVewCLYYsDtIG7qbTdE1/5KL0G4olvp
/OymwwCwXrytr6FkVUFB5kVxeK0gJnrRa0ywPHQ5sgnawDYjjmjZimhXDdP0T/XB9q9I6jo5KriV
l61PQGvk0glswHm6fePkwGk00oe+hBIy9Dzmk/uwXonBX/bd9AqgPzzJbKxyWqBpfasI9LDnauz0
dmpp7jfUhGP4t2M1xTtgHiqbyg/XCMp0SyAXE+ujLpLZ/C/2pjW6FMnC4F5H5kcDOsTcQNqp2PsJ
iTJXqO6G5HVaYdr2zGLWap93M4oyXQjzQEaGIX2FCsW/+KuUZBXO6zrumDVWfopKBj/ozoZHw+xU
vVusFM3eoDb2LxrajYk5UT0gHE+U3os1booDvOuEpzCtxwdCjguMVQz9K1il/fyRIgTsL+mKRuiX
Bu5ekAamLFv046q6BaaIRpIvlRG7xfUZqrKCNX9EM2ZnKsCABdfoUYAuTIn7m5p2G/HETYN3mguD
qsKVk7+dUZKJe8PuaQ6djC0l7HWA7k7GIcWrnqrgTACoRBrQZSo4diHY2mFBsss9E4VrdclFr3vg
h2buzl1fkf3HdsVZnSZzDaSTleJmCzOPezMNW0NcQxbfCSHRKeqBQSTcBVxaKAxcWZySpWYMnQko
OthgUzccZxEgR3QJBC4t1lU/mASMlN7bHt0SrIL1VyZ35Czw3Kw0PNRGwl0mVZvHEqV4BxRHBUEY
Vk0ShgZatkdK4/riMZh4eIBCl+8S/r89ptHioZOfVBLvF6/dwpsaOaq7hTlgN3gbsuqjqiy1gA3H
Dh1rDSy0T6piVBTxqfvIEvqjPSinX5xt0sLhN5PU1VEnKvL3YjMClk8t46uuBYVGnDLkyibxgKR2
NXlyCZaMZ9YMXQ7nJvsb97X3hiQnfTa5RmswMOY8vOVhwL9cHbTtfkisQW0+ZmQ50Qasv+d0jLvv
Tg9i2KXdGjCWMqmL+BmyIiwJ0lOeCqBZisgPblo4OpYd5LKPCh+t8VGLKd4+ygz4dgcCVRFJPYek
nDbRsLSnKdniR5+3I/d9rKvx/qql+Qkkrtq92sZq2oddX7zmtaaiV6ysW4gS1n4Y01Oeumqa3kqG
9DD1ZYVMPM9z4YF2TiL/znm/ZSdK0C0/qHwAmtMTO3yfMmRYPHRpuF7CbSrQ2q5zR6ldzcDLfPLG
+56mm6bzbCpMM8aGUf41wwRdrkMkYoQaLOH1HAvFoK9WN+7N86J53ZsMyOOrm0NNvzKMBPCRY+v5
pO9zEgNlNOuLytcOjVeimT+RDvhKTqEfaHerOOLe4WGy3zpG3XjTZtPyNaKhKA9jHLG7AvTF9lLp
VGGRTqfVvPSMKWK0VLlO5Wca2dKe+G6Z500h6H0z05gmx7rgHN6P7Ry7W9sXuU7RdkThvcXNYRBj
6RCLYxWncgeKsJlT2uQyOZmq6a+wTCO/0sHPfnVL4AZUwF347ik9fY9GT2DRgpiqj12SL+t+qbbs
ZRqamvuWk0af2qT2PQzsBRlTCDgYJwdr1IT5I4LMajrMJiOqjLIjHt9gUxIy9noK0X1qEyLlxTCA
aM+rEl9LZMrneipDxmeFK1Bj29KuPQZyG/RhKCqHGsZ6I+ni3ZwFh6vTYwTBcPpbYLtg3KMPyd8t
g7EGBLBVVXAlcJAd6YzVnUrnjEstKkChqaswYAAnt5+dGOY/1M+Ne+gbDWaTWrNkR08HfXlT8Rb+
zvHQNF+RwA4CJsXJczCLBa0IteYKlYO3ucMUF+V8TMqpaH7yAkuk2XSoy8FhgSf9lttYHZIwan4O
XI9Pwgr3hQa3iffZFqNfGn0TT/ttEsnPxYVjfJo5OSsaw2T0Pvzm6pKDeuaW7vpcrr9CPAxPzYDW
7JfWtfNuJlTRTGDO4fLvanIFt7etgMrcV0kNqgDLCx58xESj2hvQ5Hz6QxkUidOcJS64bZzrhifP
15pzzW023JnQwo/EWoc+Sgc/b8K7eY2n/IBAcEnIx5lN9BoPLiLWo+YQuGzcCwzfKGyFFm8ITHnW
22SbUxlNY3uJp0Klt4Yr2rsBI4YA9fsRHj7xo9k/cDuW4lQEMfx4QTMG5pEV82s1Sbp1EUfjN1sO
ybobkgzG10cz9ZbIufIPXIYtoakBtnakFSV06KyykcN9S4bHYfXQkidwT+aEBNvnqfMVWTxTOBwC
uy3k0IAMN9151F4f3bMc0+LoZvr4feEDhO+YKOlFZ87Bbdkr/LPeRQofFd+MKoyvtxmWfSGs90WI
w/jW6lkvL3Jqw+jYW5H/SiYUJ1Ubt/nBdnn5p3BRHu6KOayqB5euHoAMlqzyPiAS+RfIhvxl+pQW
uHEizl5bun2B1ARFW3NuoMuQGMMULm85/iekGKWaKD/j2LEXtzQXp6ma1/LGxsh/OadEaQ9Ch+N6
au2U5fdC5AE3l82C4ZnxKGV1WPR01e/VSTplX5FHr8AibddP28+Nf/Z9jeA9ywfp35tkg/1x3baG
D3mEAObkp8FGoeH7gUmHY4fJYlxQ+LQI3EDBOjeU57ha4wFBQ+8P4AFRnJLuWG8rv8lDZNwpGXkP
vg8sW7B7/RgbMkT08K6gHLuTAhDY9uOUB5wNUjV/KtYbekq405T2x5+Xo/K6xuOeuw5hqkVtw59p
EzIns5Chxb0Wg62QXzGVG/gztZi1Rv8a4MH+yjXqMBEGBBu+em7tinI3eFkLjDGs+r2pZyEpwr3A
6+9m0TQcUW0xfGpMb5BHRvQ/tsGZdy3WJXyVrmAUVD8s3fdAqyXaGzVbsYu7zk++M1lgQDlaoebd
BaVTLMDNjkCJNcVUsLcuXrNTmBGEgVcn3fqTWyd3F0Sa9geZ2lY+WZAqn5a5AqFZSCHuf0fDBnA8
Z/3cMosKAlAdJ5tt39ZSZs8Ks5KmXg7q9EEAV6rbPMrn4t4EZZ0dUXFVzUMkdFe8uLDbQk35JCuF
koHyakVA2bvsZUXibD4gxv0fk4AhOpLh4bXHckbrwjFdply04At2V3QLuSGdH5fvpM015mJ8VNbQ
PM6ppzBn1vDO4rmzNIDMyjjmrcetkbdl/RtiXQDvIRpY5HOiCYt7azMCI/esRO4X5NXZj3mq1XuT
wvHgpFEKWJb+1T9NjUxYTXk5B3uEsPM91C/d69RH6hH989Va7abA7gJ/jX/oVGzqGf6T6skRtFwc
Un9SX+BWIbcYXCTanyXucU74AO8mqWW9i7cqwTPRXQXOovJtdo8eAaqtXdIJdRRNWLsvmqqR3MsD
3H8e81//Af8WxU0CitSfqgSpElUHQntOsdkfDxg/ffWQ+23pHysqXkQwWWsQRbYiVPapoGKsbmxa
b8tZiE5/1bDXRK9u4Wro+31T7dK6HP+62CVfpRgHjonOr/e1yZrnPrfZdx8ryFfq1RohYuFjLvTT
bIoP3dJjD9V+33xpu3j+XRX7+CSQslfmGBRyumnsHGe7HK1cfB/Otlq+1zpe8h1bOGWmB2SqPqRJ
hcJ5iTzUv4MMSeSvuzaECx9d9klZ3etdgimBlKe8wJeG4h89pMxXxxtKl9xdPRtrueOrp94yzRyP
e+zfs6BIj/V6GCbl2x/LFAIPtqp3xSWLhgjPqLw67yCTKOj3HhRSif9xxV8WIOJ+ibUJH0Ar5gWM
tZ1/dy5L8dvEIKHATdhotr/US+6bg2xbTsUwUI6eihT9bMfcz9YegqRsSXmjv6P5jhq37LMqZ/zE
NPZdcMhLjc2ii0r11sukHJCOqETvZ1OPxPb7xuvRa+TdC75NFpsMjLilUM+zg/DG8o0JB5F3twXK
14faLfn6OCWlovbVg4wY8k6ZTwmWcFaxKRB3aO3Pn4zSmpL9ksL45UTVGBi6zH3m1VLaz81tgNE6
SKoFadd1mdqiif4C1/AeavyX+UUsy0jtzbbmLbktDPaQhzFvMjJMFYlQZh3SMfLI2rBXgCPfrqXS
WIQ4dScJq4mgvhJ3ayWxtgeqit7HYhyZ35gFCHGSopjA0wrPWxhItCzvEL8dmpwWDwL4f5XnhzTQ
9o7xMDWwKN/kE91585TMOZYikKhe7eN+scsx22phdst0dUnHnoDSrbB7RjtozeAObGT5Mo1v7M6Z
en1QNH3MQW/y3J07c5VswkKLFyf4Uh7NDGNxA61mBkICp+434vmBNj2Ou0e+wNqB0qFthQapQn3y
ZcP42s5EPgYjZI14JPpNP0/eMrSHou3p+D3JQxzjSGc/w3DBbgAUigpdRcFCKV4QPsvkzg3PN9tB
jagTrtJO6ynaR5F1AvsuIsE9sKb8TFKZ/OpE3fN3UO3PuRXinja22vY9rNO3Iqdk3kd267EOLHnz
MmFi83cZqkVQXsC5HXJy8BUuJTS/AzDzb05fpiajpMcyyCtx4clVufN3cdiu7PdCEgVOtbSkD9Um
5uei8tbnMvA7cYCiVuM5UdL9UyOOlF0dz/CHDABePuAxhg8sSFxTWdg28cWfUOHfaZjL36rJcS1s
TWjiY5mUzSuxqoaWfwyXx3iApr/KAbiG3TSqt8jpNjiSkoZysthcfZszpw1HXifIdUmGOKX598O8
6ziCq0E+cAZ7iL/yOMjQEvheNXxF6JFIwMHlM9U/KxSRCBZZEerWj7zRHnQcS4wjBfMWXoSgD3+O
xi7Tt5xd5h+pA8wLptFayvOo4u7TMQUtRt9V99N7PUS9d6q6NnuswCe5WyvBi+WDIKozAmiEKIEQ
KcJQRxB6tKlzdOfjiRyxO7UuskfVgWR+21RcPFsHsXcP1CleG5G1+q6WCaj2HA5h9WjTKdZ3eRde
hdmL9Mtj66jeMSI1229sxPBH9DkUNrSBEM8QxcWPbKJ24v/I439hCq7L2y17xiLya6B2Z0SHF73Z
TO67NsifyLiqlqNxcnqxnvPDmxi22P+e6zx8j+Z6+rlFvh3RKS0D87XbgZYVwYKcUwQUqvHK3dJI
5hCmaZ6sN1q0YrvDDdNnL/ir17ewaxBEuHrEdn8tzObbaUhLx2tssfnh9oBNc22deYd60CMCysqG
+TEQissCIVV+gSowH3PQhZ9ALzVzg5aZUdUoirNsX5SF/tqyLETkbcQqdpg+qp96k/MPSSXHBnQR
dhSH+PRPQIUEjTiB4+yRRzvzab1mgcpbOBVPMD9hdD/5jr4YT9F832J+xSInC44jmvjmINfeRbsi
U0imDUBEz52wQREuYSRwTZCOmZwiQZ3/Iq2V8jnFNYTKL7XFqwdqaJ5cYiXhDCGtTQfq7iG4xdCZ
E0vldYhqFCbVeS/GXoeXKCxRojX0FOlhhdiT+zEqpveuiQ3+uQWbEMxvmh9NFIroZpz6AcqmTPWP
QXvTdDaqxctaLkt78HWVJJzeeTeizmeeIOWW+DGYTcBHd0MP4FqH6uKD915tbFodQSbiif3jNrU3
dUAft0RBebEth8UtfvgcfXvVePY71Y4idgmyq3psENDMf2njOkI02pxwoB0YaZtyr5fr44CL4JsN
ZsSz3UwtsQuDwI5vayQj9HwbmlIeN4vbb9SkS3VDtpf505QYlHYIlkbOhyENf8Sdtz42YmUR9lU/
NCczLsOHq516S6t2A5Kw4/q1cFn/MchUkqtRannuysobDmR0rwHqfoGqN81c/BbnKxrCWGfhZ1sO
16NgTXO1x3TXtbwPSj10gGgrd9U4k6QzR8jCDpLnTHcrZ9G3mKwJFFe6Kr7NedlUbyF6Lvh/ztX2
bQxc+dGozK1oFeflGXRYDyzFDTPNUojMXCCEAOLjYlbxSfjYdXcDAOTfdKXOPEzhVj/Oa45DF8fZ
hOIFa9x7SwZdjkY3ILqFUaMrJpu1ar/mbcgwXFoPuSpX40/B9tYHRKTdVwr+TvoUXkRzwMxBjkFn
RbqHorafJMStEV7Eun4ir18yfC8TnjjPlJgPaCPKT9RIKOrjYauJVyW64xOLl9EnIoqL8ZyjeioQ
ik/N+HPjHqcGE034Rp+ZlXsVdmj7RTXpF7QnrrpFt1Twz4l13U1CuEx/v7VquYyb1qwSKKWKtRsl
CKEhBj5J7ucVpNNsHputj750gOh0lzL7mBBdbYG6PYmhB0FRgmoKaHh6j2jSf+P0UPNZ5dr/R27H
GBwds5+YCgRHz9RMU1zfxhJUKOwJNdsWGD6xxZhFhgGCdxyCPtynzbASn84H8B5TvfXfAMigforc
dp8cut2joyYQe3DajGppqha9S6Oy+s0JsPg7TGFO3q+kVkAYB7W8BS8O4wtSWNW8RqQCGD5mDxqo
lzmjTJSNfUgj1FkceQMpotVISbWrmpYDx7TxlHwYctnKn9hWivLcJaa+Rz4VSvBFko1YtGgzBgBL
dwFcGcfLVC7EKsQ1Isp9EtTM1FojkQb7bUgt3oC4k3+uCqsHA4sgztuU2ZiCfVz13RVL/lkRWNEg
UUjDjyYOJNi5s2X21Pt2Gl9hq/CYqewabeBVja8f27Cbm+OSdvH3uS5WQoepzp5ymCdqeYRP3wd/
xdRigm6DNPeqtWPE8UqLLE1jYAD6ou1Ajq7aDVB4FgJbYcTiKIym3k/H1X/spq14Irmnvl/8BB/2
jgNON28K2558TFLb+VRpc43zey8i4fnikRAW2ohTX49xniHtXeLp16aYx6cPoLfIZXcqi1LrTsx7
Nd7yghzfH/3nbF3wV539MqgUnh78gKp4lSsJC+NdFqIMplOk3wqLY4KjPk4xqOAOr26Y5pd5zG2O
/dajTtXl+DMZkk3QAaJ6OjSVGTCmd0man6qc8TndoddBQCxpnVF9kwBlRPdvmIoRZSastbUPXi8j
+YZGfcuOQW8tlZeoiFEI+znNd0vor39Dslv62y2n4IBiiIbu3Va5Gm5LTsL4sDB94ksS3iSeJ/j8
q1ubQz774xlli+cgXSXMTRY0koRKV7XLTeOpdDt3oWX+8zVPBODFFqr4ua2JVjfrYMvwMoN5Fg/S
Ev55S+ofZ2YwbaU6WFGn7m1mTzOIuEuTBG8GiQjfxiWot7spa+L8AYcRfquABhUXF5woYgif3T8H
OwR52LJ2Hbsrpm7FQnIE+dDeK+AJ1h3XQODeekRsup0gA4bds5FRQI5RizinmOXKj4VKNzs6b3sF
+kbmYVrVIYmTvv9MiG+Dsn5x/oaVWEIToLuoP2Kjk58BJhrui8HKV3/YOgYaB0CeKwQjZqFW1VQ2
3DsdjbjM412T5utzlMeReYKg4g5jR0YfU5gxgrNgjz8azxgCD3jd8taLtfztyrH41fAFbMcSYbgA
aADZOS46mX6r0lI+2qgCCE0VLFIeWn5mlW8W51wUbD+GrfDyS9AMnr5A4rlvpkvtqUuSYDrPU+7M
Y+c00SsZqoI3IwH6EE/gBL64fMB1SvqPZa2kDemnhhX4uPXcsHdligAI8SSnA4FBdX6E7taXTW3z
eOznsX9d1/++70LffYwhVNxBByVcJgaaLtmX/N50X1rpO5DyuMFrMi6Ru+R9U34SOlLRNSxK3mNn
JfHERm1/bCM/TnfoLdCqVjFi9B0A7tJfON4HzqzIkP6zleULYJevd7TtwHWToAO7Ald+eJxwYr5B
5ENQh2PrPa1lCXCrC4V1PTdy+WdtMtOesoGGY42qglYdvLgHJMSX9lhgEc0Jfuj95caBodxl24x0
2jGjnQGqZPgEd0s4ZIitiwkFhYCgHdlQytXHMhwmPlqRz9t9kAKGYk7XudnbCWyadBF/oyGZiB9+
bnXoqnM2ZeXVpjWO4j4wuAsgEDxwu0E74w5C0XHt6X8FCoq1RpGV9hOGksIQtAAvV++KKQj7Q9AU
9i8Cenq/HNkpIZllukTnfkoLjCTc1+eeaNHtSDpY/FqOZCYcSO4wL8JmEN1LntM4odJjnbWo3j7m
fIygjOU0HdIIxBkBndAvBMBU4FkYF/R9StDYt7W3Ln/smTr7mYlVH5ogWMyPNYT4Bk1fZU3dC2vP
/oatxS5LICgqR23kDnJHdHtiQgl48WugyCPKE5SuIREDyC5ozXwcmzr+HK5tzyGPyQnmiZNB3cho
yz+0SHE9Q9/Gb+kg1gPWcvM0Gt2eNuSuBWr6ZP6DiR8FD/4QUHhy+mg2NsBfcaSLF0/EzcirXxm2
dAcC2eBYx8LtHz1cTkR3oEZGSYhyAnPpsEG3B0q3n42ybX6Xta3nUHq34qDqhLgA6Wf8WQ4xKWc2
ttvDSNP+u8dsgFXds/Vruek4wEqHOWaHDnkJYStRGJ9qH56fdSanu174ecDkE6m71yEqwFE60U3/
Ot8Mv3qgYZ5AdxlNOojB+svESqfHTI7uSQFt2V3V5aH8mwgPIimEoT8XfiMZ37T68xshEsmAczxT
dEXz0Cn0AmN46yINkzJ1cVnc9MmUbQcJETUcsyVgrk6G9v7OvwYNHde+NE8crKY5QjehRfM5Drzz
dXJb+DioZbV3+AGwTVgSSPybscIhJmmqUQOKafqVpKl09/hGZPIMfi0j3LEYO1InCZQyXsuWw2tY
evUlUQtWsCpKy5/4Bmp0wZO081NZuGR6CBd3VacZv3qI8FCUT82iVPQgTO6gTTC0VM0JNUPGwrUN
xkAfD/DvCgz4p8R58Yx6CM03BYVJiQmSOB75c9A/pBgcvBu6FhPgDp779jjCRfUkQmCkAZSoUKrt
cmopby+ZMdacdEvjxM6q4Ab3lQ694JC0eZbfcsqR5BmH3lVKRLgeaTRms8szsnyCzFn4Q0akSbGh
+5v3cRUt4VMxwRmUO/zEleVSK3Fo6L3PYa1ewYA2HJqMHotPdpZFf5Fxgz0Rym0JTxvZnNHdaqHe
rkhwwOLl+j3Qmm7lvmr9+Y9dxvBZReRat3u5gPI8rAwaJIqqS0TOkVms83iH1EZF330CJaCCY8+z
L0BUpf6GZrLEUJ2iJYgONaIXNDEBJCHYILkq3bcqNcnvloMGDUgIR5FuJoL1sQnhjwjb0vZgNWJ0
NOHQryc1NHN+09rEpGeyevR0lpaChQsRJYfci1o3A4rnRJKo6XS93PadwpNcGh0+OFeIQoJSl374
a+sifR90oPvfU2Rd/vOMAFHs9bbO2Ws9zGN+L7FKgl4MnkdO+savOY/Ybr3vfjSZnnm+/LS3NgXv
v8hRQ+njgQkQ4WESbyJ1CPJifJm9uQtuFrCFjAimIHirg6ogCl4EFNdjY9H3eFdDZAcZIW6peYv6
xhXs2EvJW3mdtU+XKfVM1IBKs/KLBtNNZ2Izl2cTpON0rGyyGMTKs1fc4CwuxH4w/YqnCyuC791l
gPeEduWyzF/yZgh+14NXjDdDNg4Z+nRJF4LBN/niSJnJF5qh7EhzKjLTADakYQaFNiGMGb/3Gxfg
gItOlc1tWdZi/soE9TbYAD74Y1+tY/gYk05XXvoaPQLBaKRH7WKAPAYEt3XRfBLUYourUjcWr/04
Df2TD9/RH3QYTdPzJEdEbxuvTNzgFiqo2QMvDsf3aBkSiOplAvQwlsS3g5rKSD0Dmzt3GyaIfzwT
JvgB0qjPMbMtJqJSdLF9IHR6+xNlJq4Q5871r/87tNO/Rn/+Z5JmJtCSxCLg+g3+I1y1McrP0D/N
D6iHl+otaNVRocTjFyJxErvNK96LrT0tvX+TXeb9njf1/6Qv+/9bOmkWIDISDAdhSsh/PMKYdOng
JI/AVLuVuOviSJDIAXXIg7phYMW+OP2/0wWuAbb/41OHQXyN9A6xLP5HIKrHxzJtWiwPth3Xo9FM
QNEIsWCFLeMFcRMgrZCcao0bl5OXpD86jGs34r9IO68lx41lXT8RIuDNLQHabrqeHnuDGAtPwgPE
0+8PvfZZIqu5iSPpQtJETIiJqspKV5n/34bqPmBQwZ89PoV39BGK6tBTCt+9JQOhKiKZGw1oOuH5
3Gx5/pi3l1Wc/XaCL8B0PRajvIcaHuUA9s5mg/1jCzs9dEqjMqHUbO1jX7+e3Uu/traGNK9dS3mN
TtvS04JlBhyDe4bNcZ9NMbPcOekb+QKuMAWQUAVjgQnU72TUeQ2jqTFnqO/yy9h2CxrMV7ychMoi
dCY2+P7KKWI6sGOrrF1cuRVBxSfXDfwruTs0uwHUDJKdQF6CQODgKI2cuYI/pJ2Unef52Hhcry/a
H7WTFvk5mVD59/tAAU6Wx+MemaZFQtKyZsyzBblsy+vOPigWPKFt4+Ll8WnfFaJA3oB+W6YiKhVv
tFqfMsawVfTsSEffk9a8xPqHfyCEVJVnACIzVaQeT06BVpu6324Bs/3kmMpvZtePdqhNgGSLa+Fa
EIIwFGg51BUNW7ivpuRUsm3kYClFn0vlRbU+2sWECPFuIEKRaTEBTdggZlQExgslbx2YxdV4Tzdq
Xs9LhkrNVZmu6LF4vGXiZRcFCapICG3UNlHZPs6PdfKS+H9U50fZ7B9LubNjN8sRrloEZ8GQlkq8
r8ofavTLdvbDFEnX1I6NIM1XgM9GmKS8VbJjqe5WzV7DeV3mtIGb5YTdmFqLcPq51PthH2nx3oo+
+sbO13/p59Xj7Zo6lPETrtYCFFuvOy3b1fkHI9hxKHL8cqn+5m0Rj16gdwlbjVErGSkgCbqpAliG
/UU3j4+XMrVb47FdLSViWkCnDTTeawygJNJvQAQZv5xQr3HLrx3of1ZCYKkpssrNEVZCf0Au5bIZ
70csshkPZxu5Zhz38UruHorNY7yBUzTpdbtdCYkcXc0QouzDfG+DKBsDOapEv8ounxD0zj2My1EN
DIxmUUjRNOG2WO1JkcNLku6j+pnqRlQ92w1wznQRDvnXi0HVjncuUDIXg7r3rS8JAN9aZrs9LzMh
HZgOYGCPly6CqYsfJNytvh70i+TzQeGgzlNA0CJD5ak38EopZ7AOMpXPjwXe2+vrHRDuGBQYvllR
FNq3zlL9fgJfMrN515zcaZF+TlyYcNEGq6BoWgTpPgHFNKNzmXk7uoMAfXOWgOo5DGAm/cJiAuLx
+t40UtRYW7PweppCs7eosY2dKDLTIeneOUl7xifpqzsAscc8APB90ofkxfpBptg+ZxvzOQO0iTL4
FM/IvT22dZs3uTHY001hj2MtNJoLHXz73AubeSjBpcJ8v3GaWuroQd4t1VBMlTkDA2YfYY8viu3T
elin+6J+oeQ7AzMtJUlTvvoz66gvgNWioS91JzZY5GyxVJibCGdMmQDLVE3BJCS0eJUUmC4HFTgP
mTy2AhsCgua4fTG7V+X8RGEwpmDTWEtb/dEX6WE8CxpgLoCE5SuqHgujzSa+6p2PEj5KMIZ1FF16
gN8uh4bxy0v/GgGH4AAw1lC9UM6Lx1vwziiOwoitNeB1HBXujFt7lYMBamQ+O2AFL1R+ZmX5++8L
MPn9kRoKGCYxU6JkSYuRkV8OHa94mgZQt/T1sYS3MOdGd1jDtQhhDVLbGzap+eVAPDQz7edQ/8Wa
d3oy7wDv5ll8DRBIWzgT5/R/yCUTsyyDAMwR7gY1XxAQT+3lkJx2bf4VUERPGof3nL1kA4b0o28A
nZxid3t3IVks22jBEAjRCSHs7YFVDLQUvOkPBwlI6TpjQII7SefKVg8n7uQ9SVBjK2SbUGRAHHIr
yS58v+yCQj7oAQDsAEv58Rr0cBqlJhispwSJ++ic+kQPUvnQgDGwA+1XolwJfi4XN13XF8f2HivM
XXmWSn3+LZmxBR99gR+BjLiXD2qVzNL6g0P8BEZ+ka0fy3nnEFVzrBHoqkp51FJV4aiMgN4k+l5k
xuCtfW0ky7p4DYoSYCWd5xn10J7lD48lqu9tByItYhuqEiQdokHLmHCv9O4iH6wz6KqpLv2ofNP+
mA089WSgfj0ZunbeVDzbbfRqUH5R7StWOlVQD8TYapfFPGkNClPCMz+Is6e+ptcdDDdjA57IrKnz
bzVzLwxoG/WqBZ5iVvP04UqdtMtsI16D7Bl+ZdA8nLhp9zZSYxYGWCw0XjUETaSZ5swYiioflO7D
6WucYAfdofXqcpdPqOKdO01uC1IkdRbMoSISsfIcI52r3OF6gR2e5MoiN815NGw0u3dzMHZ6JnW6
AXSn4TJ/fHbvj240I3Ca2xhJi8Du9rqdq0SFtqMfDpYpLcBAAANEWrTZJqR/rdK+PRb2RoZ4azNv
pQlbyrC/gudrh0P5k8b0+uvwS/kgb5xFvPA9fa2u2wAcxJnzPXsOXpvXfFMuHn/AG93Nuw9QSb/J
Ww3DfCOYuwr5dQkAH5pRh0O3CV54TniCLFLaGS+mNyzzT7vokMHt6qyrVbylI2tC+LtoQ2X1umYb
jmPwL3W0EFfCE8CR6BC2hkNQAeHEhNVTaBorPc6+KBlvv6A9gxBX/4CLYsnkmFdrw5d/8gUOhVb0
WtUoEtx+Qa8adMODPnKoKonLVX6ibrv2e6+LjTXj6t8YlqYX37STWUNc+1j4PU0j4oF621BGbFbB
LjVRMMQVr/4H7VS92pvKcp3T6UM2/LHz5b+S9KaFV/sc8urO+Ir5ptPnmc7kPO/xm2xI11LHnJN9
+vRY3nvLPpaNyAkodBq4R+FcTxptT04SyAdWuGlMfwEUNMgQ+YvdTki6aygo/zL1izPG+QuiKDqH
gy5n2KR9YZ4Z/PgZV6/wwsWMvEl+PitSeV6crSn7dHeFV2IFvQFhUMuSErGSVS3KdhnVJQMs+TaN
/VffV+kpn4dBtQ3yEqRoD6yvRuo2kZPMc6rz5RT9+BiVi5cYb0OF0jKAaDMFTerVc3sGpVU+nLo0
Wjpt/we6oW7VJ8AEPD7ZezpLBmTIjgKRkSFqUqaeDLpZWbfO+1syANO8onEy7z4azDA/FvVWyhRX
dS1LqHYNZZ8XeprIh85omPqCWcbl+XmlS6ePNFXsOlWT3Fjvn4eiPPKo9ZQN+ocsHZ5jMK1ccKbj
eZXRDG0Asj+zHDC7TorGSJe8DwCLDof6GEQKKIZSOXhnKoggXPAw4yu/QttYqrQ3uoXqz822oylb
rSYM/7vHExiZLZyoaTuySvXTERZnFXFE+2lJUKIa4Bpr9a5Jms+yMcRulp5yl/7JHwAir8+F/o23
wW1kh5u0PKvMEWsr+rKHCd/+PgHhezQ8AMVSSIQdIRgj9KQC7jfyoSaWmHWGGrv01uoTUu5cV5sA
wYD9RiPdo1Z5a2/zxoFvK5GUw3kGruumW567ebynHzguFkDfPdag95f0VpiQzJZM8kuaFqgHu2R+
IlefM2s3QLFG57a8eizq/sIgDjB5F9Jk1REMggYUpJYz0HNgLqQzF7FnfQt3wHExMP+x/0cLMzRH
VWWCZ0cWFkZD9BA1VKS5GeSjYCqG4KfSaMAozuNlvTcs7CAhLJbc4cVLjPiAFkoH84KgoalAbVGL
YVnDbrUMzlowEaXfFWXKKKEDbIqpjsHnlY+SlEuWNyRAh5L37z+MjEVuEHWnn2Zk/ny8qPc2jEWN
6QCtfqoj2+JRAUttOAGSTjRk0LLhpu2GdooMJK1zOvE0oIwB3K0RQ5gDVrNj2gqJiGCak1RPKmhL
VJomciCB6bqzPkIutdKt19r6ltFEEEWfmIIEcHWVMOephRP07O8vNs/mJlkI5trmiVDQlVPIBGHR
QRRiX2hlJ8TJeG3PzH+gKGRxlk4oo9C7KUgB4kzhabpTDwT1Mp0xOv2E6slVXx4f3b0bfS1G8PZ6
yUA+1M3q4ZxiBDdSdATVlV6wx1KU93EpezaGMKwIvRffePNqyCUfSLpDrP2+0BspJa81gKqnbJWk
v2lYmukZ7Or0eB8fC753B67lCrt4yam/a9ZFPQQ84OqZ/mR1KyWvF4+lKOodnbwWI+yiZuZaN2SK
ejidQTawfc07w0U2r0qq/2NXKIwedbsmCyp3gHlHGwAos21iJdHzBYiCia8ZhQkXBMp6R9fxPbgF
kUJcr0+M/XeBdbjQuUOtgcwXlJ1ZUFraHAjiZv548eN9E8Q5Frm5g/vhZEVxPs8oZqIDAtjG3zRQ
xamVuUF/VHM0tmayJ2iewqKauIPvhToyA/eGbpuU90gz+Kgr28YoTcsYW2IdokJZSafZ8CHVDt1F
eU7iF9vcOOaEvDsnDGKF7hAKaiSy+PVbgZof9/RUds5BVZp5AQJIFR2LZA2QO5B05axoaTtpPuqa
4lrM/GI8Jnb5Tl5Lk7LNSOZo+YhLRxW8WrHDCI0d65fwmDXfDWfPyOpMj5cKLXFJ7za09/SgMLLl
sBxI2ZH+xeGytZiaAhCqADysMTOIKX85RjFRc7q3M5ZNVuJoEImS8wq6f2ZymlYexT8kjNzQSiVX
xI8bGtNbGuNDmFUpDDFs/MVcRFN0ze+6VUZHACi4MmbaxFOW4OLaQavpvA2CY9eon/JynSdu3Swo
MIKCv7Wafu4A0FpKgFA5w/KcbY3ooEirIKomrtwdp0QDB0E8yRkhC5Ho7ekwfcOQlJIER2YmPc34
JA9UVcoP558qvRtbGnjlc+CCteN1+VcrmHC/4ypvb+CtcGEX8pNRt2BnBMfkZC+KCzDngC44+jdA
392crj/Fn2L9HbVdlMjzvKbhn2QQx4XbEEFmwjiZFhyBcGLwMKKrDThJZwVoytQ7zZ2bPgYXXDs6
C3VLfKeBv2u4WBcrOJpbwCX1aH3qd1bnzFIzmZ+Lr5I9cdGm5AlL02O4VKBqC455Mz5GgS5zem4g
6mOa3wNK9LHtfF/W1Gg8odeIYg35NlHurd7Qy6ea4KDEx+GyC1apvr4EWz3+03KASfza6Lyyg4uf
Ly5msEs7Ssiu0v+MPbCZJFeVlo70VAGK7IOjWuSSW3RLJgVDEM3TOJpKNN6d+e2nakI+A6Ui+PxJ
Ex/Pn8KvHLh9KH4XH/t5s043dKN99GlVn9ied5GWIFKw8h3ksbAXdvGx6r5qUHo3vx9v/ztPKfy+
YFMBl7Mq0+f39RbQEbtwGRQuou9t8/Xvy7FVkyqviX/UxJDVbsv6dBku8bHuPutltbNzTFJmXo5R
0EkT5/QuFmdNts59IXDEL8vCMZ0Ko6ulxGdNVnZayv05BYK0IAce8vOqujTtmrnPiSjrfa6m0Q5E
tIE5wBpTor9VY/lCYgqA3LBtXLhM5t0S7Vwz+xBNtq29u55IoriqjQk1BRoxLM4MBhWjNpC3VKy9
fi3tItdeyKtowqu914xbMYJTuzhWmMUSbNfNpveSFc2r6uqxTryvV7ytxOFRg66KMX663TMnsjJZ
0iN5W6+pTnsML80q72dwcDdATj3/eizt/nr+K0x8GaJeCW/ewLYlq9BzXPVZWT8W8F7txg37S4Bw
VdMxPrrIb+fSzUPXfqZ9YOJM1PcW6FaGcF0L2QEiqQvlrfWBuZCMoRbmb176Z7bvs7+PXJ+VdV50
oOi96346R3/WrZlBWVjPzcQle+dxb8/O1m7Prob6t8i6WN5Wc4d3Bcd1NpFnTaz3fdIkSNFvpXRM
11QAjaIhXjcHtW5he/rPmTqjljWxnvu36q/TE5wewGdZ08ash/mzp9iTXOuoriRvSsxdO3GtJcK1
AsKYaeMTJ1jN6ebxKAhiJ07f2+WUOipTJyRYJHAxwBJukeQfnVUzHy8x8yXH5GP+5OzUteYWC/Uz
3F+Op004rambIERjENiDo6YiWXVDN3/S5sH0Pk6tTrAdQ9EmBfNc8nZYOIusX2k/CL/d05M+U1zg
Sl1z5xwAbHUaL5hc3321pKJJQEYzK1HLrVoWp1iPjDAd1bKZ+5vUU9eFRx/JAu6nCavyPrkYr8CV
LMGsqKoPESGEDdvxEC/zZGWtfO+0Clfa/Oyl88c27K59uRIm2JeTYWvDODi1Xb+spjzk+P/eRMzC
QgSLUVK0KjRaAbYtmhjNM/S+8/q5S17uRZ8fr+P+NTNNi+4RigC8hN2eEHg4mSSdCpke8mQFYss8
f0oO+dZ34wm7MSlJMFG6BCJ9qCFpvGDVzPfA/9qcNr47dasmJQkmSgHsWC7GNXXzdl3NojnxoKc/
l8vzRIPrXVt4tXmCjcrhpkmDSz7aqN7T3dFdWpv632+daKFOzeVsGywIdMR1v469eqb8cQH0evmX
2iAYJPBAHCXWWFC5AMdhVs2cXeIqLuxSE9owtXOCVWogvT/5CStq8IopQyPEgG59lCcWdNf4/XVA
4sOKn0uNZjqsp/dG56uuecR3pyzPHStOVyABu4KR4y1bOB1a9XkeZcAZIaEbI+TynP2Da3ojQziY
IdYhILPfVBqcIW9Wz2bntbSe8rp39utGjHAsuQMBFoMm47HA3OvKOD84KSbO/l44ey3FFLxCAAZC
NEQweBczxvfd+hmeUS/GVkfAjzNMkrr2lEjtvU29ESk4B0i6dOCmWJi2N4+jXZXcE0jys8aTvc2f
Kbtwz+/xHOyQ3VDzoGtM2EcFbMD43Fqj3+vX+df8qecWWd8jD9a+iaW9r/bRtnglS+y27uAetfL6
TVa2a0FufumwRhXlCLjEntUP/l5xz7/UWbqRn/yXSWM7mm3BW92IF3YWir6S2cg38aNZTz3aR99u
c7GAm8ENyfMmjNT4i+8k0uxIpyb7S2swf39V3lQVU0mB6GNzoxnz5U/5XJ/1LpTvLhjHExb+rq6S
rdIXSgHR0A3B0dcV5fe6SpRtljFkHfKsbx4NUrAvQ3c0gk2VHVU6lLRXKHJnHSPflmROrfdOQjYm
zP/9hFG3r9arhEWUgDWr4M5UN/Wc3ekHA9bdV3/Fu6pr76Rn3z3/kOUJuW8jhOI+X8sVHPbQGxKQ
GMit5tIeZPHSizzbHZ67HX71Wf0UuRkQ2pDXef6+/g4mlVdNPeDdcRM8nDkmeS9Poe+qIWC/sPf0
epJbG3D7euFr9BK9jFYWxqVF9gx3G8xj4ctpV84Sb8pQ3b1aV+JF9yFVKQU3qEe34bOxr71t+axv
6udotVgouyXkvN9hdfszoHqn5YSO37tVhmPqjHgy3MB/hTM3urMqXyrO/NjMjVW1DfH5/mo0I+pM
fZrOE95qcu9O+0qiYLJks70EWlQrW7D14Cmed671oVuOIc1pVbmXOYklBRtQq576dbccE1l/NbgO
gO4/YVZMZ8ViOj9S74TCtLr8dxsMwVPEUsRw8cA2OCtjbx953T82m2EBCwzBFjT1px/VT6jol7kL
rwUJfUFiMXESdyL9m08Q7FvnRzHYaHxC76Ue3ATeeesf1PXgxqvTFmJqV3qdCijupTI3MgWjQ7pW
mRL82BxDns+SlfaWaDMz79Gu0n1wVhNrHLfxwdmLnQZWqRmdZpfK9pv2FBKX9yhZ7jrepKCp8xRM
Sg1XfJbKLEzjOp13lSu5YMK6gKN0Hlza64l1TdwiQ0gESsBY/GFcVzcf83qfICPbtCwvO/jYi+Af
JaE3JydkBORZVpnF48lxWcY0tH+uXOvltLp49KZPRdGTiiKEniM/jC75KGf43HrZDkKjt9PrPLCI
NvmUQ5jaTsEo9fWIGm9hIhocUbtmTA02Nq/2wKqaq2t/5WMEpKNBiJ27FsoDRzi1rslTvesUroyC
YKnsABiD0uRUYeR9qwuBMuW2+9FY6R7Q1251GO2A40mTxTxt9LUPbooYupowF8L9xPnaR39T7DCF
c5g2d8Hn2qNNml3fU+bb0/K2cuCVnbWb9JNZeoMLV307szaNl+7SHQSu/7AGeK17pmCpoEm3HaNF
Gc7zT9W8osZ5WBpHeTblFu9Gt3QNO4rJvAdhtaDkTNkncZN0ytbcDj+tN4sBW/EcjpDVZCH3XrB3
LUvQ8FJqOrMC/eStDKh86Bfdsl3Dpov9P62CQz2zluludIsxFxrImNljEzKq9Pvz/mupgsqDHd7A
dID4ZgMOpkvhGKcXTzW0Ti1S0OjY1PwIqHfslEvk7p720XE0i9AY7P9RJnS1oaJLxdYr4M0ji1d3
6qrtq++1o/fk+NSZ/s+SPdosGVmgRZbmMkErUy2lwHRR/nNb42d7C2w89oLDW7fcB3sRzh8f2d2o
jZDRBI9BB9PSFM4s66wgO0HsuIU88U/vqZ+0ev1aeMqyeJYuc+CWVvn2vAi3ZxJNaWlMxaz3DhPr
BDSEpQLMJ25wcwEGKYNPbetwM2w0lL5XF6wsjyh9Kju557ivZQmbWzS2nNZgT20vSzL2reP2L/Xs
tPn/yIPGeyZehGtJQkgCKGBf6TGrsvaAxX9vX61VjEO1n+s/5ffTrljoPAL47uXl8WG+b9sYh/Ku
dlNIfrAzgOa2rBBy0ON51xKTGk++V/6xNoGr/ZZnNUgjEzLvniB9dGNXFLSeopH3fV9JSqNR8XPS
rN2fN8GcU1wyJy0//RMD41zJEk5QAUImKoYabVmNj6HR72pNQ/tEEHvPY14LEQ6vNYxSSQAkfLvz
o+kkrF8aBHiPN25KjHBWRll1IyPMuG8Jtfd2Axr8jC7uiQt+1/9cL2eMU64S4vKSqzxYtyoPu+2+
OmpPwfxMpapd6p+jiXn5qSUJEWStdqo1QOL99oYMtXblwZeMtk+d0OSaBJ8a4eNsnuNVfOoY7wfz
0Sz3rj9TtsXnx8d0rz7OjNVf+i341ASuzLMSsKjSY9hmF81DnhfCFcHbv1QIwRKfTwNIS6NyA9f/
PNakRrvPoqbM4HgK74zT1YIE/3k+K5U5MkripUeflqz075fdmKQCpuiBrO8N56Xz69/toiXkplrr
K3UVInR8cpUpzGTusAHBz/Un7NHbGJiwPKBaZI1StQ0tgNgzbWUgIKf6ReWZsNslK5oZnjXvZ00X
QOcxG/79IxdtXnz4EHjH49TW3gmAbmQLR1gBrJkxGKFun77kB3WePA0zMLnd1kWw4YJeO88W6XJq
b0dL8WjFwoHWVqHlas+Kh2eefcHLpXgPDc5zduh3JkGm9jpxmHdqbNfLFCs9FcB2qpGyTGu2Vbzg
KV/s14d5vqsOH1e/Jvb0jk25kSWY/Hig/1mPWVwzhzOWhC15jmfNypi4fPfioBs5gtV3+j4Cj5c1
fQE8/KvsSrQFDOv1bxp9Z1+/qgvQNiH3Q12nWtX0O6envDX5mBad/mKbZxUlter0BZupN7usKD8m
abKcOLA7PlpV6F7SmVZg2k0fv+HKB0T0/SjapRqv/H+eXZJt/lTvxlf6yeaK++v5S5bgBED41oBZ
HmW5byXYcAb09RjZjaUn3mQ9R5pMsu4pJL2qY6O0Q7+fLKyviS5l0yiluo3NihHIuSR/tbI/pjUJ
OnFPkCrTGkvXpDbCqt1uZJM1SabEurrVly2ZPK+YFNfWL3THztUFtUZPxoVPHN49o3ItU1ickegw
wKTIVPb+MXtpPp3W8lzzXiFMcsv56VO6y17rnTbvVo8F3zvIa7nCQZKKnCWYhtQtKKMQNiwq4/dj
AffCVeaC/tpNwY3DGBNYeoIECSzGEQ/Z8vz8SfahZjnPT+2uapdl/qM5Sevc+GwXXgkF8FT/+T37
cv0NgnsHQFM51UwYbGXX3yRPP5J5MJe3o38CvBMz2nk8Y0C7SbfJ1M2/10tzs37BXbRqA6lcq6lb
CGPnya5da88KI83trJ2lMzCEL5650Oali7l7ndj6KaUSfIau5CpDBKOn+rH9ATDt7PVluTzwMNAv
P3SzqVeoe68j1yt9s75XBig7o0hwy5B6ueZy8H4Us/231FuDiYJzNPHM5ZhPP3WzX/92k98+7Up0
WINMrVzYZMiceKeVZsN6/7o8jFWQ7/AnUbw9TpUNJnTqrVB/JVIvVavn+XQ0tx0i4wXAolTbpzKI
94BO4JCCtjFiADBqpIlIh1YpRfBEGaP+wCQRP7eL/WIfzX7/LuflHKqm74H7Z0JvRjcoxhrXIgU3
qdXgoEcBu8lbLe0V501BmafelC/mKncnX7TumqCrBQrmFkK0ugkLFhiGVKQX29fg7WqoX+Sfxkby
cu/x6qbEjX9/dW6qLllRFiHOSM6zQd7p53hCwps3f7R/glF12hjWCf9/tVF39Xk0P7uc13gD0lXp
/oGHaELm3avOFKsD3ZrOcIFg4SRKLOAGmOr29CWAl7D18s+03RbaHArhv7V/Y7St4nwVpj0tdPIt
lbraP6VzjKhq0+B4OdfVaqjKPwls2bu/LYRObAaSZZ0GNkcEubSLGPQQxw6P+/nfc3jj59/8sqDb
sgRUPTy44VGaKe5EGCse/LsfF1TZguxqZNoNj5foM/Ora0PfS1+YMDpVneukw0LT10bymoe7E1C9
arkNVPmpN93SdhaP908IYd4+xKDcRxMOeJmOLqiDrGRVFYcVPfN6vAqjFJLkss7dXCNaSiLN/dvS
RrADhv0VwHcZZbq9UhLQPOlJV+NjAZOdYQM3ELaeHM6HqR7DO8vSLdswwT5zgOAUde9SQGDTlLTn
2zakd0O3gorsR2wnrhWoE2sS7e64hQajzACBYXYBgx6/5UrPjSzV7Sjp42MUh4c+/5oNS7n90KTL
tv9hVF4mm7NY2cOFMBuGlH/qJQjtkMutTvFvU0oPj7dYnJH6z+cQi9I06ozAa0Jufcoa5VLJbXK8
wIe6jKoYnmfH6eAW68KNEzunl763FKiLA8ONlbM9Z/YDhtbW6J7YytANjCqbyjjGc72yc+M3wZlL
jKwz/C2DF3a7RZaTA0Lf68nR79LXM3N1ic0DHyiK6iuAFND8QU8zKzsL5mo5nPkhFFCTrSBCvfft
Gxif4E4rtAUwsXn7DZfeSMM6LdPj2QTFyN7FCZOFy1Bfn611paKGUrqCznvCCI4rE1YO1wQ5Fpx6
I0icYEUS2AjtvOU0zE6fQRIJ2fafJsznjw9dcFXj2iwSEAbDafSwDXFtbRjIpVFE6TFSwBkqTnIz
O7cwoj2Wck/TGanHnjORxhiiOH6XxxYsJnaXHiFSddVwUcLlCELL+mQsNaZDoXliJJ1ubAjjlDry
SvupTX8x6MnMJtmRtM38KVRh8RX3PyunvcgcXQy5v3CqZmjkhl+r6TENU4C47HV7Ln/C7wpb0c8i
b92Lz8MiLE7a7/Lk1cllwnze23ie8ZANJARDR8JlAy0fXqVzmB1P/cWeK/3lsjACpZgwMXesGc1a
XGZg25g1Eq90HOs8cGV1dsza1NWKaH0ZXocs/iBl/2g9RJBQH4NmANbp7SWBZymD+8xkO0/nRSWt
oTCfUKJ7F4LHAXjlDEZy8Ny3EiJl6DQ1irJjeQb0voJF0u8b2nGl0xRMm1irfdMNRsHA19MBEmC8
8VZUkg7FuSny0/GylKPQBd0iuax68+hHL0ziS5fXQv77t92meMPTrkZthcnNW4nMpA1ZBhvTMaEk
NosaqGcdSVvL6sfHN1FIKcaV4W6AaeN9hwqOqBC5cw4uZz0+HXXttV5rlStLJ9f5WDfPcflSAvH5
WNwYBAhG7EacUHXzS5gB0svpdJQNyC+sC8wdTV7/BmcS/LvWKUE3C6YG7O7oPDLJY4hUmfkXcR9N
HuN9ZUBmrPweIPc2dGAohmN0UiYulxAQv+3l2AXKVJ1tg2QpREC572eSnlYnUHXcOnYWCo0nH0MZ
osFsJmvpxFa+wVaIe6kqvOgyowhCiTik6J8YLw8hLDzG6RA8a5Eezf06acESPEH1M9jVsguggwR5
Q5mXuaovilJVXVojIZsIgInVW7l1z4aaA4urVeDIyTRRFDrPl3Furou+l+e+7ISe2pkG2JXx+UnO
KmXlwJLllgFktCeT2e0Se7WInP5Ck9QlWZcxHDdVERkwxETqx1QZLNdnU2al3GHEg/D0khRKuiyz
npyrMT91UlFDUqSGm6RM842ahvK+GgAQL6ymmYge7h0Q2Cocjg7uMogLt5eqVPE2/OX5eNGzbKn5
ymlBzN+7hhXHUGinyqItrfIjPLNTei++LL3pxshQwNT9iCgvRsfh4EDersvnYwN+qq64NFUu7WHd
RcfeWCZl7BXy6O5ycPaa9eM7d0//aU0mTEYuZUxRLSV7sIs6Ph8724bv+VMb5UdrtMkT6n/PlFzL
ERyoylvt2fDD8xEqIi35eNpDEw0JyBcbZvW+/VFPldju2ZJreeP3XEXLdQERKaTj52MZfbPbF+iC
Zs4moWCRoz2Pt/COqwF6GGCjERSYPwmKcwZsK6pt53Qs1EiHoDJSvcC2d5curX8/lnR3E8HHYEbf
pNPZFA1km53TU8ai9Pb53BsgdMKvFIfbuvmpy/Lnc7qvnIkUUhzTfNPNcZadp3ZCMcrdtxspOS2B
ZythIENPydcBtFx2+R2S7E6FyCyN50G2so1kYZ/dsx968FxDsmisSKZBSN9AZEyUrUZeDeWknG7M
tp9BOw9r9OvjrRHLuv/7nUDO0opKS4Am7E0d2k4Yw3x6hJoI9FdXNWdnODQTHjTldfWlgnakmYXl
TJ41Hx6LvncqI+/F/5Os3u6Q1QyQflO8OZ5q280Hc1HliTdUyVKyOxrOirlchJ/o4p64Ufc03FB1
xtCJ2eB3ETTcLjIgteL8fLRPiVcB7xye/kTOTzN9jZ2Xxyu8ZxqvRInhZ5OPZHQqe2uU8InrbeTq
StptbbPPXW2AWMUywIgCPWUKuG9ijWLZBapnOE6rMza5P30YzGYGJkxe5F4ffUmTX48XefcYNQz/
mLUx+S7sJw9IzQAP3PkY+hC7F/vzcBySvWzHc9WB3hrStinyBRFc9E1nwd5nyB5eDOBGBMtBpqXm
ZpPkAIhbDPPUxepkZNlM0QrdTcP+8uS0BpPkySAtw37oV9AwnxeFc7rMOm04LXoz+jXA1exVhV6v
bKVNVyc/b1cqLt5XIL58vEH3XIVJ/YEoRgGmSpxDbOHpVu0eLwXFfAsKX5atbeDPvOAMSlcflsXi
sbx7dnVMt5ir0FXKOcKNbu0hTwcpy4/9Yt27Uz1g460UA6TrXxdu7ZCmvTYSkh5hsVoA2JtkX1Nj
7ft76B1iddmcv7d24OX20raOj9clNgu8HTvgWQqYRyoBtoi90eQn58IlgqNkyOd+8kTd4kOtOcCh
2PNCbT40ya9c88x+05cvRdrMnMOQPl0MZq4si2i/ewrlpZSs6rTbtGAX+fkmiOFItiYMzLtbr6vg
oasgFNGiB/qEdmvX5CE2z2Es5UfTujwpFXga/tZunytZXhXn+BW0+smXzruHAvwUZVayQopdtyJD
va8cR+7ZmTZol2HZk/SnCp2j0PO6cammG6jGjVmvAgddG8Zlp8aXbBlpjeM1AKpN6cioYe90BGNA
Fy1A5rb4Sq43hdIkUp4f9TyYA01VQWoQrE/MxEru8AISGUDqu+TnhHrcqSDZYF/Kqo4bG+HTbzeB
CtmlHuxTfpQjZSG1s3OlbIJf0H/P7MD4XeZ95ha9/S05LUbGeskOtl3XQQM+4P2lL8EQzvUiWOXS
n0qDfLWtZo+/756dBPVNp9uFagiAjrefB/MkIJl9kx+7vPtGpOq4UuVfoDXL6rUKVe1MS0bUU6g8
51JznsRmeqeV5KScBNBdNBdAWjRajevAzuZl1j4V+VEBSiibFX1GzTG2g+arQ77z3BWmT9dhOQBy
z31atW2h95A5a9W6jmOGsgAf4rVXr4LP+anppBkK1T73qp53MKMmxlzKtOTr4x27G9/beGr0GoAQ
Qxst69U3m7EcFLkuo0fqZXM2+rVZ0Il9Iuztgnn2QTOfQt8dSt3thsvEJb5XnaBmpIHvDtETU/7C
lVJSaM+TXmW/viRPKQ1JNt2u8JBOaMX/sca/5Ajus076xIod5JjZH8vfhrbp+tJLmn8dStu9VOGc
OSTFrnbOVKT/3k1wS+jlNcifNLZXqI0VaVWc6DXMj5HtpjAKW+EvkLImTnBKiOCL7D51/oe07+qN
HNe6/UUClCm9KlWVQ9ly6PQidFQOpLJ+/V3ynG9OiSUU0efOPLgBA94iubm541rIX+O1UMN4AY38
Wxs9xiBtHFjjZRkw69+1r8R4yOFvFhn4s+GESgJPfHUGtsYI0eHaLw1nHGQg/EFSg0Z6N494DvUi
0MrhbZCLk2CZ16YHkSDIApEDBKopLvdWUQHFKw8TK2mozImb69QpaoBQKOYpLR8S8DtKZHap/KkW
tQde+3lbuevvLy6InORjo2iQa5r3C7ublINuHzLiaplATffOEVlBEBADhxMIb5zxKmvNkqq4omFr
2Iidkj5yVxZJt+ziv8XyxTOPRa2cZzBWMFkfae6LRbFJ6iPVZDSsYvaAPq/HpsPUiVI4Eig+kTA8
Npl0r0b1CcWSZ8FBrm8zryxAEQY6o42YFFnC7YbSaJnpBNLN0I5NFM0bOBpETtDzUGYOqHfdic61
15pgF8/atvCrKQXfwzy2p7plzanpgAh2+4uuzTY2A+YHaPYIXZEH235QBGtnzKNMQ61SXyUzezGH
CvtPftbGfKr06kgm0Z1dz5LfgzWjt8JmIF7mvWtDHaKiG2saDm3mAwEKk5DNaR5DpNFVOnsjXGsU
YlxQsnrVDCT0aBGseU/ZUP1e07TwaWS+AU7rgZmL6hOUzezhWRbAIS5MeA6zkItnp9CLUYoLUeun
XOha1pX1ApAcrLVevk0Tet/iP/FY/Ikb5W4hzGXa+JCaIMAFCfuUl/ftoLtxQuC/yIfZOE7ghLl9
3ntrR6EIbEUIp2Tche0H9Tm1aU4KGrIFFA2YA0UldmhEDuOqxvwRW9radwt3ccXL3krJAX8+9cj1
hGY0HNpGBTG7/RvDT0cF3Le3F7TzkNrI0Sl4THGggCLgHjidylo69TYLrUjyqdy48mCFRYfmpRLZ
uWWQ3upawmQQzR/NJLgtfMf263CJgZGqmRg15gNwVB1qstgVC+3orTZ/zkTgoezsI3I88urlIgWI
uGS7j40qV5O89CyUC09SC8deHtXiMdYE78uOUmzEcEYg0fu+MRSIYV80T3/u327v0u6fV9CO+ZGK
Q7l8uwoGRuF+6RcWFtroyoU/5wN8kL9XbJRX0deKG70C5HEq14INvmjoxMIF/Nk0Sd0MJfhRhCe3
c+AbKZyy0T62lLmHFObpjsAs7R72f1fAV3XkdOhMnAQLs3IISCGBweUPVb9byf+iVBdyeJ8pllNa
jJCzdCcrAhNczBw7OzS5yM7u9CLgSUHRXwUjDWw9n7qXqj4bs1rF1SzQ/ZAgwwxemKF0UinQET7P
Ty2wNaoDvM/kfQAJ6W2129/P/0rn1K5Iq3ykBaTPgInVNKQYzRlxl+SBf11wdOuxc/bOwDMK3G0N
ERjy9VsNryY9jeq2aKF8phxoVCoOkjpMR1BfwfdVGoelquzlyA0+mko8+bcXuv71K+mA0EEHCp5T
me9AaQiplVqt2nBmL9HMAnC1O8tcC6Ts1NrRXgDOEl2Fv4umhvVdv3jLJKVqe9Vs2pCmCqiM6RDU
mhroMrk31D6wY+mhKY9zQk+22XvZogWGIR1vr3TvPcU3oNYO3hn4K1cAJqSSOsVibVgZ8VcwmBkR
QfFT9me7QKv3fY+ES1NJnjGqjkrAfEQVTC4u2jFhcTAYb0oiSsbs7j0CHLisJkYm+a7LBPRY9RT3
bQgE2QW0o0ORgN9RkPDYcdI+oqj/E8LtfFzPpSYpQxsCK/Mwm0CFnc8a+27FL4p8UkTNU6IlcS4C
SMFVqUDPXih1jaONfe7MZliqtejS7N3PNTb8v1WttvZCn7RCljL44m3YRY5evdnW4nTql0pohtbX
6+p6oP6PUpBmgYmBe90GudGTfpaxHvDZdL3qx8mJRoXTKro/G4Jbsr+o/wrjnqG0rI3SiCGsMv/Y
9tfYekfVWkPy+PZF2DM4a7Fax2QTeNp4tZtoDadhmruQIj6Sq5+D8WVAq+A4HeT8TY3v8/rLbYHX
t39tsFwTJSunH8BVuHA+1YZFNWKphteOLt+x8lqDOtROnAWvh3zEIE5PDwZ6SQ102vSCGPtKJVfh
Joi20L9FAOvCP1kz0HRzYKCHhf0Ohy5jmE4b1L/dU+RVwXSBWWu4kxp4Erf6GHezIS+miYRF/zKd
4lNvBiQ6KNK9BlLcRNS5urOkjTTOkyhyqc9n2WjQpxcqoH0cdbThqoso2NoVgwgESL4gLAeZxnZR
pLKjLLKtJqQS8jBkNKlbEHo3xTKI6EDS8zxqme4nCDSPpVXVB1VSJd8qei1gc3eP1xKY46qBuYe1
2n5bpXY/Dd1ka9SPfjzeY7Op1ebJEDVh4ur5L7a8mZ3gRK9u/nqiFxK4PZ6LDOyUGSRgrsrNmyoA
tfOpMJwRAGpaLFjOdaZtK43333pqxKxvIa1oEpQP5JOeAdDQst28th7lenAYsotdljiwDpQox9u7
eeWZctK5g5a6cSm6hTShIUW1k5hL5KYEaOW3pax3YGNLIQWtWyj+wPSAtXQ90wubbcHJsYYIa7TK
w9IcM+M4SCMAgIHwlRLB6e1uKJ55dS2rowrHJwq0Zs7Au5TT0JjNO5bQX4S90lHxwT+QgRaaKH47
j91ac/Nppoa3V3odV65LBa0UXg11paTgno0KnMJKybChCeBn1PqP3uterXdviVGHUyY9DkS/S8b4
xVxGwSZfvSEfklFlQKCOrheehXOp61Ix8piGHZUPXdUG0nfW2odBTU+317h3A9FUoyCAVmQbI/vb
08wSNhcLQyJELhhAbKmluQn4dr0Y1UTBmq7VE3cLYCAE5RMDyOnqVtTQz4Nu1QoNi6VY3IlQE15F
pwsWJJKibaXUlWQMXWrScFI9IMpRIQ3Heou2+o/05Ir4Dlw1NB19dDtc6L9UFCbeN0LD5K3tM6cG
Ud1YHFL7aU40F4SBEw2s8lxIn24f1AeL1JVcKCLmpvBq2DyM+dTpJFPaFLEMU9Erk8DtNSY4TKnc
SIe8UFRUo83MLfJ8BI2XRUCTbM1HDEbAOxiKdzTuSg7Snc2LpieTzyr5banA6To3fe2O8lgGGGwP
aCTDK9LBJqfHyWM+r0w2iBT9MdKHIGUWxtGIxASKsdrg65XhgqPgal73zixAWba0IkEKRWN+xhIf
zGFB3XnDM/J/fTfmjtoP/u3tvLZiOEWwXfwj8wpIX4tGG4ofs1D6XL7n3+xPvVMiZhDYrz1lREEe
UJZgCYU7xvkTBoYccqtskPZYbLS2ywsGQxeZCmKDj4wdv4GgpgNrDfpNEBetn3GpkhWrC/RisFA1
7uOk+DzNwAarHAXdNkgeHbom80zJdjIyejKYtOJ4OSdL5nTgRLDSn5q5UmorTlm7DbK9OZjaxxOm
Cg5SQ7/c3vVrs4aqNTwQuI9oi7nqWs21skFpv2Rhmb8u0338HmnPhSJAnbh+8iEEHgnKJJYK08m5
qWhXmBbbQkZOjZ5pB1LFdHD7RL9DxtmzEwH60LX9hDCA1WhAWFRMQK1st76K7GqZcob0HEFjU06P
chbBtYoEirQrBmVCcE2sxR++OJJ0uKBqK7OwS60WgAxWioKPJh/VWTgcvrt9K/QPwVFZSNhtV8S0
iKEMobCwVUH7KXvgtU+A/1/En+NOsHl7Fx8VH7C2WqArw9jCVlSaUhpnM2Fhn0q/SrSGxYicR0dm
aO1QkCmXm88yFTWT7gpF8QdDSOicxsTYVmi91DFGHJATIv0hiqb7bEid9E2pXQ0+TEkOef/rttJf
9xIhV4KX9T8STT5ukhe5VqXKhEICfr+QvM+aqwdzkHsDcLxr4JQwp/PZQXu1XNGw+N5hXorm1DMa
za4pFwmHCVa4V8Om3xOl8xpGS4eUY+WXsWYJCly7IkGFiCwRTBFcxe3+MkLjKlvzM2Dt0v0CJrxT
MJNxAKyU4N3Y8c/gG4JXHgBZCG2grFtRemorKBsiKTJP31I42+BUDdTc9BTjlFhGQOUXmxkioXs2
fSVJgu8H+wKXZiu0iVtkPNOkDQ3Fq7/R9/p9fs+eohO4HPzJnb+okkeG020V2pWJvjdQ2xggOeVl
WonaaUpN2xBdF2i2AVyeiDln71aYMJnAW16ppj5i/4snpGRxXenK1MLVfcmqb1N7LDAbYSe+Umng
A65cQA74txe19wSbIJBFeQhJM1VbFelCpCXloFljGvJmsXFHvmR1f1BeCpt5JNY+IWQUHJxIHPcW
t3HRkyjS21BuZycagX5E1UDOq+9Me1TU+wZ5jP9hfSitovyHIY2rjqkironUN0qLqpSxBLEFjOMm
sfJDXoGN0R6nzq871MWiPF4EdnXvtYCHuCZqUFtFcM3tLNOy1jRN7Gzbrw5p0gYxyUqvjrvCu73I
Pc1ch65UA9xawIrXtqKGhE4zi9IuLOaa+t0IUBQS49W4LWXPb7iUsn7FhapoyqLksp11oVlETpoZ
vp68xPG7TkXMzbuCViZQ9HYRWJb19xeCzG4w7C7qu5DJgM6REk8b3lPlc2eLBO3sm4pyyDowhl54
NJVtBaWNDXp4kgyhWmaLL+d9dSZRnP910gz8zOhiNEzYDHQjcwZyKKIxiYeiC2Hn39EDFC5JGshG
crh9PDv6hqTcOgQHpEJQRXFKANZnm2kN6cIhrRyU1R3smqYMgvu087CgBxiTtjaInuHn8ouR9Wi2
07IPEzNRXamvMrB3t39AwUGCEkOID81otgKjsbuy/1BgIdrjuZHzrFQVKiWQmf7okietPEvpp9ub
t6NyeERQ2wVSt7k28m81YW7MdrLQ8Ba2MgphxWiontSgf7TPieG1aEkTbOOO5mlo8kC4j2os6PC4
bUT7kD2ridGHVWvTYO7M5SQ3terfXtXeYeEOgRQFvTaoW3MqYUQLicx87JElWsCLyB7qxXC1F4U2
gVVUL7eF7aSJ1iExmLSP7kxMi233sG0GOYlTYwztUgE4S1caQBViaohpTOMoIZ51E2qPvkklNSjk
VL0bVHMIWF6rAkO1t2zUpDDhDOcHV4JbNtUz1LlJNoZKZ1YHXUJfPFMmz+yqN9XMn2aot0BDd7Ly
aLFDLg6j3pgpU/npNbtt2tYGP0xoLineTnSoekxJ08BucoCcDU197rtK9uBbSGe8N819GdtIWcgY
GpGJlAs+Z8eP2HwN9/RISCZNw2gO4dSBx1Gro84fTFtyk9KuvCnX0ru+0TDH17f9nTLEos6inUce
XUVwJtBvjWEtPoEPYIu0LstyDMFldCDM+kbax6403aX7s9DlmESyJjjx3QVfSOQMOQYx7dhCpyvG
j9tDPXyl73nEgAao5SDOIw9z8vm2ru+YC6RdMX2NrCAqvfyDW2PioIrMegoX+7tShaM9ORF4P6xZ
sK4dywdsYmQfV2Cr65k7gOQYBsvsKcwWGvS0cFCVu6uUL7dXsyMFpVzwyqKlHLlBPq610HfHCnWc
Q2aQB03CrHGsF77UtbbAHu1YPby2+krsi5lSRH5bCyGPXbxUQ7+E2WBKd3NNWo82KhU4XtdS1kYH
G9qHVxc/OTtEzXGmdm8MoZTWaNBkYNsW3K/rDYMEVIIRvGI0BbmM7TpoEksxSOTGsJ2pb1NMRhCS
uRIV8VfsmNRVEHwgbQ1cYc+2gnK4pYMydWMoz48SqN1pXZ/NJXtZC33At1++VsnvaPzZj6ngfbpW
cFSp1jgECDVInPHxo54Wqh4V7RROP1PbH9D11HuKCDh2bxvXaSITqW8cmMHdWi0eEgVjtVPIZuqV
FnhcB3AqW39ua/eOOqz89UBjwI01r8jY20FSSRy3SyjHT00DmMLlx20B1+YOqoBJFfx1oq1hxvaQ
lGHImFnFcshIPfpNJuvIoZjTM7r7vKqUAe2jojdgGo1S8OLuCQaJjI3oDV13eHi2gklrKEW+pDJa
/S2HzYE5OeYiuZPspgN6E4pOcH13zgv1X5wU5mGR6eQnwFIrykd9SJaQTiAIHo9mPgAQ7XB7N68f
bySj0A6KQV/E2rCw20XlSFHBJpRLWM/Hsv2RaLqby09rSt+oBaJ2lFxHbg1un7YSHRlcXmZuqmnU
bLZgUsMKpmJ4WUbTGzvjQKTldHtVO0qoA24e6WdsoKnrnEuCfDCzUnmQw6EswLDWgzmeMSqiN9g5
INTnMCaNO4ug/mr+lRSAurcnOYzL0a2KcImpSzLBrq3qvM1zrx3wYGqGzpsEtWzugFImdZGkySEt
/Xl5knLLTePCTfSDpg1uV0a+Kn+/vXs7B2Wgix6Xd+17QmZnKxK94FGeG5Ic9pORBFlb5q6UjYuT
m/TU5bYsOKwdFURJFaxXBB0IML/cvYoUquvUpEpYnplRuZSQIFLuLfQzTZUI6WNPFsB4VAMmELkC
vikGUNN200amEiITn6YAGJ5SN82Tp0a9H19v7+I1bsyKBo4M+crlhmIuT+mlzUqfsaJVw0bSD9H0
mEixX4zMMVlxaOQfM8CN4xgAMUqgV/VjMUS+nFT+MjanPlHOTTwEcmR/vv1ROzbs8pt46q/ewPBs
PTVqmDepv6TeFAWSedfph9J67/VO8HDvJCvX9Bqya0ga4nT5Gc0psRaUdXM5lMxjAeC1SHtLWeHN
NCDlOZfeUeTFpGZwe407lx/PgwIc2RVBAN7PVn3TmuljRyol7Mo5cUYyTBiZjTTBvdzRpI2U9RJd
ZE1IqQ8EhJ5KuK6rNjC5pQBIny1urM6OlgkA3/akIaGOfVQR+WDmbCutRMoryemghK1SOqxx1egR
Y8FT55WtQEN2Lv8aVwFEH4lXeEHc7qlG3shRrCthyohvZEPuJDQDGKmOFtYKeOa3z2pHH9cxKVgb
cB9oV0O14BOvRmOOlNAeWy8CDz3wOjLjTRm+KVL8KI3hbXE7gSP8R8wUgQoOk0vwuLb7ODKSF1WB
rgkVCTU6vC31H63q3EqZT4bhT7UUWNGPvs4f7Nx+GKJJoDQ7ZZHVf0UiF48tPGb+ychIV5hWTHH/
yl9zFn+eVSugpXySOvOuIZozow0pZ9oBnlOQKfL3dgJpsjmcaB0SIr2nQfLQvGDi/Pa28MDPeP7x
WQbsPe7N6mhzPlVfDCWlBMmDumOeVkCm/sysUBmDwvqaZYmP1L+FQlX+u7edGKMTDG3axfvQLE4r
/05H/SHDjFlkiz5sz4Dgw9Dki9ZCGwBN3HkV6GyI0TKG/ULwMrPYyeLZy8DIQUjvg9/SmXUAvBTz
oe11wVntmBFwL6H9Bj4f3HK+11ChY6F31qiGfW/YziANYLfUJFGVY++6YSALoFAAe1mHSDmFHA2l
QvuSGur00zRmntEuSGVoQVSJ0NJ2TMj699EYjt6wa1vcZqmWWFqphtWieXkZe+h2AdRP7KQA32ks
/7ZK7UuDl2ypcJkR7G7XVcaTBrwTHFyZWSSgBsKaGKOwwTRJljMhZfFHGpPq7z2JlU4VlQfAYK+d
91uhqWnmCSGziqaKT0ZFPLRH+730OHb9waxEWZ9riA9cGhzZ6j6v8Q4PRaKzpO/iyFRDRVr8el5g
IyXHjDV/kWcPQApuZDZHMz3H6Xe7ye768VejHEcNECTzKLjAe1qExMhK+Yjbi06A7cInc1Tooi5q
aM0nu/08Dm8ZeZ2r4+0z3ZUCelL0ASEaATbQVooyzKAP6yQ1lLPiWRmmR42V9cGwuh+RbYqaVa57
3rG962QTIPdQl7ga2ZrNrKxzWKywbJH5Zgc7D9ARHgBb/W6S29c4famGn43td73uLLbsq0XnFSXB
v4lHqGhSc2ftuKH6Gk3ISA1onCFaqnGqsqrQw7o82NMIkKDSMaY34Fjd3uPr4RH0iV0K4jY5jgyt
KqYcgvR7aUSHSpx7cy91mJN80Kr8dbZegGvClFOl2j6aHz+VrSTAA1+feC7kwIg2HA28y4hu+MAz
I8PSAE5BD5cqiv20q4djlDHZrXWME9xe7o6RvRTFN48qLE9lmk16WNbygzQVbzlQFG+L2Du5dTYF
/X5o30TcudXaVAcqapnqeihXnfHSqijxlmMtnaZpHgNdXAXYk4cjRCYJUSHmSzl5VVlIxojbEw5z
5TOj80zy3hi6F3eCQtfe3l0KWj/kwgNVejnPYA+wdxQIMVXqjJbAXdpTBFx19ErCwmGIYP2CCwlW
z4phUlsjRDGIJs82Qdu0oHFp75qjAPBfGdx2zXPbELlkBgRM/ty4SXuypfxeidpglk8NQPGzpTnb
hddPzyCru+vZU9O/j3LAMPTy95py+SnchsqzNaQluifwQhZ+rbbuuqmp3fi26NXf3Vg8UnDkgUaN
Prntxs5GOyNmxMYWBbDAKgBBvatCjrg1buav8Up6jMQO3nsAX2+F2CalAAAgRhiVHYirc6WFn9kY
SG0SNngA4I4fVGV4GfSSFOh2T09ahJGUuifNg6UnojGDvWuBah8uIepv+MHlMQy70upqiIxw6g9V
fz+0D8a7UGFFQrh3EMh10UwBdxjWqu6Q5T5Knosoc/+387tYDJeySHv02MmDbYQsb5wy+6YDMXGQ
BN7MrpJcCOGSWMiklWnOsGNmeVCnY5q8DLkgrNwzIZeHwl3wuo+rOGFYB/aq1X+O1l9PROM1w4kb
KFUCaEThn5LIRouNbDMzTOyfTFnQDvp10XpErX/++uqikPJh3gGcidTwVtcjgGUNqV5BTgLoqraq
ap/YEfPrPKWPGB0TrWsvubNmS1GLwqgnOvk4DSBN27FMTs1wlL+qbe7o5EzG+6qtzkUSuybAcPPZ
fE7NQ2Y6pUGOVnca3vUceEl+JQJ53tF6GxDcH96JbKDpdrv4Xq+XrALmWxgheivrF4lFHmFnexbN
euyoy0YQd7161lsNvG6oC2DzUXkFnPffux5QFCRt0EOETDtfQs9RwJeXaD1HdXKaDGl19JxFL/+D
slwI4bTeWPtJk5iaIVMfZvJAyntAp4x/PV0OMGH01CBji6o4OlI4KUBI7qyo6c31+qJM7+D+Arvc
ub2UvZIVmgAQhciouKCle43DLp7ooekSY0auI6RFNj+MRvQuAb/MGyiavUhRycDQtwEziGipOSmD
ZR3yJQfYOHqy8uD2p+yYK8SVKtpV8NSsjabbL9HQrTvXQ0FCxX4nxuJoZkCFhbJdIUiGowVSXgGM
1t9fLHdOx2mkpCNIuZ+A96Sp91H7fHsde7cJAwf/iuDX0cdNrtQQYWvIsCXK97750heYfVEELewi
QdzRJUoyYZiGklBjX/PE8pbhPe7DoReVgUVyeD9AijDV0feQ056W0Xgt4/ncpOnvQRY4pKLD4UIX
o7KKgUU1gcZjtHVy2sRykuTP7eMRCOH9iHQci0ipGxJmMkrNGD8e0rsy8m4LWbdk6zoh94kCMAIg
lHCgzls1I30XmcVsIy0Joi0fdk91zXwGDVG92G6KqY0kjZNjYnWifOi6RReCCeJZsNkgAPwPTwl3
VnlfI3Sg4CnREPktrmmAMRUArvLP/hfazG4vktOLK1nccckmA4pmZYHbagZvzgtwyyKBc89tIy+B
xwlp2xjAAClW0/TupDoznslfFhKImFYXTVULNo6H5jRQEzNIQlY2zLR02sdFdhrk4WN3Pqoiihc+
K/nPulQgB6HfFF48D7GrAawRTWqZ9lhmUTAkDxrz7KEKoqXGsMUvwHNacudpTRncPjA+N3All1NL
sx0ru7QgF7PIywMG4svYRewnBxb+B+H10/hZmIFdHZkrjfygr0A9EMUU3guVx6JR8kR7HGe/PI7A
bNLBudb+pKWrg8nk0f4qErl7lDogc4GMhZwv36fQZpTpfZZrjzb1rMKRda8Cqvyv+S17x3yEYEtX
l+VqeYiRUKZDXzuoJLY3vU5bTP1WjfbY/4lfyuNwlM7aefqUv+WBLprs3F3Yv7JAybGVNaIVB5mB
CltpOErtKG+m5sRv8a/as37cXhaXff1HUS4kcY6aFKMpiIyQZFmuMQTtz+lPA/Q0VaSQnDG+krMq
z8VznOvMVPNVjuTIj0C2zoD/7ABtfXDz5/nI3tsf5DQSx3y/vTzRRnI62TI5shat1B6BXJWllU+1
3+XiddaJJg9Sdk/rz/9/8jhXLgHscRMVWCa6myIAqjQBYU7+nL2wO0ngfYiWxl1xObULCkx77Ohr
/pKDRzqqnPptlh0RrolI0Po6XBxdJA2yEnf1x5qsT8pnTEqmqSOFSuwKO4+u34G1V3PNvQHLCUVF
TvGTccmLNc/4OAGSOstlpygaX22eipQ6Ev2VxiKs3h1LCVASJI9RfkcPA+HLDznNGksZ6ujRSHpH
Yp1PQZJSKcQZ596rcO9IBQz/wZGy3FHYcx9L3gyAToF1ub4e26/grkcjZX1cL2X0SNTfc36oqydK
DrdVUySCuwpotsoHaS6ix15Xg6w42ePdqIuoC3eFwCGWcX4oifGNhKjLzXCVhuixxXTl0Dx39KEX
Ibtf6yNm7/AfWhUxiwAwq60+6sYsKcWyJGcrvzO+KE+N5svZr9Z+KkCS1DJBnLne2K3Z30rjDORc
swVjckpyjrXYdvuywpBvCwSt24fzUQLaikFLH0oGiAOBPHdFYZOMSZk1JM3O3VKdyvo11Z0icuvC
AVWXlzWfMIIE1MHctxeHgWBBo05CGifFOGo2NH6Goko0i4Dar92+7TdxS6dqI3X5GGfnTLfvaPWq
jfYpLsIBuU7B6lfd41eP6YiPvvB1eowzMUUPwil9zLOzlXYeJUC4rV3wXD3FIJMPZSc5qwiwftuG
wIR+dEtycgG8hZ45gLAi8cT3L2lL2nZy3RdngP8fZrf0HfJSeVkQH2Jf8SS/9SxvHUBkhxJstYmT
HsCR43XBu/LLEiTYPhJPt76FMwELBngyaxiKc6GCZeQZYK1pB8wmbXDWJKjyQ8krt/qlGQeUSUGg
MBzmzgElV9tiEudLlzr5t7T0rP5ekvyROkb2uaheS1AfZJkTPzHqZfRpNpzim8ZOee5a8mfw6AnO
8fquABzmI3+Hdrq1K2R7M7Mln1XKzOJMi/qXpdRwjKbX26pybWC2IjidTBpwTHQFKc4xQLzr4TSZ
KPYLwu2dN2ErhDsKnQyxWbQQIh+Mn/1h6Rw58zHpqz0uvm24feeojT+LnD7R0jgDrQ2pMaszpBqS
l8v3beqrqiDM4pNAcMNgZDByAkQZjNQgbt2ekDzGsRG1bX2WgHrfkmeFveo5sHXS3KlmDzjydsaA
/gLet14g+trR3ErmDi4ap15b6q4+l9brN61mwNBxV/UFENltDdmJubaSuNNrMctRNXFfnxtwMYFw
Hdj0GRD1UPQ6dI9gIBBhXO6uDFOh64AJbPcHEcmFf9QAvCqzOzSAl/pXCbCaA5GgH19pZTupKmrN
3rHJOlykf4VxllKe9DJVSoytNP3gZtmT1n8n9YGNoj4Bvv/pH00hwJJCWzHSG7xJJhldWN7jvJKR
uq1yMpM7OO2kAxxi9qhEr5P5zNDxtV5CgSXcP0C08azdXgi2+BY2e6l6pZZofY6WE0skr3wHDCur
D137TuRnFj1MmeAh4JP062pRdFgn3lHNRrTObStp82a0ErM5p9+XoHr+Ibnjs645hm/B7qv34JQG
Rogn8qz3Xv2N2FW1LlRHblOrnzPSnOf+u/67HFQ3Ae6a1Pqo1C/10Rz96KeaHXTrcXyac0B7We40
fSWDb5qxf/va8OQOV1vAJZS6Ke70xtSas3SUXS3IgvxdPaWH6d728wLMX2AuXtzISXzmZM7ozEDH
lV3Lrz/rIqB+vvft6lNWD/BiW5a5iWe5wWlkpyWg53pxkONyq+Pgyl/sR/qQHf8cK1d6BqPg6fYu
XMcf0APgx6yQRgCTkLlNyFSKJH1VNee6qd3ZQHSK0ghYxTIVyaHGibVZYK12BQIYFwWvtdudr+9i
Hi1ONFlpzq3xBdgWrjw+ZlHsZea5rUenFKHd75gP9KQg1gHyB4rJfPsPJYsUzb3anNHwes6j6iBF
1KkRG/e2yKNdnxLOn0GXJtqaUcRFjoYv6C2aXCopS+n5Wwsgh/yA5IzzHj+pgqGiPR/uUg6f5o1N
LVGWDHKGoHjr3pYvAGRzsidAHXvDvQ4nDs7cYxJYHiYV3O+zE78mvnUsg+rQ/4hf7dNfNhV/KC9s
JsBc13FVDH1vlVc2qwzGq6Rn1mRuXWfuKBq73XGzMBMB8Bb0dKD3hkeNVZs+m9D7Q89tWir3E7ES
PyO96Fn7gDLhDxAdcpicQVkKrUyrv3JxC+26GRRGO3puTqpLHS3Ij7Kv+8b95DygcHlc/OKlcd9H
jxzeC1eU29tf5H+lcxa5tqW6qdQe0q2W+aBJUJ5BETwLrB7fmvdxWpeL5E5LN8aS9QyLVO+qN+lL
ekR4JzuZd1Bc/cEKUkBYfRUUP3ZXBs619brjWvB4RKzCqEmbz/ScLyApLO/tXNTIpIhEcEdnxAa1
QGxBz/ZRvct+zqB/+Wp6zG8fFD+6N3/EXvnjtuHcfUHRMPrvqrjzWgAWmtYYuzsnJ+On9gUb+inz
2I/qPj3NK4Vd9mIF4NLw7DeB4D07A2Qn7OSKgIkJgq2apnGWtomN+29UtQOqTySLIk/uDvahih8V
RAlWJuKb3fNQkHI2geuwkrQCTWkr06hQsMqRfj53nu6qfvBcnJlzJ+Ln299TFGxx+TDtB2iorZhi
6jHPM4/0DArLQ34sAsmHJwTKlfZhpULp77Vfo5M4fzJJ8CrtRUBopv5X8scGXNx9VlZzqSyQbDxN
HjtNjvFS3OtPi/sdDBD3RHCG63ZtLA0w4tcpwH8wh5D/267TaIBc2lYwmUBdql1Gkv5oGnPhM0Ri
3m114dHAMPe8lcW98Emk2BmIQum5nN7K7Nfv+VuC4ShP6u5nG5Rl+lOLUkkTRpVXdo7RPWXf8HP+
waY7FF1P7RwUYoZ00fq5cx5ZHyvUwjeZ2pcp9hRySpRXKflKl8RFCT4/DTlIRby4dKX5ADRFogS3
d+U6LtzsCpJ32xMAIciEqQt8QTf+iY5R9KecQQjwtGij1y6BQT7VyyeFiurN67luzn3NumDEAmi5
cEWu8CO0Ru7Swez7szWWfmOGg3Knksotptrp4l+3l3i1xwZAMfAsr6gvmOviB4xSovX0/3H2Xb2R
I0uzv4gAvXmtItlWlGu5eSFGGg29Lfpff4PaD+d0V/M2sQfCDnZ3ACXLZWVlRkZUul57VZa+l0ng
5qVMWdu+3jYzuzluSOgnBBwZegR4DPL8h/mg9Rq05WqPjYFTKM+RVm76AiWxNb7IpfGcG+L8bcIw
tVkLQ6DEOKGngpqZdTepxcq0LYwHscacHANJyjV9t6GyUsvqCOMpvXKAhGb4YpRuYa2VmBe2AjbC
TK+koMXnyotLkQq+o36svfFVTYlK64dKdVrLvb06C5N2YYU7/KXed2ahTrVniDll8QM625Azvm3j
+izNbUPAtSCdCOot9FBfnqUmTktAwWLmSbow3hVdpeRkkgCkxLvGLmJNpwnzE1p2SUUtOajIwITE
6ZpkrQq8NKc6Dhj6Jec/+CYHMevqvtSUyhONjqSaCpXvrwRdML4R2aq1lsS99qwYN64MdEvOLa5A
UV+OO87jXk7NoPYmaGcFX0Ulo8ZtKzIKbahBK32xFcqHtAhfhtK1foFyYNNk9ih5objV5I6iFqEb
LSlKdJvfWyBAXVkXvnUJuYz5+5CeBJEMikx8m05SJ10u9mbltbW1bfKc6l8h0JiK8kvax4wmp9Ig
obIVxH2aRK6p7MrhjoXGxvSdUb2rLYjgvN7eKuq1swD3EFKlcwMDGIi4ndK2U9IMpoEYd6zeKgv6
2om6Emwu7HgDLWRzrQTNrFclckUBdijvq8YrpcmWI5Av6ujOXXESCxsNBI+QioLKCzTrr0KwlhnV
lLDGK5K9NP2tLAvaYhaVoaBrKOlKdnbBI10Y485wWgSSDrrAxtOgzya392H51ZXfkf7r9tpcPczR
3WbN1xK6KNGWxEMlUWEZujosWk9vPoVZjxAkV1IgE02+k8UXDaWY2/aun1t4DMxSOdAnRUUCG+Ly
+Ch9UCqq3rdeaG6UJkb9IQDnKntvGpkolscgKEkiwxm/ipN4SHbFyeperGSPnerpgORub3/O9b5B
JxaIl8A+CTAuulkuvybN0lFI1aj1svyh0b/N7BgbxcqJXLKB9CI6zICPRS2P2/6hCl7WDOq1Xh2j
2BHc5wXyTN2/zTtjCHO+A4uIMh1Sp5cDKXNRZ3Fbtt7kNngf5CRQncgn8tpz+Xq/XNqZB3sWMYN2
R2NqAzvmiOyZ6JjxJs42EI8y19R3r73GbAlnGm9zwFB+NtKZpVDp1RLFotZrFT2kjTTcy3mx5s0X
hoNUtjSzHYJ45ooWn1WgwZUlrfNy200oUs1kjd9/3s+XkZJ6YYFb/VavrDjUYAEQF7eiBY12pvu4
li//0XbhzSCVPHOZAIaNDsPLdYkMq6hbJe68VM3u+hM4aNy02Vl1RcPoJQsfJ4A2xSHbjczfp5Mz
ol16UF2mq7RVnOAUlk4PdGd6V+RUqZ6LqDjqU+paBRHWwMYL64ruNWPWj0CrIOj1Lr/UHFsJj5Oq
83yTCbsm7SKnY+P37XPNd9HgFvxpQ/yPFe6WLut6qMuRdV423bUBzWfBZtzP6u/wQc0Gqt0HfV4R
q3gYxPy1/AtFMDDwBXK64l8WBquBZA29/ih4Q7WC+4yu0P3SzNnoxdA7tzoosq8M9Cfc4BYeFuBT
EVFCwo7Ha3W50otl1o1ISOTwoO/JU3xqX4dj88BottHtlAQP0YMZ2uHksJ1M/ujO7ameT/zVByBo
FqE4hNZW3r0J0IZMBCaPHstRu89CKhWHlDX2bSvX1yEEuEEENHMS4+rl9er0tICC3uCPnpQPWz1G
zaI3aJ6/yWsJuetiBVKAAG3PXB/6TC4wL+mZ3+mbXBdBSDV5I53sYaccyufAkaFw3du5Mx5GEj0E
9G+8mf5tyZezO8/zmd0oi9pcFKrJe7cf1pLU8zbj1+h8TPPsnv1uVY4bOa7xuy2ibj67A6iOiEYf
E3cNdboQHV/O3hxDnVkaa0MAgyIsjfQz28R2cWfu1F2+nTbsndm/2XbcCK7uIStNelrbvlOsnLiF
A4GwHIQmqDag3QAO5vILJnMy8qovZA/tjAnNjYj4whs6U4j6Dehy1lIUL6nh9yR9KuTXmrlFHUKp
ub+PfMh/IklZ6tO2K47T6MjmSihwfd0AgyXOFDlg151Vuy+/rQ4zgH8DSfUmcOTRYpJUe5L1cJsO
JWRB1EwH+YgIbqNY0Te3z8+yZcTIIM1ESzSfe4JAITK0SF56NTAmPbAXuZkRcdgEUBR9j0xpZcdd
+z0wxoEZGVpYaDu/4tdGf1AsTHGselGt32lC6TZCtBLxLESSUA4VkU5DQD53VHFbTRqNDDVFS/Wa
0CkfYigLN7sJ+smb7Dv1smPpyQIBS1l/rDNbUd0mAbLtQXIjW6Ldaibx2j9dfgy366Ctk2eJb6re
+ChWtNIPkkoNRGFg0xl2rN2abladptcBSKdmK7tWu7u9vtdJVMjAA1aFKhRI5kGewLmtwqz6EWx0
qlepAgCfVAFhycE38pcylone7tPwTm73ibnXJDQCmtRM3Vj7jNun/vP2l1xXqn6+BBc8JFWRruaz
xoJWGRVI4jTP+DJToL6J2jwlwb1Aowctus80MBBssuquOsj7cK968aN+X+/Tp+lbAnUTkd8kYwvo
lbVVTFrijKxcJNfxGLqCINGHwiAu5au+9aRmclHG+Lqx+WoheNpYj5ny96/a2XUl4Fn+dns2rmsU
mI1ze1xgJqhwRnoGe0O3Mfb90bP2Pnn57T3/WRnYj+78pZOHpVkgB8Qg8LE8yivIUhAvg6fKU+5B
1W8y0jwMoJx+ipxEc/WaQAYTXV3DE/B9dUGCQ/VqSa58131Mv4zuTnAn1ZEbdzIeNX2bCwMtA+jp
uMImUtd4j69Dhssv5WLiJqmbztAzDSCZjuhVT6Zpr6kPKzN/fenBCrIhKGDM/AQ855kcSkNgsF7z
/JEm9UQsFa+Ip0jW0MSETpmQqCpIBND2tRYRXYNK5jWfleZ+WJdQIL1085bGoNQndJoXVV/aQfDt
XLJzZoMhQRm3TXQPKgfSik9TtDLkxXk9s8v5gJk3qNVYo8HzvdbRKceKl//T2oF1CYQi5hx0cuF7
Db2QMQGPr9dGjTcZybYzm42iDSsJndl5X23mMzPcTYliYahbw6B5WqpttD7VqTGWX5BhclOry5wo
bdfI6xZuyPmiQs4caycjsX25aFIGLUBghDQvLT+S+hA1Lku0pxr3Si9E23AQnNv7c2mEkOqUkUdE
PuRKy73QweUxBbrmgUiDqMGbJveb2H/Ooa8Iiff/4T6eAbdIwSF4Bkf75eCyqB4iEUzQHjqtdCKA
EsQpchDC3B7SQvQHUCuSjnhKw8PiBXZpJmwFrc11WfV0CL3mZk+15ClLX1UIYoqqo2OjDI4lksHp
Oyc3JhScktytrF3TQoPGtZSPGGCrRtRImzmrCYXFgAG6ftCcwSMZ3TTcJGhtNLVQhlC9PE73TWUS
P8ugsE16NGiEukyMEA9DX6C+7xd0+p1mYLBhm0yiinIKrG2pvVkq8Z+tmHTtMY3WUmPXRXq4DWhk
g1liJsuGzMvl7NXj1Cg9mlU9aayJplCZkb5mW99uS/LbtwGNbrWn6KEXTHsUX9haF9fihjwzz03P
AFkhBdsdwemQVaQBKY8TxZDOYgEayDCbwEZYaPm7vWVml8SfcyDP0VEIUk+gNbm4SSwbozdGXFq+
zNgGCa7YVsFS5N628tNre2VGA2coei10wOo5d2KU4E5NegWx4gkRvuOo5Mmix6eAuL8s4n5tInIn
0h3+0/AEmzrOcf/mfJPfx98vz+2BjuRPSPbbZ2dz/NhuH7fb99Pfx+fXgtgHO/DeD3ufHh7XIFNL
y4Fmyv98MndJlmbfNWzEbm2mhg7xizEeeqNyO+leAlzj9vwsRinnxrgby8+CiZmjqnoKIPZlvQfg
UTZe1NyVPiEIpqpO9qLszWNcHnxzrf4/b+tba8PdWqjsKCzOsTZK+qEiednXdrsW9fHCacgHgevm
bDa5sxX4Ylk2g6F6h/eCDC5A8ETE+74g8ibdGaQispM4AzFtgz4ERG727IjnsWFr9toTeSkAnYnJ
kdxE1gb8npenPFFbRUkT3DPB+KsYtt18Twekme4jdhA1t87XNGKXjhhqIj8UnwBy8HFh1ZiVUEeA
2kHXjWhooQpXagg/bwt+BZGkhe+S8MK4YvgBoiAHjCvVPXcHBZzdaSLfOnTRvwzHoN++/f0Q0crW
iRMDxfG8NXbp+yvIosj49GetEW72Ube+hPNh5jio8tTNY9UOo+crPV5gvwCEWLnofhbplh3uomN6
EI65gRFnZNxn5P3dIp/3n4xYpD6+f7qnnWl/ZzQAItCiD1/9e058UhIkmAcqu79D0tDEfTwUTnt4
bam28nVLBwpaMzNVFWhukAK93GFTFZp5BKIFr/MV0o77TtkW2ZoQx+JMnxnhZkDQmtoKZaZ7A3yF
CYSlZJI2Ikbx+7ZrWty9Z3a4C4IZyBY3DQbTBkNOW4OhUaRKxpX4aHnKZhkWXEToGJi/4ixtBbGx
3Jq6QfdAY4WHwrEbt5KyliRYijAhfYlKA2IkkDBzHr3Pii4I81z3RhOQyVf0JJQvxoBOUSQnis/b
07a4PGe2OIcui76m1nGme4F1mL7E2C6rmkpsLWhecmbWDAFFug23N88lJnVtX+thpXtlSfpY2TEm
Uki/28PwiGBqQDHRsp5uj2zhXsQ64Xk7S+4Bf8DtbqikxEGZKrpnaeN4MKUQikORtJlK/Y4hS0Sr
KVqxuLAFDcTOgLqCuWTGE19uDmtUjSwQ4FSUWnqTYmR4Ona6PaiF5bowwWUJjKiQc7GFP5ESFWS5
94KKtMnkZllh3za0sNEN9BvgESDO//Cg2nSKgiaRYKiq/gAZEqJbfhxWegnXbMx/f3aYpkY0AqOG
jSb5hbG0xlYaVuDQi/OFZObMpoRF5dHHlj5C0GjE9h5SPSfdNJ50HU98VWDg9UIbx+1JW9py0CAA
cA9S6yKeDpcDkoM8KxjI2T1BLkKnCwuFSJOZEJ+FaJ3KonDTFuHKAf5hnuauGKSJDQN0ZeiVxHJd
Gm1LP2ylTMQQ3YzcGcQgr/HmtbZ7p0C4ApFweh+Qb8PZPD08fDyY9hMZ3ZwcJSrbtCcy2f7tyVrs
sjgRZ9/ETUQmAFQIrgfsHqs5NdFg0sRsc7tCIUa1RtJppUpuT/3SXjqfBflyFuIaGnzohtM9E42Z
9VMs79JopRFn0QTciQ4IxNyayW3XPh8yCKNKuqdO933wPKGNqjdXzveSCwHA7D82OKdlBawWokaF
n5z6r0FqvoSCObdn6kc6+WrDnNngbuRGEesWmXy0VOzH/Stz8KamDfYOXtP4SUj9fjBpu39XSO0i
CD59F1SYN1aCrYXmhYI+fe+ecHx2OhqCIqqSiBrUD8mAf62dZBe/6ohh3jrKXCKSrWY//i/bSweH
GJIiILtCA9jlYndMHQeosmCxtQAijkGqQzCyeC9HfSe3cnavo2dqxR8uORLkTCHyBuDfLIl1aRJx
eiL1Rmp4mvEypju8gAoI3MvFGjnu0iZDXklHfIG+foMv02ZjO/ZQZDIQxqCFQQT3n512qL73zOxX
jszSIf2vKRRLL4eU5lpdaZqA/czq51jtXtVBfjMiqQEX76jRsB069/bW+8nr8FsP5W1wAyF1NjPN
X5oMUhM2o8zw3ht7BlLDVyGdY6c0xjsL3V40vWdEIJ3b2KbT03fZkQhS0lsUA25/yeI0g99xlhYH
7Rbf2JRrWjWkam14lrAX9EdR/LYQ+9y2sTi/gKXoaOFGJMfrrQhGoo0ddB29CvrJFDWwB1bghGka
csrKw7Smd7E4JAgwoeYNKmdkXC/nFuCCSY78xvDULCYa+tEK83czvdwek7x4DlCxAbewAhglz8Nu
jKEqRGNreLU/Qn730Ddo8NxK49+heYAaeGe6lonmSPGh0pGhUzdVS1P/kE8Ql95GwtMAWnzUOcgg
BGT0+7sgBHlSarP2QVyDHl93JWjoN8IhAuwUgD90jV1OCDQza1Y3o+H5YQaouOKGzaHHQy/YQWZW
k6iO9gzKZGtze4qW1gG0hignzBhAtA1cmq17xQRrh2J4Ug+xYANCh4KQZxsfycaVyuZPZYI/Tuem
OKdU9+gTEGKYamnnDvjRUCwfaUGQrkCLElBkT/lusDM8NytyjzBgIAkNjp0zoXcxJQ/B5jtwyDHC
LJDQouH+8bGl1v8Q5RmAfQDRCayNyF+bSKDnWgoGES+a9BOCoJNeGxX1B1lcOW8/4dXVdCDYB1k7
0KPgDryc+XBKy3TMLPho3FTpLiGdLbmjw8g9ylhbyb6PyHdHvlJyLHYlMQlIIlD1lRz4OoKB394G
P++LW1/Dn8cqL8MywNek+kjU1rbex+KP0G+0ZuPnBz3z4pBRRUfOzkJ/zqcgAX5fkJrtxsJRe5l2
0+CCZIlIFWDZwsFSdsAtgx79MLKtEh/MGM9pKMQ3CVFA+xHusyEibXLPWpcJ0LrE65fqJhG9SEcF
K2N2r/ug9dpp5Uj1bm2wmNlbY53DmrNIXoiHZpgGA16hQ7NhBF6hNaDAkt9BqRj16vlNh2TnpQWW
JCXOeGB6xvDQTDJJo5Op5LRoV66opYwNmrZAnD6DhwDA4M4UihZBFOZYNjCC4gS9g5PJNhAboSZH
cCuBFsNC759OsZme/GPgfH+Z5OtLJTqpcLAah4pfc/gzEtN5TGxkIogd07UCykKGAJSXEHeYlU10
Redeml0lN4YSxqanBL/F8Xc+MDCa/a7y35ZWOaqZObf38jUZB1zpuT3u2RlXQ6U0JewZ5qcY3PmK
W6VbsKp5BsRVw7IiwDKAXF1NbesQxT21Bugw7EIEhfr42MgJeGgGmkqOMirYgAe8zamPrGn2zCo7
lT5GiU5+QDOBlNVT2r2a3XPiE21Ktomw1lmxeC3M8zY3cQATYnE7aWj7Iqi0zPTSnTl8+ODUA3+2
tVO3XXKYVG9YqbUupcyNc3u8VzIS3Qor2Ouahk5F9qZZb2IbUv1eK2hgPZYmPDXIEabI0ZNH0BdC
AHol0rvuIMf6nX8D74tCEBXM3Qje4N+LIfXzZwNiOxHoTSXbsjbo/pDVR0QwVDHcKaNhPziG+FuM
6qc63JahT6TVrt2FjNAsygNqJJSLZiLWywPdiKFYRwm2VI/195QKGaDiqyypru/TYFvFKx5qoQ1l
rrOjhIroHXq2MreFK1bmQhGUppdpaIt0tAcN2DMvGD4qaIExAt1KVqykA5YKiec2+Ro4ZK5KSPMU
mHYgoEHh44Z02AoOyHvIg0necvgJ0KHZUBj30IhtZyu18eu2xXnZ/ztmPh8B+mYWstm+NrgN0w9d
CeW9rKNoY9PZJhwZbdi9EqOd+KDKkA9eawxdioDP7XNbvx2CuNF62K+scq8I76ZCDXEnKuifDMOV
Pb64nxD5gv4d9UFUFy73U6yCztf0axzrUSJgj6IWs1NEpLFxEPQHWQGv9FqxaNmVnNnkrr1UKZVa
AXDXUxRH3fRGRg1MLgrBQD4QvXkrXyT/721XvBRdovaO5+FMGYzS0OUwTS2uFMHsTS/SRLvJ30Wg
cYrkdNvI4rohVysjdsZTVObGNdatpBa1aXhxnNFI3vp9ahu+06iMCsFK/8rPy5mPHfBqAdARFNxz
Y9bliHShA16dwRGg+9uOd/FOpOhEJBOBxBuqRAE5WbiHQ7BAoQo32QL5RBVsqx8fimNvf8wYKZ9k
u+NLT/6kNEcoB3IUVFFk9+XP7VlZ3GF4yyHxgIm5ei+Hgi6zvIcj18LcM33s4DE5JK2NV4ibjMOv
pK5IkL/fNrp006MiCZQx4KBAZHDhiCgVLerhMGoyBaq6iEaO2aa1QL1WICaRVp53i7vrzBq3FlVT
J3GlYUPrcIml/KnKf0a81m4PafENiXgC7Y0WaEXQUnS54qOVJbkshHD9wmvWMpLqnx3btf0pCN7T
Zps2pAWwT4xwG93FuZdJ20EzQP5RAAvyGVt340wU0IKGaiydWinfmqDZ1NGmNDdlv739rQsnARHC
LG6LaFAGJvfyUxNVmcJ+xPQHbCT68KH6T+gcJEn/UMdrhFcLvQizaDyaMmZQGNq+59U5i6ITyxgL
CwKcXopAH3FJtQ3DzWRsx1ol8RACo0ymJrETJOkgaDrhf8qgBD5p/crxX/RrMzYQnGXgjYfw6OWH
BNLUVKXQmZ4UOKHmFMUme2prqiGxEAIaLT2xtet5aZufW+SiAYgCBlBLm91ahLd6MAkfQZ44EARH
j9dXnfTvPUKS20u7ZpI7Wa1ftHE6wuSYJM6kIq5vTkN6X6BLOUh7RxW0FU+3ZnD++7PlzTC8iXXD
bHDv7zMWHRP/TxU8GZFu51G3vT28JW+FihueS8AOzJSel9a0VlZYjQyOl+lIftQHydz2UNkCihEE
uuZ7K6wEWIu5PXRgzyxqc9PeTxx8Nry+7nOgJ4BTkwGRMfcDXk3BtnxQXDAHkl+qUxF9P9ckJHJK
QJ7UkROjk4Gnr5OnK0s77xbuSjGRooLq3dzfCsKWy7FLQTeCcR/5YWxkxwg+5ZJtG8MkRb/GzbTk
H84tcWuaCmUKrg1YSv1fjViT+S0kma2dJsiOCStLujgsFeKL6N7D5c/PMGSoAyhKhoaH4hMiqNhV
5YAwvaCSuJYb/gE6XU3hT4sG8CcoaXIuICk7iPJWkTGjT6J4h0aAydjpxddkd8JHMjhJWNrJSyuQ
5nOUjhGD8qFMAYdpd8pwGvWNnKxVJJe8EvQWAX1DLglOmcdmVYlV50KG5HHWZyh6vtTSk2o6of6r
FLKdUTwoQfGqKG+3j9HiAp8Z5ULYBLUFfchhtIPPFYZvIBftpvhu0SeC+uXKzTifyatJx4WIgitu
fGSOL/etKCh6HrUwJkaZTNMUCEIhrdY4Pxa30ZkV7nS0U5SKs1CZF0n7MUMlDtWgDl3wPURWxjXA
xNK7C7wwuNfAswUaTD4t3SsgA8TVjTTYeyPan1NAFB+kO/HRfApe0xWE0eLQMHU4I3jhQxPgcgIn
qYrTPGZI68cfZgMnrn4y9iYLa6CWpYXSEZEBODP3Ql8FyEaUKl02Gt5gnqLJM5s//37XzQjbn3gY
kuncOGqj8xt0RxgeuJiJVn0MIIGw8tcKWrK99vu2rdlF8ZsOfTbzdKEV56olvlL6OI7R5oaOUGeS
a1LIz+mEGswjQ/p6zTMvpdcAHf2PNZ4TFfWQVAZ+2vByZu6U4k4swCwVf9TCTsp/hyDV8mmtwbOF
6SFOQ7usJXD8TPshrR1LRvyTvA2spyLbmeGrMUAY2br3+8ewcDqfCmC7H5Dkjg5JtZfE3dwGPLE9
eCd24Do3OxzcJ7QIgx2E5AI6R/IjSKzbkQjZkxFERB7t2zO7cAVfjJXLNIH62Y9AfmF4TA6f+mZj
6gIFJB6dVAe0/PS7RlorOS3tSwh4os8TqUv4ES5c7RE9Kgmqpl5mxDSGiI0plLvbg1o6YhBuQMMc
TjUSKfOgz655y2/bETSVhpcUqkq6VIZMvAIiADFDRqkMAmPl0lPm18DV/oQiPequ6IYz+ZqhIYZJ
BlkRw7t714gNrAugmK9zhv/9191nbH8WSM6+48+AoCRN57y+ip+NntLu5fbQF1o+EaCjZwqPMRSe
wet9OfYQtNRKL+NT1MFRWpIZdqYfknCrtztx2nVDQnuvYWD63kOQnEwh3i0uYnewJDZr9B3cqYUU
21wcxrTgKYr7kKdHUGtZSiEgKj2rNUDpz328ERsVzfwBgXCXLWX/EnzL2+O7sdEEHieNxiQQne6Y
gbYY0OtP/1YHhxsUn+TPpCLyxwiDknvLaVWagN7bF9dWcXaeZxvqaiicc8XLc4z7GlbER/YboJTN
k/+n3n7FXpXQtSZ27rTMtpAoAC0hNg6grXyPWwZRmtY3Rem5qGvtaPm+9OQXmvgZDnVsB/0qhfey
vbm3At0LYAvkXI4aK2YTVrDXGZsR1IQF+Pvk3B2FtWPJR2P/N7L/WuJmsbfEou6FSXoOCkdPd5Ul
kTy/Ayq/+mBgYUclsl+jMub86T8mUZJB5w2oJK8aOeeW76FQRum5zKd+J9Zl+tTVee7iTtOdphWn
Jy2GpDXJVHXYBuhTWHF9fCzzzwfMSeuZNgvEPlxQLAdh3CDBLD1nr/GfipHhhK6c9+xBPDZevsZa
OP8ybpvOPGD/McY5GwHANb2AtWcWlYdMrJ20Seg4Ns6KU1uzw4WDqJcWpVLATt/pthYG921lgiV6
2lfKvmwkmrQq0TINb8c0vy/BeQ8FNPi3ZJMEsi2N3eb29ywu8tmwZ8d3dr9koSIFYa9h2MF0CtS9
VEx3EaihRkk5RKlKWS46QrwKilqZbO5Wi5Mo16FMhElIW7fRA9f3IxtZKrfp1jg2V+b752CdDXAQ
itgyemyiRkKHtTq9G8ybVGPtguCT//xm5XvIuy7uzfmR8SxmfzPjvavTfQvs9SQVDlCkpEqFbYgr
Q9QntxBwZRoqpLrWtNNXVvOnA/JssGhw7Iqgw+YSMsgz9NreHGpPjfWD1nS2VrW7FIFdo6zNMd9Z
+X+DR18/Xoy4sXneuaBKVMGIBLiKj6EhgDR1ZKL7bpM/QkCrJ93H7U37//EM/7XHHVY8y/UKPe5Y
1NDcliMioUhxAKanA0paOMR0goAB5CzpoIiUWZG7Yn9xU6F1wwDCAtGZxXljy0q0pupM6Tlve2KM
MRj2YioqnTcxnXYWUAfjRNsRzEjTUWUQw46h/R1tdQGta2vKxItrfvYtXHq3BmxxkGJsPCV1ezGm
TCWSbYzo6ugnlL6SlQLr4pU3Z7rAVj6jrLihi4FQpUzHUo+o5Sm0n1xJhUbECpCYr+X9s6POzHCj
YpKJ5L+Bx1GeshpFUqhLdGXdAFshxqAJaEu07NG4ZxZhLPZppg0lYU3ZOwooFWwGTNBeZoMPJQFh
cDp5/IiMoToYFnh2sjabn15IaBt4HtgRUzsvyMp4d3uTcI+DnxGgqWDmlADnPwigLj1rH1gAEqqB
jNp6dd/UxXPQmmutC0v7EOhVUPYAIAv6CC7+iMy47Qwpxizp47iNlMDYmQwkpoZfrHFkLDo4ZKgR
5Vgq0IQ83L7oRxBVRKX8bCTKryTWXR19zLInK4C/Wc8J1P9S8TeA6zRNUO8dCrD7FP+SshPlVTxM
8HKeO0LQiMnTaRlDOfmRwdhJ1EoidilVI9/2lb+lHtiB/HR7Aa9ifkgqIDGECAioRZALzwt85kyF
SBhVSUBPQZeUz0IlP0ZD4QZl05ISzw9hQioHjH7iyoXMt5vOY4RTAWoTORzDQtrj0mxQCf2UKQM7
sWl0zabblOmxTh5x0ASQoTbje50eS/EUNE4ndZt+1srcqJBvvz14/h348xkAMYLiC42ZkLjjPgP8
wqjEmBY7TdHLdJ8rFHinFFwJLQATRIVgTSA4Rn5s/xaAFpaHSHczyWkfyxIljH0zbsUeCJ1Q2kTo
dUqOPhLRGaTRD1JKWuGePa9hlH8ABRfx2yyAIUOQEnw9WKwfGPbZaoVGpbCk8tmp3Bmf2TfYqyhA
Ms6EPt3mAN0GR8F9xLa127j9tj2C1Pu5PzT2dC964zZ2bs8ejwD5Z/bOvoZzX0KhJoIZYfbkTetU
DqOtA+kKingdF6NPvr4hq0T+BvbK630OHvlJwLsdT2WwzYJnlg8u26kKrFxsTlJkD8hUt0AYa5j6
Ah4TvnNlkFyqYB4kYJ4GGgyRLMCm5bZIxcbebxrs1Lgrt0Zen/Lkw6rLTRI2myYIjkUi2ZCvAiqp
/9sI36351qfSyj69Dj3mjwDXDN57YLkDyPnyuMR+I3dCqbNTYnW00OudUsWPwaNW2LEq07GxC2Bf
Kwvgw6oHqF6U3ldmYcFNoAcFkFcUfuZaDDfnfpRHIhr7mpMav/l9Q/riOw7knZLlpEXhwCjvyyTc
Da+s3vXlXQm0TR02lCm2FrxHEphYZXUFqMpjoH4WBtJkoBye+/4hK3c5J0Iva22VKc1JYRKplWNR
A0iwGRCNQpiysDR7aP9Gw0aPHyoRzbVZ6SRQKL49L/O8c1sRSCPU0MEChJOpct+g93md+7ifTkFR
AaSIFnVi9vJAb1u5jgSx/OhzQ3sCbIHHkZt9kGSOoFfo2pMaUgZMW+Ik5mukeGjJTvuTX9hiYbft
nxWrc5BzOThwKQCvMRPtItrlYQKdFbeJCP7AZ3PaTpk7eiO6MQbkjrUD+m0QEQCfOAzbafU1c30L
A9f7A3TGtQRAP5/fB/QTcpqVbD7bwtbdfYJExkHATal+WHEl1xcAZ4k7WKmsNZpUw9K4KY/1LrcH
8g0MrI12LgrKFnukLpA/bgNdlHDbOdHGtHXIlUlOZAMd64qHwJ0e1npo+Z5mc2aqPR//HBGduflC
U4Dohx94boG8Huz4j7nPd/mxc2fdDeUggaY+tQv6TRo0xwCFix/RBn/XRnaNDaR9QbeTuOVmjRb2
KgjnPot7kEypIjILwPjnnkowbzgz2Eyw14CofEr0avjcdpdYYUHU48dO8SoCG4s0kH0KyNfb7xmF
w44+8Dgru52nLv7H6My+ov2D7+d2giUKfQZUufk8uT3mXNlq22kbUfAWe6Od2TXaSe5RwbD3mNfN
7ZM2j+fioIEvGVkZxCCAmKOgxZnO5aqRh6iznsPiBAXoSgDCrP6Iyrs0XuMcXVhCpHhnAUTcnXPa
63Jn9Uqnh3VcCs/RSADNG0QS6EQuEbcgH2OLa4SG85dzIzs3x1dmJimcsJUrAdDQkFTxZ8b+9dTh
TgR2CvrPcIwonF2OBx03ilTX4DEAlBiYdUbM0jWBZAJdLZWCNfz99UKBDxbbA1JCM9sl39yuCgGL
kQCBNRPSiQraYT5kaDMdxjXahEVDs7MHwhYXCx/ipOrYFXmjRCcZQN4pc7JTifxZta3WiOyu9wPm
DGzSFqjbwNnPX6Itcp+aIUTxyXhGUZqEavoDkKkEmqLTQ5SdYQ2/ef3oRX0T0tUgB1dnzAG/ZMj0
gQMtAcaoQR9Fe/ep7kf6V4CcUIb2kWADJlznAzDETYmfWc3k9lm7zjHP5i087UARCDz+T6h15ltN
tRGbQUnjk/4C3e7/x9mV7caNLMsvIlDcyVfuvYut1mK9EJJtcd93fv0NaoBzuqt5m5gzBoyBbShZ
W1ZWZmQEFIsKp7b09u2xmZ8k/O3OvzVDxcY9qsZVBMjoBeVEW0Q5aQRYJdC/Jo3bVNBLEqC42QKc
GKJRjdd+vRS6D76PlY+4S2NQY6VOR4KARYaAUXQp3n2HQRMcOkC0Fq57Qg+vYAzm0wTRr94otMJW
NDjXBOS0RMtW4pel3Xw95dR1JkUp60sEUy5rI3viZRRnAWrZxdXz4/HeBakYLjrZ0UrLAqJ8t7PQ
wSlJWdwAvYbEoJIFWq0DQAA8uttvkrW32M/bkF7ha2vUqMq2DfPeq6NL/RmbKAxagNsbHuTagFnR
ZSs1MdVWgWbDwZiMr3MDGlIJWtyhne9FvdJro9HqX5KGMh+0T4mNN5T+Dd03h0FvR6yp6GWEZMpm
TXCWbrvAPYdJQsUR9F/QabgD4QRR1FUxJ0SXzuKh3rUBJtaRtdadLM7kAKUadbJtjGJT2tBodc+t
1VuSlm+IxSe4ez9TI9sOg/YcGsxTYP8P64fbCd5hbq6Xqazb0De4LcL501pVixSnARVPU7IOuuwL
sO6mZCX3sXQ8FAEzAe1FApQ3ZY9TYhVMeWV8yWtpk02JnnsbiZH3zFqi7z6Ax6RfW6K8QdWWeNQN
sERGNPpAYbtsLU/eJSUk29BBoL2TtT6BtbFRRz+o1IJnsgJjayctCp7a4diFg9aspDBpfCm2ExCs
8+ULAh5UJQkVUISA3bJ5zEQXTgZ+dpcmFx/B6LQJwOcPuVWtFRCPTruOcXo7fmYhSP+3XvPp92PF
N8wwQdxjiKMk6iSSqQ9ElgnjiwSZe/nkgXu0PHDs1+PduThUwNaQJQOPLS4uaqgDN+DlTeL4Mljq
if9Vmuk3qF8NbhObst04KKZpBPQIK6noFbN3CYgeTE5+Djzppdm3tuDmbm20lmpO29YiVrGVDXie
E7cy2HuXjQARp3DO0yG/S3c+JInfJzE3xJeAsbyDcKxjZ/SQYmBX+A9obqx5/yDywOkDBA+i9BK1
T0mId2/hk+Qy7Wv3fSbDQqAfmpE1oaHlbD/t92/236e/f733/hSfmELr1vjHFoaK3PKMPZHgGZH4
vQ0h01SNwJhTZhfvI7OYT9aMVy/i+0wZRgkglAjYMzA0Ah12jwVbel01ZJdxK7y2H8HJ/wC+whYd
5jz+acz+2XuDYz3EBCSwRrR2RmfvcntTwTrIt5DmhdQrWIBuR4ju4SYtAz67FMawR1Vg59tvrK5o
GW765DCuvannjNgjc5RbZce4S2JRgrlN6qTuwOqpTjbqsdpJm8SIHd4oX8RjbTWmajd2+Jy9qBfP
JE77JkeacmR+JS9rkdBCRuF2CigHTNQwYgp1/iaDmAVaLUs7sESzNzgjtzxQgj/2Ffdh9a05alcX
RQdZzlyG3CHTaJPi8slBHE+Q31GrF77XkzWM1uzhHk055QGBq5cHMJlkF+IduQ7Ex+UuhLbu40HN
H00ZAbYbLAAiiovIhlLrGoLBgZcrElzq6ouwb8VammthEIALImyDODAewTQJapepeQfRhuAiyn/Q
+c9kduitQY4WDjuiflQzZ6ZLAZfy7VEYxFQdBCmPLifeEMwzp9X/Oi2Jt8W1BcqdIC2ZMV4BC6x/
zkG5rURPbHIgo52LfxTOyi+CvxP24ieYZHXUcB8v0ULq5Nr63WWBilTKcSOsCx9+qfev8V/RmnbJ
V2/4B413xsgUNmGxKV4gd7jWb7FwDWNWIQGCnqsZQkZlyoUs41u+KvHkSbUejx2ncqXmX+5BhBjI
xcMIJ8+qTnSrGoiQQoDT/fzijyBYB6UsMqIrU0ifXdoEdXaz1kNjawoT2b7/Zn5jOK/lK/eZboPn
EG8lcYs24ukbLO9P/YWs+M67RP8/xtEthZnEGOkMA9TEqlwZIxi/QPzhLdCDZ2mfmMwTDkOgrd0M
9Imjrc2n5eotHOdDWQyztXxKjKHZJ+g/87rXxxNKv8pmI4h9gd+cq8Vgabk1EnXqVLYCyeF6Fckq
X+JUH8C+u+tXcvF3L3va0Lw/r0ZT9k2aFuWUX3gNrNv+Ln9Jduy2OCrO2hW3aoqaOGkihcJNGBOz
8w7FJjlBAHkfnCOI2DyevKUVup48yl+Vagy3K8GQDBpjAa090iaKVy6rxU2H0o6AKjACIJCD3k4c
sMx87LFsfum3gokt0H0Vb+pLNOuxP4mRttpCPMcb1xcJFgrJThCnIRGJxB3NolchKCzmkOTCn7hE
68+1q5wQae747/C05pQWdt+NLWqlmolp/QAND5d4F24bzXNKq31b0/2Yf8ijAVGrFEjKAFZlGAk2
yRPvkBO3X9tyi+MAOhBNOnhLouh1u0ah18VcXJTQcfjdf/LH4IuvIFfgfT7ebnSLzvyEwxWPEjNA
0dC+pgvinBgnLK/m5SV5R1/57mxb1rDTECkePe1Ndx1wxzuPTS7MHSwq6E9BDxLquZR7SNU+bn1S
l5f07IMJ99TY2Hb/ji5mHhXy+nN7CjYb5GmpANjPmLjMGaa6EPYQJSpw5brv+ysXx8JRnTO2QE8D
vQF9Rurij/kkZbsiqC8hu4mADosDWwGQ4PFs0TEYfvr81gZF/M+LSaB2mphAVasoM2BD5AIFxwTo
/7xNVjsq7vbzrRVqKKRlsj4nsCIEz6Ad1PJhjWD6DgDyz0BAYQWyWGjfqVRALuZKGNUeTLTsFspY
hFEtiQNRA9JRT8UIOsFG73Jd9bcMr5UofmUrW2JxIkESgQ2n4FlE11zYWIpF3k/ry9A1KlD3Zaq3
Fbr8Hy/XXZH6Z5jITeDqQ/0cx+r22IpB642jD3hNxRqglodwXT7pWTfTqwMiyb2T+KObPtraCMAr
JK7sSDogm40DZTM7dojhAEh4a3xiUkD7POAzirFyRPLmSZE5cq/Q6lsZ5v3WvzVEhUwsIGyAv8v1
pclQnRZYrSuexLVr6q4qSg+H8hSMyOZSkAMEMTdqfFn1Yfjy/2a1jtydA5QSaoKhUdiO3INjuzJc
TtsG4B4UjTn77iPR/jxTET5e36VdxIHcGqTuqKDcFaqDKRfTlC2aSy2HwRkKDqoxTUG94iLvSiY/
IweiH5cIyPlV2ivL0zgFisI0KCYoW3aXng2L6JnF7kBybQODCt6cHWq+IN9UNytR1Q8A7PZuw9pe
2aZ8Z1t2aFVTYRtyfG8HFKN1NMpvpG13qi1khK1885lbqfFKDMVKzOc/jyf4ro5CD5273cNJV/Bs
6/vtBRBMC834JxEpImIXGy/RkGO3RHtwZL23UMQ4c/vhmG3Xqt53GAH6E+hj1KdDT3jMgK/oefMl
o1ts68nvTWDJb5Ggs8EseGPFpVazdsZMdtqoJm+Q7M/IlwDK7NtYk+R8H8aMkaPJvcp1iTFSFX86
nVvfzoe/4PTTwM7V5o5KrMcTuBCqIhUB7DsuJRYgN5qBXewjKQhbYEf8Qg+Lfe2bErNjnPotO6j7
tct86Tzg5pupinE/wffcrlbRsgRKRqS9kPazE6B51YfG4/Es+TSEJShcAHeDNiUqyA+jUJCHKG4v
QQ0hjaHJs02VKZVOwF+hAQJfrti7S93Pq4/UNhgUWPTasDTkrh5jOWGStMXzRdQO0bN4cJ4Baft+
PKyfWgN9zK7N0JsMNKAZE8HMaEd7bis+i7/ZnWUdWEN6qhxvb4sfmq1p5047b1Qz+jSZjesSLfhw
W+A9ngvoRHyvDP2ns/XRN82rffWgIlU9iWqLbwLZXKzsIhnQsjMJLBVVDFQTkUl00xdUtYrLJFrt
exaDU6UAIls2SmcMDKE2mxewyrHfDbupuS/V4ERQ1HujEazlv7jFbXG1StTdUKV1kzV10l64eFd3
B77QHUwIFOh1dWYk7iGd+I3ueS0yI7Oyde5suAlrPV7DHzTDo/mi9iY3dIThQAFx6VN7jG0A03Py
BbyWX+mqw6huLW7V1E37U1lMGt/vkmITkq8CXYWJrKFeApYKEBpBHy0+yJWhSsaonjvg3WNTwINZ
2PaclfY6038Xm6rX2ExjGbuKTznEIxRdjU0WwsYF6LieIoi3FLXujZKGf5igefBvDIaXvVKYk2Tx
m/B35Ic7xQemWfMHb+VS/MlmU/OARlEUDtBThUQbDZms1boLJqmtL+8fpy+AZtDQvym17Ak0O6FW
o/Q8l5+R3WcgeuGbkTH/ynX8P/6QAajoeNyaW6JtPxPnhTeJFuFqfw7MAKCrESnrf371TqbjDDxe
wqXTLuMyR24JYSnPEfq2q6o0HeQRYSGUIgj5HUrtQXiLPmXGkVQrq5qL0r5GUbW2dXCS7mZM4IBk
QSiMcJTavnweJh6yds2lFyFnXE/lhxCp7yTyD2o4rXFaLl0JMiiHkIqBXMaM/bg913xUhVkrzbhd
Ptml46UWa6MggiEjMy29R/wJgg11uZabXIokbsxSx6PkSwIBSJhVT6+qVjwJpZY8QxLkRTJ64NZ4
E/ThGrMh0EjsUfmud5kNtpqVhMpdJQD+HOWcOcE8v9awQW8H38thITAdIJsc2aJfW7G4yDeal/G5
BNs0D4CCiQfiSSjsxztr/rH0CqOjAI39wA/N3D+3ZtMxSoWKII5hxEM+U2xwa5ih5ZFdmaDmlwlK
5KQGr7mULEiLoDkMcnousDvfipkt1AwLhL/9V2f7/evjsS1kDTCnV5ap5IQEmUc1DTC4mRy12hDQ
owJHCVpU0Fa2WE5Wr3BJ+YaKX2s4jLv66M+CXhmnYg5O8LOpDQKAYw/CtkMfJ3yKvw3gU4CH597R
mzXYpTWuMSvdAQZpu9QjuZe9ylcYTHdtVoBqgHxRZwEZjPciUPB8igeJp+VWBsJOFcAXbqVwuvSy
vJ5z+k2gpp7f5TzMM7tizxxBT3Ee3uSjfBjs9kt9Cg5rabv/Z5VnhXfkp9F4TK1y5XOd5A84Od6g
pa/xuXgOrMlR9fx3gMEHWhpqzC/+8lybxNdSwzsq5uN9tpConPfZf7+AWmrCA1GQCljqgjflRPfs
Gml4JyY7kEh5nAYeytIk/Z8Vq/cFgdmqitrp3G3HKlRopjDEy/gaYRD7e9hI6GcFidwHMQXeCv0N
2rvJEzvuoUzVPgvJBdRjjMHpTbyy3rN/uPcf//0I2m3VYkICCZOvJG1vBix8dR/yud5Jxdvj8S56
qpkmBG8FBSqllCXVH1QuL0S0V0x/OZBpVI3+2MC8SndDuTJAuUKVL1o5kgmYsfbMu+iIeAjtphdp
ZcIWbznhygzlDtmpymS+ZyG69s3/Zt7jv+qLsheey1OWrwxoeV9emaJOxjRmxRTyMDW1Gvcx4Sgc
kkAvARfekf1wUHut+fV4DmnJXaQ05z5b/AbhXSC56GyjTCaIRqY4/kWoVb+AW/qVbkVx2xvDaxxp
IAO5pG9+pklr5FSLt8yVYZXKaAk1YRBWgNdMwCO82ku2+q7uygOLJ8F3aoVPsfF4pEtuZ05h4dJE
XIRNSa1jlKELNePw4mvKAx7VgVTZYvRSCS/QFHeaAUxyl6LU1EQrmVEbiCMIepXxWoDGoHxbpZ6e
xZmTZ1Zery37fPCpjXzzZdSyQ36IZ70Rjw4hcrhyJ6L7pHsKuF9ZbAjT0WOs8ldzmLZJ9PV4Su4c
Eou+OYCQZ5oOxKp0I3KlBH3TIpxy0Y+mAugvgWnXP7fjU+lVJtt76Ohfw43f52uBqYQi/bwCUIFE
Qug2fgn9WkDhvKjdgDn5o+upjDEIp6wBYqfajm+BBNrxPZiz+V5DEiwabdL+fTzq+ywYPgGwAHS+
SSzY5wg13XmhBEGoNrXbymg71phGH8lHwjVmkBOLFRldkvHWOobjJik3cmCU6RPHfE/jiNat8qTa
WfXHZzQoO7fMyoLcebT5y9CBpEIZCpcQXZWexKat0Ddau3wdGJ2wL5nvpr7043sjQUoa1+Xjmbi7
C2ZzEgShEMHDD/ycmKt3eZOnDNhB+tqV/FgXgp06hBAeeHps5P6gU1a42xXPRSVNRmmo3T79lptO
axrZUDtIchJkkMgZ2sUR52Reqpetk00vQxiunK/lBb8a53z+rsYJQmtR9NH+7LalHgWZLTONGZWZ
LjPjpp5yg4VQTFxoE0qU8a9fQ7kX4o+meQGljOkFhpdvBRmqeNETes9YP3Mez8/iIiAZiw0J5ilC
x1+zZlYoRVPtToAgtL4zeLWedJt/bwTJLjR9ASwPknrq1LWKElaN7NVupzBfdR1WTixPiY2a+hq1
w32WE8sNjQ881+fDBQj17WTXfBs0bcE2bkeaDyn0TH84TCFQyoLN+WBVFJCi2LG8k6VGzZ+79swP
W7F1wqdyF3nonkqb/ZQ8B5wVoI3gI9Qjs0c/bOqdunKTd3Yuaz14PyBPX64hNhb3yRyazQBQlgf7
9+2n50MsKVAVbtyYYXdxL5pM32ljMJ5DNLcIuaCnyhNTf3tYKFBXo9jzhXe4VkPNNgSyOIXsUGJx
7y3eJ01hJAKBLu+aBvJ9iIDpBW0keHsBp2RRj7n9RmEcozIV+8YteyNggYLLM2hkJJ7ZVVr5LP8B
hHNcuTkXrokbk5S/BBOYL0oVTAZ6lx5a4I2Y4cyPboeHSvbZr/YLzpvx5jqchzgjcVELQS8kXesK
4SCRcfJbt/1uGjTHS5p6Tr3z+NQPlYY41QnX2E8XziDYE1gweEGxaa693k7qwAOlmon94CKbMxlp
0aNfxOdivSZysEK0Oq8PNbjZuyOHjtZjdBlQUTHJ1Spgx2lwgbkyCtCSsaqv56XT+it0g4tjujJE
bWa24/yqaMjgdo0tJ4XWRNt2XGM9mr/20Wio3ajUNe7YGqPp4zc/+iq818d+6z6PhgjlerqovQcx
eCmMfBgQWY2Vna7Vg9FCWwTKnpJRTsfutVuJ9+8XCDwGswcj0CpCWwPlvwSuTWLZCwY3z8PcDsQi
3jU9GQ1lGnMg07k1Gdb7Ox/lDTTQIGGH3l9wUd7uvckTI0AyqsH1Q9lpTokAwVWvNiG2ZUwxNrwf
rXWB3y8aAAzAZswiV0jf0T3YnQCaKhTjBjdRVKRNQ7R8xxnEFlaWbv7w270xazTiYQE2bZxo+iIY
E7ENlFDERHalvKmSVLGAY+D0nhSx0VZp4QwMEztJhbdFPWbfndKOZjjIneang2+CxcnX0GLSWYDo
+aYSD4nN+9VaknnxK2f5xTmTp6A5/3b6w04M1ZIPRlcteuh8hjoB6pDtFUPprUhdYwFYmnp4tf9Y
oxa7VtVa5EbEvV2ZG34tOkKdrQBHlwY0i4oisP+RwaL274i0ZNsL8ejyAHt5L6GIbXSQ+FfCnh8v
MHf3bAHVhYCDAv5xEDlDT+p26uLEC0UhbUc3KHIrSD5IZYHSUYugGnSqnmQf7Q3KW6D0RgnodjBT
9Z5T347UHZgOCvQed7/FX1koa8rMyTGshNL37g88HD/VdKjwcSgj3H5cL8upOpb96Jaxvw9FQEHU
ctTKIEtWosulJQUaXpl1vFBMpGdByluZ65lmdCelOfpC5XBp8PJ4phdNoH8S04x6AgzdjkVmhLYW
eowlYAM8WTJWxGDItDKQhdACUwYsLC6luRGWhoaNucSWlSSObu5l4DaEX7B9mW2MSswbKO4p45sY
1p2TMUGlp+NYmxJg0Numqmo9bSJuxX8sLSDeZyDMxYsdB5N6NiRJnxdVxI6uWMsnERsnadMT6I3s
x3O74O7x8oWiJNi4UNmmIV1JImNvSGR0wz44Z2DFiKfMrKpP0Pc/NrR0LiUe0A2ooaKITsf5k1hL
XMnHE6hro79VrBoZftNQJzK4Sb2UTb1WnrkP2/CmvzJInYCm4Xxe6X0YbBu7ZyOdLX4L2SUhAG5r
nPKb71ZGuLiBJFSfwKkC1D2c/u0+nUDwmKYAKrlptGVb3uDYrSclYDRrNB/Pal/4M7aCNU7+SSbR
ps78lafU0jlBMyIoFefMEYLIW/t9xJY8uCwnFxjKSa94v7AZjg9WhnmfsIffg+IUansI4PCimnfu
1XNyrAImBfs4khdy7LCF0Y1GBYbexvBSSYueedlG0zJYuOyCUe2iLQ2IH+7A7FOjNBvGH73kRGm5
rRr++fEOu89Uzh+GvhxQebLg2rgj9OTqpspEfNjAnCTAWDheDxiTK0/sC19YofjRr+V456HSdzwm
AoAiQLPR+US9KzkBpfJZhwKnxzcZSG8BU7HJkrUXyNIhnTtyQaLJs0gbUTPOcZk6gGl5coehS9Bc
HoG9QikrTQpAoNQHfx7P40JEhuAbXE7IUGEjS/O9d7W+TVDE6tD4xGXzhth5GL8oCSPqxOebfZpF
qZ1WrGx2wrDWuLJwYmEYDKKQIUc2lo5FgD5VhBFyzC5IZrfVpbe5Xp+ybfPNtr8eD3Fh3W4sUXFI
SlKeLSIMUU2zTSmC8gPUksEor+R+lgaEYsdMhDb3U9IOQUiTSW2yfHSVQ6LjjJSv51zU+UDP19jp
l9bs2hJ1W4wZiG+8HJaq2FKlv4AR6hVxY/RvE+VSr2nFLo0LqCFsegDP75nVIAxK+kitRlcmiSkH
PoBYrMErxqikGiHnrECB1Ls8XrKlEeJRMkMxQYlz1zXFVRMoecFj7VboSBDcES3dYI7LQFBpddEK
WG/NFnUCEl9RvETF3Ut0csyB4wdNBbfLV6wsOVK0CgBLDQ33uVeLOtZCk8upUgqjO6oAILb5Ke8z
Qxwiy4ukTZzsI8asgEDpn8Swt7OpeWWQcfD+qNKRiHqI9Lw7Kn/a6ffjiV5wNjdfRb0IBobtGSZE
GDT46HhWug0XgRgH/GAxiIMfm1qc56sJoI6hp+AQkhapFJ8DiX6doerD+X9Qk9NU7NyoxxJXKyYX
whCUXCXQcPISnAwd74yZH0fJFMJjN8T1fLvwiKkGmy75EiXz8eiWnMxMtAgRJdwM6I299aMeO8Vd
xeeTC3Bd6/SeMlqMgKdgxE/l5rGphbIC4LMYEwvs7Ow+qR2bjxL85lRMbpw8V9xrGv9N5N/NSYkM
SCA01WvCvGXFrkkNYCrBZPcv9Y1nNSL0BeDixcGUgcug7kGiMHUfJCNmVRhiO83q30o4+eZUx8nK
+i25HiRXcTvMz1UUbm4nlQN1nzqyuHH7QU/P/HM+nvgdxJVBcGD5wdoGXVrCa2vUBq2GqfCZXJpc
sUTtsQNIWIGAauuvvFnvYXdzNgIXO1oq8KJEB8ftqJoRAbovMJMrdEY66QTp9sJV1V9ZVWgQI9Km
woxEp2MqvY/+VLXhITsSP3m8FsXbst6UXKRFez8pdG6CnuAlLBTIYMkHKVt5lCwdWGRfgUhD6yoS
G9Q6e0MpDIroTS4Q20TjK/6pBfW83sUVq6tB2Bk1yLD1XGn+hywRegyQsUFeFPKgdNq3HOuilsGd
58rvMQjuudpQfEDEN2kJCeW3x4dpYdERZaHkjVgSWHS6dzBGp9OIxx9xAxAJmmyQslrR5KFZtUnh
PDbFz08CKoBEmUsU4CWQKQL5w+3CR5Ha95Lcs64i+xcpIamRe4ick4Hl9GmsiCmCa9wYKgaN/JME
hkpxYq22Iqnjw5Gdq3DI9rEEsdCpleKdgujXkruut/gw9LUqUdtDxAmZoSRstS/iXDGzqi0SJA89
9p3vhtZEtpk3gYVIn5KRBOch8KFLnHRQtke/14qXWrhZfurtCp5G6E4WqF1etE0ZBW3Gu3m7T5vq
kI5PSo2SgaKsbNMld3htifZHaRDm5dQlvJtCM7WCYF0+IRKqzCDLHTY8ygmYwbpQjwMtF3wr+hi9
XZuNmjwwvx4vsHC/vvgQCW9CoqLbVpn//iqWblH7q1QVH0LYzKgFJNjXAHH3uC0ci2sT83a+MtEw
6TSoWcy7sbiT8qNcocEAsUTfcrY87If6KAMJiKRqMu4badShIpNEJg/UT3T+X8aK5xBudFx6dE8V
G9dx3Ugl74qE2fNMp8tx+PzYxE/ETJ0XDPa/NqgtFFUtYZum4N1Rz3gjkexUzxNdtqttXJmlZyTv
jw0ur99/7NEbievQXpWkGFOI1DsE0jVAsB9bWHi1QqyIVWcogjgTd1BD4oeqmJSMEdx62AzSdy28
NZow/m09K/1dciZjPbZ3791gDr1vKL/MXodQF2jdcFMVgKDPxc60wuw0pA5J6hUj99MGkRsCeheo
YKPNhqY4UDlSSzFYPN0+QOv6mDVg5UZVyXg8lHlmbjcDqAfgPOdaEn6TqHwLU6eynzOS6DaWVIJG
ftozOhO6lfj+wkI96LGxhXlDWyV6QNCBjWwnrVuXxJ1fx6EvulKZ7ktAxxgj47t/japl0ZKK5BHK
EoBN32XJqkEmPS/XGJJXVFbNNhV0MxqwwJIx3mdDAB1qYVKsMu5Zpy9kUL21cnCU+Sa3S87PnV6M
o5W1vI+Y8Uk/CSVc+rgSqSuqmiIwE3WF6NamIr8zRCuF3z3gZoz9eILnjXe7muivw86QwEcMKr07
FqlmkkBJXrPuFBiQk9fy39JgieNai8P9OgqcgKcyonI0LCKbfOsug5n+aEwlFi/IMrFBp5ZrXMWr
JvJplfN4RAsPvNnWfK551AEBtbm1peIKJWItsi47vYW1+sYPkcmhtB4To6/NTg71Vq41tCw2ygTY
lR1KnBMLWp5vQgYArUslGDHwN92fx991x26BwhfCdWzkeaYRRlM+oJRA+x6iduX2INFqwATa9k9F
+V6X01fXsHqJnGXSgazWJzofnaI8ROHvVJVvOekvJZAiUsb94Sdl5eF5f5yBhxIwUfCGyPTTToPt
+r6axRVdltnKaa71Y66hLVGpAiufXgcI0I8r3n0hTphNwtq86eZr9HaBht7P2Ah/46bnsUsB1veM
KE8izSexzjSz0G2kaB0ksiHOyZ+C3iRipHudvPGrduWYLVxtoDUCP/Dc9AVuYnr/K2Ued/0YCG5f
earJyXFqlR47ON1Y1m4uFEQrcsYDWkzoNE/JJYcBYht9qH33vbI95ofp7UnEl0DxFUphoHck9GMy
rupU8plwVp2f1cBNmfnVoAO7ViKNBYNwcmx0sisjq5DNx5bvd8Ct4flauQplSBPLfC1gCmK1AKfk
mKPjJcVLVk/VLRM/1cHKu2shYw9eZlQ9IKOJzmJCp7I9hWEBgqokN9jnwaUdexCA24wbIQXJ9FrW
ZJrYa7XKW6RYwUEs+AaYhruD4MPc0UyjoWM+9Ri/ayWXl0MtTHlNFT56DyAWOAcShHqYgGbSqgqT
rzX/N9xEXplF4qhe4YzCAbKfvp+YqjKsfNe9t58/a5bwRP0UHbnUEnBK2GSR0EsuI3IOX28KH5TY
E2tkuWh5/x4Ey4o8JNIEtOIL2Go0r20XsELPi6PstmiBLfcVeFLnbGI0WlH0PAL/e6r6Qy5sgmjc
yexaMHl/44g8YDZQ7kYJdxZRuN1ubZ+hRKJ2stvwZg+aS8l77qJ91D4n3Z+kPMuvA+iysyGyp7kP
7A3IrXFYaZ+fbxvqqN18wnwUr3c8+rCrIexlVyp0lrG4+BXYUyRPD0qzi8AR/vh83d99twOmskS8
wk4Zw0yyi+evpPcFJJvkYgSWRMnXHuwLsEfYAh8B/pv50ugOsD5rpqBJBdkdAjRVFq8BSm/Sjp2A
5RbyZoPsRATghWwk3iFunx6Pc3Fhr2xTswptnwjstLzsqrIdFk+5d/aTfb/iPH5OKLV2QHbwOCYz
McGd8wCEQczqhI/OAkOwQ8rEE0LDl70OPAhZHZWGGrEoJDclD0xH2ICv91DW7PAWFn5RahE6oT1n
IHX4WUKw5o1RVajKoMiSHaN0AJtDl4/QKlLxj30jIwn6MrowyDyniSOi6MWUTArEMoDlNTq/l/+i
NTksdLD15qkeDmz1ooh9+i4EI/OZT3M2AKdgku2IT3G7i/0kS1sQhjCtJQgF0oRsCEygzmTC/EMb
JtH7uEk+m6mGNhEYP0BWynuQSUoqAJGkIB7eetJ6PbSxpQ5tmjyb6lnEo1snhzZqpsdSmr9H8tDi
RSbmzFMKOi9whKFAKuojdASVp6FC7P4XFOU8NkE/IIMBBPj4VaV9nWlD6onZcYKve2vrNgGJPNo2
9jGbJKVeVF5qgHmsB71gqyQDKLIaZj8R3od4FDJstSFhbmKjF6f+S5KCOtXrtEPxpeW4XLWZSRT8
z1Qt4HFIK+alFeYC+DXHNO/4l7EWkv3oAaG2kuun24zA3o167JzhAQ4Xjwc6is46olQ9smZHrlEM
2UeBJJE2Xhg6MXdI/UnvmkPPYO5ZSU9ZBhR3w65O+V0rFytxBuVx5g+Bei0oa0XkJID3o0KeuA6a
QJDK4gjUP1cAfeIFua3GyraohlaPovbMMeHKvU7HNj9GASoDPAStgjIu+Vs3F00NO9VcWx7ByuV0
/idTumX6JnsnlYUEVajhjeOE4/OMOXzsCSiP949hMOCCVILDo42O9pUxDzmezcojK2TfjQy4l9ij
bholK7O6ZAdRNXD1IOlCgXa+Vq/8eB97cecpanGMYxUEUwkq4dKrl6Cy+Hg81PX8Mx5AbdANDAYw
ZETn1b2yEyUkGlDkL49jHZppFQA85OtiH1pomeLFFTc63/VXDu4fYygcShCpB1GAPLvZK2N+2HrQ
NWLLI3jcckREWWb7SqMa/35IILkD0hAwF1DpU1byJq09WQ2rY8Hr6B1zlJG1S3TsdvULcIcr+2Hh
HGIHAuGIC4lDVo6uH+B0MGqvRtlRVTZzj5kKJpCxzbS4OYl2akrFhzftM7ijVP6I1LXteL98cykI
hwDPDfwuUtEVIT0qNXxUHJOu1GT/A15L58cN2lMMFQiJxxN7v3y3xuY9e7V8bZwzY1zExTFrIL5c
QfVzLYil30/YIZAxRcUJTxaw6yOldGuCqcImlTslPo66auWgVBE25V/RqXVUC3XQ+ncaG2zLtZbR
eUfc7svZKhCVoNZCgomGRsWK1P8faW+2GzfSROs+EQHOwy3JqtJUlGVL8nBDuO0253nm0++P+g/O
VlFEEe4NNHqAgY7KZGRkZMRaK5Qa1WlPov08NsDhuSJQQXrIjPLp+h5+PNeXplYZUycgIcXUtsQr
3SaOXNP4nHB9/r/ZWDmFUMdCrTK13MsHBl2i+ROhchplTEgp2vb1uq0NB7zYutUHy8x0yErRSrws
YCBCcVulOKB5L8KAnM2dYtaerdXBrk1TA97IZxKfCv2oja/tP0FhOmm292xcP+P+Pzf8vw6x/JJ3
nq6NM9TpDEt6fIMu1IiSjJWOaLAr4ZcwrF3mdGTxw5A+DoFfwp8wj/9hV7lVqaRQuEAQ9dK+1fpd
SI6IQw6IKgT117gZjiLvlzRgoFjxct3a6pX8tlrYYzxcqaxSyV3dAa0xzfooJqmXVuc4P3flSU3c
Fg3k5AzDRRV/Xze3ubvv7S2/593uGqlcTBmCdl6CAoV4yN3Hz79gCx0yVEF2TK3aYeulqas8QZ4b
hNmSlAoDAOjiPgv/jO2psyYn7o7A+W2laW1LqO1y7HdMbzkrjDOJHIUPSHXscpFJPZnKTG7s1aPg
Rgzr9kxzsuv8VxLuOMtm0HxvanUuwqQy1LrA1Dh/nWNnlnxgD/3RL+4j3DeZTorhBvPAcOgS1k3l
RP5Rb0a7Efd66WtK6P+2+92iV+cm9NW50/SCyHNbecOhdwXJbt3h0H3OH8NH+XtwHj61h5lMObIp
+zn56FR7cgub3vzuN6y82VSTCpwmu6EG37g/5m+G7wmj0z1nv8R8p7ixZ2vlyX5KdjaYZeoZwSkP
SzucbBV2aWVnv3XjqPV7qKx1b+5/Gwz+Gmjgwgdbo7DJ32RfMrrUm4XjfIQzNQr/ZLwJs/lGmj8L
3W/mDDJCWX9lzKg714epO+r+jmevG0xvPwLePZIZiz4fOc+lazdiHU2xzg5nlSMrp/E++5bJMMrs
6veMWEzh7hzi5ZCur2eV8AT6lijFabq0V8NqyIw2zby0hNhra6I1BnYeS1HrBHEvdYCJDNo1Rt8V
f7I4yBsbhZg0hwBrVK/Xf8vWqaa+Tdq4zJYj87v8KU08jq1Y4eCa2hxpmsuc6QmtluJx5OV43dZW
qvDe1uowVWKsBwYb5WnlU9C8pMInwfq7atH/viR9ZJoKZB180svlJIpedh2YGs9KBjeGMUrZBkE7
e2rcevxu/i0+680eOGb2j9YPxcpVHUVvRXXO+yr1/PkcGJ4Y/avrt0F/P+k/Buvm+vZtXjMa0yeY
GLtMFFo/TKMwMotJFDDWvE5QUTO7lxhf0o+2kku2KNh5oDtCpR3k+dek70SGJcqsfRYI3hsInmLO
mnlcKIAEwj7JPEEMnSwLz0JwpLtoDx2NAPOwi4bfsrc8FmlkkTZQBL38knWgKBRpxsyrI/FOE+6l
WnB8ylSIB+WW03bdHi91K/TBmVzOAVtL0erSoJr2YsUo44xLvNRju/Wf/p1C/v01aJ4B9u6cha3l
IfWGdBXTGlA4WTnqaHSzKQZWRtzzbQozoJvstMwdLaLSkX8pQn/nqboupy+uyiwR0JTwNiior5FJ
RhpIUt0IVI3m6En3ucMKxZuqF6W7b5VnpmzD9vLPg2KXGlJYU+7ID0H/KcjEczn3TlNBE4p+CdHd
3gCr9ciK//0w5lVwgoAB02u43HgrYApx4KeFZ+bxLXSr+7qt/lGs8reW35iMOx1wOA3kOIIQp0qQ
nZqHaGgHIemrpDJTodYdsZ4/CfGp3dXb2AiPi3oTHTd+HaicVXhUYLUqOkPvPUP/d/SnxxkcGWOn
ewZdB8LnPE5cpOdn2Go9mk7+jWp2jpC1ttDfzpDxZ3HvJbTYW51CFb4crAKwCUuX9nKv4qxWfWEI
Ms83fUdTu9JhFsM5GiDXlMGX6/Fmc+3vbK3Cdd3nou7P6pILuEJ3MoHUVmx8k7qZoe9cwXvrWh2+
LIhSszENrgbYGEpJ0+6LILbHfNh5rW5d9bg/7QyA2Yuq4yrBiRfCY2ERxupBPuWJCuiJRmpkJe6U
iA5jSN0wVY4zrH4jS56vb+jG/YftBcXI8QMauNpQ9NDR5kJXyAs6IICRcZtM9Yu1i8NYNxbeDhQQ
IBmOFuMLiC+XTiIlvWA0fpN5ShSf62Y8iNHw0AVfOuOfNLDcVgfdprqDH90EzfBTVV9Sa2/23nJm
134KIlMErklRk5rV5U+oulqZZz8nvOlq6shmUbk6qPvr+7l1IZJGySDlQD0io7e6fdt0TEKNXqwX
5X/MNLjNwmxhg/+echQDLOQbIsPRgvxBG7SzKbpNN7rXf8GW20Jb4FKElKF+EKqSy15Tq7TKvCLA
WqvephTKAx2kdjDtxO8t51nIBED7We4HsSSZTlwzMHjACxtRss3OEg5pY8kHmPB7+nmbpt5uCbSZ
KB+trt6GfpUehd1iKj+MgUJG2DQPEUWDnVO/bWj5gqBI0TZeRf5FYryNjIHvp6h20L7Q5nP/Vs/q
7TTAHKCLDGBVp6Z46YqKoIZZYZFICPJgAimRfzP5gonCQP12vGHL6WkLL6xp1GOAXF1a8rOiFEuf
DKIWoOWYT0X0l/yfZS2wzqFloZqOAMUaAaH1vWmNVZF79dwX/l02toBRfIgTMMmm1r8NBXSCbMGf
rNgV0EM/cVGJ2eG60298NSrREnAAquywkFanrlJiCG5tTxcu+ayaVDU725rDm+tGtrICWGP0vREf
AlL1YVhWkYamXlWFF2XuV+vQLyp/hvPJe/l6QCPWfu0Q69R3krKt2vd7o+vqilWamQr1rvCSpnYr
y6nCm5EW41SgvBfftpYz9vQsD756UyavdXQnCHtvpI28UFtABWBt4OdB5rn0ob5IFwGKJPeSWtSP
aH37h7pUkcEb9AMF8/JY6zWIXaXcK7xv3RoABRXq1VRsmTy3OoxZNBZyyN88bq7yZyW2w61ejKoj
isVwG7V0QAVLik/lxHA/LavojluwzyIpzp5yXWKMq5LvgSS3NoOZbQZeRuTjh11uxijESloaVuFV
AqrAdWFJh4a86E4uK/EuqNAmqIdycjU13BvYuOXjOmI4jN41oFOtiZJiCNgpM/PSE7T56JdwmmNn
qsTTdSffyLDoGi3AVjZ8gbpcrk+0wnls56LwOv9QVT/l/ubroP3ZLYdumUEyCogdgZYiy+rLikU2
NoVYs41lwldMY1LHUbwdZuWx6GfNpQixh1vZeEzRQyLLWZ43hIpVmjVn4ZjljN/12kG5k/JHiSSr
TY1zoUiult70J9HK/8PhfW9zDVXLSyYztz1923b4YgbnSPzRm5872MwZVblUeVTjxmnkT3Okuln+
XAfFaReetXEDLK2zhdxs0sRaz4e0JF+oi7kveVcBChh/NMVe/rqc/1VihRKbJJLDwvQHXbFymVQc
krwaaE7DLI4PKKANYBqiQ9+/DumrNHV2kD6nyWEPy7GR6UCcJhegakXsX1M++kkffZ85n16XymiP
qO1PJekUJzEi0c5Kc2+c95b/GOAAFoGfRQluOZ/vKuqikBQdCgIFiVU3V7YeiaUd+EX4JPX0f3rr
tkp0xhv3cWUnkiDu5FobcYeklbxuGdlKvrXy3oLCtoHqCU1Iq7G1JkQmO0a5qVZuBiFfQvEOUGbD
bZBuIA/SuFAZULOKA4rPIEOlrOlDdl+lroXX9/fFG6qrCwCch48OSvtyO5neksn9zHGMFfQngqmE
1qGN06dGSRPPQiXYzQQ5OJlVYOy0uDYC6VKpWoTt6UQCC7+0PCjj0Jj1XHqWpFGvstqHvptu4vk/
tHKJNcv8CNIvhTLHpR0As500TAlt/3l0QtS4AuVwPVhvvTaW2T6oIBJE6U6vbqM+T7JCtoBoMOXn
ziTI9HPrVIZrgkdDIfdzaDSJnRi9O1Sm7bfpsc3qHZDMlqPI1HGkZYlc0aufMOlqYHURYA0/iWij
PTd70od7Blbb2DfmbGhaWnlNfj+KX8diT01nA+iiGGjMAfFhH0lyVo9TrRRCgJ18qDw95v2pvrV8
V2VcxY181DJXqmwY0tc/3Mb1x/QZXgAyBTAA9CuLeVhlcTQFlZf5vZeG4tnI7n31UCjuWByvm9ra
Po31LcoP3OxrvnI2l6JZFk3lFUYtHYpmFp0gjXYO89Z6yE3QnzNUnvdrJ9DFRC6aUq08taydbpZd
kbnOehPbij888SLeeaRtRH6e8GDzVYRWiMSr4FQP8WhOfVF7TUrzKxjvjE49KURoe0/5bCtWsHc8
nJYy84c2DEVlkVdNUntJbFYH1aoemdhV3OTRv9e/0tYGcn8ukuycJUokl7FiTqdubDq1Jrlj5oEQ
elJ5mpA5VsxyGTpx3diGS5gA20wLhBXAgjd53Xc3mV7WYRLraePpfvE6WyMowGqn6bFlgiwLyA5C
CtTKV9dVkg3TQI8Q7FjTp3Zu+PGh79I9pu+GH5ikNayCwhKZx/Ln7xZi+cS/VAJYJdfmfc8AXWFe
RKozt49O17dswxLJKmgZqNpvzY5LSwL91lQpi9bLQAKq0e+2eBVjFfrHX0dTsGgLtBqoGGWqNVRM
FrIyV/uy8JiyaD6OmjkwypTy5vXVfExlsEJ7EzwORTniwuVqxEiOBykglcnD/kEd8tyVex8xiKC1
bn2YS844mlD5x0Y4mO1k7dxaH/eSUEtOisIVAUNa13LGui0LbszCawb06ps01p5U30jRLB2pkY2I
115f7UZ8X2I75VWQHlQ014niKLeSFapl6SlDUEr2LLTSQ7OQRFKJgfdjk8ePc0MqYCKY7CMm6+vf
9L6UejsftD0k58eDzscl4vOLcCQ+w+XWR3oGu87nFRdJ06um6w+K+D3Vj11TOYaxF5Y3HtALSp8J
9VDAWPhb/vDugLRNEg61TGqeEKDRLm3K6jsRBn6E2qfy01gU1LaFvNJQdoI78s2k/SU/DOYgh2CJ
IaX2Si9UTjHORrlzBW55AQWwBdZKCP8gmNkwAtiIKrH09MSegqc2fqojB+LA9W+/td2wDEEZwYnh
Nbva7rgOUCrMfHK9ptFvpqDwT5ofMeYCXQyUTqMvQlzJOzY3V0Y9lCOMcNYHflI/iZAxYtKJFhKU
KAiwXZEcM6q4dCBx/by+wI/vgqX4Ssee/ItEXVldHFLWagUC4WRHxWQv/RArniChO5OfgAm3DlS8
dy7freBBuq6j50Bnkhf1pQcXpM/kAATdJvkiiz9K6RAadwDC27tG/R3rezH+4w3MAt+ZW33BoWss
QOuYG+L2k1ELN6P+HVTRnsb3lqMs47eXzq4B2Xa50N6dFDUG3m+g3ADE1DgNaXBsxuk8Qi/r5dQT
aW1f/2yb5rjveV4R5z/U1LpRiLpywvvNRGK4MVjy2er+nRXzH3H6FUL2v25uMwTy3CIKKFAsgLRf
Lg95c7FWVan06ock+dO5kJRMN/nVdLbJhJKXl+vmtr4ZTd2lzUJTF4D1pbUk6YSmb9QSrOdoGw3o
eARCrUndWdXWQWOg6ULEEpHCXft+GPiVZXQTTw84MXkjlu6kBd/HWf0iqPrr9SVtoIJQ2jW4uJYS
EqF7OYjvHERq0FcVEhlj1GFlI78Jh+I4IvjA5EXFmTWeeOVRnl4N64sIHXTQSN6GR9E4T9Hx+k/Z
8h2iikYfdOF8reuxeTsWSlqZlVdNB1n3mui+qZ+N4EbbHZ+3eMVlZYc1v7O08ppES/3CR7yFyi9T
/JzuAJfkF7OYoV3dFoPNgHo0sud557NuNEQXs9CJUasih1wDgKJ2TkrSh8qbRbSTKPpGQnab1sOt
6Gs2Ek/0QseXuExfoKfvPGQ2cH7LSAmSyaWBR/VjFW7qTM31NJ4rrwfgx+Mih0Zbndv6e2bA8Y3P
qfRZk3+KzDBr/fukiN0uEz5N3d67Y+MbkxjhafCUqK6v7y05Sit6ROx8NumMFcoceeCkKu5OarRx
UAnii2obd+SCwbh0aqNAUD30hcrrZMNrAQxG8n0aZs/XHXbjnF5YWYWDCVkPOcqC2ovT9E7XHYQx
bGovhzbfORmby6EMwYYtosRvDZx3Z3QIikjToqr2zL47iGZ615XybauMv6+vZ9OMoYuIriOdCpz9
cteQmqlGf2Y9qaBYbk1xFG33tD2F1BZ2zsLGZbu8A/5/U4ufvFuRIJZaHyTwLMIeB0jOWhw4YSx8
iVqhsCsrthNGAhT+XlNve4V0JxfdT2pkq+db1DPfSdHi2rNIUtOb6Je/9wbd9AnwhnRQEOoA+HC5
MM0vSLurcHnwMuFuKA4F2S9z3w5JsXOktyzRx0Vvghc8QXNZ67st7KqmQX++rtG5Le0o1V0luZvz
6Fi1/153i624hdYE7wuIMUBi1m1dq5FkYQyG2pMKqXtKiqk+SuU0/5NrcnuqyyK2S0m97yNjPs6i
fNdGxZ5+9VbYWOCbbwAH4EErz4z1uaslGPmekaSunjGTcnwOhGMkqMdqj/u+5SPvba1cUxcyv8va
nsN26vV/zUej/+f6fm59uGX4A+9EOhekmpcfTihKw/eTufby5CVIT2rxA2ymL71ct7IEn9UdR+WS
SwbVXhLoNQksSLVyaBSp9ub2VJQnRfl+/f+/kaAvcicUDxZ1EMq0l6tg0qCgtwlJiiKE2WPIOr9n
QnEnxvxXZUbmIW1T5DmKSnevG976PhRHSNTpnoIAWEXdoG+EUR8ggqXdobS+a+GT2ew0Jbai03sT
y094d7TqPu3yUBPJD1K6HrkB5pxubD59Vq32IIqfUvEgV6fry9py8aUUx1uOAQ+E4EubXUPFnT+r
PE5Qr/VMnPmB0sOM0o+KyOR1W5snGj0FklieO8BBVudJ7INI6k299upS/ilEonTsDTNwalWrXBhN
0lFSUFIrsgCdqADAW5cO1s4Db2u9DH0DwME7mcbz6idYWc/YOSS6vba5KyPrgQfMlyCKTlIgPbb6
Ttluy2cM8nY0bBaTa/XDmGZJ3UdR64VSeuC2yWDD+Htz4bfO9Xsjq9AfNDnAWTlsvZYJJANEfesT
ug3l/B/iPox4Wp8cbRAqKzMCzM7Q70oSdmsUzzJk52wy7prYUt2wUPYUarYWZYGc1ZcxLGg0rdzS
b3NYHyNldtygsusY+ehWqgeY1NWNr7ft3x9uup5LX+4N77Ku6ouxQS879Ruvblt8Tzcrh1YQBGoe
KTumtopINOlRFUbml1t0TceVFD+xwrprPSMsS4gXf/IYYHcUqIo7jbPloQE0Hs1ZUG/STlSODPfM
H4fQyI9hFprgYMt+58tueCmNBgYPgfdhq9fS8lVkTg2azYikJcDO0L5T+s7VldPfH34aNLC/l8oK
L5FVocOSx6oL67DzGPNW3fnmIaruWzQ9gv62KIqjjBJQkd1eN7rhRti0QNMSV5d+/WV0awwjhiic
dh7ykSY9Zi8tfu58z43do64o8oxlWBDPrFVAYWjVSJhp+reUstM+lxKKlJ3o/P1C3ltZnYcmDSql
nuveG2YkgF671i2kTwOd8utmthZD/rhAS3mV85Uu90seYz9F8mfw9OL3EN6FkqO0v66b2PgklI1p
0y3exktplYbUkl+I9BYGL5vPcfRSAqv2E/lg5d3huqG3g7RKRSiHg76hNL88yFZZdzOJ4xAiyup1
MfD7KSwf6uorhXHGiStDBjsS0g1lasW6KTLpc23cq9b3PnA6+XPe/TPoP2b9schju+KD1ip1ik9p
/qj3L3qkO9EASqxNbvS4err+q7e2B9gfbSRm3qA7vvrRUYa27OxLg2dEsZtbbgVbp9FeIj3a8dtt
Qzgt4p5LJXeVSE1TWqa60Q1eU2YnX77vK+VzEBWfpgDhiOtrWrzmw4fgOSwxWpJwvo6u4yyOY5Io
gzedgvh20LUTVdRYH+x6l+/9MT1E04tzyPQBlYbmOp2J+nQcxRgNAr0HJ8N9gYSMG4W/KulPKfy5
viz1w7IQkEBqf/lUdJ7Xqa7SG0AvI5l3uDYyLFKwxz3xgY/HEUFh8FUmpU3KqGtnqOdKD5psqUan
texSRLMHNUrhRAw7icrHzBND6PpZ6O4Br1hft3Ez6yR/MfWRFK1CMWyAH5snhtLBxcycORW94bFP
0p18cGMDqQoxCAGYPvFmDefyRyNt5olHq6RWZ2YA/ZCsfCcIbFRqF9U5MhZl2UUQFZcRDW0ZU08i
Us5unGc3nSXDQXH8UW/D1LWqNnZ6NardpKZTJYdm445z5qBSvUcI3FrqG6AW3Q+uQGt1rNGbLc1C
pJRSJNIhEfKD6u887zY+Id1uylvUVBF0WstI0Tjx+7ChxFWW6CVHyNB0CWPa5No/lyoTXAJT/ePL
YDrFPSbAx+NNKk9jbFkYxQ19Wfu7Z4vQaxp1PqP2oiC90Sis6OE5WMBrTN1R1C/XD93HsAX2Ds0W
hfoalam1p8oqiGiosr03AW68LZVcdWUzjN2wbadbQyn2JqhsLI7tBOIIxpHURVvVqeUuLKSsL7BX
tDdgxr6WvtzZAuMTESjt79REPV5f4McIxgLfGVx5Sp1MWVDKVe/llnEjw9kKK9cAXTXjoYkvn2CT
na5bXG0plz0YOB60PKiRsPjwSpHUQBlGs0GZKZaQ99LH/FYbUtNRpXi+T1ttr2G9impv9qgEw4+R
uP7hdVz6SygNyGeLRXk2YPipNE8jCvyV8eP6qtZgrjczaHXC3VxKvh/ksg21MVMah5iJ4aYw8Ei7
k3wUj9q4RFjPGJRf7ZQmn/shQHxkmox7X1JHV86H4Q55pmwnwq78aPk1gIVAVRq8MhBtX2WiVkm/
MpLl5iww3uMozdFLbsTPuob4ihVk6q3g18NO7NvYZ65bUAF0xNjndcUiz5qASdJKc0aZiuZ7LIR3
7RAOpDlzuONCayz/2/K4AakSo3jGPbL42LsYoBaZ0pWz3J6FUEqM46RZPtjbDgKrlUQCSX6kJxVA
y7r+GqLxaB4EqWTUQaEIwS9fS7RvXdMLT0k31aaddTMj3hjDyeRlJEHQ/KvrFKpykOdiaMMwLnfq
Lutm1NuvZxwCY3xAgi4Yw8tfDwOQ66kym3MtpeVgJ0Fc3QTGjBB5YbSJ3fQDIox+kB+bTi9OiTCK
P4E8trIddpVwFKo4P+ai0N3FkdW8qn45u33J+OQdh14eSO/SqLdfufRRQKvTx/hQgUqSOZzC3GjO
BroeCF/E9VMjBIDDRiYdBWZaHQWEwhxNDy3aPLpgB2Yu7XzotxLN5Y9YHsnUM95YtDytLreqmPzS
CCiGnWc/MSU3k30tcOVxXgjCvjHyziqi5pXz7TNMBrBhd2QYU4mE4DQG/wy9rwAwG1oGl6YSg5TN
bNKcWtPiO0RZ8oB+iTmVvEHHPLdRddPzf6Jp7FsnT3Ofd0IfKM9MgCDVElFimw8p4moNemGj+Hx9
rz8eHQRYkQpAWIRRaMCTL1dZR/OkJ8PUngtZKtCLbyRoyTwdes3aLXMvifZ6R7lXyI+JwHQ/Vjva
VcsjVRSxJfSG6wcpI5vaJg4hY/imWwS+/zIaBRBKIZxuaqXjIMjz91SBpXJ90Yuh9Q8hWiDgoi21
uTXANijqqBQ0/KswRuuAoNYzk7uSm3yIKPXENhOKG/fvLVKQhuuKIBR3+SpqGI2q1Yk6t2d9Lgvb
Mki72lmNHaPTgwN+NpyAwrW3142uEiWOEV8WnCOPAwRm4dldftuoD0zIU1J7zvuofqJtGCFrlBeu
UTF7kmywOXVSqJ7CaQodf9bz/2IeaD/neOGnrpERIhJKWdfxufVSrx1Vy4bvuV9Jdmipv5OsyW51
VWgcpqbIDrXZPbTJuiG7rH6R4ac+j4TCApe4XL0m0u42faE/66gufkn1puRxK6K8bI76Kary6KCM
0XQYu6JzArL3Y9NWAqOx1c8KwB+nreTKLfIh+Gr07V53bpX6vP02XuqgUIHsydRnL3+b2I1Qs6Sh
PAcBlQezhcXRq4bD60SyKwp3TyaNtE9lainOdZfYOO70Hpe3HCIsJAKrI0gvqexpDdbnPs6T0a6D
BrKnJeidePJVDv6OC3xMuOADMXWVQhhFbT7F5TpnowuHGB7JuQAA8ZSqcL5UvZkckzGEHSIzWvT1
+vqW/+HqZC8TR8HCAu2mSbgciXe3cxTEYTxHVn0W5Hg+CovjUfve65ZtLmspHlFroW67Jj/TtBmA
oQXNuRt9PXNaqVfqxKFsVQqfIj+dyfQYDzfMO6/IDbO03HVswuRATWa1m3o0gwFcFidPPyQNGBrg
70xAxydod55YG/5JGsVoB0q3yKZ/0FcoJavmNdmcq7Z221RzDL096Kizd+C1SqM4NfmeGsBGFruo
YdO0A5ILWvatpfLu05VDnSd91/VnIpP1NdDSr6OeFqggZ5obasl0sEbmWPSkrXYSC4VDPYzGaKRq
pT32/p704oYjMbcWkjJPaeL1mj05xkXpN/ncn6Hzqp9DpmMd077Zq8ZvRGhKg2hzMj8DhOSaUVLS
YKiiSO7PiZo9dpZ/TBjfMQmoE823RY2kmKE8D2q4k6Fv+BFVI5jKIDzZ7XVgHtEFzo2h7s910PV2
CCBHarMfYhPeVOrN9fO4kS5DjVh0ywxt6YOtNRCzgld442v9mUke0RfFFzr9JhPi3nLi1o8f9bjL
Pye+WVp2qBCnXbFswI22dZX9VgI1OQ5iYdgJ19hjUEbjJ4rf36ukkW7IcZvbmtH1n3ol1Hai5NYG
GdSjllIq6cG69RqAD+vGMhjOLayYQbN6UCf9T2WsSqes09P1Ldo4a1Q6YSVAR6CNvI6RpT4oWZ0v
99RY985Uz4adpunvNpB/hH3rNiWgTLXdy/u2rCIRBR2VAjUDNFc3UNzpndGV0XBmBu6XJnuYq199
ekp88hCm0It72usbjk7MWkpub4y/9aPQHOJSGNtiODe9fjMGBtKirzm6rGVysJT8lP/2h8m+vq/r
9tNyydKo4E3IlAFK8GsqgTnB+EnEdDgbs4n2TTaZDH7TmbDNzXFqVbE/IUZb3ATRlLiZZn4jz2wP
ErVOO7PCkzaZezzwDbdaLkHC3PLXB/S8hFp0EGfNcB6o49yjj9qeJirTJ5nAcCuk8x6DZ8segq7L
nJlFDGytQjx3oyR0XPNnSZ2ZNFXAvBbin4FSfCMXbf/+zIBuJJuhJLcAz1YOlbVWq89xPZ67IP5e
UcKx5j+lNr0EerUDk34Tolpd8tTewKTShOLFvxZgjLmEYtGKuvOky9MzepovXRN/F6u+dMV4nu8D
ObXcsFaMZ3gqhZMOTf0YCHNyMMQoCm0r0uLMnsr8X73TpwrOglV+aVjY0aeCa4cx4ttxkYwn1FPk
40DVYefEr/s1eCZ3HE26hVnAK2SdPzSFYJh1kwznWDViFAeELr3l6WB+CQLlmPR9fBMwMespjczg
JjQQaJZkUOeDnvPSjRhyVYbKiNylrjAHz5xOdRVbx87S2puiZ65VmUjtURV0n9Fe5ucwiwU3tDre
OTDZnIwo5CZlehf1PejTvt3Twdj4OsuYg4UlBD0NFeZVljLC57LqrB3OVdKVLsCi6EvcN8FzRM/t
MAx9ndlho7xALZ6cdlaGY25M40Ge6tjtu2E+dBPw0LHp2zsktP07kwDl1DS4TpYW6Kd80nw7F6MU
zlslHuKuUHcc+ePNz+9fhLsXkQ1i1pJCv8tDalFOOl/ThrM/lz70VaFEpcnYEwv8eDaxQgLJpU9Y
ZNLvpRUTTrmY5MQCtRVaN0+k+SGQi+GYGmLvIqUu76zqY7ynHA/AZakRks6s+UGS3ijNPIfjWc96
2UlMY3hAwAqt9ZDJ2EZShG7bmoU3pNqeDOOWZdSmqKIAIwdftnqFJj0ayX5JFGrG0j9FcvASz0i2
Dr2GArQoM6esVU5lM+7Vsz9eOTRcmDTBGCemKUP4vtxhPet0wRzq+dy3JzIwF4Wg8UnTmztJOE2l
0+ypoC1Pp8uotNhDn+StEMkcyUt7Bk2lKY+j+TyUzDKOIluRUlsJnipJZa7xnrzH5urogDAihxTl
w/TxqVs2XOvmM+oOnVtbFTgOS1A46ZplS5PhCQAo3alaqk66Pu9404b3UkiHiLS8rikjrtY6UpsB
jMjeDvJxGm/j8NzXP8z/ZIRXFlRvBKbWML62VNIin1DMrKX2RyNlbpT+GPR/w97YyRQ2vhyrsZAg
QyAfXMOy1+9OPMQ1QxrEZj5D9wnrRzH2tO5FTCYHhbCdnET+6CQ06VgMu7/gc5c/f2cqHH2BIVTW
dA5q3i4KeONDFLpx4jQUIVSn/dq2qV3LACM1d8f0x6IquRdpAOU+XpGQjC5N+37Rt3Iwz2c6rb1D
ma4dHO4g84i3aPfWGFa2oEUU57QwcycDgaSw6qOdp8e6S7lcfegjUQrT2QNy61XcS9WuHhuDX5HL
rvLVf6by4eq27Jq2A0L5+pK3vut7W6ubKGi6kIHL2Oqi2WXk8ExVR7rT0tDhjtn5shtRjmcyZSJq
m5yHtcTjLI3yOBaqeKbu8kADwBzI6zT+qSD6136Ty3pHZ+FjJYe6yjKibjFKYF9+0DtPovY+Fkk1
SedIS28FXg3PWdFFdpkLe2DNj9uIJcZD6fQiEa9Zg+P1MiybZvClc4OUrfxkVr97/U5s6WZNwc4u
bi2KYE3NkKyOVs5qUYxmqw0rjeRzbg7tfV4ziVszBeXYle3fzuqkNAiN+e0qpM0grXUx2kpiJok2
Kee4z8sD3Z7OGWdzb0EfAyU4M2rrJHzLoV+zQkYjzzNxEOVz16tfZGZviLVlR9rs1Kl6uu7tH28E
TBFS4GnxygIOfOkQvCx0fYoM+YyK2ieFKaDiQzWLx2ASTwgtnGqqNrDdd0pSHx5ZSGEsw0UWAqEJ
mmLt91rTIUEY+8PzvehUgd154bFnkhVkg0P9NJ7+XF/jW2r//pJdm1vFz1acxVyvMDc4ha2P9hl9
uqx26oPiSK/iw0H+7tWO8Km2nQfDObxExz+DnR0T925XZ3l94Ne/ZLXdAPlybZiE4flsGu4P89/k
yTqOvv3ZKO+dlz/tz+nBCe1u53x8nOW32u5VSLPSru2zEqtu8PnICLsbzWbIK5Nu7f6PrcSOTPvz
FJ6NnbD95jzX9n2VTPWpVleiyb5PLwS0VrjV7wRUwk1ExGxd/FZ8GlEu/96+tn+qiZFe8IGO1vOs
fo09PXVyp47/ue4Ia2df7/5y7t5FvzA2wqRp2AdQbbl9Eo/mDbUZZ8e71fVbYG1mCY3vzMAg1Zse
Bbzn3k1mJ78VEYywA+81tn/2B/tLZ2uP1C2Cz7Iz3s5Iuhk/olN2lr954vH03fpZ2/XJtx2n/yMe
B9f7Lh4V5+mvL/b//UjKVcvVCkJz5Yl+miVJLgb/h7Qra24UWda/SBEIgYDXKlat1mJb9gvRbrfZ
90WgX38/dOaMpTKjijtnOiai+0VJVmXlnl92x4i0uk996hktLRyP8rL5bFf7gHsz/Pc3JUb6AvcM
WMAelC6m3h1DPSbRU00jk3PsP5wElg4jbYrUqYEbBt2xKcl76+RLiWAt+iLSbd6eVy5LjCDN+qrJ
5RgszdfRptk068tGQzRCYov3dlnQ4h+nxwgT3PBEC7HD+5jrE9lwEVK2Xks60UEvSvp16Hw7LUi+
SBLaYTGgSoq5E2KyfeGFpsJLDbHLAP76GFSBgCKDtju2fVADzB061SDZ+WqtAt+LVPupT6L1k9KT
zPxSbXoxKidcluuzrT9+u/9gM75pM1YeKQFgrRY4iK7U1V9dsyyfSokWJUWN4ZjtZLP2TUls/xXZ
YcX7MLgowgO+f8xdNJ+1VaSej1FkV95OqQ/hZ+LNrFlipJjXFlay/xsVBhQUHB5U76ixuCHNcKzm
2DEk9YPZ0jaThmK1Ztfrmrzsc33KGygYpwWPEAXuASeBibdlDzNtXYubrc1mgUbAmhROon8+vkMe
Eaa4Kmlu3fUlGBIXrqUtY/I2fUl4F8ZGLFc1MCQt/uKEMfbAy8nml0H7iucjbFsX0Xor9VadLPp+
pWTP/29vjSXIaNKLVvqzDIvujoWRY1kDesKNx8c2rm5uWJLuZbC+aGIZ16AgE73YV2TQoZ3RWZHJ
IcR60iwrjAp1c6xWjQGidFSR/CCBAQz0JqVvIlmEjd68YibU4MXrLOLof3QKOqKADYSKxo9qVoJG
5Sh1QfOMvgbqfmHg23+LjKf4V5ovEz02Do+ZHB7sD6fkhh5zXb0vROgEBb1a/pwr5+f8PQXg/LNW
FxxC4xrrhhJzbehYAIxp63fH04fXkYw+SfpbbJ/tyu6e/jeemHvT0iD01VCDgye/Bhlx9y6tOFMw
/yCE3/fE2jxBylBQgs0TvqJnHx1LRNCbJYDROUpi3I7fHBujcZOwFGu0PXfH4OsEJWs6BbY06SJZ
/itNAVQDVI0HwWPba3rguropChwwrdHGs7cKfU2OIbEf38240bwhw/DToiJZhyrINDKatigQtyYk
s+bH1+izNpJTNSHz1eockNaaLL40nxRLd/P4E0b93psvYAxJeylFr5TxBSHCH4o1QebUUskv7j5X
tlXrqj5u6DDJohCoJrVa5MOB+jQ03SeAVzlv8e5sTzkCz+GINVdTNQpnbgVKmeFtfLp37cjBelD6
P52bytirC9Z8h00JKrODf5zTUC90wbx8fT2mMq4Bv4+NrecLvhvmwKDoju4f4NGSxkr+aIaqu+Zk
Fxv5esFtmhhU3A8VeEOQUYFZklfePAHB1lTINlvXtmfNFhtsknWWU+cxd7ybYpSgEAnnaeOBlmZH
v3wIn2yspBOvMMKjwihAOUCJXBmesrieoDRGPCIclLVKeHMKYwZyKCIO9TeUYObMSzpP62om9VF/
rIV2ZkSCWwL8LcisNj9r/yZqnw91dnReYRxdHHi+CSNT+dLGgp90R4V4y/Yp32q5HuoSUSwAK7oE
LcCmT5bYguG//6sA54Y22wSItnEAvMegbcbY8uX6T63RvAJqVzXczHgsIKPif0uLeWUy8k+VloNW
k2G313vskjjQ+8aJDdXVI+FpXtE4ciodnXUCL/3FJc54i7WrpIC4jaFIvtz1Usf8h4Vlw3Twr2qr
M7Qdh9nBSrJP75ZZ5un1Qhi3UgJ6pd55xikwJlRw5F26jF3ko948+pW5NOOYoB9djYNixigtUr7A
JUMOk3keheoGTRgPJmi/NgPU7+h+ToKWivrh8MWd4B3zwG+pMZ4CZmuiaVWDGmYJN4BprywPCY3F
pee5JGN67JYQY1nLzAsj9IB2R3120UtDJCKx7S/XmG94YfiPPjP2BJmHnwthOQ0q8HRKV2gt2ki/
ZgnKD63BExAeT8yrj7B3AloGhJamT9tXZRk49butuxTYWfSxMI4pzZvjY7vVUs+b9nkPUt4LNn1W
q4muc8+NR4N53H3lx0F8Bo2XMz0to837TDd9PXiWjQTLAg9Ihr08ZuqaO/7xwr5lnd0QcfHUedy0
UCfLLfqEjY+Pgjhr8x3Igygbhb3RrKiwPHi6Tbs1tVOk1pzPkHOyvAcnDbd8o7tdP4lm7nS4xXVu
Rh71nK4n1LY989NuuU3LwyE+YpmxsWWBCkhzAcs9PaEPbDtHcWxKQ6LoGsdn5l0no0hkjD8LRQFK
EdGDjaR7jko+eUjWPzpdro8NcKToQoeJRUnn/vTUc44t7uUU71r6VW9j0Wje2g/U+1YIQPczMjds
/VBtD/S8RPLJ7MmZ4Fx56cRRU3/zEYxyqbtymik+PuJFX5cr/2lqms2vgrTO/hXJNo83bzwaLaJJ
92+mGQ0TZW1ZKSHo5frLqdULWvzeULrj8TX8zA9ZGfZKo3aNZjL2bAEpX83yRMbZwrEwzo5PqMIR
knHpv6HBHB12LAQ91niARvILm3xbWzPm+mr6vGjIcp0hJ8OJBkYz7sNim/8yxZydVmtlJwQgKLy/
K0RcRJ7pkf1+j7596i0Sa+scfb3w9HxRHL7sXfaxs32DPlOj+2oNjz7b9LCD7uMJ8sDno7NmdHkc
qcUcyGowGnOs1Oydx5pu3CZ9c32N2G+UTOxnspJgNcpRBPy6JR0WC3u323Euc/TF3xBhFHjSKtOi
VEFEx2pQSS9jVCYox+gN+ok9pwGVcth5jr5x1tMVyumsQdIOou/vZ9FUzyNeI9OY24UyJ8D2AIcL
353RKF4W5VLYJf0xPYdm3pypXJwxv2GnJc/iXV3jH8ygQQtLW4ahdxYtvBULgAahyHdcf8wwMkKU
miR/9gn1Tc2QniyLGgfh9at8j37T0gqNr/PyDDwh45Nzb9fJ7UffwVxcU/ttU7Rdfzzpa4C3kW20
QIFNIviUiUCJRUty8AlW+5CveH1GN7yx5Fzr9Oepo1UDjU0y5ubhe7JW8BzO/VZy6/NxAmCfFQCU
VokhAZZsGaxqQ4N7XVuiDRxZjvX9KbL3ZAdxu3kX7rxsL2cZZGWC1jGiOitgLxs8U3idw70/YJDB
yxgmKwa8Z0bpTNEgOnOb/nycW7JA3IWXGhpJDxcd5QBMrX6ET0WkSzRfAaYCuy3rX95vjPCVFcE0
f/sSdjxveAhVHn0Po20maDsX4kuIUCbSgFSVKYXmTBv5/IWdXMCiq6YK9kWW06I4an2rboTzTAmA
hdeIAXGlTAE4kpRgpJSjpH7qwOGUgPCEghE6ihUmwEqUUHQBeIVcPMkIpnmjRSmQ2UbcVvrmK6XP
7foQrrPXx1R/Grl7ooz7BbCDdu6iPesoWsVzZbrbA1wh+zGNMSkDngC2Fs0Ay6iy71wT1fNkXiiD
lPVGZPi6bHkUKRTOOx5Jh15xC/6mw7zjOKmDqshBp6G1GbxczPJ1ukmcnGDIgHNZ1y5VVoRueWIu
axphgl/LQOu8SFdHLSFboHHDjfQjY+acoD4WS48AFJU2S5XW+nwhounLyPaO5aEf7dfFkMwLNYKV
ZoSuruzOq57IuqKHpF3r3BzFT6txfzDMJTddJGGPgTxIVuwUxvqo6oohOnOyyC2Xcq5hTKJuT4bR
KaVwAY75bD7c9gkvfP0rpVyGhtN9dPqMc+2GzUWbYEoMNbjg5WxUKMnXtkIn68kip///3Ob96TEW
sVD6wj8DNvj6Lrf10jUNT684TvSYAbg9NcYRdIt5hlkiECnWUwudBbwuhvE3iAYiIJeIwA5lTizG
qPS5T1Drg6R6f4xfX9Xy5d+88m8KzDE1VTfpow4UgPxghHpuY/5e93SumhyE9efdf9NhTqpv5gAb
H1plZHN7iukpI6b61r4kJtc5H/TFI0qM2fJcLAzt4itH28AK9YSmBGHw2eYGweMP9JsnxiBVghDO
tAKUKiM8FgTOOBYBHOYELTeh5enFkrcza6RGNQj13xTZtGVfJLkcajjFl2pX0D8Xukm2ns5xL0b8
7nsqjEYOfSlqtTkqYTK5mB++Lry5qylF25iiRxxDxuWI0cjBPPUFd7gt4NUYJiqyn5uJ3tj/7uQQ
bQ996NhCzQ7izIWJV8nitc3k3dvBPgNmgEyQfiW8rrCR6BDHd0OKUaXntFOKaHolhWyFmVH/1dVD
c7LxHJpaSUULjqUeN6E3FBk1Uc090ctTVBRDp9M/onW3uKDNzjN3POd/VB/dEGK0hYLhz0qKkN0t
jFOnEBLpMZ05jzXSoAl+vN8bGqymmLRlEGpRh3r5KcZrihec4+IxwSgIORNLxc2RVV3GzsVuSeSg
MqQaj7m4Atg/YoNRDtPZRW4wwdQd01Np9vTdP6wrioY5eBvoqlkIdOokpNQzkqNHTvyU3hQ6J5Kp
msbbvMFfKr1/ipyF7Jx53bcDfw++jA2rm+ncz4oC0rKWFhcE1r0e4Bofs38NaR8RYXSI1tVNnUgg
8tKmZP3u0hg+i6yX+lp9ciW9owLxjc1iTzQjsISjnv6JLe6j59z0VdHdBEqlgrHzSLsqMo0I6zXq
Zhh5tN8SZ/NMMycw53ueZz5CElmnYUkTlriLGMbD4d+Q1OKuCgWvOR9PFxMJ7tqu9OzA8TrGNMxQ
MxsAHABLhd1D90SUDivH3KGNJSHAzNVzs13CFtCJFRs++XLp5+PL/DGuPIB6AR8OtRUJ2OKAyLmn
V0SpNOlTyPJyWD6BkHNtYpeNDofUC0hvTmmip5a6TwAdt39M+opHwcjRHWmG1YmYBnIqQZkWXxjp
R7qrW2FP7fAFJ3+d6+9osCWTTUHwFyx0p2dTfJIOHf0VHbqNtKQ0Wy2whAmS55mxpTxxvKeRzuP7
k2F8dFFuSzkZyl3o86ZThA4RvkY2ziFpzIO6MTbuRnZ4JeeRjouBqoxeFTgDUyBm3N9HChwlIHVA
g81AsTGGeo0Z656BdjCFooC6OJxJupjoMskRsfGkYfj1n1fyTZ2xNnKCQLsE7OlRsERrjf3kNrx4
o1vkRHlPrew144n7cMcswWFJMOZz0KX3A9ouwnbexpXArkxKZ6o3FuIGIi8mi8HG8eKGHwhHg7AD
o3YqzQHTizlhRnGXcdO1kYLSBkIuZWmaM1NcKCTclsuAhpuJlRuGvUM7OTHoW0/8Z66rPJzfD3a/
P4BF8oNTmfn1UFupEXtO4TkkVr6M1gAk2CzQCzsDwN6m4ejrMZ9PAgawNkUyCyOJP0YyLvPEz2cq
0qDiojdmponE3uYJVU3v9+MXPVL8GACkvykxL7oCvkYYzFyUWOwOvSAxTODFLEhCAaIRUO+Yon36
Qp8Cw5i8hxTgUh5JSEht5Th94tbmf5Zy7z+Geb9yL/RYEFf2R83FtjQsGI7epaiQSF60/rIMgUns
qgmGN4SktLDyTLLdM1reOSfC+wjmOQO5BaBEAOBBG06oOXFK65a0Em3NRgbgtem+KcCGIYD2ytFN
qqG93JRVXYBSa53HXzKq6G/vhnnaDWYb46ZRUDkp9MlK6mg2s5TMliI6B8zYYh36tO83iodt4cuY
ipZA+w9lpnO+YsQDvJMQxssEsFrUYF4QDgokUZ/rGCpYuTrOhM6X8CB2vPLKmM2+5ZrxONOklEI1
BddAVYZH9PrWWj3hMTXidd0xxTgGKfK1iArA1Ewk8YyI0xzDvkbgVArtMa2D5RLS5WmqvTbaZ9ia
82Af1EdB0It6l8gNZ0puJHd+L/aMjouwZ02O0+G1XzKyTsiloe/BJnTWqRM65adnKIDf0gNHsRo9
JW+yJeqGmlCdl98Y6f7HhwwTWjMMNWOYjlEGE7fGEqLA648v3eldXb+jdq79iq2NTuANDx5xoPOS
gNcmfla/3tJk3nzuhkorhKAp7GQolulhHdiSAcDUJ4x722dcD6alXMpLF4y5xHe8Ms98guXF/xFr
BTtalMqeaLZyUNL3WrMAPNmUJjonWzRJmklEi3ippiYAf0vxeTZdTLD6NXnFAJFfmdqZCJelklek
qNd15GBFrHd4/AJHH6A8wCjD3GKrDPMgKmGOykoR9MeZKdEJ1RYbXpaGR4F5DZcccI9A5+6PiR3q
Go03VPt8zMOgJH7c8g0PjIhPhabXhHLggcw+aGfxxGhUafz9++g6Av0bR98NhUyse3CgX3BI+bYm
b5SH6Xt15BgmgP40lA6BVTebXgOBGyJxgdoMAoH+WC1ESzJkUNpHK43+maM9rt1xXY+Ra7mjx2je
i1QDTn8CetphyMYjO16hK3TueNbZ1CwFE2UC2iGOj29qRDPKQ4cymrcwLflj6Caaznq57FHIa8Qd
5nSxkmwjlVPS1HbqIb+ec4BhRy7ujhwjekXlZVodghw2MpGJqhAp3TWqSsMpIAiTV1drAI7GixNG
XNg7oow0etNi7qPlo0fzQ/bSWM0a+Gj272o1ew7Qc/j4PAc9wgrNzXlede6N0PSTOtHiCAVa3yuP
A4YFILPs/40EExBKTS/2YgwSSYMt5eVHGDv/ggB2cGJ0D7IP2bh/XZqSVV4zyIQawREF+FD1/+90
HfAhvikwVkCdBEoQuH1/9NCs7uvnj8cMjDjxdz/PKPt4pjazbgYGAvF9Ika6BkMbKLwHO/Zeb5lg
/LVq0uSeMtyDHIe62qREdDEOlGpUw2LBiuM1jIwZ3x8Zox3iaawAbG/aH5fL9bXkjpz3Mf59zChx
yO9Va6yiFXnDSCdNjcWhXKc0XX8iZ0z+t6NlrJM7EbssDPAZwqUl1ew3MFNIXfDiwNFXdCMfjJqo
APkyL2KhP6JbGhVB72x2c5EjJFewjh9P9YYIoxZCwDX1GWIQtNGtzfM+IIjiibbpSHjY72cV4qFV
ShbkgM0+yfbwpe6/ltrxc9lbj090LAt/I63Abrx/bsqkjtougbQKO/+pc5J9u53ayaeHJHnGub3R
cwVcwtD7JsPvE+9JSUA/BYYKbs8tgfE7+/QbrqM1alBuSDBPWw5V7IXuQQIuFYry6+3FOabmsVsi
92dZxuqs5+ikxYJBctCcr0+Orh99+TfUmZfvR+dCDhXcqVae5OI1TY2k4tzXKIM4PSQA0fEDvML7
M+x6bJwI2uByFMX+txgGeoOt815XfTaFALC2KCQVkOPoYyEZ5QsYZsCdAX4QvJJ7olKBRq9LEF2O
WODpRtiU9DSdlBzh4NFgGGuyehpkVXw5hupHBhRGTVxMPN6yYB4R5tFJWuzGghZCdQFZcDZzWuxc
LuD+Pz6uUd8NaJsDSuYAjM4KOlZ8X5rpJbtcq2hL1ZqQKZlQ10zJxMr0nvBqM2OJK6DqIyeIbUSI
pOYD3zd2H4mJXlG7/AKPd90ijaORdlUexZePbbYzSaGvlJK8lfvkqSS9c0ipvXvM8Vhm5+4DGPsg
yV1dJFjpcVyeAATuwZN76o31R25i4eo+oIVuNHpe0PSXsRD1EhWqYIuiLC+ncy2K/1CqN+fACGol
Xbz5rCoux5eXdb56r8hHn1GPWBNqYajPe9qIGEWLdCDQkBBhAef5j77NG+qMCGNx16RrhPJybPOd
5B3OabES8mdXzg2xhVPrTg3OqQ+n+ohdRpw7QXN7oQa7S7Ru9Mb7VjM/qnVHnD8BtYwQOeiSZofD
bqLveJZ4NvqUvpllEXHlJmoSURtoL0+q9R5+vkvPF/hTDrGM1jjrb4tfh8XZ/loIhL61hvEcEl4x
ZNSeqMCQUYb1LghY76W+ls6en/Qpzlv8k032pXR8fL6832delRecpUne4hmHyXukPs8nnOz22O+L
giIPmgKjK2xtpQzFatoBJPKozLPTzC9PWtb9C82NzfIaaKCZT/zRphi1l0vhC5ejWwTYG+408kvW
64+PaSyrgvP/JjLweaN9LpJWhaF8wauTzTkVYgxilofjayLq3lNtnE10YzYJUY4csoO7wEo/8Jdg
CxWsKxNZxAZBCRMxa2Drz2E3CelZQ/839Tytzoh0lgqXXJIqcGkygzJezntNWwfYcoItIB06N0kT
5LFZxBkAxh9/1w+8R1QRAO0KCKUpOkMx4s0ooWAO4Ga0UEyh/Sci9dHCZRbrZH28oJIweUbJNSQL
bQEolIVtN/aL/Zj8WDofTcAzgFUA+wTbNhmlMFODJPHCy/Son9YSDRaFDpf8a8fRdWONB7dkWBTD
Qo1KVb6Ay8JICHp6kvfS8N74nTbD5zK3fEeHiTddoJP1yRl0Jjb8ufX2owOkEL1YBpQbOexsng0Z
M95oFUEbx2DQsD2QcSFnnlf0bSFPj2gbzYi/dSwo05VgGgvO2/xpLhRIB2Yg0RcOhCoWdVqN52IR
NBi41M2K9G8reuG5OyPO/T0JRoNhm1XancsYzv3isiTGarE5cFGFhwu4v6B7Gozp94rgMimUYW4U
leGCOmTV6wbnqEaE+p4I86bEAO6FX4OR5YRIbxu0EFAdLS48q8Y9MMaETwQ0KcILRVJ6PcOcSrrn
TebzLp15nW5fZ3mDTU9Hvdr1p8N8z1HGnN+/Mniji7VuDo2f4fcrhJIpobV14OiXQf4f3PdVMdxQ
CGYtOgJaUJDJMAkfUN+27U/eTfD4GJT/DRUvvyRFK+Miol/aL6CW8WY/Rhop7iTqOrN0QwCr35P6
gq5gxN+ynVk4qgWkqic7HrrPSDP9PSXGPMphhny0BEqX7frU0NPp3af2NqMf27WZY5inw7TlFl4a
xyfnvRk2gyzkXlnJw+Ofnt6fWkJWhhGSZ87L/KmeB+YwBYHdoagWXHuhbo4xDed14JYZRkLQjAHF
jACDXN4ei9wI2No9EebRXLRCnFTT9Kopn/dbAG119n7vrbELdb/aRRddy4mH1lVkdTmUOexJTHbE
b4c5eBGU/VWzR8/LqiqIbwZWbas40ul+RV6NzMF47jP6TJW3L++CWSuVzrjvYaRcdncG126Zm4PO
J8BxKgUc9Iv6/LKGxTAd8qTQVWm8GhvKE9p/UIR/3ys7alqpleb5KcgVBaobKMUtd/q/UlXfJAZF
c8NRJ80x2TYkxvWCRBl9BSxeKHEucKSsfX9szOPTalWcn2tc4Fo3TfOP+GQ9rYxhzCukLwnHn+fe
EWNuO8VXlD7HoSGndzG35hSXZJV2aq9Qs8nRAcrHGPoZht3zx1jfVojLM9bXQLksG5Nqx8fy/w9a
8vuOGLsrt+ks7ZMKHJ2izRpTx0eUZolv5xud24fyM5q9Z4WxvRF660Ixw+np6w5oEKGJoQdKjEOA
DjNN5xmAkUL4PTlGqWShVLmCBMlYLhOir3FdjvPUUutPbe/hXS4wYKxhwINn2EYc5zu67HBNL1SY
RZqAzcSj8vsCoqiiUayyOcI4bkD/vjm2qyfDdnUZY9rIhGZEcOZb3T7zGhvEcdfvmwZjpPukD0rN
H+RdP5kVRTcrci1znRgGPeQWJjZ5QQePKUZlyL1/jvqi6I/zZxlRpukk9I+kWxiCe8PIK+8IuVfF
KA8gVtdKJkNE0gzAZN66Oi0wXb/bca5qpJXwXiQYvTH1Z7nnDXQghtAZqAOgM9YyqGFrjgaDwjlG
nj2VGaURKsVFE+IctiRBg+7Vlhz/kN/IjyOmoran658cPfKzz+meQ0aPaL4kBdjeCHeOrHUsPTFh
U7Y6hwjHWLMLW0MXqdgmh3ScdPSwHYmDnD9GejE7vFQN3jseybnes8TojyqqxPNUBUtLkHsHPd/c
kz+uaRkp+gPxrr92n58CB+5qVN0D21rGJhdAzV+D1xubiSGqCv49JEXBBs0ToFQfH+H4i775fUYS
83OfYjcRXvSMvGCC4f196yChJxE0AwGQHCgPHFEcgQbAKd4QZESxA2oA1vCBYIryF1DKhsCemqrR
vj3mbHiqP6KWGzqMAMZYziy3DQ5OtiX9/Pr4x0cyYPdcMKYLW9USZRJfjw0AnhiFXk0XM7qwtacz
4bqCo0rwhhVG8Bqlr+btBAPfXoy0AYqEvMTEuD76psC2EXiNN8mwOndoWTitt1DrfwZ1hOQBIEV4
um9UM9zQYvI77axHE6SLi9HMcJvbqHb6ZPfJcy447+aas7t5N3X83+ufHQJLth5f/0j14+76r/r2
5te9SmibeHCWX5b/6Wh9j2zzWFiOhUT86kLPurHZJHpi2ojyeKyN5BvvqTNWSlH7uhY1nOASTcsX
J55iCr3E8LtZU1p9AC7R/rQPz8KSOxI0vJkHb4odUUziso6bITgKGxq7bzUp+20rmv6Mo/Q4An/V
xDfHq6WTNPKAs3xUtqojI2vKkcFxv/1GBhnlUE4vk6jGao3Bj1EteLlbxFY1ChlnnS56m1e34KmL
qzzdMFS2QKcGRPWQMlMwzmD+R8nqhkwX+r/KAtzwxmgLWUslJcWy3UHBGgqdWm90sdvVHPU6Hi9+
k2HHE0usgMyj4QiDjggQhTMQCzEDLyq8gG5w8R4IHYuvf9aKv4RuqQuGbLuLbXF6bt8xxsS18KPu
7Q1PjHvbBVMsgC8GsUjIS0HqlSmv4FUoSAcD4MmITgtu2D385CPuGAe3BxQu4ENxW8hKEb0i3bI8
aGsBzS68UbDxyPiGO0ZtVIXYJHKIV4XoZwh+/gDNDM6LQe2v5Y6HKDCeBLuhxjgWghpeRNkFYzpq
BWszMdA65Owr3XpbGIueHGyEJ8tPjl4elxXUhrDlBUUZtsAmtt28zqeIXmfATdzmh6OD+ER0iIHr
szEW/PV1vmb8OGTHjc03WUZusIxskqvilezptJ3TDFsIDDj1VN4MTj39Qh9vjj5zwUZZhldUHKlf
DObgmzojQgGa+GOxrFEWo/UqPL6vHdJR0D9uNjx0rn9wF79pMTIUzqLaky+gtXxZ1vrQGRYQc2/V
KDVAdxpwvB8f7T8I7TdBRowKTyqEcgieh4gTahMwrHPdQv5rN99waI1HSTcHybims0TDFmZlsOqC
dcJM33pwhl3z1TI2vwx4w4Zuc7gbfvHn6//mjrFDrdqGYTd437DkJIHIoHXD+lVaXJT/f/AZvikx
DmuRCFWeT6DaXurfCpnhdThWal/g6b9iT8iFSiZgozjs/YOZ/SbKmCLFr/5KplZGrS99dKioK2Jh
1rWh9FN2dp7++cLrCOM8B9TZceY3traufanVBl+21PWTQNeKvUUfdaV3VsPh7x/M+n/5U9gtqaKv
JEkyxDLv2tbVHSIh506vETWv0ey6tvmfJQVL1BmugjOgDvwh+NRNfTu46PvEMoPlO5KcyMCAv9XK
sKeUHmwdOGt2oO/iZ14KbTw7+PcLwVqf+6+ASleSUhkMJN6+eQwI8jHkskD+gHu247b4+2wZTdNO
lMlMKQeBBTIBBi1TGwG2uuFYjDmPDKNf1Jk3O5dnkFEjovmYPjv1dPY7IbUeB/jXMPqKgbWKOKmK
z3B+W9bqbbFAXHQwDOL4pqv//v2KAZYT+mG1Xbainy6C5sXCQPjcZLxwfTxBdXMBjIrCSssqdIfs
tg5YvdzBlPMEbgPPhRwP0b7PnlFLAaYwO3dIOmQYuaWTd8GkO5sH6jVonEcSzWgkZZpmqjeE0Ben
0F0yYJ0+1q7jCZubw2LUT+uJtVh1YCMiSB7uTuhVGbDz9pgyIzWe6sagwROgJQ+7JRel9rEn8mOX
d5jLriYMEeIaVCuqGcJvuvB4Gxc5ah2LWO8fZKRWUdgNOSkAOw4+FrxVqyUrJGRLegAoBK+Ew1Hp
2L52TzDrO0S+2PN4XL4Xwyg2HKz90xwITiL5WmC3wiG0Ht8iT+TZum2Td2hnutYC5wsXi7p30ANY
L89NbnMJMRqn9oW8r4ewOrPcN5h7bDewD1zBeOwrKmyRNhS6SJ11EIyXZQ4MFG0jvAWHmO6uvuHj
o7vG4w+e2BXT7sYUthPRC+TJIB0v6/UUJh+LdYgV0dRGbfhA7dmbwhOQ4U09IsmojkhWz1MtxSEu
fbT00kr3jjueenrsNWE1yr0MekCyr6MEbK2x0hSpj21y+ipesVwDIQUX/va6FOcRR4wW8evZOZ2m
kPjO1N+XmJtcb4/OPlj/OcbbPXqT+hn584cQWqHFHEhi2mp5iA69bfNOluMKK2ySLqwQnabD0yv1
5el9ax6fsLMHRv+wU5yYcpxh3mu4RgI3stPPgktcDGxPbGxbJq49M+iATcu5TI4VYPN0chB6MnZX
DBHbvNWltZqTS6wL+uOX8A8Jzr8tGpuwCxv3r4KLaco2Cuka3RP6a4EaPt4ezwXlvIFraHxzdBfv
v4pkuUal230CYByHneEVPZBJNhHX1sjyVHO8st7SkVDaOqFZL39D6w+DDrxeb47GYrNxXZzLF7WD
JASLPxgV53hg3KthNIacJzOvGGroOtq3B3OC9nHLGG4GlbeX//HgGNXhd/EZ1hK8AIng/Yi8qbta
Xcscy+SDl076h1LHt9AxmqPPtWCWD7LdJLogk3Ruh7Idd6tYO8wKyHohWWm97zHwVtHHfHJeFZuc
S9toKrRTsLk8f4lv5eaL82pH5ptvcw4/ll42TRCH6eA2J7/W6D6PqOWYa8kyIYp7z0L5mWwMDDKd
yRcarDjSzyXO+CD5BL3PZQXuMuOEcsXx3dSX0npa6Gd6yQ232alb2r/qO/vrEK/DDGpr+T9qR7Zn
tG7C+UVFpwTUlg5QZnjJaPeI8YfD6z+kWf+Woeuc3o0uKdPZtKuk4SaDX2gjU6h4QtcahwpPXJgg
CFFdmHVDHFtkNLfnJDv2vJ5xjk6cMYFL7ytqIERoW0FUHiwUy+ZpKV7czy63m6ZaKHsVKJzWyUag
7yRHTgqA4NbEefy4eFEw2wLXzKS6mQ9AImeKzRcrj0TW3nralHtU7jmkBv/9gaK/pgVurt+Lmuh8
hjk56vp5Ti7oISe/kMn0OU42RwAkJmcST4qmDi7gCMFkBlhbBCsSp6bDya4BRPnea5tNhFyNeyRJ
zxTANvoWG1s98gfxNMEU6Sa8tiFUWMvGA4kfD1lm2MimyRiiU6+Cc3OGojd1FW9Qw5r9YkbGca7/
QaLGQNV+yJbwe4pH3dMbesxrcruJX4Up7kwmy87WnqOPx0IxHvTdEGDeUo3RiBgT5pB0TAGZ7x8I
+lB1jAl526BWtlv+Oym8IciY6HSmRGrjDidIHMdyTXRNEdfo94/5GvUzbqgwtlnNk7TLgsGtv+jA
ieOp7NGkxs3PM9bY9+LY14rhKc13gRWTa0mAo0h5ssb66Ngo8VewcFoCpWtojv+DcHxFS2ofkBni
8TSaZfjmiXXSz5eZ6p+H7Li/+sDVKNgDvZwDy0XTp28VrxI3qsJviDFmVxa0VBT/Q0xfx6bw29Z5
/IyquxsSTH4xnkeaFlyznBKd7l+R5UeAynPPr2HvD6V6Q0W610RN3FZJMMOpxfo71vn86QB/RQDP
gxYeLzceCzWXGKMNCu/c9zMVxPTTqVwlZHmmEjpDTelNULeFY1eNyaE4fP4j9lj1UKQiYPRAMQJS
fmYRZIcJCia27PCknXddjF7Avi+40kNDL4roGNRBS5Qlo+S8QrEEYanmnDH4+vKYO54QMkpiguaR
NKuHVyyVZBJh9oRbcuKdH6MoZoGWt9oghKkTrLulRjv0D38Nzl2I/zkiP56j+RZG1lVvLt280DRQ
e1kjr48jBIasvgcAFv6g8jQgLGCtQEMElKQfH+V4ifaGNGORIzGa/B9p39HcuJJ0+4sQAW+2BUOQ
FClRlKG0QbRaLXhLOOLXv1N8MyOoGsP64s7d3EVHKJmFrFNpTyYXC4bSgKaUEpUayJMOtnWs7kNy
efg9eP1m2ii7MIUL7fu3pS9PK8yks3CS1mWf037V7Xv+5+xpsNCD6b7waDOWExkzOQymqNMllMsJ
B6yQAJT2+3zA8p2Nf4x5ydjlBM1MEoMrsdxaQ6JS29zR9kAwyae4CxvU1Xwe78ty1DyTxcCKmiu5
JkbwARrn1Lkoc+FhbglWUWBMDiUgzrfi3Lq/vPcyxAJYCv0OWh8/Qjhu60cUQtA6gI3zXHzmvNSs
J4/tb4HQXiCts3c1CV1phQU3nHu37MTPDpABEgMKdTXNnHeb7A5rD76UrZaTEAv79tih88X1oXhK
MagydoEoxgbkXaenM8d6Fx5ufyWeX8h68VOqUKUgwrvPXSS5evIbLb4m2SPVe/CVp9viODbB+vMY
ii1MJaAK7TJH2hdEf+RmUDguITuU0sXDRW7poaHLjjz+oaMILrqV3UPDeTR5ghiQKHXrbBgVBO2w
wXYdc9h0eH+dAYYqUWTFpAnrrQ4+0/P69ofgIel1E8YswMlkqyrOMv58Zw8bZ6QLz39Pm3ptb3ku
Or0Uf7sWOiIp1aILrhnMjjV0SNUJYjjzT+fYpYNdDryNi9RnuCWC+RKBoMulWUCEJ23lh4zIXHjh
KcF8jfOEed88gNeClufdrntPHAWEDa8XUqywiQ3dUMgXcb7QsqP0fW4MWptmOjTKBSLl9wxrhO8e
3LeNzXlQl2MPFUuhQGcL4lx2zkSazEjqq476fTm52Dv4Y+iXaQnmnzAHiGeI4z8sAsBMHuM+SIOS
t3TU8Wn6nWFwR9kANznnxhPB2JvS9HHdWz39VOATQBvZPWYl1sg2It+GhzXlVSOWvTHs91EsxQLZ
MstFpp0vajlRetDOzkl8JpNP6USoV/YeOWa8DX5vjpjRiL1ipyTbA6+BbdE0Z+IZ47/oQdF3EcTf
hwe4KF8h5yFfTsLMBDC2L0S62UsBZSYl0d0usu+9xOme1+RR/EQn4Lg6Yvgqe+alYJazmDOxjP3j
sI3wMunj0+hMJH+OV+izPbfwajn6LdrLTI7+M7IrrFEQcxO7815eDHw107nc168cm1x8yGcymKCH
thi2Rg1dtk4AxiK0v6Dsrb19csTQL/EXDs7EUFOZgTr2szaRSvcO1o8xlrU8XnsYUbI6XngK0Ut0
SxI91JkklKuGzMihUNKDk6w928RL/4SrUFvzQqtrqei/i5LZ3ixZM6Nan2B+WzSF6n9SGXzXarxq
QmTPy4hgcwtl+Y48cf/pHIwEs9lbjWMiy47ffw5WZpu2irg9ny8SDtZxsooQNPgVpHg8HrnrdjhW
L7M9WxW4WFIrwLrBbdVvUTnLgR2+sT5wLGXRu5gpxIDGkGSDkIIV7CnJvLAIybnPSAIa336tikSS
NrGj6NugPT0L00OreIO55vyA26b6N6+F0kZTkdCvuhPt6u0c7zPwj1wM5AgD16h4cety291MYQZN
JhQMG8nCuarx2hQLIqV2t5J/Ny+dYosqiWsyrjby57idXC066bw4b9FDmYlnQMYajEAfVBAq519x
SuKHTch7ypcjyZkIBmNCrAQ2zglsFHPFoHlKt3jKCZbYGJtfint0uENZPJUYsEm1IhSNjH5BZ/iF
HcM0PT44o9sQ3+YAm8yTxcBNH2JpjhlD1otD9zyULna/OOV+995Ntnkk5frurnI7T7/XGpAXpA4v
8cCRf721M7iLGx0k22dYT+G0H3sXz9Dt68BT8JqQmAno8roarJQ+QqdTsFnHLvDbk9co3NEUh1P6
W3+je77tcFMd1PJuwCvbnDWC7Dou6cVwdtXneiRP3Z+QeJUfqDaotX3t6bamy4HHt5myrVlmmqDD
aLzKK8ngRtiLkd7pXoE0GUfS7YddZms4VaxhbyvFOOqXXWysoL2r/N8ZoR23+18lFmA7HO92OW80
U45BmbLUy0qNcc1L90X9ajdVRjbcWa7bDp98zR7PbCWz4nOnTnD4MAEv/FbtcZP32At9+/Q4D8QV
T2dCxt6cqoTebu/x6/ZfXm5xmB0SAxxVN2R1RdcZNE5nOJfYTh8NddUEbl+T6sXaoSmq80seDx7X
8BgMMWuhLPoWxxZFcPLICnCF3i8k9nhDM5wbxdZzOqUZx5R+n/RXcpx++bePjwNFbPlGKfRYES/4
MLtg5RlezoFajnGxvVWmkdaxSk8JfX8pCvtvIGW7rQDHsti2Ku0iSGFVQoFgjemPM2cLLCcaAwHq
T89U6rv+Ygz0dpx2w4Z2Y7d3ReydMxuEkmg1PRxt233bP64qjQc4ixH7t2GzHVZYQyRbWksBZ3My
D4iUqsH55M3CLofsMynU/GY3U616jH/lUBAsy5L3TgkOViBVRvkE+25sbgchPa8b78P15ZqJA3VI
PMQpPc/MaVpiywTniGwxCpNcN5t3gAwySEKIOSwByNA15HQq82PlJy9TcIx4MR8PqK/tQjOtUkFv
m47CW+OddwGSHc2KT0RxO+rDdu+fX0qWyiBU6LaUCxYtvda7uif2gS+Gc2XZYcdiPMtmJyMWGzY7
3TYfUrtH/Q7zXBcHJ7dVHrj9rbx4iOWuFVNFzHIVIg0fGWOXYJrBt0Pvk9e2xXsr2J4pSxMT6Uyv
1KA5Jdbo7o+f2icKarRO+D/GRGzblDYo4lS3sL4UBa34pcdWvt7psUrsAo63hpjtxhW921h49UFu
3K4rgercDuO0DIMMMpUO5CGPGfndgqoJ1EOcV4MDumwxpuwUWRUSLFWyWhIH5MwD9f8SX6GLBJta
TEtlp3zquO8L2cLSFLCFOIUnPKa7Nxt73zbH2HO4/IvLZQuQev5bHIPynVGaHTa800ICnSg8pNsn
c63+jrGq0HL8TUL8o3/gPI3/5WN9C2W8u64SJSunS0mm+6239gR7esQy+y8uwtPg+2+j+JbDIPz5
kvdKL9Cz3IKc834dOGgZp4xUDba1gUePK3A5m/MtkPocMytsQWVZRQEENmiHpPNvGNCkBJrUU8a7
gmcF4/QOx/SXHZlvoQzYi5hJ6hQTJvmyhUhvNwzYtfkQHGVHBJ2+fai3vM2h/wX1v0UyLmAt1m00
iPiAIJg5E/PhjlLdgeSLo9nyk/kfMWy0GIFRb2po4PGS3e0u9uQhX1TuLjFdM8wdB+UYy1Xn2bez
zoKiyYlAl4N53nvxpP5KUxJ4v8rO5ejFu3RsqBimYluodEUV5obCreZ5GD3312SDXoPj875bK/AM
eO09y87091lS9WfqCZUUqGYJK8kNJ8D66SjmaMVDLjZMNAKsnjZ6CiXYtSqTk7pCZfdlMFe6h3S6
w3lleLbBYEhppeGA4huAeItRv/j1tuld3/ob0MHGhn2ghEWqXSHKOckbbNHGktEPSrk1YuIktluM
l9/la/T2ZKDfcrIV5j5v/wTueTJgUrVqFacjNKzu8v1H4QBDznd3r3d4DnxeW+1iiG8YJrZcmlh0
yjr7NdasylWVoD/0DP4ybFLwQGmCDPBtlRYdrJkU5ptl46DmgwyOTKG1M82tS1fDErBknVTbvOWY
42KjuqYrBt12hC1rLEs/mAjqSL/QaXkHGNV/lDboy4D/1v6P7jygPTn0um3o6fvPEISnpsv5fEv3
bS6eeXsKrTZR54J47FAt0ZkV/bl9lovVpLkAxjykIL6AbBwVwO3O+/D+6OvWpw29KG0WMMbPF8G7
LXAxoz4XyLwzkpEX+pCjHgieoq3qVn784G9fbgtZspC5DOZhGcdWtcQYMk4nzxnBT5XUnKh5MX0x
E8FS6adtMyQK/TDbXXVMXuvf6M8Iz/Yndyny0rs8F0SDtBni9p3UmzGla8CYQrAJnAc0CGXkjvqk
vu5yDo6aE4tXc2HUM5kJM8duVOIRws4uxrVd3uuxGKgYiqaB+F9CfZvNlkhhJ4F2WqRtDgYmsqWW
mCBea6DLQagIRi84+iwZwlweo08vo417iCFPiUnympHoUIAX9baxLV6huRDmTQylZhh7GUIa77SF
t9a578Vb7MpvZ4vE61ZD0n+Abl9+INrJquYSQ1xfEfarzX8AfeRmX20I21jXhAkgkSK/svuoVwRh
oLQik+v7EqdFifsNGfg9D4KGwgbUhTB354DbXX+iybsLtOSg36KLb6gyasuSbiiyyYTsiiwJUz3Q
7wfFTtK/QDDZk8srDzOu4f9fpziTxVy0CwYM8uAMWS9bg3jv1YPhJ/cjanFOA7o25xi4aAI82roH
nkA8atw88vLBzn4AY6xpigm6QcIPcE7vAXgQEWH48IYNns+zdMnnh8rYqx7mpZJXkLMF90v1Gh5v
34fFOzdTg7HGMhXGYGzw5zPESeK6c1y/4XI8L+Vy5jowRthFZQkyDQlnhW6v9zWJV72tOnevBaZp
7Y5I64HjKC6mPuYS6anOLtkUlmUdlJBI0xEnzxPcs0eOR+4MFE8z5kEeY3WQsSGGUjxh3tuCFHuj
Pt7+RIuv11wZ5hFWjcsoZchbU68GI5tYSK8S+ZUDjIuu51wK8wwPlTSFaCCAlArdyRPMIbeL7cp9
3vihx4MKejv+ur7w0dA0ZZoYE2KE6WWBOStNgbCWLtFwJRQ+fQAi5+SoYd0QwyYRrcBKVFFSIYb2
M51Gx9irBN3lqM39o+P71ohNJJ7HTAvMyaAaebvCQS28sR9sEsGl/hz/D335y2g7E8gAUBjJqayF
Mh3vwgjZ6UNxVCdD5+kXT7XFtnVjJomBoDwTEytNcYq4Ssg2RA9nsBpMaCHZPoioXANf46O4hdxP
3eVdZI6hsHnF0qzOZlDroNh3godpdXfc+F/a2rR5n4++F7cshYEoMNBb6dRDznbYWB5GAl6ng2Qf
NLQs3rbJZQdkdpoMNMWxnJ5rC6f5kiJPjwY7b8Q8o2WvVqs97trXwTft2yK5psKgVKW35VinMBWn
cbRrY9/oKY68Ll5kZ8M7yUVInOnHoJUSyaEZtbgITk95DJR9eRI0oDy3wZt3uRkMUSe9LhITGC8i
6dCvhX22Pf/efw3IXdbcLTm8z6Yyzk0vSFWSjzjD+l15xdyXqpDWJc/uqoKD34IKwzfV1QGJdkBN
zc0QLz7T34fK9n5XY6LGUgPpL2cXK8XDvbfrVkpOsHNqOryJr4cXXufx8qszE8ngSwBK0ELE+mDa
OgbQfHwDan5hDcQL90Ny7rjK4EuWY1a0Pms4WpfSu1YtEVz11f+8fQuWQrMZiqnqT5cALZFCGQy4
d7WyituVgHnKtfhqtbvbYhb9NfRrY+EYNjlqInO94Rib5iSb6DxeTXufPxq6fFjff5+5y2krynqv
4+/XrgP+aLoso/MuDuZQb+ux7ODOFGHucQwSij6wIAhN7raTPoabcDeJtt6RZndA5X+vPY2ctv3/
AlTfyjFX2uibLJEUyNRAvk1EF4ucUYT+bZJNVJPPTy6rwKJN6ArMWJRwbiZzmCoWOfcBtbwGnulH
cZ8/a5iraJGKbZ8rOwSNNX/kkurw10ujW6aJjn7k3q4EaTPXVMZYQmsF2C8KMgXwfwtE8yPJltdj
gwU5F5J6/iGzZfEfvQEzscx1jpqpt2I5meCp4o5Jif36bPvd1le4wKzR+3pLQ+Y+Ky128cgJRDn6
e0kUr3CwfMR7xJDE6x8UWB/c17eLJ9kBed5sNug4PdHQBi4Mql+fn+Bys/dviKUOABrO27tsX7ND
YDAgRMI/NUv8sp3ia0C0PRYogi5DWnPuDv07t06A8SY6ETRrIv3GUG1X7mSFhGu7sr+Uh3Kruxxh
i+/gTCkGcQa112s5g1LwPE/YeoRkwl7CAWY2Lz29SIqIlW3/sV3mvgRT1Jv6hYoCC465OinYSRGm
bnDnU2Yf37dBbtsSfcCgP0b9qV+IxVIY7+i2iMe5+alFqJ39GhahjCjUMhFLc0/O+7RVOs+yr89/
9KyGhDuxdHU1b31UBpxawWglWYE4WqWdnMhbP66je7OwkRWLE8cHKAa2KfsVWClgxscN3Th1eOF5
xIuuwLfWbC5THJRISmPYFj7B4L6fsSEsuFNWmK5HfZPu8fr8Z2HUTCR1nmeQNZ0T85JdoHmQEq/e
iAkR4IOs3BjbOnztreN2E3C+rMGAVRhEGLcRIHCrruB8SDlqLhtxG2MDFfgqPnnZpOV0wUxBBrHU
BJtCp57KQ5t8crzc+z7IPDnowwF+gwGftIrHUjMgBAXUHBSiKNNy888c6DUY4EGqXk66NqRriree
5Wmi7eIhA+8rjxODB6UGgzqdgLdTOEObF/ij2KkykhA8/HTonXNs1zTzjXvH7sbOB6NHd29AOwcG
O7kzMJcE1EHGVtqLoO4+r78OKOUEtu5yPVMOjhsMwmhBdxaFBseZYlmHEx+URzp3ifETuxDI/wbj
BgMviaqHuNhUVkO2p51c2OJnhRI7VpgSzflnMeG3ybPJ2qooWqNI6SP9fl6lz+EOBIxH0DcNRLjj
ZXuW3az/PBsmgx9xEeXVUAKydsAs76NAxFtswXEaH/3tP/SQZ5ox4IGZ3EsqgF2HNjFG9xNCapwg
b3CMZ/8mAxnjaMlmGVIYdtLDaKAuggZJB/kC3vYJriQGN7pBNuWugf1jxOqaZgT/0R2KBVsuztOT
uXHTTAY9jDRMlUSNJhSU0DsDaipKwg2/hdczw8NbkwEPuagyIVFg69vTedeTwq8I+Ihk7jzzYtfF
zGFhHfxALYsi73F2l1VUEjhjsSu4hmUHd0VLqotTNUQn5zt4S5/bKN5bvX37Vl+b+W4dKYMggmGV
QXKBmSDZgxFR3Va22KScObELGrV1UNsByI69AY2hcuyGtunjRQ3hS9B4h8+UxLUlBmQ6Sc5Tvcat
v2w8r7atC1bFg1tZWKNCgq2Kt5VfTil/30R2g3E6SVOpiLAnJCh3WBi1BsPz7vHVJNhdZq0/OdKo
0bBHbapYg6ErJvZwXwPamZdSd7LWT0YGd1Bxyp2CQcGVH98X9mey+0SYw5G2dFfm0hgTnpDEK3sL
0jBVQwontl8v8E64EepSXnIuhvG4p6zs0ZWSX50GgaTgg/QvH7wa06JZzKUwVlpERVwM2tX/QYN/
DA43kNOjmsUtkC82YM8lMQZ4qRMp7QPo06A82E5Y+Ya5dps2OiJ++ELMYmHdKO9bLUVIM6HXHzWz
jEwrgkuk0W91cnoR+t1FlCcRAdInzwh5opinTjOnAhQrEEWTuyfHQvpiIOeTmkPay2d2+t+skJ04
MCRkLxr64YJVdFQmoueo69JqQ8Lj71jsjpofIvPgNWBBD80zNLusaoyQbT1MFpvYfIFex5BollOj
i94Wt1S8sTbQYhxck75cfplFf3D+Q5j3MI3kPmrpzXN2TtsSSMeacvz3hZwBErCfLxwHdLEJxlRN
C9GdpqObjrkdUS5osVCd4VRjghrW+m+mJc63pL/7b/z6FsNcjdBqO8HsC+AXZrswcA+6vGdazuF5
Yxw57G1QpUlqTXoFEYeEhxDrimKQHRIc3G2FFh/f2bldP+Ts2hkRGgJCBQrh3fUo09Loj+CBRzaP
vjlIC2x5Od7FOc65SIraM5GVhj1WZgaRaGwGlc37TvHyjbbr1iIqcTHeVee2jotdsXOBzK1Q+l4w
h4HqmN3XoFH2D5cVRwTve9F/n+k0XNQp67oKOp2mu7Qm1iGBt0T7Rp1P3hYhafkR/Y8RsmM4maqn
otjD1l9OgCxHR0cA6I18MC9wtKLWfMPar5PrM600Uwx1Oa5p/OiI9n1klzVpfPXJ2HwdjTe6F/b/
sBmWpx3zmgqarIPHCUKn+xfsc6Ap5sSptuld+gReFV7r4yJn1Nw4GOAI2zIuMola48nrj0ngwM3D
yi7UhF8/v764xP3LLsn3t2MARDyHqECrEEf5SE4OfE3fsIcnLoAs+iSmIoMR3YK/JTIGeTnno96o
JlLJYC8bDpqrbexE9rIVN/5e1GgmiQlIOjlVQxNK4QC11wQDVBieEtbgKeBA1VKxS0MHrKRi0Ytk
YlXlzzsmR3nRBq2Ka6yunqoP63F4a2q0DW3Dj9t2v1RH/CGJcRDGRheEwtQgaXu69z6e2tdHy/3z
myDSB4l9Zg9E43rGC3cNM2+SKJmWTosrzAcLxKisy9CannTkal4EUtr1YJsg03Vr5/lY7arVv2Y5
P3ngteTvoQYGcgDZUFQRjYQ/Dza+XHIpVUsRgOwFmye63pq8XZz9L2wB4XL7XSeaGFD5IY2B/7Aq
muwyduI1RVtiJRlu+C/LO5OPkCTeI3hssuvOwbdfzd70MPJX2eBf8bcItW5/5qXQR5ehuAwWCsnQ
r2Ywg7e416quGCIR1bPtTnZrFYVweNUiJPpf1pouYuJIpGDC6P5DIvORW/ESjyNWdzxlDygMGwb4
VpEORs/T5fUAv/qFn2hZ8HV/SGRu56UXknAKEpGWIneKEzxR5jOkW7jLjZc8iR+SKK7PTrPI8gkk
vymsqEd+9n6aHPnz1bc733r6xDsoU4JBG92ivFdKXXgwdFmSLVSHQfEEE/4puCllBWFeBoPSyOj1
MOLpDnQ6LlbdGwQvZGLT6iiyMpgUqFfmm4mugI/s1VrZyWgPWx/LbkCJbUcv1aOd3x+dnpc2XGp5
//ELmY/QR/nQYCUWfmG3QWECqyp2sLepWbUuuAJxNDaxzbtcJRrdtWl+gJGx5/W9L8Hnjx/BfJ86
VdM8EnFMoLPWCIZ3UZPwTJJw3S163n8Z+ex7MA94koRW2VgFtEXU3R/lt/zJff6qP3jh/VKl64dG
zNM9TBNcuwgadRvH8a0WxOOo1gaH3VYjCokw2Fh56c7CVAE82hVWOO+wpwQGIbwYqW9zq8ZLQc+P
38O87XKKl1jv6Wd2nA/1bfrQHfCwgO2yJT1GHmnOaBtYnATOUsw3l8o2vQjnQD5nEpW63V328UGu
QQsYOQ/qehXejUgTYDNX5F4IFkegfe+8/Qydy7b74EHbItB8f3W2+yUxwmi0TPyMC4qIyIKsGj/w
RmxZtbB6jQOj1GG/YWEs494QlpmlZ7WI9xnXPUic/tFHYoI76LaMaTOlmMhB7iK1EbqrIA9p8Uwh
Uoi0+GgLGOfAQIcN5cKCu2vseli3FGQgLQUZk1j2FRQsycVNN6U9+SH5uPeiimhovdlnGSkdOKnV
6rgZV/YenE12F4MOiyIsDepRsjft9PWfFK9+WBsDZdW5nKxIx50Dnp5QvcKMF3br8d8tDohcQX/2
mhhJGoJlAicfHC5SRfIgJGbwlTth4kXlryEg4eQICcE6DWtzUd85Brbg0/7QkoGwsrLUXgxw/khG
ibYQe+qnGqNLdCo93r3hvF4qA2IYOMwKyaCf2qGLQ90Q0/p3NJzr/GjFg0z6u/+yK0XRRcuUZM1g
G5+ETujOg4FTzS6eRbJhrwe/xK1huP/k/GZymPMzRinA6UHOi+cECUGWRETvMLVLjqBFJJgJYk5v
UMbBis4NPT36wKebznuL8BrcFrPUXQv38PvcGGRHxrDVggBiOrt1vMte2QYgd7wjv9d4WQrit7tr
5iLbcZMli5b4LZkdtU1UM+z7DpJHrEV7/RN44WdCptHOAEDcNWyLl24mjAkEOh1cGJJF4U52z3aM
dysAzGB50pFbzV+IT+cnevVWZvc7q/oI61Wgl0J2WwmN7Jr71qx4CQze6TH4rRmBpqkVpAj38K7e
MA2Nfhe0X9i37WMppfVDGxavrQYMsNTedcN25D+BAz5ttcKUcrcWHP+TtrrE94cDR+rikzv7XAwW
m3JRZ0NMz7C3s3vzrvPkU7t3qucvwfmMVtz11UsliB9qMi5kbuZSUxkQCFICyTnvuo4cv7oPYBV3
7bi0iIsz5RgIOZ8L0cw1KgtLqd5r4q1DkoHr7cjNDy4RMP5QiwERcUowhJBDVOW0Ht1yGtc2Bost
otupKzzm8Xaym8PX9Owfi9WXQVuHOK8AlXADl6/2NbsN2DIUWRa1HxqHlrb++4XXgbYU5M+VvP77
TIQJFo68biGis68bgBFtCxNG27988Gfanzyqm2XXCXknE5G1KEkmcyXyVBPOA2ZVnvRNU5FhV/5J
d/nz78jftKlz7O4R825pQZNzkkstsbo8k8tcitHoEqlqITe6256aJySklA0SGfYRTYScC7iQsvkh
irkOYjg28VmAqJRkT9Ie5f7jJ+eKLyLyTBvmFqRB2FSmCRGVs7vvXw0Xo3JHP1vx8oXLIepMEHMH
zFrMtE69wDNofCQmc5J+oSqEuT3aQyi7jUmkx8btnPTJdSvMoHvCYUCYT555Pc1LV0GRdBHr01BA
QmoGV2Vmp7ERiYGmTzQZVaW2UhOH5wQt5n0UWUY0JuF/Kkulf07T8Cy2Jr1t3mPQuwGaepuV/XUY
0ISCEWDON1xyuubimKNVtDK5XEqIS4nz/j6R+xXYpzOyf/a5HUOLIehcFuOoCBcBj/iZqoYYeHe6
f/JAd70KfBUMJ0iec/2vxa/1fZRs8Jkh8Wtq2f8/St0eczhDiLSfwtXogmL18xDxcinX2I6FypmG
bJyZKcGE2MDA/Y6J8pFOG0FyY+xq35jbjbvCeN8fcheQ/YZQliFd3xwcpPI+9UfQov0KwU7icL7u
EgjMfw91QWb2KpuNUEv0xMXcbc7b1eoxAn/v7zf7glbIL7uVvX80xKvPZTJujXBREi074wy2p1OE
JDF53W9kP9hz3CeeagyEm4qQN3UGMbj9nYTVVvF4aOVfoWCLzcoy7m6fJM92WcZ+Q9HDEB12uPlP
IaGL0FwrsderFUELOEK9wk7+AMNrLk/PkqehyGhIkSSaDNaZ0+xRi8TekADBigBmZXIC6RymHcuR
jLWN0gzPYJZ80rk45lTzHq/T+QxxcKL6uzGxE98+BBhjW98+z+Wr+a0W8xAGRln2Z2qYxuMRDYqY
GL399xdf2rkizPMnB1kMwi0BijijbEdHaaWfNuoH9t774T13uGvRx56LY57CsJX1xKRQg6W4meNU
qn/xQtu9eG/1etO++9zx8SWmRVyz7xNkgDtPBhMjElAQherCwfof7CCilJGrB7o7wKbV8YGYbkd0
l3e2S+HRXDSD4xc5DWUzi6Snl8sKzzGWN6YD0XmmzzERtk29Kc2zUlY40vY4OCCnQIMBB0IWI+eZ
IgZVdAaP9XmoLhPWvMCBoVSVIDi36TDlo3kH8gjs5vt1xKrmT+63W6r5z78d252u9PFlLM0QB+h0
roAvh6zdiue2LxWPf0hhoKOYZK3pC1jIi/OeJQR7msMHkTyLBL0ToUO3Y/HcW/oX/37+/mOTbJlw
NMdKaSycZ9cQiQTrKae9GqggoOb6xfl4iyUDBXszUFdR0VnDUvUkU6PXo5ZLT93FdsRnidar9uWD
bXo8+r6lblN9LooBk75t5V63Mok+aY4YrmMMTbrd/eYiudxWs0UEnqnFIIkpZy32ZxSwjZOTuo2v
2A54yzjBwaLXNxPCgIc+jIN87iDEMWsi/tb9Y/7KAWD6UvxlCzMRDEj0ajVlaYPPM8AW/NB9OpPa
NtfGu2RvWp1L/bJs7d/yWLioK1FuBhPfCPU0ZSv51UOV21VduYLlRPl2nNx+II1npQ6I9eUKk5tK
4pbdw221r+75DbVZSCkK7MxQkDR92p5djLpXPVCFTkx3IXkJVphxIMXH4yOKyU7iaaCX0p/iE2bI
1hu3Xusl6dbw8rk9OYuAPTsbxg3U86LqtEsiPVUmSQd/mmykmi7kS885zzrvphgM5li1hqsi4CsU
shNZGCv1o4O/ed7UFeFy71ELunXUjK+iZZ2RxxccNc2L7HbrBGRnPVnd3b1tNlyWxqUevjkGsIMx
sTDlSOVC2m6MCXZdJrZ6Cl55FHKLmQlFMxTkJsBtocvszezCVumSEtfGDveKU6+CtfJY+OOjSpfu
NghqUS9D/UT5TIn+fNt4l9/DmXDmzsZJrwdqUUvwYkBvvLvX7Xt4u48tcluNO9q0Ou876uM/eja+
xbIkG1Um1S22YUlPWuUX/t4eQ1vdoq2CLhf5RwXg2QFfK5azN38MpFYJJBwwGll2vVcSrN+yegf5
/y2X/GzRQnUVSSbw46FphzlPTQH5RHBp6Lvhya5uI+B9/E2wTmxz/AJR6u2vt/wgfktjjzGWg6rL
L2cJySValAs34wcdUU0rB30EHFmLD8hMFuM5WblVTZoCzXa7JHT0wVVlNNHW3nP7fkyxFmbFe7GW
8yIziQyGJU1QaFMD7RTSe4Vs321Ab+uOrmyheON8TsfbGnI+ncIAWdJUQTkpg/TkDavCV72jyNmu
zf1cDHzFeToJ2QAJjeBcHlrwy6bYoLPe8qYGlzF5dnJMrFVEiap0BU7OQZoudlEkxhgkuuX55OgU
nP5C5Jkkxk9qz+Au0M6jhGTSyaGR6pNEnurn0l6bd6tftp3e+8fMPcL75PXZLOPmTDTrNnXakMpD
CyW377t37+lSE2xSJHbmR0SkvfoHnwdbvDvAQPWU5lWgttAW56pJtliT+LnY0un/46Ulx2TTfZQf
t61ysfAAVoh/Iwq7XT6SjEipLMgUV4jQ0Z42uPHOamxhZZ+rTWbzk2iL/ui3RDaJ1ilDYUQazPQF
5D2RjX75aVWvzx8mL6y8Xqkb1sMmz5Lm3+eplWClQIXDo+j80r+hK2lXeNaj9vjn8QlbJbvn0Rci
NAiVa31A9YoX31IzvfVDGKiRy1ZtRonaElgdmvvMK0Dpd7p+VEpxil4Ozlfl3BuWv8QIm6bMEtzQ
Fp373nu7tsgZafvtAE/D2+gfqNJxJC5GarOvyoBP1nSxpYwdvanSPRZcX64taOrT1HCjbIV3nAz+
yOfIEs0Jsmq38ehSiFNxd7FNcDOXBEN00gokbm+j676uVFAKYbYGC3FR+rEcZ8s7aJ4xMwClyaqu
RyGuT3FHbezjbOv3DS4sN2KkOt0yIQaOJLTA54EFnUFkr65AmwjWteS1whtZuPb/aq8MELWBJBWK
AWFJZu+23ket2VW1MvcOulITO/4nDNv6DIRUxq0pKXejLsJct/AOEdfFxLLxQvoBsk237fTq7t44
R3ZDZnW+qFoZ0xflxSk30f05wdTXen1fOLUtaKRd2XASt5kd7cC4me0+uV2x1w0bt34B4+mEeZDo
enfBM+3tttj6srs/2x8xSTdrSgrvZv6mIrL39nzkTp1xXBCNgaEwH82iDwFDOwf9uOdX3gO2RLMy
/47Xf5+5wkEvYXWr1OM79t4OvWqKV3nl82C5lovOKURtx+GjsO1+tUEL6Op3bz88PuSrDh2pzxE4
fMDQsZpW4v2+d7HxPLP9l3FYjZyAejGzijWsOo2G0MjPdgXF59YQ6otIkUrwMcCcrUfnnDpa7AkZ
GdbWy6bBuvXtgZdfWqxJzwUzV3jsI6uVwqtg8aCRIiYY+DjtxAvIFzbdm1jvMFrPS0kueoVzqcxd
rsPMkmqQDT0hM3i63+WPaWhLObrpVM7VWnQL55KYW5zHrQ6mJCrJQp+7ahet3eMsN4or7Yy32/d4
sQ90JoztFAKvdqeWKYRtMYIU1l76Ht3rT3nkdGu7NPDm1K6PlWC5s3f3ir0pXB8XWzcI792jBVr2
Ns9/B3ObxQiBd9lQpZvIER6zC7GrDWUxuq3vYiQ9l8PcXSks6jG3JuiLMbL7+9p+xNarlWG7ZIO3
jc5nJzavdLyEF3OZTMjStWUf1RN0Gzv7w0tQDEDD9obLkc4z0Wsjzgw2ajX9l4lu26OyegPl4MG0
eS81dUBufSjGaciTKdTxsXCA1v1ul2IWGx27kUXbWj/5NUv6OW5JY/yCpC9rPQogLWgIpus3m371
q9ocONa35ObNPxCDKFbct0UbStKTnK6FR9Sjp8gOhP/H2pc1R47z2P4iRWijKL1Syt1peUm7bL8o
7Kqy9n3Xr58jT9zuTKYmGd/M7Zd+cHdCIEEQBA4ORB3fSw1CxrkYzoWQ1lK7zJxt7xXQJBfQpN0T
e/i1ArUSGIUOYkJq0V5xnmQalKiOknmvDo3jEBA/vABf7ZbrgAB/K8yqLMWuZ/rxIIyhTxJ0gEMc
WJSsdXZAiwTmzQAccfsML5YQDQNdTwbRVYXwsYcykUDRwGB4yqctndO4kT199YHzskcJP0LsIczg
LEXK5xI579QouRTkioao8VABRCwBsIDHJDJhj4+SoKC9aItnyvEOqgimtu1nI8Eq6plNsIivtxdw
0R+dieD8UWV0EqYNqMpJall5JL/AuNPaIQbe/q9usjNBs32eOaRskpMo7KBLbzvJQ25XFZv7aA9C
VralqP58fzin1PgB7bwQ+3PoPIYoe3+P6c6x+/g8swcJK0GLdn6mFueUJE1qokHScVfR38W7goEQ
qeLEsoPkiZA3UWR5nGsKgq7R6Y85HNYf7sRKmAMqyKA3EL4eRGpx7qmUcwsEB1jEwgFL0eTkG/oi
7eEmRAXC+bRcOfWz9ePckgyC6NxsyJwxPHYn5WmvOi/zzXvbyhczT2dGYXCYsLwIKzPMIAYJZX3z
dvz4cHdow8Co07sVKpIv9iHY3BYp8kw8A2QXS1knx7AMMEAeKzxl1VVQraP7QxExPIb+jwtpcL6i
N6tWs2SIe32TmL4DugCIjdsqCdwRD3MJaDk0SgQRQcT6vzJQE3aniixi+WZExZjOPdWUWJxH8kcM
konB+IsXlbfB3bhb7/4+hPYGFyPIl2wMJBXnzxYjzjOZnHPCBEe9CXwDpxjtXx/d3XgvgeJfFPv9
BF3Xxv6vapxrGppBDcp6FoPWTdD6TaxYY7g2clWeLQLXzM7glizOMaVV35kpXg8nkPErTx7bCx99
y+bwrzacOwrViihBSWfXh7fJ27FcHYcApL7aUX9L3WLzvRVHMcvO/V+ZnF/CjKMK/PXQCunGt0pl
TcDoKvn0C/aMfLXgblz2t/8K43zTpDZG0CRQcBZ2DHe3T9Nimtj4x+gMmfNJQ9tHUaxBF7r+ApT6
6WmXbedsOHB/Oea72QJxi+HzmTgubilMvfcmAnESoom3flU8J4fqFVwujkDQkkunKI7O5Mg6wJuc
Xch9kCUj0Bho43W894fUQWIffYsCKUs31LkUzhIGdBHEaQspKCVYSOrrbKWtMA9PoM0ipvBcDmcE
UVL22lhCzs8cGZCNnHbAw6Lf9/MTg9RFYNBFcOqZOP6iitUJNPwpxIF7x1n7iCdOa5eyFhiW4/gI
sAJl7tzKwJ7q9/GhIOxhNd5VGJqKluBtdnwsf4Hv6PZSLyZZzr+Js5wUI6HLoJ43dHCOJ3TYM4yD
BWgIHhlkpH+sO8G505d817lA7i4jA4011NhVRB/qJh6Z/oHoIP1GhaFfHV0WHp9yO1mfdk9PoNMf
7OgVOT5ig6E9tQBkXSmrVcbubdTORCx9Sx7h/MO4u6kgg6RWOT7stQIMxBLzDS75t3MB3EU0Zm3e
DsW81OtjbScy0zb/zWyovItuo8X0x7ks7jbqrCGr5fmcArSKxkFkQDJndwLhrfz+O/plsHxXoN3+
tfREEDTRKs5/P3sK6E0/kG62cQ0z5637ZHXbXhezkeeKcQ5ITZOgHn926fD2EWD48xNd3cFaI0ya
F6Yllm5BSi1LtTCNDuwB3CrSRpHHASHLqWr34HNS1828aWZ8Z1JBELsYUZ6L4tatk9tmzNASczqA
Y/DjI3PAarOyNqmDzmWBexVpxS0hqIeDgWQQJW9ej1/6KV4L/OoiVOdcGc5/T6RB23kCCcVzt0Jn
wUwoIbCD5Svi363hXLc1E/RTHyKc2W9gYOsOAB0xBnbxcXGmCo9qG6ZC1yKrm+15vR6Pp8D9y37P
CCf0rH6P2220EW3P/+CS/1GNR7BN4AAa5KnFrfR2XINzEb5w84AQeW7cE2U8Fus75/px7thTzc4Y
FOgHYoxT/ugzf58EANcz1AI3GLdoPxcl+wbxufQwo5n/CGxxMZd5Lp/zunOXTzSpkD9ugFiAUwRY
Fa8A0d07mwMfMZ+L4XwvJQ31pgbmgr6XmvnHZq6XCGzyf3C6/24c5y4SE2wTUQldkAbB1GwWtyCV
jFi6dopNY++/0Ub3+B1iOoDgLCxFf+fKcb6jQKxetTnkwlzg4833bit/1V8iMaI15PzGOPw/13tw
zMc3ix3bz2arN0ClRdg1MA9vZvSMQLel19u5bpwrSZUhSNQQumHowRHD/nIWfIoUE60f50sMw4uL
Yr4sc5Y86KiA/DSuiaxjOfD5xzp4umZSVXFrajBB2DlZ777iPboGpjuEe5aN4x083e/t9qAf1AN6
JASrKNCQp282MiLB48OlHNbKwd9bdrkO1wdQLQrkLN/+/+rIeROUitVWmbCSB1Qyh4b10gyicJDL
AoXmV9qgGi6ex7jYiXFmIzyR82QNsmy10G5mTQP26IeoELPP0I7x+2Fz974KVj/NGLXwoSI4Enwb
q1yQEaXpeV2HyVnvAC0E68az9DDj+8FYLazGi/aR8zBxP40017C+gGZgfqy2xRz22gbK/32e1eCv
gezCDOrbmyq6j3iq50SlBbIbUBK9waCBxF17+rsBZc7dCi35oiVdlGYqskk0XcGL1tC5ANKKUsmL
ZxWP0xopIqANWOn8Ips9NATslgm0W1rSc3lXS9qYejI/gMCEt0fysGYnQMOdUWPEvpfXexuNihaA
MKIczlIUhu5nqhJtDi6JcqmnmhRBN2KmM4x23X5QANQL0bFfss5zEdxpJFEZKlqtwDodx/3q188C
57wYHJ0L4C/vyfJVkkAAcl7zIwOwDLyf0f+0Qs8J5hkJ5C150HNxnGlIeVc2UoglMyvW+cCa/xUI
WMS4nkvgjKElwYD2D0hA1RiVuy+WzhEQSARvG51QDndjg46s89oOcvCyfwNzZmCfNvQRoQ/4CwSi
5k/mI59zlbhbOwjHBGmuH5UcOMZkrWzAmoejJMqoLT7NziVxV3VblQHmyk6zcwJaUKlB0a43s+cP
2B7Mvo6Y7X4pODiXyF3cJu3yCkkVbFfJ9BMCOvGNJjimfM4mb4ogJj1EtDNAD7EjonFkrH8BI/H4
/Xp7rwT2zVcVsqLUIhoOWMBxFYRrUxEPhF72dv94Hb6SkEtpnace9og0K7l6jaMNHVgg2VVolwrY
JGniqE4xnG4rJnBEfHEhr0Yr6+dFBFtHBFqq/dYWTXNYzOWd2QJ/byQZupFxruaMx9ubYeugqYQr
uluFp3tMZRZa+2Ip41we5yr0No7NbnZGzpvyJn/nrNq5QKqmG723J7QXbfe5wl7KgD0+/xEeNdE2
cv6D1JM+9eMs3Okxu2lmbBT5jaVQ7lw/3m8M5ZioMiwFrRP1U23PY9XSh/stRskC5SywfJFDNDjf
0Y3eqCbBbCFvxwHUjOuT6Txt2LB5+SMIZxaTE+eKcU6jLjJMrdVwysDurm3r3+T9z21rX4xHzyTw
OYOpw8gEzJaGMkfcu9o2ZGgOfn6aO08AWwByb/PcY9jqQVTZFbh6PnGQkWGalAiLGG4ehWBIkXvn
e2YVrYtLucWvvzrk9yHYIV+NamR30omdJKC7Q5pHWFX7H6LBf/wV384WJJ5JJP/nTkFeDCNNQAT7
5a/ewdnyubLrnehmFrhgvoFWA/X4QKM5oqkewodnEZ+0yEvxTWyxQqsEQJ3ZznPEF/Eq3dbsyEKf
aT7TO/DFtzGCANFpFq4j5zCKOB40UELMJokp19M2cObB3Z8YNrx9BHLn/3ic+YFPcjekxlTgBCC+
Oa4V51Ri3jDBpPAdXNUfkasS3NH8jCeP9KSM1J/zRtbHj+CP/xg/xKd8B1/1/+EgcA6kMFQ/LYdZ
nIMg8e34Km/erHWk2H7OvCcUxEJMnbztUkSHj08e0MqbQBH7442ReVm7Txv9tFnt9z8NekKmN8H1
wqcLSjPUxoxCwx6gmrfj0UOZOV9trWj1KJp/IQgNTO6NUqZNM+naz955D/kd0gOius5iZf7MHfPp
gc7MATmYn0Fgi8djGYzq76htPaNcILpbFrOp56K4F0qclsWoZzhmwHSBmAxvc6RvfQxBfTDvGLt7
x5wUTOvBrJ55MJCISkjkXPjhT0ATB76qQFEQQqwTp9puNvYKCCm8YGZkheAR88OcfONlwecFOhJ1
JB4hrrWRqEZqHBOiB4YWy4cN+3WXfSLueh5/PSePxczML+w4WyRxOF9sLkJJUmoMlEJ+zDIgcHTH
C9k3HgECPUUBg8nFJmCdCSVJm30nauvpKgDWXpSeFtoo51NGQ6KYsjTbKJ4Y01bbvAA54ggvcVFo
ws9zUpDqDJUScqr1G8AjeHeeElSiPedp1zDdYSiu2it7G0u2KBkhMheLS3h04BydYg2i32Yczvpr
hyFouBWG7TxZdjM8euuNwQbMTLmz79H4wOqDdPcn6Zko43MVayrgsjc1S1UsCtQUIdx+InKflDw0
jHspVldlNtlaomYbIqNFXrXUr5pOEaOhiSmoXbIDtayBGTXxhhR/By/caWqh2UmVVHtd6cb9WJEv
gavnA+/58ywNiFcqywYI8rh1MlvFt1IvoPe+qRx6ybirGu8ZI79Ybr2qYesY5uQYdbv16mSdtyzV
74i2rxVzpXSuGjDB1/B1tv/+GtM0VMvEAIKfXT2r5/YSKFQ9L6b36usgM2qGzHi3bOCmVeBx26/w
t9Lb1gNtt7fl8nGYoio6ZvVgvWWdUpNv3G6NWK2rKLbupy5bjcFbnmq2lD/Q6TQUIhX5LAIni2/b
LqfeC9sJsrTSaV+978odcqd2AnVTmhiBdFsxPlb5EaZbskasecCZxj0bBy3T0yxqIEwzVnX+3AwS
kzKQV07Mz9/0p9vSrmxpXsYzaVzYpymdX+hqa91nxncz1kwjMjPM94n0gkXknx6zWhoxLROpJGLB
bi+zmUpljFJiBd59YowMkyqYGnxYLRVIWVIH2VITErByEHMpBb2mkaUpoXdPVSe2nNq30+BgijKz
Vw5/VgZDKKimweYBcuKUqaBen1CImUJWPk7bpmJ+CiKumHWJ7T/f3qKllQPTIKbhYtwkAaz+Uic5
avWokCLv3osq248cJfvS0q/bMuYPPr+poRCxgJrQZGqiv4ZvIVZRLDfkwpfuiZHWTk9yiaEQJeQe
WRRj6piXAYQYVX/6UM98RRMletwGiXTvvVQPyklX1iax27/IhowjumifSLdSos1EBEdqab/AWS1T
hVqKhc4LDmxnUFJJmSZL93J1FwXBeiQE7bsfRmqj34PpGNpTOHqqCIzx2kVheI4JR42WVbRbGlz4
UVmlFJJC811KDNZNf6ymZl37RZU3EjYCWddeA3GboWIbEWeAMZXzGmXURYAcT4HbZ3+HUDmZ7VFG
dTmrMTwNgU+vC9zvVWYfU08UzAVS8H+ruinzD7i2Am32lLehq8M/pfUnKHxlt+xCFvbJ/TTdNeR3
nyesbZ9qCnYdq2Kh1BwA2duEHUuLt0470iLFH3Bgqo5ZuoC8YWHxFWAQLfB6aFQGNdTlqZnGyfCs
sA9d07uLC3+thmQt1X8L701qE+f26bmKq7EYKjaRwMIMHB8+L9uRuu+9QsMkSoyAyt69/mUa70bS
Mc+oV70Ci/5TSiyc2JTYefY7q1xMWdD1X12BWSJkAmYI46+bWGOlTwSGcX3kQK8Ju7eopeHG4FkR
5aYGe2iqRa4SxqlTZ3HCkkE4ReIK2YAVgInDiRBNAS88n56bRm/yEr2MXaLiMDeNg6HtuyQN7UKB
b5QemrzctYXs0F/eABK3yFEDvG+03El9oKGTX3Ka2pLheGOxGqN1UyWIuQbWhsRJQ9G55F+U87cC
NYKLyDQsTeX5ZRTcDzQY5dhtA7vOntFtuC4RJ/XGV6v2Ww8wQm1320AWjFEzwUhrmQaQvligS2MM
MlVJJmrGbmXtg+qktA+hv2/qu6FMBdt9BZeBcsb8jw7qGijHd34HyDykpexlbpB3a0sGOBYQygqa
9iphhV+5XmzCDD0nHl8VLzuWQ/cfK4u1VVUyUyOZcBKcsm0Y06L3SnIvSZaN4VCrCFjG0WeKmqDj
/T9dWKLhUkTUiTMuI/y8XFjfGONKNUPcWxlp1mEqoXA1EPXOy5XICfRad/VWqwXXyfVuzkIBbUYE
gIZna/bFZ7fYlARItZixdB8WimaPetCbdmb5ympKunEtj3VtN5ie8Hpb1WsPT7CumO+F4W9wa/wJ
U3KjUwp1kO6nCjB4OytCYtgU/10FD5/XHqtHz1JYEcq1vJIlOVUFai+YFjrsTDyHdMxK0k0+hDMM
JdWVfsIXeH6QsyFR25WsdMFdpqa93WU4qF2SZo7kmRbL0vg1TY1qi1BW3ZAGvGa31+M6LELtG+Gk
AaYGaqn8I60Pwiyjppy4gTwoq0xS8TJMY4xrApGaQPMFUah/apQooPxCXwp3uWa9GQ5VYMVuPWia
E5ulZA+Vipa5YaQCUVd5WEyLMYlp6rpF9dlRcUFDLo29FrYRWijMgDWJBvq/mnlBZXcHA7EK/IY6
vOAc38GJdKOTVXTbJOmmqNcUpCxVNazHtPyqs9JWBWftqh19HmQDWhs4MHXmj+BXHPn9JAiaNHVl
z1r1YD4JlU03po5XPKrxBxBmNiVrDQNqm01DD0kq4m6+3gbghkyVKHBuBvwLd9jhXfVGzWnqevJe
z9AObyVOSje3zerqcKNjmaomEL2mitj+J5Q8O9y+3uIMUClDXKPvA1212/rRAstuS9xs6Na3hV0H
ppw0TiWiS23rj37uTma3M8ueyd6uGJyX6Bii8V0i96omihSvMknKLJPAyvBAwibyRSCEYzXQ31Xu
1j2elYHS5atIzR7brvis9LEGc5cSHqIubNclyMocbayjPaW0WXmylTuFF0mfQSZ5guO8tO4zeQTC
dDx74WEunarfaWMzdmPuqooGKwKP+25qOvRJxdFH0CflatLHRNBhe+3RsBR4joAvHjAiBOmc0MqM
jLqvjdzNetrYpNbVna/TgpV96q/rqva3pu/j9pIkyTHi1DsYmfSeK7Tc9WVjfguMYQ5JLx5h89cg
jYLLBfE0cjuXSyBjyCytCzV3yTPdaocI4yQw+YsN35o9xCzc5Q1r1kom8DhXWdLZHhCXaIZJTYVg
kuGl2EIeYo2Weu4OU74tFYP5j9VYOHVXM0sBjYqxb611EjglOd5WeHHL5/eROUfO8k9MeXbUrHAk
pjH5hQto+0vdjtHKA77BVsmkb6JMpszop+zrtswrHwJlLVwYc9Bg4Q7n7m6gHKkmTVPuhlWoryUt
kuygaAFv0Gm0ui3qKvKeRYH6FlSGiP3wCLlcV2Maa8RaSuFS70NTXwzr5fbvXwUE3O9zvkORAmJk
kV64KnW816ixFcqq0s6SDQzltqj5HHCWqWLNCMbBKrgB+J1KpmqKvIQWbvxd7IqHOAZVRtna7UnI
eSKSNO/fmU30SkWCxNIKl1guNXd55zTIAddP47NEHKUR+N8FC7zQiztxoToZoCqAXnryTMC7Rx6D
Tz89CRMQC1uF8U8aIiTc6PO/L7UqI8wcIOaIrTKcscP89u8SEZPsPwPkZ8dDKXiPLljehTjuRJuW
NCIIhLjJ/NSiU6s8/OfmME961fDWQ2DEN+lakmlmYYlNSlSQcdQnY9zH3rdX7pTSNshkd34oMMDr
2ANpDTzn8cJEeo/qPEAozv2u8WMYe40pasURE3aKkA13SDb/8U7ZyHJzFxksqQVyl1aSIAjAC0Oz
QHGkXW6ciqSlXFMYiJkdAslf6Vrzv9ircwnzF5wZfB3IRZyZkNA1k7RKY5SI4xFJ/Ns7tmSAuOot
PNJNiuiN8xWIluSEapBC/JVySvSdVrMk3kbjpm0FZ2q2Zd5XGKYMym/M98Z1pl4qZETJaMVhXrq+
sQ7Mo5I8qmnGBiq4u5d25lwMtzOdh1a8up7FwBCabB+o29tLtiSAIqemmNr8luZpfofGGAs8eErX
NGvwOx0zcaw/LwW3VDhBqqyZeEUC4su5BXBQWwR5qsql7Z5iRobOjF3vxAjxNbqWwwdF3XajPayG
rVW/hIG+UlkUM8x0bh2irFFWSUX48YXNu/gi3nNkUZnWA0WBQ2q2cizPtsiy4LuT/+N6APJkBJOd
kCnAvGq8Jy/NxJdyBHoKrd1hHZkvSX9XVILAZsG5X0jgrpII/cF9VECC1o+23H0b5iFEPKtEIPju
H28by/xb3E7qSKCDAw2TEZFCn8/f2SkeZIwTLdKicVutkWzkGgO8G6Jkm0S6L1BrSRSMkkDInHjl
0yu90SFyDOrGnXrF1tWjEiHxIJrpvWAHOk4XInENtn/FcQ25oznRpnFTDwaZNpsgjj9pPu7LvhBE
gUtBOIjPQZhKkK1CHpXzTVFfw8WqbeMGTXBQ6s1IYfz6s0afaWzYqR6tY8UAC5O+rSVjA8DX+vbe
XeuqoBIB9jrdVKEz34mvpyTOMlLWLj7ENr2/iXryJAdoqM1tOdcbh3ezhX90JI9g8pw9tm0QRgkx
aleREjsCIAHQ5I2UizKA165ewSMZ0TzOFJWRj700xabyiZp1U+NmOog6QEAS7YzJHjUw0Y6ZXeq7
21otiEMGDGwdOsqwgOFxT6ih0bSmj7UGAbXxKrVrP1p1tS23p8qeSllUir0+08q5tKtK7OANUxAp
jVt++4+1fk+D9UuHYba3dVp4ll+K4UxSaca88pWxcY3s9xh1zkgPVfmu0GPnOWGIUMPTWRP9uS11
wQ41CwktXNLIr6GqfblxfV4PlpTqjatvNIc+tXfRy20B17E1tDoTwDkpQqjVxhEEqJvRNmyFGY62
yZ1QcJ4W7PxCDGcRXpxUaeVDTOjntt4d5lyUVwgO04Ih6LIKx4S3K2ob/DtOSdKiGHOvcZNip4b1
vsFI39rLWF8+erQQePeFndHxIjeBB4EoFHwvd6bpkOc1w751xyj7M7Vo2fRrVk2KA1yhyBvOx/Py
JlF0SFBUAJOsOTvByRplo9d9tXWDnX9f7Lrf8r7CPLRmH981395bJ1jHJVO/kMd5JTn1pCGSldZt
1s0OkcdJ3xXg0iC75j+/8S81m1f57I5UejkqGk2GJP3F8suvyYo/BnSj3TbyhZeCogPChhw5Elzw
s5yYlhhJjjCmdfsIo71dovnPFVlJ0t6ovo2+KGwfJUdL2UZTalta/pT5W8EXLBwApG6RXNNwf6rA
CVwqOsleKBWgcnAtExNHc9bLGgv8g5qvPfIwTc6UZHZF2Rg4JHlokIMrrDsR4cuCW774Bs6ZqGru
jdPQtbgFkKpt7lotuTObeltXJZPp9A5CNkFAvqi1hhmhCBlgvD810rPtzVu17g20kLrquA3Gv1mB
No58LVjaOWfCnw5AIf4Rwj0uuoySwIyH1k36Q0cTu1LsgUzMlJ+0YZP4u8r4FT7fljnv1pXIudcQ
b3fFugrSczVKDTQZz2YbYp6kq2frIfvlEVF5ZVGOIavmTzZS+bHrs/WbDCtIE0Nr3TCyPvuxdsxA
+kqjX6MuxLct+RiMyPxHFOdj2okmfVDrrVusERY0TmOyolrn+bpFK1bihBWrGmd4r0UH4/q9g6Np
aHBswAIBDcRdq1MXKZNcQEUryu/C+Ni02arMQ4ZSjgM8zaqfUA7HNyidty764UXOavf2Zs6aXW3m
2Rdw9iPVQ2WEAb4g6aqHSG1eSCDax8VzcCaCi7/ayLT6DJAq11fzVa0EzOrudEOgxxWOGG+ji6Xk
tjBtyzGMJUhB88hHXbLiz1egYPy7isamkqUAIh26bYL0MbKobyjJ19vib/6VDbbRsDRiNWrAoM75
K8ShiBaYu040Lwhzv4VpjWrmdMqK9qL1XXbw4Jq2FNlSFACxsMdnB0WZJgstzhARqUyPQT42BE61
+60O67Zj0We8U59uG83iyTwTOP/9TGCotUoWGrNOe1Bbr2VMr7JvS7iu+s3beSaCc9dtH8pDhPAM
VwbaFMsj2j1a0w4Du2j2SN3vSGLss9DWx3KXAQkWm+TON3xGhnqHFnNWoDFEl0ZGNLiNXuDYF8LG
i2/jop+kRDzXm1C/XBVNifTEo/GoxC91SNlgPIyVuru9GAsPQgWPibn+hpmduiJzth3UcVtrkt+5
bfMkjwDGWOHRC2eElnqchqcMifsJOcBUrjcVkbdDUGjO7U9Y2nHED5aGipSF8IhP3SeFPBrq1LtS
X6HvZlOrQBlXv/VYsO9LvgLQHI3qmqyhoslpmtU6VUHV3CNKQZoFqfWvqRzZbV2WIgET5QckbOEx
4DcurVeLY2wRjQa3nMpVJN9RdTU0D8PgoYtzJeJ3WLIVwCE1fX4SoqTG+dfUaiVPNdLBleLO7oNo
QwJAZntWNtmhiygr43gjj4LdWnoLnAvlPG4loQyfpPGA19rfIF5TCkzVm5Hv8HC7vZQ/dQ7u+kBQ
qRKgeACdQX7kci37rrTy3IAkmvvoiK3tzKy2rdycCrVxvPhLz94xLqMMazes83WkmxtDeS/Cz1zq
PozQ3EyjxIwqWw1KYheaty77P1b73JQpwHOpKLJfMOKZFRmVLmLgMcG/JBQSBDGq5YObyts2d4w3
YjF/WFljYqfJV7NKf4fWOvibmavB+x2UrBM8ZebF4BfrXD7np03fHGqAzmALkborqfRsDsI+pNl4
r2To80MJfgKJbc410ypUElKWgzvhEvC89sPU7g3SHNPcDSaT1Rrwdu034PIrOhHRAs/GzAsnqKQj
TQa4NrJxl9aQtJh4rnn96Cat1dugm9rKA8AaRNK8kxR2X7I23vd+I23CUi1XgVw5cUsjZ5iUXhBZ
LZxxgtF3gIsj6448P7cMnYRXT5NG+BIdxKz5X5CdPFBC7F6yrfZDtkQNLwt+C2hHVOlRuUDah399
16ZH9L7pRpQeC1vxh61erDra26DiAWP6KgVKBdC+sfhM9V9VabnVZ+t7+yQqP24fyCsWTbgzfIip
wcBRlUQG43ILzKw2E7+eRrfJ3Gi4n9qAqdqBdhuTrsZm3VFrU/TjwbCUXT/FTA7XsnHfKH8z4gus
fenWwvgL4EZQQzfgGzjX15kq9Vt5HN06P7QFYqsCQ+vYBODlvdqt6HEy36i/F+i/ZIKo26B6MI+8
l3nYrydNYx836eQWtFgNOjr1221ZMrmdUCoAuNJEglFlsQ+uWU3eeNQSJeQWdgANGICEobKkYAf4
PL4R5kNFiTa5ZfQrb/u7+hNLdCgjq7TLvmSBh94uDNkcGdplKmnrtzVT/D9dlv0J4q/bq3HtcFQZ
T080NMz7AFJ4zhi0sQUpmjy57QA4rVFOO0sPRRXBa696KYSzOCXOSEDJNLlJs8+LTVqgwrXqPee2
KktSgFVHb5qBYieKj5eqBF2P0X1NJbsk8jF9Q2VJis617nRbytKCYegh9g0YYdzXXGRnRj3tiVTK
rjGOh16lIdNSU5A7W0gwqTNXD2o9KHQZFn8upAoQSvRwym7Q7r1hayj7UDo20X3ioY8NkZtm+Rid
UgmO45JqFsrEM5QIYI8fcoazmF0tIjWkHqT6RjUysCLFKwqguCB+W9omC4A4GDgyAwjWuG2KKUng
mWQ3x+9XsbcBfO9ZtozPIghX//lenYviLGKyskRuEiK7io45ueMxzkuBMotLdqbM/PezJTO9wNfK
UocEeQS0sMyZpSWC2P764kAO5Qcoj8oVbI4LrIMoVGlFUnnGxMResMaInlyZBIosIJpmKSi0aGgA
wBHiHEGYd2kLhmAZcHw0MFp4E7VMA7d8tm+O2UchEHe9bjrwx0hp6MhvIkXM6USDukPTPlFdXx+d
ptoknenc3vvrVcNPI85ARhNoC8BQL3fGqiWpjupEc+UJWL2kWvXo8EuBz7ot5tqaEUnhwTUXvHGD
8QWIoUKKNkeztTsWMYvlXYPuponsw1iEp10QBF+AfiMQRGPNeEFUStWujxXdzZpyHRnhQ+GZ31qN
XpJGNOR6YXPwiNNQxVTnRhW+Wor3W5ZOWUxd3JQskD8KONLbq7ZgbQCwARON8iFqvwbfVN1g/lk2
NbnpUuD00rumHB9rT4HX7jEjMGozNIFInyTsgbgYjlaKQsXtD7heTaBT4IHQ7jI7CL4CF6INcpj0
0HKD+ti2sl1WRwPzNapQgP8VyOFrb8PY+XWAkVuuFES2F0asA9ZXtXZd8nVboetodlbIhJ1TmKHC
R5cDaGuqsYstt7COo7pHooB5Cnlqs0/FV3Zhpz3dlnfd7zubx/wAR5MGesR4zo3cIFlcSbrkkqDR
Waxua2Uv5/1DZcqsTTs7D2S7shzdO1rTI+D/rJb+FL2GQKZmMiC04X8e1l1+0LwVZ67YMhuVJrIp
uepjmTDpjTRs5zW2f8r23bE6iub1LCw40FyKpaEKTwB24uIAzfeMuTgePNBccibpM261bSWVq9AD
VUUPCJ4Qyn1lSxCEjkaEBAgdMUZ7ziOcKWiS3vdUvzTQKfZsjWnjSD5Szh2VvnuMC729vcuyZp+G
pxEMSr2U1VRtlQZmb9y3Jhn3YV2/mHWLcdllRdcR0ZL1bXFzAHjxKoRqgLSizg+fjV6N2ZmfqVYV
Gmq4FaH3cucUrXlfGJuu6p51w3s1ulgk7SrhMnfvzj0hKE0Czipz4ahfFHpTK51539I3g/7qSv9A
MC6TliyLkLrSTVtvRQt6rSFkIrbCCUV9Dft4qWFSeTnSMbF5X3WT4eRl84DYclN1HhLPyUhsYqHJ
7PaiXh/RWU8cirnBDLUl3o/3caYUbdyY92WVZTZkbnNq1Jsc0/+2wHYctNaL7oJYajZxnr3nSDnY
oUUKRoLJeM6t8qM06wegkTzXM6bEKbuoFgRoV5e0jlIf7rJ533W8RrlDRHvJCnW0I95HUoNu4Emz
/Tb9VaTps2AptCsDgyCVICRALR9ZSi7e+C/Orms3cmTJflEC9OaVvoxKlFRy/UKoHX3S26/fQ13s
naosbhGz0+ieQQ+gYGZGRoY5cSInfC+FWaiflAes921u3ZkafWnJ7StaYoz4Rfw77ZBTlNqtjMfN
Y4olimilRICLTmGdfbebWpeiviv1E0myweFrNC6i60/b8BFvGxQgBqE03EPEDdhOxt2R9bAM6kzS
TypXKz+msMNbw0eS/qEKc/OzanMY6WkI9Y+Z16DoXRBj+ByBrQGj7DQkmtXFkYqp0nPRu3mtDdy/
dfiW79MQ9grqwsPA5n20sOHyDpwAJ0wjwahEFZDNSJgGd+OcV3ZbwQuIvgSAhlHoYLZBKcBD0QgB
mszVtjzMcP51g69T4Gq6oDSUWSncVJ00W0oH+cSLgEpTpQzNdsg7m2iJapedkNl6ng4b67+xOQB2
KujUWLKLIsBMjIVrqrFMuSTNH3NByJ6kOOLdMMjapyAEpWMUo9cRnUGYvqVVE/qywIxxf2NuLtq3
eAUBF9LZgB8v+3ZhYLWoi7mujNCGpOa6hTFLsZ3OQYykZvWv4ZAKrI0Gz1FG8VeQVEbUVMVZAqRV
5OtzM/zOcjj4fczX3tRkHNpnou7r/tJug2UIXDZ3aRtYwlbGiKTgYe6yOIx9pfkljeeBz6wRrV3x
aynMAAxUTkBMIiXWfbE3LyTG58FkQcnQjQELy2haGPV1XKVa7FNRqj2hEkKnnlvJTpWmNOKJ8hsK
dONvMPKYF3kooKgI27FK9VANzxV5TtEEIiNHa+bCVu/CDQ8jD2nwagB6Rm8H2A2YJ7Jp2yhrkIn2
B1N0ek+3M4ym4S101lmZxWNkUWoS0xlQFP0UfuV+x5syJhZvwaJvHk14H4u/A3cWXbkaOyqYYABj
26FB2s9lJOVoSs2kB02KJP+sguxnGoXahh+ycqhw6dSlswdIEGjv9TUROkkiVZdlvhgf+TkwuNl/
nZpx62FeXpsrdwfruhTDGAO+aqQ+JnnmR1HooitMpeGBD2O3SO0iDMwM1e9O1LyS1zaU6MYKMYIZ
L0QSBRDxpST1OYpZw+MhyR6r8cTxPmpQBs1OSlLa96/J2hFeLpVRpIGkrYTLmfk1JoTptdV6yCKT
0qmjrZrdytkho63hiQcEGsErs6kqKZNeiIXcl2ok1PvYzeM3MR9Os9BsXP0Vi4NHhhPQU4lQHMPV
mUVpdaK3s5AW/lSoZt7KJvYxHk09cpI88XjepOgmkhM0xd3fzNt8ObphAHPjv4lH4Dcx5zfURSwM
6gzKnqb9UY3mNBsN0va6I0R2m+/4rDJqzuXjzFOItLHq2/29ls0sWs/accQYXsgeXyI1MjLq5V1o
Tu8ba7y9HIscebkhMiqGHGPOaVK0WpJWhU94v5FFs2hCdwyOiX5Axhg5UTAl+DL5dV/qdyB+fSWv
pS435+KBnKZ4VGlRFH4PA5e+1i/yz/QpeewPkqUZsVm4QFUfC4c7oHX3cTqWp8TO3NnnnoXnyW0d
ebd1VW/t/dUHfevgxQflS+qg7ZrC51tiEfDyyKNk5vWO5zA9da7NYOg+7+/BrXG4lsi8aHU0JiE3
Y+P75inkYObnB9o4VWzFwykETLST3PsCb5wSeGnAouASLQl70IBc73mbl7SHx1L44AYyMbXdCjXB
y+lGvWtNCh4P/MKbhkygeC1FbypNr4q59MXAgJdFfmzid26zWYu7CX3FGHekswBhvBYRhCNFuB5V
PgnAnoQiRG8NOjcbotiIdlvh75oRE06LMcMULnHM39Hvk5tNqJa7+zu6ckdR0QSJBXq9v4Oq6w+h
UxDDa5FLP5YGxGuhQ6s9ekmMOtkirFjZVWQHUD+W4XQglmbOrihRqEVarvSLbjIoN/o1cGgJGkfu
L2jZOeZaInYCUhjvMVIebI+ILuWpPPd55Ws0650q4jhT7ubKuS9lRfPRcIqiLHjrkBNkpTTRXKV1
PFU+ytaOHAx7UFU8JQfM+f3kifY1ZbNbhRu3bc2WXwldPurigkdDOHWF1lT+RIpdmrxVNbJi9T4n
vUHr0VDlDkDw3VialJDXsI79+2teO0A02UJlUVMAxp25Fr2gjlHe85UftLLTja3Z953dkmLj1VgV
s+RYkBpH0Yp9sYIZOS29lCo/IijoVsDZkVZzplL5fX85K+YSyOV/5DCvkxbF8gC8Q+XL6k6oajTD
n3laG92xyB7Rl78B71p+GquW2kI1tzSnot+NObuw6/I0kuvaHxvaPklForx1RaqbqBo2x74QSjvh
ky2SuzUzA9AEAo6lU/CWPkrNkGqtpLz25STyuBaXuzJk/hdyq6n4DHYuxFfdTF2SxRtu48rmSjBt
igqAEiqfLGJgmRaklWBF8meMorGpdu4rrbBGmj7JaGiNW001dYJK6P0jvb37S3FAgFDEIcihLKp1
cUFSgBDyjDSNP6k1EBN8Fr01ipI83Zey4swha4K4GK1UAHsBE3AthlY5R+JcwuLyKfWaaFL2cqXH
lkjkEFQ8XPNcVMP4lpAO/dtKR5wU8a+38RHL23qtUPgI5IckBFxLLYlRKCXV2jTj9cYX60owRFVH
zq3Wv/hRCnfzBGQjJnSDPySQc7PIusLOwlpHNjb51w2cSwoJ2UlE06jNALJ1vRlF03JL0qTxO2Qi
bIBHWm9O8mrj4V872UspjKfRazWKVjGSixhnPNiIWUC6NjWtfX9Tby/pshY8vBoyiCBqYKQE6OZu
4hx7ynfVQWyDBFROyq9EiNwwDGUzUroNiM+trYNAEGJAJBDbuC/XmydUcS4SHQJlbtJdPuJ/CXxQ
oGW9Vjes6vKTGHUBcxiKgQKASwsa4VoSMpwqWhjr1m/q3/34JnZfVf5aBxs2dWUDr6QwKQeKzO8o
VkXrI3WXWDEYCg1MLw7AcpgLBpVStIVQdYuwhtUNuCMoCqO0hPdYBjkVs7SpRsef3sm1D9zMYJZl
VSNBHkkbFu3GlrJimLUJbUnnsdIAaNcacEGBDCm3suFP0INLo3lSoz/T1OzQ6VL8Sx1h5TLP7jyU
Y4ZUce3rytuQuO30OiZv9/V+sRWXyvEtYtlDeKIoNbAGLZRQGc6asPHV9IfQ5EYNOGlPRRvtLMYM
ekFVko0ZYPb7Um/I1BexsBwAqywcB0h5X+tkNed1WQYTzLXkJI/xq/CpnOOHfh8c6V/VDPcFMkaS
oWK8QBbuk3HDpLC6KqAxA2YLFXIki5ayzrX0iSpdEAQoq8SZIf+iQ7RLNMWqeNlSJH3DdbpBnrPC
GGtdZpEQ5SHf+nqGJJLDgSmgMho6oe2sl9BAMJN02o8jrJMn0VFVbCLQJjLbrgZHqKzKQewGvN4v
3eulkHlB1aiamaUxuuOUOIsxpLRvuNkTlAw4H7FUmsys5n7+e//EWCOCVQAAipMCqhFVEZY1C3Fl
qLTZ3Pvi1CcuQfkHk4OjA5qQEi+Yarr1xq0c0XKx8dQimQcEA3Pl4rIYxDzLBh+dgcJDnLfktZly
dafEQ2QHpG9gXsoZiUWu6U0xLYlVliJ4fJWkNxHeCSaY+r2kLJFrJETYJRAG1yvf7LhhExDYl4WQ
UUGXPbwsmPJrVQrJJI2gLh78pAt0QxGKg6zXzWc28/UxExPRGJEmtCuliHdo2uH3tZbOG0is2yu8
oL+W8jrgX3hlGSNIByqWRSEMfjxIwx5pnxMBlcKHVJetHZOxeOzi4FUNxRNf9v3GRf4uRV7bj6WE
BMuPbDqiWhb8ngmYbcVp4ugnoVA91lkwOrIgTigfRbMJH4VzUhEtgR1P+qM+58VJyfvIA8y7tPOw
HL6SLKGntBUFMxkI6DkzeUACg6OWODaqkQ40t7Oogp0ta3Uv4OqAtalPT6A/HMxWlwIDARFIZotA
NhVuelbiWXd6rg890isvdVH1ZjtxNoF/aAx5i4lylBYbYefK84BqLOh7Qd28+PgsAI+GaY3BOfHo
R/rPrhCscCLUjN4w9MDTUsEfA6CxBAeO4Au+8P61XLkmV6KZFwJF4kgC5n3wqSCf5DR4qRX+Y9TT
U9PvU4KU+31xN/7vou4ovS9976iIS6zL15Tgvhu5bPT5JDG1QrISkPoCIWtmgmgUpDXFttiRErCV
UHI2ZN8+9teyGT2XaN+ptUpHv1cn3mgqNObMgtVnbke+8kA1BT2wJgr+DqlJ3SF2VE4zAZkWsy3o
49qmf0c3YKNFZwnruukJN/fVWOO8k85AFyoHP6BHT9/U/AXiYsP5WFs1nih8rLI0RkiMk61OeiM2
/YwLlhDUHgOZ9+Rar/+9HoHmccnRiIif0CtzbcY0Mcp1LdFGX8nlpz5ylFlCg+BvSQf1y+vGOa5s
H4pwEkCdsFewncv/vwjVCjVsUURSJj9uKy+OZKPW3qppJ6ExZ8K0Ul6f93KjP1IVtU7UnbHWSY+M
QvUa9RcF8JvWmXv/k1hfHLYbgSqSDihiITHH7vE01oFcVvHsh4GE6LQbG7DmAn4cT3iI74u6Pc4F
L4l+CiwejzcbHet1Eop0zmc/xcwcI4bzbweFSK37UlacDjxFMEfgvgFQHkkAZo97mZIwrnk/DfvW
zrK43ZWcVBilJg3uMBHhaULhHqTQYeiElaha6IlXLbDrapbcz73LZ4F6TPWCOmGUVw9tkfGuyg2q
GdUdDcBp2IlPOoh8NxzeFb8QiRKYFhmpXnRZsNwafZlNWq8loj+FuYWMhWRHVqf/lTpDKR0Z9GsT
pjm3mNTphLEFgkX6MS/3rjbKrWTiiqm7/pTlJC/UFHVxlcg5PkXZKyZ1IsuvMfIqdqotV0fAD7p+
QnUUhyXkm1E+RdWfueGiPqQDL1LRx/Nn5Ha1563E+SXugwM105f7irGi6ZCFiA+mFFS3bDvD3BVc
qPCQ1cK/p+Ubr9q1vgVfuvUVsSAUuwDPgvoBHHS9c6BI7aMmyUW/Tl/B3+ckU2NnQ2ZE0dbWLWbp
ZuvgzsncgpcCsvBaUiyKldYqhehnnwrxVLtyp8SltYOcGtnPhTl4Mm/kW2TTK3cYeVBQXKNAAPQM
S2qZDDGUNJ5lv5aV/VRNkinLqW7/65OCHQZdD15acBGxjOeiMMTSmNaa3/J9balpmxlTXR/nNk42
8pMrOgG9QzICYGFQEbEYe0noM2EMBc1PZBJbshq3ltRJuaUXoLW5v6iVnUPHKQfAPqje0E7GqDon
Nm0eJarmk0pSMMpE0Bw0NyX/3pwjQIEtBwUlEHSsFJU0YluORPPzRqx3PbzQGK9Il7y3GGnydH9F
N5sHvxfsYhAFZVhaIa41UCVhmZVxpvuNwBVPaRAWokMEbYSpQnPeJpXorTiAZVDTFUFfvCgF4wPF
aH/TSlUl8PUzQ8e4HD34oYqDEcju0OWGmM7+VDkS+rSVujLCOnDxV3ZPUJYMN9DK7FkidobVQhVd
RV0HKVfmiUl0MtKkmcdzltLoLMpU2mmhssX8v/yUyxvOSmGiZ5pGWSxm/HiWP5LB7YPDwBuc+JxK
X2T4uH+U38DRO7JYN0BJajEnDWSl5EjyTy3/Mwc/lB8CPcbAGrZodQCh36kYX4TpNCM2tzbks9bs
e61AHoIvFjhGuGLXuhTFWiXOGCGJyYeCwS8NCDb01pB3ycNkSJrzdl/ezYQJVt5ywhcvHFWoGuOQ
x7PkZu2LPFu9hykhpfuXutSk7uBNP/Hbi50Jf5Jd5lpb89JE9u1jP2HR94tP6JHWUxpZGM8a95lp
jy1SIwXt7SLxGvDwJQcVs2wGPn4EMtWqi0+l/ZoKO5rpDpUqxB+HNPpTVLaSO9J4aMvWKOZnFDXS
Rj5pJPAaDUlB4jdttWvRFoXw2Jy2PBb2Rv5nBXDPwaiMDCv7ogatooB4TB3PQmRyZuAuv+qd6Cz/
jsBi7oyCG+03VGWxKjeaCiOKxwF2DnMPrretnHQ5lQUynkc8i5JVFlVia+EkxcZQtokVqNP80M1T
vSF2XWMu5C7HeXFcYxW2ipQq47nB7Kmgt2I6ODKmcUmBD66YVEqdgbzzpRv2D52+GzB5AkT1sQCe
YdmKlI88LYxQHsw4eCD0sFU9vInDv49iiceWYgS8KeZ1yTTwS889jqIGMZsS/87Kk5xZmWYICcp8
BgDERr0Psq22rpvhJN9yUQFBlQ2YXbhX17uSEWlAFyFOQ456dNs0BmYGHBRA+0uNWoE+GWGYWWJm
k+BQlwbHP5TlOWksPqYGuK4MIJkPKqrvChBC+3LYxAEtysAoC4ZxoPMIKTwZ+XLm0HploEpQat25
Hk/5kGOAwTN0dQTZTtpTU5zOYWkM01He3TcvKzoKJxMxKxAbeB00dlfUimZaQ/rzzL01fOHOigs2
UVD75DZy9fdlsSkwnABkLRzj8MbA3clYMl3PtSGUtP4sjY+lFBn98JYSRxGOvXbQE2NrptdNbPAt
D3VGuH94jwE4uD7xXiJUnnmxP09pV7yM8J5s9AlEjqpLJleTxBYztXqKcZgvQjio+wxZp40lrzyM
GMKF0tEyegahO7PkUsrADRzr/flZiwSjA7UpV6A78jeopM1sy6P6zsezOgQuUTSwwGlD1YqRls3A
/NFcGc6pMtETQJXkOVNbkoBvIlRA19IW+7GDxotlPVlhG0QGnZbfemfH0ywcyaxVf4giTuYUdPk+
LYvSQau+ZnZt1R26WHtNhQikfMKkmDNYKb0+KMGlqMOYIZppbbHWvmq+KV3SRbxDhiy2pQko9Q4D
UhyJm2Sk1DsR9kYWq3nDxK8pMmweMt8L5S5AyteHPUZcFcYAeZ/7jL7LAkr45Kc6PPXVqRFf7+vx
Dc5jUawFHoR/UBS8UaxMa4cpi4rhLAW2Lu2SItjpfGHSqDTK4W+fYSpenr9PzWDmKKZN82YbCBu7
/ecD0NoJqAWKat8feGHhy74LZ5VUw7mSnGDU3K6KHAGvcllY4jAf6nlHY8BOIkORfnHdS9FRR6sw
NHL6oEno39+NNRVHbRldAEgHoPudcQ7Q9Cf3wCcNZxL8qLpfk/6YlkaNuKE4FdS4L2vNgmCGGJJs
iCbR/cK8qJMq50NEu+EstMlP0HcZqarAB4sflV89Kc0sNDthK2+84vxA3j8yGcMc1qNQFkI/nMWA
/BI1N0F7c4knFOWvrHHRT2lN3ejE/GgEdLaEdgszsebw4gO+y/dofr3B1M1l23YZ3w7nXDpIya7q
jnL2kCKh+cCjdDCaRYmBJ+UBuV5Dmi36MG8Rpa2e8MUHMFer7vJKmhZtEyNiy+gcHWXqBL5UBS6m
HJ1UKm34+Cve2tWKlw+6UO8FPZIkCo45mfjTyDe7KtePcqdsxEZrrsiVHCZsIQMlhZ5gZyfSeHxa
WRwGUZXKDvUYg6KNlQcYV0OeNcHktq0monUj8s+usvFvMArqMElYZJs5D4pilrYemdqHPb++NN6G
S7h+ggBK4qlHVZXlIyJBraEYB1lq/llxXpu+UNUg07MYvOkbotY3dWkBA7xn6Txn/Ls4Ckch5urh
jBF8Q/ygRKoZiGZJrTw9gpi+CJy/Rfv3vl1Y30ykqzHdbRmNc+M9FS3l2h6XtMPbpQ226MgIl0qj
70yiG73saV2761ov+nNfsLD67FwIZnyMsgK5ZSEPuJzzjo+e42B8nbnUaEvYQNjBSCnNtkjAuPJW
kPCQ0d0wPJSt5ulw7oY2Mee4RNnzDKBpxb0IQWcgEOFTAwS/Rif0Rip5Wr8RUa4+HhefzHgJTTW0
Y1dgrxQAo3fa3Bnh4LVkazzY2tZg/OhCE7LMcrnBCUbjUHSz2IznRH+QncimnSmikSZ/QxoEpG0Y
pZKB81PJn7KfzatenwmltogOjUIPfIE8IIJXigcUu/f1Sen8cXYH0RsR398/wZWrsaTvABMDDA/R
yLJbF7YGNZ2IL8myG24+78cA+Lcd+p2sSXqs5K1GqnVhIjKhmDuEpi3GsAXxPKYkl3EPqUGpFyIn
xGPQbPqLyweDokB1f20rJ421/SOOsW9IIfN50UnDGcCyY+A66laDxsZ6vj3wi81LRlkuQW89nMus
MStOsSf6Fe5DV0YrZjZsjYlaFJNxby+Xw6bVKlIOUjNhOQfZ6De26qazFq7U1Q9nnnmpFNuU9vjh
QvIScI0tqA3yLdKOhpVVS60Fpnk0tKrtTsNNCUaON4DbNNT6sQ7qvRC3D+mUbqjmWgCDb0IDHEYD
gMqHrePKtBdC0E9BN7nC19WgPEVTRiWjR1+8qQ1T+tnz8h849+peTpqaGnJHow33bsXALQy+8Hgx
RlhBoeD6fvRS2emRCJUtq6dIeAbrYxCZShiCc393X1vXjPiVKMbPSKqx0GtRwe2o1MeKeu1H1XfW
FDdHjuzjX7VsgcoYI6CCrULcqmIhcvjODih4uq7XKKZBUNc8gWDAtw2iD5KBWWftloqtuDVL2Ptf
MYyn3Iy0TCYtGM7c5Gnx5PTNoTDHEpDmz7Bz6+6xO2gz2DGMbOqsGjQPGxt8w5b6reMXH8CcZVvy
SQ3EMZLB4O/szx2maRmp3bkY1Og/YtqY84MYs/WQoCHHOvWZ15qj25qIIgrvaeOsV9VKktDVuyCC
ATG73vIwmPJuUlMk5LITkOpZIxscJr3VVlZ/JIkL/89opOfqo21aQ5zNYD7p3XNrdsHn/Q/57v+7
MSoXH8KEFFVaFBhjWSAt9NgXxgf2n39ucq8FUxkPWiu00OFEnlVgBxC3CsNxTp/52mlnE/ScFnhb
ZtlKHyM+NCl9vf9pq+qC7D0CvCXRrLDqAhdY1+J4PIt98RHr1e+pPUT5130hq+eA6stCG7h0fzAq
oYntJPMJzoGOPEFWN8boBy62FnZG0Mof9WTcuAWrdw1FbwyZwFgZPLzXB0/HtEdndjKeq4Eme7GZ
068pSugGdcjq3l1IYfZu1EXM6eIr7F3aSccAVPKHUsTE60Ju9Zf7OyiJ+OIbDUJpBc4OhqqjE/56
RVrH0TpusYXwp3qndaa94AouaOZeiRO55Qe0xRl/WcmO2zc2iPEKNzy+p7vJ0X+gQA6a+c7h3cGh
f6MvGVjKboc/e/sldjAeY2Pz15xzHYH6f7+VOW5RGtGbU8ICADONQRjGyCMrEDyE5VMqCIZWeUH4
3D78fzJxV2IZyx5UiRgrLVSZYGYV96MIXnpxp9FHOTP6HOBBWJn7h7J6/hfrZBytAgPn0kjLxrPa
x9O+GMfaLrq+3ilavDVZ+vuK3J4/UlgKCFFxT5nF1QJtc6A4xnNhD/vWEVzq8xb5pbwsp0v/FkfF
oe4WpHH13gLe9L9CmQX2ZEQDnkhhP8kQHJJAxIjpupCOdQOoTlSIoZGmIL2+v6vrL/SFVMahzAsQ
TdIISxWGAuOY5HY2yPhYe0Ph1PRBzmwhQFbXJvmW1Vg/z/8ulw0q+Q6eZiDCSnMy5nYgbkCBSSPD
hjH8P67HP2LYxyAjctahKn3WdKT5/VTXzJ7bx4EhqL/Dz55Ghsq/kC3fc600sUx0xRwPIMcwjpS5
lXkgpHwXQmzMeWGumypypm3sovvAgjHeyeMMSJnTcXASaGgB5mpJaKSln3rzVak78hWSv8J4kApi
gp5768xXt/7i4xj15mvS0xRTyM95YIeJ23RPbXLWJGsadqCT7UwtdQpLTg9JpxkYljFtoY1WNf1C
PqPpJNbpgCa28VxSNO/YeXFMVbvFmCy13EovLvt8c5PBVYS6PXJMyF5cW3Ii0r6XarwagfSB8Q1K
B7wKADHu/Vv0fxz3P2KYJzBQQjpz0hIYE0eS3sEmg7rxS5s/NjJnV4kFmitRMOIRxAzQNRkKoUmh
UcD/yFWPw4BSUhpZfODBLS1sToXf2gPmNYuJVGlC347nHhkKAFdNGjgyKZ46ON7392HdcF5sN6P2
Y1CoPc91eBVSsETHQLKdqir5LHVfTzwaguyF+xTn55zbJ60XdJ2VkGZPtGOlb3WorC1aQrJqaXNY
OtOE64OPtagd5WKCeVGr8UuK+0WONIJ0ROGPfZ4Dn3R/7WuB86VARtMagKKTqAKIIDw1ii9yrZFi
jmjsxMU+F7bKBWs3CKVFoCYF5OdRiblenTYBuD0WAW7wV1j8bKIdN6BPoVLd4ef9Va0JQo0dyR7g
lNDtwxxoQORBE9Djdx6ryppLGDHSvZb14M1F/KhJW9Z6iRHY6wp+PAC6UfJZ2ESu1zWliM+DHqXR
uVDdtHsdxtzJZ3QWdHtRP+glvxfjvzr9twxXSxR1KZbZTjSJiCnIb6dzLDypzT6uPtLUub+Ra+px
IYKtkc/yOBWUKNO5bz6G/hFYPYuPnDiTDC091+nW67p2bstAcaAQgMgAUcP1RpIYA4cJOFvPbYQ0
ToqwT30SOk8bOi9CpfD+2m6FgQJXhK+MNgQ4hd9gk4ucUajVYxJFHPAsAKzUTi98iT9AzqymGwXB
2zt9LYe9YlqagKUEcoi+b9Ufs/pRFuYWsv82mrkWwpjyts/kbEqAjAHSAaPmJYxkJ8XEbajDSuAO
MSBfWqo/yKay6W095SfA10UEqSMm/Wg/4f2MgjGM9gyGhcYgc78rPoT4N5necvmgTr8nZBDKiFgy
UAOVlHhR+yuK/0iANkx7qpWeIO2Ewgrx0gzdYFZb23Krv9ffy+x9McSxrA5AneUgVJmfWq+xesVA
04WyhW/bksQcQA6gSjNUkFSru0jbpXJlp+E7p+sml3BAa2ygMFewNVgZHgikw8CpC3Dp9VXBokiU
jjpWlmYPIppkmtIGreEojpiW3r1QzqWagwmKGNg+GwCVJBJnhiESLYHbcruuN3n6ldCvCJnfXN4J
0Ua18tZZU2DmUf8ArwJaP74d+IvLNfQAQY6NMKEOwge2VgOtj64rJC/S5M/9a/zdP3FtfRdr8U2a
IwEDy74qYsFrDWA+wlmq8USPJj86YWGr04suP8+KXVaPvYI2dvKCSYwmjQ25eCrJUwuYUfw3kQ9J
lPzKtd+q8IRpEUr3oYgm6UKnaDeKfCtm4PIzWarlkC9hwgJJOPdSKji8MtutWsV7JFxTP5raeMO6
fVOSX2/LQmwFcCDGJS/FNiaEqPEq5Slw5OdDYSCdVhmPivnz50/J/Okf39/fPz8/T6ev/StSbMbf
wcjM3//6WCAfeZxlsBXyOuzctzJSlEHnZ/kcHYGzMBQXrV5OY+YPoRu77UF0A0d8zt3ZU3a8XTwq
NueqiZHtk9fOu/8pK+lrNHBKwAfDHUBcw0LmYz3U0O6YKWdM5ikMp63sILSpTTBRawuiuCpLwXuy
QL41FWMKr+8lD7xyXHeqcub20afuzF5rlCdqK97WON2b5gfQjKKAio5HANkXnhvmsZw49AtOna6c
C+NxMjvMIf54DI0/klFZ/vFzHxmD8XZ/I7+xK6xOLVST6Fxc/DeWDk/t1KEshUI5W4eH2j8/Oj+c
ByszJxONPz+d3WOMPO7ZMWBWnhvf8zzT29u2ayRYvPV02HhXV/AI2ICLr2H8n2hG2ZwrSuWsYtAW
6BabVwD54nPimWZ1HPcZskn7LWjTllCWdRkazevjiC1AwPlm/ph+VpktvovH+YTBgf1bmxrFS/iy
se/LM3Vn31kAJxcnCMGjCvtuPVg/Hh6dx0dqOY+RSYwflfFz2XQnNzX01O3qk4V9f0kM80swikfv
SfY7w9tQhJuGoW/dWya/IkoBSTELY61ppoTT2Cjn4KF7fnDQvBo7x3fB0W13HiyT//MEfOffaa9u
wROXM73diX8EL1b24l2J2gnpYQGC0c+Mrt0H/aXu3QrDBDqnFT/ub/tKlgkKBqplsD+CXYVjw4hR
7zANj2txw3JjPvb66zCDPNwfw4fgXcXU0efokE4bW3vrlS7U5QsNG9xfjC5h7Ic6JmSIx1A7lzhR
2X4t3c0hPbdv87WIxZW52EMa6yMdgkA9c660B+DWTpzYJmZvvL+jmuZJ3iYUY0sic1MBRABBQEjU
8wiqx8FEu+2pPqSv/LNgFQ4U1KMPW4w23+aP0RQ0PQDoCWIluCDsWDqFryYhzBqs0gTw4oC5A3Zl
/oysyCJmZqD87xQONZ4rt9pXbvMANISz7EHuhgbnPGPqoofRQIYvu7WR2MlTZCQGpvjh6zv8V+nG
Fvi+zHfAF83hIO+yB7IDIbgTmNGusgfjhTiaeV8dVzXjYkGM6it5nccELa1nq3TCp9ficWtG6XeB
gNkyINIxqBrZXFzu70l/F4qhokzf5r2qntHSY4qHwCfPpZOgl43Ys5f+iKzZC/eNy783Tm1oh8KJ
DpHRuuB4xiEGzwL2gXM7LzgN2+/qiglErQbRC7CVABqyvVsJWqiolsXaWTQmu7N/1DvVmY+CbYRn
cBIF7/f3eiU1BmzEhTjmjkBcns000c6d3R8bQPMd8Pce4EnbX8uE5sSNbPjUxhb5yg3XMgzrlVzm
poRBE0m1iGUqrrZvd8UpNkajN2r7vdr1bn8K7PsLXbGn32hrzLZBoz3QUte2YK5BlZNko3YO3MQS
vfaAg3U4b6trcUsM44yKWsUjawoxcAO9cRc+6W7ilab6eX81K+AJ8AsAPP6/y2Giogw9UGo1DNr5
g+7QgOOkT0DEPocPynF2QQRkqHgikdT85LcELz+YvTpgRAG56zJSHrnE631U4MoXmTxp5/ZY7ZUv
ZZ9ZtS1Zqju9pL/kDSjEonysMEwoRPZCAuYXIxKuhXFJUPEDJj+cRcwEkAxYKBTRQrQHDMbGft5m
thZQ/j+SmP0M2/8h7cp2I9eV5BcJ0L68UkvttqvK8tIvQrttSyK179LXT8gXuF2l0pTmnEED3Q0Y
cJIUmUxmRkZIQTr41Hg2Ars1lQC41n0pQTftrNqtYIoLId3owm4nBrUofMRR4mDcRhcOqETrSjXE
ifGc7OlZPYvW8K9W7r8GptX+Ku2F3hsNqAduDWT4yd/zjrz+N6uGhwaoasB+ok7T9wClGFqj5saz
fOB/gyXxs/imp8QWT+LCm3LutTFGCSM4R8cjb0pAWceeXGtVazwXKclP9I9WEWTJI9IGZPitLSze
rHO6tDbJcVRMbULFqw2k50a4GJpk0qN/FA7FDuoKzCx+SZSIMVl64c9cfFeTnDx0aM3pnijArPFY
PdKz/Cl81fzCTp9zUJdTm1yuRppp0EZsDAS0QUPa3+gIeyy+U6daYF+ZqTVA/3Hs/cFrdGQBmayh
EHpgM4gT79liEKB5at2N+NRbpmKWe8Heho+Re38zziSKYBCpYrAJ8+CFECerF/FNwukVDPJb6H2u
AjxJlV2N+zNAVTiwIdDnxMAASGb8COKVXfuxpGYy91C9GsFkbZOq8rs+wwgKCw1dR6LZgSN9lCt1
8/ogWugcfo9cusr/sS8BDmIsngFTMvbajq7twpf0ehELA/iQnjV+cDwoXhbCdvjmqta5v8C3Pgt4
NDTigywNCDnUbK7tFGpelnVWcs+8kW0Rh/7JB18D1SzaMTOx4xfSOuNvu/KQYCw1BGQx8EIQbnka
e4mpIZ8x8Tni4IQZ5JQskNkUtijVSyLIP8SAE1sjry3KUaBxGRG01zMDD1VN+0FSnrnhQci3fLbT
6SYziIZONI979bzPMFwb9MADZuKfwTmipEQRXURppiatuk/e/12vNe+cRebggm+8wb9fxe80XRv6
uS1MHj1P/q7vQkhGOJ5v1aVVoXlBpaQAAwBYG16hW1I1tpojMI9RA3M7tpOWNBtvLlMUG3CFIq6U
QLB3c+fIdVHFyfiiTALds/Oyb6xcQxqRZjVngzArXwdi5tt53XsLO2fO8qjyB1ZGJNRvEL+y0kmK
Bz2+Z7XjhJXYMY/4kphtyg6LHCpGvNJKlhwVo18q9M992rFDCYlZhEpIn47R9sXhaLki9ymyYoDf
ACcB0n0PhPRsqySuJBBIOQdOnW59Zqr0MIBRTX9MDGbmwoFvTQi8BJw5BET5MPrdMDhlQXwVRIhA
Y2a/RH/NdFtqQlI6XPoSfYf5Ia489HCu6ujdB/eSQmpm6jvxLdkq8pHXBwdyIl7rFPpewv/uH87b
OP5nB4PpEw336Maatt6pcqggpEA6jvLiE95PBbDHkWTVeeavs7LqrQJ0BhYrpGaTK+WxilTeYn1+
9tW4tkCxqEM9x7PaOPmOxxnKfpqalRSDkFSUYjBwGApQsInWbe6P+xYAMmLtDCDTEM9iCtN4UgrE
Vh18PXIlKKpuoK4ZP4icugki0LCHALA30ItOJdBnGRnOGkJi8J3EdEmB7ja+QEe1okHPVEdLFVzc
xLk1KYDytBi854zGKamE9EhxZOWiJSkaC3J8SaZWT4H2Ei5pUtwmX2AaXB1ghUXiBe51EgvKnirl
fMH7bpyuPPAyrVvBafhVW1mh21ZbwDEV70te7LK6eWeOZjFnQYAOuA7Zm+uTobJU4lmZ+C6tDd3m
wQtGWo/37D5tglUZCjHJm7JcD4Enb0UQDzvoKyE1HTILrEjowmvzaimcHP3stR+G6gwI/SAGCEEA
RP3XQ5KbCnL3tPTdgsnItNES3GXQAES7qeIUUto7NSCFFqtyfWWAZd2ktEwcEH/Qjd6LSwiF2yQB
yJYN7EkeVA6IbaepP5/yYVYD/uMKZz0wY3bov/mSsMFEQynFO0u22tZOQlvyII1pl74DaE4KbmY+
fozSP+JeRP93to7BcR8RiurYZ9+sFLpNITci7BTJMowXzfVlU+OW1nEMrabriGQlenNwT4PRebKj
YkVp/DRusaNePJUEPt670j4+1tpDLkMasHpL269+R4dVrA4LfugnQ3tjG69PVKjwtzGNwnqpFRt/
yHxX1B/gPDzLP0F7nDHQEm5r3RSbNZOfwJbNe5ZoFb+jI39qX2S77yyF7gRTs2VQ9z4pz7FuQaqg
4WxDNZdg2beB2vhpLwY5CdTkOle0IE99t4NfeeTKVSfZkrb1DwrqhtWjYMu7+HV4k/y1duTg9QtL
MHll4TP9FIYmSwVmBJzCEcQ64jeut7uEztC2VnTfLVtolhz7/CXJ7c5fge5W9b4qbt9kq7x+TwZK
JHkf9H8K3lLBNwVcUKcQIVkhx9DYLd3neI7wmR01lsythh6tCQ9RZFPvKWWmXIDlb11DwSmylaP0
iQqpdzZOFd0UoJKokNzlvmT1CMV2UguHejtU75pBOt/0w014Zn1NeKiXKksYTnVmj15NfvK0l7m4
keNQ9l31UKoOmh1J2Z1C/2A0JtuG9BUkV9DGYK9oacKljeb89+SJpmumWEOw9ytHVV7Fzuo/VX/j
cycZyPB0q/VWDY9tlI+qFxGpOMHbkKRz0YYOZrxcNsP2SVMdCQyqvzx5ozVuxDZ58giUYQB31+9V
zZEh2JDtIuBKQ9JwG183QZEYpy9JYWUgUup2xSrUjtkbmlTu34QzNzgKTSoA+gjRkFtRJgnxXisr
n+dU362Yo+bgbiS5v6HEaCyAtSIihiu9MvtDWqFdzUb7W2km6Ofaqrqp9gd5UZ9lxhlfDWdyP0SJ
kfpt6fluf4ihTak5JbNaFNEDnqTBS9Wb4O+UeWbp4hKdxs0TFWHq5UJM3FcN2qUhljnf5RISx5FZ
g7ncAOulojplQqCrStBxvrD6t0/+0ShSkoiQgVXQpgkTtHdLclH4gVvxUJkrTTp0B2gjkTIDniIh
nZTZrOwJdAK3AoLmRsdxDPqNoS+xhN0+nDGSkYEXuY4xvzZtuY5pJuZyLQUuxA5bIqKK8aDUYrfK
G00w275M9qUW6c+p0D75FV/tEsPvrDTuO6IGgviWqrVh9nzELDEX0s+Mg37n/Z06O0JQqxojtSoP
9N5ka6AfSQvjMgjd2oNeJ6h2Da0wAWUvtRU0w4K6sUtuk9DGCtIT5V6iYm8UDtMAV/5YGMntK1FD
xdsYRddxSWtTwWU1k6VejVPmqpBfBDnQq+b0BzgrJpuitxGVNTKG7+wRVEHufcu3ACGU2REtSiPF
KyCMyiRWaYDFEEsjiFw1f0gMp/DBybNO2ZPmuRII0rVDXBIP7Rb8Q6XapV5aice/ZeJzB8aAAMJm
iGcANH1rIePaR56pZ+EWphIoO5iS8hno4IoJFlo0btJLkyGPLvniLSTIkcwh7mKuqMaS28ENObQt
S6B4ItGOC5qYcpcGm/sLdZM1gFHQf0E8GiABCUHutVEuAcY35IvILQCJ2JdL5DbjVpvcoVe/fnKN
QMmpAE4dv17oH7T+pf3UpG320OjmUmL/pyZ0bQlZCPTrAIyE3DdyTNcT0YoYhJQBi1womWx9epD7
rVBoB6/e524+yHabvmf9ujERW1ic7D3fX8aZBwrezmPfljrym4Gn8Np8LHJy7QVe4BbCSINFW8J6
dHw6TXRICkriYsUv9a7c7pdrk5MoCZSTnCc0RuAOQWYysSaRJKAB630YlC8OSab7M7w9yoCcQwJZ
HsmCdFA+Xk+wi9MO1WktdKWgjaygHiBxnPIm12pswX/dFvWRKoNvBbIPYodIFU7WMoWYUCdolLpp
suvVo98MoP1Br5n4hYyO8rtp7Cixc0egpN2r+qNROcMB/DykLkki7thSBXcmHEWOFAJ9o7sXNEh2
XU8dKpuUilxE3Yo7tCO9hGjG3Ek5eg43kCzZxI86SpI9gbKFa6hPRbf2M6T5oG+zSKQ3980lSGuO
cFF8jOlzPOO7uEjBleUW8meWPTfFseSepFgx+8D2Q6J6aOqnrtJZEmrF8tYzEJ2xtViLREzt+xti
dihwGMBfovaDy+Z6VViad63At4BJgc7SbIw6WRUSrYDLTYc11fLIQpCw9H6ZMwpyJnD6jDD5G0Uf
hZWBEAchc6NA19dyU/Kbtn4XqmYHFNKAJx41Fl5MMxmQH/4EfPmRkxZAjOt59rkXll6PVR3kP3K/
6TWBDDHeG3JJ4nOHYLwMbaG29SVY8NyBU8DbgxZ8EOIi13ptV2zrjOIRTl1NbYaDAIYTFqPXpSqG
Bd813isTzymCERohDUIs/DuZoFS3fK/pAUOCIwBJYQjntXDJzDnnKxPjZ7242jz4ZnT5U+YGpUAE
nZF6QNz+CTJX7oVP3nuJ+GhvZXvakW6hNDW3Yy5nNwmGVF8yEA7lzNUzaG+Dh5uDkqEASFIGPQJR
SyFKQON49c/PhoYXPnqXVCAepxHYEATCwBslc6ueomH22ZNyK5B8k3YZzmO8tEVvb1mk/NGig8Iv
cEK4ySfLmzYMosaYI9pVBSdtdZFUSZdvB2E4cWHBgWdLY5aPWHUt1BmQYRStujL0cq2KGzV29CGB
VK7SOXWpfmq0l0BtxYW7eBAXW9rHC/9ms6HchEQ32rvAxX491ArEGFk8CPgc8a5WkHZFqx7RpYcy
RVfzFq2pfLliS3w9s/sPSyTxooHkIdJp11b5VOkluVeYa8QleO7LtZGfOYjKJs/IdUuFU+OF3um7
krfQ88v7S1HQeFSnk0YP3VgbHbWtpmwzFe+J4HzPIpdPm/DApTpaqHUosFI5cJkX8o/JkA4rRfdi
s8/a93+8F5G/QN0NCM1R8HYyd0XyWdZlVeSCmgjdtjtJsVrIHkFhMVtQIbxtHccWvDQ18SRgVjU8
JpWRKx7Qc7l50yKn8uzX+i2EKgr0dR00YW4zZmpmYsePoLzv1/6juliNHs1Mlhs4YzgzsLWDqEGY
HPnGi6WBhVHsIj1dWqkIqv+BkUj75xfglZmJg4Y8WBTTlsVuPFB0KW/BNRWIO7DHdEu5zluwJxb2
YkbT4FbM/YCvdZiSzuJqSIn2qr8rPtEtTjMrGymw0OlagtrX+f7euS3ajoYR9aCRG9J24k9S5MJx
BxJHoQGdxS7gZjYS7r97tzxQ54s+lsShUEou7NYqn9Sdj9zHDvfHUvA1czldDWBMg1wMQOnVEDDF
BMpPfGKQXjUi22d94tyf50yS/3qek2DGl1Mg97M0djNL9Z5qCEuSTLT1BFyY4EVel89isVX/sVoM
AumryU2coaqXBaQnMTnt8bP4ExPUppglv3UmMsGbwpS2pt1/HO9PdeaugE0dqlNA5UugO79eUN4X
fXAYVLHLMbwoQY36gUsjWXl1w8wQis2ruhU7U07SJUDpTOp5fI4DUwNgGXKqxuRYooLjo1BUR24E
dr5HWnVQuaGRL9emn3ECwFhKPujnMff24vOsrwikRAtlD5GYKoVIHYtfAp82n4wzyuYT772yRyq6
qTlQchh6EaB9JAeTbCHIWWHxVNWGg68M4BEJizJTUYxojT+chFjZ6VgKTQFIRyi2EHXBh9RBWd2q
O1qwQ1NGXWJCiBw3gqxUSWvdX/7ZozySgOGWHtWkpkA3MW0UJc/yyEUmoeIaC9Jcgg96BO+oGWa7
V1Cw1k0Wgg2qNdHfi87W+wMQZy4jyCH9HcDkSS7LfAL1GjzJe7quFR4Q0jpUScy2pQ8xV5OBcfYP
2Ck7Rwe8FKURJyiJsuNqMCxX3wX3FrxglaPqVPlYcTCUx+dcPaDa8i+GCagz6FEhz4MMzmS3tGh8
7TM6RGAP+wp/82u65wIZpLyFE9ZW0zpqQSAuhUeSmfu1WShvnPcQA4ndmEYRmR2Cc7bxPBtlSiaa
Bds03aYIceOTXCM8fV4Y7UyUOaq3IryQgdbEy+z6VNVIkHNDJ0Ru2q9zdVfnjLDAQX5QQi8zlb7q
NrQr5PYbKpCGvfUJYd42FDsMDhIRJM83uvRi9KbaopvttafQDiFabBU5R9qlovucB8AbCg95vOfH
p9v1WLmgCNueGpGLqn5j+bWaWXnce+BlBx0zyqkqiaI4XRcFt8SONa7C9GKGzwFOZWzIgWLJteWo
SL2cqTJWSeX9ddlJJYAG/fCgxPmSJvtcDIDCo4Z6saaDs2wSEmda7ivFEMKhS4IMPuu6t6mRvqDM
s+VZvlQumb0/ENSKQPQhBQRymuuZcYgvwxo8Li4fo81JMBxakwq0WNWz2juoB4SvbLD6YOnaGpNa
0wW9NDu5HT1Iwno0r2M3V4maP2nKoeZ3uoMDyrFd1q36YuFhMxsQgLwXmWUUXQEgm3zCTslLIQiG
2O0b5CCALCJe+SECrF6SWnxFMUSHvJBZUpvrraY0NYfHTQpQvwEu6+Fb6LfeksL2nD8DXgY0t9Bn
QJQyGRGfC1xYcxxio8BotuChBXSkUs4iVyoHKFUEOyHNfZPn4tCsgdhdeF7OpQckuCgDDy+UxsGV
df3lmeYF4DRnicuVOVHpm9ajuievOW0rSaukq1aRfyz00l5U5J6NtmEUOnNAJSL3OPGQshADRdTA
cquQLj+WUB8zBoAEqM2a2Cz41CzV16bao5ef+LGjqCVcI96CmY02+0FAIS9wIgO8Yg9d+KJHFu+Z
YOG77xhnjqGM7TJma/D6QoLhenW4vlKoEAuJW3mRyUkbv2zAiXEwlvA1M/UhIJjw4h6FSVGi+3kB
XsSJeV6resakxI32xZnbxKQ0fSDWTyfh9Kcg4hKX41xO8MreZNe1Q9JURQB7KTkEjvw9Nm2cvoaH
J7ZXyWtGJNMt6f/h9p458Vd2JxdNkgilPlAxcZs/eAcweZcEvxNtpaQZKDPClQx1JE85gKOL784l
t/MwnMyKmN2hdajepZmdRgtI0pnzdzWicQtcrDw3yKqHZ2fiokg+dglkVsPH2PUdEYKvslskC5m1
B6gaD35KNHVO2YX6Pgq1MoO9vkP75BrJVrJJV8G5wzcHst7kiZkdxi4Zu8lNc90S6zPeeSV5ub+z
f5ASE987xib/Hcfk+MUNWo4DAztgBxoSYhAJBWECOlfsu6/6fVVa+wSQ1oxs3XP7cTwupV9vWwxk
7PgL+5NrvEwaKRfycd0J4KzgICz2eLWkdNVtUw/TD/AoDK2j/3F/3nOVjku7U+ahsK/BMhFi3rXZ
KwRN9nhkm5EHeYuVJW3uG5sJq65sTa9VuQ0jPcAcdW3XgAWWVk9e/9L5X4vAmLkU0ZWpyVUa60xO
ewnTkh5jtNcgE4PO4GZXtnjakkJ+oL9aQBQP3lJGe95z/f2O08KK4vsIKgKc6F5YpzmpIaZ84F/4
Ycu+gMwZmMWBdiW187OoLuRrZp3zheWJD8P2aVsofiYuLx1VAVA66nSdKS4Gx7M+a0xl/6gvKlM2
jaJVOVn1gelUuN2IeVScWECzAxjwN1xaQKsXtR3mFL/FV16pTV53DPqA/GSMIqFRLPABzN3X+M5/
BzNxV0kNjfUOumUuzQ5NYHd413AmVBfQBh8Bt7OLLW4pLza/i/+anFyC46MX5DJYZ0nZC9SpwIsq
vwFXLCxSiUwDbPSlgN0WffbookL+eQoaNGqqA6aidScP+Rip+hRK1xtO98/kko2J38lq8BgnKded
urI3g5wB/yGZjbfgXqdr9jOTkREK2FM8GKaBQ8JlLPKA4Dh51cCfg4oDdUfK03WeCTESXqH4AKWS
duFATF9G/zE6prnQzz7KHF5fZdBtqGueV7pTUMhqaxkeF+skD3LICw2hXPyByJj8mqZd5rQB55UL
zu7Gs47mZVxqCgJZSAdPmQrwghy4mMPKtjR70Ic1J4HYHnCeZtM0COxEeqqVtbEkQjK30ni0ApeM
FgUI80zuMVUpgGBraQ+Q1knmIrtGm2X9q1W3bfB8f+dM/c3P/EBVjyw40H2Al10vb8gghBIYAchD
jQjM7l7heCkbdRFi3pQ8eSnrP/c1NQAmUNlCZzhIQ6/NaTHr0Zgv9afel8qTUbYA+Cu0UBvHCEYJ
iqaAADDp/T7JAfZP/SXVuLmFBSYBiARkMPBVJ5eXHA1MAGExpJ2yYt+Cuk6PDfB1x18R171L4DBd
iLVv7EEPHUo5Os4MuuGxf67n2/ByHjcgCD4FyCv0yD20UWMWzQcX/EmS3//wU462QMQKQBZKTnj+
XNsSpKGISk6voVwMos5MdALcHEPjb0RxAQ1weypgalRl1FS8ItDXOJlWytpGgyBec4Jila22B2zX
lQzAee19RlpG/DojdRA+1+pS1n2cw2WAh4oaNOuQ1kFvI94VPzfJRWCrxXohsVZvT1Hmm134oQfb
MODNKE7M9waU7bVg/+NFlZGVAZ0GUCRIkEyS0FFOjQHJWP5UCPssaUwvyI5iR500ap7+jSUJAGDk
YccSyfXnQ9qgKFhK+ZMYvuIJn/cr6GCTjFsCy80s4QjQxiMV/cS33ai+EHZdMBj8iRXaQyZWkDyj
e9D25VpBKkr3WUc/0njhQXLjZkby4gujk0hO8AMlrBG3n/wyNEdyN/8T57+XPv75GqK4i/sW8+OR
0r5eQ5pUQZ33mFvwyfM1xLpeVDBe9Ush8I0XgwMDuF2XFE3nwXYyiVeyyi9bgZXCKQuCd7EHhVwK
YIXwIAfNHpnNOlhkjhk//vW+hwwZWpfB1oPkGcxeT8xvBJ+XOlk+4TQ6A5CkUqqs9MgwExDxUU7c
dXpn8nV2znm268I/95f1Br0IR/1TG8aq/jR7TVxLU3hcqqiDfqrKelUFD0nKoI1qAHRhp/zZCL+z
7p0Ox2SVS2uKkqaq/uKe9KXn1ehVrhcBcFO0RCHyANwXkLLrRTD6REq8SPVOEYfSAjQHuV0L7SGs
hSAthKS3fhu5qxFBM5IdILM2+cKh3kdCpIrBOeZlIu0N7jEvcS1lpsfchbUdRz2ZlYru+nHD4gLG
brqeVetzQaz1dXhGkVbZ+n7+1rah8ICCGoTeEy5+NSJRsMDoE5llxA+bXFAfS9aWW5aAKUnlxIWA
62aVUQvS0O0GtkI0RaFP5Ho8SiaFWiZgPI3+WDYQSGltpknOwqxvjtBYcULxGyU8kBHjr2srTMB5
CX5m7Vvxt/bYWB/dmn6HZvueUrvLTJ1ENmSkgQF4Wn7fTV8/CCNhHW591CGDNtb484trJEPzlih1
TXjufnAvz1p8DupjpYc2E7/TDC2TYkN6yb4/6fHtdvWlR6sgE0cuTAVF0nT/8qKvpWKElWW5byvQ
+q2URUz2jaOY2Ji8HzGrpOmBIjk3bwitRBNAYztMSfMN1S9XWyCau40DJtYme4ULo0Rs+Co81zYa
eyiofa0apCdCbWkoRP8/l29yJmUFDKxcDWNch6ZA6TMMFnFl43hvvxA64oC5GtWsJvtC8oy49lvs
i5JkG7YDFYXdbGtKGpu3ikO75sB+oixV/258zbiI4KZTEPEjY/0jmHexGcO00lQGSa4zxU1sCllt
BRpeonmln8qQ/YpFf+GzjQt1M8sLg5OvFkUBmsl87BEftFSxgR5O8aNQ39SsWTA0u5wIZQw80NCy
OE2jlGERMVHpwnMoyBTkih5HIkSMZqvzvXn/bC2Zmux7LYhEDnDY8NxH5x4axbzhoVi3yAY8e7zw
dEDBe7yCpkGaGvusG0QPx4v/8lNhpQbVsYylQwhKsSjbSL9bMd9wEffAtMV+y5uLYtwnF7YnMVTk
SYVYaUZ4ljVziMxQB9ePgDKr95Fzh3wkJ934zdjmhGfN/cWd2TDo8BB0UBMYY5/s5OL1CyVUhQbH
gtfSDQMRpyF3BokS4SjV1VLZYOZLQnLBwJtpBI/fGIvSimNguQrPBWihTLwWT+A7T1aNLi3Maubc
CQIuOVRcgSHFfXB9CSStHmEg+JbCo1Kfc9kOJRIWdjws2JmdEFq54VDQbYH1u7YToW8OeH4uPCMi
X3OGy6IHqgsLActNVI/HCdgUEWOjPRW6TZP9X/t1EdRFRM8yIwPdh1VhccKJCqsUNxygZpbEbe5v
ipskKS7RK5PjvC/8FkMfMt7pAT2n321mBtAlSSz9/Uv8FDRTJaJB1HW5CKscN/nEd8Eo4tGx5RVv
3ckhEJIBIWIQ0/MAUorv9CH+hTaC1bCBNB3bxKBVXmCKmF/Xv/YmW7+kSo5uHthr6q3xmkVH9HKF
6PrIbVFZcZ/3l3TJ2OQjJkXPVVTK6JkGhp15eP2hl07rLI07x9BABgilBsvOfZs/Luveik4+Y6MU
tAbclp59ryW1/JzzpGNWBmHdSOps5n356L9HrkZpF26HmwL9fzbQ37WdXOiRGkl812PPCn/Smm7Q
H7Tm3Nzvz7TaN52PCwMCUg3I2ZB6LpuF7Tuu5b1pj97hYvfKUZPzcYG17qHAa0dZMyBOyhN7YXVn
Is0RpQ6spwzRFXCOXJsp4gzN4TSh52QPZmsiaqso3YQiKQMbdV/IoC7RMs3uoQuDE68WQ9WtNHh8
Tqjfrin0U3AWWUL614W9+hOh3yzghaHJScw9Qx6pB+g5fOm/s7O207/i37VPWjt6RCf8H3STbt/3
EPceOjM5CabgLiztrCu4GMD0aPJyR/sK2wcSMeiY7oh0aB3eAU7wuVppG2vB3HgO7s13ejhbZRia
DuY6K5DNX+LXk/yY2RLkr1d748miX8qCxaUvOTmYWVApMeOwdQrv0MiBqZwhxUkEJPXa4JQ+Uxo6
96c4d82DLlYaOdY1cKdODHJCk0KAHF+0zR661hGS7+hXkS4YmV/Gv0Ymhz6XfNr7aQn9ulyMnXpQ
PwKxEIAl7HJyfzo35cMf/zIyESBriCz+NEuZAExZ5nBvZwAeiKBte8fbSPu6dBUV3Wh/8mLdg6ee
EtrxC071fzkcf01PZqmVopJI6Ak6692jF32V6k6qzDI34xy9i/yuRB9//gc8sb9pbcrliw9Emvcn
ytCvlB8V41XWHfqPhUOmyzHxeHEM+gkjxHL4lPMsJWe1EwM1ZXGGDOB9a99f/cUlmIQ9yBFDsUxL
cZmVgVPILeKSqCGR8eErzVOFLnqt26qRmWXb7jugwqbV153gULYeUP5LQ1MccNEeJWlTQ4Tz/tjm
T9bfrzP+/ML3l0BkFMr4dYAME7eq2cUgBDRc/4lfog4bncKt0/ivpWkrp4K6n6Km4yIoBSDvfRFa
JZDTC9tt/ib9u9PlidNPZSPQMyi1ng3DFTWb7ZuCoGMjtvRXul2Sk/0BMd1MSkdCEE87hUcodr18
XFBzlV81uGJimzcevD5apc1zKhWkF53ccKMNLdy2NHfZp17u+tqJuM3YY/R+/yvO77C/45jerarB
uhotX7hb0UY8mIqDdjdwEURqj9P+GKsPKrWqrEQDutVVgC6n5VgOsWVtz8oj561r7rcakyUdsZs2
559zdjGsycegzZBJkYrlaZrgndOdpFz3wTrKH/FYK6P0CCoNc1CzbZGtmfFHpO9xQ0LhhIR/jw7B
pJZJ4K2z3klyK1LCTSQe/Di1hkLbSeBi13sbVEX/ylVejHlymbeRHLEEdY2z7Ka/ojM7gplp1YEy
QX4NjuzMLdUBZ2+BC3uTuztCC7oMYnh6zj1/cPpS7wiUuguz0lp/c3+b3MDCxu8B788jVMA9IE3F
c6O4qJCNw+FIJJ/QNDbD2N/wzUkyrAwy0wHYaepnaXDUyhz0hnjxc+8ToScAO0AiIdQqEvsLW3cu
cXY1pokvzkJR4bIqx3rr3Koc3sHtYYY0tFJucKTqD4t0kjW/UMNYuH1n78TLxZh45VYSBzmvcGYC
f5cmZwmyz1L4qIE5ZHhMoeaHCte2zaxM24dLbSNz7+1L0xO3kbW5pNEBpjOee8Wn4Ki/jzOBBG+6
yBY8/JzfvbD1s/4XHl7NCkim48+5SAUi84DALR2Z8QafOsFLC5NTLstUKFFsoucYIlxRL27iHMxP
qWjy2hIJwewTTYTsE0TtRvm+n59fzMYP1T4TecymTGzcijb3WzOzVWZ2h+awhAef35oXxiauYBjQ
zpo3LYzxNmoOLZD9WrbLbE/EnVKvueEN/T8LwcJsLuFyhhN/wKkoXpcSfKbYxKTPTKVaF2gRAKun
DmVEdFEjk6HXZp4eNe6ljBdOxZw3urQ+7qaL9U26MtLEEt7PQwPZykdOyDI6GfdWi/B+wRuNy3ez
by6WdxzLha0gS4okDcYoLN2paHfkDwJfoPHloKMtvNs3bWj6xWPq6EuhyHi87hmehKRCp3UD62E4
0Nad9J0jhWGYaHaoPLDzfGrP9+c5U98RLpd04uDQEKQUGV6+5zB5QJuYTWtQu0u/vAaZIn9ANLxw
4OdnpwKUgEo9KiyTXdt0nMj56Ow9Jxsl3wwgeZDRzbyKK0s/S8ViLnY83beL+dfcZL/6EivjVsf0
jGifZbZ/EE6aqfQE8YQhW8hCL73NZh0aMogoEeogLDUm61kUSR0Xng6DAQdcaxsOZFCQRLj/1W46
oX7uygszk+tBDBNRUELcyzR6DCQioH0/f6zrLQ4okTvSKpBnciTOButK2gdEEk1tSb3ottg83tcX
Y5jcEyC4jAaFYgwtb8craScIhP9KEzMrX4tP6QndgOwhEp71bFuC7agCiPr+ItyA+K8X4Yb33A/Q
chfVAi5nHkXWre82EC3XXfQB6vEqzxyZrSt2Yu1eP6avLFsZEP6OKNF7SBiJdDUSQJbiU5i/t/qJ
xv3q/vAWvhEQ19ceJImAXPQMDC/mVxF1mvohqFZ19TEwJwE9qu4M3pFj+4pvNjw3WHRooJm7RME4
e77/+5EUfnLeBq+Tm1ZUkT5bGYEFxqnmeF5Csc/ee5Kgo6ECGx/dJJNNH4linaM5MjwbO+ikmaHY
23L4GWv7pPpFixptEyB20W2leV9Y4jknfWl4cgyGlkma1Pbh2WMvdfAdPz9wKtlCANHvPzlK6o/j
fYNzwYT0P6R9127kSLDsFxGgN69F01aWakkzL4QsvS+a4tefoIB7trvE08Tu3ZdZ7GA7WS4rKzMy
QpaBxUU5QsFFf7mkFWVRXhct/IaWbBi9E/NTC0GqKlmLu5fcyLkhbmBxNlGIctWoNaI3uYpB224+
Xx/K0sY4t8Cd3qAHTyBtMZRUq2wZgpHTcEyzuyF5rwtP6/uVw7poDloeIPhBxkriJVFyKVYh6IiV
olJt11XhBOAFRhuqExhaYpedKoF2pVmJFxZdFCjVof4CTYy5WnW5XokkGGiPRSmOOvRD8EswMQYO
KGRJv62d9FNxQdpob6f761O7GJqdmeX1hdKxmsSphtkOuXnS3IV/lUfRm/6KL8J/CW/PTXFORorz
YtAHFMcSMG3p/UExHBo+6NZKmPB/DMlEpngGm+DRdzmTQL6oPVPmdHXaiXiBAFgfy3F5auLmCG6v
5gFaZYzkdW0dFSmj92qqJbvr0zofLv4unzsg/98ncIGR1ZqKADbrxDckR20oibpdXzBSmAdBXdmt
S8cPCMYf2IuOzjhutJ1Ix0KskQ4Kzdrc51UDSgZsJuf6gBYTNAZeC9iaBqhHNO6UG21f4iLH2wRC
d324H+pnnDtl+q6/CkA21QepA2fn56R5yXsgOoO1DSp3uDPfr3/G0mDPv4I7JJBT6IS2xXsvDEV9
o5cVUKkiVLGvW1nMfQGHCqgWgJOgYeLmdOr0PmgTBO9ZBEJSwR572UVTg1DeB8gqaKA1M2/EY08/
x9Xs3q++7TlSOLfNbR06jYPRWAgD9fGuiON9QIV9V+a7fDzJ4r4X56pkgsbnP3L1EYPinEle2h/R
QhI3u759Z5rTJ1tN2rWlh/3vhMGbUCW7VEq2apzbYS7skhGNqv1aCCEvbHnsDAW7fsZ883Om61nR
UIZoecjdkL6X4g0IyrYCUY2ATM9RuouRD20qz1i5HOa14I8aOCsAUgbX7kxvdHna6WRZrYgYyYeS
DSA2maUcwIxcb5ig6Cs+enH3nZmap+DsnaVnA9LNw4RyDToI3IhW07aSpKfrm2/ewtfGwz0DejMA
ZpOKeLZW0jbdRw26xaGjGYWBH4RvwWC6RrgGg1qMis4ncR752cj6OgBwKcfimRKIXAOQPRcJSPXx
XAV5UKiAKxHoSH06ot9eTP4tA9a8403Q/s9iNsCj8O+sTAd8fhjwDlHHsXPlUis8IYWGa5roxX/w
y4j6QPA1k4opvBqGIEpKaVFrTlXloPrv9nHviKbqir3uhsVKBLa0M4GamKGIM7sd7zKRYa11lkSp
rwRRC1ZQQGzjoQUDRTGtPR7XTHF+US0YAC15nvo1GOU3KZ7DbpqGsSfm5loyZ9FBnQ2L50sWu1QI
5ETPfLFqMsWlZoOOqhDMsJ3XxP1Uo3dOGnK2FzTksmxxUNSKDPEQ3LXDJGluilJh7Fa6HIMOOwlS
aZdPRtgdqCWPsiPHCf49VApwzXWDIeQPRljGzbckRjXyiDoIWFmgJRB+KBqdHcwB7J+QAxjbetuI
VdvYfS+Cqn1iERi/cIygZrt2OSx4AVDTow97VnlDiws31xbLs7iWlRQRU+2+T5C//GrtmHyENpTb
7LWs49LFi6gQTzKAzwHX5sWX6inNcOBp5jfmp6Q3ewN3UqAGERAVoi+UXyDMJ+CFf1Sy6dix4gYM
FGr6BME9b1C+RsEPtE8rbj+vO6mFEFlBKgaEQUC6anC8l/6isIYMvC5h7qtRQ2RBJIVYeHrGXKvy
oFNEVtmtljwULP70S8xZbp69DoFj1TIhzn3qUYkUoCS3yZfyNp06P4/Wlnj+fM4HA1iBWBxNL9C0
5QWVki43ysGCMVypfr7paihtZnso1iT7NdmYhZN7YYrzvGUEW3I/jyvD9RyZxldURW+alK+5vsWN
dD6o+UvOfLwGCUZJNmGJ7QdQkZcbVCICdlLK0gmEbSncQKEWj2HNDXICogDxRRu2IA9OqtP1vfN/
fMgPVYAEaVf+xs7NojKqvAarYnMzyi5U3TNxhJJB7J3k1+axrt3iISycpCa5CHLV+LGQSTSi9/3x
+ocsBOkzfMYCZcHPd3DXeWPUU1ILZe7nOYVktSPVBxSIAS0J1yQwl1zGuSXuTterQh8GC5YKL34o
18gXlqpRFwPh9pARxowVASY0ZrZROkmzSdKnJCPsUHzV72Dr6r9AXp/Y4gvbosf6dsDCr8XMS5XT
ueMAnYVgsUQrHOcWaaZGSq9TbK/gvtnp5m3V2aMjtgTcpM2fBgLgwwd9Dsd90ZBWccvuvu4JaPQb
PDaLVcz64rECoA+UQnBTQA1dbva8mKCzUuNruv2YVfYU/OmFQ26iEMWqLRUOwARE2h9Vvxs76uU9
pLGEeK9Fa6wh88L+ciToiJobE8EExeNB6ZRCakfpc/9ZUt+moiSmiUZoENtqJE8cqDAEkq8Kf1L1
bVDWLqrFFdF/aJLB4TI3Y17OwVgHdWOaI/b3I1o+3Z26m95riGHnO+Ohd0/Whtriu+WIt+W2PXQr
IMelLf+P8V8JTzHqm6JSp9yvzBRIhfaQi6vQ+nkR+dmd36KQ6ASG2eApW7WMtUacithy016v7Ez1
WhQ7jpFua8/NyYJWqOE2mn3da/xkRK5Z5RJrGpoUm0acRzaLy7qFE4N00KN3qh0wUJF0Tnov7BX3
z47eacfxaVM89rfjbbTVvksHFeDH+P36B/3kM659EPc0j3RVb80SH6QRed++Vd57ZIM5//MGlDy7
3ulczbe2gx181duH8gBVCdIchMeP1jHccGOdTAdYgR3dhjcZ+YN4biPh/5uIsemeoI++Mns/7Q7X
PpbblLSsaSj3+NgMrSRIqz3Eup351BYc+cWVHjV31nMVXzqo226vz9PvmAVIZgT/MzIbRU8+xy23
tZGoKmv8TIAkp5gSC7JwIengnpBlC5D0vW5vHsnlSNHyhN0JRPEMFuPLK5WSFn3dVNQ3Txhov/sA
RLN5zp21/OtCvgsEWKjjKnhBoaGddzLaoJo5OuRgKN5FABh0j5Z8HAbIa4CkRYC0Roc24RVs+JyF
4AdngNZ1zlaCK5tnhW6tPqxLMPb5aqIdpAQdu1b02fSK18vV9/V5/O1JDPAYQvJOgjV0dXHbOxhz
NTYBrfLDVjyCfQEvqXglefE7Erg0wW1KMxmKSmc19Y1h9LK2Qo1vW9dObErAyKzcCSvD4fuBCpbq
nRbD1kjVxzBLPSVYQ0GvmeCic7HSk1Lq5uGwhmihRpLw5fqa/D5LWHw81ZVZwxfyTJyFqA3Kutcy
rEkFRjmIZTptZDpTXDpaVrpJPXxbYrPS77tmk7vSgbdRxSDIqZ8Hia3o9Y6ZISnye/gT0vXA2qjb
64NcmkaQJYDIABSaqsY/ORIlMQq1wDRqE9NdZiQaaXTx9bqRhVzjPJX/WOGukyFs1KyWsL3BKnSa
CIS1ji9BR6a9rcXOuJLuX57Df4zNf3/2BohpUU6aVVCf2YyR+M36SxnR7H+dkrscEneccqsBq30A
K6MXPUXPazfw0mn9Z8Z+UbFJA1YhpPA9Wqu6wuRrECuaAh+dGp26cl0tublzU9w+H9IKgLNp9uHt
RwWp2TbzQOhZ/ScrUGSE6hraBPnnpqTWURvHsDKNgpND611SILSWvNPOJNd32/J4/rE0b/mz9bes
KBlLmVK/LCyIasrhYywVB+COnoW6XIkAf4fg2AUGmpRAUAMlHb41VaN0TBONYa/VoVNEQONJ7xOC
susjWj4/iKxlEeQRwI/OQz4b0gAMfSVNMBM1N2ELULYMqS2r2FVmTIzIlY3wNgoUuwyVV62aIOw1
/rn+BYvjnMNrNFuDwoZnZY/DHCQdhUj9LP1TWhhmdgyjNXjxmhHu4OpdqTd5JGGUluBFQ3TIhOE+
F+IVH7vwlDQhJfTDQ4B9iFrP5WwGoSV0hhpgg+RfATJL6B60gdiCPA6UaQhNc5JNX/JQovYDYqPR
Tfrc7UrUI8rkTktLW8YTtI6fqinaXp/lhcDx8su4GQBapY67xsCVg0ekIzRO8NgA6P4dTG5+a2wH
CahgxzgZtxo0Ej9N3wQXnKb6a++a384Hn4GaOt64s8In39DQUbUwg7FHc19q2ZF8P8rSIcv3LIcu
1mrRbb7SLqOsOVON1zRA0XM1kRuzIIBwtFWrbkYjTzFh+a5J30rL1f6G9RveuARITyH/ApvQytn9
ffUB9QROHVC+IO4C0+nlNjDBJC+EBloYI+Ovph+a9P36ai7ErDAw8xOoKOehTXke+dmpbTp1KjM1
6X3aDpC8tKpUlG76FJX+Y96ZVrzBv1vvkmB2ChjCzMkgelobW8jvqLpz/Vt+Hy000KPWN78J0B3K
V8DFdApTM4hGH0lqKXbAwgEWYqaLlSOb6hrfxG8HDGOyjDAVj4KZdeZy3J2QS6FcF6MvZNlOzVlr
VxJ8xpiMeDsWa6Hz4tAUcGWCKgVs4PwTJBinsjPbavQBcxH3TA/02xFc+jvZEJOVyGLRFFiJIAuP
/CyUpi4HFsTQCC3UHgNjoK5Cb2q2lbVSOSgBmg2vL9jiHIJJA5obeMUZP2Cm871jxn0dBfLoJ2UM
ZmF5G6WVhkaI0e00NrnXjS3ASGdeKWQpAQWZmy44j4jK+4BoumK+OArWvRXqbU9KLQSzFQiFrMkO
DVal9zjHmZ2GIfR+c2o0+7g2sveq6/HmM8ogG0lhSP0THfIsf77+gb+PKr4P+R28NWVxzo9fTnzT
deVUoCXQDwAePuSGWsydXfLKNPye81kMFjLgeDwDCcnrGhvQGBdqRWB+jYauA7rw2V4XhGhHyzZ+
EtWhXmnkXBgVVhecOMDgoI2aeyVdn6HfWxPffvZb3AwhQSQHeqgyX39Q3tOd/nL95xdKE5e/z/ky
ULqEgRDj9+XITv+mh8jfWVCoBa36Kc/mP1fs/b6CLu0plysO3WWlS6FzAtzmMaOHrN1IL4n+d2w2
I7Cipvo4Cq5EibirkshGkY4M40MTfYI1f+UgLiD/L79kXsWzkzhVuhZWo4Lu2tBVuoP+plc3MtJx
9Vvi1YUtFhrJNlZ397YyA3OH6+W9eGl3XvEzu2AcBx2tBrud9VrVTpNu28nLA/Cghi/hR7a5bm5p
76NzcYbJSnMCgnNtSg/Z2LwtJj9OZVTfy5gBWx3cWXEdkF4um5XXwOJ+gr4KMPloLwHLBbe+cUsz
hutx8jtFdvT4CyoB9VOw+zNJ2w6Sepkbm971ES6dNh08Mgr6NHHh85INzJLaWBnECc8CvfUSMak8
ZtC1RNUcrfCrdm6Fm8c6s6JgHPrJN5vSbqRgU0KT4AY9/yQ4mFayEsounRIdcjgixHCgxsNXADKa
FYlUWZMPbdD8VsQ7AWoGRr2ThFbZtGrp90lS7v7DPJ7Z5Faul5phgJOGTbFPABICNXtel+ZKKLy4
WhBqR2ESlHn6rx41xNrUoDGqv7JKbzJzeh2AVVoxsrTpZ3JBC7kPxH+8wx9TkO13IkrMMh3Dm1Ay
PDlQHjPDLBwWa+rKxC25aHho4K3wggN9+LyYZwca6UuhDKpc9CdccWQwO/qBaS5utaKrV26yhdAT
hGbIJM50hmBQNDl3HfbqpLaBOfmAPSq7cQSJ9pi2pa1aJrOLVAyfe4q6ozFU5W3dZGxvDJa+Ei0t
zi5q5wqiF/zBR0tzY4pkDMhdTMib7pPUpCRWOuakyJzY0WR+/od9CS0YvE+B0DIsbl9OqZyPRgBa
NaMfWw+ydiIxG/Dh/nsr6CMwgFKYeU0V7rWi5YJca0Mk+qUxPBQpFEY6q3v8/7PB+xCrE4w4w95P
c0EicU9DSBKu1TIXKtTAsCHK0eARkeHm+XWN1ChMJR9hBRn8Pbpt24NhMmsXjIw+diISc6nZWm4T
QhYwUxvgS0OmEykImVsD6O1qsWB5Qzs0RKrZ5HSCHj+FlZrZUcbi/fUZWTo64IBBTQPtiBA24O5C
lNLrwsplEfjPIHBSXE9+T0H41CVZ6v8XU1CzB6AJRKc8b64APvqwTS0RjPMds+Us6k9la6pEY0CC
XDe15ONQtQQ5IdqBUeHjYrZR0+I4axXsJbELb6ckmaBIT8X/spvOrHCugDa5YsTw2L5sdioUk6ty
p2fdmnLF4gpBOBOcv3hSI1N06dxMORv7VA8lH8wWYODsgR2ETFxyi5SUvnIEFxo5sHP/saXNkdOZ
I61UgHASwRT9HBkFVIDMpuiP0sjKYRsqk9gdexYrjAjt1DeOYkEQZqvElghxImNqUbLPtA4pskzV
iRhrbUhoo6H1uVQTNCpcX+HlWYESJSRGkLXj36adWHYClQIRDXJptZeoob0ycWgfgq60Vkou8wTz
gYc5K/bM7xcgpLkjAkicUVErlYBulE/jpL03tfwYaX4ooQEE0fOMLaErIdXS8EA2Nd8xFqhDeVKh
JlKnemxhc2iqiAha3dmVEEUewBPhiqmlSAdk4BDcwtqDzlK5XHOGcKCXykryo6Qg8YHqzhi4fes1
w0pMsHQozw3Nf3+2uYIgSOXELOeNXNxDntXOwnwl8bRwMeJ6AnAD+S7QyfLkxoM6P7XnXRG24b6g
7SYBuwfRhhzAltP1DbgUZ6NCC5cJJh0Fqq/ccFjfRNbYYzgiuM5tOewdnUaqF4/NeGuqjWDTuByO
tFFR2dfMG70z2UsuKNXKrC50fvwIc2OvAAyFFiEu+Kky9E6HYyIBJqGTEMIdo4refPm5gX4kOgzs
eq9SEPyEsjNUeOEz/bbNOrfL+ru8LHdCAQmO6zOzcF5mpfD//SDuIq+a0hIGeT4vka2rsSdn5SHA
LHQMctcDA4/wUV0DAS/sLdgEIZwBd4A3FueKzbFSxShuYTPMHTW5F4u1XvHlUf1jgTsmI55cFm1g
QW2iwMtQ0bNGH4Jdp6aH6J8QP1RjcKytYeUdspRAuhgZt80mpHWrrKGSz4pPPX0RbkMLGaSJPSWi
uimTmJTUqVhsW0rtoqP2Ni1JbK0QsC5USTC5poyuNxFhtsWTpBdTgZhagI8AKksBTqUSBjs1NLsY
JIA1Iao9FsE+0akXSKNOikQ5KuMa7/W8bTg3fPEN3LYyWtwoFsM92Axp9yYK0FUhRd93L2OPSGkC
2fdxSHvZmfKiXXGRi27lbPjcFawPZiHF8/ANdCMI5geiV1s13qdsLZm87FT+scRfwHVTJyEgy/CR
fgZ5loQIt0heJ8/103Cnvq/xpizcMphSsGKh/KQgWOJOTRPEcdQnjeTr9KgqvtB6KlvJxC3cLhcm
uGPT93KWsaGGd9I/MCKwDMr5WziYuM52193O8iL9MxjuoNB80AZdx0HJJxsIoa1m5qTUy7ts3Fw3
tBTfX4yJCwgQc7IqFOEKOuRn63TX5J7eqraifsmoUwrR4EiSLSTK/ZTm3mhuqh6LFzuNyjzW6y9q
rnxpsfh5/asW/dPZWs7Tc3a7SnibSdC2nKOUP1EMmS5IPU37If7bCneFdKdE/nV7Sw9hVGiRYtXB
y4yeQ85g0SVxghwF4oaeNNirClgS3vTPXCYQlm6qx3YNBrvshc4scjddXk4iG+d5b6PArWpIUE7W
pkofYhZuVOGtTI9DJ2+qUixJ2z9rdMUVL94xZ+Y5B9TlNYv0oJshl1aziUwJYuQhxBBX5nXxUEL6
AtkM0GeiBH65kEY5gjAPAjS+DuXx007F6Z9A0XWEWvdNBnINe+0Zs3hEzwxy25kKIPcWTBwcFfoh
LGtIZ8quIP3Jq8ih0+v14a2Njts1YUereLKwhlVZ/W27rLDNRJJInmWpfd3S4oE4Gxa3WwaDGQMb
YWnSqJtrD6npNsq21Y8Q0KyqyUYyasXiogc6s8htECsfoPRswKLRFxsz2LL+tc3RNNd710c2/875
TQhB4AtxIs6OLE9NYhXQgvIKJz1Joh3cAcGyvW7kV8X8xwpYwdFLDL1EEPBd7sNBzCoprdTi9OyV
JLmLnBacwoTmxN7PsmFsy7bD1rcHIhUr8/gLesyb5pbOEowwzAyoLx0cr/uKnJlhpvBQr+53xbaY
bPs7uynfB7BceGlrO9cH/gvEwFvnplfvhgFE9hh489G6VUwiDaJ4T7byLDp7q3Mb72EgD6kTOts1
y7yH+bEMpPcsz4JZ51vZYgXE+/EAOdJM+QAN0ojOOb2GSB2K9/GjaT630aaima1FO6iMNfNJTVaA
mb+owuZPMNBjMxOWKHNO9XLVDTUbWCE2+WnsSWJuWkZoexO6sguIgmyzrzz1WOKI6WZSd9YmvWnu
mtoGyZmnmzsQin5BfwFC2PSQxNtC+5dpz59vQ1XDRBuxCfQoty2GJOzlAfW4kyVRyA+V0B+uWQHT
SWX3KZVWAgreVf2YQ+8UCpcIskWdOwCsAbJKtzQot49sO+VZQdSmeUBr1+b6hvvhUuDPM2Z9TonJ
M40wZ0hhUJpG70NxAgrdeO8rUgr3eUgsyRafpT9BDbIRVOHtFvwI1R7hRuQJaHuIbfoxjhsADcBs
D2W9KXcydR/GW0nepy/yUX2s5XsabwI8Tr/D3IVGXDQ8XP/0XyW8eY7OP51bkmBQUtpFHdpCdGcY
ocU22HpJsuFGbOzuICQ7qCaV2+FuDR32I3fxa87QKyIaoPxD/pK7JeOUGUFowAcGum0cLYk8pYGD
dsx7ZOJtDVQwG7TNt6T+jDdQN0sI612ZAqv4kbWkPcbqrtNWlnFJ9Ba5638+ibtHQc4eRf2IT6Ke
g04ol315O/1+U5CefFTf6nZb2bknkmjT2fLj9XX4AX5cmw5uCwHaZUS1NEGvbqc/pG+v6vdd/Ggc
9F1+jO3mECYb6n7brWPv0ebjabtbyQ7vbMXGf/dkJ17xIr+eMfO2gP+yAIsB9BVQp0svIgolo6zO
y5MasbTeJUYn9DYNlPy17yXxmcYt6x0lZnVjB2D48bspF58ZNfPXUrHAsX59dubB85NjwWng8QqQ
A4TbLr+GRfg76KGWpw7Uep7YgrknVfOPloqa3zfiWv5j3vOcOTSsyDLAQKhmQDz40pw1GkmntUg4
Abuk7sxYgr4n9IfBmW0BDVfjWZI12VqW+NejBFMOzhtAqiHlgQQ7D+OXmZRKVUdLdAs4KII1iYsj
2ZRb5REEEsFGgnKbU980oH2VthDEShtoK64FQEtqo4Ch4kGARKmhyHy3qcIiJmtVV56ErS7dgJ4N
bQT1sU49EFFh1jtH3AF0W5iu3HkT9D8+jBWfvbTz4EQhEoMeMg2QJW6t1SiUjUiry9P7e+qC3fZv
+UTt2ovfr2+pX1m3ebrn0qaOixLZP/5yqAoZ+fAIIw2ajGCg7fQECUBCsZtqCC6p6D7UCZU0oHog
ptyE9jS52nNqoetXi1f296+0/c/HoFENdTPgmqRfg9aNPgvVAmvfeLTcn/a+4OzVY0QQpHw+r+RY
l3w+iFFmgQIwV6Kaw7nepo/iMdRYCUlZBCYIAQ5NTvTC1m6BaOiIUUArk6yFRnPcwR8qGe4EuAbA
w1D2vDxUULAWpE4Uy9MgVoMj1Mwgciep20pDOkoowY5i9EroZpH5NFhhsJl6MVmZ5h/mHu4bcLiw
2Ag9oDvBcyL1Up0EOPn4hiAQX8Y4FD6LEUQBToHiNqDDTQn9FwRQw5MFwaSKWKXZGrdBqlnRpg76
NHXSaCpmUr0MMoI167rkaClxmzoiS+WXolLUF2Ms0NEqRu3QgvsilnBnGKV0DIcMDXCWPETPQSWj
P61okaLPDUE9KX1RrTUfLd1lxixoh5wQFOYUlYuBs2xUm8CqqlMZ2YnuShWmd3LKlNCqsIX6Xf6D
zxH2skLK+6EuSSfZ+vvwWnt6YJuSPaDZQV+t+fzKhWKfI1GF74FAxpxx5zyrPE5500VSeLLUamO4
EkllT7rVjc0Y2XQf7gZnQIIuG91JWakB/ehFX6495EXRrDJ3ZAF6ySOb6y5UzXQs4pPz+pe5xe5m
cuhOIH9L8hcTQe5aG2RPdmlHjgnm5g9CbN/5fniw9wEZnOMRbtDpbXTIQWv6Af9sGfH9wvbBPUjA
I2fv93vbX3tP/L73cGCUnwoS8vG4kS7PDJ7aea1YQfAk1X+KISQt3aXRPXqhr/vC3/fdpRnl0kwU
lJrZMSF4QmnbDbPbFlBvQ9HsHKSKeUOuG/sp4fALcT4ozvuEZY2LBxwST+Hg4CG/M0jvtN/V8ebm
xnsq7d3XB0OP4n60yXH6Tu+1lXr5wsm4HC3niKSeNoM423f0DY3Jjfc+a8hDXVy9v38RvYroCKhk
LCrI4FYc0O8HyaVpLsgDJ61ppLNpI/DU6ltK71JtrQQ8T9+16Z0X+yyNGIagZYBbCZ6i7FSDuSCm
Kydp4ebEKFAxA3B77p3ndWGEYQyGSSmFp3wb3H9Bh7zf3w7E+rxRyEFDi+v1/TI7ql/jgQDNbA7i
agY3Z2Kth73SdMIToENkpLtaxVtAuDXqd6q/DGt9jYsrBN80X1NgFOLLUCCkVSeB9bCmoSe8BfHi
s8LWFFwXYhxrRvbBCeJwiwhrL9eITYMMIJUgPJVuCj5K82iS/XfomPaauNSSA8G8AGwuQ98QD61L
Q3o9QCh6DISnMUQiu9onrULa9qam/z5kxojODHGeSgGgTosrGLIKCIwzhfSqSJTRILH4kWWrYupL
HuvcHOex2rYDhKuxhKeDRtLHwZUfBJxgvK8/JNstXHuvH1YeykvHCiGpOePhgCTgA+NGqUGwomKA
mdW7uhARDe/26zt9Ye8hAASYG30X6JvimyqrrKWdDCLxU6Y3LzNZXS2oHYni3L1uZ+FEQaQQQAMM
B0+Onyz9mYcwDchA91Mbnoq23MuhdBdo6atVxO9Kjdpu3nuAbKy8JxeyUoDandnkFmxUxyhSzDI8
3Xh3YEx3QoI/RvL1tSObHcFla+/R953hTeuvRLs/egicA7kwzd03EhAsLR1g+vVVtJ9193mw2abc
asTxvJ3l4hPen2b/j3xDg4bSg+roaOK36QZZwnZ7qBzne3t9ARZ278UXzRvhbAEMQbESjdbhKY6t
rT4BrKGJx3qUHNDK220rr0z+ojk4mflVhe4OHksFFKwZyHkYnlJwT8hu3Gm2bm5TeqjWeW7nc85P
tjRLoEHJFulPHr8h92lLR9UMT92+Nu02xIQqoD0k4y65o/cFOC3tNiA0wwUblgTPDTV4KgnoL+qG
lH/QsnV9pn9VnFBNxOf88z3c7UGbSaprQQ5PoEGQXm8S1U485Wb8TtA4YgcrN+McvV4bPHf1jhC1
S/vWCk/ttKkf+6MoHd60mVLnhlUrUczCixEDgy4ZGJhQAEbW8XIPCSMV8zrNotMhJzcTkSSXfX4e
njPkpj6HrbLG3bkUtV3Y494TSRBpvRjD3gBVLXqQjBMaHXoPvMQJBA2CLfID4I/uuszJIsVR1EMf
30niKzTGZHoYXPAkVsLeKFxDE5yxOKaBsRZbLbnP8xnh3hYsyqYAsOvo5Kh2TSwPRQ/QhBGEl5/h
3r6V/sqQ7iDU/Xq6u/Mej8Imu7X9B+f15rD11ff4LnYKexu4n4YDSXWyrV+ub8WluPN8BnlkQKEY
1aRGaXSStUOCWuBLCyHVloD/IjH2ibYr9yxKkInYyU72wPSb+qmVyPhGH4XCZsZDFa0k4xcSThdb
iO8cQm4kBh8dlhTgJhr8kQTJ1aytElTOQK2TVnplSwYFuSexQYvFvq0cxTGsr8a8MfuQZKsUQguv
Q3zQTHaGN/qMlOSCCJHpY12IeXQSbXOvuu1megHntS2+Dk7uBIGNPtSVE7t0FZ5b5K4lVshWTqMy
OhnNVoeqd+tlTsH+IjW/Loq3aAuFCDASzektXki8Q4a31ximu1Y9JbdlwJz85hYoutxyh9sMnGZG
dNeKKAZsJrekaLS1V6lxF90z0LQAo868V7wGdcfQRWyVHZacbiYdjdKisk/CtyG0a7AL0yLZ5Wa6
kQODZGJra2slyaXAV0JWTwOfvq7gKuK8ltbrfZEVsM820BT9LomekLIkkm2n3sq9v+ghMdnI9aB3
D30MXOzbT1GI7cSiUy7kXtg+p2gUDiKnFx/k+JDoKm57G/KcmvynrkgoOCLY9tfISVc/gtvSU2WJ
0ZhP0akz/A6MhOZWSo7gkDXBBfSQRg+MtY5Uxo6KqtxOxhNfb+SVO3ChGGuh0xQ1STD9o0OeL0qm
1SSBoxvfgFKol2cOesP+KHZxW9yeTqfcS53Si8g3XN5KyLw8+DmTDEwqUNw/kdlZnDO2mklDUYfH
s3PX8BJHsIPtpnfdN83+LN+1ldTx4h2FIOd/7XErHreGWo8a7HV7Zzw2T8V96tKjsS1vdCd6a7bK
7bQXNrdtQUAWtY/AuR462Rr5xWLIAZ4htBPjvQoCQe6mbMKmk/OsjU9C72eiEz8YjSuVRA73hnWb
p8fwE/RQa4LPi1HuuVXu9osjLRmbHlYjxfZe/95EH92mtVvizffgK17mxQ7kcIS5EFq514lOWIxi
2u3p1tw2pCEnn70cupWdt+TxTBlYXnC74s3AF5HQ1E2t3AiiU1xtIvrUdIdC/mMoh2gsyfP123Uh
p22hOQ+ZfGh/ojeKl5hPi7CaoP2J9N7gxiTcs5uYmNS2b9GAq9nSf7k74VggN4/yGFLGXFxpNXnd
KKkQn8oOuuvqR2hAuMKtwI9rWV6n34slkOWuUH7T+qs+gustEhJgae282WTo974++IVXPmYXHDJz
5w1e+tzaowxW14AHJyeLbvRsK4kPQ7BJ/i3tCoYrAzxvgBAfgGlR4ayMSqIoGeTETj3dC4pNFSd1
WXRvTp/XRzP/DhdFA64CyiwFPBS4LbipldXONKkmZKe0q5wRivNI+KjdLr4B+CeWQ6JA9/u6xYX5
U1BURJc32umAwub9htTrUTpaGfzUHYWkI3u8/vtLm/PCgHwZrDdtwv6HtO9qbhxrlvxFiIA3rweO
JGhEUpAovSBk4b3Hr78JffdukyCWiL0bPdPRMR2jwnF16lRlZTpJDQPpfrASjf3JLGA/EO8RRVOe
20/KeGxwfkDIdCOSAhRkevDyBCFAxcMe35OmfBWkfTJsguTjsZWZcgpaG0bSZuRDsP2U6cs6jguw
qgWx/VLqaUEqDUDXZ+jsbnPCbPGmHsipIZn+BGGXdZLo1QuDNPl59fgrRiPT7XL9EZPHtAeAk9vU
+Ai+5nR+6Ejqfj62MDObqBGObZ2ITdGyNwlaWraWmLbMAdTqcHEPa3QmkTY/ugu7cGYguDSgJgdD
2ItTl1IkDsQ6UwykaOIXia5kgymKbCH3MxeB3ViZDKYBmYDHVyNCSTk0zYbbOn6kBvElYnZ9euEG
s+w8Ui7FYvfFP1R+rsY2uRPrApj7IfNiRPahBD6t33I4Bvk+cZ+ZEu+hddCuH6/ZjBNBhDvSXtBA
QbHT0KNIfaVBC2Jso+23rkIShFDzfSsqo2NrknnHpff43R6BQ4QhNMUiaYyXy/j3V6FOI7FRDqxy
YvtQ7GFGytEQkFZORo9MyC5slHGJbnb8xNZkCXm5iDsmCBObKSUtaBTi0UZcNqbvdFpNfz2eyLtd
CWMIose0pAItjSmJaJpII8km8EENnJXbfDZF+f3Ywv2zbzQxAh/QVYjKwrRUmTFR0DBMA5wigBUe
akLN5cI4aiAY7hNrWUvcNvdhKRAOOF4jCyS4fFASvF0rLsvBlhjxGcrfcFhgyKQIskHkRwTn5aC2
GoLhxyO8f/pPLE5WDHV4sQvROWRbWWd9ugT0Nqqv/kBoCUzlunqsyfdKDb+0JbaZuakdk3641ATg
kYEIvB1q6jt+GLh+buN1o70rlkMRxwBlivZRmUqgfS/VG+6OHQY6tlIhsTxSkUwLlq6fimBHanMb
nS0oduueIXjqEJLsp1tIat7FlhNLk5d7EENNT5Zgqfa/0cVxrmly7peakpaGMx6Oq1MtBBSbNKMR
SLqiN5xfiQqxZUdbeCgtmZleYSIVsoXD5HauQ5bADZCIVvTQg7qt8Owvqb7dByPjzMkMMHdjg638
d6tfDQpxohDieOTY/uK7/G7E70q5r9cfjXmGFmyzdOGMCzHxViP5EEAXePSj53QyOLTUlVUG3KUN
3KtELP8jT42S114h93Z2NRCWLKE87vNaGCAswZ+wCCThWG5XjXb4rPTdtrBRXevJgNdeZNAi8Q4S
slYkMPhn9D2lmuSoDZhnqVMEduwFF33/CJx8w2TngNB9wBOwKuwd7h93V9daBsEJT1UzAAW6JVn3
cQ7v5vhqxJM5ziSpcXKlK+zCcFeRFS2t4fi1j37+xGPSIPfkUrEs7Nxf41wTbWfIOaHLty7UVtyT
9LyohjWG3I8sTjymUIYhm7p1YSfKThDN5kJBFpAE8TF3NkoJ2CxZSgUubptJjBJImRBWHLYNl+6g
nzTEgJ++8noWGwG4HwnfHNK4JjELtDSAgYShQpV7A1RGWDwyd9ESNg/AxKAFRdIGkfXoL65OaNWG
QCBScWkz7inutEhOiMRsBketwMjfHgd9qcZ+j5jHLQieU+A8lfFq/Lsyrywihu9rP3RKuysuEDtj
7ehVQEoyHmHqwV4m0i6x2hakpLLBIVH0+HqciWfAzAx/JCD4BO/C5KzQdMMFEVR87Ky+QLsebbgQ
XchAZLRgZ+bKQDvOCCUA4T/K+5MFBtgvlpk0ruwgOA3cSrJd6A9AgBLiAgvVmT/Sycn2hXwUulgR
MIH+fXrvIieS1xRy5zat18jBfAJnJBnuxrefd0FBZPKxYZF9UcGvSBLTPSSqqp/OxY91yYkWkqW+
7bn4A5+DXBS6kVh4/Mn5HfJeEZxWrOyoVr3YoIwYGgtb35K6X6zsKiK1OUAPsVoLw4r1SIt8O6Xx
e/k3uhThgjO5T0dir11/zORou4MfoN9TrnCpNt+h9dnqDWCuZDAUhGGoeBASApfm6RJpLVezllI3
M74MTGkjlRviAw65wtvDxZSZ2FBZX9uFSHXEUTgI5mb84ihnrj2oKvN4FY9IQwR4t2aKNuacmhrN
DGABWVHsS1SsfROtv2WsB4wqrdB1J0kESj18a+YAU4OuEi0jzYfcvnqyFfBWXaup9/b4rP1lvW93
JgjVcOsDxoB2c3laoMVjPqilmO3sgiHiyaH03mwKnfsKNWkVUWRwTY8f1ZLB6Dag4TzVGe4AIdKY
XkmJ1oYWwOC12TNaVn47GkPpvAL9c90ZvkN2UB9/K3s/h7ffOpnDOArTkHHpzi7JDrsSCYZ3VA1G
5MBAkF/TnxMr2wvqOVIRSXwvGL8Pym6NT7Ypsoy+nOZDhyfre6Tueh05y5B02ueYPH3eKeT91Sdv
H4LJqLa6f/1YsH+PxAb1JtiJkNVDIX3ktr3dQJTCd4mcCx3CtBYscvqwigE/DAstIa7hamBJUh38
WjA7Tul0e1xbnZyOmFMqGXxanV11+15AfBaVWqqsYmbppcDdn8Pb8U2iNFYYeN4vMT4jJsZBe+/V
zqj1Aa1iFeAXurpFlvqTRQY7NhW1IKxWoHHSUuGtyVKe+r4XZTLX47deXX9KEndizjidHb8kW+6V
J442rE4RTEFmieQqBKWI+60ERDuibKDp+cLNdNeKq0w+YBLADQxgR0yND3Dzb6ayEkhX8Nuw5gmb
vIVBNgI/I3fp1p89Xwx0rHi4ARA0TyvSlO+mYEalMGzCfBne+el9TX1V68AQSfbxwUlAwzoHZ8+B
xA8EwBTwaQtn7P5Gxh5AlyzSkbj24ZFu511wfYUdZLe3Yb6PyO7gowto45LTD/9tntbR2USvoKCy
n/z+e/WrFupSUf6+c2uceECTaLxa4aynHCAUFQW8E8e9/WJdDjvf+uSMfH9Aqconp8wyTXOvn3uy
2XyU6729iXSPAPR7XL08nohxee9O3dVXTJYfIqRs6rAR5oFVm+JVKkOS1j55bGTuwGE5QeqMNxFz
xxUA6EEmFWXW2/6gO6WkR4yycLXPLee1hcmRLqAKIHpF3tsQMlc7ISIch4Mbmi4jaUKI5yb4Qx6P
SbiPHcfy/b9BTU4u0wedwkppb2fay26HYkFKrP54uezePfXwnO+eccVrCaOeOrIeyNpZu+SZs9ax
ahKi63bKENvb4LYjytPqHJCNnuzRHGv/Juq39vhT5zwr+BUhRoSyxn2GkKfGAm2Mw9bGgFUIx2B4
z3jdj+WFKZm1wwNVOkL70OAxubcCZxiCeDxTGXLhY+oTbIuEFgGgqH4fj2hu146FdbTQAOgFbrnb
05s5XNb0SggJMUFpiSCgYVBkW9IgA/r/ZUgZ30tX7rlsMXdQN+xtJX5zWKuibY65PDYxO2v/xqJM
PBFyPGVW80FvS2EDrc1tjIcBE76C3XRheRYmbQowbmrBVXCb9nbNd3hgJTiH0GRAy5G3fjyiueN+
tTpTzj+hSnuql2DIafGmUlDnT6v/xbqAehghLlzn2FF0uy5gGeBTOip6u4HQLBMBPOruhWChdvAH
hp46x2srk6Vppa4FYzasIFW0jcfHyWV3oPWD8ZStGnLqrNOpUd8a/e2DZ8kHTTT0Zzyeyr962aNP
YG8HCuxE4/AFNmCmXayUgPUvRd+AcTjhqjKH/RN3TMj2Q0+18wo4ikhdcB1zS/nXODNqEQPfMDnS
PYtWtr/9X3cAiUM/Tg4X+IHmduW1hdGzX5+wLBDdoMMAyxCYBU8T3ZeMWULo/V9WEg1A/z2OqcMQ
YlYqI1jxg1VMXnbpiE44rE8CMuL2qX364kmL2KPRW22PaG+cS/Rg/C8O4NVQ/0Kxq6FKbaDQtIyP
gNIyCCp/BDtaImSbm00U8fD2QwMlFIkn54JpuryW3B7nAt3bZSIYTi6vc2UJLz7zkkaxEJge6Lkg
rYGemttVi8KA52qIaQHvUmkj2rFbo/lcW4c7om9ZDYKkG+kjU1dLzWUz2c0bw9PqmqdwiShUMAzF
eM8UP/zQKt/pJwj6OWiU41fKU/r5+AjOhRYIEumxWxOX2lQJgWaKoOLScrBjgJj6ROcBCgjqE97J
72GwkL0Zp2162mEHvfxoQR3FHm6nNenzJC9bdrDlPiF1dK6ZTMs4Ql+o4Khw2SbOl3p2Zh971yYn
KxlAlyeNS27AY8/q1RpvTVZ1V++c9my4NolrNQHuYQkzNPvqGCUeQCGsoKdhmgto2SQM5EYe7CE0
lMjIOxpMuKkWc68+RVp6W9c6ulXXj1dypv7AIGT4Z3W8iq8OoFsrXaLkzmA3tQrW1KTRASKWeLWp
fxlViZ/8JwYUAPHFYVePLc+u65XhiRstoian2QyGWeXJ3zAsgWALnb55nFls4iVRzrnA9HqUk02U
So4gKclozD22FCgMf7LUjLrjEraEG4Pqu90KZB8NLyAhhpwE3SEaa92YEwZ7tytVy0AWadU85zal
m+hiVCEBrdmM+tUb+scRdFqkXmXmb6DX1nHhkpodsARBD/Qw46BOe2uZ3OH8VlEGG5l6TjaqFeep
ibpYWZldxCsz03kt05pXephJsl1z6HPSwhEkRFFl5aVil47I7BNZVJA3BaYMuZgpl1NZMz6QZR5t
M2S9pvSTqz8fPt8FNI0ePtfr0xrkKoZLLeKS7298CWA2lMxGWk+A2ieLmtd1UoOvr7HpgbUpIVMF
bsnLcfe31GgDbaVgVUCgOJXwSwvXy4s6aG1ENLiJRRV6KxZuYpIc1j/J6us1ISDq2W/KipxXtkO8
1cdmBeIcCST7jw/mTP7l9lPG6bhyCUAYZFLkhq39whHuAPIPwhh4wAFCFJtASq/ptfn6hh65fXk4
H6FiuWD+fuvemh9n6sq8TEkxZPlgXrYv/S96/9UDQ4zROOI7cfv1yh9E8rbfVyqY/99/Ua1//AHz
q/1vJSYecQj5UgwrrEQGgtHqkEsLtfKZXXw7wHECrgZYtS00xHkMMNMKrTEuBq8OY/dV5ZInPUGZ
Z7tRV6tvWVcWXO6Ms7+1PDmuck23UpFGLQLLEtRTNF6kmuJqsRKqEYhcpHKlRKbHHArhKUqsOFvs
Nr53j7cfMLlZh0qmwciNueXIJdy/oxjjac/car0mvGbqtLHJNmd4xKUocyY2u7E7jQElb+hCZrRr
NQjNwPMVGc8/p+BVd8hG9fQV9bRCs+zjfTST3L81OnkqxZQUxGwKo60q1ETrtPfdZ3N+Do/P6Wa9
NgX9NULyOiG08YbgkNTMWIJvibYUmc5cSrcfMnkw9UKbpP6fb8n18Ti3+vt79ayQZkzQ7ET1OdBO
ZmKReLt9SwV9Dx9OgD7A28n8XtiC9yhFXLRXfu5vi15tflapoVSaYPNTq5cL+C5yxFaiaqwdrbI8
7fQj6VtdQpc/Sxh7c1S048LpXvyA8fhffUDdNX0ce1gVdldpYCJDdIf7A5Pgk3VHzGz1REnqq65v
MAPR7uiZCy/oBfc2Le72vSzEDQX7HtoLndaSM5sBtYmTqEG+8I6855ybTPbElQWyUnfK6EpzPUZJ
b8frh7XOrp90ZrNXWVwk2tKmX5zeiXPjyiyr6wwmgUoQDEZbe2eXNGNcgHflCXCn7TbW4Lg36Oh/
/T5y3+Jpqa9/Jo18u8cmbk4KIQDks+NpB6mBNQIVgFagN8UWCx1a8LVWqErq0+trrcmgkNBBwa5H
aPkhziEjgKhj6VerhWX/Y9C6jQxvP2ri+sIkzt2iGT9q1+oH5BpxtyP9eTK/CByf/wSf72K3c+vH
Xujv2fDA7t8eudrv0Hik4nC0GxJ+FxOt2u4MCb22jnY6dactoY7YCkDZ4V26cNQWdvqfU76y7IBZ
xwlpWObyfBQ5M/ostXxoRAThYKTNkijWDGziZoancLeiKFMvzmCv0C75x47bIh4kZmugRPeEIZ5d
Q1tY1Jk3263JSWSYKh5LhRFMZpqzc0zB8DfOij84Vr/kNxfiwylBWxT/zw029mrtds12SMnhkGjg
wyTO1nxCyi0RyZ7Tz9hG1pJY0NJSTmKySunKVBlPlBiboIF30HEfF2o0rKlw6ba6b06/dVpT8C7U
/7KsUGCrNzXwcV9wReXEQPkJA12fniT1Sz6/pfBjmv17BL2BtbBt/5RR7k4MxJ5A4QxdDVCO3d4Q
ch+VQZAgSuJ31qVGajNXjVO4O8nPfquaHjI6x7VnVBZ3QtUixdHxDTU5jpfVSh5GzN4ikHMGMoJ9
dvVJk0srd325qAJ8Un/kQxCh7ODKyVoagB91jC+yR4rurOItsDAVs8t+ZXay7GgNjPOYw1KAnkoT
1Ux+i/1MdXIzZtTHbuoPRfVo0idXVSoJStQouDegHXhsvsbHMY3gn1U/E3SBYunxL2M9F9gFa5zq
/Z7VUPxNUQFEl65RvGxfOcB4aZAFNeSnqMiJXb/WxluwFzY6SIK0I9oE2B21FfulSRrn/tGXT248
CK+wHc/HrV077L4OaZtiuKX6/PybDFtxBLTTY430dk/mDvRWFXkMm5CRksaIBdkoB6df0oc9EGno
6tDRw7JKUDyz3M9Vvtg+dr8XQKFMQ9OCQw51bFi9/YIhZ8tGqlCwrOlIC6pqXTtUodJOvGdliSS0
FGmPtwQzjul2Ym8sTgtNedIwbeAlva1RLAl/gkANdN46Uho244Kpe+96a2oyvT14qsLBw+BalTaF
g2XJqrUDFxZiFk/LF07VuJXvxoUiKTzMmP+aIuyYJq2KpsO4HE/1c4J+V23hNM2gJzEeOK8ReKuA
xnCS8/ZLdPv1AwqxoNcYm+7f390VaAkG8tof5Jrs1eOQGI/ncMZHjZpWqHWC25Vh0W55u0EU1Oy6
oHIHzGGttwCMfR5Ow0rUSgM433RNVDvQW/IbqEvx3swtDDQ9j8YI0AShbWHax+yEeFFQtdDbQb3p
Wz2TRFAT7csKkC7wvkrVFwgbSJItJRXHMHK6jtdmJ2Fmw7Ie6+cwi8ypjp9OIcjcBq66xMT/R8b3
yNDk6AV5ITUeutXtFyTZEu2AfEhoPYMnDz1/ilWqn6V58PVSZZBtjMArfVhvddba+JoNumHTTg1x
1ZibTWPuc+NcqfhnkxpnmtAE0hPIojzeCHPbGxRHSJeNXcYg+7jdB2IVDFEmeIPN9OfEynNb8Y2w
9Ra2+MxDA4t+ZWZ0y1fRJcOXuVK02G7spj7mPLo4viJi6vp+LFT9niNdXVXG6rz6CLUlCco5V4h8
IFwxD91k7Pdb02yexVnMJYPtOq5aKQeHAx4tsCiIcMNxmo+nc+bhIIOcCtIysoKS+J12keIEqEKm
qAskW8rKQJKHLUDh8XCS1E/U6F5lrCJkNHbInhTmEhZq3FrTrXdtfLKYrFMWRR0hwetGK/ElExHs
SMjysr8l3FaRIwCpFvXe5vz+tc3JyjaKpzQuVKZtZtuhhTdbSZLqU+A/LqCJgGroay4dH8/xnAdB
A5LIQpwZ7X4SPQl0mDaJGi5iGlt6hcsHpXFq5LzGK7vGduI17vTH9mZm9cbcJNipi5jK3Y5ubH4T
aOiJA+cmE6tU+eR6plMtsGrM7NYbY+PfXx0UPgJhf1RibLwqUUafaHlxyQ+Vu1Cnm51DRAYjkhcl
WzQm39pRmkqEHFXV2h0dRU+iEO7kNs2J5/SCXucFtW6DmCE8GKzj2lNMge8XFdrHnTHZrTgoPLjP
oFoERO3kGgdCVeRRmG1sv9PowBSykcmS2sSv7Cn9zD+5lsQLlVBxJnK4MTkZdeyLTNY4MMnTZla8
1Z8U88n7auZbdEKYXPND4jNrr3ujscydJmS7PDlm4LFNzE7ZRc5L3B8qwCkFcN7+hEoFvteN3Kld
v0udE4//W4l0EVEJFk849u+gLhA7wxu0OFXLXPVlM0rMOiPtedhwqEpW3wFYczcJrebVqxd9icJX
0p5EyAy1a6Es1djZipneSWt/kwcNOE4qFcSu4pJMzT0roQCqARbOCk1No3TjxG80XY0aSYGSCZ9Z
w7mEfotR84ewH1uqUm9TdyBy1jkZ3OxPCVqwX7slLNrM5XzzARMngsRDH3GJj7RHq/E9iX977xcl
6rgxa3Fh58/0F2Cw0I8fm0MQdP3tkasTxtFZxVa4jGw2NwSSbRst23KaERwaozASM1pbkO7yjMGK
bccYIqQVOdUxYjxhz9J7pxYRAQ8GtXBvzMWAN181cTJR1lEN0+OrQG95ERyyA2x2hM9S+oUCUV/p
W7Vnqpm94Etn3A04dWgZOjag3od22K0biMVMBJ1w1NnJIGKL0moCgcUEKeUcbXvB5bEjnTnwkGZF
NyyKciNZwCQEQwFWjtI272ypovyXBq9TwosQDntsZaZ8IEMJDhx9ILwEi8i0V0VQUo91ZMD0pSgl
0DEwIkdTOk8DVVMGtR7JHlBeRZXeQYQbaz4HUESrRq2kjjLnxaYswV1XUKvM0xluIeyeO2noq1MA
4sFZQ4fLxAEFssv04SB1NhSDmM4o4i0vZOSYez8suDBQrASjMN7SpeZQap6bLk0WJmcm3rv5gOlR
h1wwHDKg4/ELGL6M91a/aO5nSI6/K1RWVuB1zV2VfWtoEvcW/stSDm7mpIMFYARMA4sFJqfJ/cbm
DctwBZ5TBbDryBY5rbYLV8ZhIPRBPLRb/6lcB5vVwqhnrvAbq5OdV7UD+JxYAJesyoiAmCDhPiec
cTCeT7H5U5Fta2y/JBWw1na96Xa2uvABc6/jmw+YnDPMBcJTfnwd4x5gDFD6NFr3wbqAaJ21x4Od
m2EUvnmQBqCdHqSYt0e6T2lKdHsaESj6zwQUKrqXZHiGJhhEeCV56bDN3Kgceu0AJIYSBvb0xHOL
CBWSsmMG24tV7lJ/hIBRIPn2RETt6/V13+hojwV14s+5CDHSpWldsj7+/ZUvlzwql1sJ1qt8Bw5O
+E0OjT9EcaDlxKk5QhkQu4QryVPZZy/fe/rjqZ4p0f7pogIFhEM1Ch7c2o/CUAyzqge0SjLynccQ
2f0FEMDy8JKNnK0rHIZm5VakpxcszyzyKMj6fwxPB160EviaOrynghXLbFyRsPJW4iGOyKpeuvB6
m/EZ6KSB1ghAqQJUWSd3k5JnNSUXeFZU3Lb55JXfontWpIURzcDR8TIa0wJQfAVlyPSdluOFyFQK
bgeOvPRqqwuX4Fv87baMAbZ7VTBy8j4YjUarw1Y22w/G2D2bgDYMavaBWzrfNvr2DW0OG93cbvWP
fs3oPGSb1q+Dun3bbH6PC55sbgV4CWT8LMgd4MomjlRKGroNUra3o+wIukol15QQnTYVBGcQND/e
ZzNlIUiJXBmb7LMCTa205MOYtTuIH5EGunWbSKdq9WWaOrqiQSBJgXOdfW0XHfaM67wxPdlpjcLV
gGAyvc2aOcIin3wa1vfLrkQXWfSimJsPai0seLA5b3ljc7Lh2jJLnEqAzZjkLxK5BOsds89eggX3
MfdY54HAlkRQjyBFMN3YEV+V1NBgWlMkwBItVUW8OUApTa/xgC0RfzlGpcuXWMsP1Fp6+haeQXvx
vCTnM1MKw+pefcbkTmycwOm9Fp8BwnjIKrv7CpPLboaLzh8ou/lEr2WH5j1wvq7P0N2LhYXtNe6e
yUMMEHT8gsA9WkKmMui8U6aYBZy8Pv0pg30pnx5v3z8w7b0BPC5YdGffI1CHYEAxtSs7G3CO92bN
acOWf5E3wO6LgBNEGsoFZqGH67zQJNM+ozSiaL+jSADI1ainBg2MFdSDeqROlk7x/ND/fdnkXsYT
OKfjrupsX6JLK3QFeS/I0fnx+Mcj8mD4f9juq1uqapWKY7ICRhz2jWXd+iVPEF2iayn5f1RpxE2M
JDJ0wXEZj73Tk53k9mhcqHNMtBd451xGrz23dOHPztiVidEvXg2GE0qhCZy6s1+gYx9DAAJLesiM
P0zQNl6j/VDk1LfNGTXqx7M4e1qvBzddK7ajBubP8oXd7AwOfWapefJNBO5arulvLPbH6ldZR6iq
LGXWZpfw36in6XIx4eQmr5vObkRh1dIvtPJJi8PCFTh3z14NUJpEbnRFdeAnwmZ005/K0aTulfGN
wIsX3OusGbScjNQi6CCc0h9DWT3iG67r7CxzVbn6dDmjyc4lnt6PF2zusYN44Z+hyVaJhxA8Kmzf
2TJT6nGCbm3BKQh2UEoSNG57AA6HPpJpAfvLBZKagXmvaVCecgTeyKVu7bL8i9LFCzt4tHp3Gq++
arKNOAFgeIXGUg4oYj6zpRwaXlQAKFkBf+J5eXjsG/6zoGRuAUo489bGdKDqgR5C9G0K48m6Ojkx
pEEcgUJXdJlVx5b19Tw/9sOLkLAWrSxl3Gdg8ajuoNWAxQsY7aECe2utSyi8+nPkZZ0SYBlfEwuS
KECMkxIiesM3X6G1bxO9VmByAV1H9yvG6sCB+XAhnzl7l4/EGGP9DHfs9OQIQqNAuAYo4Pw3di8O
w2sRp6fNLuA+JN4IOojoQFVnUC4Lm29M60+XeSQxG4tqMo/63e34PY9taKdxaYA9aDVFmnhH7TMS
Pzmv3kIOZS6XChpL5M1ESBwAgzAJV5K+a9yEjQdbY14ZkJp8mjWK3QkpX+sFHzgTjOEGhRAPioQC
4uSJJS4Uh8JJUMsI1lWtdloJBFzXk+i09LIBcfT9/AE9jY5XASwMPBLtt/NXhyVfhRmCfgWKJTul
GxxRLyskgw3QGzMyifKK9dR8cPjOiFiJ+sw73rn0addQJi0nUEJ3x4chCT0cCTXlPAE0so1IpT8d
51Xhc51A2BA9EjLvEtoF+F1NeTZMTpLolgAdFTnyEH6UZtFWriRf1MWMV1I9jZG9/Q6j0KENqMlR
MhKscuqruBbpXiv4hk4OnRcLo+QYOpb1saU0MZIaSFbCchVIFxSIQnDEDfve17rWDcR1O7TKkYub
iDukECCOLL5PWXdXeH5BaaJHORyJGTajzSFFHcUCsQIbHOKkEoqLlEpN+tQEfqGsuwpoSbMoIy7D
1S76wIgObcQbShdxjJVmfV9s2Fh0xhoC64g7lqFzNKe0DscYSVS6z/CBXneOez8qd54geJJagPMb
anZCDsLZtPADvPIUHqTnisj71VMYt1lgDECM1WacKnKh8UPWozWjj6F+5ztUCCYeNqJrXXBYzlsx
hdz5oHXK6dBO+ahJvgQhBpKdeAOyZJ8xm7HQMgudlPL2qA/w2VGMW4VfSR2I+Y9SXnvoKesLjiJs
xeapHpVS1GPqi84fVLmN0/g9AWOVqPsIU8qvSmbd4osv69gFe9VQUsmqTnml3bgUJQQvYLTxAt1D
F2z0nIYBG+akKNFJB0WDOBD3TSMJvg35BRdtbKgBoYleCbsM9Z6iUZCUd91a8tWmFBPm5KZtPWgR
/pxXJBdq/J4pSWKHCjR89TZzG9cqCyRGfiOX8aN2UzaR4O2puhaFN/yYDPCIWGqb94qrqgrydYny
HA1R35MOYoasntdxlGpODkJmncVM44uUQOr2VUF5nl73ASuabhr5wbZmFQ86YSzvhMIWCRrKt5zC
oZMdFSEhZsKByPih6DC3uIGvKRI3TdrpvZ8mrk6nTpnHalmkQqjKOfqBQX9VJn3x7ELdkAugnKK0
yTnLMmnYJlIOwZGI7SJK5Sm0R624JGQ5XZQwSQzJkKxoNXxL5a4r6KsmYOtOEkavqYKLrTylE0ye
11YC1FIR1TBofatCuSNollQo0pRtnK/juGXyJzAQRBLgvX3e9yvHp0r6LMgdIDODIhbyu9tKUvA5
pEUmmG5PiSUKH6Lf6I0TQWmaZf3GMxjRDTksFdfx+0EESxLORp1vGK8XQVqRsTVtRmUBMewUKp7K
F5XEEESg3doVtAF6bz8KUjyeARVL1zt4ReZRe6ZImFCPYjevdEr2u9RgfJbOCtLQVDRoLppR5N82
SSgddC3DawdqHxeqR233s3DJzFzpoEtGxRdcaegFmcKD+aEJcQung+1XPorKitUENk2vJd9GjZIo
wq5L3hv5OQ8/gcchuef/dl2mKc6PH4PnVfld+JyZO+8/zFccGNxQ8J5cD0U8JACajKVu16AqAtE6
xkQ6WSaMoMm5+dja+MMmFyyq6kj+oWaE0U+bpBOFcSjwrtJ2IsqxwVHyiyD7RkLXgRbQfWw8tjbz
7MCVBxkrRC1g9JgKLnDFGIA3aGLsAyHXksp3deBm3h4bYWatoBsUIgqAK4Ch9/bS46paDmgP7YsR
hQZzPMfrbM/UmL4KyXnhWRjQiFERPLwqPXJBqaEUWirLmrjYnzrT7wud55HABg3iLG6qSXopyv04
7Sr0wCGFWBPH0eUNMKTROdo2q+FC5Wb5Iq9FjbFiWRV3JdRZzK7TJJQtXVMuNxW4CzL9xTOQLAiO
S2HITAgNKBRooCBHKMmMMJkmN+0AIPMb2nZysVDbJkfdggnBfILDSdjOgcLqAFJJv6PyhSfSXJ0M
0qNgEhbAQgrC+klYqwx5mLRMS+OFS9jjIJ+6Ep3r/ae0KUJTYQyfV7vfzmwzFUWeau8/e/5CRDsX
GI0SjEiHgrv8jp2KZ/MiDJEusCMharWhiXvC5mj4zpxmiYdgbj9CfAi1MsSWAotms9v9SAu4dAHm
pf8SJ0iAAuD6Xl4ysskWDvMMjneUCP5naRz11eOkrMEvy9ExjZRbA4IkkKiQ8U+13mnuSjQh7ami
Sk1QKPUbsgGEUTDBslI/99qSE5vbXNdfMnFifiQlYiXgS1AdGj9ih/ZB8wn9dKW23QToi1xI5M6l
326GPjr5q6FnFa6RhPuPwZGHW2saggzrOL5Gd1VVhbLmQsbt72KYOM8bm5MTFJQuy7k1FhbAxc9P
ZW9uXE0FDeti+nb0E48MTV67fivVdYcLH71UhjZYmcGv1VhrdtrSI2jGdQqoIIPnHr+BpWXisIQg
zuQGqGg7Ja6vvnuFXvwXadfV2ziXJX8RAebwehmVbMkynV4IhzZzzvz1WzQw09I1V8T2Tr8MPgM6
vPmEOlXP00MMBIRH5t6/1viKVp7fpZ0ic4AAiSjeoYBGLVwSeTlf1QPrWhKjcw/MpG9P/Jpe3poR
aqVkhJFSmcBIsoG05l7DqdABFtGMladn/lh6oS4HQy1UojD1wHO4UyFxkz8nrxDPfoq0U3APzCmI
TnaQeoHPlkRmo5qBQsS1U7C0UWQFrw0KPRoQAdQF0OcaXMOx51y0WTUeiSHaCjK7xFJf7lw9Xmt0
WdotKtLuoJlFaCnR9PdyWapq74mjy+TcJq93XMquOAxLNRMQPPw1QQ2oVORUmhhhdKezF4N/7v3N
QmfqptqBOPoBEkFEO0AiMCN3KHufEF583V7QJYTtlX3qHstjRoVcIIaoulKFji7j7RE+oq0aoR33
27mVEJeLw+Bu8Uzpa62Jcm2CqbPBckOfJipQqEUy3Kly7rQM8kC3hziPgN6ylzNMHY26wLHsKwWl
Id8CU7EJz1ctSqv2ysd/MITiI1ghUWsTaOljqQokcRIiYAyDGTihNd/5ZIni5rYVYfYd6PEgZYQa
CLBBM9EC/n7xEIRJOKS56gG5KxC8A9zLqL9UL8YLELzgwkp1Dj1x/Wuom2ZBIF087s5ufdTXrux5
X976CmrlylhJoypiQKdUnALpwMi7fo0UamnhLgdKLVwScugUATs9YHA5iZUReLORVC1YKwX99pwu
pf8QIYE9nUP2Dyxd1LXWhAKfQzl6zlhJL6nD7dDtEX2kG5DUJoABf9w2t+g2X5j7lW0sezWASjDo
YxCkoysAsJ/BQAfxJtdRJ9iDHcd0X7375084bNBSOp9asioUthiF/R0yncbv09BPxSlAbX48lAoo
sYoTqxo+ql09uoal+j1sTSYO12Z6YVFRwsTzi+sU4rt0FwGAsn4cc0j4pnfykz+jTNqtUu1yK5o2
YCBAnzDT69o+rsi4BgJeKs3MVDpYY1TwZZT4rk+OkiSJHJUt63b++8Cf8+Q5bEScUyJO72kIvbT+
GNTxNojFcxN2m4jx7HJmZn5pAW1LG10NnRL9Mc17GeSG5H9LE/BAa/21C8cbbgIwYQKH1CkaOq4/
cprkhI9FYCbEw+EF0My3Hd6F4XOwEK8k8FVy8IPeAfwE9XL0dj7d3plLSeJL63Q+dfQh34dszuQO
9bZ96BWSKs8sYw3CKazRYlutqU4uEA1B2gVLIiE3jSjyV1Y6V7uu42QUAAYyKpE++JrphZ45xncs
cjxicAAqcMs+przJAwu/MtyFWwwMHMCKwCOcyZyouzSS2bANGmbmV6rNl8Ey8tFOGBO0zcApdGgE
NG8bXHpurwxS1+Y0ZtOgSj7rDiVQnUDXNr2ed0h+xMbw0cYTURO9ArKx6D593y6KO4a7ZwRDRnwj
271oV6GJxJ44aLq/VotZcO1kdPYgBQ2m7ln1+3rjQdqEaZgU1HtIh7+poBF4r+OVotaiCWAI4HEA
iQTZsGsTVeNFWtXhAKaE0cjkaO7wlLgrU7zgCiNv+NcItaZQTG0bGek6dP1VBg+G03Cb2rhYZd2w
JqvYZxtpb/WyDo0MbKjGxhVQnoMtu8sOobWWg1je31DORocdtArAFnY9ZFTUO95XCtb1FfEzakOT
rzdVH5tM8g1hXLm3IuZPG1rQHyLZKkJlwVuWcd/xYIFGae0XZELJsyESppJ1+4EhQ/sSErZldVYm
cQK49ESQGiBBxll5MBGmeEqi4+21WCrvySLoSNG9hSIqEmPXo2+TKVWzAGvhRedWfimQrLfbJ9XX
gwAiDeJZQFlIrFnIctp1ACEHo2nvBXAp3f6M+cqkfBUgOREyQCcF+mY0IThSo4UcJjLr8jIR2GP5
VGlGuKkDQ4Ts6biC3J738G9jyDcJ4kyCR/OYKWo9iT0y+C6nAqaPcySISJCvxEFLryjO6X+NUI/E
WJb8EHUwotX2ID+BcZ5DJrB7uT1vi6/BhRn6wYy7suZFhsH+GRVd0V6b7imNdkFwUqVDMpgdsrbc
5rbNxembs8IC1ENR+qdGlg8Kh+R4wLkQ29PuOn/l53/ESH4tz9/fp4fUxCX6CNicdwXfl0dSs2J4
Ylml4C2flZOMhP6UjSSLsumd66v0zEBKQSSozWSlESGOQ/VBQ/6eiD6kva1+LBIzkjwQffYa4m8z
a2NtP4DHDi9YxCGb7jUtIpoJSq0SYdUSWtmFB7ZJM+2Z+GtIk/YtQC2+J0M14UVASmnyiTqk6nsz
jhPgXv4YRySsey6zOanrG71AkAEufQaBsJ4VqXTPdvBNzFRIxKecy1TRGEEaC1JtKWxyuxinwIrk
CVS9nlQyL1VfDYN1e8mWt8nFnFJ3XN3lqYaSK4Lypkb6QXHA6YSs1KSPAcQPbhtbCpiRZPzvBvkJ
jy7CH7YXxpLpIs6t9pxh1RCTSDaTFTrqH4vXm/vpAcLLd+NeBS1asGsfI3RGrHzBgud89QXzrXvx
BS0rore3nLcoe1QZKOyiFHUvCfsyMYvpiOrbUDhqphpJZbHliyhrRidnhuidxsCKG3AqqEctWevm
Xnr1LqdljrQvPirIJRQ7ZdwISW3i4mEnPfGe+VWE0dILfmmGesHHukHxtoAZcJVHwl4JzE6zBWSa
0nrlpC5664CtinPLDejg6MqNNs1KwhwWWiISxLSQ1d2hHQPaBCku1AhQWnYvOgHhnWQbnfoPCL6W
c8Z5NQk6797fN8bf76BmNi6CLEdLOuemndEcGyhW7tR9NhETNeXn21trKeE6oxuR4J6JKX/pLbJB
MrRjnnEuCxlXG/2RXIeahaGd/Jet91nfF5CyODsrRpcijkuj1Jp6U5mOo5xzbrCBV1aTTJ6nuAIY
xVDvO7cqrGRNPGPx/RKgzqHMQOpfWG3eDzwoBxccsl78Ns+Mtjb5YOXVXzwRFzYo38P3izotONiA
lCl7kjOTzdwchTAyrnWmLb5ZkPPBa4V4DY1K12cPa5ZJNbpAXTWxveRDkndsvuJVzM/er02oCrMA
LJznXxjgJp96YUC46Oa5WUK2AL1P/r6QCXuUhk24xuC5Zo2aujHw20TIYa3y7AG49ntvToPEaPMu
VvIBi/fJxbjmRby4ttipiX2+gyU1MRq4wMGxjMyu+0DH4e1dvrQbAONT4A7PQCEac8pXox80cJvc
8Dv2wYXYhED0veYsSMDlf3kPL21Rg8qRGeuztuLd6Z6FM6GFhOE+BbRuabme31fbYi2rsrQBLw3O
63kxi3IbSsqowWCM3ooocwTpJflze/6WtsSFCTplpU6gmBA8mGjB3GpO+7dulz2pnBGs5D8WA6ZL
Q5QzUfQgU5N8GJJKUAH5qh5MTx5I56v3CWsG/vFBPLfnMmjJEMqb24Nc9GQujc9X5cVEqkPud0me
8W6gQY3LwOJBSpxDFvwEbMqaoujqUClHwgMDUt3xGGpdWUmj58nGL45MvS32Yf4wsYOeNFbYOvWq
ROzyfpmZLUCqAZ2I+e8XwxRrsUz5pObdFNqNc3bHUMH5KTpVcT88JpaUASbmm2phAIUkW9Mq5HYh
7Q/OF9CJQDv9R4Pn2j5f54yHM4pEXKNXzTkDYYQx6JIp5Fsusll5X4ubQTS0oxauBE5L2fMr09RR
YfixahoErK70acWOZE0bHM9qD10k8DdakK/P9FKPQUi0UU6iAy6gZMvveJbw+MfYjC3uJx24yca+
vfOWHsS/MwIc6vWMRBIENZCchu4BxPeQfkVzwW0DS+cXHSTAUQNrOsMCrg34TFkMXl9xbo/Mql0E
Rl8QNLL7j0i6rjjIS/1maDVDs+CchUGbFHX/jTnIAXxxgC9qcB+eAVbVLSpIp1nM6P8+KDweqM6B
NUMGE/v1oIaxSmK/5zgXyJM+7hxPy42Br82+i42qKgngh6ANWTG6BHeQ0QojCaiMsdwvJeDCU9hu
LFQE3+C4n4BCHM36KD15gO2a8XmX79Z8+6XyBPif0ZQMjwnYXbrk0wlCN43ACc7k4dX+0NuJQkpL
9w3x4faELjqgKJaBLBixLAu00PWMlkMVA1zucVA5fuuZP4yy6f0vud5kZmFXkc4HBsuaVaWHr1G/
K7mVR3ppk15an0/Jxb3EiPWoeflsXd61uS2+l/5zrG4q/15CVni1y3jhGkJnHNJC6PJG9pcmuR/C
Gn8aQx6scPGk89BE00g5vQiZiQYOINCRJzKrQxY76WddmmcxMcFzCyC4I20gHzn435k/E2C/3l6D
ha+aRYvRGINiCJC/1ANYT6B5yudWNg1R/FSGIG5fK7sundArG9Q7145pJ/MZbDC1aPVMaomMuJdr
t2+doTpE/mFgjKBS9SLvrby856r/9xdQRxdqH3w7xah75yMgcp1dTYjUa9Ec4J1xzK7x/F1XAnXv
NaTuB0vU0k1Zr2CkFmcaFAtgFVBExCLUdgMPTz20Azu6o9C9DZ6iM1G0spgLxMyQoL6wQbnSqpIX
Sjlhpkd7tKN9sAk2tfkGgTv8sxsyPCC5tPlhn96eW7KWAV6qN8A8gI8AL/ycrOsTBWAwpMoHFNih
l/Tho2GP0cG26MS6jcK+OxM1gUbACezTmvLXwoN2aZiu840NcBqyBlxBC8F5+U5p3/vsJZFXCgpr
VqizouZT3ncVdlGThqmule2xTlVnipByY1vGun0w/5fJBGwdsp88LmLq1BTBfyaz1RvjcLjPrNoO
zYk8EMwm2MvbDbiwTl9r7JVL2xSBH1BJ6L6fFZ2pNRxYaQRTF3AF8jb2H3joKt8e2M9FR0WXiIn+
a4F27jlhiCpktVCUJf2oqwfI8aIH8v4RmxNyyk/aQTsMekM+U33AvgV/vMGbwwb07Sir/HkmzLax
JZ3TkV3XGYH0a/n7BXUeSNhdfB+1zEzSSH4W4vsAtkN+EVm/xIqs3M4P3tGbpb7MOxDBxVZlp1Zi
In2L3jrGynQ4HbdnauklvvoSagukaq8B9jChicZ3RB2kHG9oyD1Md2P0L5vtcszUBSkrFYdec9SB
Uwy5nicdQ1Y3gdERgHLA7g0+bXiJ/Q5kMCsezo8zeGs/zDvy4h2OcZukmvxj++1xgm3wK5FgkxK4
HQSLPpDjZ2sVZkca58/+GaxdBJ2UmZ4cfKPeraKEFp8rFHA4bi7cg3yQ+h5RrAXBC6a507pCG4aT
n1Sjr+5E4ZxynAE4d6uSGByWm5XVXsj0QmPtr13KG4IETqs2CezyNgQUX+o/nkbQ4usY/0878zV3
Md9d2Au9H8NOTBqL3RrSBGbDnnytmFm6LRVwFoDQUEEdn2Yk66DfwZdyz8KM9HkP8TwbYnlsZExP
aAOD6LN3txJtLR6XS4vUwCZ0TAlcD4tlccwktL2Iep8gnYhm/G4fHDTpzltDDS3F8Co8OsDRefSr
o+x4PZkMK8qlOAAKeegMpP7eQsgTbjSZtOhXMVdmdGmDXNqiIp0QeWGVj0eEbS05vPQqmvOV6WCY
q4rhC8T/iDYwIl7FKeDgrVyPSg1GTyt7DhhrVtVbu1T2Gk4ht003NnmY5XKt2tK/s4MKSg/7tBMe
n8S7J83Ia1yFa6s6Hzf6eoAQDWhUwMmGNgI6WK2nKeNEjPoQvfgnRee2emPP8r3fOPwrm1ZYyBBi
4H+NUXd/ryRe71fzcu4m6+PNemvt3la3Frbuw4OmdyTZHR//mM/me6k/V/bgJrqTmJrhn9fjzSUQ
topvYWd1a1WSaIxEP6hxojGoBTSdmO3GODUqLVGx5hPaDoGs30p8GxjaNOT3LOPPFC+jsoszOX8K
5YzdSCjN2RE7KXddHs7tZkVvo8VKua/xPxK2vrZygy26LKoK4h702ErwW6gbjJnCoJgYb84rGJ6t
sESEqDBrRI6Bt1HbnPKPb8aATsWmJaq+hnZZWjpVA+wBFRygPWiwNegD1KDPkYGvJ3PiPgTucWSs
gBTSuPJgrRmaN+zF/alGqRB4SPa7neK+iW2hh92pwIQWa5TSi+785ZCo+YxkIceQkEZRMgKlQPgj
LUq/ZvUaqERCEx9EMkl8VHeFzjDky3lauW+WTt7MvTvXTMCDSi9niq5CP0lhvqh8PVEOkvBHjEDe
HYbor/v+IU9Gp11XouJI6mLL+WYsTo+3P2JxTyE/MLfdAhmNNvHr2W6ywkvUuOHczLdn6QPt/bm2
7AZKM6BK9V/vttuT8opbh1vTauIWHjDwp4M2Cl1suA5pT1hNGUGZKoAH221MINhd9+Y0Yr7Bp+Oc
hGNLVty9peWGLpSCtMs86WjPvR7qEKuJGM7zvRPQKz2Q5+p71kyCogNBKSTTNaPcZbqweXKc25M8
+/TUFashSYdAYya9Q1PNteFywP0jVDza1npLy95K/7Pp9wnEdYCvFyIDPCgrMcA8klsGqSMk8Rka
JpFoc6NPLj8oXGXI6hrYb+GYItDmWBBmoqEZF9L1oFIenF95CRtpdxg7c9LDCT1yK/wFS5ijKyvU
9hTlvC6CEFamWve39+EpdlgTPHafvOZDEkh28CY6af/EFubKdlnKDM6ZBKTo0GnJ45m4HmAoB2Ko
dbht1QxCHOpZ4/Z5aqZoAs1IObRGxZRk+AMq6ZHRk9pdk1BcGDouB3A9zf0t8Fpp7oawELm0mxoe
2FH+pHzOUIzYtDnljn3xQuIAhVCbnjkdb+/VBUmYa7PUuk5iwGRgaeXdrDrJo2/wGUB1B81Se6fq
iAqW/EKxNAOfkAbv0gOLPIdkiPvuSYtBHLvinfy+I/AxPNrSMX4U0mlhtc7v6xixLA/3bxOSYLdS
iF2IRa5/nzooSKELfdJCtA1wSSIrGzEMdKQWdWnaZdVZlCEVVx+0yCjHTT4dmm5tj/0+qNf2qclG
EmLo0nl8/Ejy5+FYS49ebHjpQ+y9T++xfK/0uvKVg2UG+NXbC73gWl/bpo5WoYydUEoYe5KgA9zq
6oIw+XF4LmunAk7aFOu1UsLsQF9fS7AoAqGHygUwjHTzVMs3YyyB2MsV4iYBWpPtUoUobYIGSqWX
xXPs8ey5rcPOKLtpkvQ+CySo2VfgdCFiyQJa2KWSMFpDqYa7KY2LAnTP/fART/34nrPp9JUrfpma
tyfq90V3/dVUWDCBHIHXZCCEKjEATabsCMBtx8FOGmo9UpMVaws7Ak0LM253xnr+4hDhuKZQczRL
uaH0LJYbNXpMW+v2gH4/RxDYgjoisNIzcwjdCNUmai9kYzdjYCBvVSf6WNYbJogNpXgSEqNPUj3P
11Igv50dpLsAXp1JytGWQau0Klqrta0oAiQSVxF4eJL3oQuYFddxwaeAFR41FTCjgM7vJ/648B2z
Xkx9Lwx4V64B70+2dUVC8dAGkIdIPKvryojU1WSorRWmL1Vit+kpBXWeFH2usTctFF/wKYIggaIR
GWl0EV0/H34dt3LcpbzrHYpHkOcZkglO5WJXG6ZKJjMTibDiyy2UoGFyRnyjawmPBp0SYAJ1bFkJ
pbrxlBNQOUOMUTS4u0G/iw3pH/w3ZKHRkD1z7HPg/aHOBYImRQn7BCACSAqYgDEWX+w7r6c6+Dk4
KAuT9kXGf3zonyP79gZeiNxQjcTMAnEEeje0CV/PbTjKjMfA+XCDnKCOBSpCx9s0OwUsdpCpa8zt
n3ID2L2L0HFz2/TCFXZpmRbLQltmmvh8IbhcF+tMYbNg7+sB3TQnUMqtMeKsjZOnXBCGn/qcYTBO
9rswyjvB2PjbVEc3qHdfmSLawzwkEBs7Dki5Vk9bPEoXc/wTOFwcpUadxNSLYbs4Dg1p7czwdwJ6
7nQ2MHUGtCw7zK+ePv9DyudqcWlvuYEH38YKDCuFEb+LenIvDXtJZx/hYCRrcvVLryDySpDNQWoQ
zWIKtZWyBsk1VRuAUBl2Q6d3GvnyJavQDGCj++B9qtcgMUsX/IVBmnOUnzgN+vQdnl0A+MHMwoO6
xZD3aHGXtv3+3XveJohB1qL3NavUTkKie2jKAVbBbcZmet2C5fyfRgbaCBnhHATO6Sue6fm2iSMB
eBv+qWHEjcBNRgPySIl3S4GozCZl1Tcu+649sDdZfOQwntPXK0/AvF6UjyGBFAVQU7yiHBi5r6+G
JIjzgg0zwe31YZN8tBvfwnyu+U5zZeCGFXoRC1A2of8QVmbFPPFtMFqbeytf8g3K+GsJ/IW4Fe89
Ate5zR38ynSIPjZ4ZhLQAWJIRuqARY3P9AFiY5/9p/rp8kTjiLzjD9M9Gn4DSwDD+UO2Fu0t3HtX
3zA7SRe3wVBPUpxL+IYY7TeaHoZHYetBKPRjlfl3Ie66Hi71roQJGyntPFwQdMtftm+TZyJsv3Oo
3dZrxaiFYzGzgos/UzunY6+HxVSjFw2zrYNkfq3ukuVfRwwnyzNQ8QcUfTFpLS/7uSbkAojHs0de
t1IH1JG1wVpm/optYtx+mpaCGQzmr7n5cy7MVbGiAog7rxGprPq7twGsxnPI3rf7c+t00T8dAnHG
cwM/wwIwe21PUrmyiLNWgAJKRPptJ5i8eog+whMoXIh47KoHdtrX2aoW1+JehIoU2ipBgwTa0Wu7
LeRuuD7uedcAKeeEUCXS7wIyuP0ZiaPTGl5nAWQ256jwCkAqHdTmIhUjNmrcjkFTAFiSmgVrxJru
taGRsAl6GGPTT1QDlESYg31RhKQvchIIJ06BAxb0Zje6XLILpm0Ckuw6dxqAQIp9zENX49xzuljp
8psAAbHRYLuvBHWUNSWiBfIafD2qDNpc5kaWm5qsoABqupda3n0CMRvpnE2sdw6LyxERHrhvswd+
Z9QK8sUg1Lm9Hxf4Xa5NUwc56kspTn28OeOJh5h9ZTSGd+oMjUghEZ7ZyjRfkXvTxZC8vtp33QHa
dGuN7Usu8RwI8KiQoW8OocH1Xhl8NHVpPJ53gUAq0s91jwOxL/pBT/0/xPJXpqiZlr0QOOEJpp4M
40Xclj6JGcIdWDhojiOuoF0WNCgxucgqarOSGuIpyhqyb4pfxXhapZf6nX1SdoPRPQp3sfmo6Pae
A4UMSPZOlXs+C65bQYfyOXP2UEXfnk+QOb290gtZmqtvoRZaGUYhAxkX4NhoNAUlkyWJWG5xLWOx
dO5BY4o2d2DnoB5GVao6qVTiUZ0Et5EeIo2kme2bA1zDzAxj9/aIljxvEF7+tUU9DCMz8B7Y+3B1
G2iO0c5QYP8IXcYcrX32Dmn7rVPo3/qK1aXc25VV6kbtUO2oo54X3LkEAJbavbeVt90jhA2O5n5f
QcfyfZr0wJH0+uv2gJeeKvDZICsgg4oFaN7rcxJ6TTa1sYxIQ9W7zif9Oepfb5tY2iWgiENCkwf0
RfoJmC+fpykEY16NwSUjQLkaWHnbfZRug5WU4UJP2Ry2gEwDeek5y0TtRr7xVSVlMJQe7WTjk/+M
1uFjDUKGziFQMP/EBkVI/AkVUMb8EGoSjDa3Mpvy0nRefgPlhdaSGID2URXcXAK1JeHjOpHsTJi0
Z60MSreJ8xEUi5LyR/Y0uTXy1kO3uMgEymHwJ/QCamXXpGbTjyBQLJNyFIgUw8UgchGzH3wqApiT
dygqkbJkakkXfLBCoo/Ey9B3y0UJ8lS+lH0mspgmluylilkx7ceElpO7MWgLqG1XU/sKPH67mbih
LY1UYyRX4Wv5Ecy4yZHPqw4pi4YvSh1Us2WuC5ks+GYNRJOP/x+Mr1GuVMiVckXhMGIKx6xRNADO
g0g9xJKQOEWiTE5QyP4XL6Hmq7eiBPb+rMk4MqVds1UzntkkBUghScIVSqcXfNJmaJdP2N7MKrRh
ElAJADqdBdU7m/QVS+S+bz0djbrxR4qpqsms1db9i1fzd+kgZnJ9EvqwQ2MnlDfc6LFUAXKWzhpY
OfmcMJtg55mab/nBSkJu0eW9tEnfNqpcjxlKrm6wl/XgfB8Z/omzOfBCJGZiSysHcaHmhxOCCjIa
qHHaf3UMqH2SaVHmYXeawd7orAPkcEoAk3LyIt2DAe09L8BIasiJrjO5bay8FsujlZHbRE1lpu+g
Dockht4oD6noip3RMacpP8VPIhqFKsJusKcUAYRF9aEd7sY1bNz8y3TYJvy1TL8gfs6nxSSFoqu9
8IUeE6Gy+Xyfd3bdHVfcgcUbAL4FmKBxp0o0xAM9oeC5HTIRAfeLNh7aDqCBlerF8k13YUO83qpp
MfKhxMJGZR12IBcBZ1BgPPzxLH/fQVho65y/HWXzpK7Gv4uDA2RS5ICpRuw0//3iKmeEiRk5fxLd
XQgzt5+J2XH5tUYXv015bC1Sx4ow//bomls3AADw9u8vuoQz3vM/H095Too0RCDPhAE1cjw7ALDw
Je9Q0hNRzlMKMgmnvJWJlu/7ZsVp+/E2b42NeppKUMOmRQnTuXk4vN1bQGuRvgTeB2yD+325ubvb
8sQ4KxGBRPvtYS9645fDpk7d4EdF5AesOLcdHMbvN8QjRDTRILR5SHZ28f38mj7ebV0gSE4Ocgj/
dOj/zjqNSmW4ghX6CEPvXrj9/RwAeAYESsf7cwP0ox2t7KLFSwYBG/x+hKcA2VNTPYA4m+NCXKkx
0I4HyEZIRmOOj1vw7Hx5a3yOS57ppTFqbrWhj/xplJBGEM14q+jJg8O93l6/BfQdvFFgNDQBJLHI
7VPnIutiv/HaRESqwip2rKU7py9nTSl5MdeEkB75Csh5STxLe6A4F6qk4IYMK937tj5Kknl4Fz60
3f3mtTODB1B+3+ngYnY7NzbOt8e45CEC6DdT7kLJFl9wfa0kSpsKEGsT3Uj+KMf3MX9MmfeRN29b
WQDEYiYvzFBjZAQhS+RawO31Mt+agd4dIyCmSvLxCDVvnAeRkD1zUkm/1xtdjkFeGUIJhoFCDLi7
WlQcbn/Q4u4BNgToVA6ICvo9LAK+ZPlREV32jblPeltuNzlvoINCXqntLxuSIZymIWzE8l7Pr8KD
6zpXA8ltDFW2hA/Wc7LM7GKnWKOFFoSFWxy0DmDennX3oAl3bYrxfaZIU5jKzRpCR8x5siZBTzZv
B8g5FWc07f7x5+RUQrhT8m1CleMRVJrpEV3JoQFqP/f2FC9VM1BvBg+SIiA1DF7Z6+/xUkbj/ABb
yzj0+qHa5wRlfb16TnbpXtoGMjTH107sggA1dvGFTep5ViUvYJoENuFoIPsB+i3yhjfmbGGbEfuT
7M2m1E1npmA9GU8rA15aADQdAb4CtBPgs9R1UTfizHSA+5Y5F4lmCcmLGjwIoAkaMhO8Z9FQgPDd
hvvFYHevJeEX39hL69QbK4bdlIvqOA/9YFRH7Vlh0fpL1Ej/BvudszLWeTPRzyq8AnnGCSM/Tmfo
JtUbOCaURTdFO0yzgYZlpWeBYsRRh75w1Rgiowk+bxtdfMsvjVI+UBuOWV3AvYXP/vTiHQDlIof7
mmz+9Mfj8Tnf7wX9Tncc/WntulhwkMAZAHwA/HfwrMnUKY7LyIvkOpVc/hskJT3SvAa4aoY1edj5
+6lJvTJDnZhc9JO4gfoBsi1TYU+RijllwkgfPVQgbs/lUrYF0G54sqARBLkuHbL7UDSUpq6UXOQi
ycyY+mAfbb0iwazfuFs5GvOxuxoYHjdYw7mAgAoeGeqViSe27BPJ791MTXwjaDGwtg/alVfmd+J1
NgOJPIhKzM8p3Y/WIxMvVb7aucN9fMcZgpMekBb/A7ouO9Slw3NjikZtaN1pZXjar9NAGabOnhRK
UQZGm9715Tuv2jHnZiOkmzCwgGrtmneF/0pHPdDlPZpucisOrA/tPRFN6EUn2itfg27eSB+gS30o
3bHdxOEz+CkSXk/2gV15pO7QnVEbNdxm03/M7/NE7/aay0XPaqoHBkQoq+R+KGyp1OsQdGBOcZbL
Y8U1pEKDGkMiJ3uHbuGp1iyfR5wrOgXafLchQKDRPuWMnjdSPUaNEtJBPpFUsxcAR+EbyKcOc/f+
oZRSgsYgFNsb5hlsJsgLiGZwED+ierW1fT5Kv7bKxRrOD+pFnKN5IYrRqtK5Ehr6nyCjKjSgQ95z
IPPDxygniTHrwFzTrvv1TP8sIGpSHArhEASg3404GDtlXkDOCu4V5Ko8aLau3JlrNqjbq8tR3Ieu
Re/uRBvdb8WOXzvTy9vw7yioBwiiE6Na+jhmIKs3snuIi3VPMbYIKXfe+8r98euuomaM2vL9WGZS
x822CJoFpdwRElM63XmkIJxeWv2O08/a/1nUazYKCAxiYDhvoFa/3hzpKJd1w8Yw2tSt1XpJQkYu
Hsy831QpEEdDAxXcgF1jrPqNC/2xC/8VPa6AporUxKZ5lEIJFEsXRW/shH41Ht0wd1nIzXjimiUC
GCcHW/4K+X3xh72vVAOyAkRsj7cn/VcuhfoMas6BmxwzNov6udqfWQzK4BWG7Jkh6jnlfaqs6Vj/
VEt/HUYUcf4zbuowRlI+iUOD+RZLqwmIpEExIIw2lWg0n7lElAkCAjko33T5COn4dBMrTv7J/emg
sIYQ22S/OKAI8+fbs7C6GlToVwdhmysQ+MHWyxMnbh8kTg8+/OJR01PoCm3alz7cx5gSaHPJRszs
wvHh9if8juyxEgrYGeDqQbgDxdXrjQgZMAgeFVLv1vIulJEjPmZHTdAbKJEXr5KXkcGRMpJsSgna
CmgZiYj2wIXPg2CN0NRC8yeaXyTkcnsiRLbQH2RxI63ibJau0vkdnAks4YTT2f8R1TGRz2R8ZEXk
bTRgAeVTJm7kxvYHOwm3sfRWa0dJON+end+JABgFBcLMlCEokISjFkhAVFkzMhQOA1zc4UM9Dfo0
gH66DI+R8DbILCh9thVvcdBmZ6CgJWtvVbuCfKVDATQ5Qp9ARa8etE5ZhLfU3o0ZT6mlFk1WL6L9
gh2iRkR9RWBp53Zqh60OpNroxBbaQA7eA5BVhnzIACWRfv7dnpD5erg4Rr8+hZoPBpAyoPkn1mUB
axfinsTsHcDcXroyZjoGoA1x1P0ogIKhixkYqsBwGHJfg3dUy4KA286UKslqUj3dCS3E0Zu3sc2s
26Okbqdfxiknzw+nTsxrlnWb/DF/99LzxG7Dzgk5g2ssmVlJrlGv6S9rlEvOsYzaMCOWN0YxR34M
+x6yOa2RVvcpNMZuj2x1XqnjDpUrdsgltGFmG9b0a6tknQzCfCDcifQGt78jmcMqvcbPatHbBngL
ECtwMrhSfgL+/2HuS5Ykx7EkfyUl78jmvox0lUhzs8V39/D1AnGP8CAJEgRBgACJrx/1rOqpypSa
7unbHC0szIzOBXhPVZ/qP5VCfr/sqQtwNUGHmuyAeJaGwU4baRFQX/of/53Dzb/8K78sjbBUIHgH
Ms8/Lmor82CKCin+I4vqeCxjfWSnPDzK/RZFZDf+VPlhwY7r0+//zen9V9cSGLMH2BBuNNDv/vGH
3SBTZCNj/CxcO/qUrLs9bAEYNeSlBUXIu/1t7w1/QlYnO/leuh852TGGN4pX7pafg8/tQaWRuBuh
hbtxIoBuyYvf552J4399pP/qQQYRjkmmMEii/M9a5417nRgpDrRXzYrdsPMPogqzqfyvf+bPcNnv
N/dXpQEFSfKllfpTOWoMVRZ0BgxBlwo8Uclu4dJ5y++Smv2wBw2be1LH9WXa9Kf4YCt+8hoJqgzm
pndDlZ8QWoB6vW/If1dgfj3Cf74j//m4/nyHCD+gYYjjSoPPhI9H02jV1xtgnbZ9Sy3amHAq47/9
6r993/5X+ylu//b96q//jtffkY+49DCS+9PLv/7HqvTyPvbv0y/Funy+r7+In7886HfdK91/V//+
9WX/58N//eNLfNfff6t61+9/eFEjQUzvd+vnst9/qnXUvx8Fjurrf/6/vvnL5+/f8m2fP//y63ex
Tvrr21qk+f3697dOP/7yK2q1f/vnb//7W9fvHJ/6j4V/Tj1K8L991d///+e70n/5NUp+g6045vV+
H/zCjoqLYj9/fyf8DZYTyJoNoXbDfMfXczOJRXf4kP8bTOEREA3/RvDywLB//UWJ9eutMPvty4Eh
g5ALcAbU8vmv/3lcf7gW/7g2v0wrvxX9pNVffoWz1h/LjBQ2Y1+hAICBMOaHkM8/905LovRO0pXV
2TL1TYvhsSpKfAMvV2RbAlBpy1iGmG7sU/0YWp4dEI/5Bkq5Yv1w1ZEhKbf0iTt2avf5OdyTs+ra
i1Ts1bD4R9igHMUsj9b2yKlBtmCD/FF4a078aSCquxjYfBpAhSue0zJcFmSl5f34FvJcX3tYqdPR
3dFkphBwhsF5GyAO2tp3f+i/dkQQzKDiiy7+Kt/T7aOlAkpOzB2XRAZtEXb8QWbYwViW125VT2RH
qRvN1qKuY8FtB4eJYnTuXmvEIpqWXfXRlN0njK934F1Y6Uk91ojV9GEKJHVBkgVDzkTcrOJBUfHo
RRPMrYl3F4BnKCYJRBy516bYKOpC1fMTljPkOtAQjfmS5I/Km29aOsdNzofreQ31cTft3LgtHD+U
8RrkqrCTSVdXdHxVpT9RlDukP1m2v8oggMNIOKrS8e3SBD5mBXzVMH/Im7G3+rBllCHKtF0vliGH
x3L2qCJS25QDBlDscduD5chD498Fak3qPGzzwsgNgwDkXtFXYXZTICEUsUnQfAHkSitP7yft0ueZ
qM8wWA2grDwo4WmPGO95qiyWC+HB98SGLxOH/MXv3BtNkVXNRyz92zwjyTheH4J+skU6KQyDb2J5
hOfWVMRkzIss1d4LNCe68JX3mGc3XtZd79pUyaBepjm/X5B7gPRCzNAl7WWiFQh2hYapbZFOzSZs
3Lu3lJGFMa4jVj+ZMcuvlfKmxnPzG/e1/YhEoI4TGR/Nkt4TnXeujJm75WxHy5mh+eEJNCD+xhAb
Q4LLQG17BW4M5zGNC+1oejlyshQ0MKJuJ3KLevdzysfDsG9DOfPkHAqugNBqVyBt7pp6YxnYaavY
sH4w70ks7GnJhqkI2Go+usnqgvYDPI8W+zWcZelN0FLMA3icNAOx6phunXky+x6eURvvtcQt2SDF
7n62GSkloLfbcOJdxUwal4iHjcs1sQipxDRe0VPkd8P8ve7ZEl5D/LyVGGOSpRtJUmWTC46tXbp6
juh+n8WYnm09vjXAKye/pEkbFUHWs4tcbvL7EKTDlfGDOnJ9WKyGlQZmgHLPr5Dd2uMhHR9d6Ccl
1i8YNEaHLm31ndvW+WXaMng2Rt74mBoMWHTCx83pMwCgY4YbJeblFLa8isl6b5ZMXsVtO1V7Kvld
HOwfeTTYqywS/Gw2NVWez/qazBoiy3jUcIJcEjdicnS1Y4VgVHnVI3C34DRQj2sfdaVtg+6cpvH0
DIlffqs8xJTCgHtJGozgw6wZzcR3Qgg/7t2GKGvIZcarTRgH93OAar2v0VNEqWOPPqH+zTDJ1FR8
p4DRuFuDrxsm2e6Hjm03Gj3ZxWhTpCBH7TQXKVAbuMPmcumK3iJWbaVJh86ewfrJuABj8TK1j/nU
Ya1SKY3eyNb153WWCxIYzYQHaW1dXsXTgpCPPFzC977N2uclncew8fcIfFCmXe3vjJc7G7pjgFwa
WUSwST+pZMtNAdoir/1NdU98xR/jMD5fGM8jlwniceFKRHHqe9bHVyyT9nYLjPuuwnRDcvMGOROM
0uE3K/pimDS1DTqL/OQLPMQrQSRqtKZ+qdPFXfsbgfMjYmLR8s0uoVewuOoaF685mL4gMU8TMmQv
VbzgTLYOQ5lpBAf3kLuo8Wfh4zCtc1UYLogXWhXi7fD3njzZbXeh25L7TXrLRdTF9lMitBY+kKmF
lGGZYfKbT8hZ6mdysnuw8TLVAk9Vxta0lGT6satOHr101ZdL6NGG+zaAG0CWN6RjGE/3SYrMmoFd
BzHJXlrajTWZtD1Ae9q2BZS+7VQQBiw3GDl9R6A1wpk5gpffmE2ymyBo9VEOvrprx8A2XQy9McUS
VwZA6sp29eemS7rx0cO316vz11MS2+3s5oE2A/bVwxJHG4YPdt/0xc51/Mlz5l+u3TC9aaw1DqnV
fV/xMZaPZMpVOZggKwJFPXw5KtQOHqzePCWXOtvUFVWkQ9BBvkMPnExBdtp54mCr6wD8B6s6xJ12
hy5IBNSCfVxuGN73CimirlpJG9RCOHWJQUxXzKb7cmlO1+es691dG3vDXU/bd007v2l3AxRw/KIv
NjE128qAu8/Erzct0hc5dOpjB6/xrQ2z/RyuQXABuwR8e2TlUOybnRtENs+nzl9bPPv9II7Si+dG
zfN4S9o1a4Qz9jqW9hEpxPqIaJq4nFMaFzvUd3coidJKM7A0WwreRHCsduNs5CVE5XDxH/y06qxL
jx7kl9XCM3LMuhTxBYMI33YncO+1TjYk1BnibumzzNr9Z8R9jthnPtfhkt+RjQOfJsAxYDsC91db
+0K/UgQ3F/OeA5EfG2qm7YRJ9tMSmoe2D+s9lF1DGcRzSfaxTLp2+VgNFIyZP30gteG8cRhR9NFY
RVoFRUT9ap5TUeacqQphCXCIl8FYkCXImqSND51JXloTboVIDL3CwZdZvL6oHQnWESbl8zXZjhkE
fp9I0x3up4CyJ73tsNtQvXqhCYJMUzLdAFElB8388GrYrdeMadQ/Z5vJ73emkbcAzUAtEptDMN5Z
gLzMO6OGuI/yoRws6q0+Dg8J2E0/JQaUX3rDI2TRwvfQ4WGsBtsHheiSZkzIfcLBZGwyuu9I9Lp7
RL/ELXvlZPMvY8TgHnsUWvN6DGlQZbFqIt2upzGj1RxmDoJIuB5poNqZ6+aTke1PInnVddiQIRyE
W//ahvC+pqBRwJIkEcPIjuGNgldTISIpy0TGfZ1x+Q0E1XxMCdxH4oEiJR1OZ0i0LOQuPzM8t9rK
+40/rKk9YtrpNe+nugvDa8+MPgK92zp1e8MlQlHzH5vY75dl4LW0ObRLWPQr4w3YyO11l83XK4qu
tc94bT1zq7CTghkdm3ZSBfbWg5ZJjYZ/qxOknlc9hj4v+pE3g7eveHbzR+IcpIjp/tNTQtcmQdst
TbRVwdgiQIOwvkL49SuA20NmknpCFX2OTVv5Pf8pkcsTR/ZhNiOA+RR6Uvh8Bc0cIzA32R8xreqq
KPAdaqMZdtDtISaxukxiTqvezDDlMGo9Yt4XsJwM8kPcw1geex958bTfH6IWQMuq2oODy73Ykd2d
QykbwXzrSDwX32d9ejGr1ZYKeQ0iGDNRaLCCB23jvVgjc0d7X9y0YOrOscLpmuYeAPIeXUjYCpfA
8E8o40qS2irYM1/Uvhy/OQIbYU3F/rAH2uCGX1G8de3lmMKciTB3yL3+p96GuIIVenLSEyOItBSw
FbJTlBSbb7F1JO65zbesRFO/Xs0eW1eIYjEJkmQXOWHZUedtehEbPkEXkRHxbBfYE7Qbt6d4yZD2
Exl3RMoqxgSXZTksy0RK3Lv00aO+KM2Ypzdr12lMpw8C0OYOE6MAmUFZb0gxy5CU8SwiBBIAIZYC
FJMnvGMy6uDWz4m5ggOQ+VzWVd7TKe5eImxvTaA9d4Hw8688kyTjl4J42NOmbf9Gs1HOdWBaXs65
zMt0WGCpkkDQu4U0QiG99deRNdlZ7UOEgRcUo8rfkZiRpMx82ilbD2ydtoJKdyuRtOxVIbxMr0WO
zNF0ntnZZtS/gFs5LWcJnEtbL3heAzdcBsh/u0VEiqj8SevreY5nUILMK2BJxO5SweB1H47kBUtA
9rYOQ3yxIeyiBFK8XmQapwdC+7Xc9+GdhiiBE06mY5RKcmylhaea/sHb6ZgldC3X2X/K5unAur5O
g8Pu+mcBNWfmflILTjALfgZeD8BhluBggrmGjukS8VjHAN6rNMBCPGxA3QU9ZG7EUEj2TXPziWpb
nYTf+UUa2dclon2zMH3TDbe7745+gnrKIMCMy+7rMUVwTLVQBmtVa6aSZi470XxcMM2OfdXALvkm
WTnKf2fKQMvbURsd1m3uxjpZWnuM5619EWOvz5a7tjZMZDWcRG+Xvu/w+wO2Za9DMd4J8s1QpNxi
Y4B02+uHuQYa4qohMQJ2aCDq0cFATx72brxD3Fpy0xPzLZ7ECIkLCX1ETQShfF2DSGAyGvoBIGNS
fqzhqup88kDl9kq+KAIMswgFnQ6z2vrDqNal1oDOPgOOwCgFUyLcB7tVlxHBsUEdQK/IzLaGDa14
mod0vAykeBw8ph+CQW6V9AmGbaZ2U5fYE7FZtCI7r8qi/wOcyZLC0RyN+R6lO0wvJaJX4Wntvfdq
9Xys1aE+SH/OKp55okkQ6PhzyyLSZCvoTfxZSX9EQqY6LKnN63geGIjwcbmceqDnWzyvsDOw0ynV
nXgi6G+hORHpw4ZooEI5Y46D0eagcz03rKf0KKcx/SC7bi/ayVvuAyAlhQ0i/8KMslvOJubjIcG6
cfIVC4/DPsuTtMlLaIJD5vU4bQgESqvYjnOhyJLVMmf2xYhE3OtEuHrlUYiJ10UpW1p/JeiYjXt3
baaQjzWk4XXHOOrzMN2xMg/mWWGlaMiiZpQphjaU7gplnJlM0yd6LYj+EgbMfXYpUH+hY7fzUqbd
+Ayhrvl6Qv1XTP5sYL/aBNEItN9VuSBNHU0ZteyRY4s779G4nruMez9SunK/8PSanwHvphfcxWoo
6NKSa+NRUdMFAb31whJ65tt4lezp/BnI8TOaF1a4JQ4buEckJUgd5LvJxMDgYWL1BoB0R3e4mKqP
xd5MwUK+5dHIfvYsT0svbd1holn8OgoM6yuIsu6mcf1yggdguLbe+siCyMBUME4wQNExg8ecKzgc
0sFTB8xi2L7I3Zq8ct9hrCuzE7tLKMqKAmqkGsiRQZFtM+BNgx3PA43thdh0fAxNaN9mr8XyJrx9
gGVhsOm3Lpg/B28NbqUN2wNcD+VVnu9DvbWoQZgLR4eNKOpxI3Tg4pCnW2EA4T1o3auJ6W3bb1gs
ibjQIzIc+Zr+jV74HwGcV/33RSjxU/8Ru/wjKvrXm/lzetDL56e+ep///D//gIH+/wF6fqmO/u+o
ZyG0su/TH2DPr0/8DfcM8t9COPp/TV+HqDMRCPyfuKef/4boU3ioJinMKAA9/gP3JH76G/wxvsDI
r/wDEICA8P8OfKKF/A0aLhSt+BBgUzCU/yPkM/x96vUfcHicAO7M4fwBejzxYxzmn2B6m+nWWzQy
buPFbaZasAIMH3B1QUUajb71yigZWlWhMwmzG7J7IsmLPFbZemtnhqYtltD0V8Jv2Vi1OAneVc/J
OhR5a1tYp4Rwcqs7BE2sl+3aDvnZ02rMkG5mlH5MN1AHp9At7XO/onU/Jm7X9Cq37fjuWUQSoZDr
fIzsEZO9hyHHvHCXr7cUq+x7ysKuHqgaXvpUxE1iE0hEhm54jcwUT1VM+Uee2x5VfJ9VWTqya9Lm
/QvdMMmZ+tqr4jEPn8kUj2+9Gqc6kut4u4z9VMLZASIrb+M4AwgXwLQH626z3dC+3HFJ0cEmBLVQ
hk2tAJFDinUl0bdgm+XNwgnl1ShFe7dubXbB0YAeXOK263QSplSOaXgpryqt/c6E177VykBPuSU/
PKle86D1y9SbsIDAYepWtRbjwKmlohGRm2rMnEOoEK1yOyAxh5tSw6P/7MUr6sk5EdkNcJX+w5+w
NdF0/BbPU3cC3tJ+y1s0nQVBE3gME5vV+95nj73x8LmFK1bHGf25ZPMrB85W7quzGEdmCEOFSrG0
O8DcsMvjE0LwxgNv5+ExCW1DrKg6NLuoMVyL8Egywiw+meJG0FVe6LnnB1wwUrlQqcdBS/+mo/5V
L4bHPozhcLtnyF8Mtr59cvtCL3irI/RZ1PAfi+n6iiwjipmQb9gb1NhdJZYAOAqSBcUES5F9hGPj
QN+SGbaZZjurFFdrA44dwZo/704rRUotRpjIQ54YaBSUD0cbuCTWQBHEIUfT1SA9Rpbg1uMzHQFw
sczsTTgE9Wj6HL+nrpMWstc17Ppiw9bdprN/UuGeVpkJr6bFEYC0+X6ZywRd/BReeB1F7s4IV7dO
LcEBCt6vKs7O3yaW8msqNPvhIpfoYofs4jQiXPiwhXtf06iTTwnm1+7dBJxP5ln3XSkuK4Uc8cM0
CUwgTB67lomPG5AEFwtO220fZuqkeJCWHXHyPO0D6kDOL93A5+PU+l/QGMjQorVzVzCA86UcghkX
gaeyQJyFKli8r6jyMCzV5Z36FmEu/17CjOPAWCsPQQ/D4/7LLA8LR5Ew0e3ViIZn5bF/4Ug3V1Pg
v9kwYifNw/Yeoa52L9pojEsxJwPcoObtJpu2rg47eBV6xADAyL2Dcx6/0SSeGpgqhVfUJ/mNaid3
PREJKCmM1YXrPQeDUJ5HP0QbheXuKXtScusvZN+ljZ+qF3+Bq6WQA3K80n26Yn6ryzRMnjC2nWwX
bZuPbQnvEqAfGy79ufUIXLpzuc+nvY2+TRRIdZF3S9rQtd1etBMUUoO95rvEJe96Or7BB3EsKcPH
9DItuHc2SPlci2dr8+G05sU3WYfqpR86W01L0EJsN6kM0MbCTnRJMAVH2/HZJmt4ltaPLoaNDKWv
hvAsfFp76fIjMMNHjxHGW7mvABxI3JdqRuoRylihnoCkuP2QdhJgXgurqMErcGmP5AuvmwoNqHz9
UP7QmQNSV9tNVpgau0CviA6+zafrfLXrgs44BvtkNvE+RDtEIjrKS8mi5IoaM8IAdvTgaNn10r9P
VY4ZphnncBnqwaT+pYtbrD5BqCJVtBwX8m5T7ZYVfjuCVbK+qCZgAaFYr2DIdVQCkESwzKdxHG6I
gx8qxe13DNod84g8rIZ+f5pbc5Z+UKIth1CzN3VO048oms8MgMucRg3TXlDKaD96Y3fdBpyWRowP
OtQb6CSHaCRZecg9w7sH5XsNtxSvxXFMNhAp+/eof/Ao1jkUbAhbQIi01/iLOQgTXGUBrDSYK7OR
1yFiKQWDOytDPmY0XhgeXtANPvIcB+2Wg+vkaWfzoVPTdbYERYrIk9nkNW/DZqLuZg/3erJrmecd
lg8TlCSCnkAreFaB8IHxnzqTOJaFH8LXAQqe+5BtWByC44CNaJ3opR1FRaL9VoNW2bQXfcMCBy8W
4htaYBeLCoxyw08wnYYtLtM12e9CbkPQajOcMnh3J+3X9EU23cgwvBQtexg4XO9HNPSELZXkXnCM
vTG6Hse4+0GCyLkzOg7/zl+w2QJlUdWU0eQR7CCiTQZ/eEzTtDuOC6gZBlkFvE2TXQMOcK5ZbM+b
OEcath7moVzaNK5jnf8MJskPhudeCRPoyylqv88JlpREWFeYjkal2d16wnzTB92YvqKdp8ptXcLT
IDt6kwBQrWQaAlpF2NOW5YCGO73WQZyAF2TRGcsiMHYrA7j3Qp3rLXPli+7YzvkNxof3ctUwWEZD
LCoZtnMtaCprm309ydr8oNA2+v12SmHA8eGmsFpEfsNDsD/U5gseJvEQe/QhJuhKULy8a5a0BUx1
Yec2YmgHHkwl1tCmGyEAZQSAv+euxjTdSzbaO4N9MYefTblNWEzGrX1mGHuvNpOe112dW6ruvBYp
oDbAImnGY7aGtMgWjz9bLvoKVYQ9ajlMV3La03cLz7DzmMvpQDWFwC3Pt74JJaJerF791y6CGVmC
RVyFfbuit8hRCpk5+6n8ObhMOOd1LPvhBdnK5NXCcxw7Cdyh1mzKCyry6BNN1RmW08FJy3WqsQbC
ciz22wLq0DcKiL1GD+PX0AQh0WZNx+lgu+zV39oY4BV9sGMeFIxh9YOnQgRQ25i5Egv6YQuC6jYJ
oBv1IMRiITamfnbPNEeblEPHPbgvcD0mb9oprIHhAj1EeGmsY+dRLSdjySvw/ibz5Fp2mWq6TY4l
U+Fd7HhwzZEpykFnFTzwkbbFHFaKgPxUs42uWmcRijbcr3E+o0rxcf/OaGmShqyQg3f58JMhA7ok
DowfDfVQQNF1YCYX6KYNMHOUqUVuvuigReeFlsh9Ub0UsPlDITbv8CfTfvia+fxnTFnQSA5UbZ/n
iySdc6Cs8jkBg1S2Bhz7wlJTrJQvDabrw74ykYecnqxb5qsZWcBnN25+lTr7LQhQQiU8eqeZvxW9
VO40GG+rUszKE+Pfdyq7YSwOS0mlv18uGFG/RSjRgpzYzoe3sR4rSUlyGADL/WgDt4yl73VwiPF0
bstkAWMRq2mBvGoMQYK2XAFHJvul2DZ9J3DGoFSMpAeoz3sK6AYflcyGFYMq67QTg9erlY4cwaJD
eUraaDhSFROkcIt0rntcU68Ypdm985jIvZQYzwIi0kmY9LFJhHeTCsc3CA7wg4HLbigblisdR8Bl
7UavWyRIIC91dBhkmKSz5QxLqiu1B/LN2yyYZ9S8kNx6K3ajzZxkBzx1D0CDoDLILgkB7rcEDvd2
SobwwLNZNii8wTSk7IVxDT4JMLCPQWwAIcpvI7AHEgXPCJa017FsQOcjC7frbxEnLYp42z42u/rH
gW3bdNtq7c1VjJAj8+RvGWGHWdMUizZJ7Nkti9oOHjCv62Vf94vV90mcgCnfPdPClGdK1YFtwkGh
GDt1JHnfbVe+hvNxxUV2TwF72CN0HDuvonVbHrvMwwMT68l/N3BzeBpDCtSNAE67nNOO2LSIDBg5
nrbt8iOEpCQp7ADMAVHOAei6aY9YePZW3idXQohpusBavZADlvGeVKSfQKovvUB/sWeRHktntIes
RG/3qD4soBO8JkiVjAtAkDJ/nmCGqu7HbsEl6bZlI/ebYst8xAxcNChMewU9/CWWJJEAGBRJz27t
5+Bl2GYfoxdJ1pNyiWkKaTBwxjeo9jP4KnDeQ+tlMC98Au3pglsTOYhmuNvVtKKZQn+GbK2ErbVD
QgVCdDtMFpd0iOOPCCkK32RAFnNKEqw0D9KA1r5Go4ltOpXJYC+nfQWKkqc74ruxzS7mfVrFBJsM
ukb9XYf46fkcdiQWJ1hhZMvR9CA83G767TyYYV4vLEW5HS4cf9cX4uiWXfIibHVbAQlHI8NE/7lP
iBsPtT98jN2UV50LAPcTHZ+yfUpuOyB9pVgdZGkDTH5ZqmD1YJJugwVunlfZRrovZnn8BvK6GlOM
iEb+KYsJgNDOJQUjCoxSSh6nkdyE3DTB4CcnClwO7GpahUyJG2wbMyBydLO8W17YmM3gV6SsBcfd
M+Rrkypf3sPsXYsyEvn1YA1/ESJ7p0plx+iLgd5CCc1MulRrJPzbgMrugXrJw8hxnMvMH93aiZpT
XQ5UnnPe5iVb7a3uI+QBzj5m/siFP4DpYiT8pgK/ZNGM5BM1Ptlknpu93wYQfxAWeCK620X4uvD8
jC6BljDN9woyi0Mw6E8tkhr80pO1+bXd2TNd9wjGIytcIfOYPeFSv2rZ3XYiRrtH5PsImZ0eTvGk
vzNPHHmyX85Rsh+3NXlKGC7ABmk8IOUIiiyTWL9ogXAyCeMs1pGnYPLupfKazvg3a77ArYlPZ2iQ
Pr0c5Pnc5uI6IArxbTD+Gj1+20b2fnDyypfBVipDltLN5mqj6oKmwa3eACdD2fMzDwCMyAHg3LZf
hiG4OmFQzIut7kmAwlga+FCML3uevaE7t8dwoKdEhoihSdAh4TFMPAzBYROc+iOXPxnlRZLQ2zHD
VhaG9ajXBouvKa2XvI3aXXTruBUyNxV1CGUjlB0c2g2YhX0gCh41+X7KgvAV/GwxAV183TuFMR/b
n3ZHX8eMfY+QW3rhe9Mb8I/TvgBNxSIJCUfr6kDwJ/haeTVooMPqpe8EKoAKQuuuWJLeNsazX+o0
cVywC86tvk7nyGylCdy7jnA79hPDcRsOe+UV8wkbKDXpYQA2cSESRnDIAb4pUNMrjPvhPI3Gtciy
8cfSk0boDvMlWNDLwGcX2+hdZimp2AyTR+JmyIG5D/GUF97blD1OQ3ynwFjIOF7uehOg489wlrPk
lOb9CaPnx8ytpcO/D3OUHpDN8wB51hEqS/Qv8HZiwYOH0h0SuWs2bE8bNEaP48rrsadVGrjrMB8e
Q89Us87OnfFOYiaH3i3H1CX/m73zWJLb6NLou8weCpiE2xZQvtobdnODYIskvEkk/NPPATUxQ/bP
aIb2s1EoQiJRABKZ13zfuQfmRRZhqxgr6xZbIOLVXjfH80BPpo3mk9d35Pb5U2HqgQPB2RDxsfKr
B9NrFCWb4mS0aWgMIr0wwODUNcZeT8FZKu0pQnEZNH36bUK+tc3lYu110Z2iudrGpn9vzRHz12Y+
cM55uXETsZVGbm/48INibm+9RfNuBkfeUEfBJKReMpV+pQ+/WTiiQ6/Lo+vUEv1FHwdjwyn+2iaz
dfYbszowXjBsE3aMbKgMGjXzGGat5t+OI6KdIasQf8Cm3pJHPU+TYYHJMQUCnikPragr74oE9bJn
Nue05fhtu4Kuil7cFKX+4DAO0aNLian0ykujRztnkOro+/d9nFC30PJhMzd6MBmSOoe/LwcrQCQl
UIWIk+EiqBzyrcg77UCBhw43hhKs5w/dwroVTcDZFodSk+dFegIRCfUkyh53kdWfKG6RhVOhPCwa
tZlIQ+81YFUB7CV1d2eOZbTpavsNJP3aMTq5NKOoN/GhpKh4RF5dW5kVtLp/lDHbVa7okTruCZUl
3XWfoKY5rmLJ2CsOYtK1K629bmt5KVdhxziT0zGueiMMD6SfH1Qi+lohRNJpwFvN5BFNdCFC8OG5
jZvQZ3alqi1WrNorjuyanJFZqbfs12gl23C0s9DtiOPxPWlXpp3fRxFyscrZzt190bjHVnqoapZw
WMp7kwcu/PbYm2RrFTG6QUhq5jvHpQ+sLzq1wtqiqxehTqyGZdyRgoPazOUXL1m28Rw/tiOpeFpk
zs6INQD8GjNulS4PQ21+q0rtsBjLd69Ng6LHeZS1TsE3Ha0XqPtNNw2PqTtcxQY/XUki6MK5T5BC
o0HytqqyqQnqHeNWXfl1kNUJ0uLnPEuuijHadcYEFWj51DbFq4Huwo6a1dfpUJip6qDXxlsvtrbM
hjrPlbwaiTlohW5oNj9PC92wHNdRVuY3g4HWsVfnSorrNNOYfFKyd9gRRQxY7xgro3jrzPbr3Iqb
3G6vK4RSG8P0XXZ8Riu3nXEkkHhuam+n14Tiff1KPe04OeUeNCMt1ii2jlE0XnQfZrx0KPWaGinh
1JtPyGrDroxLkrkObmo+XWULTRRmPDx4evnq5cIP00nfqVHRyEvpWOaWfersytgZZmztM1l+KQxs
rvagNv3U997RoGPErihexURAKZt43BWCEneVkgqiPmJGOD05hBFVElDee+t5BWHqj+5+dJB0zuI1
V5oeGEm7dQq8+YSkTTAo/67Miqcq6v3xxSeNIpRNxewv3W4pirGQ/K1pHTnhpFzJyzx4ZawV+kOp
gKsbW81rprnXAjdtLSvoh6TKd4tXmk1oNrTod6NmRPcKYri1S706rc8iW/JkX0SZeEKLQHPAjsAa
bcXoGI9lUySI7kShJds0st3vi+EOHJ3ssIqUa4wA70fjsMvzzv6Odtu9X0VR91L38pyqJNqEzUT0
5G6U17BHxIWgQ7402qK2ToxJjUaYgQi1nTXUzlREOOnKMb9OnYbegg9BksjZF4GZeipB5ZvML5B6
ZhLHONKKnVv2CVl9wj7Bb/TSJ3OKnHyjIgXHprNG1wkgMS3RIZeS1+hPWcWKaITdyn2VLK46Zn7t
GBteOyKYPlc9Bf3K0/ZIlMrPZia6u9FrlxuDcaZJUBnEvP94LP6/6fZfqP0/6rodVfvlW/Gz1eDH
H/in6WbZfyHgN4EFYijwxY/huf+YDSzx10q9xKVD997G9IgN4H/MBpb1l4llxdTh0TLPyF7xCP/T
c6OJh01G4JfhIvTLXO9ftdz8X13HsERxxKx9P/4qfortvDO4iaRUqet2bUCCniFUtYvlpaWOcEfN
eXkhVIisnRUN6tvsWs0zvLsZzdVoju6dmyQtwhEWHaLQvGRkO59cSidDUwhRotK+Njo/DXUy+Uc0
7HqziRUUhu1UZNWznrd7d3RQG3eDZXNQCbTam8FCqbeNak3W1KA99nW0Dv0YdlY96Zc4s8YljGUv
snDKU83go/eKszBqdSzcDHh01fY4x0o900KGKGRkPNEsI7iBtfzGxEbOVrtEanzuBJhCKjqt8Pda
1wGqkUZJKc5ELBcfxzppsDIqv7vSsU/Vx0j5lXEwzK5vdxZuvzmIUx+Jd1wZXhd0lUt87lDWBzKU
OwaSO63u8yMiTQ81xpjJt8lZI+l0QoqE5q8wpqCJvUoPB4p8J1QpXXr0Z5VLvnwd15vXpArIa+kR
KBqlnVsc5sVwJ1sZMR99Ssd95hTYOZYq8jHN9SgQgyyjyrrRx8q4kpGqnlVTueW+mf35s16haA6U
NfXBkC76grK8tC8Ussdq5+ujxcxSq/+SJW43HvQoS1AVlki0NhoiuiSkxuSvBzO0vQAlew4l2bWK
9K6rzOKrr7nLfUm3P6M4mkWHOJamvaFRgdLCaIpsK2raaAFpFpkRgaV3HlrE2uRDcBPwRKQ+NeIk
Q6wB+gS1YF3bzLmeGDmxhObIukOy13Jfht7O7I4IuoirSbS1YGlT/9tSe1D+5pY6VFBmcf11GGpo
C0xo0T7T6JYZaS/yIxeHD/gHarBXpW/RgbOQIP/td7TGtgnqmfbg+6UQe7XY3ksz0AQYs4HjkPgU
FWTmZlV128dNdq0yfWRl9mmHVFPLGLqBWE37PqMIv3AgGvNeyARxTtd37aCTv/hDixwrLoZD6dmo
1ArmPdhXxlL747mcQQ6NoKnoer3kVB/pDA+WjE7SzxfK13ZFh6pZ3MjZV/nYY2JwkjhfK0xNH6Bi
mxBXpHp2n1lTDSTbnyuNj6ZL5lOvVwWadLN2Z7LCRlTZAWkRzsp2rUvz7bi+HWR26t+X0qrKw1iZ
yHQDRgg11cXKvVh9VfqSkjKm9iGVZvXFHukirwYUzwwdFGIL4ktDPtYsAkz7U3qR2MLo3rhju8/7
xt8t0sKaMvjlH2Zp/ed2ZUIihBmM38LAx/duuypBkRsaIt2g9pXaUrNLN8qflw0fn/GPH/b/z7P/
WuUdH4hIvlQoGr5+U8nPR9r6Z/450XzzL8Az0OBNF9Ombq2u139ONM/7S8cgB5WTj8tbFeb/e6Kh
FHH4P03MruA6BZbH/zvR9L84/XwfdJht+7pn/psD7Vc/6cqQBjbCiSlw+KIn/uHI/cnhy7YyOwnV
TyZu12KHfYheeWK5gbNUxT62crH76dH8j3vvZ7feCoj4P8EKk9V0Bv/ZTI+BoQKs1+eOf4arVJaB
Mq2q4gN72xQIQ0WPYkjIGpchu5q9REfhWUSbjy/67iP4cVEqt9DcVzUPYMBfL2oqb+yBn8Q0b2zt
ooo8QT0Kl4fcNf/D/f1qQf9xf6sciHF/Qrd46avR+KfnWQ3tvDSOmR7mvswu/iIQVui+2ER6TpuP
eW8Utik9//g3asrj08d3+u7yALJX7rkNApEhs//phLSZFQnmiPJp3pFWMtTJ2nX1ot2aidJmdL8t
OK4uEddZ6sm3ChXC/uPr/yA6/PR++QEgXqEI8iToQyGB+vX+qWdyIDmGPET9+pJzyOiQGNLP+ZAi
l59T+hlRm4hzY0oKY5IxuCWZI4e0iTFr6JTx4Dr9tPeMfnwZZwtW08c/8N16//H7zB+QHTRTJl7S
X39fWttsvAVZs/SSflOU1RAqe3IOXkFq060WuY+vZ/xqWHbXC3o204rW0Sj4Xd/j97S285Dl9rQY
Fi5L5aE3DQoRqL63aB8xI9SSI6nNwxwJyrb0zC7a5L07X6aaxGr78a95h6RgCK9AKMp3DnGQeFi8
//xQDtZAoaP8MJhK0OZrKa1uBhjQJ4krH5lpCzBjaPz6Je2brw5Z3V6NzrJVBQ0M+mUrTm6J9M/4
EltAElO7QtesVDzHXd8c29WYxgHqGgjBOwPl/UgCiG7cTy/0j5gFk4AhDkx8SNhT6oghlaX+h4E0
Pwg8P6/A9RbBwbF3/vgO33+BTdcZOInTEvnz6NFCqKSywq5rGCvcUg6g5jY9176k/jb3hn+tF02+
Y8BTfGl7ofboODG3l5F6Gwxbu126qXgo7F7/PPmzg9s1Kx4yupavHoHX0VV99tUyqE7UjGz80i8a
kpsJZxb1B3OwnoVSOmrtalFXYzkMW4m05eHjN7oK/P7jbgEuohNhbBxcql/XszaMEWaBpDgsPeop
pxd5oGb7TyPW3n81PFMYLtgIDQv4EYfGr1fx7NztJ37XAaF//KKt7quoU8ehXexvXo6q++Oberdf
r6vUQDgJ/4HTwnDeT8ByJyWTpeVyVlnHV3mdnvhhE8YJSigfX+ndcfTPlTj4LOZB8FW8B06Uk1nF
aNyKwzjE8VWBuQEMqV48LJpUp95KC8bTJ+n9xxd9v0mvt4fCjdnbjOcw9PfoT2ZW+FS0iCM7PEZv
+MQ8XA+55EsEd2RYVJAd63n2p+Y171b7SmujWPz4J/zuCdv8CNiYDMLipPj1hWrjasTQV11/TS0f
nnTNuumrdA5MbDh/gML8ZvXwJj1eqc9MVf8HpvOnM3GwsqSj6toeGs0tHgT16W2XUgiriTagenTd
3x/f3DsK349dziJ4YpIinAEe8LuPorb1LJVU0g+6lIxOEINrd9vERQy8EV1NE2TR8uWWMnYVJloW
xWFUe+kFfznWG/SLXnaEV+NfVVGq3nqn7d+ooA1ik4zk9mPqaBdoiM3rxz/6t2/EcWB6sDPrsBZ+
fSMQCXLHxLZ1wOHPAGqNyIRSeXX2YyEfP77U7xY9To41dGRmlu+8u1TloWKQ3BLhUBtdGaYyrno1
jSfNlN5JWHl1TqzBOXx80d/cH1R0KMM+lZq1DvPr/S2jQMJY4baZrErsXKuKrrB6OIfKjrTLx5f6
zfdloaCnCgQdi1D5/etPZlksc1Mfom5Mql3pZEAGrcXbDkKqu74z5qNpdRCo7b62LyMl1D8s+N/d
K1f/AfIjEnvPne0ZDz9qblcdShH3GGK4Q2NG/tSntHw/vtf1Xt7t/0i/hWD2muWup/qvj5UAnU5O
sjAhjDPrNFWWOimHXH/j6YuFolK5WejhmT1p8o+v9DfP2XD5yqDE0CB23jNipJcXi01XmZRXH/YW
Zqb7ROIyhaZRRFTYZ/audDQnRA0twBXcN0RbH9/+75YySgnbtSF/wEN796oX5SGG9GyUD4nuHGLT
cY5jF+lbDEd3VMYNG9RZ8aeY7jevlx3TptJIwUFnEtavz9zDNIDgm80zzoR/HWmwLHA5SrgGqRP9
uxGqP/YyAwMCcGzPW90G73bqhgzJy0cPAzKx2jWTzJ8G9ccodf3i360iJodaEOWAspjejxE1P+3Q
FHlaxFsJO0I8AeEwGs2nucs0039/sFOjhQrDiuWu3j+5AmeU1mhjc5gcKZ7zFPPypml0+tS5VTV/
WBu/+TRMzlJyKmaxkpK8C/XbGoMcIqr2QIRu7svET83QR5+PpN8rz4kmtduor4cUB6eDQ+R/CwC3
/zy5n7Pc3z1PKFI+A9KoOrMD/LpCtIwQoJuq9lAgNAnbQbxpGafexxf5zdq34Myy+Cnv/OcZ7mu6
dCfdLQ9Ss1mGC0HDghfuFHdjuqM4in8JCfifgpffHOZ861TnuTOOqvcJFO2WKZmLCDFzV4nnCkAA
De5JPnpWnR0yp/zTF77WTd6vTYtMlpEla1uAcPDXZxnbjlEWi1MfMiwJzmHCyiEZ66Ul3/kY3Cc2
Bh8TB26RJ8QI0a1fjT7jfdJ6GDaxncnvjTCKhzEzyQJaZJt7gByWF85j8maLlNg/t7tx5SYOOHw9
6VtI3uVwqKWpHglcmk8fv7Tf7B1CJxiy17OXuXLvNizGaALprlDImI2m4fwoHCt0EQh+wgI//Lva
3xrcrhsjB4PJuyL3/PXJuSgbcJTnBLeOFoedMYJjbzW8bWst4l/flr2SKFnrAEqo7Px6qVmXHf3a
uTj8qHgoHTKHHnlaKKIkO3x8qbWX9G5B0OgxKTOw4zPJ5j1WsUxjbdSniI8LkbjcdBhaqBc4zd5o
C/1z1ZkLo+lbwKE3CB44fPrZw6GT5MWDQoCfB8h3zNvZG5ZL56KnEssEKopXkgYYYeu3j3+tuR4G
v26ttInWSPsHRY3Z278+GQTxyp6RcBxwi8bnZrSaL4VbaBcssInajGkav/V60j52tozxDBuRFtRo
Ju9i3AM3jM6IgwSp6F2LuiooXXKRuugHzDod4mCmFtGkrNA5piMgicgpz6OT9n/YtBntsm6Vv96E
y6GG/YJGmgHIcn0lP50PXlXPTRob9QFkAyoqY4GCcJ1NPQ73wlyaF4Y/LXh9zK58AISQPFT67AVT
W2cyoPrVPfSTlrL2si4EEwEVYkaVX/VOeknN/ipzdaS2Od7k2rlTowY/19/lTuFuelkd2tL6NjWf
h6b85vVViKYDmGSLKrSZBF5pgjgf6XVSbeIW14D11UZVkveXukTLbqKCm1885Mn6YDHj5Ytppds6
6+6oRWxVg3rY0bZueu8v9EfsaC/at6FKj3IGxIlI5ugD75B6/app5osevxj4W6KgNesH2WkCaI71
kuGN9+sE+CI4iEDPrEd9NM5zHn9Cvr9FLPtY+nE4YAobKbc4xl1L9uHm+taN3D27+i0kGjC9CxhS
gWaviI0qrOyJ/agEZqwll0lzdmWJhQI5cjuZNLiRrjDsbOMs3h6RMvjbRF1rbXVlIKQYGjK41YqD
g/Tenv2dKnOEJfFyJwxm2tlNYETJm6ec+0hDOmv7LxQQwl6PjjiEbrq8CNOSR1EZZz17deivgSp6
5o8ccbAEXouFIisfXLMMlcNMjAjh+VB0Rz1PAphnQabpjzWIgAphVKshQvIBDNkOnBp53xoa7rdF
DBvTtW+qUp5FjWqz8JNtp7wLxIB7pzFPTqPzmr8vpoWRG9jGbIY40m4Wzz66mb2FNYBKTYBsUc5z
YxglglK1N2pjgdQodoXff59x27c9rMrSPMy8KhR49raAebvKy0zrxWRwaB+bt26FzXBIEMFbOEsi
3z1lnn5YdP0OOyX+n/xYYqFA9nPtl/6t70AMmiqFJLBst6Nwr5pcfc3mftqYqaRtKm9ds9fDHr+W
5WTb2WDSmpbtENyeDEs7LinYoHI+54m8HlI6Q/6MkiNiEBUvfdL3UaTtRXOt2vMIXmrqkjBB665l
2nHuxqDFMLAoC+KFtnESD6rAhEhef63qcQpArp0WA/R0ZfYnhJQvoxkFcRNdJX6EHW61omRsKZfR
YYEuzmUy1X3UmJvE6S9mY97pGdAnN0Vba7WvIq//pklwNTTJuWpU2PGCNo5ZnlM3vbJrRpei4YYw
Es0b9q+nbJEP2hDD3dH/Vl2zj5rYDLroG5bzwG262zhKwX1Ed2hKNlD5ghRvQ5pNe2Caz76qkF2r
N2Xrf/s5eZKXVUdCDhTQ8ddYfMmz/EDvM3QSqDrz13rA4D+02waal2+yfdAa3BSJd+7n/pL0GO55
GhszMS4ehWc0H85xyJKdUDY6N9eCNTR029r2Lwj1AqGrreUdDP28fht5hz68nG5Tu0WON16wTtJM
RcLE2rKs+Xul6PN3etDI/FzkbEte6vNr5RiyhtlJZK4wWxV1ArReTdQDg7JSOADqsT5HbXdPj7IO
at2rZ6x4XihhADWt/Ul0w5dJwx2y6dMpTLLFCxJG5d0XbloGcq6vy7Z5m+yifsj85YwGOMytGflt
MSvsr5fWTb54WXNeIR8WEIRD1qFZwyexL2f4RTrkG2+sRZAueVMHTdru9XIOQeTuB9N/8uzqabEP
aJOHzSDxyzu9HqxeLX/W74vxeqqhLqn8k64VJ9VPd3PX7cy+4O9csoRJgnn+yXCXNjCtxP5kL65x
nE0RNXuvPjctJhKE8TTLZedix1ESeXZpY5wrlHqMh1YmgW3H5g1S8wUgGFKmJWiXlWglx65+s5MC
QQIqpzTsXEAajBSJAQNmLpLg3H0yeHAbtxdQ85BQbzU5HSLToLkpDVTRuOSLh7SIta9eEwEk6LJi
+Oaq5X7Jq++6gXRBwbTdJqiT0hlFdsC0QpNyZr980adWA4KtCxx6tXtdmNqyrZFyPdpL+xW7W3pl
Nb5+oKirAJ/TAXpKLAQJaOkS52j6ariSHu65fcH5eIyqrLiJsfQckIBg4MXcpz3Kek5fcE/Q86/1
1Dkk9qR9t03VbD2/Y2/Ucdp1Fzst/MdUWtFNBUCHmEFUNVOWW68Jmg74YtegC9lqC0yrrMeri2F4
6K7Anfkgtfpo+OJLK9d3AyyBYGrGz6qe7Ld54eKbzi7n1xao1lFlUuu3VILyPZIVkFxe69hY41R2
T+WigF1ZDK/Er+XfBkz7I30OC5Zg0Tz78dBvZrvvrpzKZ0hBbuYN72hMvpQielAuX3ZZlPTpxeKL
nSm8epXOG9ONGkt3k00F5/WCwWzYCF/5VlikRb1L9NVjBmgrNBdTBF6t17earNQFDUj7KXVyZiW3
UXrygPAcNavSd1UpvKvZLysBO67zXh2htcdFrVwoDUtYMg4vLlZWrDtacsos+2vWDvYu6iYLcTqe
ViL0B4G30u268lARjT90Q94+2uwVB7VQCOzNemLgZlsO12W/Oqhi/JZb9ga8Zq003ygbqbvEyiVq
P5GfaKeYx1g6K33P0DD+mO1FZ16FU2aPSzRkYQ/j8kTPrAUPpUEArDJzjQiWcVv7nrNNVbQkQZ1P
kofkYEfZtQCcdpGBqCdHpBlv4oSW4ibuhr7fdjqGdQ6/giqWN+vIKzyfw4lEYm90mvc24Syj3CQg
dSF2C/Ipgk9WJUbQIAcM86WIL/0CIAvv4HCVJJbVYaEthjBG/nRcFmN2NzNCvrOFCTuoUtFvjMH2
Pg9jRsAMviesGqQlAWvcOJZt1mgoIy3t2ZuTK6iTaEWh7uynKTW+paBsvkexHT9pulO/LRJDhov6
vCN63Rt+H++iRmQ3SEWbi1ulOEryskvdgKpTHdgOzqfcHQEVAMnae+nYXIMs1t+aNp0OVRJPp3HR
9Hslivhzb2jmdiiAsszNtJzE4Lgbv7VJRbCaDfeyG0AG96VOnNKjt9SnbmdX5iels3setEo6wGym
bkGDm+ic1K4YoRjHDY+rrlGQIONwn6JR6z8JwAWnuHLsYWvPKJd3lDCGw9SZ89+eS5AAtYCMMh+x
u8JKAZ21KbM+xs87Wzczo81LVFViukOMtHzqU9NA/TyZ4eT2Q4MzHNonge+kvRnZDCRHNxNgI7Cn
m4TDbtLzKpAtay0EBzWFlRW1eaCPo6WCARMRkw3TbBsRbh8ECeXJ9iP1qNmJjZ3YZjwoi9hsbrFA
JhpkycHoN3kZiV2sd7mxNdSyUslGOaQ7clL/MuHK2ek9kLo0biyYBD5zBXjP+ZGXZ8pd3TfDPs7L
8qtDwehhgPX7pqrv05jT5l1E8Y3+kEWA7Z4xAHVskCH+UPwB1ioNJQJmOhTaz6LQ3QdplP6563qP
aNWpIDGNA5t5wtH5xUEVe9M1GarkepAo8wXCMdfW+xdnLDFtlZ2DHD05M3inOJRTpqPWtPKd1XIQ
zyAYAwMh2J7PFveNZuJeWgT3apt9OBWDtjNKRh/IuVtPEPK4zyNKjjzAS+88QAry85dCy7Jd7prd
wRAj0+D7HkON7OZvttb0V9pUiONczAxdcFwa10mf3ZmN3e6V5zYPhWmPyMO15OssquW5GbNiS2yy
70yzuOtd8axaUhddG8dwGSdym8ScZnavOjJU0OcZdxpR4nwVhRBXvWfHp9LqnWCBOdNsJkSxR3u2
dBwf9NEyYkKrOzeiTR+R0xv5plVafikHMd6Q0rT1qe9sOPz8ATs042lYdfhFfLeIbGWiwtQttZqT
Dc5Ixk+y00dUi/oOWfX02Naat48Sb9h6No18mG7XmhiAe4DLpdtYpZ33sLi1M4c0liKNKXaN95i4
U3lXd1Ejg8bUknQ/dgYVAuVa3xK9jXeisHBUVbNM76CbJCEWJ2lsmqSON9HsN0fbzuuQp19chK4d
Zlq+bxa6mCPsQ2xlhbCxz6+u4DAZ2uKCaVl9TbBLJZiB7HgJCyEb+tAjJbIwdsEtT+B8EIIV1fdC
643rhsjyafArG+geDpbLUKRWgSwPdIDn10Mfqt5pnG1dOf0dlGPzsHh1fTRRksEBTs0ztiF3EyOf
uW5ma13a/XJmBky611RNiWpqHIPpHwb0XWF9QQPtBZ5WVEAgFD53z9LBLDi48Wdpl/e6gD4p7KRB
E9PI5cyG9S2x/Gq7EK2cVRXLQ40H5MswxSx4Nw6bWhuOXYenWHhyuMQpjV+MEcUNIVe8pRc3B95U
Z2EjrLdsGNtPemtPG1TvxkuqAE7ilHw2GnRpXi4J6vJC7zaJ7lrHdPKnDRLoPKhQMMJ0qZNtPIxd
CBdOO6Tj7IeGUVmXiBDBHMca3jLluyBm99tAsRrx0mH9n9n2H5AylPssbpOrpYPhxX8eqp10B+sm
zxPr3srH5Vpr4Ojro9/RjHH9+7aJ1EOLJgJ722q8rUsdGQvVBHx4cf0psVqsrWMbPU8ZrRwwJlkb
pLWLxnB9RMrN54MNqzh0UwdPUDvGWyvH9hixi1d4VR+FkS+UXmbSV5pwFIeMuEqvYuXA3arik64W
7BYmU8oV9AlT5frBWNEvEN+AyWqt3t4T4Hx3tLL+PKCePQ9J+6mPpvbVbf03KgpDgOz3TTGY7jDm
WOPK1vgMbqK+tdgXtlVcLvdu3j1rYxTtMlPD+NgvmL4Z0jrvY0meX5oV9ZXeISsHJkcQQnGz9bvy
SneUvxVOJ7eRLNuz58f2jlEADNSKxgAOTHsUJHFXFIL2MFspFETWbECKXOJPrafFYFaTe2GVj8UM
/WMgWTuRTc7wVaPq4lslFhFjoNoRibcewjOx3QRj2+QfBJvbqmzS17QCZ50QPIZG60SHzFtw8C+J
t9Uype1AQhcAKktMNemkQB1Ua6DZXs1ZD0a77Z59fZg22Cr6E5ghcMa6EXkB01phjhpO6us7N4L/
KDTnKZtLfH6NJsk0XKMRfG6YZVQe8wD8qL435fCCJJREptS0PYhn+MpD6V5V8eIGKYSaczZBbOFZ
erwPwZQiRbAY9nGLpriw9E+WB3tExdRKcBxon6LSrPc58Ej2lDi5y1LyJKh2xuMglxnKAEJWF6Ec
jjFlH0iXl300qfEZQbUZxjGMIAwKd/acRsHkt0/11Bq7PDPlzZha+i7F6hDmFcgQgY8j4F00pMYi
ORHBVcxzd/AuQmc9NqMpD6iFloMZuYxu7Obbhtnnr+y+w40/ds02b+1+S/k1vsensHpBFxLa3pM7
NzHjPbShnaCg/VCVc7vBRUXFQzK5Lx7xJC26fI5iz91mzfI8DowNrIkGPmeqNW6qhUycuLyTmxrS
6SYfOUF17C3bJMZcV9h6uQdkfTCm8iaDBfUSJ/YVLQZg33b9dTHljK/H7L4bEgXwim/fUipUrAxc
6CLx7LCe5/LGd6PlDerCuDfU9LeaPH3T6ZXYKifuALIiMfbw6Myin/d2JMTJ7jwShGkl0EANp6I3
XBSd2gNq8M9mZV8lSnwq17Uja5+/ypUhzMUaYL/8bljz1yydKALUzon4rycUgKZYYGfKUVpv6U7e
+wz8OBoDCRPG6GHnc4ruykwu28jjQ8+ZQofNOL+HZ2UR45FcT8kio6C0pi7EWdyvQILi0GF7Prmg
1JFGTUJ7EjO/g7Pohea6u1n4qs/l4J/8RU4njHYYJltI22uFL0/hzFJLI9uWe2Qm2MYi/SHT49Pc
EL+6TXSTVMtJ5Z04FmRj7IEQHOtpOczsWAO9uRKEPqiAdiFddYynTkyPcbR4uNVTDGpwgagGZCcN
UHcwjs6XyhLaxlz0edNn69nE0TXX/al14+SLmWbjRupLFmoRwYc14mGG0MBZWRevZTHguMHMVUgO
3QHSPf2yNoBpkjsblWATlvlyA/RSstSGfNMoUhV3xofFN4PA3ujhIRF+Am2qkINBRnIK+D1aSvkW
iP4Q9ja8SviUG2SaGvwX41UZ1bLNx9b6zCpF9iOMZy9RoINcPLeRcS2j+ZNR1PoR80C+jftOw7dp
phQPZITlM03YkXA5tzn0cpAt/bZUjggtB8F1RNl7P+Rd/djpJcmrlPw0S2Iz0Htq8NKw9sgDjWMa
c6I3ruxOLdzesPP+m7rz2pEbW9b0E/GA3twmmT5Zvkoq3RCqkoreez79+ag90y2xKzNn990ADaGh
RpPJZWLFiviNJzjA6K1tKCKFpKAsASMVXVwyaf5fowjhCpjlyJsbU3Z7hXqQL2SjzXXdfxnF6TWJ
Zdc3JXpKqrHJTAMAfxndpRiqrXESsyg7qF/HoDFhR4gI3yIj8dYmcwILY+NezLPoZkwYC4wW2Jft
rL4bJeRqE+IQj/6YpT/qRHURleRn9AgTQoccHpDiwNQgbim4G32+7euhuUnMKXtGfpEgxI3zWSLg
ujIB6KUCXr8yVb9E3KekPxaPdgyNalNSEpiPFsvWpJq6VEvKVkOze0OOVL+pYesxiGGxpcNvbMNx
qPjJXXLIJ1m6I8GC0hmog3QIFD9/H2OKmS10AEQqk8GkDDaE8VFHKnylI5JCekL+00C9saVER51m
7NKDmOY1mqZme9tlxbDhgEK3KEgpGxuFO5XCzLNGXihD099vaxWnxjbegYmfPlAcCl+MdLpVautn
p6rDN7RBYaVCybUYlJcxrusbQ0nLvT7F1doiVqUrg177XVkOWFeWJhB+1AGEQyZBsJcnQkRcV6dJ
rro7Qde/knK4TVHFsPnMwOm1asS4AQ4CKGbzJFNS/tZG/s9RRp060cI3AdQuBpp+3j3jKIFtnJqH
a0kM4SJErRiexDF6grYrH6Ms+FbRTEHagU3i52XojHnY3ppdY53mntgqw3WMOqvsFrqYoXIZsW5C
jzVFuRaxc1/dphO9rZWpBY9dKI8bfFjRUMYd2KnLXtjB0A5PVWnAC5d9fW/i6nccLPPBRwzDnfSE
tNlM0feK69D1PHRyo7AvUXm1xi+qSjGzUtHULWVMRyQkje2in1ypwDsiC9HB6qG7nBLf+qEgXzEL
1+kod4jf4jGq17FlvmDO0Npy5r0gEOfUDWeqSjXoR4KTxIoOY7ktqnKAC1WzmYKHEFkY7oR9hMQz
REulKpAFK0kKWCIJp7Hx3rUFbmOcQigrQTGWqQBNyuyXoE7ausUm8kkc+8E8KQWX81XXyd3DOGh+
gDBW6aV2Y8akDWgFxt1aL3PAI5o6qhicioFRceuPUTqu5ZEaZgK0pHaqUYKXznEQrXJsCm6VJKNa
XwjeVspCvKo4XqRVXk8iIiiT9cX3c+EATQfxae7IsYJGv898NFU8rOY/u1lND6NCMbyRgHzhu3CQ
okBGJ7RO7zzuDwdkoU86lNOj7xm4YLWZyVoFze3nUFjxmUCjcEhoKEOFXMuBCqzKJK3vIAHHhbdS
UFTco9cTMYiW5VblCBVn7mFIRGG09IEBFrsaXVFXI6Oj3lWRyAdy8SzipYZHxyAjo9uGwhqdj/zr
KHmoU2jUJHJRLz96YBvf0eCO7iOhG22LEw+t3yLYAu6vDmSETzX6Oy+ZbsSwv7i3KKs0laOfqljJ
qF1od1ZRoE9uZbhZosC5l8Q42RuCdPRz7QuKbOjrpmjUhmX7nEsS1XdV6XZWWlMAL9VpnVomovfT
AJtKRHyJZM/rGxxCVGTH60zFmArhy0dK0Vy1iCqOpVed25PRozM2eUj/hMK4TkRo/VS0AyrzdVe4
cuJhXm7V4cdc5LgLu0bbcJG06KkJ/qHNm/zIBTrf5YVh7WrVR0ql0dVDmk4iF4NGeaZOY303zByt
vwB2PeK40n3uBc3PAn79pspNLjftmBUbvY6M+dEo/ycDBiReqN8No8K0sLruNb9q5wxXO9ZDp3LI
xJDOMNvAM6ixBsw9B4byUWyUUEAnxp+tP0XyGakOq7tMHmjAVCNXRNWnbN76tWuFNGVE0zOOZaMj
bja7SuwQ38wOupXDtjNQzzuUdDi/TkaQ7yMDdQUioPQiUbjbxFPcoUslBi35ajdRdwDC+a3ygM5H
YdFsJCZgjb/SLEJUI0WBwE70RTSV6lGq1PLGbysuMknUT/6sKeDnSOsKFaL1iIqyESOsqfx85NmV
3qW+QwtocOm0oapCj/MdNhqNrzKYfWvmpp+XTz1SK0LFuMbyMfGy4gkVwfhWCjlzkUVCM6AM9O4Y
671IChw1LVYeE7btyPBJ0o8+RMg58vv0TUz13LIDfcDfbAyyjA5ZEeqntMFvZmWWeXTCuAQYWwzb
LHCMIZS/YHNeftRtXDU2jhjZUY4g3WOVYpC91FU/3aKI0z0JcuE9lZQyToj+QIuvjEyQbanXdHpT
ovEDSYToNPVB+eGPOVqj3QC8XFJUavSDIAWe3VpSJ9paXGXHAmVOSnC1UD4JfqC+WEnavItZUVCG
9fzIROUWAFDvVyInHNoYU9rxkwUlEo+aUbaPsWooLwkp74eqquI3JppuHPKQBAGZPnYbRAViB6rp
o02vN+iX1YoAxhXkvLmpuSvTGInRXwsUGVf5qr4ZA1FJV2gZkWX6cq6SjKcAMXrEYZEsQtpYwWB7
5rxY/vCcTSZsgDJPIaGo8+9CU40Uqi4iMdr0OCW+1kRj2oJxx59FE4ZcbzguWsmwbhWwk67WBhV1
JyvwduNgDM+5Jyfitk9H68BdbCoRFm3j0vUzg95zi7J4/RgVPWhAT8RbwCCt/wi7Lqgfu6iIpQ08
V5VcXyBqd7mSPCpi5sd7jB6C0G46mtwwcCtkFKY0U1ajBwOdux8732sjpXJqeKLc54QARkA6Ata2
TC9FurFOHktslLYFjUSN3KRlQOqxZkglsLQktxrSSyT5WYS/s1QCTExrcElxDZwDvRbKRrZnTMkj
tSL/K/0NShOWUKibFhHfb3lt1AcaExG+W1HyIg4RibaFK4udCHmz9bKxea/7trmRxmE86FrUhkcL
LNMNlW4ejzsZVgMzHMdsLNYqeYuHcRAL05ZMFZS51RavOlx510I91DUgnmy8sot2CA2CUcqM0X+T
BD86IbEPYK+D8NKtK52KHvx7kX+PCZQIsIH0yB2xG/NHIy2GyA7rGPksXImYdd/TAOHUJv9aKV6I
e4yikNXLYWhXYUESmSf18D23tPIp6mcRoc6TDWqfivBdkOEcaLlSPlEuFhxkV3PdCc1YMVbQd/rn
SlSqL+ihVzZGJuYLhhI6ad0s/5rElosKlkQSj/ETZl6ZoK+MmpgFJsjggJZnSGBS+O0mCiKg0LUm
2+IgINTbEExv2AcYlg5UvcmA2gSAviKN3G3Z23RlWsVEyhujDvFrkSAPaScN8HZKg6ysqovUF5PW
R4bHgcJElJFGt6cSEyYTx7hjF8I9Ucaq9h6AD1rtkSp7ehtC3XDKzgxcK7GSO6vJvGQjeRSsVzi+
NO94YeVUllPcv4DnjcEB9LP2wnWERVDrxStSuPoPXYHDE9CJp7479oQHsQHSD2LFSJGCs8iBpjGM
Rpo3IpsnyWcQJnUBtaWrrFlPAfYoII0sVqBQlExCBs8VaiAuSpHTRSB9QBqYYIs7S0p3FP/6ZwHn
rR30fDYsnRjMZsTWTnoWLkcDOARDTx5HItET2V9QH0KtNn5wQ+uR8uoa9kbYwK8hN5gEN7GEHIsi
RBblraBYuIflqodY0ESB9msyYkW1N/JCrveyoQQPHEcl3mBV7EV7fUSxtDINvzr57A+EjugdfQsS
ljbsYOsmi9mdo5bHm7xIiLrx6H+l7cdwws0cs9u+NkfyjwCtJZFWXLT5hcpqQVd/FBgL4A3kQcUm
H1RYwhjlsb+bwmjLG3PmMGWw0TczUlOja55l1IrinnjPS3ioNfZfEqjN8L4suUISdUQuLvIixBfn
yJxxAGysaRhOouZhVZHlxUMWZihtTVIzrIMQ+Hod6/xnSvniVo6y0cW0tWIMILUgNujl2rc4Qf2a
e2+gU52mYTGX/pikIU2abY6ONCdrmuqmPcpQ4W8DxEi2ZVPmexHBr72Fs8ehmQLmgoOu0G0mmO6B
UdXKRhv4EyU1rgJE+NC7TTSsrcARKMQ5Db0DUCWloLwItMW3SVSUjuYLwUPF+r4th9hze7iX6ybQ
up3gS3QhBwnOWJpPDNIoh2lzNLq8Hh3wOJSwM4Gb9mFMRaSK8pwFJ3eaMguSIimFEmOBXC+VG22P
VCy9LvpgJzrRkwmDPiaSZIYJbhmKGdydpi2fQN+wF2fnwtuu6DqHcdB3XmkJyLukVen0FUWelVZr
BwSM0O5VTDCzslRoT9w1rC0CLalPbpZr3xMOFERhcQLYofTiRmlVdyd6zBxZjQ6DJlOBtpNARDuE
RpRdGw3aJvI1lkpH69suTFpKWMFwXqD92D+rYqOTO1YcUpqpAN5XxuSRZEuIZvQLi7eJLJq/QWHK
lG+MhAOTDFE+ql3c3o5lRz2o4Fq9Cuoajlo0SHfgTG5bhOLRtEHlWM84G6j9wO8puL+2bV8f5ELn
a7RA8WqbnoOwG/BwCVep0RHjO8L/fRuWs+xTPtTiMbKYu5vJk2ZAWU/Bcj0MUii4QDryxBZQp0K2
gBrfFTqD9AnSUNNhE0CegMb3D+qEVNDOFU0TVQoZwaaEkkuBgh0FAi3hipwCdb7h5IYt2QT0DXzp
bUyiaf8Ls/lfEdmf8pR/lgYHf3i8/r8ZJmx/5rPD6v8PBrHy7Cb8F8x9NqD9wyL26XuIV8KfHHf+
h/+Q3KFb/o8o4n0JAvhP2RZJ0v7HkuGZQ7JTDEWcPQz+j2wLJHfOSEsBGsuEmzAP/iC5Y4+gw1Y1
JRMovfrfsNwXy0qAbwA3RFR+kUV/A65SAfLVIk4TF+QSNinIO3Qopr8p0jZEp5EKpHIFLPsnvvuv
Fy05fWlLFEdcNXHTdIuEPp37Pvjv9sbfz15gxitEjVEPTRJ3CuhL2Elqz82oYQ3EjI0BSoGS8m8T
e3eNv/D3mxY437JNa2MA5ePSRUTNbte22pXxmX/r30jiv5+8QPEPoWd5KLNjWJlsZiM3VNvabe+t
wnfAQ5d//IJy/fc7FlBrMC+aQPBP3Pk+9tTdYSpAUNdvm2/1bfetfrv8mnksPvuSmfvx25JKRfRF
9ZAx6u89eRtu5coZvqePlx/+CzD/2dMXQPq4FNgNUZa4/vfhPXuPP9QP+pwPyBY30tZ8b1zp9V++
Sf7zO7BGyvWE64dL/zu/AYWoa0jfYnu1qj7GJ9VzIs3xvvhXOAl/MmP+npuZJv/bqKl1KvnczhN3
BJeYTG9J/XL5O/4ko/394AXLh3Rx6LmIJm4M0/qlehIexNsSLPo2v/LLz7xgtof5/ZcPZsXBXfEC
JDHB9bU3+qv8VIn76bt2bSrmIf9k0n/xWX8bnFSKDFkpeEX/EdP9VeyQqsJKeZBVugx2dQh+tldI
FGfC1C9uxW9vysFCTEhy446r1xuw3qsaUWQPVM/lyTgzy0uuTlCIPQd7kLgUCLhDYGUSefblR5/7
5YvNLaZcllp0/lwYJsY6E3Lgql0xHNKoL/9d9JMWO9sqc9RLAl5hIA0h62SgVXVlYH4947MpXuzr
rsiBtoU8m4ia3tTfiztcq9Gp+qbY/qu5s701sLDLI3Xu0FtqutRir6s1jq5u9i4kNigKLHuSL/K7
cU9tT78yH2fC4K8g/NtKarwqA1Qzf9CHup520Yu+Ce4vf8C5HbfY0g1shv88WuTRwo1+0j4K13LG
7eXHnzmKxMWGRsdcSIU+TlyhQQj8iNs2pLFj8b25wgI+swmW/KRYz0ddAlnlCnL6ktTN2veFK5Hi
zKCL89//NuhBpAhWNfHTp/fuSXorPryv4KP/3bAsTmirrbXM9OcNhkL9E/FHoCZcUcilbHFlzZwb
mcUepiOltz6AbDf2XT+9aY3wym8/9+DFzm2UBv9LhQc3o64BfpC/VKpwuDwu58Z8sXMHscEvI/IT
t+hzmuaWIMFAQXtvivS1RvkCr0PrymfMQ/1JkBDlP6d3BJHSS6C/XdAjdqs+xp6+QfKbzLW58oZz
cUhcnMNIGMDSM6bYxUoE+T0/N+xaaynn4qJFVVbMflgh4KMMj751P9FoEeizrk0deUxMUtRtjn/o
gf68t748umeClWwsfhCNrRzzkilyTRrON+LzlIKutoX74Znq65Ud//m4wqX+c1wbsSvNIe6NE35F
NGABmRZlBPDUFzYWGkSby5/y+QnFjefPtwDgp5Apj8bJsxruAPENPGuKrdTOr0zeucC1+AyY/nmj
FFLsYqODe3bw1X8GvRAXK1ghlz/h832ECOefnwCBi8ISUlWuAIqZY9ZShCtPPjMF1vxNv0WuliVD
fcmKXXOC6ZQOdgV1CdAisr9XUpvP9ym6wIs3JGolFBlvaGciQLNrlTtP+GgqaacA9788PmeuGGhn
/PmSGuozdEKSf9AxhgVezB4CYPir9t37iofQMNmdeWVnnJuLRbBUm7brUP1O3bZ5aXDFgC3wLz9i
ES0zvfe0VuXJ432EhyV16Z9Y5sg9xhvg42An2Bi1XX7XmT1hLYKn4QVFmwm8Ko8CvBSyalOpvoKi
olZf+ZrPNwUyPn/OSBb1tSL3vAFNfg1q1ho4RXwnIradX5n0cxOxiFDFJLXYmJZEZQTzS+Olqd8v
D865By/2s6V5NPP1InHr4VZQTwodi8sPPjPqS/mBJgX2j3VK6tbZXad9oFK5CnAT+XcPX+xkC4yk
F+cJq8f60iWvSQLbPr0yImeihLnYw4HETQsCc+wWRspvJkFGCHEzTfUNTI2Xy7//zBUbUvOfKwa/
o6Iy8W91e59y9UwMHG8lIWsfDJq0eFcLYPF9a9zVVh6tWw6ntTVlyo467lvcAJ2WgEP/RzqTcqH/
E+OLZPTz7LxexP+9vNKz+POnlKkArr9KI7cTUbAuZUk/elZ+LSKeGc2l2kYRhmaRaXnkIgesp0jW
Q1v0SvMNR8OSTmtLceTykM7Hwz/zFtp/f35GJlR9hPFaTN7i6KkDvWCYeWHowzllCzruymvO7Bdz
/vvfzhA1KcYZORfjoDOTzUHe7C///nP7ZTENYDHMIuiFyNWmAWQI8NQv0NsuP/vMsWTKf/7oIDGb
cYLA57Zh+5aDf3Ys0q1tjMdhlQOEGkMxdC6/6tw0LAIVoLLJb5Q0d6GPHX1x8lZAJuW92oHnCim0
HuIMprqVAO/MWWr/8q2LKNajrSVIHWs4fdFAikcrvItnH8PM5q7Jhrr8bWfzxEVqMppS040Jr4no
IFdOhB8rjjJQNWnECjTn7aS88qozw4hg+B/LTFMAx/nTvCkBtHXb6sdQ27gPtsg8I1H58/L3nFly
xiLS6b7XCEAZI1dQJSolgyP167K6ElbOfcEiwsVhE6MFzhfQ8MvQQJBWiDeaNR60Kzrtwb/8hPnT
ftuOENR9vGmryFX9TRc+Rd0tbjmXR+fMoW4sdnoyhEjPeHXktulkT80+Acg5HIURqEH9tQuKK3vz
TIBcSkUGIIAnWD/jSZW7FTSClaa/CvX71a7W/HM/iYv6YpJ9VS/GWFWmk+Ab9x3cptorr5yU5x69
mGKdnnmZ5fJwmoSGvuUmjK/ttDMrcylYUtU99QpZGk4a8FBvvPNkmrn/bl6XynOmUWmAO/nVvkQw
WkP0ApUuaUc4Rvp0JR6dG5lFMK9iBrtKeYdewneOH3vxirzcudWyiOSt1kmpRxZwwllFVDb4Zuse
17srUefMktcXwVvHZc6fadInqFBwVDsZEtcqezAxcRavvOLcBywitaCjTIGx0ngSSjeOceTZmADa
6ytB58y4Y23+RzgoW78sS29ekdZzm77m0ZX6+5n1qC3CcTCmcuAZwB9SGF5jBAc8r7ExK+3Loebc
z17sUQVCLyD6djg1xWwIDltPerj85HM/fLFF685TYZB3wwm0IQ4/ET5bboeD1797+vzW36JvJEpQ
pkue3uEfiLVOLLzmmHtefvi501abR+u3pytVjnfeJLLWUSuAMgJWP827Q5Sqt74SwD6bbidlJol7
OIepVXBlMs6sUG2xd7E8TJMS1s9JN8GQqqL1rcZeSa77t6SLPq582/ywT6LyUpE5rDQdA4BgPEHe
D7dVyQUYnwlt3RlmdoPIoLjuB6N25Q4SThhU7SFJYXdARYoQMyomNBfi4Upt8dz3Lja9abTVpMr8
FBQlwMiUzoCtwKTQfdCuySKfe8Vi0xtGigBD0GI/B4d3D9FBy1ZxAM7TjsMoFaHsUekTjTB6LTIg
O9LQxnZISoeNVBmsUwYGuacJGrE/q5u0Jfb2ST7LHE9iuw5MWboHLV9sCjUXnUoUwqNeyyJwykA8
tmWeY4eBnxALtfupyiU9lTD2pmIVAsY9mSloOrpPogAI2/rRivVoJ8VQ7fREze8NSnTXplz+fMqX
UoDAIDuvQh/khDW2oLoQ0qtpF5QQoWrTEYyjrt9jw2dae7+9dk0+E8+VRTgEM6gFuZAoKI/2ve0H
WE1js4GlRFvQk5ZLGdeqoVsLAbzzywv7TLxRF2+EbaGpSVJMJ0Dd20n8DsN4rV8rbp6LCEvhukyx
qijupgn6SwPho3XU8TnF6Km1jE2vn6S6Ppq0da1rUIQzOeyMGvk9ArV535VeovenDrfoJofcXh5S
EdAGhs0jtu0F/H00bC4P3bm6njrvnt/iXedLpiAOonQqTtLtcDLv0p18xw1WPzbPwubyS+Zf/knc
WcrxqeCz8b3zpZN+394ELyss114vP/ns5CzCNQbzoSBMPFo5GQ/eqfuSn/KN+OZ/qFcxKGeiproI
zX2vGc0k1yIOx11818DwWxt+VK2h91bgnTWgv6lVDYcEetEo1/W+hRC765HZ2CRyizxVVMJKaoGe
C30k2XFC6QW2gQHlOA4duUaT0UpTbTeWFXIOCAFg7lIkmwZPIPS25NqZ5KiAzsNR51uRiIghiwA5
FWOtF3Bd26oucbMNgq1U6eYXE8bVRm5M/10Sm/yjt2LuooWm7jIwLvjtDj78njR1EHXHsRhjGkA0
SVFtdSN1sWzDl81/aBCoaqyuWGszwT1K2mCXzcThuBOgjCF2vfaBV96JifjeYFaD8Q3EvEfkwLSN
2Vrmo18p6rZr0U5pkDX6IeZtvcZoLd2moKxtNOzzr2VkKse6qgqEwJpsrWESfePVCeJHRppv61j+
Hg+9sG0aE4dqzBHcLkBSbqxG+qJ+2B/R0ilOcTeXQ5BpsP0Rjji4Ugx10tR8h2eVO8QE0U67Espd
AA08FpFBgyJdHsmqelv2+nFlKcBOsQOSIABXxUyxVPaRUr6mUthR0hHMNWXo8soVYKHr+VfNS1nk
c0h9lpolWNPJLMO15ddPvZEic4Bbb8lVUg0hm4PWzRVxJUbg/AzjVVMlSI/VlB84LcHlb0PkxHrp
SyB5SJH5gOBxrkJ94rUXiiML8UoSdCYCzeC432MCwkCcQ1k9nZKydtLuvqfnojpGCmmuPmo/Wnl3
eff+krX/JDAoi+CjY5+oQ+Ge4GJtq+qp6zliKfe3q69Gj4LERkE6EHnEPDgaB+wTMG+WgSA/G8Jd
06KP+FjEd5d/ybkza5FTwsXLhWkUuA9vc/jytAGVk168WVK+tvr95Xeoc27z2dcuYhUSK5YkJTGG
vKvGiY+33UY4YVXlaDegUvbapl6FdrrHvtru1+KaG+JK3Az2TelYW+u+3DxSyNyP60eU6G4OyRri
2PFagF6YmPy9NBcxDovvrI0gLZwkcyuKa8Q1JN0F2mf3tZN/4ItLRSvrD1hjrUJpVb5dHpFzh48y
Zy2/HT4YDmL4qUUTKh6wY1cwDevBwjJaAZp8kz9nq3E66ua1+9QvGMhnE7BIOutWSJu6JU8wt/4O
5cYVsgy2tZUd5eBvro3lL+noz96yyDs7X0Ocz+It+tbbti/ZvjrVNjp0O+/Res523cHcFKBeAtdb
C/vIvjKU85b55K1LGCY65ch66M10EhEYmLTvYXQbKevK3PQcJcFN30e2oT0Flq2EFZTDGPb5ahYa
kK+s7oVN4F9LaGk9oBthnmFtMp0y/MObNnlBOO1GUdSNqVGCg4wWGfvOOlb5t9q3nJxObobHUqIZ
WwhrugPOYB0yL1q/F6Pme1IpJpptxjqNj3H2akFAMi1YxgMiJuO3yQxtkLUOvdANFKmNgsJhWe/N
di/AGMgfzOxJNrpVmRyxLLbb/CAUL7X40EZsIeU+1L6gX7nyEYTApEQ072V+YU4ZMg7FNbZ+D9J4
q0C7xUPVGcN3Y0zs2tt701fENWGzH2Hg30U5ggVNhJi2t+mNZq2U2wYNAhMpUiXApbvZI5ThhJmx
kcI9HESs7HaD1q2G/oFTsh/cXkeAzxP3Wh4yUSpqG/qjPkhfGqv9NnQk43U/rZVGu1H64D2QWrfk
AnZ5rZwJdupi1+GujvPuSM7EfWCnO4goKeyB+Fqx5dwG+BX/ftvVxmj45TjnZBVFfozD3ahdD3cp
2b/QHtA9iB6C7Igd1Ar0HSKMPqoqyFYfkPicuofLn3guoMmLI0w0hQHSONuhxR+xlLotKrIBluR9
JqKJgpLQa4PIJhvA0g9mVaCq1bMEIP6kV2pmZ+4k8uJo8/oUu9iE5Vrrmg3dO+tPinQNU/DrKZ/t
9sV5FXOUFLVVyqewguszYAaLn0nor5turnpXVrcx8FPe5JDs7Soa5IMRKNIhkWKLr+2VVQiXk72f
prY5xSFEK93Y1R7KhAVOzVhO9u2qLASuvR20ocnS23WPTNiDrJiDuaWt0rzHXQ+a+fJs/ZqVTz5n
idsDKY8P4chgjckXK0AjbFjloFo1NDzhisuz/CvCCI4SQGIzoZy/J7vIe0EFDqqWuje9VV3eq+Gr
ZWgO1Nr6zSxtfTxdg44q8wH92c9bnBuaPgXpYGrjiRs72sRuc9tozc00Hiu057pnQIY54ukVqm7d
pukO/lav0E5ZBcUWbruCfG6wMePNkL1k+U5TsKlwBBiWSUa1oHPh4EAGtcPmDvd3iD0rFUeay+P6
6xz97IcvjqLMyCxBmX94tRkccx3Z2qpztJXhQAd2GgcHsJVuCyvPQTLI9vfJSt/rzjbewwG1iwOn
1Kqxk2vp77z1PvkxS/QhAiramICGOQ1hcKz0YWuYr+m0F4z7UNyNOEe1Cobl1irro3WRIn1bnUqo
V1EDbDpAJQXVQj/6NrUKbpuwZLJkFXhz44KzDeavco/xiC12wjXg6rkDdZGtTamgm5hCTCcSwrHD
bpr3TsYqHt4vT84vaPAn4/HrmvBbmEQFpKXpX7HoD/2NtUHzcS3YIFB2zVpafwg/wk1wyK6shHOZ
tryI+ZYZJg0SRXPqEx7BvYtucpR28bGFO3Yn8Urkv97F0/Csf2nc/lE+1Vdy/LOReLF5wnbs2hRy
4cmHBz3ZzayPGq6qvZes9Zdc9u3aX0/pYT4cxxL49LdBvr88wr8K5Z+N8GL5S0aDTELKCA9J606K
ZSMZRBeYe0wb9FuiPwwybW/16HN3LxkUO0uYoDXLtkaQa5/8uvxaWw/TcMyq+lsQI6wRTogoPaEH
QWXY24hSuZnl3WZxoRpDP3GNm9qKxuCJErgzqN0W4WS7rZBp6uFx+wHCyJFLmn2IoHgB2iKohRhg
3Uz+SfIOPqBrL0Y77CTqt4j3FMpjgLQYbk6jWq4pZZ5aoMzUZgqqT5eH6AwqUl5i/McQcjYUbkrC
EHol7xsOemsxveeq7FXM1UNmETKIFKjtVUc6G9U12tCZ7bVE/odBj+svWjsnNCGzYoUu4SoXbqvh
2h32bOxbZABW3+XY7pjjKV2X38S1+fpe73tnD0XwZYN21THaoMKzGtbmLlvdiSsEnZ13pGW2htO+
xW9kyz8uD/GvDPyTVbikBuhd0Viih69hLLlq/z7mG+wESoTHv6Uv9T2Ko/rWOKqytDJX1VY4pN2G
lrIriNuKspHoCMVK+khfO39XI11+aK80reRzh9oihej8yhc6NRpP6EesrOhbbL400SZFJXv6iGM0
ZXwEqMp35abstxqaeegwBFt5HBE3oOayrwdHqw8Tht6GC7El1a40vc5V9JZchBKx4Yi2C2V7lLxt
4Xu76dapI3/RuS1dmZFzn678ee0E3DhNaUeGEJzqdXPqH2q33JLwZ8fIyXaWq38t76Jdti5s+hFb
0B2OsvI30pVaw8LO46+b0j9g8oKR4348fyE5qc2tRqIS4DvTW3mDWPKsy+9QbMtuROMZKfwS2clr
XZezr15sinCigzPlvnzqbXXbONYKmwontfX5Xm/XG9oTm+D58iifu22Liwy46i09jud3ea7wmO3f
IudufO9syc7WvnPlHWdmUlwsYqmHshvKgnQKuq1o4ZFxL5MaPGrImbYa5aPb8DSURxpbdejb8dvl
t/7CNX+yo8X51/x2csujVOYTVuIsUfQKd/EBRvwpXGEDvvG2wurJPKFGZ+sH/VDbwcbaBtx87MxB
9+aAS7pDIdUhZXU4f3d4dazmGUAhzpHs0EbTe/VdYeU1WyTQbOu2p9qTbAE7nxDERR93iwbSPtm2
u/YYrM1Nsr6WhC88BP9elotdkba0o7Ayk079YZwlnuRNPenIPH7t2zUau+S4722HVUC2z/VjApS8
VO7aPSD9Pt3k16LSnI98NrSLPGVK4ipW0REnY/V33aldt9tphwLkVqQk5jnION2Ed+rXyk7cYKtv
TTvcXJ7Uc+nYP/gBQpz1cLClk/+Sf+8fpn3/MZyMnf4ovudPwrbeTC/tY/LzytvO3MGXZlLIHomx
BeXxFHhv6Hrhk8rFjS3o0GPiiqCgCXxohMdgi6U9MqmBK0xb68qu+by8ixvZn8sXI7JkymDnn/SD
dqLA5gzraDe5xpWb75mqnrREvIelF3Td/G2WtGqehkdj130RfurUFN1YYDlfGcI5i/vnUpGWsHdQ
ZEkvt7xGufWeC6f9Lu3G1xw3kJtoffkVZyoZ/zALNfBy8at5pKK9isbrKT8m22HT7RWndkMmZoN0
sGUbB0Rm76R1MtjplRBzJi+TflXZfgsxTWaNFponjOEj9jGIKsK+tClWViv9q+jke/8OlftrKfq5
BbGIZ0pKy7bTeFlraxuElLfShmLYun3211/IjLbDVt2IG+lQH6+u/3OTtwg2ePJhdDCvEQTLhMrR
beuhQBbPkdaRew0VqsynwGcrZBFMvMqAlBnzEnxH/JvwRdmUD4VTH7LtuCscuBKb9HtyJx31FcLE
rn6Xb8NnHPlerIO3Cm44MJx+gyrQttznj+aVm9jZmV3ch0Sl8LphHmw8otfpTXzI7b12v5adZP1o
XMlwfnVqPvvyxc0HfEcmDPr8kmGnl9usPOQeTkUbuoeFUzSrnGvMehQ+5Dtxo8W20KFz72BEo21R
iK/cCGHY7kOU7/rY0dV1aN0ju1v+L2ffsRyr0nT7RETgzbTwNG3VapkJoa0t4b3n6f9F3zvQ5hNN
xJkqFF1AVWVlZS6TOkVhgDCVQ87FJ01g+Q2RocT59ni33aUJfnnoJXgf3SCvEueEodF6VCoikzXp
86CFetSQykI1VUXLEwk8wAtoRzWo3X+9Pfsa3OVJvQPMu9zYD/eS9W8PMgftH5tPZqDFnEKMzO20
WE8dxYAGjpkYhZFpsJ7CCS6S4DLazY7XShdilfvGhODYaTTfE714fvw1Vu7NcJf79yFCQRakkMND
oDeCl0sliLbcakLtB6uddNaWJK3ZoewnQgV3K979fioxS4JAOrUBrOcw5tCagTGOEMLVu9qIJE2Y
L0wFD3cAIj5N8nNsYlxheEEPpVD7Lx+6llZv5xxKNudcPFJwjThkW70F4ffLIrOE2RdJGMjRnHBB
mqoF8iJSPWgWRipauANFshD1on0B6arWYLFgj0q1p/JTLxLgIL0b2z9BPxs1Zskn2a0F3+c8MCou
MkWpS6XRQ1kLEkZhavDRWwm9rlqjQUEXThMaJIo11NYAjWAR/hFoy361HgsXM3TjbwKnpe3Jb9DK
PvqXvNRlDlY+5PHsr9xeIUb27+zP4BiYpWEmBDT9cqR9NwYJUasDdKYGOAgCA61j8sWgM1hroCmS
wiz1RnsedLgBqrUdkKeNJ1lbE4tInUIzCkYYeJI81VqLxQGkTg6M0ECPVQJNtnN01Ymierf6JT7w
VmSiVtCSDAAr+ggR+tFKJyN6hbBlow9Poy4+pef02zuI1KmIXria0bci60qZlvkfwkEbTiIMXBkX
Clqo2eynmgifSbtrAn3Ct4NNRH+iDp09RNBg1CqBTFZ36VQ+BUeAsDfGjpM3DritWKNPHtoEBjTM
ev8g96cWEXOLacjNH+636LI4AMQO8v4BlPVcodSKgvSvI2VXqTGaLfhKKsfo6BLpA+S0nuROVd4+
UBWSj9UzqqCRmrKku0VkOsBXiUahHnIfLg8iq6z68fXxhK8GnsXZkXIdI0MyD3ZiJqdNmm9JBgRV
Vc7B1B9jLXMCXdjIRFcgERA2/HeZ80CLRNmcw4WHxob2uZZcC1d2UtRBKTW9ZiQ0YTfoINux/Wuh
UjtFkzbGXkl6lmQHtqdbSPPMr3lmtCtOlCMM6TYX40oZA3STf9+M9aHnWfX4ec6ILVr/ksxOV0y4
bG08/spVnpEW1+uepdsEdguM2xglmY+l2sTV8hqqAPPiKgnZVI0y/gZbR8NKCJbmHOvHmeh79SiD
Wo7NpcJi0LleoDyNc/gCjwL0EhjjGKviEZZMhNVgkqjfYC2vbhFC52/2y45ZkiIihZUnpcLYMeH1
uVrR6Fu3iDvU5LffXoS3ZqwjWZznqYFALeHNyZBRCYQFnF7ZqZ5eEq1WfaPWAc2yOIMhwH0hDTiJ
pPpgtdzwEOWE/bADUgM9K43emN07WPK3x1qkrjwXwjnk/6UgtJ4Zg9veoFXmMAT9bzu0UgLbTLNN
SKzXNwY1hOE7d71ja6TuoDemhYKczWqSyRojFnVvBbZvbCWXK4UCuDz/uxRmc4V8nDMT5ji5vS6a
vFocS5XRYAlp15qv9rZ0Lk/FPtpgq6zczQFE/nfEmBqo1JtHLGBBQ0vHiHImcuI8M6iB69L8+gOa
ktDj69RYl0F/3dxkK4ffktkudX4SMoPMuNMn9TpdUfdHN6r6i1ToowNA5wh3lWAio8099Tb/p3zZ
CMFrw85//7HZYGlcNNX8vpWWXsbvSStQAwnmVceoAPthh8HKE43zausDz7v4l+UmLqJVlDboPMLj
2J1Q8fjyuKe2PMdokyTkDAFeZBhoBJCmgq2Fplw3XnJtzEUAY7ukjhIO33Y8K0echWltBH+7Rh3g
/YJmHxRiKiRpsXSBKW0YbpSX1wZdhLGe4qDcXAvAPgzvjHBTQuiARuNG1rZW+ViyfBoqiqWqw2cU
GJKKBMYHl8KI9/wT/QppB+b2+MutrY5FyBoGqDeKiYiMDIIWqHlS8AIJIMXawElQkX0zLzwkt0O0
MdwK2IARF7HIk+D0RkcYr7xJLQkP7cG7lfvoGOPc0dprZdXu5IR2RcLv2mKtwoGst9lqzXOAa9Hj
V16LAEuSEBdG00S1WCz9N8S59qjGwIL4FEHR1RwqUnxzTnGpDsFZvPzHARchR4H9KLx5MKB/UD4V
79r2BAPBgaBXiPDFvrBPYQvrUlX863uFtqVNtpYQLblEQQb/ilDGCjp2T/mlmb9x/Zwcey21p2/F
8Z8ys8PC2uU6dOVFVDLKY/GcW49femVzLAlHjcfwsDbmQRagIb7ZXYLyBm2cjc2xVkwTFjGm7KGg
OeRYRqLJOo0NP2oVeL/5OgHwQfDx8QETYn3S5+Oq2DhG7zSHX+La/UL5I5AmmeiP3YA3wrd0IQ7M
g/zgQYYqvPk79pS+lzxBZqn2R/rFe5EcuJBkxS20hUvfW9BLBAZtAiYGCnFquB++oSVek8KR/xSC
1r+IDeYhOKcbS3zt4y8iUw5D7WGU8Kjoz+vxNdw4S1bS3CWfiWpbaCzX+FlRePUKI5Heh+biv9Ge
Jscqs6Uzs9LkZJb8JV/KoCx1j3yf4YU9MDZnsCjh2BFQXnp25VgiXoW9fISrx7OowaRgrkIFh3K+
68DB1aDQ+Yw2uEVrqfGS5zQpVMCXMJBwRx0AN6yvQKXVxBBMuK1oX5xaHwM9NDbLRXPe89siW+RD
1AhfudnzzpVIqIfoU0xGYIhgOYjaqSCc2um4cGqi02n4FPut3tfadVdYRCiYIfOUBG9At3Xm2gdL
WNqCFHB8CEDp3SmXbteazI6FZh+1D0+wpDpXn/UueC/OyA3RUhANQTDo18ZJ99Vx0L0dvIYfx5F5
R//yQZZ8HL7uxAbGiDgGm9dERroOVAQLAGpEw1+rCzZGuScnvw2zyJJaWJz6YAMyLsgyNh3EnTrJ
1L6mQj2WPj3IQUuRvKcHWwAFoKFKPQLeEJ4GxpS/Vd1Tw1I6C9CxPN/4W4sOsVgBqW/iP9BwJ0EH
p8KkUZnmEDZaEz0XqHyEMhQpgfXgYlmdgj88baSCr2aoSHlD1sLeWoASdg9/OEPh37pY7zO4IdPs
RwIwWALLVM6K/Bs0c0TA2gHGHcb3KrpWjOOJ9C3rGTOIRTLBC5UorBMznhklL3F5jAOYv9C4aoiV
ButJFGthNfOfJupeAvgRHuku5ukS8pQu9mr/nTx1jgf7l62kcuXKuOzkMz4Nx72Sot3pOBy9j87u
oTx1Ep/7i+/0PWHMISbA80NhQPzz+H1Wgt1d+OTH+3iiP9Ay/OxAnVKhWd/A9MbJ7SZU89MWbmIl
TC+hihH4NQFV4JPBNPVPsgv4rdX8+565p5Q/Hl0ehSr1Kvyu10+k6SDXSx0CGB3HG0fhWgZ1L1T8
GAAeBYVSwH3OhUZsesiu8tnHunWVM0weXcahzExPj9TV22rP8b+/0BLuV7c+O9uM024i5Fo9nEsO
suOi3oiHMAD7RptQW2WA/z7k10C4Zu358RK4z/VvUWGRZsDbFM5rfY3b6SfPE/h7UH98KKs9NQ7b
mukn7amz8fTG6bp21CzpcymsymiemnBTo/4MFTxbBx2YKjIChphghWQncbDqPazSKXQnS7uFxTHq
eQlAPRFrPH7jlW22ZNfRTQU7Qg+P0FasOsRIcwyJlaymzDYGuIPBfvuk8xT/WDoDvE4TWHrMTXlo
veuxBVfgfWN1fyidtz+jy1xuTkx2R12B7nv8UmtVyCXrjk/7AGKYLS5q5qjXh2HH7KInH/gJxhGN
Buaq6rjLzMeDraAjIRb/7wsmQdJP8LzD7YIdr8Lo2TDRuI5TaPQjVGuiucwfHcqANxk40U8jpw8e
/Ia4v/CvIlzDWWCFqiHqxk31zoMBEIroGILatvF0KyGHX+QXMHov4Q7JofyFfHnPvUkW99QdI/Ri
NC59F3NXQpNG9QI3B38Kxl9P4F3ABYFSp2cPnCJg3HuSbiz4lV19T7R/LIUyg59t62Fa5PGjkq+t
snUUrYTuJWs4hMMwvEsLXDJH1YNvCTpITHbrBLtWnoUw12Hc9fhzrtyelyw82MjAwGjAG8AuCt6M
NOk5So+kXTMmZhJAkez78ThrgWjJopsaSoy8HIsKLfxj/lE6/bN/lvTkQ36dbt17vDEjdwjvL7vz
Xtn8MSWg2dRlCpMd7JT6ULmJHaiJJmuTqiDzFAHxxi25IyKhd8UzvPc0+mUrBV3bpPfG+4+hO/SY
UybA0NVp9qoArBi1Sv9dumTW4LCf3IcM0jy/TXJam7tFIGKqcIiE+VV7lTqi6qFP2mAFRoLK42gU
Zqi9SSpstvQtBMHaeItKi9JCltQbMR6MB22FXGGN6G7RZNY6BPfW34+Px8tUC2sH/HiDLst48IHB
i6xBZ3FXeLwCpd9PYG4RN4K8Y0C5xwJMkneu/yucS7unYRm+UUpbi5r3Pv6PFwj5vIFiDnZSZ+TO
YFXH1CmdSIsMNNl23Q4evVp/lC0wWB1IPPe7aEunag0psCS7CV3dNxGHiIhZeU2MjibCbNZnxgI0
daypgGQdJDZJYlEUEVC7TPS6IP6b30N7Xx93nA7KdAlTHGuEoA384rTwyJ0ef/S1PGvJg5P6qCzg
mo1ABni3Iaq4AvwNYft6Abd3p5xZrdt3ZqpVzcYsr6Ug7Dz9P6ahrCDqVzI0ahy3yY3fOfhOAZkk
7WHW/IQ2IdCCqF8cGjN8S7cSgvmK+UvIuVcKfww54u4JNzkMCU/uc2zNsx2iQQhW238MauyiGgIX
JLiwsBghsVGE7s+NnTrcC6APWuyCdW8V1qhVquAkHxnqRbQpXTfbG2svtwgyUij1sNNFPiVwupJf
c9OHlq1Ait0QOcEu2ChSzL/22ydchBY6Hj1KKVHoiwdWHQuYW/TW4xW4VvRacj2iCQ6qUYjCQJ5o
0Zs/qfGFY9Tq6HFv6WhWLYlyDc5E8I4VGhT1n3z+ojBn3Fql566/wu9ulyWH9ggOesup0ZlpTPhr
+t/1VxAiGdJCzwDmw4GMcG0JA9rQT4+fey0g3uPMj1UFdU1/HOdoW+qoehLfjAzWBirblC//cYRF
yQS2wEVRKtlc4Pz0Uo3nCpL2JclyrYNiVt0CzXfb5PuvbcwltyIp+ySW8x7zAJa/3r1KR1zrL42d
GbE9nYOb99QcQHAqPvKNfblyXC05FaPQxaNIR3Pdq4RUNYFNFVCLX5s18fng+GXN3l/05wRR3cSM
OFWg44El9QK0Myn2tIagRv5uzNDKmXWPqj+GiLyQz3hY0LsdoxXY6pFedzBvE80MNZQCVWPFZZ9k
OB/2Dk5ngz9VYwwUj1VtbMuV8ZfYfIadulCYr+Fo2z/j1/fl5i1jrTu01LCnZIFNBw83cP8w3qJT
fuPQ1+NGdfqIj1uXhbVFt0TdJ5XCRODGAVhs8zqkEnbS62DHDlvARhR1V8ghBrvyiGAj+wSVpsfT
trLw6EW0hhzK1NLwpHIbGw2L/JkxE6v9syl/ujYpi4gMqa1ooHscBpKCizwtqKCg8H9aaePp1zJ1
ehGLa6qDMyIMVtGJHCvCtGrXqxOURXYKmaaLZ5QJ3Ci1ttmo9K9BQJdq97kwlWUMLRhXovbMH2Hf
Q8shIr4dnD3I0RsoH7pA926MtnJ7pBdZ4Nhk8LOtsWnnXBk49o1TZm1OFqFUpoe6YigPxT2xhpHz
jSqgfwodVFVRNnDk9zz1f8MNvcSp52lXKX2MI5J1CsDdBNC2Qqe5ZicY+ZqMI5xBqTjCmV3MSaHS
oKuKRqgFAIkAzX6Td7UOBV57C4Nyz21+e5p57f+MTJMv90o0l9uBBYF1hsOaMcof3rXYtS56Geqo
B0bjBAfR6q3WojQclhoPhoLw9niTib9GX3qJdw89QW6YHul2NZ7gEQ/mZt+NOoU98fj3f9/E9FLh
veijOiypHPdVwrnUAapghDp5W0cvu/L0ixDRwvAS9Uf8+pS8h27Q7AbPlN678uaxWoDyOHAdbbDp
e7ByM6VhovbPbI2USMF3eUD+CD7VpMvnKIK9E2NPgYrmXYizOJY1GiRoNbkFWy3OlUBCL0XfqUak
43puN5b9nw+uMnrW6ESjtKMCdo6Et9rqxXvftLtZQXlDN+nflxRhQ58U8FZ0I9meFFtgv9lMDTOd
j/VcUOkcPrBIXHuIjcYlpBZ4h50sOraLgKBSVCUOPGGrVIsrF47IRIg5FCmdvA9UboJ9kaTGrFaC
ltmWWNmUC3591Lzx3EeKehz4QWXx+njdrTARaWURoRpK8rhcwlzBFxowrEEh+UUyoOekVbveGEhx
RVMU1Qx4hH/7b8NHeKyhJnerT4/HXylv0soilA3+IEU+9LXcwaBv7a09+A53QKtSE/TcjRxU2T5F
wGqzC60l/603Qv8P1r1WFFGa784zrBcysI5kxOdiF6JF2ajUG71rznC21R+/4QqqAC6S/y4UVioV
GTag82i3zkD+tm+upRldwr3wZ3A9O3cDK7eBgEah3PTV6LCNyl3J6ukljl2pe27iQyQkgJVaTIf1
ZE9wt4eNTK4Gow7Pc6Yc/1P2Ri/x64yXsQqToOcQcOoQ6t2Tl7wNyo19efwdfz/z6P+BoZetJ9U1
ForXa+gpjAp0bi6gaELL8fEAa4fMEvYNjRRIzVUCJkrjnyebfaZjkpreiXuZezSoGgBBOgLdCZw1
9oUTzZNlvmdooLUbj/D7vRQ+9f8uFUoQ4X/d5LzL8lFH2Mzf5zB8ffx6KzdTeonQTj0h4gUBryfn
AZyX7exKswY6g7zNKVqjGJ387JUnsbz1mTYBAgwz+wvccbLyJS9vMgxysvRVjuxBclqvRB9HUFHd
zianwx0XPUXB7QRIm9iD2SvEpywWDRcp3RWVEQCsXnYbq2zloJQX8SoXsxBdQKSL07Hxn7nmMkKt
JzQ4KAZFG7OwcleAZtO/0yAWVA+7hpBx6Vtw5SyYuoClV8PQbI/0Rn08HSt3BXqJvs5rsZXqtsFd
oZXOLcd/MsEzi3a9YKWKOozfvBKrcR/oKGK/1WF6aeHkHVOnGh5NopAfC2UrO7hjgH5JrpZg7DaT
hQDG43jdeCeMICTRRpdfy/ZSjkfRYwkVDKr0wh9Z0E3DCFJBZjVORn4QC5MDgCGAMNxUa1kySzc1
2JmA+9NWdEz5ryJKDGgeRpDRpMHhGAxF1tOchsUGBMRfWoVEvBkygDqCDY3XSlSf10X2iwZ/gQkj
wsP8REKtpA8JxztZuK/KQWt9DUxRnQXBQW5cmn9/PB+/t0DoJWQ8qSdFKAq02Wi1ehKdr87JnM6M
zMe/vrKxl3jxkR8hP+dViMPCJ928ef7Gpl5JS5fAcEgy+mXqY+qm9Ijiax5YSj4Sf1O0bV7xvy2N
RSY3iRErZLC4dfvIFjwtfe4czmF0XDzgWLGVAszR7bdBFlGvHZKIkuA5hFI2pJNITAqbsVI7MjwD
FRrllGxsud8vY/TSmETM+Zap+BgfiwNePnmTqoB0rf14hlc6QfQSmK3kfk1jFWEB4RZ7ZCC/Cd1G
pFGpVdlAJe1QMtWx4isruwG37DS3yoyvm6irlbC4BGmzctUEfB6g3EVg1Issjr9lO9kNoSc0F6MV
NTQnPdABK1bepI070Uq1nV4CtPM4ChA7sKoTuwP5vjY7N7qGu1SXNcGUDSh6yZ+jK/3HdbL0TRhH
GsWhDFu0d4YjbEX2gBTxMLRMCKPSL8ppvDyeypXNusRjB1XeRamMRc8nMGcHZCoSro9/eS3oi/M+
/nGPHZq64WQfQZ9p233M1aieBQALeEeJg76eMOhcLam59zzQol5OaBt6nCZQILulNW7ajVvwnM53
3xtPs7Lxlp4LHsRrhSnCtRCcT72+tPt0/9XgY7KabHX7YCPdXlmaS1x2HJRFXrOYtoqJXZqFg8qQ
61057dIh1io+tbN62NiEK7IXtLgIJT1Ps3NLdqZP8Q6oeg5AEsSFKy/YIsLGIPc2yC/xagnJZuFi
o0gzwi6zWb0250F8Pd6zb7wGxKEJAmO1A0XU9J8SM3qWTpQdKGTElULZeIK1tH4JyAZcAs3t+TXR
pwdFplRn/Qvw0tWtmKz8HpLFRQY0ylFHVwyKZHFllCmObquOtdpgQHZsnDbYOBVXanHQLv53O1QT
pIelAV+Ssmri3acMPBIHzBpooI1afNwCmay8zxJcPVETjDpZBOem1tGrL0DiC+3wVJ23oBkrt5Ml
vlrwvNSPJQwA2RHoukznYb8FDF/76UXMaLq4FaIcP81Jzxx/6zyDiyG0cCyC8+M4sLJBhUV1qOSk
VqIGDDAyZnvxoO2moEpRglSrils+ymv3/CUUepiyiML9Ch8fzgo+ZEE/gkSVUep1ODgDjAcGF4wa
QkA+8WH9qpffrKJBVjpUINhkPH7PtVrHEifNChw39QyeAXbXkDds0qOUuMCISZADi0lP32Qtp255
2GsRVBfq13S0RPDy070MpyGVw92n2FMuZKH+Pn6gtXC1xEqPXuinRY8Hmp46jdrlB1YPzyZjCgIB
n2KjALH66RdXpioQqZDucWVqxhcht6txR+fQ6obc2iS+l/JI+NYKgxz3O5ivQ9iPdXLZGqmdNFzp
j6yHd8IWsGyFhkAvYdNUJkk+/D9pV+jZU+tXRvgWZlDakUSrE4yQ6/cRtw+58xgREUlFdINIaMrY
dIOrxD6lQQrfedmW7cfKxloipdsiDxSvxMNQY6a2DehOLPTiJXCnIU4bbAA15l36y2HxPwYGoZx2
UoAQV0gWDC2AEbuUAWo9G0fBSk7Lz+/2I6Fo4crsMQXeIWvBRmJKQkEvOhC2cKQrGcISYZmVHdUo
80EDDqZZuBBM2nGHTgXhchZCQvnj8UZYCc9LFCWloJqayhimM9oPaK2TmZ5Au1t9ubXcnF9cY1BP
7XhmvtyxEAY9+U8w/DjGjqhJr+lH98K+SmB5Qw3M3zNqoqhQK4g1HyJWWz2utTWwyEpCpkiytptf
D1CAeLChb68EqVZEG12mlQD+PwjKiKP6IJxfD+Tg8oB0QJUBwFYfT85a0rqEQNaTT4lwR0dSFSM4
kP6WGfITpIt1uSetNjmNKl1HlDCFc2JtDLn2Rov8o52CKc/n+zLbazICg8VYOUUSKAVEZECribWq
SBN9FEzjEzUHy3Fj5BVcFb2EQrJZQ4c5i5GHT/DtkkpjAOABZlr3Tf6YGJQa3SA6gjdV9vE1Bjcf
qZe+laasMHlgjvjvdlZCOIDGYJaj6+a/55jNyeBVDwHyybc8bXyLzXHf7gEo1EDeyS7UeaoIdOH3
0U40cqtVgfLa8tlbq4ItIZR+oPAByyFy9ZBPy4xuN51rg1MLs3Y2lZZW5nkJn6wYPpYDAXit9KC8
Zh2+ptpBvw3wDK1UISDueoag8wYEIQQgXja2y0rMXAIn2Wyq6WiYOFcO2W+qAVBLHqHEWmSfj1fv
yna/c4Z+xOQRFf8gF/HhlGMAMmbtbsHb1hKYu6rFj1+Oe8hJRzwubJnLfqAIjp3x0nxyBuplhdud
yn34jCWqhybcYV22spJQTRzhjXXHjU+3lrEscZNSCRHVOwi0guzKB8RU4f8BqHZNkY+wV4cvmQT+
VkF+rb6wxFCO9VQGFfzvIAUEWhW8Nwsgrf/SJ6kmkzOhzvUJ7fj6pXd6R9ysy67c/pfAykGiaG+c
l2Tzmt5KYN6Rjn6KGqd5dqPTu9jYpNXOweyX1GAJpOwKjpnKAcCN9kJBr4FI5oCTNduXCHMbd++V
l1niIVt57JgpbNBSltPWktl+Uuu4rDaO7bV76BL9CLdPSIgwWI/+B4TZKL1TIZ3iq8/MFrZlLRwv
wY6wzRmDti1pV3ryL+giR9f+m7+B0ALjjjAE9RpcQuY0Otm+15KEjFq23zQfYlfmZ3Evivno/7OC
JlwCnMqYpGNqKjq8jUlsSJFeaeXGtlqJGPf9/mNf18wQJRPfgq6DYvhE12QUD3LLECrbEr5ZybDu
zckfI0iRVPkjOyMAPAOaxhUFNysoz6ZAJFGZWkESKNq4Ta4uivlz/hhqhCvT1EgIf1L/NISaV320
Eq9KsIRo/TfqlRpewy2N9ZXj475qfgzFe4oAX3CAFrNQ48A0Lewm/dsqxiAZQ51o/ymc3+8yPwdJ
IYlFeyXnekzAfIhRkarJEEGWpOqDlhSp0m31nVaWwf0C92OkLmA9nynayQ3UqAcGM47g+fOaeFoL
Rl2qwUFA4yDilJckz2x+0rruLasCDUDKx2+6Ii5CLzGMkizXiRR1k9t5Tp/v2pEmGdStMp0Gqwpy
vF4FiqRZOuFgp549fiLst/5XmrhFSm8sn3tW+UtUvGehPz6C10ipAtlyyOZXV5CqCFNEWj+90ZIe
cG406JMHLUZ5OrTFIW7ex9JD0sCrTP6ahoZX5mqXlM/9kKk8DeZmmanFKF2ixOKgmawMvl61pZ5y
pZp6Fiod0PpNcCUzRZgeMOmOLQo9jT56dKIyFkJ7tM6G11r6O2762a1N8fz3H28X0lxYDjC0c6md
57Df2RXoCkdSRyM5VBZzzq9ZTJ6i5435XNn1d4DOz9GUPmOyDm44repbNBSceh19X8OfdXygYxl8
oNYL8W3oTZONzbKinUYveac548kMnLxg1wD2N3uta1SSsuzI+hB4Sp5rEbh8/8QL0PiZrlkkmIEI
dnoW60mYuaI0HcvyClkS6LhjC8AYQRR1nwNaISBpNKgQt2tHDaaPpGMyCMYPRAp0vj2MjbixBe6l
x9+W3+KuJktxM0lcD1csr4HcBNopE29MghVHEioRVxl0h7rGvkSJpmVHkw3+xtShyKu/kO0mfvI5
xR9tzpij/yUnLxmDgpbdw2244q0meqGiYwvdbnhXKE9ebMao6odQshCifpdil4tQ3a4BAPMSrWRe
RDRyaCE78rlZFBSh6DMXfEHlRC0CKNUGFEmz16FK9h1lJopew0dgxM9BEUfhsr2kyKpU6SL4jn2+
0SJdQ1gt6bdUKJVxI0A7m0YtgNGoC2NlkE/ubqUdAHdHbTQ1V6L6/ULyY9VG4ii2pcCPrgz0MQ9D
DOLDJcDPQc0er0r39nhzrAG47ufXj2FCLKikF+DP0Wn9Hk5CihF/VyYwqILFmjh7a4L+4MTIamtG
rvTaMTo83gSJsGreF4R1YxQvjQs1m4HVVheobY1iJnQ0ukMDxRB5Y0GuJcFLKm/LMDwsZrChEJDj
DELesO85Tjo9SxHFr5LaNCDCg1igMpG2ddFY4fjQSyS24IkN7Q8RjZJwAbp4feYnNBfA7xKP4Ush
a35xnJhrX3y2tUGfS08dZTLIrzwzkLrJX1jw0UD3+Wy9SePQtaJDo+v346gGiZai6Cfso0C0Hs/j
2pVkieyOWJBHKQ4pIlM7pQ9V8AjfBEJpkFlg9Np/U8DaB+C7eqPLrZLIygpd4rynoimGmMaQkAa7
JIZvi1Z92rqert3yloDuaMzqOCtwL+jAzzdx+2YPQoEvbHd/+CvK5DDjgST1btwJV+WcfXeXKlGn
EwOlejPfbXW57mCXXwLhUmd94BWoJ8RKvpeVXg+F3Wwe+eF9QMElCogodETmjmADwFOHwB8M/lFF
cBG/hKfiHHYf/TMVOS3knf70B7GGRyWMDXZzoaaD0YzKIbAjfxqN5o9YGZFsSdEHZEs7guNeeWm+
48QdniDxxX4lQJlk0I8n1EuFfAT+k580QiFy/ZGIXwpECWs9dmowZGotQWHNzBu1yb5wgJTv0Lyu
aJKeGgjl8npcn+ESMgW+S7c7GHtkG0FxdassDoyWYaOIzqhsL7bi3isli51yIw9Tp4WCJDBrOz+c
DjxdvFPIGQU5349h/yaMMLQOHRSeG7jthV9ZCz/FZDR5Gp/GQxEHLRIZhW4fhfCqaq2+ghUTtAn6
qtCyLtNZKQR4T9zAVP0aCiVFWQped0Wc5GlGw2X3GLhHLXW8WY6Z/NFutRU3hEY4HGjyQqk5kf+i
WOr05KmFlH5ohqpvfvvqJ+ww9zT0PPSNTb2SuSxR+qPIKXlSz0fNWXSiN3i/mdGesRktdrpdckz3
qLtR0F9N//LYCI8HFdg7Vvi3Rb9oldQyD1BRw8KcIo2uMAI/0+NrQcV/sq4955zYSMAkBQxhYmDa
JsgJMO0rx1xCwXeqsNaqOtvnpa+xOIOz8+id5NDIq3OXP0UC3JezWC3R9IIDKuHgwucPw8mDqm+Y
jn8Dr3UafzxUQmrJObAhUQFrngjOCiyU2+Ma6XeFUofiqWkJN9mw2k1egxpgr/uJr/cQrE8CnfPA
yqWbC8UoI6kUEeI3uaGwjFYOvAYXLSKzdpa6cNje98pTCV4mR9tAVOpNJgdg2R0ZT28GWaXYDyRc
WuP1RivnH21o0wKsI/C6gvwWRTwAYfAioYnX/knzKVaT5G3EVsykb79WLHmo1XhiSw3JTtwYxfBC
pwbVYCHnchWpiQ8Fg7gLCTueAj5JCccUBz8NoCo59kDZhX1hTE2sN+2AAKLLlQ37QocXxHfPT3aw
333pokRT4uxZCAaz4Pm3QEnUoU7/BEN/bIbAZhSzLSDj32S01TQKAd2GrSO3CCvIePE4A0Y2yqDf
xYdZS+pcwLHJiXo2wdUMAmvsWxybKetE/t+8ht009KdomSdBJOPsz4jUgVXLd5DTaAu6OZe9+F7L
3EGplMispFZMdSkVo88uZcs/bV6mEAUq4ZOWKQO+ILTc4LhEDZnmw5Pbpnw4vaRlLRF8xZF0lYT/
7FhRH/mOCByOTnDy9UyB2wNVvQb/R9J57LaOLkH4iQgwhy2jqGzJeUPYxzZzznz6+2nuaoAzTiL/
0F1VXaV38btWV29Z+TkUw3TUci2QFs2tp9zcFer6KfVrsasVrX9PEnzFLbX62+o22OYew2V8vO9R
cpnHl06/JEnvCESsNP6KaUQ77Qg+oZ80quSadE4eWZ4SB7nkZNF+rUqC0koib01rhB8Mu4Tc5ae8
XZkK+4lUW06vCpO/CRdEWGa7odkv3aWnEUvyyFHGxo0wG1tsjvNktsXBJWqBpZtQBehuKQQL4QFD
elTHo7g6o/pEckih7oBBsB80hdu0HJMeQZUeaJ0DfWJ4pikpTpS/ituJpLlyRqPbkQEv2ZGwHgqx
PUX4e5SweBjxXc0tuVkE6K6MQ9XNec7vDevWeF9FIh9bMhDvmjke6+63bH8X9pzaETYjfzULi0SZ
bv1A5EeuvkEWY29j0BALWKKrGWJTMcH3enTAiJyEPS41z5V63aLnepbr0KjEC74gl6KTTp3ceS0R
XOE6xG+jZPqxDpq93XLpXOLKs8yfW14f+BjrDDMuYBvVv0bt5kzWcFjFGPW/tZ+VyAqHSr4rq3oj
mlp5NqO535UkWguJKyhLcdAyIDE2b1NWpA5W2KixNFTo0w6nscxuatFRizelTdxlzZ5x7Z5X3nlC
wnRr+HV7JmO9dUxDDA3FK6fSW3ICeDq/XLa3qWWWnOjNyRLohOwlPo8fxarzUMvLNBOFLeBmlkwQ
NSnDDUQGCTE06uAJLBWtSH3AAeY7CVianxcp8ztjc2tNcWqj5yWJbSi1biV74sOoBoOW+shlGmPo
fRIMdwLTE/GD94g+dB8/RyWldzlWGv7rshVkqWb5rdjXOyVhnsLSm4+2Ua+NvEbHMr7P82Vsf4cM
i3oR8jvI22eTt66nYJWDy9QLu6PUa8cYRadXDrqwS80qcqvxvOFpbqbtUUiKsIRqisW8dLrUeo7I
CHcnajFF0O/y0GMSLeR7HvActMUJ3NOKvRHH/KPByXYRIU6M6zTgI87cXFI8iZMtFJ/MhZjWndxB
cfrWrUizBcRCn4UViOuO/D0GgzPdGQpH+uY72y3MBqchls+0pdmRENJCRyn2ROSOnp5ncq3qo7jZ
cXmrpWuK41rlDbTPceub0mGInoTtLynxF6r+SSVOGwQcGbi352P8MnXJTsiKUE+KlyFrcWjPazno
y30Czdb2ZWBOieErWAhpFkHeix703FejIhNYkDv92C1OjgkyprAaV5rGKfgwEj3EyjMneboSs7Vi
mPWpQWTF2sGiu1erGbcIo3E0bZeI2+BUdcNviIfh1FZG+i3du9RfNC8qMCrSHfkhDkDtWwaKYQSM
ImKvvBiOpKc2i4eiT3WEGv1TyhRcfJ012d2MwRZMom2NU09wlRlziG5h+Vds2LAwdHRrCEHJ8c0P
Bz13hpoAuayaP9R+vCwDfuB4/QO8rV5VHMl5y2XM8oiZm7xR2jeKJyReq6BYwIBm4PealpPMKVkI
LU/tK83PPZbwOU35jIHUqdpCJQfJUH8VEVMA1V3rcya+lJtg1+BQw97QPamH4OteMC4LtP4Yq26c
MJXajk9afW4mr8cwTgWGIqi6JC5tuG9PE/KybLjhI1VFHbF21IKlaxreSMXZqC/rynlULb7OlHgv
j86wLuTOu6P4aWY/BpEwA020n/6OJocENmA15xRyKyTbWKBLYW0pjiz7kuRZ3XMXv2j1XnkcFbY+
nerqABcal2d99Tpcp+FHVLs2nKbhnPsQlnu5Pde0zOroTlEoM1E5BtWws0hiBmF+3+ID7LfK5tiS
L1LZfFO2jpbenqjyyFGf4ZEMafDGtuQcytZbs2phzBttYvGigoEUTTocM0I/q66DDIUcdtR286xt
2Wf4hHix2HPFrPlFN0EtpcTLdP3L/Ew6L602Fm3mKLq8i/vigGvUfno8fPgEc879kcTmdiNEofYn
DvqGdwFuOCzLHosNR2pHt1rPBRqRqTWu3eBYw75IBlde2mAdp8ppu/aogULpNYpfpb20w1EW7pFS
HHr5i/jdao0YpB+mq5IKVwaenBZ7WjxOn0cDRFPY6wJx1C0Gp8ss2eriZGZ2mpdW4XiqdDKT6+4w
ykbtWNtKZSXt5Ph9NAAsR9WgqBJ7ij2KskQ2/LVcyu9t4sLPDMXNSh/pPIEEVh2ose6v6ohhUu+O
m2KPcE9A5uLJaNi/ecglYKjMe9fbXl1NX64ANWQ9SNr5sszvqBXsVu0dEefKrpxdmYDEtVadRDta
hcZUQLUerK0lLh73Dy62VL83c+8z1ku4I+neIFGWUBJnLybvVWQEQvQlAliB9dqbtbeMJ1KnAyuW
CaJ+LGbG0KJKtc2nrgu0Mto3lvm3KrHiTplwLaswasQvKSPFNeVVa1MbyM3ME4MXehkgPbfAvDPG
oGmmbRkHxg1aqpCt+1zXJbA6HJmm19L6lMXXYXtVV8o6rymeNpI2pMFfCV/B6DwKExxTKQUcWc9u
s6z8TkwXOiJJZ7gOjmgiy0ubNqd6smRbqYRQb1ixQrczJl+uA7HM/qlG6yXWgIHzg9Sut13VEpbd
Vbo3F3pmY/23kLYaH9qqnI+z3hM+Wg1JmKzLfiIUyGaU/DbV0kkf1mSniNNHzR2+Y/LXCuruS9oy
r8qs32Uh87rOnEl/zXTKdwZGYHnSq9U1JGZK5Xee0ZhMJWGSM+YsU+v2BeLBddxTzYZtJBwqKdsl
TRSQAfqKeeRBVYVgnSlxpir9UyzCF2KyGzWR8tX8FFeDIo1lp5NhzWmJRqeuzlzOBwVte98dt+wz
tT5EjaPibORWYuds+GoicZPErdxrgDh7rfeElqNkWnDEQWxx6LdFfRzswKrWmByXwdx1kXJpjO6o
QfnGTXnYFosBSpqBLvKLOHNrqeLxNeJOHWpkGtt6XOLST7fU0dY3UdU/m4U2TaoOpcSGAu/PtN+s
/0iokIay2SWQALXXapq3jf1FTgdHVPxE/u5RGphKdRekW4PPSTe/EFh6LNXiugwxcy4mP4mErfPI
b5D7lfiTYqVoU976rv5YFWtX9/lrlcyvMujgIl/b8bhUCXiESvA1uckk7E5rxL0Ie1gKjHLaUfMc
E4stsQLvA8lH7IXcy5szJ2xde3J/yJFASP5qBWVxt2gHqDUee1dt9oMl76SK5GNu/3ZmlZjcvMbY
hm3Ksdtq7iqgS5a+ZvFZX90xY25NlX7lYnzX5h8WoUs/xvnhRGXpdUnmRvniRu0/3ZjtXvmtJ28z
2uNKIdfP6VFSRFsYfnVTsCXLq6sXxXwqU7c08ICHaKlxjFhA8pXqQ9GyqxVJpOUIebgyzNTqK2cc
BP5cu7L+viXFfjXrlzZFu9KXO1l0ShE7dUa4Cs01rL1Bnaj8y2KXs3XIP1WDh+SkDAFlPLlx16Se
mj5HzHZX74nimnhtiMLRFHflN/R2pzkx4SLVx6y8a2ZIlbAtQd6Do0n7dCY2p0/2huVrLTc1bcpB
W8brNpunGG8Lpt3EvnIFxAbDQEmLXe+kOxPGU0OOYy810fCzbISpkauivEdrkJFa0GFWkJaxJ2dn
tf3SGZ4zp4ygUVq7yRf1Uw5vgAUroZJD7rfGXq/PnJ4dN8yUHRUmhcUnGVvThf3TDK4JvKWT/ama
rmV+xnFqd5EnyKEGAx59rS8Jspj24X5dyr6xvS4MlPaFMwB5kkEhhQ0bqj1Hiq9F4HaETDl0Og0V
3yC4o3EelJKz6FAMeC1v1tmkClbz1pOwboKOGLvclfKR9CmObKrsvozDmI5LsXIvpluQc7a1CKN7
Wysoh8Ft1viEJ13QD3QUy7AXBgIXJRxb0weQkJIC2Xrx8BuR3pwWq99ONWdcbaddMMVBpxWYNr50
KnY4QSl5RhHxIbpDVsRunSnUxqmri8tlro1Qi1F7qMqPGOMbVXY7rvarMKu+UPgRZojLe8T0UFcV
4Sp6ir6vyz+Do2epaDs8CbA+ykIZXa9tYhoAjxiO7aehhhOjHfX61TdXlZmjyobdHMgl4wQobKrv
fPJAGatfoo/sttZfyz6Uk/MgvOtGGggzESkmFhX4vvH0zcElxN20TlJBZRQdLK7aqWZEMmtqUNpa
S38eLo50y4YxPiX1DATYisuHGrU9QLk5qntBqH1lXoKsGjzwCbJBk9zXiW6OBjpfGcOBrP4z2Wtx
1REHMKv7olv2c5wGskWWkr5dN0lmXi/3h3UKK6n72XQ9PVECP1tiXO0QOjmYKz0PSnNry/kvjmnc
YNDtKEqMYEiqW2MyvReZ1k1cLd1e9ITuZY2IsBeeanl1erKi+VyuuI7fZjElQRxJf4IpefUY/azz
LW/PW+80n0r7D4Z6ZPCInmd0lcIp/ul4gWVT563jo4AzhkP9JsikpGAch5ucGTyoPpOOTD01KeOl
niGQeOZKs71WnrT4Q/1VE0A226r0rPZ20TiJ+hiOCdmxau2lxd6UfK2PnajziesCYljLd6wkKQQr
BOfuIB4kELumtTct3Hrbsq5lzbD+n/4tXdRX5UMAiz5hAiyNrqS7Te8X6X3MTqPWO+gWtOvAZa3F
LmAFc9S9hnVhkNfnjn8t+HgLaJvdF6cxCytcMienyoIWc0rromSBTrI1kvbK8FoSvOiC471AoVO/
6Pg/Rbeplb2xtKf8X6r7ETMPUqieFHSw9YYx4reR5XYRQbi/tsxM9rtMOZRlE2Z6AOjOoPU8fCej
K6dhlP0KyVe0PcfDvynfwkbyO2DxxqX1q4AJ4w6LapuE5771rOZSGxvHKWLKGAws31PIbU0NFP9l
Tdm50HC01vkytodGzEZD/rRaOUvG0sjD/K40MR3orc087pI1c+UKt6osOaFlD9o+OarmUb9ozREP
AxP7Q0RbjWv9E6aWLtuLjdcSZKK69FMobb6U5ghFcPhqdfrwQ5ftKRMETCNEUjYY6bVeSitstPdE
Yvy1mG+6+s/AHjoDYJJmb+Ywq97VjgBfQffU9lhWbiL+9DJm09W3hXqz/GumK2zFqOBsUHt4ckoa
AMdJLj/AmYbkEjVhq92r/NRpxxrvBgYQSrwbkNaJgselt3ahJIcUBFv9U0VeQah4UboGoN3g4Vxq
y2BV2TI8hmDJI0gm3U3+uJIisj0X9aXqVY5ZfxQAWsj0Hk+UIw0zjv+o8dy22Um4p72VwOrfXCr9
a/2rtX7cPhd6qOIIcWqpzqeBuSIMtQfFmi5RWT8NAARKw8MkRV68WVFASnFivvBZjPqpuqvJa7xc
cLoWtpdOobJJUidLq3Mz0MfTVOtJiZBuDHSRD7edordK2BjYJzpIC1Vs3fIG5OZQWEVgVBk7Hjc/
y5WSq7BXcTCv8K0/lm39qnNLFhRhckIzW7xq9TVe7bp8igaW/EmnnalU3gBchqhiPk648urE5nXN
79a2Ufad0HVM3QWxpG0Yx7W+VspLG501CtoaDrbwlcid5F1ZHFKm/EcF8DD3wa2yKuxvNecg1uC9
zJKlr7k3lW/on+O2LwUw3qD97PPdzNi58aWQGSdyaTK0unzyuYwkmEWCvKR/lboD3LSLeq+lPhZA
hJVZhj/+sssEyxvUHfz7TAWyXVPjpal+x+JLb/sn8HY0MEp/bAZHzXl37/ytVfaxKJ3ddhDWxg2p
ssXr6y1xl4BFNPXTUn6s6XnDnyZ+76vYLpWnLAoq+vHYNqwXdXGB3axz1oGDKYFShWgDHYOTaqIR
AwQqSEoz3qT2oCN6y5PDRCnLOaI7Xc96P2bc+6NOOy9xpmyCCzRESdFVIRUQzXLKfiSNj7UQLczz
2+QCgHpZjFFafsRdF3+p9b+5eO87R2WiDQsk61LVlYObrg5WIh36GhxFvyChmSpS/gIju9I7VTLX
pl7YhvJqUlZETr05Inrs/qnF9rHk8vjLtatSX8vC0eMgVn40q3A1/TmHLcrCpAtGdQfJwTU8Gc5M
mEjzgsVvVuAwJpzW6t6TTd+cx+ya9G9aBYB76IXZm5hYyYrPxQoV8Y+KrhViR6dKkaljkkO+MUCZ
u8KCAsxpWzJZ7Io1T/UiUo/YSWeGc6TehzqGP+HzYRNEkJ5m9z9zvWOnNImbdYGZ7bqO4uW5J3Ox
j38j/aBH+w0JduIaRTD9tBmlGv5hmERoXvK6RO6wuHJ/STOoTa+nwZOfLRD3o5IuuNwzDQx0xV5O
uQIDHZREyMI2Ltyie831bjeUEB6HbKRoNEKh/9pMw9HTfYk1YV87orGrENiT8yJznQbGOV88VX7d
fpX0Ta4dTaD5fYswaeBc1itHLHn7BCq6ceUanFjlCSGToP30wK3Pq2qCbdslkQUd52hB+vngC4zr
kjQLI7D8LKo3HPDCXyUEaMCLz9xARoTZnLyT9X/58t5day6WZJfiGkSZFv3qxduMDh0oq+CoVaF3
IxeF2KRTngM7gn/Ycx+uaHU14yNWTr2KX1PuzwkPaXmR5wMroWjBCB2FYdDWtfqzOCAsBux1ZfUt
BXwwrtPi4j2m0EdKrwJqCxUkWWh1d1qAxJACGbbR/tbRecYB2grVDx08J6Fs3q3mpSZocrR1E9eL
11moXVS39rb+PPDAD0TnhngUl6cFQRutf1MHa+81mS/OTi24Ue/1Q4jDtJh+mlOYZ5W7zDBh4vik
TJG9GWYQx6Qc9E/Vwg6j/dTI1UAjesmaWzx5XbNr53330hLkSr7BH71nhBBXfYvRyppedB8ZZ/gw
/sbcTSSnFslH2MmWzYyZOe+m/QB/MHoyd/Svku2l31IlNwLfvzhSvTH+NIf3RXpSnxVMMOTpqX9X
1qDmL1K8bd2AKm9VLO2oQYjwdOjio/RzU0RHQTCIdYdWGSFXMrgM3QLPIcgfkB1H7yXWvqSUk9Ib
ygNgvSX/JrFb9N9pEYC06sCOy4skHPrOzZddJAY0fPqfmhtO95GpP834BcgrUSVlnzIl9T2vTBZZ
81DUKHVQgrwX52hpw04/oaKwi/WocusKIyis36AN2BYy5L9G/CfMJ/Gvrm+0EoW+U+PabpeDVnNN
L/StoZH/a6UfRbs98H9syDjZ5PL6H7D0WHKqnR3TZIdxkeVo9Q5+AA2hCDCUbN96FopkZ4ovBa98
5ps3xvPzO3izDddqRHfxDm/Sk6apL0G7vGjFPWNNJQ2+37jKzjc1HJpzowTG6kaLD1qCHJEoCvyy
S7S19DLsLty1gk4MW8lnvRnL58i1EB8HzTMiZ4yDqKlcYn3r+b4lGG4crPYOVDz/G+PWqd9V9c5r
F5E1YCquB1PnA1XPDNx8b/ohiwjVQN9A0kJLUSO0vLX1VYOeSV974XfrHJmFY6zwHodHDIb6UFE6
Vlw6SuNZUu2O5Q9eI0bsZdete1NU8BWJmxCX/HecCoV8RxXdrN6EWk/g+g86FQEKMZHdNxHElnYo
tCDLd4XkWNSuBDSZeNsNgWlyRvsFrS+nkJnTRO7yMWBr6qUPwi0QJg+cVPii9Zp8rQOdegk3JTtT
stOMs4TIVD4N7c6S/8384xZORtjkdiW8Rc1L81XJ0T7KXmBOHk2PNTIi0mEy17/3JxVIv1sQlhRP
nX6QJi5ziaH5Fyt6WxIkSbXDS6BWkyi0N83NoMQ4iXsqZx2GfLLF6WG/lbp5zWQB/7U2KqrmWV3K
w6LTtKn+zNrKGYK2hWedUZvyV1Wkj1pi8rsAy1sgMpjt62SFm+OwVu6gNyfj/9c7eSE1+WPrPDsJ
GWF1/aUSVcDclP5ktPK7AABhC9r44LDr0uk7WHuuIRPkWStzUCKykuL+uVPafb8moVzVjj42u66J
/sSs+bQm81uQ06CFWrZzPXXUfqfnuV/OqmeYnqxPXCx2Ffsq3ewVGR3yZduU3Dr5kZNvGTWCfIjM
gBac9N1OCaXm8IDhElfU/6Dsyx9LUHapgj82E6P1pb2PbeyN6984KS76p56LC8x5p/KTRcWTNmUM
lqFNHMwD/UnzOsnfTL+CatHG9G/R9zLUyWKOH5Xq0Yy3vaOa8ylvsUsepsM6sIlLMDGZ4S5Aajk9
1zer/4g10c9mTAXb3I+N/AkIwM8f6qJMvk3To7EHqF2Iam+6R50s4sTPFbR0ixe3HK/NdgJTi7bp
QzLvqZI91VGY8dWaJtxU4U4wSpdzTeBJf02SE/fmvPqbRY111P7i+XdG5x+DANgU+BigGK6kHmaE
swpebTF+bg5H7aPohRkeHujDCvA9XOd4V037FSQWsgoqQYmfrAr+Ap4n1KTDpgO5y16Tcwpu+3oF
Jgq3DTbuxC2cjo6p++pyr7DG7uxI92rGgyMydIJJ7MN6PdeocEYnN6Yr4DIoxTRdhXEv3LbhSPIE
E7yT8aGZMU/XLeSgNHZWE6Nt+NUx6qmRbS1KWOY4R4ZELNo50fKcetPo03Cr3bNq3VC74PyMnECQ
7zJLnzqZdzSr7hIfMqoMkQIBtyATIz8IoxgbM9J6J74Q8Lr/LoyPcd4Zcrjik0VY3PIzoUgtIfAu
E2e5OlKtlV4OTRwtWIMrya6fLmX2aumndT7nsKwAvdpeHVB7Au62j7jgpfWLMQXtf8eYCfbkTpFH
iSLhDvoyrZdWug9/1k+R6vaYenr0r1kAsNL0vujjh8TNsPLNY/JWN18FOkRrPkz/RWrPqQ8pqgyu
wHDhMDnmsZ0kSomPnOqRMrLwwe+UxbZ2Fjlp0aXIg6K6W9OxmzyhuIhwy2N+IBPcVMy39b0F9fwV
6bXBPYPmp45+NdPJLZp+lPK56PDcRe28La7G814cYn90Z1UpXJ3qNZ3J6pJKL0k/mvYkfpt8zZh7
S/kT1a8jcTRqfqUFhISEPVLV01Zn7qByf0rUXtI+rvuD2sEB4ocFxViK4TbRSYAcA/X57OWB2umk
F6/5Bp2OnAV9GjEpvsrjLd4wXlrU9dBSx8m6aw3HTboUrbPM+DMH2Lz46iEyHpnfqre2H4jBarQP
yu/6kFOgqLE8ug8F2UpLsfHob3KZwgIVSeHUIH6UDCh9LMbMs4/+WaI1aZxB2S2bp9ys69S9tm+Z
5bAeAEEBK6QYckv4K6pPPPGa0rc+KgpN6b0DZomznVhZ7lrZMfrs0lUMhIeiK1/TCjrcfdRuH+vq
R9GOOTTR/G4JIL+AnjPgD1N0sbgOaomHPgfqsG9GOhqLmA750I7fDIQfDey51c0XoDG372hCLVE9
zx/Cw4doOAqoNLqGONfBTzk0xHChVao3bCZPsYIm+3HPwCrIjReNpy0+5+tHm77HiWeJnyIUXaq+
6bkVaMdF9BYd7vFQgMBb0D9kbIip/mJJ4vdYCoe45aaJsBl9NcH2heZdzzhm3WT8kvArn75wt09y
l16jQuNqHlcNgzWdl8OYiPq7RPsyEwIR/jqJQnHmAWX3cWp9q8yD1oDDgbjbLg1auhgClDGA6dhE
nBOxq7O1m/pflpxTkOk4djpEJHG3M7vSWckGpGFIum9NeFbKGXHQzEQIw8bskNigeEd4WyV+tlXU
EODaOrdUq3tGPnurhh6niAEelPwyFLPdSMZphNEnnEpwFPlpjO8EnMJ1xxYCKZt6ezI62vv8ljT4
UUyF1qGBAjGRm12uk0Nj0oWXhZ/QK8I8g5gMb2bzZUoB65JmHEhRmE9d/VVYrIkUwIXq1EzqM8Hl
TmU+Cb37eNTTkzpcSn5hXHzx04wMEa35VKg/UYOx9VsmMhwi0YDLzwK584nmL9uAyRbNLnVyxEwC
R0W5k/5kQHsr8UFG2nVDjBvJqlvpbwKJ4tah4Sjcvmrru4/jx7ccWP8Zqhg9pk04qQZ1d+rI6m1e
EpRf5QdXtikBJxq6PTEgUBr5Z68DoRYLjkpv4CAMiSEggxh4F/tjlfz18PAr3e70t6m9+59Q5bJp
5xFqPaZHazkTcaV8rymJ0u59KvK9YqLJSrK9zB8em8aBUNZDuUj3EUeMeV+pz1F+VdEyxtGr2M+9
u1nSZRymyOvkR7VZfyRFFpQHYfmwJPBrhG7OyEcZX1PrJsuTvxT7foOnip6qGERJeRrifS3DHN4k
YaeZ3mZFrj79drWXwK7oRkgMPNWuVoWp8JLKE5X2P73+VoGY0iHUVOgWO+vIO61A3nP8iMvbMA/n
rJRvhQpWTXheUu41TDzLf2qHXGJYRVhnAtur7WvuuUgT604GF3tu6b71JX0RLLj2ZtP8Sprgn1A+
Kl0dtiM7fBg1zjXj3ziAlHADT0JiePW8nmdArHmL1tOcSNk+hcEHMjNFp0ohb3MKE19TxMRvZO1m
6HF6V1REQG1M3V5tdaha8b3BaZH6Rq+6bzkmoq7W9t34aF66T0ueU8daS6edeKDyeVV3uYYd4FCk
e9Xq3kqLnEbBnPbqPHVoBdHlJ3rzkY0j0XWD+h13RuxDbyJFWJOTGaEKUZWJOFrpuzCLqxDdVckC
rHMzPH875lMZoio5AiCoBZMQHiuGATFmAbxOW9iP+hMpfKiMNPB94bsGxC1r3DHSQ7P+w5K7zEgG
6jvfUoq9lOMdqR1GTijcri9kUzjT+tR0D7MLh8CCqnVy4aYQK7SbhZ5wXlX6ga0dLqnIeSFKy4Ib
y0CKVbOcrL64IW52ZkhCVY18QRUdQxZPGGO+bg99WdvLIQMRxNVLSHriDglQq0YSg1pKFOKxBymF
C3ViBhMliJoJ4AB1meffSVzJO8OCwxjlbHVhX0591V1L+XHvbB8C2hiNZx4DLWjUC3tjkj9Nc32q
DdLEtAVD03mpztMM/VrVqumPuRn7A6kUmrj5hqUgm5JQM0letihA5ZLxMsOm7/ul2/Mn0LihTC+7
54YsiJhG4AITLBgHFc285vV4gvSulQLJwImmHMIjRXix7SiWLSbZmD02TW9k9ETxUAr4NU7D42q4
SuxnXRPGrRmOa+KPkPWjTA/Wviaz147jri2UsFUHFZqK6iJ7PD4E5rr12t5qkMfR/GdwxFEnDtNX
MVg4CykfTfcDxhR11XmI07NU7wp5Pm7Wr2qCC5cU8528X7XeX3XBURshNJNvRSWKRHCZE8TWa19I
feNYlfglWgHZnI/FpjpWF311VUssTBaht0C4tkiqK9T6V2pIG0UCCY79+DZI4k7Okvsa5U7UmmS4
qY4WpYgGagHJ6tSvQd8Z+LIu9Wj9TF0jeqO4mq4gxaknadGvVCPdZIMoY0/yZzOgsM1EchVLTan5
HyDtScOlt5Ui6seenCsjtg6olRUXsqypELWVfp5lu7G1DgkLs++JdEHwM8Nd10sMjNRoi5P0tQ8q
RUZKAoiIrkur4AOzpQXCSa7lchfjWwuWMObVSYC5UiZptyHbE3r5lnZPWGHXXH5l6aRmfkHUes7T
7CkVCgLUUc2B1Aii7o7UxhsjRyWSlZbUbDZRjiIvEMdq9PXmobI6L9qBI9805/62oZAU+hJ9V0K9
WnHhVr2212P1c07IPIiSUJ/szSx3Fsp5bfwfdee1HLmxrelX2aF76AAJlzhx9r4ob1iOrkjeINgk
G94j4Z5+vtLWmZF6ZGYi5mZCilC3yLJIZK71u3VozHQWvdDtOCjEPQSFRh4j6HlLEmM3xayKCuJs
8AGinOJk345VQqDVsO7MfJHA1deUlLlLPYvKSj4Vo3TJDHIWQ3bNy+TJkKNzGuGEabxT+tib1NlI
zEXandzy7ITPWg2ku9PzYiU8oj2JCM0cthlWIoc1X6tlHLVkOSZ3Hf2XSrAR6mhvMY8UQrzX98ZV
V1SZMEuv/V7TzsGLdtTEMDcjYP8KPEtPyQhN7iqXEO0sAkDL0oXDfUaBW7XfG4G+aaB28B6QRqBc
6pyZYyy7/DPxv4W8BZfjSI5fUPg99WsWk7XQggEMcoAmXunltXZWk1o1OBD0c8eYvGzDAvWNo+m3
4TnBnmsi9nuwh+lTZfF86up0E1qPjONqnmW6biz7OKh6YWcRU0i6tY1Ey6iI4Ws2CNQL85TGDoqu
9jl7cN+wu0DV6I9tOU/ax8gR8zjZ1QNH9TxFD2up73ESLNqb/I3IcwQaTJFGbHvhoI3alFb/bF3T
fD+GztKxaQLokw+RuEqRwbsjkvQWth7AAH2U7CHIbVAlI0GhkZyNNmqZxXBb1bOe9LFb3ZkP87a8
im4ZMZXBWFYnZ3gJIrZAgPR97i7ovtMl9KbRY9RpEV/V4D9A9vQAOUKtt4hYSA4eG0S0zvujGS/p
Qyi8umcH+iFjGEdjsxjU3Kkek+65q+/hj2CJ+wxOdOVhNPLQj7qjZrHA71y1yk21RD3Y6S6YH15R
3nNQXDm1TwlFtlXvB+2t9eO5+1Z5T22U7dHRR1a10vony7TI9e2XDI5s000DipQnmn2xKegy7o60
Aw6qPv2q3gWOtDdtPZE0Q5m/LHwFP2pceM1OhHPEShTC7DhF0t5FdFxZNh0Cgzx48AgTsKftYujT
8SRTByrAxLIx7ssvvI1p8T6NhMsM1ryexNwwXlu/2JW2v1TvHv4Ekby7LlIpHt/c0D9oR+N7ptC7
igZnJ0rhxxZzRmGm0QL0WxLwmYf3vb6mrpjZ+JxS5FcuADmz08W0yMoQeoQQ+UwGPaoCmt5Y+8qk
g34UbSMy+yheh8GqJJuoAL5Ook1XjpLublvJ7izT0jmZUTmAmSrUJOE9idwDRREogGmpj8hqaUQr
gnmcZgR9MFdd9z2sXHmPRoCbLMzVWYVg+5xqAwxXEBojaxvHhwdkFd8pma+zqKLgL61nF1EKdo/C
sc9966zYASKML7sakzxOFi3fyIxRjBqVuBol0bETqspB+CEL2tNfypIY6nG6JlOnoebYGK3Oes6A
S+qoXYvgMDCFqXQtOatEfMq1ZYpiRBXkHZom/WPRD29C3TpIfLhpvRGdVp4i4+wGNXR7kFyUFjwE
XboYB1PetcP4XuR39sSrm7ZeL6RAV1y43n1lMP/MG+7BYpP6Wt966EYE3wuP6Qc8nUmJapV9Mi88
9ywa+Ob0JPxH9OvpMonfKgbhDFdHdxsYHXdRovx5icXepBpBb6h05lzI5/poWtdw49Og1dUVVYVS
Z0PASsnH1rkONuCv8aSDLTJmyY/OkbrGFrSyyesuWHNHr8dl4IdVdeeO0FG+nRobNwrFeztStD9l
kKzBBH9X+P6iSPRlmu70bmXeekEFz+5PlQfw6mIcSLp12MOItFO17MmptnT/cYi6jem7iywZjEdd
fvpKm+POt6soekZWxSQRNod5bZbuiT23PlaMOKK1Dr7nafQKe9w02VcwhSBs13JqtlXsP2tAE7p6
jAbg3NBBrNPYabIJ3UFwS6IILvRFxuKdxWolbZedJQ3uLGeT6h9jyCxBaW5SiGAFKZZF8gD4oSap
Q0cfWHoLhXSO080uOBjcdZ5/V7F77q8lk47GwbM3HVjQkXwCrh8ZW4Oh9ilJAaLraF3ueCRen/Sj
6K+OwoUE4m9ZHshYsm44IRwwwkC9F0wAUOEjPi/E9GgcO64Su1T/pHqEp5ae0wvFCxu8RkxwT64V
bVrqefB5kK/+9nnjmqL6AumbghN48rVx9fsg996yMsNjCTrqjJmGcuEWXIKkcp1l9XPrpIsGOC9G
yk3YdqytUKUH7bB2sVuhj7agW+Siruml6vgmgmf8yyzUIE+gyzMTTY3tIC4vY9t/AVZm/6y+HFF+
61gIqESMEGEqQZLJmZBuQBjtXlNHycileaO3SBGrK5mlaGXMAM8OGCpJ4ArTmKHMWUirmBX2JeO/
RjIt267dKk4kMck9405nWOYHA8lMLedpi+XQH5nRDfijXceAa1oZh9K9A+A81B2wunTORlBsEGdn
QV+/DAyUzVWBOwktHOnlbsufc7gVWvFxWlsuGsGam9MmtrP83vvAhMXgvaikhtgO6ek13PuZY4H6
WOUK68NAfu8R0Xy1bVJPbiavAtwNrbs8BkukfNQXQeFVB1OhY5NGjZRZ3/mivai4WcSxvSrigHXa
6B2lPD6XxubsCj24SMu/OL0DPOXaR82VD25SzQ3/WIz1nUMspinDVSOBouWcbXGfeGC10GtBc60S
pC/9sCks88R0QIjBJ1jOkaJx3fdfonL3dGtLS3KFYdd4vUew4zrraXaqbcTbMhocAt1TYfQrO37j
nNmMRbaPPHfjN2ta71Ad7CcfRVBZMrceTUxTGHMf5Hhyuzki713ov/o1Wy0LBelOGE13ZWCvWrhz
axgAeuVTSfxh0TNxyTk7CMmJEoDY1ufV9GWxY7W+2lb5m8eYaqJN7Jloe5R3+aenrpr1oNxPVGZh
9B7o0DSo5NQi0t57Mugtx+OjgpfUjEVJxkVfdljUYrTpMHoQCIl1NuNXvz9T0RctCFnJPY6kQ3NX
eqs9iKLeUC2vakYjzMcb02MOwRYMYG1K9PVjsem0a18la4eUZi/ai+G5xOokOga80ZfKqLmRKI6R
1vO004A6bzd97y1EjEFZfXh2H24s4W8T230L6bG7Kl0PrnWXOtjpcmw9GXI/kTho2JA9OMY+yrSF
hTXUb4JD0z30fbQuR4yFTrkzMShgOVwSFnrLeFAW35TWQaUi6nKtmWMtOqIhCrA4OsvAHnYJWhIb
DDALH2rnmxY90FLgXkIc9zqKb6L8cGH9jYrEYvVa5BMO07j/GIeC3IgyfzWK+FxGBDQ3Zns2Bvcp
nHSyObJpXnrjXkv3pUd8YsOYO7k1aA5izsrb9xCEvE0Xg2PNdcIuowfhJ5Inzvg9yDT3Fntr4Sbr
oEDcnkCUHlR5Dv0H+r+wgHLeZwG1erGqVLxs7fjDBpbtH0btCRY7qvxzZ0OMDYRb6EGPlNtvadEA
/OPK37UJKnO77y86gtcJHa83dpuWfk7KKJ0JmR9FRa1vZ7sxtMU9s+BQ3JotjsyoHZZSoe81jIC9
OzXWpT1+COl+y8W7m54nqeZprSGfEQ2Cr8wLjtIe3tHHF4m37HxqZn/QwayLWylW+NmTUcMVtOh5
g7gFgHCAQLTsllwSlfOhHOcjCvyVmUOUjTHO+cDd6HJl1ExbjNCu5kdmQa1aUVPmLm9zHyxp7pMM
6rqV/m5IzAcrDleJbS4Cb8DmsS7jtaGhW0U4r6yFqNd5fNSkf4/Voo0++t69BOOLHXxiJEYoQOPu
2NpChPeGfYk189yA4tduedQGfe6AbRSO7ty7Q4LOKnTNFX0v4WRZv8Lo+Bb1eLp60gczGVvvrp+Q
pNxVTAVNwa8Ss91oKZJVI6GEl5UGLVdhNFaK62QPqylE0YQdc8ivUr6jK5zMjxIqglZU7xaDRh3E
hlI+S2d67Hxn63Dq5AbMixfoxw6LldZ+G6bk6Kb7sYJHCYpFlKcYN1wkSeMmGcZ1KAMax2BbDfHB
jsudCGwcOIO9UqUQC9xFy9SuKF/1XeUDtERl+FxT1Fjo5fDvMj8ePXLRrNqsPwaNPw8gb4ppRPU/
xQtTuou06FHoNZXxXk6eE+LTJb5YuzZuPVceO+qG6STA4luBdK5n0oWDF26RBkDAJ7N/ZeNVxlWO
W8vnos0xcdJl3E8h0URo4u+R1JSghIhavQtqcdlsvWxW+PKxzB24nofJWQ3FXUslYVTgLFa77qX/
wP2V60RFal/FgBtlSOa1pbhL0hLZo1cixIpLbWGYsp1HQcMXbOTZLm16chaBkON4UQN2BNGigg2q
+n7nls49g+XKRWMXl6Z5GMO1aS6syNyX4M+G+dRWxbnEylyYyyL1zVlVYXgrVjqcrimHeXpLFqNH
MvNTPChs6VcMc1tPz9eBkYj1ZEwfg3PfU72V09nTPrPhCtnueKub35SBT4RO23Ka+0W8AixNRxtV
qNxV6Cpks9FD41vXlEiYs90ASiHynew+A3OiHYk+XJGCtGucfR6Zd89tER0GAu7pJ+S3cKJ/9M1p
b6EPmKgl1HDCTQPwNC5HDvLxpHFjd4QWowWYRYq2VoD9fEbmd8PZTE1zzuwTPCkk9IibWauOYZ0v
TPz+sV0f0ulcW+ma4a/LGmbKzC51/urGz2PNOYiTXe7THqV8jRjdPNbkriW1RMt0Y0NWhYsxK1qk
N40j7K9NWUvD3Ezuoda+m8RBA8QGTo3J5iaBUlGJ818u8SeFZC427YYZWvMsCpcQyKOBuhg/7wpp
tXAkzXy3KMifcHJ+Gb7Ph26JOFu1au4TAJ1ieMzTzVjeZeJOUN/oFO+3WApog9lExpdL7kQ0Pd9o
tWBZlFv8v5E/9+0tGJtlrdvuVKl5BjIYPFjBssopw9F+W1/Vbe5bwhVLnjS0I6gw0EGFd0jVZ4n5
TdLSw1Wg3tI6aF3iQ4R2VCFCF+bgJkj9PIADYXKN4B6iE3ypZnO8otuofECzJl/1Y39XNlAnh0jt
m/F1tBaxY89Fsm/jSzMcHOSoIjqVusbSDJPXMrO2rpR8ex9eea61fOe4cMi1h+YT4yUId25vQQVA
SLGBg7AtmzRcTK3cFZ7HyEtsYbTQRQtrPtjPuvXdznJUY84uCqanuHr3DJXhisFIUfXGAu/rYhQt
4opkrcXIb+U+uH0i9Q1wgCuPGksRUaIWyvKXeVs+6Z26iyB7lEsoer3XugATmrYM6+AxiG+rIrrY
XrSr+KaFb6zgdOZmrbateZA6II0sKGHjoGGSZbLR2+aIlZni7lEGxQs2EOQFUBErRgwuY7H1E0LA
OxvJyjjli7H7ZtsmuRLwCFlQrsl8A4KuARp6RQq/OxfeuDX0cVxUvXWZ6vyuiFNSh0KqsLxrAYac
LhhWvmyZI1jRQ1cDMStMvzOTGu8oaJwamqeoLtjIqnZA1yOfAsJcSWuAM/qwhPm9UKDeDYXTE8cS
xYtmOE+3qEp94QAlLILOViD74BWBB4RheYhF5YA2Fd8VPhhtvFYTeNk2MV6SuphPDfEIiPArCO9X
lxN/CB4qmCcbt4ZXr/y4frfac+3g0BgxofVD9pU3OKzHxqd0VdgJjOrZpVeuM0VV1rcfoSnu6srY
yVsARZmdS+K6nEJGm6K71EDwEHmTkcwCncFtsNWuwWmJT2ew7VXlfDLPi2iveNj6/VeAL9oL6etC
/+J1VE+5HMtTXqOMw9Tf0bJWmm5jKOyNk3/rL0tSx0z9NTXsF9K+tEJtszR+NQNMwHk23ruMz3jo
GrrSatdaOAu7M5CPA7yWTsuGW7BW95KEKrwCUfgxtlsRaUtdLKWrtpqfr0uyzco0ewiJiKOcmtDH
EadJ5c4wEiSFo/UWJKcsWwRowpGiRiOSivEcEeQ/o/wmtAC9cai552ya5mbvz+NmGTbNh2jLNbfY
omvCvaKhMhNtbkN5uil8eeWvRTrtwuHBGqnXnAcJNr1o/HGau1lK5U0gnJZ137PbOoxWTOpbm84d
KqHKf+gt5pDKal3eqg4okqp8w2es+pWMsNAxks2BbeCz4neoxArlkiygxonwKtyTjnAwpu0wEvLL
HUzPfj0MVBj47DBNhlG6mPKc431qjtBgNyPmBQSpiB+raoXblwCAczRA8dLUPSFSJbRA51MPgcCs
BjqxCrJHqZb+eG8QBKNtuVvx0ZbeqtbebvCVFa+UPR/qN8TmQXFW+n3j78L+cTS2nb9JAm0xRGc/
vksRvHqLQTyk1WrsP/Ns6eXvEVIA5y2yweCfW6jb6DVkC+mf9XTpMnetP4iw3mg5mTg5be7U0PZn
5yGDeZDGTVka3QUu9c4pYS/xuotjL/LhKLrn3HqQHclLgf1WcqSm8khpvNC7I3xoo6unKtwp72pS
Q5cWsG7nF8vGc/yTVP1cNFy0CGOJEjjP6GHAi61euSevIt+zQdpfpK61N29O3qqSpNzCxc9rYv0z
o6FAbY6ejZ5oitm5pgykMzNPbY0EzCzGjdIk9pai2fluQWesRrHuUH3N2UFejOxa6R9pPK4rDCxj
2TvY0SdSd7qIX7L3I0SgEdfbuqwAerBopdrawHkgiaHJ7sLbCKRhGU6foZxLPz7pReuBqzu70tBp
SAwk22CrWw+lQQN0WPavYcKg+1xQ1ziwRMba9NyHrqC4R4O8r23qpBEPYJW9EbV4F+r01gVG5Di8
dG7OrjyuJcE8Q7ZuwU7FSZhbqfbkQCJHvUvp4JvxIG3YxwqY2XJDfxGH9kvRE9/jw63XIalpDAUK
ueKdYX0EQm5ijGXJBI2eIPuHHQo7k1vcnDkCIxiZcHr8LZNIbUNIrlFYa0Dk0qLWldOuNpNDZjYP
kYXOWEuftCDa+whCbC04EkRlzmQJM9zGG0+GJFnhwiBUcCjGBfkeHUNc8wuBQwR+PZcxJooebvjO
V6Skj5k9L2+epwST8UWxVDs2V/Nmj3YSNrqqcpCUO6bJ52zvwdyBFouZTxMZigGHQtRkM1XpL1rl
v2oxtDUcn+MQsRDanw5neJ0uDdwAXrMdopUTUcWE4/cgjve5h2wedwSFlV2A7o03OWm+Vp5aumjn
QiNf+nDZQXRoEQTZECmsYLhmbL+54+2MmiSpR+GSnOhCBCeAx3CUbbWIMeIz49zG0thoz4GoF145
vrRpiErkEvCO0JLHdrWYJmsX5+Nn5aE90aC2SJrpRlxYMrtzgRtrVK0qQseEFHFmwqxmKYFmVnXv
F/nJScMzE8+3QybPpTrEPUlOSn2h3om1jdROQWIvyPl4Mfxw72eOPk9CHBEU/xC63gxo65D4CKvi
ARXzX2dgGbfYsj9KwPoheT8J8ilzvR6Pz0yff5uuUImzW0ropZ9Bt/9NSugfJbDf8sZuqV+/iV4s
k7izdWEjG7RWofZYtvet//w3H+AW1fXjB7g99y2z7zfPXVmhPqamMPa63pc3VaqoD6MIY/SPNlSY
MZbVq0p6/Lh2bVPoh7DXXyqQNyZtCsnH+Zv38UdJr7f38cNkjqQVed15SIKm4XhLjE4x0S9stZoW
iMowR4lllc49ABZoDu1Aul6j/81Lu3/2FfwQMlu3pjM5LifDYOnAmtbGCXwdF+CwBOJDov2QMJEW
BglPb6bSfWdue2PrqPehJV2hYYFp1br1MEhiQYnalyoVy1jzPn8hYTbcv+B1Od+mM6uAJKzmIuxx
LkYqNY8PVd2H4zVnG27ezcrYRBWMtYezPQ6c97B/4gzFcYUPdC6xtflQSfqkNrGt7VKrQdPPsINJ
Ueji1mdhmwQAZDMneGQIj1sTq1ZxZ7/rHV7OfFMpInOTdpeHcIGjxVxiqsLPlLZBVDvB/xtS7H4m
XPdfX1Lh/Nk1tX6/tkKpiUZzA/MuEN2GGCodXbBWvTDD4KV2xaz0TDDCYAl+dmO3EK4iDI3iHhOS
SXFMPigEQ9pSC+0UBFRHobepmKjwLW6uEQVyRmSufa7Cs2ekGxcxtwqI9R+hi3oScnVbHFGmnPsP
vXxK7f3w3R5vL+CSyTVtsvw+Np81YjjLpbJWwUkPCaa6yRqOopd4mK4dErzc2WFptdQSRSP8cLt0
H4CGp/BptFc6CRgJebQHGHOpFi4F18wVXMBd8NoaiL5JA8F/uJwsbNWrvAd3XpOAeX9zTAKWfu9d
+G/chXNGB+kH84OUufLcq3eTXZCTgkuRJfsUXmYqT/CuQ4mVX9uhuawh1XtyyrqZT9xTDggBtNM/
u1fYXNu8Mzk0qM5Ut4E/wNPW9FuHaCCVHG9BXJn5OJDWjFJMfDYlS45G1EfiwGC7CZ1H/822kByH
ahVl0xEBF/t5GIqZrkP4B8E5rQNsP9ZzKqxzFB+CAg2Pd8pQGJI5EIPTNMt23DbCQqr5IMVR+V9M
S2qHkzlUS7v6NsGrcxPb1XONzcphckzJ7TDvucNbAzhJPCQsYKN6qC1ECJMuH0TZnWuVfxOJu/Do
MAwO2Cyn0SKKjviHcZ/Y3py6PaqXA2EAdHzUSzMZfxN+TsZCuQohT1GQlMEm898b/ZhTttI7l5Yk
HBlxmSCwZFsT3Jhyj5tHTowJiNxEXZvzrpJ+jYAU5d0UE1VSUpKZTOEzryN6f0xZcfNUjzuV7wUC
hxo5MzK5KsbZHcXsVrb6Lsll83UcjVY/Z+a5M9GSM4kRm4I7nJV1yLILQS9GsPUcUnCiJYVZ7+6r
BiY6wfwWvDYiepFh+Jzkm1yfe+VT0l7KXCyMLrjXqLKyrsPVzKy5XM5DhXmkMcP1UCQz9M0lKkeV
FQ9/fT//MiX1j46KH9IeWSKd9MYS1SaBKzhRCGfUuveooapEkNihVXWg3ULKoyk1Lpp1ygyM3YRD
QnD3YT1DgzOYmAsTgIfUP/SV+12zkDBn7c1v8V6CM+k0cVTNHXn+4QVtMRkI+xDNMvaJRKFRRPOA
VLNyqR24PZKt0TRwJode27XpQZO7Ltt5CFP68jGF9kqR66TNpRw3Y9ycO1CZ1AMvL1W7TkFPZ3YY
XuzI+ygQ3hXys/H3PjIlHQV/1j4AzC7LdrgkQ//N9LuNNYxzE4v8kJJHLYKjNb0N+dZsD+40/U01
8Wfn/I/ZqERYpgxfEnd+wncRaeyR3JbIIwqS0f76Isrb3vtHF1H8fk/OdSSDbqoNd6DWWDNIPatJ
w8JcZJBzgnNYNhaWzHQFjX/IIZ/L5E6LPnyCyDV/Qt0zLLLuOCHZ1L6SClguSrZBAxZeayuZ78KE
m8gALCsR/DaAIFmHaMdbmFo/j27S6ipf+zAi1J+EmiWNvA/TD8N4CONuAV4wZ8usjUNDNpPZgB0l
0avKjwV6WcILvJQdwXirGYmphpWnPZfhh5Hol3qCCYmzRRci4jIIXvZiEExNMbbuubIuHcO12+wI
Oz2UzDwY3sqIlHLGHyjQ5NHbaR5yCk76uz7/GKYnUYNih9mxHnAMUAFDHMVg+FFauvO/vgTGn9Ub
P9SMeksjYjsNiGu7DjXSxDBAvmhW8GQFuAZ2fka4J87j7m/O4T/KhqWykj9Uj+x3/QjTrO/boHQe
3DppTsD2SIiyovAIXM9z8hpS5BIh2nMy4Fz7/Dcf9E/Of/lDbalrk26W+WjutaaG8pj8fJWMzoOm
OJXyARu4O5BaHJ1svQUZ+MoqfdlpDXrBnmZCgf0UQAqeHsm/Wfx/OLL+9lX8UGT2YdZ0QViZ+7Bv
NAxxaeubxMrn2mtU6ATrRFAkn70gn87qXPBwR+iQwjZphFaL2lBzreGjTtKbyiAttw7R60QV5k2+
b3vcSVUi6svgci6Jwm8ee8+JUVf2BmTj7abDkR2NSPompIZKNv6/N43/+Bj+M/hiAFE6BkXe/Ou/
+PtHUY51FITtD3/912OR8e9/3R7zP3/n94/41yH6qIum+N7++Fu/exBP/OsLL97b99/9BYA1aseL
+qrH+69Gpe0vL8BbvP3m/+kP//H1y7M8juXXP3/6KFQOVHH/FURF/tOvP9p+/vMnk03rP3779L/+
7Pie8TCqkPb9f/v9r/em/edPnvjZEJZjeTqKBNuwHba5/uv2Eyl/dlGZC8cQpm45rOaf/pEXjHv+
509C/mwKMqm40rrh2abBg5pC/fIj52dm89z+cSTXS+f5/vt9/e7K/K8r9Q8yqM9FlLcNn+OP0+lN
07vt/L/ptgI/962htcXGpkvfEetpLSLygsQ80gi/DSWCLVHp7medhyV4i22isbNsxxlnkZkZ7VOU
yuQZzPMaWvatRfNIBqT/Hhom7DShjMntcsNLm2cd5Ufmdjd4UzMuMpGiJPkg9V4HowzfesoVkE7P
ISzKsgyPtDJTAUBArMsHAnDtnl2cyv2OME9713RDcB+UroEnPx1bAzpEMVQk1lvJ9NHIche2MZQ7
uxPBcyWFP27M3Ea4p5zQh2cQVb0yLARYTm1j8NNEHuF2Mqv05lFxyejSpjFGSuxgcV0oJDr1PLJk
/phQPlxssEu8FUW/M7202ZASWM91C8mbOTn5ITSG9K1zgnFnIxxi+p2gJRhA29ISgXGYEzM2NyKs
Eb6CBKGV7eZVPfXrxAiLQxNmwz7ISIJuDbEu8YhdAtcOD5WbgYQYrSCGigmoinjDQWwQF8xUnpDM
otnPtUVJU0nUOknZM/yTsQjojZzIeU0jrQCeDKy7wR2qfVZlzYUJPw9wfljZ/QAbmNIZMH7TBtVE
BM8Cyz7kjjl8+J0AShHjeLQSlPBu2o7LNNGsx1K6OQaVCkNuLxG/mo6GLUJ21bVNdXtXpTHWAaNv
3e1YaHjp0I7k2BWtga2iM04yD0hdQNlFABY0hVMk02ViZQIYMTpvaWl2NCxGPW7uy6m8JX10JBhU
hCA2pEKE09rUUMAOGoGcoa5X+ypuN5mG10mrSn0LG93eEpWtfRjo1tU1HVIHLf2qBTr+VCOxDn3W
BVe/Uzn4b0tETtLRwoE1km7ScqR2IaGqFl/AbMCFMA8z5xoXOHC8PrTo6RRBIxZiPzDRwSX4Quv6
noYww1+EKrvHaIvs3e8XBZ5ZJlBOhfVJNBOjDPpgLLdaX1BDR9icvNqivykdazz4MQ2XqRIrnU1K
1c0sGWtK8Kgi52QTpAMxWEGcqXPvaD4Ms50jt7QN+uzAh0Keg3mYNA5DUBPqkPrFtk2FCzhix1CS
ZNL3+zzMjEPg9hOSTIRJxyLNunKjAiYUpLWtP0aeo03rKJf90mkp5Yl50C3jvvbsyu0AID1BwkQV
Gy36905oPLIKdpiUyRbJQhJG+3IYVnkgM0JGDEu7iADvlxDCXevmL7ddj1lj1Oz2GnjxTbrcoHFO
xkJVWDV6uXal065NKrpsU04JgVG9FdPE9uHc1ft8n3a65S0KLaNxtbhEJAPB862yCVVDn48kjxPz
rD3phpkfUoxdcButfm/ZhWBTqtC1hLmlenp1j8bT7uyt6ZfGd3f0/Etg+BnYZ4lBrDWbFogsbVHT
o2olkdW3tQH8laTSU2VLI4DIN4imI0Tgxgq6aviguyF8V05cuabV0nMYI7lUaUwnHEeoMmdD00AN
CxJ4T5MwiOFyKCQ1wsFupX7QrPVeFdvSyRyG0cS9BqEON4cOxIuHnn04MN5aGWM8qRgEtBvHftrp
pkTY1kYDdyqWauvM4hrv0IjR7LfFRCZP4tSYgPQ69hYVp0s+SyP8+U0XhXuzMMW5BXk/+E6FdzzN
C5PcbdWJu7FLdAN5SkIsZYkfYe01JJn4Glkrs6ZP0qPtG+6d3lU4nNLMcLaNB2WbwQSijg1JxxeV
yihtm1tALdqsraF1uD3jXEZ7cqWbu0xq9RX4vxu5HzsAIGSA98yVf3IjN3pwvGx4LaVTfZNdT04E
373YdP7Qf/1yIP+/rknWX8XtSG/+PyhJDJNq/c9rkv3IXLip+aEu+eVB/y5MpP6zEJ7tOti6pOlJ
ixLn34WJ4/0sKFgsG3RLSse9jTP7tTCxTH7kSA8/q/zvH/1amJjez4YrXNM1hGFLoZvG/11hcqtx
ftMXUuS4yHJ0IvwdKQ1BofT7CmWEFkO2aLGE65q4KjeawOR8OCFfCbExywa5gZNa2nFoASITs+63
KO5tLAwVfrUxL/d93aWfaSm0UxqQEWD4yYNDHBlaWEurlm1cGbc9swflclR7iOOk/l4NEzKgpMaP
Zuep9YVIFjjT7jKiwFRmPSb5iIlhaMIOOezAQMZsMCk1bnbqokSk7Q45ttfGjuL/QdKZLTeOa0v0
ixjBeXjVLMvyPFT5hdFlV5EgCRIcAJD8+rt0bkf0S3dUtyxL4EbuzJV8Hdig/SqoY/n2+sy5Q7Ng
1yFGwI38B538sZUecdE4WsEosTPF+nxyPSBOGsxK0pULii8D2qcSVfjXE6I4jpY8t+vL7uzP2YxT
KqFAJi7dar+OSfws8XxtCKOxPZbJ+IltBGKBcNNfaWz/mUwB3RCmUSf0yHAiClRwl9faLd8gymIN
7wK2TmRlvkcpWcfeUCjBXD4uJRJXFi6+2BVrC7Z1+iMGMONFo1bcelOJCHVbEbPDwRjCsjSp7l2c
+MAYDdtZyZFYxJ+T8z328jFNZwCBUaO/nCZzdhVxRRZXctpqW3yNTk035Hr1SPMN8V87TfhMK+9l
ydWXSqpfaspZ9fgS54KEZlPS1lFonNV+izl/JgqxtjcUOpk//K3DH4tLudRo3RnOFlV1zW+WVXCL
B5gnaSmukQqGfbR227olWhJ30824u3yEkz7XWbTneN3kxQpQJeBdtPsQxnsT063gpoIEZxHetW3x
wxAA3BgxrtZIN7L/8qpqD8z6ODapc8+IwniyALIsu7XdNunfjvFMBMOzJoxymtLoP63ore5JM8Rj
Fm1cKcEwURqwoT/zVNvyV5a4H2UUY4TsHT6GxGVTyD3BnomWmodK2nMYAyrGAelrPFajgzt5STYz
sP4bdLryv1Xq0hLiIHZgh3b5CDw7E07C2gZ4WEccGiSt3ZBUSqgnsigNOQm5eAOOk+aWtaPH85hH
Mn0b3QZV0PhMbmH9svqlPHij4Q3rbfXdlOiykQWt5vaVc8kGXwOnyhPGogH/mY3QRWOGJHcJ0n2Q
YsupIAv5m1qWaA5BdLVD+Bpbf/kVRNF8nC2dQBkm1QVLXx7F/Zkw4fTASC+e1lHmH7oI5OcUvUTl
kh+TAZZp0cTZq2lwzpP4ge4jucI8Kf4NrA7bn4OwDihAkSkMM55Q7yuG7cpowrZuCxpPwqOA/aLv
hspjRshNcSZ+uNUu3NouHW+qvDvvugmQkDcJtL6prvDx9/gUQ+hpqc2C/5wEyJSj5svs0wOto/ZU
j/LFFl6z7RPMOPnYx9fMzWkTytWpaTlCknm4Rh1aIGh4970dyB1UFIv8d9O/qibaNvXUg+1Ndn6g
Wa9kD2Skp1NkkpNDqKPH9lYvUNT6qu1wbSlWi81j08p/o1N2dNWw1+35VEUmnXC52PdqwSiq6JtY
y+XMK0WvzLrPW9ZsFmmFF6cH88WPQ3LxDnbwq6d5IwuDhV8Zhob5rqRAodUtUZL7NcmfZwtzEu71
eAODFOXH0iA59NLmDwveRlGVX2IGDGBLxFTZqA+BuBbEzd0Ut0Ave8BipYjrazZjgGuW/igaDufM
MPVn7u847mGWaFG9QOcKjYUjWYDD3XrUOkyug3Rd0bSVtf7FQWfAZZlyS+mO+aohCLnruOXbyide
bmZTyOu0KnbeMAV8wv1JXMqjE3o7myLmuytgA2zGIAsjPObsfd11Lk+u++ZMIw3mXJM4DcRdMKy/
8KVRejFBR+rlAHNqiX65BHPiloJvlJgdLly2Bhn+xoYspBPW4uK0ZMlIfv2u+/H34kzkzThbwEMV
DxVuqU2wABQJBPwfa4uXQC64KMKhf1yT4tLV0AtwK+KgSjGTivFTVrW6TyLkHXbu3e1AzDUIJxyj
brrczW5yzAFAe2l6dSqoDYPDYyaLHyujsB7UTIUhONSF/wkcAw352OjpTvZ8hbL6y8cKzHeuB37G
tFbnippOnzxdmHr/gmYJvmYcXhu3i85xT0+NO5pfBLdbUo3RVyrLfeqgSk+6JcQVX4ZwdB7nWLLZ
8Er1EnlHm2HeI8KZzeMH3w4OQhEvD3Pid7uhsu2xrsZzMkbFMRrtsXDpTIrL/oGo3xPX8l0rVf5O
zcF7klHBM6oIbB+67a4yQfKZu/ayEiTYeKL4LK0DwhP7QIgv0yy9AY6tzV2tlT2MqvdZ2IgI3Ncc
PgVTKAFpecc0rG7rXKhxIR4qu/h4cWs2qG5eE/SapvBY5lDXaLUswwYQWlSAcktu8S8kWV+sNtwW
K90OXT2yeEtYn9Yl2v4IREZAPSkFTpLIrSj7K1CTR1LEqVKfDfAA8ifNS2Bhggzok7EPjmtcuj+1
6r90Ztk7wGs3JTituazXQ1kMD22C6OATGXECUIE1gOYpL49VQqK+i7x/U03JSbeUBKaXEr4wIdeU
5r8qBgw05VjM8tp77ntyZS2z+m1J9K5AyXvFBG9q7JMrzR7+azxQJ4GBXGzLgRxkNxh6+jhtt/Gt
u2Zu/ZfC7dv73LKkK6apwlMUt6d1dtVHH4AcKku9j9UCo9JOEDeSky8HDNn+sldGZ1s1VkCTwRFi
x9vH+CxupNTsscY22GFYb1Vm7uIQD5U7dhuaWtZT58mj7wCLpfsRP3qMZENSsrEl40DPdrw2IRnz
Ah7+gLhbdJZ7PNCkcHI/VUQsy/OpG+iw7i6Bd5hjnkx+qh7CECK55oLJCHd1MmokuoLraRCC/3Hp
w9nhMlJsgYChc1ZvR9q7Tu3qcGHCoxtTJCXKBhiogu7l9Q1QbszBKc72MiQI2GEGTMFFaC6F+yTL
z2zSqFYaOY1xXHLDpIOL3fnrwBKEgC/gV8978AvEftbFGVEcbFJF7X52iEvsALH0Dp7bnGwAXLlg
HrkWMVMTeHABIIC82AmxvjgnlmHBEq3cqMS85eh3BLfkl2HaP4+OiTbSlC9N6e9RYcJLAZuBOHUy
yRsQFh2lzEnzumm2a5vR+yyKfsBGNHzwnTl5gEiMbFj5Dbb6W7kROJ1SJKcorMCCLCSzSuH/0Qnk
P8SJZ8xl2TasbbIfmbAIjtG+JDl8E27yzisDqaW/mkTsiqUqrONjW5T/OkezsAPuwKndXifCWpj7
iAcDVMgVEGLGnmbLNROfo2xQ82YCpKyCzk4pYWRpakjKDPuT/oKTmV7yiKqVmfvCIeCy+p9N4vCg
TewdWlh3+cZXsTnFPkzajXLXLxacYObLOT+KIpguYnKXexRByVDMx2pNW+8dWs83YNoRbBu2YIhz
CRMkvU3V4JK3A2g6vbo0IFDtkLWwrczwO+olV3p6+rwvlIlkE4mcFGxYqyfhpTNAdCS4TJxZVb0m
yXIvxOLs8bn3r1JAfsOSGv1AaAZa1EXtvVNn9EsVFIbWc4GlTxX9BvP/eooWbwWa3vt/p0rmRIKy
YSSgiV/DeP/oOfv21g6/vCouY1Pv8rzHzdjRFagatY+6MTnKLAAYEf0LLE+NMgyeQGh8ToWLt7SX
4Snqug+22ekhbvFg4QsD9qgnLOCh/6ccQRMU83plSDxi3dqDvtYUILI2z+v40jrYa8cok9hmWNP5
iWu2RjzA2+e4kcHfckDBRLw+zaEYzm7qhE+OZqHePJksKK8OFOv9lDTVc1UTu/RLPv/R8pKK4E3z
dl+jzOVv9ZW6/2ViAuKrf3AAeE+NxrvT18vHWo1/hrR6GYvgweuLls+6R39fgusxi+FxVGqAV59Q
39yHUIPzpQCDRWvWjGoYIfYyxTyRI1ofi9ase28qyktUZMGpSpjtVdJB4Uql+6AttEjb/8szGLle
e5WrAFdRqhtA4QY87B8LvdpdOJCz4v8BTrtB+bU6t7+CPHXwKDrmjXsjfRqdyLZcZPU/kej8Le8K
7yUyrf0hv42WnqX2wVcumANS3w34mNy/L3P62vZtDIB96YHQMWepX+Wi+yPQmOBbRAYudDAnm7Ji
fDHKeVboXedV1NQcNtmhQNzUgfoXK6C5YYgSGfEroETpo3QdcawNvgykw98hxA/N9nWHKMSzbkCh
lBUIKpPpCHpBRXFSkR6Xkp2mx9WE1Poiti1M1mmpm1OqfXNfV+qsDdQIvnWa0EahDqGN1Q6X3Q6L
d0rMTd9izOP3FBIrbQG70wLJjhQZHy3yfRV0aU2QUEkrjNa9rsZ7IF97Xmo7HpUj8ckU0LHImmOA
p06nBrxWJBAaoqEcryrTV0zMhxROZRbYZU/v7O+WiAjBYSeGMpbX2V0Y272yQfiZ2uo1CjN5DnWN
ZyjFbGXl8keWfA/Jb96YE8Mrmvwh6QMe1li+C/4odTiAOpw6fIANwsXgXGlofAsRv3PsNFfRKpC6
sf+fzch6R6X3CdqYGjTzwBV1xbAw/B1kBgSZk3KiPaDWCAHtSpHnnGDU8pa99diH1Alo464j6cIV
FL9SC3+yrbFxdxr/UL/CF5ElGTu3nUcQyukh0gh4mNa7qSW5EetXFSOgSD8+6RRGfLeC8I3lxY2Y
YuxKDjEvnWg7OG7+Gfn4WYydac5KehofqCqsoZtPwdO8ABDAAJLeBVPG5dJds2uluWnWXYAVLV+e
xySwP2OLwbunWA8Qf+a9Zi1rJJKi3BHiQi/iYAl0gryHyu9Zmb9mmcJhkuMO2KNemfu599WbnPRE
1eBQDtAbSezWMilfwJjF+3ot7Y1T2x0t9ZLntAntqe5gPmvjpTkOHKu/xxIPxRD6R1fV/zUOoJHd
WNwIel5isS9N5lUNpJYLLx5gD08MKUFz8Muy2xc6IrS21J9BZJ6m27qg0Yt3lZ4ZXvsEm1dQMvTy
HSakQJhAzm6dsp+12SXC3G808QflRuu5njt1dBZyciz6oBRDfKIe2xMf+XIjE3Sdc9Sxa37CipmG
YiOyCHPwVQQ8VfuG95shgJurV/o3rgHjZh+zAlJNhg9EtF9zXhwzJNs2xZjX1ZqOsgHPgBUeV3ZN
OnAkf6s9nQNdcoo7Oc/0mIYgJp1Vph9Lv3yS62AsaeLuZJnEdlHAlzvTzteseNJI5b91y3SZ/BqL
7oAwswxkV5e8u/or30zXi+/cBEWnnbF25QP8fy6pDouuWLyPHGrpwCpbFC2x0eLHxOQ/+oI63A5w
xNmlwW6nElQSUmbvrlbhjs91A+AsglKfRcvZ9bKrHXkQQMhhY6d8HFJezH1+qrKjl5OlT5eQgIvX
/RrLwhyWssKAUWp3k3h9cFyJSfk3JkcFMrYNQTfoOHvAdgK2Vcg/c0PRact+mdArg1SV1HfOSGhI
aE1ZbCSurPC+WZg+5874Vzf1wa2Lt0RVBBBZXhEocLxtFEvgpavwn90Zc5obZR8Y9Hnc28beVDC5
WRyfys+5dH6gz1Ygd6P3JAHe20kI8p2bHArCRoGETrN4GR2u5bJbwvoim1uKUgAO8Iri1TP+o+zm
q2hKQlejx7YDbUd5kXtRcfrRj+iUs+BaHBT3eUXLTwGKW6j0KUliGJfzSzUvZ578D5qClXkkFE5F
pPLD0xjfeKD4SpPUx05bs/GybzmUw3KTxCA8Pd99SXrk/giCqhuTAtgYHhR8xQnMjEQpbTEX91lf
UGURYt9kJJ6rg2hE8ZtkMQHvsSQuQEz3MAYjM9kkmSxiEqXN+uKNhfNf3tBDsULghVBX3rECSwg5
Oh8e+uhf1fHcmTSguIk/AciR6rYgKKmQIYLYnrkGertiZC+2mkOMx570TPOhK0M9ddv+DcuJl5ff
4MxOUxyaNjy0k9O+ieGG8q5SFs/wd/fgFniK+MEEm4lYXi/I78lkflPUNXMvGswnP2J37oLwFxov
r66l10wmxNtY7uElSrL44A9p+bdd7EuLCLGtyUjQO+scbu/Ijgw2kQEfQWFazZtVCFXuwHWg1glJ
Pw2wUxikTSV4j8qlhS6F7b0yy4sfsCVC2WPf6mXHuh1+UGLKvdfcQGLRZGBngOyI6Jfar7Y2Xz3H
4YbT5i0awnM8Yi9N1HNjFkVSMumffRZwG3Y4n3KZocuh1RihnV1JVelxmF27A2YhX7QUEK8IqXKb
EcfQ5rSYFVfN5xfHkvOi89K/JONaPgOhuGOtDBQN06VdWzyARBWzW41SdXOXjsJB8wImX3rmbjDT
PuJrTXqhTP4oC7sB0ig6X4DYigHvPnbt8GhvBYlrO+AyVX/0muPspFy108lhzXl++tmdbXC6KSm+
0I/f22D+xxEP7D7L+4euxb/FTtaqkBKyJL5ZAtT83PpNthEFsB9AJ2zhmIEAYKKj7NmXzaeItrOT
gxYssuHWDrLYp152kISriRialdwk7ESmV3VncrbAaO6iMjIshEms6gwUm4f3bhdx2G+KHLGpzu/L
FH9mAp8gcsZ1Z7z+y+lb2sui+cxIC4KN7cAdP6F5yLk9RyNq9eDnt6sQrl9+wIKbSvfSTOu0mW3r
MKH39t3JFWUXFAoUJq8vHZvXBwbFEXm5fi8tMiIBebPLsjl5Gwc+Nk7tUIc5DYdxTU/CZF+rbYon
9pLHHK9un4WG7fl6WWr/vzKZntj5/8uYcmeBEa2lwK9nQ8MaFRkjRn7+1+be8zhQToqkmbkQlKMp
P/SyCDbB+C/UCQAEh/eV+/q4C0b3ZQr9x261LizbSdCp5QGYqpnFDBQQdxzyS+j2DUWWDoSTPmh/
4Bk9S395IfGxjWO77DDQMbEvk8LcHt3IqW54jS3k+qUgMrOS1eHL26b7rh/uh0SFx6jG9SuswwmB
LReLK5v0wt0mebc+1i1vOw9Vur2tu52S31PSqfu2v+XfOkvFBg73BO08Zg59pS9NPRWlE+z7nAuM
lKWmLVNc3FDdhC5uMlV7U738nNoZ/crq/YGw6X7uEMmZoygKozZO1113VPl4h7+MLoQZ5a7mZKKD
IKHL2SN/6I1ugfus7wleVzM8zODJoYzkkulsJS6DAkK96l4wF/v40fb4Suh59G7VqVkSHzBEdLtp
gAUcwIXLYPpRH7XpouVvG1R/g4HmhMYHruk3hLdUcVQdGbsm6U+pmbaW9o/Sd/+hq4HI6aF6c/kT
f1Pt/M4ZgzYkJ0NKowmvjLmnCYYxMdTiaBvn2YkInAZVf4YDtBAGNzRrqOQ8V49VkpwC3d2nMSHh
CI19mlxv4xSgsKQnCC6S59hNnrgOa9M+cooXbNtcEkuRye8jxD+K8QrhHrOFgpRu+NVWfnGnEXH4
GM7Bu+IGT/CjIsaJgbnpV2pkevYQ09Tfc72AtRq8FoKFGm/rq4lTimpevbYEmFvBqy6n6aX0gEWz
TBP7YaHiOh2oXaVVm57k9ki9FyOVrvL/5LTQ5q3MvO8zPmi+508nLxOcchjEP/TcNOhiNuxf6dTS
b6xQ71WlH/1JJH+5XpJxX72rnqyQD6QuRka5qKz+E3507hid5ts2c+mK+7aIqWRTXbxn0sQCmkcr
h9RMP+YqluGY31YFvWycF1P0T8nofocNrKi5ovYvrc2JTUG3MX34qvLhgjy5cnziEcomDlRYNP+B
4HxIbi063n3auruQTfx5JhPCI7RlAcTiH65oPv9R5Q2EPq+//LVdjtMgXxBnOQsodQqFQQsr+xc8
bHQ8SPmUUTYQ1GilNiDNO6XuvlbBKavfRaV2KGMvnInOduwXswWb+9b6fHfmCqd/7Rmz99PpR6TA
P3Z5UH9EMSnqBZ63IevoTqC3Rl8+c+2jDsybWfHiuuid6qmuIr1TjnnF3tODPSGokcvDbOiGUB6Y
I+qVFu5AXH39bddQ4LhWOVuPYv1OGdvuCoy9E3lfzsFIUfplWZ646mEZa+foONJ5wO4FhUzQZDxn
J4j4qIZOhxkBsQyzhTbpuR4cEhk54VXXDMduDvnnJdkYkWe43hiiNpJTTkZU+KXjJ22rIEnwYuGb
Sd90x/5xCWOwRJVYnsUY10chYTCP2RDdleu8Hbww+3BJQBBjLvCz0SLWJeTKhjvT+c8TG18s5oKC
H+Q9fMUm3S4a7OngSWJk2YNK/cdao2uXpgKJCO3HFLtwpGfB4ujbUNd88iyk9FRRb2UGqCcrDHza
fFeUBCeAsgam5DXHqbibp+yuLKiMM4ncIjHSrBB6V273QIu7GEdbpzhvNDmTYvHugzb4J4lYbNyZ
CaVp2YkAg8h1h9kuo8H9HPgRLQuJ7seDsbo8dgyJ0LQT6x8G6tlP2TB75zZn0GH9hE1+Yagvdp5s
6qepAn2R9pX/zgL2UtT+IQZnOFJgxCMT4l8CTWmg67DTBVkmvCQd3L9s5Ou/OO6Ruwg/bngrz3bV
bz/S/mtUyF9GrfYpcmdADDJMx33dDeS3psKLjiID39uDmwBruHiknmhyfAYB8Eg9LzTi0J921Rz6
T7lVy9cQc38fVe5eUkd+oNiqHSMqPj8nEZdAkPhsYhKBhhJ73G/Vbo7z/8g1kQIyO9v+4jeLNZwZ
JWppO7ZG8hLY0Ar9XvFosxBIXIpGWQFHJybN+7W/rQRoCYCTUGSQUPOxRR+186PKm5dlnEkAaxdB
Q3JdggvWAe7OmgjDAVVxbvU75rnk0vDTrLSLLXUNNGyab8UWxbemriXuWSuL2uAxBATuTd9RCOKS
EQmjHlTs5xS6aldVwZ0csvWUwZzalL25ptQj0PkHRPxQBuMN2XKZQSlIekd3WHyKF9H54J96e3Xm
irTc7SXXy0+2NviAaEcZuJ+uHRHKXtunPCefWaWGznBSmE75rWz3WcS0JxkiwCSQFDdX6fm/84yg
n8LQtYKKYuTzbHZoeBtYP7Tc8zwUwAwOneMC/alD0tw1VfFtwDFWBDXbWXyn0rEvQ4/Zsw8fMNl9
yTBEx8ZJM6ia1Fy7t2v3QjN1ehfmZELCNbiLFO+HXfLgMpD8Wrv+Eb8aeP2b1CpVilqZRU9hj1nV
6EruWxdKT+ITa8hcmq5JNQVExFL9sbSW7nebkY+SefthXfprcTxRC+8lFxFNsA2hI8IMt1HwrKZq
3VZ9S9NvlLKbqklbdSONCqUhAGKJ+E0rYmLSD8OmKVsGzoTLa0SIyamKEwsGzPtDx4W775Jr4kka
ytwRQHnSCsQ6QiU/bV3Cah8K0ImYFN5WXOlYaoYuO4/9jfeUzTY9i6EPPkN/xkmxQIwABUPHl/nf
NqKJKETeUlfDL02nlfxdefhVZr0SLCu7+AGuSuYchUdHdS+dj7ARyfOSJ+21GpEU4S9wtZ4DoLd+
508PLZHd+0LHzlNm/PF3UyXRI4Hs7Cc3lUo362zre8QG95CvKSuLpQfSu1F1x+vqS3lm+Zjv8RwH
l1HkxPbaOQ/fRkOHvWdmOOA3EHyyQA6SUbOyJFni4+JG9U8Yr5Y4TYKK0/tje6TCNOVampX2qIWx
Dzpo5qPLx+7gBSJ+bFQbwJe57W1dq+DJUdsgkyH6hjR9T3jQfCPa1lvQCIeG9ZB06ZGaPYKkPYiA
uFL3E967L9db3KfVTPoweQHEHWEYa5qCK5Mjt/hvyXzX9XpcFlx1Ub9EL0GqvR/sgi5p6q6i4idf
GPbGYxoDY1q43N7nTfyZRdMHjgGfNWp+gBzdH/rQhH9U2J0T9+pm83UJc/YZiVd9VdHCFJE8RbN8
bZ3500jf38xReUunMPRnobotWOMXvKbLvuIvAOumcf+1hS0eW7hd9dbM+T293PXD4qbUwAJa2bIG
SXq66TSDtfs+Kmilu3F2AIj1giJ3NY5buG8j9KweEy0Jw+7UQ+YOZcxNpMEGXXnLxaX7lAbSMXui
wnoXdTy6bkgyAYeOr9XIzhfv1k/ok8Pl7o8/xsdowIOAAP7QfAmf66yZSS42dpxgCVfBc7qgN4hh
hUFDRF6LwqDOOTcPcBifkevTPVYHj9E/Tby3smtwvw6KF815zDbAJ1nGNi4Vf8t+nB6Xkbq+Exll
VO52qBBu/n+sjnZjU4a/TTQbXCGK3UEUfhuZbBMZyVN6k1rK1eCgTUBssFzjPuymzZ2dWIQlUODv
5VTaO6xpztnUS/rZg0WkaaBnTQ01944mBPmMDXSlvhB4CrkgvuFsA9qbZrxs1pGJGd4nCSHQpljE
p4EyrRjS5zcUELnXTm8uiaXsTfn0gTVtEF48RZtSOi7u57pGPzyWvpIgO/fCRveoDzzm+8CJ/1tE
kV6GhrSiQaABbVTF7Dcbce/MRXTVpr91uiSAeoPMQWkIvXeH5EpO2Xxv7g3lHD/VsownL4H7yn0g
nngqD5di1Zw2rVNRKBkk9DvluYa5UtavUaz1r9nvI2DSSoMXQdxErwcsk5tdofLkbfZjexJ6ECfk
qmqXFNNL29jhmcCEd+n54p9nb8EQzbEM2dgO95kIMRtFESW7xLnma+22zk854tUaal38IdjjnoSv
LDs9FyqIm0yi3iw2n1/a0u93FtAFNUzjnD+WYesfpANzrq0hesLs4TGGXYSLVvPoCX7zk7r6DM8U
cJrkw+AcZgpMBGhmBBoZ5+p5UJQQTjF+lzDpvdfFk/TdTXJiRcX9hv5ecrYtwslJN8uKL8xYGpWC
4r9GkWcTXotbrrbqHFVh84n/DlzrNGS8ZooCHUFrg+rV1fW84eI5QfkeNhpsZ1o4gkGsfMSY5d5m
v6Vj15kUFA4Xk/2T6Fa9gbGbr123wOvprpjW+H17rrPN1wCSXibM76Ibun+umjzsdlEjT0Hv62uA
eQehwS0p+BnTli5VJ6OmyyNMDjX4Xxkt+iEnarRHxJ331YBhLpJx9eKHATnqRmISmU31TFMIV8mp
ltWp0h73/cLW+bNvOYoAmrCHr2iK5vsFVyp1IY2vaF4LsZFzoKeAlnH6kPBVgPm+dlnx25mS5dpm
CbYwNJLNEA/i7JbDehBTQHBzBsTuR6G+pHZwGAjLEkwG1WxFM1a73knmZyVy8+H0QpKZWOoLN7v4
TxTbwWVPRGRt0wzSe8clUKE6yjB6LKGXlsn4GVYUUJe4bXdNXMLZ7NLsVGovfQEFvA5Hx/Xrx3LN
zFVWy/o1Sc3Kl16f37T33ljrQfYQ1/goQOtTkjpi8xniyj2AZJIPqutipDBaCIwbo/8BRL2X3CtA
M9JcKaouxylXl09B2kRYkFR5os4kQUTAn53nzny0haxA7rVsENaO2rZmFPTBTdne9jnV1WOwnXk8
kHejiGH0Uj5Xs6EIe07rO69hx7bJ6rB47IWyX3AqUQWXHpzgME7ZHxzb+asEtvFub2zlru+z70JE
0b+6aczzHFAgNUZzfyuUiZsTGwXyF3zasxPa/20YStPmeeAlC3qHVfMjVyM+HBZ0+9K5uQmzoX5w
yvGjylxaH+om+a/Sc7e9XWj2+dCnxS6nP+A+8OielvhwfphM1OMSdPBs5MA/c+GfWoezPvMc/22N
DNihahAhCOo5pihmJIxC64VV6VUQ3Th1fmB3RWCmf23ohYfF7ThNOjQ6jkBeQlIWiuC+EI/azPGu
hQC2y/0GgdTDuNdgun3k8lqKk4MKRYLH18kLkQOzGyWRimrKEuS1hVFOdCiKpuxadWfiifM6HAOP
6383/Uzkam5kGE40FbLzNKjg55VajF1WYM+bC2fYskmA3NJG0V3cqIlWi/+F4ld9H5q8wvmqI8Oy
bgr3jlXurxwC6J6tGau38TkYCoR8rrAOn55dIebnPn31lqB4jOpqfVviaLwfS9uU2ykiDVrpVj4v
TYhv07TepWLTsJ8UbrzQQZsHDe8cusKOF8/Y8qkVYAeznMHOuCkcmbztCbUPatp4c1RcZIQ0zzrZ
2WGGK3ZAfu2n8OcYZA/5L5Z7OJ5oGPkJqjh9XpZEfs8KJ/g2AWADtQUhZZTuTxVZH8FOpmB6hm4g
XdH+W6ymMWykiR22TpN1376JnV3EenYXxtQSkwKhLFf07dMS6f4Pl3+cMtgJC+WfXfENuwc0Ip6o
Za6rf97USdInZrkufUygvouz/jnBGnj7TIFY9hrC4VX+NIrCoscG6jUrciyHbIfdd4rgR341k5O9
sdXDW6tcuV9IAcGSziN3w/NS/JWBPzK7e9H6ShNNua0XOf+oAFOCl1TuH7Tf8oXVD8Lw2t1qszrn
U2gOWxLlJeaSxuA0HZk10yB+qGXBOsBfhr+u9f33QlpNH3VDx5TUDBVxt14i3AUndxzZoHUDTh6X
pc4tSAN/rC8EgkrV1c8OP+Edvgx4lLUzPXlOur4UDq12Opj/x502nAODVDsf+NSuSGH4EzViEpL5
vLc41mIWbxMfXDOHPFYc8Dtu9TzPwc4J3P5lEQzB2IQqfmSsdUACbyGsEK/4xRa069omUU8519/N
MNFHsqMjAFWUTwj828rXFH2iiW46goHPqcPiDAS0fnf8KX4PxVQfzQqDs4lKmHbLrJqVGvr5hJN9
vAvV0H7rkNGTdJ/kzjjqY+uvNY8F2gUGqeMfJ2cKzvvl6HSlt6ehAQosDLwL8x32fmckCRQ7yELc
Ev6Pu/NYrtxos+0LCQokXALT4y3doZ8gWEUWbMKbBJ6+15F0o6t041eHht2hiSKqRB2SQOZn9l47
fjAzlwxJxUAmluS/2AEYlUL54N6sIDrRjJQPIp8Vo89rKEmiiSY3fB3cR8AV78smIZZGIs+L8jJ/
MLv63W+R2k4zZZ2MAL/x8gfLMiQUJZi65JTOQl5K57rabMzrIr+trqELaODppWBT2zAqX6PWO4ix
bM70KSn8FcN7G8gDWA1Zl3wh8NIOirCoI9xPTpe0EQZKYgyHV/tYHN+lBZonhALGKc/DnEG53abg
nbryphwQsyzcYFaIDchHGhYt4zAq5tZ6czoSn+Iw5SeQyOibMWnGdR1tVJwTIOT7iIwcXjUAWRYj
TUa9Y/Rq1yii3AIyjF/6zT4Ja5NXTpIm6ObEse0Cg2m8pt1bjErRIXmxd1uXIl/5YU4mUzVdIZSx
byJpw59XYiN5GmddvRvM8R5kEDdHr0UMrDJ3Qs1qQfXrCsourWv/UVSMmYxEsC7gTzEKBEF+C98c
1kDRsETxGVw/5uxxNAsaIYdDPyryh8TY2asW5OA6nRwEe3UUFVsb/HC+RLDAkiUdRf6Es+5NzjTM
+Phd/YYslrFOSZzAeXZZwC4LC1p4Vk5iRzYYLMnSi90TD3vw7La6h/tWCb55ek1g2Yo+xO8wukZe
CvPHDHt/3VmNcxgGr30K+daPGGL6BQ7U7pVhcoa6q7+GVqDRXBW1ZvyKX+ViJ5lY+D4iXd03mmGB
JHJ0VBBRulvLNcJjPyb2Wvuk3ktpqheStcJlDPlwGUsGhW1qydUY0XbSrGbI2Irqo0/rvlx2E6iZ
OrLI2zbddi10km7KAnVWxtznMXeJiu5dd16F2OYABIfureiMZF8gGj5OCV96iidr08+osaGkhSAM
Y3rDGRErZrjE0I8RhfSxEgZ4jda2npygcjBQGOou8uvw1FdBeQElrD7LATcSqYlDcnZcwaq3RUEE
NB3wLisobMXxHJnvNhKlW9WEExIPbgzPdCEoCwc8dJ6Y72k7DifHUVyCU2/e+pEL1akx1K0ddMVd
3ej0xU4JD2wR15yCQiW3RA9nB9b3V1xokxsLm46Nu4OteuSbwPUsy18DFQWqN0pIz5MVPZLrNL1U
FRPsCVLuaYiqaZPWnv+ZJ2765qA5/hoLf4AB3iRLUlQLGiiHDMUcz9Eij5R3A9JNvnsNsaHayTLM
MVMSwMlIy3jnpzJ+SiI1G0xqmQsbIwrdyW1JMrFce89EmGSdIM3vI9vX26pJk9fZyyAMl3L+FtU2
EODM6Y6pMcpdW1zFVs4cTYyWgQ/1BoNEM+GDG66RflfIVR9dP+9PQyWaw1Ta1SEpQCqS0BreGRry
yyzJiMLHoZHKF1ccz9R9jbFOj6PTp99JI4zWOmsQATmuGyyDuU8401sAm+vZTmm4ezR531Rju/wN
S+ALCJgYVtxpHwIW4WeTZA8UgHrXjm63UKwkviNKb48ZFFWysqXXIu3jPeWW9cHhdsEQf/jkU2zj
gIMsaP1yw4iuO/iMk5Ycp2yoQwwFLbaXZdEha8w8be9HXCrvlPLxV4Cq8clC/RpvDRW4B9OPuKCC
mk3D1ZMEZnZSf/Be2d/jVg92ttTOapL8H22CSlgMjnpLk16etYXZRmP8pmnFlL4NPVnSDrl7Y8oa
i9tq7sCSj/Ii6pQdHlazyB7FRwvc7rkSXrfTvbCXkZfEjyIpaf81UVFOmF2N0mWM4qyKBn6gvaPv
rlJvXvgBNhDlEIzzxCUuqeDp3Y56IqtThgcOeuBX7DBvE8SPPwy/ZkrSiRgQtjFiNKrrhGdbEJ44
QQUf4s/ELRxS7wZ/A1A9ZB8TFDuRRhBUeIUotgNPHwg6YMEe9yrbN9cei8HKdHCbevgeBlb4FMVQ
LJjSsrHT0q8/G2eWGzdGoWbphh+GOYmHOdfMSqzrPLjRze1v5cB+darnYNvZKr0d5WCPcP/NeVUz
TX2UPekdhC7pHbNzyP7CVkvJQcZ8BZSGHYYxaSdmEgBaNgZFTplp8B0iS0H/V4f1gQvIuiemgT9z
ReI8eXWfv1K/+MvaBGf5GzvroCnNONr1YdDsVGV3P9IZ9Q26Zg5KVToI6SoDqYkYCX03BUKtHiht
XxOYwlTF2BaYfvek2jK7bq2S2db81bDev/GCArnmqEbWOX3hUQ36wmat6qj8sWcPSpgM2whcggUb
YtU5FYtf1j7WIqQaOpluDwIaZ/6pGa99dJaNhzyail0KUptW+xpx7UudvMyyYnfJU8jGirLonkri
7HcJVOMg0xuVg6yaDCN+TIi28QnXYdOubeSMqV33J1UjtvcRka2GghekJV3uorTx6uVUkl2TWwcZ
mPGhTJr2Sc+xxrGhABhgFToUjVOupNldg9an+P43uxvoyR2Z7FrAu0u7BnlTudLf4NZPFkmFxjcV
T9xPbOO7q82hCxNEXI1L8m1n1N33KArBbQtS1xZ2peYJ6gNPmJRW887pUKxpXeYNzBJ71U/Kqha/
OW7iY1S0A2wxfbXh7hL3NhvLk+XG/jk2wuEF1X/1FCGUWf2WIL7RpTl625Tqh/hcPOZ5S2P8W9fG
nh/bebzTSPLu0hD9seGRLSOcdNyCt4dvh7No8e9dy/8Rk/ILWuW2+ipIWv366s4f1f8K9zIInv/s
Xj59lO3P/BVh89f/9C0LU/4ObtT1TOGbngcB5f/5loVp/m7CWHEc7IrBr0AV63cIofgKTazLljAD
zM5c1legirB/DwSpH4HNZeAKkCz/xrfM1/nJtGxYwpHXf/6gcv6EU6mwlgWOp4K9g1DcWbXm5qdv
/y9wy8+gFuGZVxjT/8fJ4kv/zQedEYA5Nr2R7yt9ZTxaveKC9R1soAWZO40dWw8l674bpCTBGfup
deySwvqkuUminUrmJKc/l7JjvWFirbMrAd9wbuxpI2VZbOiLsAmywXWI1wjzL0qe6a5FXQbIfvLj
ly4k8cckv/p27roKGG80kic3szcbveYtrZPyuRZxfOHu6L5mRUjpWEnWLIST8j4bXXDxu3l6aE01
vnY+K8jJQbXjz334Vo9Dz96GgQNI1Ih4Gi2T7EdrzDVmUYPEwFbYF/faqQcqF6syYXCBXhJeQRIk
JsPtFiPCzqqH4jCr1Jp4YWGyqpFAxIUz6HzNHRCixnebjBgrmb90Juxpk7Gvt5qyq8hajO5dJ2fy
QlCGrwN0AZsS8HVNzLxI1oBg1K0lQ71gFDd96lllqz7UyXEqOshhQYnhrJ1JubV8ZNS10dZ3+OoF
VOXGOSsLyG0wF9jtcm1HX1HbjB9ONCtwwAy0qA4lfFGP4QoayDS84cxGDKgGj5kDjFHux/Dc1kyo
nETat16NynVpeZP+Plpj9NYnjn4d2BDecQXhEUSI+NCqnhFA0LlvSZVYF5nGQb+sLdffEagCQ3rG
sI0Qi3XzXEvo24Y5ofQyMnamBTyaSvhqzwdyF4hGBB73ojvoMZS7JLcVaWuia39YxlTFjPxa8SgR
Dj+ZgiXTwsIjHy/4DUaXvnfDbWhl3m7ImC7kJjtYUw7ZsFG8II82lxxxnmqw7/Dg92cS6a7lop2W
MNuS9pIl0liU2k92fAswmu3MPPV9G8P4ZuBM6laVjDddzHzNTTFXLidifeixoVX8QJHQbfxSmFuH
NX/BRtfPkLbH3PF+N943vtcgn4eSHeGTWHij35p4P/LwaS5JCcFDNJ0RWhY7L9TOc1JP0V3ZW8l7
Kub47NJP3looGFpkzW220zmWonAa/RnqyxQ+eZ72v41ti14Y6Eu7wh1ZndElxD8ITUHN3KTsioC+
oTO22cbeTb029lOHMCmEqbKaEkGrxQLvU7VOfN83hBdXsUq2eH6C6wS7/tbK2DmmeC2WMy/Eomny
+n4I+ODKQLFQOhkxvFZg0A6AIWg25OUKmtaJrFib7+/Td5p2r4xk1CgtGDcsGot8tQqva8s+uCYp
14BrkGBmStGQ2AVTtB5gPQOJZHyfgJG9IssOT9UV0+3UonxKTOIuZUiLBHfH4JFV7QvgXOcpID/w
Jk3m/mNw7UzshoncW4+fzGGgD8MtYQFKtQb7w0ZiYiySKSn2HbqLNSeafSjtOEByZZqXqGIlKgst
bp1J2fWxynvK197v6oer1H8DQ8A4937EIHkw1RCgUhwCaLIprOAlV751R/6nPPIowPKpeL+8ydb3
llnHMFWzwH4TSlrov/3C4v8wKIiMLmFWfEVeqSAw3rzJ0E/IGfutZgb12FcEMdhVPCyzIWdW2fez
XodYmrZOMiHISUzcLK1hwl7L7FfSKybQD5nYJo0GIDE0jbvvWznjPKS44ltvj45WFL6IYEErEpos
U5gUAujsa1DTJIi5EhuwoBhuh9kYj1NTJhyNqJEewNexjtTdyCknhXnBdGk+0lPaBMpqFK787hHW
llLLfR5L0hNYmOi7dBAVE92GTxMBDf+KJyP9gW1B42bFjbk2mF3S9WkttuwJGJegAWW/NfvNg8+E
eYW4KtoOUdrepsJo77NADvuux41e9HPxyW8judVqcM8D7oGNZwzDS5+jZJ1m+tx7xMyI9GdsXhXb
F4sAMSaHnUCq2oYh2ivXaWBL4jzMo6rEN+WW6YcrrOGaPcvYfNRGf5swJpQLReELK8P2pi8jKb0t
WUBTtcXJRAaqBkB1Pwe62dfacS/Izobd4Bj+qYEWdmfWjvXi4KfFU6NV/jRm5nCanZIHHDHEJuoM
4q+ZgN+a2tTTYhyimb1hPd13dt4udJg0G361C4ZX2QPFxztWPRuYYzbt6nSmfJ27wf3hGanGfqCz
DQaoAPell7GDTwms4t+Opmc2MfBYjplqaNLvVRWP+y5iqo4GWL3FUx48WaPXHjBkmSzL4mJ+jKnq
78Bbt/sBXP036lJj1ftlcO51kewiGtkC6m80wkga9HgUZeBuHUQVHMBJwMtKknwdaQK/Gz95ERRO
6wE32mV0ZfAttpBGLXic4iflMI3FykBHzGEWnTqcKicTIeMXah0ZLMwonM9Rg66qZ39NWGw4vJXa
BniuVPVmkCKyHn0TBRLyS+NopKmzrWxc3RTvdNjwMyN1wxhqvA3S4qrnGSscGG2p6NRxFjeisNmD
KIxDSYVMsB1scp9SUnnNMT0aQey9iRxcAP5HBHJEUXD5m4CkSCoNxm6t7Vlvg1r595WfJFxiWXZJ
qj7es9+z9rbR5BdYVfbZc0rnYPtCAu6aSFBzuHi2Iog7dsO+B5E5KkTIGCc0ToXy4td2aKYHe5Tz
FQcVQR+LiyI7igKt/GJmBPXgdnZ67wyieORsvhqeyu6anJW0wN5QELCWCiaLCdQAZgAPpXlEsxac
XVPahzYMDII7WfuGhjOtqYdYsIddF5xDpy9QtBnsR7FMheSKuunBRYr+vbHQ8iU4putBYNMqGIeu
AUJ5mHfS4TtmG/sc4t+DzeD673abswYBvGajlBWh3glvaveppb7UlAOmC/t2bWRZvAK06jxgqodH
obOwvJiGHzwUgmWhEfcu+k5Z7xF1qluEyfIwtX6N9tBF/omM1nt3Ir869boTu2pUFWpej+kI/m5i
BVnzbkrfM4+8uDP23jShQpviA64d8aNE+ELSLUg14CUSkIEGUEOkpkQG6rmj+VZoJ30rndLfpGwf
12U0Rec8lyHzfGeCCNfaZy3IFejiAUixEwGBCZzxOoXwUJcs6ibMD7mLEivoe5b/NmUMSuJGPE94
KE92I/RDnY72Pqta5wV3oHWrS4vtfOi6uwA5X7t1oT28BLPTUXIY/bz1xi7YxpwddzoD1cDgCS8Q
+j1kV0VYX9z46l534nTJtUpUMIt4whsKN81XYeUgUNXe8NGNzHRrNdw0lBhbTrAQKVsIpqydbWcT
KkPsOaLDFy3M8bkvEv/RbIPocQzH5ASgq3vP5TWk1SP1CMGEqjdZ5X2F/kBR4pAoCcptrkKmzqGZ
r6okB0pDoSkfktZytwMP6sFPOrLJzQaYyAjiZBFOvUEqHq8DU0v0XUPLBNhG/PEE8Jeg7jZWIzJe
x71P7DD77mZW9GG2ikT4bMbmYETWfG9TDK5HpX0ILUXwg4U244psblsMILlibed6HQp22yA/SJJB
Vy1K+HqHDtkfD0w0R6DiYcNu3EgPz9Ygy2ez7PEKxBaxv7R0QUPHk1bfG8MLz3k9Me5qGq9gERFa
087qYu8O9o86Aa1iYakHxPZl1+Ivg1RZEGlP5nBBgBN5z2qyyb+O6t2VuLfqi9S/YWU7HiPdsboL
2L1sY4KaQuBNqtqEcsDHg9XII/TVH44VSrxjhbI/WmCEJJJmot0JXR19YwLS3DnXNpDNBdlBee9c
cJLjalYj4tjMjktj3Ualuh8R0d9kDL2WWZjyOPlu9DxNEa+qPRbykbqKnRRSzTPKk5ngL5tF7Ign
bl0MlsWjxb271R68WLSdJbJ4m5IYXXXBfj5j4P3piJC5lTHUmN+8IiGLZlanClDh1kAJf0iYaLOJ
CGdisHt7fkTVHu1bWaGLneQf+KjyvlEjWlX8+vimzFGt7LDpUNHVM+vvvq0PNj36zoi75FhioUFX
YpXGDsl2+ZjPxvSV0qZBokjxgxk4S63BsH7IPmm3pWfXr0nlDseyA81QZaH1WQUd76FTuDdjFLO/
4NhEjT7oihQOgNdbs476l9iPNVd1E4EctORd07fV5arpODluR/LXaAMDyZzUueNcjD4tJHzP1kyU
zEpP1iToQnS8qf1B0ifl+Nekr0kuqwuvuy4LApaILgGnLYirRZxZw9FPLfvcp22whfXRLfNUTVBB
5wBLDltnPEsmChjP6OxXIcAjFI5Lwo10SnTTkXQ2TThkbw1mxOeg5ckOUof4U+EgVCw9l30HRZ27
5tbzmXwr+RUxbYbQYYLwL+OCbEQxH5tBmvyWiQQoU2tE/u1n+ePMzL1Z07e6wAiG4AeyPsbfekb/
GRCD8WKNISZHI2hYAE1u8UiKxbjvgzB4CkvWOK2AUris/QT+AlRgxZBiiMOF1+E0t7xRXWO1PHE3
tab8XteEXRWZyKGWUOneWAQ6Av30KnWXt3JP6pGxGmt+ZAuXJ4mCW6vu2Ubj+i3qjbQ5dvhzkuVg
1bTAPvkRVprlx4jZxp0f85AXXYpCHosj6zA+hVrQc00rJsqEqVlZxk6zuyap6JRfSDdHZ8uI4z2t
o3tye1ITeu7yVQZ162buc+8tw0/+Icpcb+oMwaIZNqDrFQiqFVZwqI+tn9+V9WBus9AokCQr+yqB
g5jjF8NrH6EFh606AH3r7J4bfpJLuLDhU1BG9dmbHXnujdK8qbQpNu04y+vejKciawIHiQl5jVNj
yNVcmuIJRkSz1Sr12Kj17cVLDfMUhLF+6ZwyJUk00cF5tJriYEmQlw7RBzlbztxI801JGDVZaG5Z
kSiEtO9LgvV6nzKbHTJSgmjT0DQ9hkHb7k0QMhd/VA59ZsC+xxXDZjbL7Nk2qvlHxU5g20UyvkHg
XS09vO+L0XfV++i4RArU1P7ssit19LjhWanOyZJ6ID9lfpHeqjGGLhuwvjzya5mXWRTID+bsTOL7
asLX3YkINRQfZetos99gibGfmTGhcUmgm1M4P46TMV/8onZ2YdcTNzEU9bng/Lte6v2maagXuX1k
tR+CeVoz0J3X02yjzxZWctMDBCE1r5mib37avEm3dolIbqz+LTbhPyWkrL0ybaBdLbrrs+/rHtuH
LF77NrzgEISYUYvprBLScGPuPKQGc1HibjWg8BqFZIbidRP+yAjlzDcps6fWzMq1YWsRs2jujXvR
ZwYiuLZ6GWzRfqVG4XzG2fVD10PbLGldwo3JXYU7CJOZabKwq6q5w+mMVk8VAYnXbUyOHkcGVcH1
+3aQuhyVx1heUzHspskzzhD3KNhJ/g6vSjYmIlbpvTezCBnia1JOY7olNTSKdAFK90gb5U1Xe/k2
TXuMXjCVb4ag7vXKHk1AX8Q6zJu5rgE3JGq0rSVbr+qudTwHjZwie5PKRBzoxym4SC5Sl87OItKx
SgY8dQcXn+Dfh3yQwaf0BIpuK67ik2fBOLyabZNvTOVsXCpDDsbLq2m/4KPJW1uVFshyrzqDrqnX
ZgUtxgQ75DYoB42hG8COFg3Q+rLV0UYzgiIE3Zysg5gcSqasHFjyoNuqH2xVuWRtDbgnW4o+lx0D
P1ahDZK/6giV4UIRNj1t6HI4Cy3CynChjDLdtanZfGPfgkAbmWfLvqKKsaVHFldzJ7p7jcsjuJ5z
MM6T0vHv6FwJjmzi4rvpmvB0RVM3N6h0vFM3mrZJ6YXmbPLTfkXRlDvLAXXUlVCY9ARqFdCsDrNW
4keVZPmLM3cRq8kImcwCI2/7RTBlxHAhrwhQ0bl/Z/dtIlY67tT8KcN5uhtS6ZUbDgCUxuRh0s8M
ydgAapMez1KauNEDyzJmOBau822L7B2IK3I0lPPVuC+gKcM/bsHRe14HUzdMQY1JQx5dkalDVeOI
5g6FslPVwXBT1aRpoXtFztTNiTtsCu4PC04gW/6EbfUEFaJS9TJyi45Q+tAVbEYLD1EjR8Rd6A7z
Fuy1e2LiINm+2D44jzkb77PBgonvje2nM7fjsbV9gDb4o4HoyM4tNp43jE/aJbCBNtJ5Gg3P+AQW
HW69qmrORBzCv6IA6x6JMCH911HlbSfD8Q2rRxTQ1RkW7mQ131fCGe5dAjUP5kTPSP0OKoA8dHJq
ncIZHuqoREFl1QL+gwTSZXmz2ATVDLoyM4JgnwjX+wDA4hLviT2oXqmijDYMPMi6xq17iau22zQa
sw7pOobxo+aAyzE9AinD/51tAsWbD7za3AEvQTgemXSBFhHex9IsjZtMp9BAUEoAvISMuJwid373
dcx7Jxn2+dxgFKEFtEGLMSzymcmf931thBcI1uVbjx7mixGlfPWcIdp1ObbuuTecs5ml0/sczcT2
eRVoQ3N8dcVsecuBZdypaF3nvbTa6YGVALp82Sv7QMI1QuB56rehXyDSUCF5walNTC+tTYRYBJUB
cJC8Lm/Tzmm+O17GlavxNN52bZCvzJCadIHk0kFHVJYcoZb/7FsYqoJMws0GXLAezMw4xlMC0jC6
Da2e+UiWr4ow3gk2Ex15xEhkk8+09J2NHP3hEnoG2QWxBFxWDiZDrkrijMX8BiESuMULs/PI4eRS
8VWfUiMtw8/nv5aNNf8YRqGfJlX0B0+71dUHWnTbKCh5fF0utYNljn26ZN43f/RQcK9HrIXlCSIK
Tyaq6DNzUvd7wos5LMp+BPURwgVhgR8eU1sG29TTc70VpIiy1ub7gBvYpSVCXra3dHuYgw1TIUuV
s4aPpKbOPxoRZgIMZiMJ54MTvbV9qd6Qas0XizEMKj1BkR8U0TmJg/KgGA1tx84wthWdD15BQU9A
50QzU08ecM9Ys2OfPdk/9oT+bUJteAf80MigZoNpyVD09WEKB/XIzt5aRJE3bGguii1MKFjsZuvd
trXu7id7NpeWSTKiHEiWLRq06R2nzJpw5/Heo1pA2zVDw40ce6MaQe8TDj3+9aK8GZmKvkDO76mH
e6PYZ6lVkWfvxc9FxBAM1ZMkAbkUzcbD9t8u8ql00P4kNSFKLM5Ri1RvQWz7KzcG6GBmBS6+vBCs
2tF41Ct+YGqHV3GgMA+DSwKU7MbMAaSPaOoWHZEJkM6aZhfBmVxzIYCpT4gmzszJfM5dJDSjHwFM
IOuz2DSsTo65JqEoxz+7G+MM72xl63Um/BL1pm3435DKZ0QBeX5bYzNs0m0fsY8qpemfuxgm7coq
uqhf+ZxxH2OcDzDmilS85mLwHwvMyOmhKIlL3F+NS+BScnlV0pu+9zxJOZ5UNgx7EaMSMloHcZzj
tpPz2hbjmEDo00GxERZZX3vGSsPTPBjmOQ0RkoE3QnZfMVqjiKts9lxDCL92TXXvoZzmHf2A99U/
M6lsVkMyhad0yJqXFInouRkclLQgDcK1SaI2c/p5xmkmbb8ViKdStuYdEbHxtWPqghXw/HxntTUl
M9eO0aISnlD59SIk4VN0obHy2m58xLAqbmZkQu+Fg6dmUXcYHtYe6g9I6wluHE7lnqxzb25eGq1w
tPnC4m+0wyScrakZfqwNohAeSwedEerfIPgO5geVUKe9LKZxwXa/y1xwE5xfNrD6gX0fJ0lQemqp
vdYCEsfo674IsNlswETYw46zLNxi3A2iI3+3Gj8mBznpuxtO3bBr2+lqxImhM/CtpXVAEHpCbg3H
du4R5uKp62ntjK76SMbZbm7AFsXxVepj5Q9d3LHnmAtPtlyVApbgmKf6y2gMbCN0cC34M7+hSXMC
NAL7UoFFQ2BuoIMZK/R++y7BtLKsS84X/EFJvMFI0T4onzJ1zZfGXFixD2bK6UdQJOEbAkA22SMt
o8IQW9PkJZmxyXBjw9HF2dDSpYxJ0pxqsj/zHfNC9VCmQQPtCJR9ksCqFllwtTD7Q/lSSD+dj6Pq
qoemytPPGeThFsxWc1cjumGVGaltmtjYlWxJ/41jReqja1hI3nGJzT9UapR6kYXYWXZRH4u31p4C
yBlJSV1mIjdhN+mV8smNCiXXjZ5xWxS8uBxD8xMA4Zz8z7SS9rLFFb/DSFMzouwJ7s4tPTwmKM+X
sdl4e7OYEaG20UAILFbE7xjrqL+x22/9suvPcwGjjHOuf0FI1GxSazaRbbVBemzJwHlRXTLveW+L
G+Sp8a5sMAOwcI0OMbg92iNs4o8V2JYfvanUWzcOABIjD44+NQE70z4LWkReVm2dLa8GvZhfGUQ5
depXxymZo1wN8mM9CcJTBd7aIOBtROc4skNyuwuo7HEpwt5BaEjMwwVBcfLQpc6EhKgsH6xYiyOv
1bCu/FhBXKyhqsKLekSoPFymLvNOLbLrvXZnFnR6sKCskr5qxsQuo751f7jYIG6CqABmwYiP/VsS
sapIZ79+nrwBP1JSZ4fBRHAt9cR8p8saXD5ZMRIYrCBFJkOd7tMpYgsiCu8DTbwEp4R9bKNRndwl
dovjmzfFeIE6AlQV1inuyDhCK2yb7bgZSgciNROd5wjnNkbcyUtvQzb7ZzSg7AdR5MIfcrz6xkRg
ROqk6o012puA8UQdg/bobJedvulrrB9pf5r6IlzKAmuar1q2B34mCEsa+3mJFIGETMbTbxmCKQXl
NB/esXXDw2L94x8EX66Bb9znbPpx+3i3fRdC7gTHJciZEeUKhd38KKN8MNb/Xkjz+D9HEv0vwv9b
/4z/fyyzr/yj/1lD88d/8aeGxuCs+134Ar4/SUIWCisSwf6E//NHaGUs04W670jP9SySgf6i/xv+
764NbojgOptAHsczSQb4S0ZjBL/bri+9wOGONQN8Hf9GRvO3UDjU0BbKHhMSvW0Grgvj91f4vyVJ
r5+9yrxY4t6ubwscPpu0uJ+sY2nhFNjb5kMVnSZQGeSTIY3F4AhRFjZKsGhe8J/N8SkPiEMkkPgQ
eS14iwVpnCvVLt3HZjOS5yeoqO+QYEQkE+aw0MiOXPKqd97d0J8DAMSII+wTiBwazj29BTpbDBoL
g2oufIqbN5O5SbWk2NDLjhrCgGHYUYMJVjXFXZK8G+LNK261ecY039a3uXVbIB8wiaXzvbPInqGv
LUoO48nZTdEpjy5oNLkbFzWl3YEgqT+lZL9kcv0iILrKhP5bPvTXT/QqUvUDGznK36N7R9PqSk4w
89Im7qs7ROhQI0ce7Vm+S90vMmqIsjY244uhO/csoVKvoCr9pWj7zx/jV4HU9WNIh5woEQgH+ZYl
ebp+zp0io8yv7NaZL1lsPYurM86NTAbJ9pHMhNfRLz+8ynlSpjaWlt9s6VGtpQt8+lKy9wT2+PTP
uqpr8NsvPxXsVDxevoUlj8/jXAPjftJtlaVvUe3646WxGpOVYxKASnJeO3vaMsY7WLYw9iwMxfrf
n0f/N4V9zj+mkiw/1LfyM/n4+Vy6/hc/S/sES2fXd9Hj8Wz8eSgJ0/rdtvktOYIniCeHp+qvM0k4
v3uB6fA8kYTgWy6P/V8nUoCuj0R34tNM23YcHrx/cyKJX+V30udk49FFKig9dpB8yF+flADH29yD
QdghhmiPcHQw4sm8WSfaUhvLpvCMBlJoLSRo6MehAU7sop7/+Wn9Q+v334/rHx8CmSLfDtt5zmj7
bx8CumPSoTDodjmK+dGeGDwYKm2cdRlPsl+y8DMfxroavlnFDBd8opfFaecr+MFdkTxhickX//yR
fOfXNEcJAcwx0WJcQ1p4sfFY/O0Hw9KOXVE27uCGc7MbqY8HrKo0lT7mZPWqxz666xHjJDj8S0BA
feyLRTKjil9BVGkqcnz1WKO9sOS4yQwSjmGTFK7zMbr/xd2ZLEeOpEn6VUbmjhoAZjAAIj19cPju
dJLOnXGBMIIM7Kthf/r5PKulpCKqOkuqj5O3lIwM0J2AwUx/1U+b6Kdj8ROAbixCGNjo2vXOVa0R
E3qGWMShtL+hA7X/MdYJIfhS1szyOyFKb98R2H/Aa2Lne6J8ujkzvpygDHTCf5s1rpDcbb+ksOOf
AmsvsEtuJOciaS8gTYtlL14vJjkg5ECP03mZVTZqQhE3pKKsxruFOkSRlz9a6CwTbI7oZEWjQrEl
/l9eu556kojeUiHyE3JpjlluW5+uR0R3hZkLbKfdkvHe2AAZ9KYj7NAwqK6RQMEeWsb2eqhs6N3r
wIvjk2DXiQw1frKt9RBU3D+KGpDKbWxR4daKC5hXMce1ZdWRaL8pwqJ6M8Bbh+w6faZVjl6Sbx1/
KdHprEqQmFtomKTTYn4eJ+oHf2f1Nfl8SVb2YDdqma6i6wypqvGmDwO2c4aSW2p6JkbYAXyGiflF
STUsiZVJljEzKoeAd1v17fdFD5L2YqhLCEbKm+qbqxxVbzRnCeyDVzBhI/Fz3evG8ZLAD9u4oIl3
tO/csJ+/MFcD3J8w+L+WtE/ibwlHQ65DytAPXUs26oaIqHwf2+WqGAxDS3YHiycCIXDqQdnWS6nD
GHUvNNIL0ADxo5WFvMXmwyg+EWPxLOMsvsYVWrykjorMbE0ozrhNIBVKmJAQvvnFLE4DKHwcwXNg
5gk6qAMnGxRZuHL4GahfD4uJul5+0cjiqJuSEo/Cpk1vspbvfTOOXoBJjImw7LkoJ3e7D/zYHZ/q
TvEw0ARi7Bw1QPqyB4J3ZOsIFgLfTMsnVjPM5IyOOL55NCRkQcftF+HSKmUnn5Y6j+ybZC5NWgPy
TJASa4GxBnrQLqH2muHCuho5NKw6owZ0njZTdtsXKECkrpfusVZTTLk5EXWgUbk3/+xlu9wsGcen
9ex1nAXNsiLyrMBLMtrqoYNvTUKjA0gYMsWrxphbHEJO5FwmGy0Z2xhp6MCqZ48Ew1Q5r158hV6Z
8Utd5Fs3Hb9YxN2IOSHYUqfuPqBdI07YQeqaB8fzv9ezMxzEspjnsbJRFOh+aI99KO1z5raEPycE
cm/ynqN5+ola3gS2NuMNgny7bX0mRlW5nsNxRmflmUoyhdWz+DTr6UzzyiriC5qd5Lhc689b91xb
zEHZJqzRDi5uN9ykbndMQuupag04rcjZ0gz4OcDLSg5oEap5RUyDDUId1wllDk+mrx/6LF0zgN3Q
y8CselqOVT2i6pQhY2VJFeSaLCZtDFejLvOYk23xCTyHkGN1rHqA0y0iLGOozTisZedO/D3pja/G
Y0tCAgumoIeqcOQTCDOqpJxiq3wrKHzmhVmJLQh/H9+ySfFKSTQugOcQZE1L/hrfB2aWSzwYD2ZF
5ZNBxLpb/EvljXqDC2JYDcVMQRvkIxgGXwnpwotVkW2NZ+eVquNzY4JkLELgHyOJ2rzqM7zAGE8R
s5dTKeVdab+Btb2PEwsU0rxtOQB+LtHPxib3AoaX4pXKOzaTmOpVeTVBx26vz33OzZeNRfICmuA5
rDkT63xrYP1d9yls+l7WjcHkkZShrfAo1jGiU0e9EVOrMGg1741CNxfcKM9hKy4k246R234MU3eM
zLT+GeKG31hhsryHJmXjSsJLiwuy9GTCFxASTb4TTuFv2kg8FKD5VoKU2DLMj8Bn23UesoOf7O1M
tmcHuKB6FD5qf2WkON02CMVVtk1spGsg6VFP2NKV84PEoQlPa8I5fUXuXyM6TS0oVJrmO21MAtJ8
se59H5jE8jqmuLnYLngsKzdCsPdVxSMzoCtHCKDktNBCRqteYOms+1iW5FbV6Z0tSwMY7A+v/bRi
f9vo9uxryI1lPe8Q0cAshqICRQNRgMVMN2/GSDYfFxNfH3S1GuoC6AGyMskyfJ/nhFgUbUyB0uaz
UcRMmMrb3q/mb1Sxmpu8NsUNZk6s6ebQvoQFfNP+bHWw/K9FUBUx9ZVpSkgz8Ke3fgkT3DCsV9iE
7z7sX9e7+Davl06qmxr8MFatNe3xMoiXBL5xe8xsiyGAfBfmdKMxwIB4TSEtLddy+wVFBJsOYiY6
k4ES1mT5zehGd3MfpcdF+m/WJBi22S2OQnnVNsxM11tjJpIPRAulp5Z026RJV96kIe5gi5oIlrDd
hLqFHR0Lt0mtvUBCdM36GYIkQGGBKEuVZoBjEbNiMpCMrey1h0CIIWUsI35yGAtdpJ/KuqNemd+r
WFWEkJ+w5gV1Gr0ths9YLnkv7PgwDF6/QahXFCpYeOJbh944nHsGJNPevkymvveGIjNw4xoQE1lY
xa4HiibaF+qZAabQZOYuWbxprWHX2Cg5bcKogl6O2IxgZPv4XEIkI3NmjKT3nNLn02BobArXciWI
3WCWaFTAB54bVn3fuli/wnE5GfxnSid4Bmr2pquE972pJvRpHAOngk5UciHOE8CBfKthikWtpMom
dZPPmf6hvsWhKRZsOAu9qaOEtAGAtHIzmQS0dNPIQm4X35SpDVoHShS4ueCd5IxgzttiGQELhMlW
amX94APeqbYodr6wiQVHznOJy4yti/cT/zkGS9ET1ovEdMwqhoULqFFIKCea9Y5Wqq3TpIw7tmPu
q53NX/bYntoG1bgcKIKKXO9+AqG8b8blhuWX87dTNz8wMLUUYoV3AFFwiVML4zowK3X7og2bChny
8HPk+zdmxNrAPjSohn7Py6sloOEENvnnLQkYLP/lT62pyHLfTDncwBhiU5TXFT5RdmnRGjgLacf6
KSnHg5WqK5CWF4s9fyC+ZvdgB+/pbUrtdVuP3GtOuMJ29zlbNMpFPxTIM3IaeOeYddGyUvL6CoQc
9vQQf85ME3Ydsvvoi4iHfjnqwrqrWz9+g2jH64jdjFuX+sQZ2cDEgZupiKOPXhKuIap7MDtnPiHw
05uceafZjDYGDcnLWGTPLrazx1lrMrI2XoeXHB8AfSjNxKC8xLXzZehKMLo38pDyhiJJL2M7UyQz
FUYYB0WEF7ULM4ELRIM/XuXQzRiXDC6x2Biy8pOqCu89JXr47lQZCstsau+u7UbjZ9rM9gCFgiee
LCx4s17AJ1qx38lkUMIymA4FO0a2PXni1bvMdBP2W5nGKKgqvbzBhynePJxRO1cY43tke7D0aU74
rjoz/yoxzj03sMQ5gPS4tkfKHm7EKIohcCHWn82aQC5VyZiDV6S6cdCLobRjvksPW77fufIj8g12
7l7OyJAUtsIf2hkOrdeL9tliZj5j1lmAXyorv8VzbcQC2iNefEgqbRdvXL7a+lzSqMjz4saYWcM2
RbHta908ZkWnCGdIqt+2TTg1H3JazB8M4WhaqEoXf3YkvTFQXgu3syoK81CmRnY3D357x5AgrIIe
Eo9xW/heTV8d8p69W4A5Pta16T8P3RQx+QUoENjQDu3TTBB3Wo1GMZA5EgYfiOI3vs4psgWzjjyZ
MPh0BHDcLKIFATex6W68HqLuajK97t7P5ppdsmFHdGZlhndJSD+xhQqrscUQ7eOgJkPEmsEWqVxj
teW+q2IE3mOHkPsqK4A6OzO0jC+rrFv6x8q4v8zpZKFCswnsVgoWIchS+q0xyNUTNIUlNXpvncST
8djm4nsYC1ydlY/rfATq5RX0P9Wu0d/DXI0/edKZVQn2AcAhMQougdl66fe+YF0MYJGOO3xoxdfi
0dS7csep7285kyhWqqIowg2VyhmocmvE+U5Uw0j3TVdiMMGCNqaB1lSVrPtIzreiB8kHuBMsOBGA
VoK0ZTP8nWq9XuMDm1Pjrk5F/lJSTziurGags6EsutDeqE5Tji5UT2rK6yi73YNWDt+L0fBxdf3R
trZ4DE4zyRY7GInNtFQqNcn3jCYlYEhVSN1Fjo2I2rWR3CxIEBAjI9FxaopTv8KdbffDWecD5vEY
AyVAl86kBABkMzZxgV1oeXNglTyqphzMdV4ykAyaQVBS6sdeAfQcfBveCLZLT2ZSx49NqvLvVBY5
7zHp/piuRLq7D5EI8Xcwp2u+GgR+c23gUf7G7G7m2bai9mfuYj0JmJ4N35ISIzqpXyd/Z4VKu43J
8cYPMrJgvMviid0JyIbmx5BX4VeUW6y1rRhZ9/w4xkpC3ZBVrluj9csNBkKQUMUYMTcAp9R8kKma
n/yunemxZBTIGzbKkFtVlHIIXiifR59dEsJeQzdCsGDSFrhaMzGcO9W8OKlqx61HP9FH1DoZhU3N
QE1HvMxTACB1rOjtVuY71wfcP48dG9g/F0t+FT9dJBLpSAf5xqVOwUWe+lUqsZJ+6KDM6D2Vg8kR
8DxnpmTug//BVSj1RNhEa/V899erkM007abRej9TZrn1ZvUe+aAe/u2LKP5hTs8lGCX89lFAgijM
AKXep1PJFh/J5dXTaXb886tc1eC/17v4wjgYsh32FMkUy/9Nnu301OBKbvU+VJLTUdE5d32RUufd
J9n+zy/1D9oa13KF6bmucBxHMeL49WtL3Kw2S3I2e4vdKizgpOIEmdJSg2Bfd4+GNOhXsd1KPcdU
yDXk+WYHRtWMC6tiX9IEmetP1r+4Y37Vp/+4Y1yJ5CmQytnSWb/9Lpe0I8pPG9KeR+O7B1UwHxo2
lN6PWUVfFqioVWE0yK1/i1rf//Xr/WVU8E8vyhhRIquSiHZ/u6jdF1aNJ7Dd1wSqtzKqlzNsFNCG
dhgfp1Tbl5Zw5cauYMdlMZg7H9TSqY6JUAiRu0dPslXAcjXe5m6FsmcXwrwuxSMmbJH9VUr/bycK
/+QW8T0QL/zGpM3U6rdbRNgGqWacpsCD7PCAxZw3Lp9rx/s++vfvecZlip4Cj0fLc377Xsak83qM
mtzz/BF6JTrA0zbVWX/+9f/jIkGEXcEUQVq1gW7/dpV0NCy7aJd6H7XC2LIxndaux1v7z69y/Vt+
fbIc5FpOZKjJLkDV69f6d4MPA4Z73dJxsAdG7K40GRliOJXT3y8SAgY0wf5J+OZ09+dX/SefjSkh
n00wwOOx/u0Zy9mAF+BYYChjE8Tny/LNQl5eBwZ/dgf/s8soJoekpy2CSOIqWf/dh6tmz+8nGJ/7
hBTtxrXL9Nw7U3bz51f5J1/hdWZkKk8ql5HWdWLwd1cxMhvk8mDra8oYO5FfzE8qtIbDnPqcv0KM
baYR/vsrosN6q7CEXmkGrAm/XtSHY8NmFZyqbbi8JjmO4qfBrLCMsvsXT9Y/LgMshK5t+ya8BUup
3z4ffNEQTeCqL+RG9aWyFE1XSk3gQkvfuAyqjzkcMtXc0hLrTf/iYbt+kN9uUIbPgAUkj7YHmuHX
DzrlaFWO5uq+LQfY+1GJO73FDyK6sD771NfH/+KR+MeVxGeZtZk8+6bFTOm3u8Zhp2M7CZlRoEX2
rmwqf2s58Jtn/vRfX9H/55dVS//nf/DvP8CNIFLH3W//+p//f87/LIeH8W/P6vqj+/hfX2WXdPPt
R/H1f//3uSojKlB+GQD+8b/81wTQYmonbEZbtsm36giGSX8dAXruX1wpLJf/yqyJW9L+2wjQsf9i
Sd/xXUtRsuRdx4b/NQKU1l8cz7yubkL4vNblvzUCZFj+2y3C1U3lC4kt4jrxss3f1uawM8hpmG5x
jiXSOWGfzqPPo6UkGVRQpsezBmCbUBVRN5hJX8A92ROMw+yq42sPTf85rfzR/FKx5Xl3igHNjNdu
Hr/jYy7cj8wPK3NP2kCqD7y7o7WqGjFQchLphdM/G2tOPqmTUXDrS9DtdouN1OjycEfruolMPmM2
h5BXtxZBHuYCxFTEojSROCN5yrUjgtQBr/OkaYwe7xWJ/eLG8GX+gF1fmQc3Zl+6iegRvHRFLl+y
Mk+N4+w7aYXdPb2SQklc6L0Bzw1XUWYUmGKZDrjCWpUUtCVnzgIOiEvcoZhaOSvTXTepCYTP1KfR
46IlDi+OKI33qWpGcHZqUX495qLHyDH0wykP47HYhIOVc0AveRA52xR9dYJEW4kWcqk5Z/tlZHk8
4RymmBu0QtG94eK13dso9pP4gPJW6X1k1bb+JOhfRwcgsqCmjX7Mv0VLjSk4S4zxzqpEYgZeBb/x
eXGBcxdA4eqAVuD5h5K0SfZQ+XZW0V0J26ktn0azg20OAIX4s6RRBzsTNjdgcXWCej5lJeMMBlW0
zThhZHwlRIwAt5WyBIOWdQ4V7IWmpZWyaBtjv0rY1XBTtI2/XXS63EYdzCiS7ZBqbtSAXkyUMLYS
c1MDH5lI9830e4bQvdVVa1jaoQW4t1ThmkiAoy9E4uvwKGG0Y7ltbGPv0m22EWPlPnAnG8s2y6+u
e9udMtlsZrqf+8eCqd686z0XDhRIDNyY944Hnfe2cwrOMUHaDTX8Eg7hvSQeAF4O/KX29Njd5l5h
Za+NILkXAOTzYbRLZXt7L1YMN/dkmD3vE+pcJg+jT+ucsyWjSh/0MM40K1opjjsoAYXjUh7KmPqh
6LzuZgEfK98B5fbiFWItYuhQgua00dmIuqqVsACQEYTMbPFMCsTMjhUzAgVr1kWhpiQ1LA6EZUDQ
uqS8AKVzWjeY3w00szCMiKzpmxSECTHjMpV+pFLOrPYz0D298VUUYjICF5AEI5BXd++HyZXyTTKN
zh3HTvSqM0H+7slNA2wfSFyzeQHURdeWVNY1u0BzilkHFp98Xk8gOv2OnDuNb2djYdydb/rWcQX1
F+Quh6PibGHQYg1nE8JBEQPKAFBCWSotZHnWa3ll1k4sBZR7acd/9QcTgBe1H1kyf7kxOuV35KqR
qUpVAcG3VmmbpRE9LM3AUIoNXO281B6uVi9AJveyBWFShe6Z4btreEHuh3a1rYtrwvGY9DZNUsfe
cFWByRarNYLBkkAKhBTXim+1mKd2L5g9eIFraqGegMs1AAhRUxDSC3/InymAguvml4IBHI0ccRd4
Sxc+hKZDKEZeUYYk102SYqEg83HybQ7ujK2cJDs2wnD9+6hiHh6MzKM+o0nDHOpmaZA3iKlE6Gtw
L4Eul6xZ0y4jnwqj9Hh6kI8gvSSmQ9DY1Yl4U141szA6SQuQawZ88Tb6yqjW2WDCLxzDen5TidEj
9U8gTJ6aCr7wGqwDkTColvKtADW3prBhOsgs9ttTmBX9jZ50ep6FzpabkXoljNvNiBkhSiJnp6qB
c8BKQkqnwwsA/MOSDNUbgNDllnFDCYm7QWOAnHynffjpPP6ZeSfJzDFf0ECskzKZFLoeu/C4BmyC
zdl4jxaje890Iw5JgsllVeWtK/bjCC3SLDJAqhX/78okqbSWONqPamTfydyXTCOE0ztIeZ6DGjxE
Lx4yPiHL3FL7cNYNdpUlu4zWWHxlZP/e6PEl9MiccQaOhlmYcOXS4lcGN+oJnGh2TSggxim2mmc8
oEHBPXwG4ERBPZjjt2xihBWQCSajmVDv8mgTXzjzNOB065oZawdNEbRM5ZK28lD3GeOWLBm8DjKD
jstjVoeGOoeG2Vd3qkv6x8ry7fwA39fkr3LEwywo3ght8nZ9nLXT5ir/lruZnRolOUau7lFSnjI6
chEkDdLTUQfuNQsLk9sPcNa0Sh3bQQpqmZREtgFjUeFi7V7nZsSC5wxtv+EzUDbrU04SRJGszw3j
4feinJvD6GbUNkN7ZFxBgqWIrPhh6nLjmCd9dMOwiPVHDtWJ+HIbPko5GKcZ+ri1YkAdnSM4niMy
5JAfxtCiMxx6S0YsvnSWkzkL453MRAvdSPr39KuR/8g77zyO8XxsM4zXsc7JY1rckx75KCLAM+Nd
oEU0AqDtPA8whFaqnY2zt+CGsUfHPinZPWrSktxkdsaaMnvWes7BXWLzB45HYYLJvYyWNtpF8qk4
/CUpNoNFR9mldXX6iO5pYuNJuwPhAJ+VoCV3QOLReyO0kb/bgLA3pie5d6iDP4a0qbybC55ydDOq
pKZ8PoXjQN28MeYHmfMCYYSXHD2XKBR1mhKzo8142nTzvgJ6hMhCMMx9UHBsr322DRZnd1Er3faU
vLgEONBFp/RDpt715MGMYWUCH6UiraYCLMxN/5HgYwqvBSs882bvRE9Ds+/LOd0V3UIlGeIlkf9Q
bTM39akcZyJg9rb1QTUqi4FvN48hx33aMgFZvtlMvVa8061bl7jyocnYPclugWRegeUPAQd9RFBn
INpTzxt27gVwi9z1iHonEJrWPnZN/9KafvYQJk4cLNKhF3KwDXE3iKq4zZNrc1GZ3zcJM1R2smJN
z1RybUwMV7UFw6wvXR9qS1yeWIyNtSDZtMO9TXviHIHLD+OZdhSHrtW0aDxaIOHLT+7gPgGmLoLM
1OpmkoVLaVVYMCSj+MzntmS5bAO+puxella9qQuHXsFKyld8IGDSzIKqRd03TWDa+B+q5XaeZM5j
Q+nDuiq98qx8tqQd9IvUqvO1aOQ7phCQz7O5i2Cqb90cwLW24EE0RNII8EQ/OsBkTx5zzG3Ca3Wf
FmnOejtTYMb4JcDyf8y7xLyp6aXsfVHcz8uYwCDQ1/bT9NYVyNKNIRhVeWG90+5Y3UBEuaZ/Y9I0
VgOs/J57Amatkwg/37lo6uK+SrP2VvZh9CVdP/0mqr56cAuCqZwhq/2g4pnJ8FQbK4e3xcRihw4M
cyguPinXbl8aCcrJdKTPl2/elz0P8i6d9KNnJ0ZQstKsO4pjFa1mezOk2j0rGPAw4XQDQr/FN7GI
8UpuIxcCQVWmUIqpSF1NnewuNXvCGxEq54RXCMgFX9E2bZmzO03OVIRsO41uddz6J8ITy6EkZAaW
XT2z703vO43ang095EkxwZ5bwYSbT0Xd2xu7G6qzJKpBPIY7NqCrhX14iLp/23WgPocJ1Siq3DKI
xvinYahutwiL9w6EfeexSzUqnTMYBhND0zrBwO5vW1G5VQDood/yfl0CV2XVD4rkswAlBOx40zbP
3NYeHidPsSNNuhVMUH9Nc03IcQjkPUqofatVqjfLBOePkVR1rhz2bg7bIcqVZPRlM6igcMxnMtLa
CtgIp5ZdTLxixXmIXaFzpQjRhrRq455Ia5x4J11nyeugx5Edth9uUflKWLrWvp1suXZLqQ+YBsIt
mSdNuF0gyZoLTAgSTyEnEA4WK8NWzrdoaMLtaGf9aZasMdMw2O+EYoeDqUveHaos1mSHy59xZ94i
d8xbxYvlXJR5t47ddsb91Rdbr9HTyVqau05a1gNCabqXeeYeCn/x3lSsn8u48bYkhDB3x3kMY9wz
Q1pF6Kdm68UopSQeYvpY0/2WESOq8mNMo9XOV3p4tGTz1mcFTDCbnX2vqRcyip4FB5Wd57Et15oe
zBVnrfYhitJ8zxwMAoWGkwL9St82QJD4ksZwXrc+tJURG+EB2dTc2JE/HMn9U/eHb+2tH7tvjR/n
JydLFJ1/heIhL987ArHsChcaOPOKykJPjMu4FpNrrjux1HR2Dd5NNxXWKU6IyQwWlYJ1FaqDlXET
26n9mDGbfCoTMlERwbc3lt9v+JUaXDUFyV3F3sawvHXTtMw5mWBue6U/uMHmvcnucAO2uXqYcZKu
q5zvuhVhCTItzO4tv4AoPpTFWfaxXLMZaANjqh8lqCMSgBLEcMeU12yv599Cyp+5iGjzsSB/zFDF
A3MuJZF6DWeXEvUHF4DtwH54JTwWsFXUOOmpZLS671Kx7Odlmjd6JrxJMzEw2oxM7e04lkMeAE2A
a784PZ0oA2MihFomp5Az3BWKeR44HXgcml7PXj1mh1KrcSNyv3nklG8FEduM6209FhyNBGHueL6I
tI4uUeUZj10l5A5LiX/qTPxOUSiuOA/WUlhN7TMFEf6H34/1hf5uNgFy5IgMQIQalNkx3okbZ4CS
3AivUxc/1i79XIT1+kep5x/odRhL7RoMYxo1FVPaRBVrJ8LksqpbM6PZtsou/KHpIV9qd8/imh6W
uCifOewO77M3m1T0Nc4pk7XYlEZU3MHDTY+4b6dV3tPZyOpQ7HQ59bcu3L2TSKdXybng1a+S+Jtn
wxGxJsvd8Gi6JAIniVNG58dFLPJSITVXhPWtNpNQ19LphO7cfGRqWI68Zvq9ZdbyPenLcpMnfn0X
DdX0UvOwvNaD8DlytOzq4rjvT2wOXigKsDaJo/Mz4bcYMHI6fKiYDYE3kxQlanQeXDnsKuYnJ0yu
1R6zE8lZxv9HgX1hMxfOhcJSuaVdK9tO+Di2eIQIt4lKvXFCmc7TYCky+1q0u451+Fgjx5IxbZ8W
v4vAM9qsnRFwyYQ+jcDv4qtzRd50UEkOfVajdlRMuEPwWxDN6STxS+t2sHS4id3luRZURHdlZLNK
ISckbXfHgj1+LS2zbmLzNRHgSHgHoD+4vSWAPsIW1sGdunuZ99bORSt9Seib31j19aWifODzIVR6
2gebXUgE/qny1SWFvRfEpR0d7GsJAlBALxCeKLZJDR8OLg+dn6ARmGtxrjdMs8dOdG3NTlOHieo4
U0kfW60idRc17cHr83w3++LWrbAptqLmMbbMj4b62j0e7HkV8pvAwT2oPZ077Z64vljnDQRbctDl
gfd5fyJhPF8WWGCX0MvaExw6zp6WaNloxLTbdGV5LDQtgI7ASh3O9pMDYmvjm/0xsTLmF5XZMxcu
88AbE+MJ8lTxYJrAQbwMxI0TNfLbmNEkRrlQs07KEEKdtLWLF0sl+4YJ/J3Ow2EHluQTCkd8AhQz
byyndlc2x92vjIHGFVWRgctBIDzmRTuSzGPTtq7oAtogWgKT5Vk8XZkI7DZ7+WZ7S/2RL/hPtx5K
4xrdRu/mVDX3bVuntyy7A2ZRNzPQGBIZ7d2IIHqE8PnddBcnyCfDofytVGxvQHSoZMQR1sw0/4DQ
oL06JvhskiUPOLqWRyLh/StBgDoQ7EPuddxYO2rt2p3pOuELr+QQxonKPlIRkoXCAoR91KWSi/j0
iWQfmE4zXNZGQt6QER2YCbOHi8AOmAOjU+Y3EFeHkxwVcFWQnMHSL8ZxtNJzTXJ7U3YqvPOB2mMd
Skq6KqJ8+YLBR0IqCfl+9QINv+mjK9EtIl5DljK3UOxWdecX98mEu5pEPKS5VIMuUsL5aPEe3Hij
n2ybqeYMXS2CDKHPc8vUv3ybUxgvJp2ce7uloGxIm+7eIYZ/nueSJ3Uqic+Wc7mlqluyb3aGb7OM
8bxalQuFrPPmu8ld7Fcmq4xt7Lh6kgnHxBWUyPacu0BzQyoZ7pqZEBAvENy//VB8Ui1N13dXFAJb
45K9l54xPejU+wxde7kppmU82DGyzKr27H7nFpG3TfK5Bs2VOKvr8f6s2sYDwOsPpAOKcaOo1cGf
No4NlsaQCsJUGMYFzRQdDB7TxUnn5DEe0HxQnZ2d2ckFDl2pkiAtIN8D+4MpqyMTa9bSnQwc5A9x
v0w3fqZoOXaJmo6QcVa1P2DUNyJ6WruSt6GfjlCBOLdvp3rwyc5VwM4gIn9rO1CgOiX1b0N2C/qw
AbKP0kZPqyqtjPMpaQLU+X6Xed34bJFRJYcrBMCO0KNsuO3j8KIAn26MLl7wL/lXmTNzfLzFWhje
Z2Ww/l21XbQJBB1iw6Ru4/UYorrOPbmBQJgCyjzht42aeHUhw0/NXntTMtHPjQznpWa+syOOtXiG
ukOUxhGHo7jd2EWfLNvZHfR3he+H/TNFCR8G7XhPQNrpa+NNMz7HmuOstCtvB0eZSLBlsvNzavo0
JdlnKioV4k84OSY7haJOg6iZP8Yot2/7kf2mPUt2lJT4PHo9YP5CLvlXBWLi00yuFWGza32LSOdc
n5rhIlXt3wCKNSwO7iTDPapeXqKKk3oaSxCjjTucSf1HB6UM5PFeIhhbuCiBwi1il/Yx1B+t2lVZ
6YuXV+5WcndyTnUm3EQVMKXQ/kaZIC7MhE3HEJnlqx5wzSWAKYKimbyga5Yb6CWcTyAfrrpafGZp
Ou7Z2n55SX9jpKBYUY3wFve3VNBl8Cjc1rpfxDXHoPA34IJatnGa0byO7rZGdbaPGVyAreJ+XLEv
IAk59yqANIi04L3IiQV94uXKnqW+yKQ6kqbjRUFfvE0yiH6d8mlQJWyy6XsUGe84DNk5UR74XtDm
GcE5RazwLHYgab21pV3czVY9rjCdTo9sI5prEy+axCzwYmiiESucr9Tv0CJ1Hmm83RpVx5FXZZyr
KEX9SXAmf13SZG87LJqKkPw6hqd7GIqYIFKV4NTKStG6JAOsj7lhueBg7uxYth+p95aBUBSDIaad
l65hH2hqk/Z0nV2SgRlkBhOEO9l8a8toemli2rVbU6mrYB6TXEDpaNF870ku1DcRtZNn/EC0bFny
AQ39uYksa1sbxrMzkw0PvebsjLC5eZ6StZ9M3j0ZqhMYiukW2cbjTuMsOmHzylyd/+gkC2Lv1tPG
TVEUiO5zDCKUf6gjTqQ27dekMcZhQzdR8eClmffNsnC6jszjNzii9WHKJk0fjp3Xq9Cm175xIvcg
dPmIkVWdljmDMNY241Zy2NuHS0UDZEFVDyMTH6OVlZ8U6QBKvjL3rnTIcLHD0g+m0xursE7Hh0ry
UI4LEa9YRt1LmFKsx1Eofx2z6yIrMwidhTWirjnY84MQgBLVDwYPcWMzSzfnAhp8HY67tIZ3u+pJ
1a2SWH7zLATWana4YJcjNlil8V0jCVyUi4EfU2vOZZDRKrPW95Eslp2O5vRM4Gp8iix6iK9chlsd
igQVbVaC7EHzx3oe76PGT+9HL+43kBbaPZ4f54lBVLWrEezwMv4/9s6kuXFjzdp/pePu4QAS86IX
H0FSnDRLparaIFSqEuZ5xq//HpRv2xIskn217nDYEbajQBDMTGS+7znPIa+ixpmxoIGmbxOFYrCb
RQfsOt4F4YjFUsvgA8FVcg9l3I27pmUzmfK1UB6arzRv4IPGLgQKOk3IAGkVrHpJCu/6zGddCxtj
DZjbfYQYRqU2LCp+Az+uHWUsuwdTDCiLNEm391Ws1pwlWmYCMA5S6LAdgGbU9EuyMxHEVW6HcDUZ
w2EZ9QoMk6o18HOFJOepFoRvQbPmkiYYRZckta7iSBfeCmmyQdxn9c2sVcCPIK1IgbRimFe8VVZa
TxVJbnvK3FVj3siqxeKAHII4Fc8Ol2mK0rWsqMUBv9ZEdO+Cq73R0R7uKUi4JpWzOtlMfrMr6ro+
6VNN8FDncNpLKKYsYlIQrVSrgNrWUF1HSxA8BG1937hxcp1BqoSyhCxzUSkue+0Y817k6VQ34dVl
vPWH7KINGm1h13F2ObEWNnBWOMHTp7pEap/e2LWlPQtfmtSD3dDfhVowLtraKgCLd+2GjBbz0Jeg
+AqrQe0c2T4BZs1zGhUw8YXql18oTBEQj2zAv66NAFIaZOJdnvMqRPME+ZIwr3QDHYoUvzG3MQwK
dVkKHVoOxV+S/boQnmxLULnHTmhjFeIWvl/3UiRpd4WqV6J6Vn61BYeRhawXBWX36seIbnHL8W6g
GMkmybTj28Kg75vr2SXOWUIgI7O9YajHjcNhdehXYvS77rblgyjelGVSBqsx7LAEUNBAV83Lz83z
W5rKyV1YeOz/7UhTHzjYG9ohTTLjaQjBh6AL9do0cypem4pTBL0eOEIQ+vCS1KSaU0HBhIcjMTTB
DZrEDHxNiyalJ4uwutiEQUzUnAdft1rpTSBe4HzZNGlr4bY3GuDZHGOjuIPhLeCuJshF132mdPm6
18G1Onag14ROQ9QJ13gaKSZ1Qr2r6iLO1pVUZ49YmYKRSmUGRrcfUjImg3Sd9Ya3I+tV87aEOhKm
7vfAf5eD71vfAXok9OSGjn9Pm44BY7CZnn7op6b24OuMkrWjOoYiWZKpLyhIzBYSQDG0oEV8Lw2V
/2Lq9i0EefPHQHNoJXzYoWVq3ZQMJKKfA4vYeXodd0FigI1zZXc4KNmY0wtXKvVBEiKt1qNLsyOP
S6056LGb/cpSrbuVW51Z33Ji67aSa+q3ZeRpXwO/A0HXhHl4G3KAjSj6dEC4jNjyrdVoZ+2VBmt4
3MkUmOyHSLNKqjo+a8OzqpHi4HSNW1UrzcZ66hghbQXWX46vWFl5iA0VNJ9XtxblV5WPCnVZINS+
N4tRN9YI1OX20berUtrGteb5L7WkNRzSJEaPDsuQI0qVveJA1MKNgVaZISXa63bwMGm4bM02Slul
3wZeXmvY2yGn6FqPL/QsDaFUd02Q0XIPkP27EtgYQ9LXPDBySiS5XEY+WEgjFj+1jgV9WhJ1HH1r
zn3FxpIK/UrnqLDt6675wZYXsoNaTl1mDBlaF9VLiGykAepRCZuTanE24ngGPjleZkGoOaXQEkdu
1eHV5kVwnwiooA6yAuMRdZ92G7GpfpFhfD6MuDWf5MLNCAEJTAO6mVc4bqr5h0ZA/QNF7r5kaNbX
GDOAFxqN2l0QSIUgX68w+tBgKw7gMiyqXgWVXxyrlIDMtlN/tlWRbFpChR+ijnzgtmExVSE8YOlF
SIWn7QGdcY5PJe9fqXrKy6qatledEN+yrH/28irbB4aivEqhXm/9yGpvCJenzhN47HZZoWUn8tls
irCmJFx2xk52W+uiSJmyXcuuFzE3NaKyzchS7cXGl4zsEiI8Q1jqBwUsXo1fRUG2INgZXAbMym1i
Kk9x74vvBWbaHyjCM3zZmf/Q06S+wvZgg4mil1LgdVy22gCSewyjBzNqxy29mXu23fgeBjThQP9c
fuJgtC5BRdHFatrB2oPtsTaMfvO+SWv50fBoSVoZGPMsHXjNBqmaLRsph23ltWgYggKaJ0uUfIVq
Rl2U9GifrLyKHggM7S9lUEQYKNvskgSER1Yk8VAXgI6bhP7spPuWL0RUmPQM1RSnUmgLmjL4/0Cm
owMw9Owxspud3JnmvRQ3ujO04x2BYD9JpOnwzwYUHRSqrbsUCxRHNN2mvRgomLwGdzlSonCYuymq
EApxBV23hazI+4qy6DKyTGtTEdW8jQCaceJWC2M9sng5PYvul6hzx3VtZi+jJ1gyWBw9UrYMcUcA
W4Z/kVLNgEYU+GeLrYKtzTTpoviqyBADGKQqwoFVmV44pixWSxwCRen7l6VSiBWFpR+l6oFTRh6j
EJtI9KNHPMG2GTTaOomOoNovxIZWtY5xiE18zEC8bsRo3Q0WRGTgiLeeZqi3kdo0X3xCEl/rrFcA
S6tt+dNue3FZ50X2oy9G9Z6g7m4hqbby0JI094pOoX8t7MzcJBK5oLT47jS1IcFDdvuDJJhmtifu
PKHchGajPwa2u+KtQHCGUONt5No/vMzHKSyKfB9wD8FFKpUEolspUDkd/YmKdpWo5lHcheFQ3vRx
/0LSyjN+OopusbARl8bRA6iPbN0CR7qhbgntjZij4MGtlINnQdFaabnh7u2+B3BSaBi5piosWgxa
rAHvz00pUgBWrVnRDe7pBfR9h/BBw/YXqZm/j7zwq0VoKkFEUVh/iQAdObIW6Q8MDcCahRYRumEY
m8hjxSjagltqR/PQoB+j6KcLwm5GQpkTndh2sJIl1k9VYT7Z8PwFp/JLW7PVmyIJL6y6KpeDKnfP
jHoAKOzQ7sOsjVa1TRiUT9rrwvLdDlMx2w+lqbXnnp7BxlAxWNEAUqBK0TK/96TIv6dV1D3o1Oi3
QeUOdyVhbEujiEKUM+CJO2CkRINntBI2YWx/lSvX2Jmure3LjCgWKfL8X1Q/qMf6iRQRlOgz/Ukd
7HT/Z4YMBgxtkIzpwWo19wKI1TZTmLOHkYdx3UveWB1Q4RhrL8hIJKwgkMKXDkJHos+6ZJTRrqrG
4p7R4n4DUC/x5WpfvS4bo6acpwka96TZk7tC83gD283cKlO0RUSo90YyxtAhbaI+GEbQBF8SEL87
efSwx1mlfhHlXrWqwCBdqnVdXqZKS0ZRSbtlWAaFnCq7yIx8DI3Iejw8bxHh2VSc6P8sseVL/W4s
UG6s6ZAQDmSY4yEWIWYYBTJvu65xiAXf0IMTTc+a1Qd4jtJAqV8TqzGMBXJgG1TmEBfhrdF6or7k
m7u3OdW/YKX5Y6PwK3Gokb9oneVat4o5eOpBgqTHSZ3mbhus7ESGkE/Zyh76Xeb1uvTQqYFuXTaR
1aR7LVGRD6lSLKxVGflJ/aMehCZdoyWLvVtaufAL6kLT6pdBs9sIGVhAlAPO1cLFHalYuG6hUlKX
l9PJIrkw/Wc7l5Xo1Zc6yV3R9KUPG0fjBg+psWv0YoQOl1PW0FrC1g2pGq9S0eO8ssIegLlt3FOP
GVtHQVq4j8t0uILoam18qyr97eAmdrGsFdQzvZ17K6UgAsdtdBJxAhmPl6y597UQm5SkBYMdSg/Z
FnO+rb5SSyq/m2T4POuSHpsUz4QRLdNw6H9RoRh+jnmn7GoU4c+totbmrkuyHOo33iR7nUptqO36
rGDMDZUOcz7wJSfPbHllooyiZeOS2oFUTZIvMGQPr4bPcanXNJfleoDMAbURR+iKeJtKhzmtK+va
4kyUeE2+0XmX9KskK3VehQ3thjsAEeLV6o12W8Ll3UQ9pBucyeXgUqJAiJktRo0y262ej3299zB+
4EijKaEP13qQZ7j1E0LcxMHvu0B8bQog7LB0lagPfiL69KmmCSMsm/ZBiowsvibgQ/YQxakAYIqb
HAC/FDphrMUouWKraMyrOoCQuLNsO7LXXt4FbLEtq27uNIHjO0ReiFWL1OzK8ij5+42LKm5l+kF2
MXh9/GSWorKWdd701dIE1HtFSburJI5QST7c+WpZO4izv9NIaL+l2Qhps/NIpyQRmyrSsCTag0bz
Khu0xHticYyjp6ri8IWTvIo3WKphFdYcG7NN19rkLnCsN2tkGnHm8c6UVNUjEdUCPXEddnEZPaAh
UutwAeG1lW7+NSmR/0+U/S8NsfRxTfZ9GfzXgVPtO1H29Ef+1GRbyh+TKQrwkYyfQtgGuvg/Ndmm
DSlOxZplauxtf/Oa/k1lsv/AfQbvBXsJfwrZBELpf2uy9T8gF03+FkO2bKxN6MV/6+S9X9m/vUl/
CuX//ve3XqWZIFtD2c1dEc6DthTxvjb9/zcejJwdKAdMkNhK2eq3xM8WENwUgCxVmHTrN0/lA1/U
zJHw52dZKHMYm5Cm5ma0oCeJOSCSbGVGLPaBKqWXY55j6Wxz7wZ8rvKnSeCdR+Dcd4PAZyk4sQzt
H34EszdsUB8U+qqs8pZth30ySTDyaUzAMx81s3r8/momcHehq3w/HBfvHyMRg1IlDCCnGnERN4pU
lT8aWq8PZkfrCgWF616WIdJK6E5lZa5OP9ePPpxF87d8X6iUMN5/OIQcQuMKCZyvnqYb1YSatEhH
Ob0ORZBdwp6qbmQRWluKaOHL6Y+eGYV+f2+IhdgNFEWQCsqgfzt8hKeQSWMKktyQiIMPTaKNmjfB
GSuLgmvhrZdl+hhFIP+SEVrIGja19x9jxgMVuqzu6Xv1aAbbuqG7lYUX8NfFfTkNKY/G2QTnH6Ib
Sm104djD3NApQ7nyH39jnAuMJ7aQOtzHmanHrbU67MHrrQp2XkspMySn87Ps8vSnzJhgv7/w5KWU
Fb64gVHs/Rf2REYePA2y1SD34xe44YMGBUJlt1PqLkX9sQN1NG2eSmOB0cl7UKy4Vs489pk/6/dN
aNwC683E97OncfdmbdC80m5pyPQE3VQU38CrfNHqTttLTe+9BJRSlikutbvT3/yDETX5SFmO+LEn
O8r7DwVl3pHCEQ9Am0N+VhuX5mB7F//5h/DTqbqq2eKfH2LXuRkBtWhXXY7EKyJS0GEl+sRQESDn
WPdx27AEzX7EEiQPBchpqKi2v+c8HTq1a8RnLL4fPDBaD5hu8fcyMq2ZpYZOp2u0SgH/KIogtVuI
0vDT2GfW7g/GArYiljcLN6CJs+j9z1KacauTjMReuLLUlaJ4Ld1q6lKPdALkpd6TN2Pg5jkzAqer
vvGwTSNQFbziFDByCqvM7LupEa37oKx4gt2QrLWY6qpHfMIKDbd6ZgX/bU+efRYjQZvKlBiUMKC+
/4ZxkWsp/pJ21QRgPhDiB+qzZQH/XXLgnQKIRq1I0VQQC3ghwQuIncwcwl9UNmFBqKFXrpKgSYKt
lSmRf2a8fvAcbAyStsKLnwE1nxS0JNTAE7QvSr1Wdkk38dKzxt51xHqc+aF/L2DvnwM/JAZ75ACy
zgo0+6XrlrSPrKcLTfCcI6n5BW+WB5TAO7bJByJoCCgBkJ/knOIlt/hPV1eDj8Z7KFhbaVZbs9nf
Nq4yKJZUrTpTRwskXMInLO2cD/kfGxEDmS+vEj4DEqQ1ATTfLmxQ/EqI3nm9GiU1dLK8GNAuKGBY
kApd0OtZnV5thPKP5dzgvWXzNIWB/IKZ+v4DuyYbRwnKyopulEogFs15BMPsJkhg82tXdfDUiJ9J
22vRshZ5jWQCgH6wkXOzDDEWyb668CpG41oY8jAFOFCmW/S0NQ5xoghMyNTvXlzPT5RlYwGqWscx
cKhFElUkboZ+rWmrmnjWwXE5QMUwtCsvXJgZ7oW1m/omIayhZnYcJHLK96qXqLccTCgKmFYifzFD
8kQ5C7n+V9jTinBEwGuYJgQOgXUdo85xKkVtlFWoW5V4LEupRyvi65grSFyZ3HytCGHxR3k27IkT
MqybAk2iuiIQiSfQYYd4AX2HGMtCOEimbTMgK9NaGD1pb1MO7RWk9VSEyQJRerAnHXaX5D5tQ3Ii
CbYWSb5oCBHzlmSUsUTkeHw9R/OUmr59ZXgpReYuvrbKgLbUmEX5TSqrnNqpMBTPsRuTdiPjNJGd
3OSDMr8A0ePqZviM8ItGVUlN6hdBZKjRkE9Uv1xoq+OqYdGVN5KnkawFySUg58VGwYNrEaiINCGa
BoxE1LEiK9Jgy0Fr1K5EgwFsX+hqlR10M0fNTDeQqj+/LoLt+IrgBU1eNq3OmRmbt2jB2Ic5umFA
3yBB9FxBusrMj7at5FbyVqCz+m6oNa44L4i8yMnTcqr/VYq/xb8XmSs6q8GkApXrHbZocSWQoj7V
dd4G7CQ4Wk7BE6F1RxpSG+7MWki3FsdissJd0t8Xao+3i3xLrGrEe7HncCKlliPO8FVD7aYsAqSQ
ZAg/54bdxBdlXxsgbSiXUgzDjiLt2qjQTG4fUY6T1op7CbpncPdDy2YPmTRWkIKHDDmqC7VwbWsE
gO5V4h/AZLHsNMt+cLWbyPPUcieJAgqVytN8GKAUZTsrbQhNVceorPeZqTXXWO5QtnoJUVrL3pTy
pwjfHGFOsefLK3QG4praUXDoY/wfS6I501f2AMMTix1JP1gOqm8eItcYCJ0LfLEWjWqs/cgtvIsy
segGkEEYvNTI3iflw1A/kyqko+WattULlx7ma8wKAEcszuP7wOi5Rp8XIRi90B+h//t1sdYruTDu
iX0lnb2wLFrNQCBcgwIuBMObsR9H/Gqx0WaBY3RVfAvRhm0WG3C6x35Wet6tqw9T/KRVSfpSbrUE
7idGmmZRa8jKt6SFoqhH/ml0Ti/iQrqqhzhvXkyvAPxX9QQzL2yjyR9zIzP6rzh8qtu+xQKMRkpl
wUCsRB1XTz092Eg6w50Z6Pu2g1uB4R8ZurxFJaK9kP41ddDjaogOwnfrg2bX7hOaTgOgBrJqC2OC
J/6EH/xffeFfvNffvFL+YfreYPr+r/30j/v/x3b6128/+Pbnf//55/7H+a39MR1zDY09Gr03If6n
yqAo6h+84xRINmI6sUynp3+XGQSoen1y6rPfASaBKOivMgP/S9FRXRMOCkJj+nOfLzNIgrc6f9nz
baPMG6nzy1beezqkpxFHTewI6T/aJf598Wln/OZ8AjspSQvRyfsOPbHRVF/wEZOKJ868vqfL/L0h
+vvy6uzyZk04dVTJe9uEKo86h4ylN7/iBwWR9wf3v6/MU39745achwLBprynAr8iCoRGA9lrIwXD
HoWC5ATtr9MfdOwrzPa0MFAL4Y58UGldKuXBxMJ5+sIMnQ+fzWwHldHpEoHQ5H0jpAUeEn5U28ms
8T862/z1gKzZfon2Zit1xfSA+qWRP5o5pbe/6nMfPPhpMnx03/P9pRQGrGR5ruwx06011dvZNMRa
eF+dmW30qL1uAL5hb3LU3tvwxrkxCROxahuAbH7obf3aU1ACx9beKupL4sUXQt4ZBvqUvss3p+/x
/Ynr7+8+O/NgO7YI8JXlfa+HXwdXXuQhJO3o1daSnaK3Z04WR0bGnPqD94JMo4wnrKTfVfaYfXhm
1hwZGXMujkezkdcCM96UvwxI14x+nVhnqiNH5o01m/Ben7HBkLnppFFXGCkImHFC5cX0r+VSkAV0
5iuYx0bJbOZ7sKLNLB7lva7+MvpqX8QoHrFlE/uNGN5NLmKkLzi9loSmopfT157SwIZPVwNMNM/i
9DLIS0/qlqXrwiiFs2qO14XhL9mBLn3dW+MKWeHwASLaLS0rgrjUlYR/2iS+xqs2l9bCQk6qSRel
h0AdUS1Sqn54ypt67ff6Hn5LCptaAmutt+SUUurDe7ywipEY1AkQ3191fcSd6AtV32WZWMcFcF86
AWZUXrDwLANhbCsZrVLUXUnN99ZGIV/+zIRME3NYaVSVXPNnP7KBd0NnNJOFpd2FIHZrtbw9PcyP
jZPZGohOSfetMZT3Q3pflN+hkymZdGZ1+o1D+mDp5t31boENwxbqQcwcoj2Loo94qjoO2JubDqSI
TT9sBywdnnYTaHiiOEKTS71SCdPtAn+f90h2sORasfTAdmhDp2dHMt1u4F22lKjhDE17ZqC9Px7+
PdVnq2haeUWTY9bdt22+6sTXCJtHOXwHaedk5VfiyvDvmmeeiT599w+eiTlbU5mW/ahItbwncBLB
Glm8FqVSgrOobYy2tB3iX0poMrV0pHpQc2tZWXoGASdBjX3bQ/fnsZGXn7wYC5aPhNpjwJeKvs8N
cJ+wRaI432C0doRN7idas0xYThjubJSBUIsB1tAbkw5KRR5J/qpMPq6W4CjDomOMdjBqHFQdF1Mr
tDYQZMj3nfKFuqo7Jd+6D1b0K6PDD0zkTN3nyAJozioNrmQ1XZPw7EVDd1Gm9+qeubI4dun5Cq5w
PCGHnp8VHrXvx850WKcM6NMejJRJu+ooJe994m+V79aA+CcCAqktSYV0Sh/N3fjUg6ocyLARsnII
g9vU8CAcGKtUgCc+Pf+O3eSsY2GQ8V2YEwMZ9NDG03ibSS+nr3zkBWZOM/7Ntswm5MrNU8GrxT/o
iKYRPQbqz6TYKIlyZn9wZPEwZy8CdAYhUZK8ZGoa9dGXtntWpV+n7/7Yc5mt/TgV26gaGBe2TWLx
ZtDPvHCPPZXZepfHeRrmCtc1WEbcpkEU1aM42lq1v9HK+9M3f+y5zNY9I04rrHB8SOfeZMZVWLyQ
VXb60seey2ytyozOGDP4LHuf6Hfw2/ryzHWPrEtTd/TtcCnsgiJk28v7XIGMHJYXqVtjYyUcVbYp
NVpbM/hWVvlClFD1tkiZnTCDJVTXsJs9Z0pqVDRSXKjjd2W0QfGxtit9F2j4MwUmEBfINGGlkJac
IkImRtpe0NxUQX/bmlcCBlqVPFdaupKGba07eZ1vA/xoJBV4T5oXntnTHXl48/qt1Jp9MsDY2Zsl
RMJiXdrSJ688W2uMfKjKIEimQ8pdOBxU9K6nf5cj49WYrQ+5j4ZcU4xxn1QU3LpoTdj9yjdue9eC
3i2f+/U/fikZs7UCuPYoCTdiqfQvJLEttTMT4djdTz/EmzWIOnzIjGMDEAUCSP1hDJ/G4XXwyOlK
ziFGj/2os5VC07JaD0J33MfeS4P/v0id04/+2IXnSwU2RAAjvKlL+E0Afc9RdI+sDvMORwcNCwGK
GPcG6H9D6dB1+9eSd2ZNPnbXswWCsndZqXDykawHy5rwxOzf0L//ZT//r22SPlshvIj8Vjmyx33m
3iPuxezHLhyP2umnfWSo6LONAP1mRPdDyWafArQZPfTyzSRmC3lni+7n6c848uTnfSzSjJPG7KfP
KDe19mhGRCHXxpkvcOTB67OZGsA2or7KTCXDpWCOnjvjH7vubG76YwtTLOG6zXMcOtq57dGxy07/
/c3UzAndDQobhg9Cc3/ATLs8/YyPXXc2HenpeH0Zc7u1BiFPuSfj+fSFj/14s+koCZwxzXRhXM6t
fKtwBlOvTl/62D3P3tfUxWmjdzyLNN9K+Ouyu89ddzYXhV2F6DG4ZVR34Bh0/XMr05zwiffO9up8
ul//wrzLmtWnblebTUEkU1VZFFw2Ci6JV2nHi89dd5ryb4ZaVLBJLCuum3i3vfq96H597rqzGVeT
f+ASEMnKbz730aVPdsPnLjybcjIxbhpU93EPDZaupx998kHM5hwNEPB5rTbuNeNejPf1uQPskbVT
m805P+iG1Kx5EGF+a0T1bUPwUN95S2IEtn1qfvKpzCagBxsHHB+f4hNaPUi7rPc+t3Rqs/mX4y1p
xyqX96O/qodt33/uXThvMOOQJX8Acug+ijeZ7oT25ybKnMuMpyNsCo3rkoWtNUTrfG4Xqc4moDoq
tB/xJhOVvYPS5H7y0KDOJmBXJwp9T7vfJ91STzeDdGZEHCmczCHOpA1m9Hh5DqP93JWvGr3HgSgJ
4AxLu3zQvGId1DefmpLqbEpGSglOszRHzsmUkpoHJf1x+sLTBT6ox6izOZkUXW6SugTLLg845+Oy
GXgN6OvTVz/yZlFnMzNKIOXIHnu9XhiOMqVIff/chWeTMUS1kacmj74tV4YJzPOTNzybinVqYIfo
LTanMCZGWrWfveHZu3BQhaGwkWHty2/UZAvm5lMPYq7pKFWCFEyf3y/19zGqGJ/w8dNXPjIyxGw2
lppXqfa0eiBXX0zxPY24Sb1zq6kyXeaDgUes67u3omyKzrOmDZgSfq8G/8a3Y8dv1kMLIAfEkK0/
TvlbRVQ5npSCBcUiBVRAuUCCqErgWQd5Qwb7me86kx39tbmfK2exm2SSWnI3VWtilIcESrRQr+yw
4mARDogQDJzGvKNJ/bk1f+qGvt0U0FrnE5IJtRj7N0WeXZdnFv1jP9tsQvdtqft5zDcxG1h/8Dvc
az+sz9z1sYvP5nMN+zKA28XuVsVbHEdrS74PJHHmVxBHijC/+2VvdkoxtPyyKkW/F9AwJJK0m8Jb
p/gq/Oy7WwVLyUZhIqSdGJo9KmiAp+EyV4Nlp2Hxg/KjC7HOFGzqqbSMyfCKTHlXD+2Z2zuymP2+
6zd3NxpKRSAwU9iXC0pC2344d/g7duXZ4tDDrY7ZrLDqDI6SbVPzzGp25Of6LQh7c8caWGmMFlw3
UCbjzEIzhoXsD2eex++p+sEU/j2131yesLAhBf7G+7pCzEXyXDQg+iAgCpAnNJ2LPsTxEz7Jrb0K
2x8pgGVxoZMSBg5pmRY/Y0S8LciVHCg5ue8VcJIkusiFsQwhJ9mxus2rL7p0d3o5m3bFH93sbL0h
Zo1oxS4ZMDAS1BTcVl2+SBTYoIiZTn/CkV9RmT75zeOg3dMUlSoP+0zLQEW8DvXn1vjfOPs3F47h
mUNuSoe9TG+Pg8knj9bKbKkYIWF5Q07VDn3PFEC9GIzy4nPPYrZQQBEAvhzytIcMNKGTtmd+xWPP
WLx/xirplWXZKCxAJsALGIkWwcqfu+XZq7+IEwtsI9pAeIljuWiePnfZ2dy2QZFXBgKv/VgtxQ36
3E9dVp5VoyR6vkhUYYh2RLZdffqys5e+HUY1Yjm337cPuIp/5HH1cvp+jyxF88iFXM+9uqxptLaQ
WaRvPbFmrhpvTl/8yKiQZzMP1gK6ua4f9lIMxnxRfm6TOdcgtwNb4yzlsvBaKeAWn7zb2bTr3Rp2
ZsZl1YN+F/afG77ybMZ1shTkpcaASP0b3TS/xxJh3qcfrz6N1Q/WTnk260oYZX/OOrfKHKX9hnN8
oddOkblrY9xK44As2LuVcaJKpQ5pAsw4mVK+9atyUyKv81Xk3ktSvs4Axlu3DFwHpnggHqLyySCH
ZqgRIIfDYsimWIVi22O5SMOXDoyFrgwby93ozV3d7QwLYMHWDcHbUWnEhUO2dqk5Q6GShQr0hyTg
UV4kckkongKQ97GUv55+AscG2GxtqMk7IoyuG/bISCHtAEM4fd2Z7P+vfac8Wx1MOwiKwZP7Paij
nWHee3jmI0VeJ91XVyIT92cc/5KS+6J7An/nsf05/bkffx88o++XUb+XazctOGmjMsespQ1nMpWO
XXe2fERBJ5NjLVFxeG6JZPjc2+QfUXgEskWeq0+XfSV2G83v6afw8ZaASLD3T4E3njKQF8gePHwy
2MzF451hvLjgiU9f/9jTmNbCN+9tlZwNgGHcduZ+AewQaGdKwdOW5Z/TEfvl++saWp4aohzBFyP9
AvnI3xMh6k5Pv7XJuc34sZufrSd2XKvswCkCkmPstUDBlqcfyscvAsSg72++MOWqLbXpt0wusCss
wtRGJH+uuXTsrmcTNRqsJjGA78HoZuHZEvB6+q5/Vyw+euaziUqEFpqyumFz5x4UT70Vw87rtKU7
PMj+o48Ya9Q6lND6Oob2HeC2lJQrcGXEgIINq4qN7pcb4hl2KY1L1YtWRd4s5cy8VRBQSxKnlHyR
pb9wopfE0it42pTK6WgAjR6x5oSTn/4amJY+HjtzTSMIp9YSKqf6pDKWGE1WTa4tLXrOXfEzdBUn
o76E0J32MMw/GWqdXizGnjCcftvGgFsbE3xeDNz/qs07JGkpgTHNWjLiTcSLvTRWQh4R83io1LSl
inQrF+nBSA+9rjlZxoINHtVWHnvtpyrwf0dfzVy612DM65ACs+iHXH8xGxDzEDjJ5YEWYazVlCxz
nAKD9pIHB9+XULQY6zq78f2nGBO8Vlwq7QhPCn2Yvk0nAsJ425I0XCFRz2zgzjrhj9ajmifLsn+O
AW618rcYMC+MZVrxMmdKKNSDtughTFuWRMLP46jfmJlw3Mi80Kf8GMtddvFqlB/dgfgMT1tFsn5l
WF8s9RBlNrEa9tIe7BWsHMmFORLKN1ZoODCDV6VQCAF+xf+MBP+7Wkc3lUrcbVF9bs39LR98s8qM
mutloA2p06gOHTKyEs6MlY9P45Y5m0s0lS3YP+y18/whsw6QPw9ARC1wsOM6VzZetHWzM9PryKg0
Z7Mr0D2YqzonSTfe4b7CjnRhAJs//UUmt/pH6+Vc29EqUpPZFl9EBnhhlM/gVIMBsvghjx/ibGs3
W1e9rWMIceZL5d1nebeLq3spWoORWBQ+qGuDWOyCYBjtkkPTxoqLe7mBoKJQejB9x8phMFp3pZd9
AfgZxzHQPmOdCMURKKolG5tadIEGrUNe16xESpQmwEVN7PzwS2Dept5FbV5IZBqc+b5Hvu7sJVxr
Zu8CQ2NA4JFxJbrgt5+78PR834w0Nwb73Ek8x8Qmv+qmbB9OX/fIrz+XQ4++oQTFVFixqkNYEk26
kfozWt1pQ/PBsj23pSIPL/Qh4VXZQiX3op8F0do4gBapH65bVuzBKHaddc4pfmRDMZczuyogQZj9
/T6a+IkPZXSpGeRNtWe+zLHLT8/vzfO3lCAf24x3kBv0kEmDVT58r+zJo3MuvPTITJlLm7FTyVEz
7VhkkDSQqm1r61Y7hq4RnfkOR17Q1mxbIdJaauKaFzRHNbVZx93q9Bg6dt3ZtkKJg1glhohthb4G
j5zUZ1bBY9edLYKdKhpgC1Q8Deh1suPpZw6Bx37L2YqXTuF+aemRBRM0S7NMkU8nTqXdNNTRzqwD
R8b+XGpbSk2rgXGiPFd8iYvvmnRVRt1ClSv6PIAqh0lwfG5jceQxzXWsmRE1UhpSourr1BGNdYHQ
7HOrjjlbdYD9Alv0q2FvDY4X7MNz3cYjY92c7f6VKFYHCIw9LbXqUumGbYbdrWgUnk68kyVteXpg
qtMI/GAJmgtRjSwgzA8e8d5UD6mET0U92MBgR/lmzGoHBupFbkN7upHQ0lvBRtVIBKuugZ0B/h4X
ISzCeli7pUIWSrHspOCiDGynz8eHvHhMNcJggnBhpb+i5FKyCE4PynVROpZhrU/f/5EqrzVXuZL7
mKpWycxK668xwSwFANew4YydwIz3f4QJCRWGWGQ0GYr8ltiy2Lg1rR9lXjoFr7owQXUMeBp6336k
rkYwxrIN1zWpe5V/q0RfkmGZmOdW4COvEnO2vPQ9MHa7puGIhbmrl+2FGn6qCAupZrb4+koIdZef
0QOqgicUdtOZeXpk7szVhy5QYpmsGQaI9ZJmN1L37fQvpxyRgEP4eX/PYy2Dkrc54JY0SwSpdV55
F3Xfk//P2Xn1Ro4kW/gXEaA3r7TlnbxeCLVaSnqmYTJJ/vp7ai4uMFvbauHqYWa3sb0lipUZGRlx
4nzGkXeok83klaAj0NDXsxNy6cSevWnoo0FeLQagqVlFDMUODxQZ2ywjMn/CfTfUq+dGMbBqCGRq
L4bq46ZJBMsqAv97uPwqb4zMwUlghRXCZzqcCAZLpvkj13YN3xbVTm8vBt077ZZ2e33ZN852mD8G
UMrt1NBe3PquXE6aEBgeH+6FDvW5rs172C1fPO5jpXPjqbZr3O823H2Z1ZHUVez4rwPfcTcm41PX
sDLKiyBZqEja5dMbLvYAe9tiv7iwi7RxQbGheHfggejFMOYIC0vsYacOKdy9N9+X9GSqe6Yui5Sx
JCe9u4MbHsvXunaouxVpd5QdZ3ZX2VvX2gCuGBcLib1iW4FrFqhjDf/HhT/U9hZW7QJjvK6xKecc
xIPrBPPvZlCJbntH0IeeZgw9Fe5TocZIaGc8ui1///2b/2pF3ewCQGkU63UkahgsqYZDqf1wD9wc
snbrBi38I3GiwEM+2C/fheJ/esp/iJG3mlCGYRDQpCZ8sJ7D1xo0XBnE4BAQcI4K56ExYqt+rp5e
8tRZdpr3ojnvOVCYi78O/Ce3/HCm9kJ5c3a0lTPWYLjdGRVPHdxOe4IBu58Jo+A88Z/7CePrcGox
oMLIaRs63lYn32zVa2r+h9//VlvKltKqKkzGbJfGQa89Llg2Tg/WtBn1GBY8Pws0txrTklm15GJA
/s7QP49xP/nRcrvVlfpu19kevSoFrjZ/MSz6//65X9Sd/VtNad243f8KbOC2Ag/ULgm8t2JMTRwp
nQbrB+MCCyDLe2czIAXo2ggZq34D6GPKOcC5mJcVMgKrNcTEPZxTfnHYGPpJ44PFwXRMNcV2d9DE
AZ7+3EgGswh14F1L89MMqlXXfmg+XYNXdKA8hwn4pp7goe8v8L4cQZ59EPzY5Mkg9x45OtbBcdLA
cX74Td1k+oGrzQaAh8uWsUtt7GBN88MPvjkRKniJ1jbBCjbMxH2X5TdJwhcBx7kJOHA5sWCDiufV
YblYuM85Kld/XwNfffJNyJn9hmpSy9EsedfAdJw8/o3o9YtM4Z8BtX9dpjq4R+kKaILtFazZ4aZc
uPfj9J35kvFFdvnPkv7XxxddYemFY+MqCN4BLzxgdzBM1egmqlJDSqwPHw3MvJtEdHXZAPYA6Qqc
EktWHQZq4mjWXr2u/Ag0/Wex+1Y0u0C63mLIAdBBd/htPRWW/ftH39CtbJYA3QF4lVqgXA+9HE7e
8c8+9ybvJ0A2Uovjc0GU8Yu4+PjZx97kcbBNXeaqhj7GdJ+4vvmhKNm/tTDsrdZlWo/HbV0Yk6Ty
297H9XD5w9lgX3fGv1bSqFeSAquEljcMPjxvgXPGg99aIe12tTfCW/uzm3GxGOKKaYD8nlHIjAA9
DP3p0vnvReVgrHfGvK957OHjvDTPdB7vFMYoAZyPccrkLSb6DCAwjFAHYlNc/UmeF/Ow9CfCsqZZ
SSNbgMyzhqMSzxbR1z/7Im5iRmU2usUoXpj9atENSCU/+9ibgCHmqQKmG69Lq8GYy3Txzf75YkPf
inSL0aqMwbDQx7ePypnhRNOjPlJUaOsAeTkUP9xNNykGHMBniWE8hCWzi0dvSIV3/6MXc6va7cXi
wMjpup+mlYQJ7A+7XLeqXa3PydL7+FxD38ln9d28wxfv+1a0O1mWJIs3Qt3O713M9gJHSOwHEIN7
cfezF3ITCazepK5OJGqDQ7uXAiVY+U0698XZcqvWdRhgqo6JZ3etFwbkrWntuB/87Ai/VexaTmfD
3wofvjgJOLRC/+Zzv3rom/1oUnAmgAtBHK9e3OAT9PiQe0Xys3d9syvLvHcmZWKRMExj55H93UNf
g+AfgqN1U57z4HxceT1UD0NqT6uOZj973JtdOAVzo7sSj+vlb8TY2eRnvZpbte6icR4w2G9tcTG0
9AQwxx89761W118mVIL0GkHPiE0ROv8/d8f/kyf4tyLd2cNgp+VVqDhn+Wl8+NnD3uy7UjpcX1x8
6LjjyXeGH18shFs9rYJP6tLY//ukKPv8/Un/qXv/YXn9U1j519mbiw53AGOatgpwO0C4oDBp3V/K
kFFvC/AjRdTlV6diIFstQPZgGtei+9mBe+CfKMyQQuH2WY8bRnXWIFbruj3rHlv63IAUCWprXDpL
XBL1DrFcwmAS4QGWAQoYvMzFEoFUuBGwPHDKB788VZg44WtnPFgmSijH3hwzSZ3I40/NyNathfJ0
9QKFSATChbWuCwfyV7cxIh2jMdGke2AH0nVet+uxF5uigLvENNO9GA5AlG78IRvyyzShoLItyEo0
ZmYKKUJgEyF1haUdCpcxzcvTooAx0RLwPVYmTpRQzCoEpGsd9GodAIYMu7vMx9xyp4L7oHSdkBbE
XfVW87PrwNWw6t/JUE+WEublPVpFdZwD0mj/LPjdqqeYjlU+ebgNlMNOmM+uV8N54oeihFv5VEBk
STsLu5M6v6V5N7ffnOhfRGz9JviBpq1XA9B722lOR99IbHkF2cV/X/tfbKhbZRJYKeCnmQTHDOYY
q7i0v2l8/PmhYez1n98gB0eRjgbedDFmyMThhZ1es6i/P/Q/Wtv/3rDerVkwLxs+wEAJ5wwcHIFJ
B+49QKR95AX8+rsx4iAdC4PEbWvCovJTc58pdK+1yDN7BO7R/s7n5M9vzwuuWc2/Akflw/axchHo
df9Z6x/bn+UscIr9z88tAakMCNQOW5M+Cv9oyZ992+bN4W9IMbWVQvi0UvIw//r7t/Hnl+Dfyvl7
OGlbRVCiKZSS/fzN+rn+pv/9DcPV8z/fgC1owIDmm7ceyGg2atrLAIWM5kL7903Uv35Hf/oJN4c/
OBIWUwyjGVbuph1skHQw6Btk+6W4b+bnH72bW2l+CVmpPYF8s23WbP/DHsWtIL82cteurxpQGD08
MPxDfpYq/1Pl+Ndy1sCWgLW9hm6lPSStdQH29Zsd++dw4N+K5hlAhpOOCeTtwNdyAhASWoq2+m5E
4YsVeKuch77PnAyJ5+4ERDl3OqbQ/v71ffXY1x/4rxdieoA7kgnRsfJeQbkG3BUWpGbTfvNWvnru
m+3Y5kyorsTqYMtRzAf6nabnGmT/sLQN8z8fW5v7CXbJ6KXmfh5RqNTQFIpqTNG04MyDEA7qYZnw
7+a/v1C3+sbNXiUwHHZBlMNOKrIrWHHoXydU2hx9ylQjMrsdQchyE8oZirLoysgTvMP//gV99QZv
NjHoukqJErGnvqBl801k+Gey8w/v71Z1zyuIzAKK4NP5ZAvQ6FD3ofSdY4eKOmjTMcjesAx2Eorc
aW57YKE0VKrX1IbqpOuy2YcZsvGCT4hUB/7yY6sfl35TE8wrj4+VL9cEUyk5FIQgDv1S41st7mrA
VJe1ZGM6eX7Eg9+a95215D+DHn/6da7tiH+t4qq15s5y+LK1DNR6NjYU4z1tEwULNB1QIqhw7Ho9
10dML7Tiaq98Ls3L37+fL4Ls7TxAVTgYea5w22yLvSQlnGvXwnxqgq3yf9hXvZ0KmIEbGbAOIAl5
XC51+vfn/mJd3c4EcF6JprH8advU+C69ZJy/2/Pws79uw//+Prxbn1JbQXPT9B2yWxhSDzIy+1+u
2hH92RfvCurC1lqR8VjTIOq8t7EgaLpvoCGBJyiPZO2F47gqyM6nE7zKnpT35LvAuz9jxYZ6q2W+
0cdCwywj7NYC/WSInWetLfxf5AkIsBnQPGnxbOllpkHg17sr+LuuBMzQhmIT4J/GvUx2vqEB3Rr8
3QvGsKR15FpGmE/wWrE/ekesTe9e4/6hB0Gb2AeU2BPf8bNJp5lZwgWiL2OAsi7LZMY13Qz5SRlw
s/fdOO/yWNfyiGsrMHbxsyjmv/1QgtjdAzZFlEjQco4wKh/z6tKiMNEuFObCHajZ6lJQPXW0x45+
UM9AQxt/CjIVwPPZbxIzv+vIBgbb21yV6WSdlmUHYXMEEh3sWkNP2/f9ZrSNCODOCOS7WYOZcBn1
xsoGj5qD1+KCjNf3fcLyDyDc1OSHsI8PZ6P6pHhF7igjIlWi6YegXemqSjjrV7UBb/OZTyHV4e05
6+tpEdmsw9JQ+1DtdJoRdVn3yfRNPYiV5b+qq/K27FHCTR300irzqaXbQH2U+lqUj2ZfRTocxoei
iGftMPljJirnUeSXGhp+0GIv4FcWYBSDhwWmpErhhwDauhs78lP1NO4GiplFM9OdU1DJsLQOrFlC
DWEJXLP0ytdqCAgKHujtiEZazqMhGPDc73W1t6kBoLYVUUw/GBON/XKJbe8OVTNUjEIx+Vk+D5Es
myhAn840t5zX4Vh/eKw82AvsszDNqawDXKVDXzgRtJjASr01Uwb9cay4my2FEXqyTXCQQg0i9JgF
iZ1U9p1jnkRwT6b7sQKG/TTO6YQ/Dtf/7mhXO8mIMThLPtD6gH93+Pd4H2QyWViKzikPEkA14wp1
81YNqJ1nwuShiXv2OB5G6FAK9O/cQ8u3zHweZgZVDQIx/LjNF1G/W+LV9zNw7Ob8xZCfDf43z8hq
WN+VHrzQG23fVEnV7PPlNTdXlQOdcAsuBEiGR9oczGaNdDrS8EKNIMfsMtSYca72bbsH11fpl6DU
4boOzYx2yKGlqAqa6PMRdZyUaAwoYxKL9nmsAAkHotxCdsFf22rdSb7PmxlGhVOqm106MIgrMPRS
aMHK76ZVax8hCI4G7eCMe+UO0TAkqsVIdfvmO/fd3MeAj8czl/dwsI9N1CTgkrdHnpQMxrEleGCx
AVI3auunpV87w5SOZCt7M3YJC0tnw7sxBBM+0mApPyHqaGB9BdfGLEtNBCIPs36VFwq7hiQbr1xV
oIaLAKURCEyWCThIAXf8zMrrsMSeKhq5D8qTYx89/QTUXjTGEKSjJ2bIAt4Jbx4/G+a0I7Z5mRqo
UKwrwPCxQl11gdKpQ28X93S/u6uHchVwLYZ9RAKD1E5Dfxgq3EZeWvqbT4Dx+M6murINrSqzrEvu
t2FT87DXYBKCBskkLCjNVWi2Du6jMg7UfRDMIRV24rEXl9eYbIX+nALqRqaHBsUU2fO4Mu7gywvq
ogp58CAFNFDYez6x46CYwCw41HgDQftWAltAmBfBQn+FHn+kwekDcCLNcnYulP49f7AN6PJEuZqa
tYO5c2+MMW8AoVUdc+sRLL7cfJQlP5iwniSYdwwg6zAtmkJan1DxCtxzZnfimevTLwOKPi/Q9pPA
IdAtzdU7M+rdNsy5XF2N1Ik1rDluTGONGQSdvvSQwDcTC3WIJGTjxNS/ejfVwPzcz6wLA5mn0yxj
vpSgKDhpNa9FM2xpk16hCxpKxG7WTXfLiLHUKunkthHPyj5K9uiaGOA/a90TSqga3ThIePA3pgAG
9tprV5wVVhDLQUOFSN9nbVhBUl9bRwMrxpR3pEdP3iSpO2ZAyvs9sHEoVD1W5Z2NzVJ0A1r1m9wM
tmiORR0g5m79OvV0g2AdYOYMjElU6HTor42E6pfRMLMKJ99oPVjeZREQWzZxozB5xp76HLOeQY2f
tFZk33d9YjMbZbUiAVDqvrReO74xAKuwChq3GqpxGC+DSgsOtJp6FfS3Y64tgaSPrnvnTMm7sQjs
iB1MdFYVWw3NL2PYVHiknmwgllq744CMcDs6ZphX92rOtFHGc/4IBZHRG3FgmyGlqe5Be1W+Txiy
C9TZETERdwF75n7aTkdAUKRZrofhgmIPjtBmVu+LbYD7WCWmpmXNglX04nZvAnepwuAo0nmbESG2
ojBUqNZmhanqfdcZcFXokXzxFQESrO3TZj70sgIPGNGriIVxMuoe2NarjGJJc68KDUKS0jlhGHDd
kMOCCnYjVkr7cOFhCNGO3mP3Gyh88ghlQtyMHDj0wfI/7Lo5osBNX+PN0osoF8O9xCEvzm2dzuRo
W/FUg5RYQvuS6VaGwxjasaguaVg2sW686fpqMreO/bDIo2E/Gs3JaiTaY2emQcCFAWZph7l5HH0/
NdCDgg9GheNQFU8DiTlgZJLA1OFSjg8azj7uw0l9oPA/XjiKt/gZGP0IOnIkBFrqStvy4Y2A0tpz
O1QjX5syjysIy3o9GQMkZOPK6+XeBzmZD21k+8gLFnY0eQ5mQ35oWvQhkLW0NcCWqgKwd43wfPDo
ViI69ZRGJSERIN2ZppzI9MC0BSZEdmNiYjRe0rtAI2k97islMlA94ZAnw6BMMUd2KlC8KgTKs2j7
lsWnPu9rc9v2H7CK1IxTU2wGeZe3MnTYy7DkCRGnkiEGT3taPi4lLHEXHgObNKBsbZcvon2qzLQG
xNOTqcR8jV8jghEc77IC0B7jOkpHAP8EhxaDSlHZlVhEHtBOMEZBBJieguC+8VbLcGBOH7PSyRq5
7YP2YFB1AOt0p8EYCFS4HYOn2AC9vVbifAGQAjejD0wuZ1MvLpSxiOZ5XC5NVoz0fZjYapKJh186
D3jU52zXKgVn3DOSQ4QCP4Xaxm3ezLYHPqaMZ6B4wdVLDRN4WRl2gI8s/m50fpnAX+fX92qdRA5W
NPaQGOrtgFfg4oZRAhRVjfCTzjqdpl0NfDMLW2QvC3J6y0cNAovYQobNrCJVtROb8y8NB5wLN2DJ
DzN565FM63Co8IrVgrfcMREVznKUDiAftn3dAEEhV0QE+wGDTpbz2+MirT0/IRqmwvJuPcw6QBfg
j2DdVLRfNcbr1NHYbQYkApGxNwYrzB0z4UOZGqWbjGLFOYunBsOE2tULY1PLfe3Ku8r9dO1T7l7q
9oQEdBAi471KlnobEMhLDBb11QomMZErgT0A/hrqsgqcvMZwYkBvwtZ19nZfx4IhN+zNFYCgoVja
rG9wsLEmEwzjYECMuGBvmAjPwPhknTQxVmVno/NbBfD6m9F4GD36ZHkHa3qg8zNyhtWoq1fAIPDj
rS0x6ghzKQhuCvqt95lmOnHApSXx4h6m0QvBD4omicWItJyy8VS2TSTMc6dE7IO4IukQaUiopDtB
pK1wIZgyw3sqWitdZLcbOyecr9D5jp053CoLbpxsB0eOkqFg9da0OtwFvIRU25LFOWoRQRNEYgQK
u4VJmGujItyHwYLshvuRKL3I09eMI1us8QEtXgoXsVOnizfBVZqeZnlktEtpLfZgSUZgEK0gI480
uF/4+FAP+oyKwijaBaKH+SuL1rsRht8WXvOiLbugg37Mdl4aBFQOex0DSdFifg4Y9HNzUL/6di3U
2pmaiGGCaAqQ4cOIxnSaxGqnS72orMPm9PsRJiwyHJHJT3Vx8o1pvwww37AcPRq6367XH80S4Oc3
YeWJ65s4vFTszmLlgaFjFgfRY8bJ39JaC2FCncBJD3dbzLn1GayNw/wTnJo4Hx6lG6x01qWwL99a
wQa/R2M8FU6RFXMaTIllAbwI26HRyubW/6hGWOUEXVJ7U1yQmF4npndSDWk/p4N3BHAr9DHV1ykI
1aU8MAoMsLqY5pwNqAH1uh/CiS+dSvPMabtjAwSRHBJWHxdHGptugebYw4ArInEfSQFaO8TxyBwr
kic+6ZNy8TCuqtajzz49eIOHCuw2RDixp/QO7i2ha55lX/5q7eI0I9JgCrJjWbmUEeQLbQtf5GkH
tDSSO9iBG4japZi6dQtjmcHqD4G/dTAnBoOdULkdZrbAwNH8VU4vgu8VcREdn8vgF4z5aEhh5FmX
BY403IDKARJ+RHF4AlvSOCgfdZ6FkwjEvNTQ+7jm1h6cYNwwrBh7K6PLQ4dpSYKD11F3sFFMqA+r
8ry/V850r8O/WzZ1hKYPBhszYWSNjR+4aGE9zbtAU8movBSsCAgFIqnyhBUydKt748rSNoNonnGf
wEVSVUuksAWnvEvk8ugJpAStHbVgngeVgQM90LIOIsgWobIe4L3Pp1Ng4XQ1jCFmTv648DpqneKw
2EFs6mu9rk8B+/SZHdoY4BTWFC8YT16gNZ8mOwJ5KZx9cbDn+8U6dirfLoMJUjr2o7MN8vOCS3lR
DFke4BZMWGwOdgTOTAY0GPAT44729qcNV3q49LP+NFip1x2IsYEndBgYL2b5OBbnMSjCYNghbkHN
zss9q1DWYBJK6NSFtT64ZfdaUUV5bkbgvZ/Q5kL+AFqUTzN3Ds5WVazyOVgPNdnbQM86xPxdI0N1
x2KnvMd5ZOhWIWMIWpRglrDkVhq0AIRhNLarETxcLQNlcaNDiiXGGRdyFBjg2wZzaDO0LDjwtCSk
uEugyZu6ubbN3YOFm4bw0ExW99JbwKfBtd9brIxY+9HFAO7Vy76fgGPiiRkA8u7TqEa0M23jWGrF
XqFlrPTYxiiYhkynJZhRMmPNBGhgdl8n/zNoii0TdWiUv8A0f0BX5oiqCMwbjE1X4IRrwJb2bX4v
BuDUFQzz3ZPf90danKvpcr2YRi2S4XKwokrtmw4NZs/cu2qOfHtAerbgXgT8NT9QYPjm5Q22iJHX
WaHZacniv1aoKSrsItSNoMdtCrTIxyVs0CHuXvsGY+vXSk5xGfhbhXKNa9vIzJqYkU/QL1DXIsC5
Y5AXRvVghk8QRpro+rrBe+4Vdz6YVEigHemvXImrCrN2RW3F1AXQ5jpKw5OiBd47SDiezFOfveeG
mvBWDj2g4hgZ+OphJZ4RYM07D9DWMQq0MnVRerNHGxd87AlgAQbg3LXpGnjWFhEruBU5w1PucgTZ
zwWBc8DIZ5WTQ6uNK4KktQGDQBo1FMgVCHXN50RFBGk64APna1nEwDmm7OGuMlc+O6DphikYWJt1
HyV7C0S+LfUhMxjOHWM+AZaVeM2ntmRO66Rmvm58K5vAwSoWnulYtZWF/HNyVg6yB9yNDWtJihkU
NqVba+b5uNf2cdWSVduMpy547Qx56FGNchwrlCNydaIfFjzagPFWARRD6T23y0b3nkZIdIj20c8n
lDVm/86J60SVv7np7wJUhWrvMIsgrZFTdarGlPer6by1OWjtO8pXaugyYacCs8hava+RyY3iuepA
p5ShLRNH3+flANAXQ37+q4ORclW4IcVm4qWdLsvnhIRlwe1yghm3JXa1oRKGAnEFUyUH406or0G2
rY6t0p44jC1l3R0qxGnWAJ7QNusCGMUmWEKjghyNnrtximuQ7XrcS5cpbnHThvZ7R0Z/5xXWCghd
HNIkDKbXdpBbPT/SssQk/rEnfqwxGQ/Bmy1suGaV+wqtCx3PS3QXb39cD3Z91ByGzPiz9UdAVcdk
ZMj+ehHX4xiPpATXJ0e58iFf8lXgZz56XC6oPqXXbFv+COp1FCzIrXpnK32M1Oio5A7Xe6SzZ8W8
CUSEuYCIe9Cmu22kNZCWiDaaoVMPantHJwTxgIduIZK+n1BqMjD8oKIWWcHEbFTsIEQFcIWNWIDM
wNwLJpWROfH+Q8ju0SNXa/rqSGYv0UG5JG4QOyyPW6rwV2VcVCwqTLVTPhZKW+/IfADK7VKx6cSn
DpP2CGKVltpGmY19jjoAZvs7taoRqrj36rl1yKB/AZAN83RIQwA6LEzEDfdpwFyWoRlnZgePDlxd
UJ14wJRuBK/3PVuCh7pTa1sY+8Ee93M+ZQJSWh2VbVNbtw1s91GAvP71ytaQjXeJN1VhM2prHIfm
zAvcMZGOkXE/zL+miz9Y22EYXkwFKYqJW6jMVUrA8wzd3sE8sHZXSJTYgDsMDRRHnMI86dxH9ssX
HPDwZPDGcqVm/q4HNGtBU2Q6RvZae9MaWjL0jpap9nXJ7a0DucHsAF1SJyYQiJiAwvA/+IFz/zIJ
iKLZfDBzI+7GXQ+TjunF8qawzu8d8kx4sJG03sLb7qVYELkDlfFljpwKG8R98kfgboxPNj4x8Dns
wgMtFBCdIU+KmiatqY6CN1PoucUFlxKoA+Kxw0U9eC4GfwOi4NukIN11+/3MnLVRczhK6FodVt6A
lhT6ULgIKQSiuoIOXmF9zYmytchjO81QO4vjHc93ZN752nGq8JWtRNEWkU4eAF/tXaT5wQBMgQ+v
CrN3Y9vhgLksesT42YGHm9QqgiTKiZb8cGHl8kntjHIKlIqG6pvAPSPgQ6pw7y+CB51fvKo/a4wl
QW1uOjGjfs1SAVsfYkENNd0FSFcFCzacmribYYX5YwDDIBq65asSdy0KF3lgbvTBQ2UT8PiBO8iZ
lj7W7ENVrwlE29dqXUp4vzLNs70cCmjxfaXiHpCGxGpYAzn1xSEYYxm7N/862VjLtAhMNMFkev0z
YDGphV4Vw38OaBJc/3ydFc37JVmQDCrDDynG1Iayu9574JaED26lgRSxgaekfdVjr3XYtVhsNyBh
EEtx9sBN1JwCtVTnc8p7uAvBika0fuSCHLq4J4wzxjXaOvVWtSjCcKTSk8XvRO9lk+KhQtc5n/SU
SNSfgiMB6VSH6EXqLBpmeQeUyxsNMH/AASBtX3O0XKdPh997+fsicUxqXgreasZslIPh9THS3x69
Z96mDUacuSLhaj8VXSpkmVjy6Ppa6uGv0+UDt+NkdOhGCpmJwI5h9ooZiiBEArAdJDhSe8arjMyv
3bwunG1rgnvf7QL3kekiocoIyaLHGqoGlZ74OmY1DTMqXQ+j+W8Ca5+ixGugx2YGyMN7FIxnzFIY
UH0ZRVZq/LkczUeqnAbbUWUofV1af6PRVe2RRA3r2VnedKSdYIHCaAoDkGSdq1XO2EpqMPbs9LQo
UaWSMs0NJ9WxEWa8bFn8nururRQtdlgTa67CUfvbn6eon/zH0oLNZODVd35lREYNMb0G/dlSmXsY
wqSkNpBbb0a1xbGxxgLPBq6vuYE4UI+fLqJUL+hqMe4J0CUunp/h7c+lRIkx9+LZt9+GYYRSrjwH
xA2tEWe008FNq0cBaVm6VTf6bezpdjwtZ4CCjChAuW+a5qSzyh1cW85gxuyUqHe+u6yK0lznmr7S
Ox+3OntXlN3ZgJBrGESW404wtnbK6nFljyCPoG1hNHtiPdSgkFbvQfVeqTeCI8CAt0m9G6y3XqHU
PhyJc1DuecSdrYNXMEElEgUTTWuSenmvxFMwP9Xyc8K4VTcf7HGFGj5kgrqfooJqFU7i1hhT2F/b
19wgGME8oaFo8A6fcCLm2UdVJtDX2rCZ1Lnme0IPdrM3in1p7PX5fTKvft53WIbxSOtUatoZpqAd
QtOiV1GTYzC5VvNzgcFO4R1G59hcT8B7VtSX2cWFlLVJw8YIL+N3379zJ6UW5I0CJy6Q5XmQTGWE
SOTDwaW4c5HvOijCdwU8PoHztWi0QJoCg8CNZ+MChllZawNO7vV6OQenWjtyiepRt9dy67JYfOfg
SCM2WoEr2JKj9ZYJB2PDyP6Xk6PWefsJk1LILXZSB8KUrCzgranaV1UitMepfOATCMMblAo6uEbV
6upTI7amk1EriNt+3uD63/jX73srPeuglQcxHB0b1iXo9qKZRlC93Kp600nfeqkWM8N00bbpX80p
2FnyYosJXsydDjea4E328uiANBgH45ujPw6FkeKmlZKgBPEQuKsh6YZfiPnnhQQrW7P2V3ucRp79
4qmVELbLB618bNEvGu58GlfU39jFxkdqvrK935q6c166aq1xkYjZzoR+MNojRvnR1ohE5o+Qm5KE
5DDsEdb93BpRg3iscoZ1e7Ca8VzWB08UCQzSs8bMX9ziXCAi6A4MfpAjomGAi59fhp2X8TWuM61r
R9K/k1qz1izcf3T8IAoy0z2UkokuUZXU7ij53ZL2PWB9sozBTrfI1jWXnUnRehYCOFwP2l4YsDbI
w4PST5wrUJ2lLpqPIKGUqALc1biS2l2VKpB0+eDL/+HsPJYrZ5Iz+iqKWQsjeKPQzOJe4Hp6zw2C
ruG9x9PrgPNLaqJJXgU3HdHNJmyhKivz+046pY9uyVdsub2hLyCc4Iqa816sX+SyW6GbWsikPmIS
GVoi2rUkXPX5K/aroiKXkfOTNLxpuuzKbK4k8VjX7891CsacEab6XlU2HULBmCbDKfX7I+yxr447
UyaFfZKx/nFcs1oV1klu/EgZb8yxYGIQiJk2cNyQQmazEX8qmJxJkFJamMm5iQJsKIFJ84qOCMC+
MPgZ1kxg5CWF0teJwKKk6NsweGyF1pF0iTWWiqysrvuoWHqxvEqsN3qGX8V+tcjJv3pWaXtY3tNn
PYqOXMsX72TO9MLlr8XhdI+FRmnKjn72qudYnjbqdDPKeCVicjpQyqIA/hMNjWFOmqCXp8sg9Sqa
Cf+7OepWGyQJjiH6xIcO3bu/P+7n0lBjjt8JlNKMXBl/M4tNqiVrxTxl275w4/GI+OddZPqJQMec
5IC/XXkgerXQBkIHxZR0XbFsxnrt5cTYFMdbaWuE4qIX6EGoKFt2jPtA0xxVvnOHmDD0LLWorbTM
w2RGJDc7Fcv2rE6OYL+/vLRpcPx2aXEbjaLvoThOyHrTLhav+gb2gJfnh6h5pQa9LZpNWt+g9lH1
kxyEug7FQigMMA7RImYPwU6IroAHN7mWtZ/Zd4057ofXkZFMsMDUJjY5Zzqlfv+qvxryk4Lqt7st
zKSpKhGla01pdpDfmp9x2ad+0x8O3GVlZpQjB1bXQr2gh8/Prnc2WxhdJKmCpYNslJeiwjbU/tFx
54wfo1SjogtKLneQbQ/1oUYa5GeHnokD6Ygnp2ODEzGt92K8CvqfzfRzno9PO4HUa4dhL72Md9nr
9xerfK4nNP6g+QSyYGiDwXSsos5C5tFqE42W9Ek/BhSu47MgUQgB3QtLmGrWgEFK6otdfMjVB0oQ
gnBQw11ANJGHtMWS1S2ViFVEp9xifE1bsLJdfzpV5wPRWrfSveg+tcWlJYtrXbj2vRZB1E4adfDD
fEyJdPn9bU3P+pP5xpjNN4Yc+pJMxn8fd1cDrJKubOnFUHUPSl48BTm36Lv9z4bonPMzRFqixwVD
yQjPxnJlmLff38MXn+ocyaOkapNKasBs7x2ycNorfH/cL2Z7YzYF6GqTw9rk2bRCxkRMF0bBJbFk
0gH8GCD2fUx+9vxns0EbiopYaHwDoewvx/QizQ6iep21j3VskWV0KSBvW+VQZQcjfkyrM5b1LL0r
BAGhW7Qgi0nqOl5mxUvSPlrClWvcBfID7dX1gYQtHTXohF5NVUsBzI5HaieLV1nxplAnpRO2Lucs
5zdBdKsFNlrmhUnJJrTWEvAlo/CXtXEiN2ujOxfJI4rPQXihSS/W+ED2edn6Z1J/PupTL7bzpLRO
hXLfh6dBhuwgKygyPubkd/SiPPdSBV0kCh7vEpyhWY702M2uelW08+S2dXcF+mxr5zVHXN9faMIN
YzYT6pjC6rCBSTSxOdgMInyiVANbc+hJ9OuIH62l5kl03MjsnJ2wSvLd8vwf4efoLPtxeq96KxM6
jF77vjjx3E13TEr9xSCft9aUM0/1BfQD++aXeZ0fWdO/mtT0WaA0BEJmtgVy/bS902gvihSU9NgS
6pbq4fytSMc15ar3JFsa9IUojnSYpiLhGXZebf1oy26/q9daPJA05GFT1TA0+cTLxnsxqM4sNUVt
oF+YqW9DFlxLJJf7QN964ybxlKWfBIeBfHKkHBJ6swTKMWf3V89q+qB/W7trNe7SMZKICXYQCLqf
UWiMOUarrahmlz6HDU6pxgXHiCmfOz2MOUNrajYQJQkjxtUoy71inNjo5Q/XQl35+CiCqmvKAvbc
PhhhMDhJeCRQ/eqiZ3OjJCQ4rnOO63vJ0mrJdCAm6X7WO9GY05pE2nUkYgO0XHqhOvqz3cacrVQJ
clrFPV4R49691p+/XyO+GGpzrlKke5XQItOZ2CRVaFc/3HHNSUp6V2VuNz2B8X48PUb6+GJB02Zf
e9LAaVfdhFjOKtalhR4dDZIhIpMwa/tnz2P26akhE0oXK/0+e2zs9O1nB50FKSE0ZjEwGWzlfWE4
ZHF+dtjpnf42TSRlwKY7I05ExUiZy3r4/rBfPeXZJydrXil0sswWTmk2BgLgxMuXRqWslfgYgPer
U8y+vkiGrWmixIUrT1HirdUvQhrVW9ERctEXoe6cXNSIoa8IUs38OXSH3msXVtztTdKZg3yOmedn
YfocYBTGaqf3EeRcOUFmvrFqb/X9C/jim5yDiORCbZuhkvDU33rXws8G9hxCpKsZBVuREoEmuVuS
+njav7/aL2bSd6b0b6NQdz3Qm9NuJYg2ESIn4qvMT53vD/7Vo5h9jrJFS+EEt+OUre3a7aD88GnM
vsh8CDUy4zziqloNk1588f31fjHy5igiEAaFDD9soCUcouAacH2EZu6iGELHVccjJ/ni61HnH6ge
mV4dchLSopOug/qCiupLqX620Kizr1PR6BfiVTAd9KIKFroq2Rlyw+8f0FcvdLZf8DRTihqTF6q5
0OAgPxyJmr867ixoNuGJJ8PANcua3b0I4fr7y33fHX+yv5kzgdS606zI6vq9iCdsgAkYoknrvUMI
nVXoX0evRfGIr6jCqzEUttCLWLi2OppLUV7olLPiDDXXmS6bCICxeRT+OswVip7Juhtv1HSYKv17
35SXiCUnOqiS+zdWojrmoK+zkaysspb01iZhtlRBaLjp8+SOECIRqcLjyCaLbg4HHWBfP8Z7VayR
al5VSLsDnfo5NNnEeKJE70jssjxSfTolFz9O12Pcb+W6dGr4fmZqC6N+iL1ha4X8uHnTKKbWN6Pk
rXycSW1yXsHzd9VLU0aZkMj4UW8A2KEueP7+MWvG9P4/e86zXApWYUkiNu0gd9d4bW/d/kZDbyQg
oMzMq2zg+biPXSisZUvZDla9qqNyN1Q6NYydUQ/U5btNYpykLuRy9Kkq5PLeolSeL1rzdcpKRNmu
NDATydl6QpD0ihMhA/DEHVLBtadi2OGnw3hWRK+h/IT1AYfDdUrhMFU3I7Xnvln1KjqW0QNvaHdF
YgfovIPuJcP3BcJoqVbVIkYsbPQ9PqCNKoWriOrGiCgpplCvvdI1Wu/2SvPQxtY6Mbu15pMkQaE9
PGfyc0inkr7bhugypLM6XgkWuhtqtoW0LPNtL/8iTb/s9OYmqtKzXKj3Q0RRqaVSiUm5UrJliaTM
RWMSKTBgu9uhQindng9I5r2EJxGeGtTkMKihkYKCFoDdF5rLyi/QgKmb2FeX/SBcZjWazydJGhYN
m83cz1bRGN329P+Og9ts7J2s3Cv6KhOp1cNzbKTSNvhhl9yOtELutO5CwEFeqPyyHLQoZAXRVhCM
N4O84DPI9VM4WIs+3+h5vSirCxpoLNOgcRT1JS4O2qDZoZ4ulU66S6sCmyKadK6qDZRnHYw7raY2
gQV1vWublTjS2RpPSuJXl32RT+ovRasuh7a2TZwUjSzY6DbWfXCObtpIUicGUG4I0rIL2m2LCt8z
4iVtJcecthP+uBUwWKmnNNizY+TolhbRKMNcSlyCxqkLlCythxRrKjA6suraqltuJbdatZ0O6dTa
SVg9LbfHU5U4vlFvGmptdeA7MWKFqOzXhf6rbt1VEFibFLam7CsvqYd0GoOWR4HWTERHD2Q7ja+G
UpkQMUtdAO1bxqex/BoY5wNWBpKkS9IhSFMt+uclS9NotrWvLYfJdzi6iInuYyu/MEeYTFRQtIWA
H0EQTqywPskp/Ba9k6j3A+13x+BggL9rNmyEzsmXnZljd5CsS8l/6z3cmhKShBxlu5Yte/Va7Lqd
Fa3JKFEXddcaegtOvei9FVU6GBxLCw06siCrooXDSSeJyMVSRJiF08XjdWNiCCqQjYrqIuWNqeld
2d+JjESkUT1FArd1l4mbIZVKFpUnLMsBBgltX0bLWCjdHdzjKvCXUY/FJEGZOiarTtmJyBz02kfO
RtUyR+0bYwJ4yiIFW+G2CJWFbyj0SQTzl+BsLA/B0K+gQIEedMLoKkpMhANvrWIu6FAjVTshxZxO
nqhveeGtvlTgBSnipYbrGuMO+HAZfFalPVZZsvKpZpjhdTJcViICc89a8jLQWO1lHMNWit7eYhyT
jKyjOyEpIRMpeDHkTdyZF55mXbXGHvlWguw5D3YdRPO8X+mlftIwQRvVvRDjCYzwigaVLebAmkNC
K4hblE1Qz8Z+5MT1fa/xfTbIdOg40ipvEBuXsogBa1DtXHsqULfW/W3dp2sxMKi9XkQm2ExzgzhI
qqNl49M7cjI/ttEuG88kljApuKsaVPHhk6WrmzzXkRuWG8sQyc61iwwrZ6y1C0Hko8Pwc6YnF1nE
MO61hYmuX7Q2g3XiGrRrqwyI0dmyrW9MCfUmGns7i/w3MYx3nn+VUF/nW5oWxE5DAGXcqV3KFJk6
Y+3duVS7amTBiZWc6N6j6SGFZ8DV6Oc6+sMsBkRDOZ+oaN6GKD1SWuhk0XiuF+JNgiZ+SLAX9ynz
cmg9JgIzot9H5TrudVuv+2WpkXvWyuyhbPVtKx4QpfrQYmA8YB2GQKqnKyXY1+2zVJ4E8YksPphd
vwozVuWeomQ1IXO7vayy7L8OdbGtcmUdhZdoDZ3BTU/YASxV3hvdYMroSsthMmMDrC30tTXFIzfZ
SIZ1UsonbflcUJH3umUNvF6v4Rh6uTOYW63sF4VxU5uP5JbsMGjtQr/Vkl+KftWGD/QNs1WsJB5B
R5M+G/gYRjrvyJVxUYbneUW7FO8qLG+TYMUXte5cjqbFwYkXDecdPcECYRd1Blo6ZmA0uLBVl1Rc
MOJpxSIKKzzB5q5KxWWXIB5IqtBpwks3q/dtik8DLY6OzLtAu6kTmbCZ0i3rwR0uxShFh4uAxfOv
vfGKy7BFREei2T4rrXsoxQtBvemCdU1OGCtVH3TbWNgZLjlh6ySihJQjYp9wKclgvDQZK077luHN
C4Z4lTT9oTawull8v8W9a0nb3qfKWqHsFBissSjil3EXGkW6qaWtEPSEwh2B2qXWHCPofcG0MOaM
N5/miS6GmG5vDad1JdkBc3NV4gwvfqlduE4JrWqELkGZ0gQKOzv+Abr/Op4uLDsf71vwa5STy8hl
cXOvyiSxE80jzpPtjM8zzMg7mtu6aRFdYXgP6mXpC5uyyVCFW3g1r6wYZWiarfQaURXC4O9DLlX7
ImR+z6n+tnHLar+Jcr8l09uiV4xxvQOvKS58udlUQmEHTMY4jTedsi7y8WBKD6X5igZ2Ice6bWTt
wh/xXmLEylF59KGGI/uMDiOLEVtEN2IgFZxCbfbICoP+IsxjJwc5r0fnTYppNZT31aQlzAlQKfXV
Kq54I1/G6XUkXdSAD8a6s81McUR3sNmrviaYUK1oXAUeVCqKBsMFDdNXGUbOYNvhEwvqcw0VkzLQ
g0i8aUEzGphJQvck9l+Q0mp5u+v0y5B1KuxSx2MvaTbGSRihSCOb7xJZYWCjzpBFtEnssE5XO0hB
0iIpAizlqxLLfUd1ukQUxHQwlo9jsYf5QySEXdnI7kQB9DWpxAlD2wgHrfAuayauASdAX62s4sTS
TsvSroMLORs3YrgdeO8Vbi7XQ1UsZBtF9paI04gLdm6+duOt3FVLXfftkelMM9BzYrYwVcTZUu6o
5lnKpCwWzUKuM2ZxJJ8YiZQntbnskksf/xlZ2GxKVQcXOUI5iBlWaa2CiADUXAs6PjVFPATx6Sg8
smSgyOxshcgpby+HkDqptxLdk5HFsyyuzNG0PXkt9Ivu0qhOin5cuFOtRdx744WcXhvSuRaVDs2O
FypF8qA5aYz7Cl9mvO2Z1nTCZU1iJE+6eHgCEe99DB5NYBMRtv/qyu1uRfHC957bch+Edy7e6oCx
kDD+FO00956tEi8VBw6vszKYOl4TazDhmlj3KWnRX8H1zHMfF05voFumEZrTYEQsE/G6jy8y6uoG
nQcQ2jpmIm8tWVqZuntJU24nsvY0wjCjcpXnyO9l+VBn/jZl9+MiEc9iHeUUr8caKBcUt1n1mLhX
VXAjJdYOkxBAQOXa7Zt7Qcz3MZ90ZryMen/R0vuTzgu0ebNTGp9V5J+a7FqtmSFEjAx+tnNRfyoB
DwC3dCB4Vwi8lhU20VZkERgussSlVVm/aN3Tge6dOUq34smVLls5W5QYMSwDfoF6owGoTQLcsmJ0
UPObNl43/X0YDXbW7MCVTY1CCVtRYalMjJJykvIpKvkFXYcXfGR44PEx07qBj/1JCi8bwguRt2/d
4O+i70jdPZXuXqEqLJ+TLiHcd2SExPV4oqmHoO3XpmnZEEBqcT+wfiTqY4jTobduVfNNoqWfHmSO
12aXhurdpJi1AzAjMFBqMPB24yKN91mBIvafHmzvNf8oxUAdBn+dSC9uPThmTxiAKnxZqhvVXw9d
gZN9L1HEjHX2vtVdFGYYoiN0cw2mdjAMbXVjCtVezGgaU/g1e2bd3YyE11lT3fsAsnWrwYPlr1UL
kAFVIh0PYluj80xqx8N1UKnFtd5YW5j6px2ufmNA1RrbiQ4+TcJ4J1nLjhY74bQV7wiFcP83+rmG
+d93TycXDfAU11zVvUVtjmncw60MWCAZ/RWGpoI9QDcFc7TVs4R+5SP3Tb3eNjFNGNUuEA9ydtuT
QFPiAaPIuIxcInK8HJJuXuYjfUKm92kN67TdVO12WoTkuPgVqPEmdJUllvOlWWKIUK8GUggJ2SYB
S9YYezaGD5AV26BBBq1v+n5XheaZoSYYa4MTRQGSGyMqLGrH99Yh0BWzSi5dSV3XOGG8sjl1VWUH
N209+EinOpq9lf1mVM2t0Yj7KmY8MiOZgJg77UHA9uOmTFDVpYfAvywf29JdGQn65mt69uSDexhS
4yqOuo1kojwEhHNkOfsifzBLFOJc4mHgmd4PGAvxRfvl2/cHfufNfZaZmKUKO6nVO1Uu+r3Z1DdM
ZqcumJ5eJw5VAEPQI2og/jcTRJ/mG7gGYhB9iblsPwrSWdSbW7Eab33zV2h5p5b76/uLms792TVN
S/pvS3c5WgX6eR1sWKwuIoKgSaLc5Zn9/eHf6W+fHX+WYVQjs22LmJJeLip2PYo3nbdLZVoVdb8C
4cprJArzW6lDaVzvOtbEZghPY+O0ONp+9x3I99kVzHKQAMoznTHIHZJHGXHYy0OCH6RwUJLt3M7C
dUGXyeysp49CgNO5Yq1KZFaZ9FDne6SuPVQFUxZ/luufU5R9jGBBRGF87wtrqbsZgyP5RVbXL17l
LHFp6Cn+DdarPeb7RUGPXbJx+BI3SCOu2DxjDkn3BEC08oiXKVX/NHgpYkD1ki2O1VXGijL6ql1g
UmMtcFSs0j2+hThl+3vR5g+Kp640vVmpo7rz89bxhQcVhXimmGdWdt/l7XLwAidJbovRWHYRbrh8
W1UHd7hN68KGbmThiJXqszIMlwlQkZJEc+GeK+bOZDZlTlvm+gHnX1HcRWJDeg22Tc01YChjdq8y
DEHRuDTyB1AhsYubbVe3ELlFGxVIkxgEj9jkhfrOZ6LscRz1WTJlEpauUC0mykDR5EQVT5FPsBgh
1AWgEdc4Q33zpNb7raCi6J9IHY4ZHyzRwcSqjtgVi1M/21aDu9RIEcrkIXol2YSAuCK2BVmNmV7a
qnm0AOiGRzUbbsI6s8vG3wJMhbT1YCiE7cE2KnY5KTZaLQXe09j/SjNvn2P0KXz007gYIbTIylrr
Dha46oy+BpTIDuMYnJZBwGpM3M6q2kkh30piez0O8A47o7d2V54mQZsyeNVYX/uHUJVP0uyXkhWb
2BzsuJnc/bvcvw7K8SHqCH50fIO65LDlXOYBKw42vSq9bqMTOTpBKArcyQ1X1vCsJJIziOGlUb9Z
/osq+3beAY9LDBIfIXutaFHK4rJPN0J+WRu5PSr5r65KN7Uwsmd7MNQ9QnLsrvUhURQHngkbeXUJ
VWnR6sn5iJm8w29Utv2qy1wSSPEBw9t7h3HPjx9MhAV+nDlNfh+RIG4meyUgRWMMSSMZ+0Q69ceT
muixHLwbTbgbwnJvpW+Gj6tWS+xeKZwBX0HTWaeqr+xqT3kOFDIQCDcs8U1oFbzHtNWqNLC1OY3W
70J8W9DFmnxlwddIE/U8NMQjdZAvijnybE0porBlyLgdUUdL1vCq93xbMJGQ+LjjxmMKhy/m8jmX
G1prKgMR6vZ1dJPQZlirDha21u9n8i/2eHM8tzWmbFKIpPaZuAk9Gub1w7H94+fzljxbIgxPClQy
u92+r06a9ooV4MiBv6huzZm4uqVkXWqQKW/AQ7TuCBkMiBzNjlPx2PL2RbHhXSH82/KpGWlcRaPG
i8XJkUc1PQR10mW7EGRJEN744npITeaZYGmp5vL7N/HVa57N8+koicYw3VbpPynGFBni6QMB8P3R
v3hoc1iuGfl+Mja8Z08T6US+7+UaAyoQuu71+xO8D/pPFuQ5OTd0a5S0msIKqA/TTL0NyuA0ytVn
ySNJT2vegJm1ll6Mtmd7G58m7r1ZsiWZOuFhuIOyZDc54DBv2EQ5O1oxe7b0ZFvjt6R4typbyQnD
eJ8STR+54q/e8kzJJuqDJ7p5T6kRh6HuU1bQs0MXX0X+Q5ffe30NZc17GEFyqUA/rAimjyGANKsX
QoeqK8faWWFGMjORktJTKryEQOC/v7avPstZtatyQwm6nEkuEd0hi8hAfvD7I2vT9/fZe5oms9/G
dsE+WGpURkKdhueJNqyLxHOsutvK+rDOsKUJUr6ostgGXA/lBxpHmt1aGIQkktpeujHDbhnqj1KI
kjJTdlSbFq6PJjVcZsazFzJzR1fFBCohrSlJhBn0BBVxCHewoLwKnJYI0s2NNpVZO4r/ELlPkZY7
+OM2+RDdZkO/iZAbx8G5QjE/pc1qYz26rrqsrHUagH4Y+2e1Vy/pGk2WQDnyVL76PGYz+RBZvleA
5N9LcUYSJF72AINp9kYl9y/9+n+89P/pvWXn/3rE1T//i7+/ZPlQBp5fz/76z5Pgpcyq7Ff9X9Ov
/e9/+/hL/zx9ajG+Z/P/8+FXOPJfZ7af6qcPf8FXFtTDRfNWDpf40eP6/fBc4/Q//78//Le396Nc
D/nbP/72kjVpPR0NiGb6t79+tH3FcTKZjf7j9+P/9cPTp4TfO39Kn5KnP37h7amq//E3wTD+LhkK
XnpVIXgy5ckw0L29/8hU/i6qVBA0TdQUQxInD1aalbX/j79Zf9dVQ1NF0ZJVuDv65Cqqsmb6Ecez
DHmSeim6pYk6vSj+59I+vJ7/e13/ljbJeRakNe6ZmR1E03RLMgxl+kO3ZEXXuNXfP5iU2l2lWr3q
FJBD0SSo0pVsDN1mHHUAK2YvnwpJW2/bcZCn8rtsXVq5rp9oYhweFEHEMdVU9JOqxdYRDVVbk5Qq
yJf3cLesJkD97nMcT9dgHhmAcn570H/dze9X/9476P8+8/erNyXZUFXZULTp+j9evRQLmmW5FsJ9
QTfPE98N9paV0JgUVCXpllR7yEIa4AzDRPczotTfDeFYkH2WaMWXqcRMoYl5uRWD1RjyEHq1YRuC
Rp9KQE68oDePFYVrTdaLe7y1TPEBnAw3NkRbCpWws+U+hNDVDxQ4Fb/d+2SEbXcEnZlYlU56x8fG
0ybBJsuEahUaQrtC/yGvij4L9+TC+833D+SdmP3xgeiSLuoyj0bX0b/NptY0ThPPbCrwPx1/jKFl
3dABgqSYGfSk+dxVbJTIqZsJa9O2t0IfRbtByl++v4zpLB+vQlYYz7oI5taC/Dp7LfRvSTL4Q4pj
lgkbnzwAvTaSudy7FnmvIaBZZyGOmIObsn3+/tQfo9VpRDCcTUM3ac1KMlOZBWaZT4zf9sy+Xct+
Ryhha4odjBTsCqo8NSLxSaJ+f8qPMc37KU1NtURV1jVd1N4dgL+tOS1giqYujNoxKdItZd28T4ry
sjJZbb4/0Z+P1aDHpYxxTdMkxZr7+NK89VJt1GtHDWMsYzQxy9Y0TqpXaSHj+zbAx1SlKe8I3LUj
Xc2kjxv0f92kxWQgKxr3qczJ5iC0KqxiTe1Ebp2tk7wg6aWnEdkyfAmxWF5DK8GVgJu0ksbb1D3a
pfyzm7e4f8VSeAh/POVK8PTIbcvayTQX4Uj21Bf6fajE4qLoQObUEsQg/fr7B/4xQHm/acsSmbN1
RTUMbf41YeTrxLQJanAEFSFfAC4P9Vl+8/1Z/hw/pmQxmUuyqVkSc/DHSazp0c6khlU6Bjgwe7BU
XOMDu8yUPeSR8PuT18i5oCSJoq5aJh/px3MRgcPMqDAtR0BJGoqthaS9CX5KhnoCBo0hlQxxiOEQ
xLZcV3ff3+n7p/BxYqDLh2pBVlcN1sK5LroiO2EwwhBeKfJrGeGW6ctHQ6wfFa/ZSG6yynLPXQQU
rEN69IqChejJgnUyYnUJem2N2ACvvhkFy8g4ovf95C18uLRZvFxXid+6HpdmaNZOTq1zS62feTWb
I4/gYzw+jSkegSHKoqwwPTFVf3wDupCYfQhpE3x1f2XgwKDOdwsUqlyYDbg5IVz5on9idgqomohC
DjRx88g88uew5hJYGyQGtqrI7yq03yasIKwxzzQ9gwAKimOo0A67XCmO3OnHaPOvG7UIK0RJkkUG
3McbFTNUIZ3YcpbQuIEidF3H9W3Kalv2lfP9Q/1z0jdZ+y34LEyPmjGf9EM1trBhNSBaRgBTo2fc
k9SqoA/4E4ESY31gysd2/p/dnjJFdpKmIAL9o2lTKUlAO6rSUfPm2rOsaKH75XONza/1ldfv7++z
z1ZWDN2AhcOZ1LkpqhD0kdasZenEQ0hJRiDnpJkZOHEadkAbDLt1XtN1uKvN+wxdhVjk8pG3+Ulk
wTM2aXyuqKYqmnMpKJRAQSzqonRKXT2xiC72QdGGq9odbQDQbwOv5SBJYUA/6mxN3HoZtGwhjzyH
zz4e9X3+F1kHRGu2ukeWlxWyn5aO1mf3CgKlQZJPBqm+zqX8ltDunLVrXBTaL9WnrVOfEbb/b2D/
Sbw5y8f/a0yrqskkRXBD/nw2fbZJiBKk8kpgq+3ghK1wsCIxW0du6Du1BgVHrZwWU+hKLygw9lbt
0p9c0UicyfCgagUF2CAtIxVMj1sI0cagBRLAraO5nT8Hp2VCCSIu1bhISZlNMqKZklPURODWnXoT
NOSrQ/hihkk3trEVjnX2/HPqZCnRp22EoTJG1dlTqTpZb+owlhxLq9rXKAquNCVTfrXCsfB21v99
ev585JxM1DGiadI8JxmGrhT1kSo6UiFvhTi/H5VIXQ5pdd57hLQw40mUl0NKUTPd9Z6MuMBC8psn
sd2IERVHQ8ngyfWmnUbGY63DIak7qD15CsK1Bke9oHgLIJb3o4JzWWgyyqe8HmzMIJjjxP7Fq485
B+bvyhBZClj8iWmmkHk+G3dN6uu5XwCCZQPlaFpiXvQetQATUL8ddOmxeXk++//rfKaksPNkIzlv
kecnddiKeTk6JRuDfRaK2kXlubr9/acyn5Kns6iSZJoinUynmPXj7B+rCGgCMRkhnUCZH3P/eeyD
x1rNDxVST6sekyMnnA74e2jBCRX2gbpBUKOw95ku6LdFrc8739SkaHBkz/Du8yKSHb8pnuRSepEm
ln/SkncPMzyN39+o9Mn7m2JiZQoSVYvZ8eOJNfJiYW2avRMXaYkoEQxnhjKipvQedZWyk9vcoa58
Y46/fN28SsUASlZ6cImAxiy5lyX0tlBJj+VC5x8lz4ONAnOUoYqaqs9NeH3q1VXKt0DrhYqiTu+p
2xy1zdLKh/zINnzWH0jTOJepie8bIEsi0TGbbqJBaOp4Up/Vmhcvy5EGl56SY3mXyV+zS3BGQxZt
fZSeNJQFQzVUaNRydNiZumJ4mIu4C56/fy2fDAdTk43pcugBp8wTtk2h+pwr6p2w0mmSPMmFlaLK
4TaNT7Iy3IcT4tMLYn/1/Xn/WKoNUWKRZCeoMQVPm4aPw4GcDfN5H3bOUEW/YhpRTEywJEpsNMGB
I5vheOjSJtvrsULiIYxK9KlJUb9+fxnvttOPnwOBgmSqEixnJsz5K2niQmm9BuYMblrlVcvdh6gN
zjoRR7hLcSzqGv0aPDC6nQoN6GUZ5ljO49GmiuxfCGa5jWLDPDRtlG360vDgsHpeukgFFPDo20vM
GmN2YQilfwZWWNtG6ihtrXTsHMTx6YOWFBqsslF8rHMAU66a0XXFbxo2/GmxKgwI81UPM2HIEzuu
2uSUose6KFJlKQ9FstS7VN72avickl/bSaTCSLZJ/WWdADKNGxpohHK2SmX5tuiU/nKIYZqaHbwy
Wa+00yLT6LrdxtlZUtXj2rdQ4PuFFNoEoxiKvQ7ifRwV6mlthqQjdIiO+76TopvIgBewzo1aOeZV
+mRU8CYIn9jzkPL7Y5IQBjxQWmN1DnZ6qI7qDQ/1OTPyx6aCrhJ0HnucalNQePUG4Ug25s8JilVZ
tXST88o6jW4/jsixCE10uWWLT6HRXk0YFzey5KabZBRvtRJA9/dD771k93HocT5T1CWJoo7M5P/x
fEmAZs8Hl+vkhufeNhJU3iQwtP9m7kyW41ayLftFSIPD4XBgGn2wCQYpUqI0gVGUhL7vHPj6WnEz
7T2RUkmVs0rLQV67qYDQ+vFz9l57U2g7fAXL5yUbEkUs9DuWwRMSTp9yS6aPcd7q60hX3o8xHXkQ
U2NdE0VQXxxeiRzWhCYlaO8uX7MMJ9+DPQdIiUo0Rb3mh2zV2RDQKnFygcDt/3xOv35NXF5cx7UD
Glq29958nKt5Dtpp4m1qo5J5fpucW+hfd35teHa8ODz6o4m2vaNzZ/XnQ1MIXG7QuwtK04PVi79B
IFm0317QWIR9FOIM2oZxWia7LC1BHyq/ODqVT9wQYnVyWpKMWf8YGX1s6wQHlFdYxV2oivKb8ZPk
U1R6l6gHpvplpyA/hIpYgSUb3GuyBeZn30MS79Tjj3ww4pTGPkC5TOT4VQQ7pyYslbsaYz849ENh
RqIa5upsGuhtQpxsnYuD41Tude0TexNPxdNCrI0sy4j3rq/IPyG6rdWF/jJXQY3rpMpvSyPNMQ9b
faiV05z73NFrKpbgYZzd+oTkiEDGsBmKYlsXrjxaQd4eYj91HitbM6ccycpYWG8PpRrqz3Fvi30a
4p3JzYBpoqyRhyYsM89xUU1P9G2CbeZmDMLCmYFN3aQRTs2K/sK2ljYXoija6ibp8u7OWDP/jACy
wp07LSPT9nF5sbLBeqHOFo/dJNWLMs3QoB7PWLVF5xTbFFnqZ5OTM7M0k7nP0iHf+RcOqN1byV0e
ImsUI+jOsbZCGNOOpk+eImKJHa1fkBwjZ7DkaCPGZ2xJPGDZV5K8hbI5tRHd5F3WwAKO59Tcqtqq
Niq2o2aX1jHa6NDCc7SfGVAeSnznj0Xft+lqisjuWca8BohaVABupBWcRCJIdB6gh8B5Lb/4somv
FUD1XV6BhAAr6UBMRZw4eronpKzKkNfXdJQ/U8uQR0PnFJufVukhX+DMEnE4QACtmqs5S1EoJXjH
7GgczvPse2uGTgVi6Cm+BJ6kV7PrJHudJiBkS4Zpvp1C+LMRRKSzTLdxLW7j0Ia8icIl3iDo9aqV
7HzrSuSx+m76mWE4LnLGVQs7XqSsPW2ufaLAYq49p22Q14cNzriWTfEOWxSzCke4GbW7zKN0Ffs+
zMDABHhfYmsdEUGwRx4pjz4C573rJ8PJhgJ5hdDJP+RttzzYlhO362QERLaKJiSJi56je+1RtCyq
Dm4y2YW015MPEH3FTaPqct/Xrf2xDWR5nXiYqqppDndda4tiayflcGXarCHQzQs+ZmlAWCMpM1+S
wWsOS+maZu0uGS67bC4+JUO5sLyW821ojZAeHauHaVgArp1UCE160Vsx+8NmMZ7FSyaSh9QxJBtV
OoA/P15w5so8tBb1xWqp/Oa2nfNwV404M8aLlFf24oTuFEAi/bDb0Ju3hjRRcJJCE5KG+MhEvkAt
2if7LikGRE91hUDAlcq66hGinpSXth94TT4PupUbz4fHbrGn2Peto49BnwVXtp9Y2Ab7ZLMoSz8m
Wa+3JgqDZyNgxpvYWV7rnJtJNJ9PSpXOCakjgWGw6x5TC16duci9W63D8bYdFv3VYRV4JeyGWxcW
6XOtMmf/zz1FMu5tc9O5yBJNxT6unyv0KuRrHXRPwA74frZ+czL2t6E7Ma2C0SoeBROCBzQO/UF4
uBVACzbXfh3Nd1ZWbAPZmfMAquWhMthhQpNWmNxsb+focN5aDml6+YTny9jKv27YDV9lRfoyeSYY
Vn2YWmvb6uUh99S9Rybmya1JmXMSLz0nbFHPBNCEHYEhsT2uHJI+7vpqkbdTrwEhl6KiWEwzFYCw
F1lSrNQgb71Ewefw8umptJotcZXLh2RKxUkjez1yiJa+6QjiOM0QK7Ztizz3n1Ww70vGXeMwhmxI
EofAl5C19nOu+bOk3SJJG1qgznCSv00Gan/fEEkjdZ1czJlESZaFSDB1ZCD2Jy7Ec2WTdkjg+1ie
VDUcWnDmV03eHevYj+7GwG+JQlZkhNJOPDFj9vFcljAk5qF5GHx/+bK0XfLJm935vgziDyUZot+9
Rbt8exK1pocmTnK2yc2DrLxO52U467CLxdGKxDDf1oTdEvEChP5iE6n1XZ2mrTgsY+k/0EzBMFFk
zg5RJH+YOZ1+GhFiJFtjBxOewiFClVGWbXSf5K4JdkBXhw1XeML6OIgSLaHnpEiRJTqOiUH5uB+8
SO/izGBzbhjvGpzL43JEhkzqZF2W93Xmjc3ab3AStGn7lBsbEnDbenfVFFbfUwIBPuUxfqVy6ABA
j8KEn6TlYl6KrYq8oG6snlO64wQajLgRtrFR4HqCNiMLIe6D617b35ahwjg6Xqy+aoH32xBmiInm
llDU9FNgl/k+IXLLW+WOjxXASqYzzfHxi86s7CWzi+SxqjEoFuS3Ysw0k9PvHONgaI9ba/lsuSMx
Om7WX8Ii1FIcVLTwvbEJJQxkfs98tPqxEEm/FqiFYC0Fw/TkGTmfa2ukK0K4zpoY26pYOdi5rwQs
+F1UISUZPWYyWb0nJWnaGrYnL1PgoOxXhP6EYVAvOyOs+BRWrvxu28nXWo/6LupV+82qc+rEIR/V
k4ErWTOdnc25FoaqBsWMfloWh8FlpexTXSPlJ6TSofHYm0f2Qaguaxi2LKn552Gxg/U4Qnrvywuw
CFdKW0Uf7Gy8Zr/TraXBBBt00XXepveEORAMMTbBjWV4WceIYAS6joRgEb7BdE30FmPueqIGVaZ8
IBaOhEwBoD5mAvnFpEuRkIqyfJ4TN7Z3LNLo+Yf2Uly4GBKSruLtjOPgajbOVUTZfyhMS3iDx54H
iLs655NFtKpWPRuY2GlY5WQHpXLtypalXZfMEbgmvjlPU0isyD9VUDBE8X6Ma3WsRnRciE2L5iBM
cuXzd7ylXOnOfEgJlOj1x0Jd6piW2FxPeuS1pOP9JCKsQdGQXhtImDY40k3vNf5jSjUNf7bb64GS
2spHsRtj4hOmvuADapGjbqkOX7H+VIZEAMfMpgYiBViQnR8hz9RBqXJZ1Xahtj68vMIavF2Nj2/l
h1h4gmp69tLBOuQkHOL0rjmgyuKPXKHsa9Hg/s5KW+8yX0foqBuqaz84Zmo0F9dKd9e7vnccLk2j
tonNJ88rkqsuj/gCtWh1bZvIwQoJfl/hTp5yYuHERGjOQDTPKjKEk2njZ0db4uUa0hFUxFRtSdRK
kEdt3Ch95GXO10SSoehC+RbY4IC7WZ57b7J584V774fC0Es0dgXxORl2OJvLu2yq5zOukK4gzKOO
TzP5fdeKgSF+xLjaL54gPmNO71jbCGbjylDBztQbREUF28kLum2iyW3Az9LdKzMwS80LdZN2SfMw
ySjAc1a8hiPEozyngbXxSBu5MZd/Ybd9itfSTnLI55FA1UwsSpx0/rbD73lgD3TJiGzMVTwZfCtR
NDzxO9cjb9fVyLTt0rUXZNgVL7NOoJv3GYR7ntqrIZupyGQYg3sn4K1uwvTGGZTHFwvRGmEVzTYJ
i5NRpThZLs9mSo1hDU55CLsQT0eHAp7QRZc/Pr1Kz4IXquL5FIdy2SiKwaM9ZfLJCqvmJgdAgrNd
JEfZZ/Y5GsJmPzo2m5xqyCxvI+zJoIVWAdYWDPk3GhPhvmnd+cmbMM+nQZU+uKmHrKMp3G6tcQel
K7sq1a2Mygzna6EvomSLp35h47bSgW6umZEkGOnmWepLmggvz7AIQsOgXWfk9ozxNpIdEXFTEOBW
tOTy3Uu9esIDE2T8ThSO1OlN753nMJY8On5bfUl1Hn0Yraw+9qR/V7sonMhmpWUx3nc1+9x1ai/T
qenD6TRWjtk1joXyOppDPlNVuxSPQ55aN8SzgH8eFqJG0grmNxf7uUZfsxlcbEeh4tbbhWseujpV
L2Ysflhpo9wdnSzJTbfbjZPYGtSpP9UdqpQZ8/rkKh9+g7GuokWmOwHw4SHJvWElGhF8jguv/FSM
GFCZCSd7sE8I2uKS8iVPuKhLO/Ph7XVFrJZDJeiyCh6tro7ubK8kqstbEqKfyRcNevRtJrcuWTXE
To+AtOae0BQaMT6Zmn6yHpkFzf0yb4sZToEILBTRqP1DEmOkPpBS3W+9Oa9fZx6vjR1phYuI0AFF
1chsv59JZGzC2TqrIur27BHqm3/ENL3bCoR5xTyugOXa5AoRMOG1vrgK075mMhb765o+94oNjr/r
lpI4nASlEsaOTTcpijppYtJdw+nFzqJ2lzvcnGryrjAZnRjtiY9LbX3TZRp9HCeZfB1728baDht8
wNT+0NkZYnxsbQ9TPkRXkALim9mCvum5yt7E9Qye352caDWVgfgQuFGCV2DBwm1d/kqdR6NnzMGM
tOgRlbxkLwRgAFprbG5G39lPkpqu72vr0NRZsy0dPVzZdK/3RgUhIFGZ7yOrrzfwCIjQ9Gte1paJ
kxOVKIf5WAGZwBGVWMQL0qBfnEskEDoRmq4H1QeG9HArwfVeVmHP+tpE/aMzLxdASiWmaZUVgDFI
fty3tERuA5sObSvVlfCgBcKvp7yN5MBVlJV7nAzi+EjCF6wSOX5ynWw61rXVOEBJiPccyCjY0mEj
Lb4IWO9aZzPGj4sCA2/ZAnGpiSkYw9xnfFOznq5Gv6W6K1FH5uljNCXhMRQEpZS0JOhAzB+iLvGu
5jFqIZAgp730kIdjKMW4KyVJW9je0VgRfXwI8qroLtBDcgMpqfd0Bqo1KCw2gXj1Qqz1OiRhpB5Y
o9JO6Js260+DYbvIsrMeAzm+4lkgH42I58DpzGkmdLxcIdg7Ry6WRToj7qoCkLgew/Am0AjOvL67
IE/SYCutilSGliXbtZ5Nmx4hV34vBZmFk3vZxE1EJvfp4m3N4pEH647BviXaxx2GeA3gfnkcS/6w
jAlg642wj+jNt6nN8Iq9Cslh2bipJhLQRmvGt0DfAXuxti523B39feINGVWs4jQht8Nk0w2qViJn
3EqtwROmG9IQHqFslBsbtPPWtjx9K2SG9j6pb2SZJdss4VFQsBLh8NiMThKDfbKP+ALmD2FGKLVK
YIyYuqfeNXvHs5+4CS99lH7kQn2cVXaY3HY/G4/g1aK5bViR3e3YRjW+6tDvQhRzMqBEWeZAkZA5
l2SFWYbM1rS7Eg5F0LKkIEwdIpcbcAkADXAFnv2lNfdu0hii7MbSAqSQkVcbpc7JZ0f/PQlwpdmi
/LQwo6xWbtZN6y6ieRJ0ltnOLm7ZMAmHfWoC95X3CYbI5bM/87Bce0oiGa9pFq0j9pZlGfTo9rxz
mHvNqhWj/DQK+egvDsGdRVGfFKI+zNHtp6TA1qmDOUPvJUAhkyu3rbmbh6RyxDoJJDsz+IpUQnJa
5yJiP5/I4IvTLU85rI9tzq6dVTSl0TKn32hOkFgeJE+OsQbEmPG41nn/bcDbwteOR85lc017E46b
MzpbMA/2baxd/176g39KYlFtRD2kB7RxAF4scczYJZ8uXW8ydicYISsfkE04zxXLd6ZOfdw7t3kd
5Se7adFLNhifJ/nsR+RvyJLaIRSOuvVMW/ByTd7BU6n7rIUxBzF065FB+WmkNEBY2JuvwWTVD1Vq
mBp4bF3CRSxXtJmZH3iSbpkyut55Q9MdXMcpTlaDO72P8+CrrlrhIKy8hGNzAeim5QgK2nXUlBYr
RWx7yVNPk8ejjWNC51UtmgUqF15N2PIgJb5hHLJjFEWb2h7iF01PhLSvIL3X3IPraGrK69KWhPv5
i+6+B94cc7g4ZSwx9/2hTAkY1ppMWsWa/M2kKSEQrcx+hHUx35g8qj93hcwe+t4eSaG36WjphoH9
PCmBB1oPDPyBPmQ0a7ZAIHh4qkhtZNv4vIpO+xw5HYSVMmn3JsjGp25xq3vubg9rZEigwoQUPlFq
pze6jfIto/r6uqzSMN+y3zEYtWbvOtRJxP4cI9KgSPQh2whjmcOhb/vSYLpd2uGIDSmn75gi3epc
fze3XooscOxPQeZJUovm+DyEVvGhaMf20CaKqsbPQGNgXHciRhDsj8xDApQwJLZB0GjPRKteoiWh
UYGiMtiOheE2DZQM6bXT83lxfJ1jTmedWvQEjMMoFTw2HjyeRhYkouSF+7GcZfTJorTR1Rxs/ayp
4A040tr4TUN85WxYJorFCjDCafkx6SRtNG0ibObeAx29te2yJWbkT2nyIaP7SKGmdo0H10iSbsMA
FIc/C5gPYkeL2F5D0fKQ1Odf+oLmQ1cZzRDC+iEzVGV2XNPhxvS8LIO7pa19iBk2QLQtAYD5EU1f
n3euyfqPid9gMJbDazvQrGlzImar2BuApFQPddXQEQwB2zUxefcZp77Ss1I3rbCqfawDckNM3m/g
7ffHmC72RrHIfseKAQ9JFQ4GPaW+zwY3tRqM3AwUeoRHUphMwXiNG6G+uQhAj/TrrbUVwXNrl7Hq
iBwsClKhy5wU4cFcyQaJBZeOTh8t2O7DYHv2ivbVeFtHfCgcOxSP2TAExJpIbzuPqoypciM2Rp2f
h1RnNpGufUOwnzT+fUNb6+afDfccl9NTFJfiRsoLtLxLSVKfq/jgp7li2Z18Ak+9K8f1iZWUzm72
ScJcNWjb905FLrsAYrQf3Xnc0awGmIkAOt1LkF8HdxrM1pF9/TltK/1SQvV5bkXffaSvRlTXlMxR
ugGjXV0Xo+m+hUwJrkuGakdj0SaeqXhumsWrz0GUAR2Zo/PsAwyR5Rx//PPAxblMaN+OWy4SMk7B
0x6igvcio4lhVBbbTrMVbuqura5hvRPBU5nRk87rOyBr9Qfy3IonZi7fWZ4oWpwCe9Nqkrl68S7l
9BT53l43bPVzO3/Cxl5dYQaNyHstsfizq/nL3/k3E3jFdx4hifQY+DLwfjsicukwhZO8cCiq1H2a
E0MIpJExmwC4XLmLUKu7fHGcofoWS14kcLredVp07m3tw7dZHESfFEftX5QBv87NFJkO3CU/YDso
3huzpF020aKjZuvQ8saLd8886j5kg7mCiOUCEYOB0XRW/heZ6z+uhXe3EIELHonLFNJDBvH2cmi1
8ET3SQMxXeRXATHhq9kzY7oJY/1Yp/IFZfzTjJ4YaEAKyyWmUFcMDFZ945fnfIHXkrHRovWAvZQl
7TQlbnXUDaadxWLaVixOhXzWvgypWjBemRFmw7DjR4v4dkVHG8deUvMZsCPnNWybU4hHYyVqsS3j
KdgXC7I9xXj+Boti8WrNuAZ0TqidF5Ah1w9Lxbbb8x5px8RHe1zGz20mlk1LePveSju5QU+UU80U
n32sBxCwUuG9Lrw7K1696tpdovn7n1+KX+R/WqG6xo0SoG2ATvVeuRvMFYrRCblobSl4fu28D+wg
ONGJz/Z55dENajwdPw6+lfC5yb4lAk6FTNWU/WUe6r5/OxFWOE7gIPJhhKN/SZ3h3+AAtqttP0vv
Hv4qob2BnM7/nO9/5WN6rAr++96g9MbS9P9mddp/ry5Woe79T/3/6HW6GE7/RxJ58VK98TpdvdQv
b71Rl///v61OKEP/hTpPapRI/3Y4Ccf5F4Iox0Yey2Pj8C/+429y1b+UI23B7UOlyTqN0PM//ibH
/hcFIFpCtBJIPD2ULf+Fv0m+c2zy9cEogW0hQBaGIMd7784o5w6c8AilC52yc+1bsNRSxO8QWmz2
+0ZgzzfAaYZ+evKD6YTFL5z37Wc3qTa58o7s1IhheyH5YmXr4TuhqtMqwI7PIphBGtst+XIysvzS
9fxBsvkcQgNmTQvGxme3sEqA2i/MJrJVuM4TTdpQQTeZIerLpXu10gvvyxS1xQrNvmAHUpBPt9D7
9YNYrnnHkSg9L3MMTCd1vkXzXLCFo8Zh5sLeBmBQ9dovrb0rZpo/iyTcMKo/OHbTwbhzyZxlHrlh
BvLJr2bc8KAug0zHJyuPc+gEY/6pS8viVnZiOKRtv8/O6dm7DPmD6GYpbiK3pUi0j8FyPWbRAwGz
aEinhtSJFnuAnRkSnKMIK49YSGU2/orcNEDWeiL8bq8JxXSRm8ldGjNrDFb+7L4Sxlvvihgxgd1N
BOtJtn6qpGkYbqPoODHh21g6VVQDFU1iD/KuxXz3FY8VbVv6qZeRpoHwmRgW46YDwAN+jNxgJDs/
aqtt76JlQOxmSffZaq2XQrqgFXXmbt3OFpjClnQfyOJb2nUhIILQ2fYte+qZD+besY1YuzhMaGLV
FkV19ToOCEWXqAqgIbAz7WZCw43XsCN01bSp0UysbOR8t8XUTdvpIi0MREvfY+waxO5tejf4nd4T
DUjE8IVGgyLahyaRPRs4m6ul6WDUplgyGV7Ha2dMB3oHY/6Mc4N1oheoojoe2aFuvuTjHCIdpuAR
dMRuJBEVBH9XXym3SBSb9ecyjzouoV+tVRM4W/qyZq17EhadXH3gxhFB3kXRVU8lQHirx3g00Pez
InIpr/Nw27iVvR7VXH0ICcjcmyx4UpLNsVvA1wpThzDOoXQ3/jR1pAsm4dnuQf108exSo03RZzkp
jduNAOUGRQjwHxUsG7sYkpfLJI0F4fKAD5l7zdaJIIqchpIsbRB7CNivUtwvx64Ic65BBz2m8eUK
1UJEMv3s3oQpOtzQAPOL+fKzqg7cuiljQGQB5bMiPbIPboB9tm0z/ohqOupdlKJFvmhQeoSHNLLC
ais6e6Ljs0vEjnEuDWGRLeTuOia+s7iR24RsiI1v0XnNEh/a5lKlGyegD9lZmvdVuOBtNQKTLiyA
bFSgGPJwYfDmzmhxGO0/57EAviaWYD3YuDoYarfXosNk4THpy1fJzLwK7+e0ZsZOPiUiZmigS74d
Y9OvU5Vz9CQf2DI44CTRUq7MEKIoiioq4ID+oDXWYj3LIgRZgo48G9Noo6PxqTQ1EKxRftQ5+4oy
l/vChoTmX7zKxvuU9Y7Ym0poUqWTH+CoOuQV07CeFGdkDfMdfSaEmBYYlKCFABtrXma3jCYoaBMp
8Au9Jeo6AcHT8/dzZdEQbqvmNiec/dgG6bxhO8ILKUyxdcYQEklAXG0c5slVWZW8KnoiZTWKli05
rIA9G17hkmnqao7oUzHHeZnwcK4ytHeEyIRcfqudd77dlgcnzOHbDstn3yWzOXUDEj7HBS09Ugpu
Ksg3X6pq29Zkto9g+XZsZf/jZ2YR/70/9m0B++/VIxBUPB4LmKAwf1tIWiXd14n27FkH8rpgbKx4
Ieza3wTU/6EX9esKoPxPS+pvXAZvKxyOqfiPVBxNsQLyv98eMy9lpPGWt2e93DgfquL+zz8vLnKx
/y2O//n9AIU0FgYKc9xW786JsVVmN8aIs3th+TUgZYm2zdJv/cSFR4lUdB9srJv6XvLWog/4i2D6
19O7mBK0y57psisI3h2eKXXT17Xpz8LagJAKtn8+vd/9vMsyL/C4KerDi4XkJx34LHtMqRqEzOLJ
dM0ykeZN9Jf9xVtF5eUKekiq//cYlyv80zGsdlysSGbDuUyeLGK38+FqHrCp5d3qzyfzy+PHgRS6
UVSbuAPc99bApRvFNLgpPJwfRJXctq/ySz9Vt83rX07oNxctCAR2NLxaSBzdywn/dEIpzYZhCUP7
3Hnjqtxo+uJ/PpFfDoAx1rm4HLWDNp/K7+0BEC0pmXQGb0X6ZRA/oFn9+fff2g24I/w+t5wNATp0
1OiX4/90AlUtUm1zx8+GIK682Ylua6qD+8Jc8C+X6vL2vXl7OBIbSu150uGY780uswXiuK21PLdZ
+sVK0udGurCge/kXyekvzxg2bswgF7MRWgL9XsDe5AVn1OTqXLZ7MY8bpirQ+OL48OcL95sb4wds
knHQay7i+8CrkAFS1egmIL42XM3Bqx3/BR/0m+v18wHeW9fmIqicxuEAnbxNu1Pq3qcXmsL/7EF+
88H8zc1n18dXmjYTmvd/XEM/3XzSWjyrT1z/PIDnw4XvLtPKuPe2+6OOX/98qH8aKe9uPwdhm6Oc
y0fsn0bMT8ca487Cv0Cqcxyh7KPABC/VUfFdNQ6q8WqpvSdEciENTS/ea2+ed6p0hufCMOoSXrm8
MHD+m//iN/cwoFvlI7vWtveL1p97mNtVIoJzI6+mchc4fzF//+YWXlTP+MkwgGsWjrcvFwDz2YQs
vywIxDaf2+ErRcGfr+uvp8DnDUAGdlRuIh+Jt4dwwqYFudxYZwvGG2KBvyWS/Ob3L8ZFlnCBH0K8
d8P4JQu5Q5/xHvrKHF2RX/9f//3f/P67FaHuh7ysW34/z9dMRub/+qNzcZlivr+4/vnwvLsDEZw/
fGFOdt/I/bKc0PJCWPvzGfzmyRbKxdzowB3BhC4vT8FPT/bi9rSOiz6/B5l+iJ34kEUGlD94Q/rc
k1eVFMDRlU8kegCxDrP9pvStR2ZTf/lg/Po243LlVLE+Xqqg92itGk2mYFGt7qXYFEzv4h3QUiLW
J/GXZ+7Xx1oECqKJL3jwlH5fZ6V84pnnj+m9T6DGaHUfgmT+3E7+1z9f2F8/5Dju+ZRzSW3BEi7f
XlcNBoVo0Rj0cf8gl49R1K/E8BqDT/3zcX49HagfrEe8oBRXOFTfHseLK79Dlp/fB+aaCaypNv7f
rpj4BzHx8+eP9VVgGnQoR3zsHe9dwJ43D3HCmOkuLNt5JUXW7NRkf5VR64Ogv0zwIFc+t75Oj0Ve
u/iCvHozSCv+UjKm+qrpia9alYRr2+hu13tpeqaPN+/odH6MJqVOfOeX9ZIg683SBN94GH3LBq0G
dM8KsuOFuA0Nudv5eTM8y0Q/pkNFOkrnlftIueNjAeDXbKM0SO5akMY/sNaM3YHxYXFdLlbzhESj
WdeDF+z8KfRvkqI2Dw3y/5VVW/197FsfY50F4LUtpMB5Ze9zcicj0FBZfJoir93bwL6hCHau3Oqi
rv31mPgkanQZKjMvJthTDnWMKjOiLYv7nuFH5h2xD7jHNHLlru7C4bqITX1MhUI4ga70yvWm6OhW
ebVOlz7eW/XirnIK0C0Jxqjw8gYkde+EZ1EjrJmCAuOHO3voJrsOkHUSEfcBu+K57PPwzpMLJCs1
qfHrRJTbFYoAvx1+hEH74sYJjRWE2anc6KQClJ167XVnj/ex1bv7ElPDMfUqXvqqcJmQJvam6UAQ
j7XbEwcTqjuExu0Jm6r/WTmJ9a3S5AMkJh0/wOa3rsGyLuxQe/2lQeq3tpK+uFPt3CK1n9Nd2g8d
ROFc5V/ITPTvK3xXp0wl35iHIZRfcrDGtJF3oEU6xgWx3i2EUl/UcdNVOMJDV+x9D1Mc1IepSvTW
cRCqUFsYhn5ZenTy1ONXppFAX+frUCE4keG8bBYF+jjoQIRYUET1+slOMGDDvXmwe41RpWr9hwzt
2G08o92sXFdcl9D97kYkKShs2+I8CiydtYjqT00xDPvZzzUQZsShOkeOKyQ+whAoCzOUdiJiratp
AFz2BKXmRVe5vspVKV/sWVo/RD9fQPPFgmqeBOG2yJgeV3a5p6HNxZ7A6Kb+RFvEBx/vz1W/I7Fl
3DiqG45eCNbVkkO711HOdAEfxcqaBVBkyo+1kzLP9ly8cwnjpd2fvyzvFk9ap+xAqA8pR1mbsd+/
/bJYk+yDJbSLh4J80W1p/6UEfffh4ufxxPnIArFAS0YM7/YGbdi71ez72Yck+9Gm+Ezmg9d//PMp
/PYYgXRAbemLJ+3dRxilzdIyn8g/WNnnkVHMGKKg+/fM4P/aK/j1MnmY7WmAS6HxAr/fgyhlXPo2
isAeAL3JfYmy9789CT699CFAgvkQGN5jeJtkykc3FOoB0cpHG8MWdJq/LL6/nsMFbcDTF7Ah07+U
kmWoJmT4vnqQ1GElUNf/rpDhDsA/4jYwRmKxYkT39lECl0f9avr2XlMjeeN2hOMtxu2fr9O7FZeD
SBHYEALcgDvNEd8exLMnbc21bu+pOLF2FVR82yrknWn6v5zOb47kMNakPaT8C5bisn//qWYyTREm
tjPV97aatn2ybUZ7X8iPBTjfP5/SL/eF1wKel4sMFBwdY823B+LzOuZukbB5Wk6kpaX+5s+//74p
xDVj6+RQDfGWe4zYLn+Bn86krEtmnUsm79Gmy3XiiKtW8QFTPYtdNRR33lCui3okMVB/6xZzWoLp
Y4aI789/DfYslyfgpwrj8hfx6EFQyDA0gpj37ky1bbw5LGR1b4uiOgZd4J9yqBsb0/BWdWNcHKdm
ck5ZPCfX6cgspQK8thGaJB7VtOmmruJ0lbr8CScO/GOLfBscXOeERBRhJD24EiGbW7us1KYH/TBH
pf8D4Yt3qCb9OUZ8dwk7/p5Zlr5PVQSJaG4aoP2x5sQTqXBRjg4hVgUtJnqQ2TayCuxVsiC7Jlvy
1UwjGJuMIHhMTZinhqZcx86TUvW6g/+4GV38EcLJXtF+xuvaiAqlU/KlctJvkxiybWpA0RdYB268
zsXFuEzedwzknCc4oI3hBu6LjJWUL52zkV36fzg6jyXHjSgIflFHwDXMFQBBNxzvLx07Dt57fL2S
Oiq0K80QRPczVVnJw7aspwoPx3xd8bsJM9rQ0laJyMNwA8Io0YbOhvs0N1y8t2263cStc3TRCBld
0EhHmJfWQz0OLI2ZtLH+Hx5iDX5qrNbOyIk88fSWmZCcRMSh4R0mq9aj3FgIOpZZc2/UxbdZkpCn
NSwinI070mzyes+Gf7yLhdbhDXUwuCnmfZPGRd4j6d/1qSTEKs/xzWCO2gl7kI+9OfVnDc/HrhqH
/obpe3PM2cYQptZaBx2Z74czIAKW89juHKMnmwI/CLHnpnOqdFKntqIQu47eJUTg4YSqmz57K7YD
TKL6n7KM+Gh0cn5ZWzbcvlyX8byRsUR+WAcJestRsnSN0mHzm/kunQCFb22M48jC9eaPAv5UjLzi
2/Oq4aUebCvMywrePq7a5YbIPOPGiMu/FrUqAsbaPeK9qkHkd3bUbchoxmoGNa5xwXWrzd9K3eUT
gyE1IJrkneYqdDqwYg+NVcmQrwshTLnrnsq5Gw7SWzGIJFrB87UJTIzbL74sDqLl1fyIkcXscgO9
9jTGzrHVAEbFVBq7rFt/CLKdmapjI3huHTWGXbKieU2S6ZZQH7LMMoUb09vkYRnXn9pzyPVxXJ6H
iz/IhuHByKmIbSQNY7VnKp3t3L4aULMOzW5u1J2e3pChlbakLTSQ9mCa+3auG/tCpvGh6mfroOrR
QhlTQd9oCjM5KkSMAbPTv24Wn+0qUT53jgJK0Bm3vUVQXdNTP1vp6rwXS4ysuC9KcshRafn50m37
Hpu4r7GyDBMUFOGUJuIeN5l7NhrqpUFmi18Z+rIfx3Q5zwkbHNyYYzAkbXzpHetXeBTRowtqWm+J
qZgKU6IVdT6xJpJ3pzlVUNnuHBUChbACOnDU03IhychML/izpmOvdPWoEMaRf4WErV7a+s5bM0XQ
aVXo5DBNfVCx1hBUbSx1m5GNBo7VskgJKqTQuk0HnDwIvdq9m8hve2kXf5Uu5q7W/YJtcF1jWFbg
5oaBfVF1D0jCunO3LA/xosWXOVuGY6VcBJXGDF09Tu5dbVpCur/qNS5t3M/8Y8RMUoZLWSsQE5sD
KrDedg1AnrDP0MIAtjMibN9ZgHG1CduRQMPUK/UoNaismc2zBCCdLpyv6nqS2OMbm38MsmwjoUcf
MKwhbf6ORY/mTKchCSxHOAdvpFkYpPOb2Da+G8D+e7xpCatMoCDmNetryJDybYVN4e4SYySmuA7x
btuBdIf+bKvUwj1FphzS5vEpxsEaDcawYvzb6lOC/Hc/VUhi8UC2LAihWrJ3U0QArbRGG6ImFH4f
2ZiaQb7GJe4f5P5pT/6gMJM5xPMxBGrVE96jBJeFx86ZRZa3q9Orqmdw26gUCIp1Fp1fpVq0oC20
IUhb5xPnIqvhNP+Zq/63KZc8bKrsZwLgbjYjmYALWYaKS2A0+UUn7k2khO03fqjWdwwFqH0cgcAj
8g03ZgEMNZrkCVxD7iuySf1qEASmwcIWrV0EmZ7oYVtCfM+5hHmPUac3ZWf6yN3Mvb3hHZlbtsdJ
nKhzrRKU2dMKfKxjLPnCH+RNLNJF5wXqYPxyYrykTj8EUrbFq1OWL3bryLcRCwNpihrW7Q2mf6y5
XutbuIqjEfB+6GD88mM3F99W7JL4WGlFmNYImJkBMmH0RBcZvapCPfHsUxU7vxhh6LRGeH694xWH
Ze6FTwGrBUqy4xaa7HZxN1FW2E22N2YLMXhWEuDEexIRoEwy1ajPe/AV/SUDfYjDz8pOXcnZC3/N
uNFdQJP5ksxkVck/DqEmnFgrc9whr5jsoSVswc2iZiIephQuRiQ4Zny15/FoxejzC9tpTqZlrsHc
ZxtAnnEON5gENBxC/7ThYBNuO5JlRhoR2gPNy14t1XPTG7WsvkVjpiz6pZqoGzo+S22OH8j5S5DT
TXY4eVmz82r3n5cRENE2+rxzvA1DcoF/3k9ZGvtGy1SzkRZBRYbz7vTyQ44jMnmLq8As0keVkru1
2jTdckIQwZCFgI+Ot74YRXwvMdb7WYkTYMOti44aSWw3KzJGwfvQSk4pDJyDKjKewQrA8FQ1OJ+Q
cGFhknF8Z/DQgm5ljgYAF81FF8togGBLcluSBIyOsQpOkyJuFKuk44zGwUyqwi9Y558Wx1oiozPx
L3hteTsxzjnZsSVRH1u/ZYvFtjfb7KQNA8BVvXDflY7PvE2vnBaZXINHWzNyV6KgKTqN997y4FX0
LIjIsNvk87a6iCdZcLXP+Nimx3JxS77yWnVBi6f7syj+mo3zMcmuU3YNtWqNb+Vuq9fUx9qYH2yr
3+4a6lP+tdnHN0xSmiCrbXFeq2vMbbuS/7Ou5FYNhcWAqL/G+pSgmsSah8jSm1fQqZgcy5Y4ldbU
I8GMfT9UVsv/SgzdnYP0+Q5XGV/jtfW+3Q5hn9sJPRxT27tHuOPuLA3IO2cmL2tB7YQgICETrXk1
KjH8s9shfkpqfP2+JLmThA9t46w3COKwIhzpD3rbqmcFjMiHVrXs80qHUONV686Oyxa8ycahrFxE
BVIg/tuGNX7WjDR/ZMpBYonJ/Mm6GoeSUjnHJp6AEmD+fLYUQuuclmU3CA4gyGaZXyCcIXpuYqwB
fiHM2okwWC/50bLRfSKHpQkMRV2ZMDaq0SW1v2asDfsVx8wDX2++ELr9q1lNdSLuF/1Th2xU4wqO
Sf7M6y8WMDgJC6H5mlBWlGLlCZt16+60AYszxy2/8DUbozxnKbw+TFb/ECH3VEDjz7rI+LIi6SYa
Ek5Uruk/i7w+uUV2D3ZjZMdtvpqcmy0+w3RPCHHC2LnVXLfC5Whv2oRkDY3PEPMPhtMh3aKGKSNf
IA+UwqovT2pZG+KUeSOToniZW50znKIsrFrd3hkMYMrou9GSZ01TlY/gExs5Ndd+bhGkzK3V+toy
j/sC/Ohhydb8tLFiiNqOCbllkjy9pgj2geN1gd3HBvGo1L4Eg+n0ElkxnNK0aB9lW2aHFjMEeR79
fJGiH/7xYa97YyIX25/Xddtljp5Hw9D2/NpLcUbKk+1yuLfPdbVuRFryM1SQuAgsdJNjR+mhM29M
urOR6ePbULvGrvTSPPSwsV5E58aR3CiZzMYe7jsuURFq7Rx/9hlNSJR36/yAHj5GpLxO7QeClZtl
kZ80tM1GfkJSrfZJkrRkhqqR2f/1m94FS1Fcv4j5NCEUwFFbVnLatfYwEWpArjBRhErXdwav58qr
rsn6giDaDJiFOn5ZZ91RDqSqwD6AKzD31B2bjb2+YtrpuXhyweMTKKyLjwKPIBab1Iu2tjT/YcOl
pXHLhFSZzsIubfYNuACavcFnVJd2BFaQWZs2hKeBaUwYlqKQCVYIM09JCptB76wn5OsDEXQeeXix
dO/tFCqRckoMhl17RVIVrTN8QOEZV8zjmksCjYk/dRJp1ObtdsygB5C4p+Kw4P8eptP8Y4KBCNak
J6Clz0c/tjTE4JoLmbOk3tHs3GOZ3phHmAVvczzMkSCry6emdyObowx9PEgGNVQkp1pGUKxGRsbY
9RAUDdRSq05CPQVVTouXXMrBweKAXL68LdPZykJPyZyK3hX8pOTHRSVOPc5Kma2XUeSIjvRMbhdX
b+5JHfwYY5P5qZ2UjT+apCiLwuv2M97rJ+dqIE2cpNnppgU/RUOOVsVcsETeUhGh6XulBPDyYErm
HzuJl29ITtP9KtbswH9g2SsxJLd6PTLTiTepXz3NZD1rhV6/DyWaR6NyzaOTLc7B2BLTF6ogLJGl
9tFIR+cuVx1veGXxZZjsjsORAifs+pWpq6u8O1eRPpnI/iN2nF9RuIQO0X2cFtSCb8DHxb5bRf3P
I9bZT+PKCy2LZVECbNMXZTJcnEqJI/qoNOo4DQIpWuJFJ+lEC1o9ZIhxFbYUADf2DGBBw/qPUJH7
qaHLx99cU9+BRhN7a57RhtmVld5rPVJHvJzGTletho472wjxa3HVk2YdDaZDGrpLFecl1a8Xb4KR
BAwG3BfQPy0rDlOLOMcsSdcQFqMXtlIQ4+uN270hV+O4pWQcZlxQFxQmmCoXr+FE6Lq9JZv4putl
tTdLcPpbmo53eSlHFI3G+Im8zD0DpBW3Wd4TYjvLPgJqNL0nnDFEaHl5mC054lU4U8Y9Ba3AAY+/
v/Xq8YnJ9e80d92R3EDPx7eJ8Ch5gmGE1jQLaHt4FEauf1C4ThwuFDyowIFuj3110w24/bFOp6GB
W8XXh4Z2DzMMrJUkIap4db13q7ZBCcnUyb825fxbUwOTiVHVx0GKmNekhMp0xMhX4Kxr9aahMxrs
vySXyzHvMMkAYSmAjGugmxpMTL6uDRI7cV/f9oPxY5umONVUKn6xXeOqehR0vFfYGNXEe78Bldny
xf6sbHLJzaJmYsJiH9F8R9pujQ1yrPB5oNYvX1kvvTnpdm0riQX1+obSThRi74wISfNyMbDzUqma
szaEel5D/1g8yXtn8dt1Qx/O2/bA2GI6w2fS0c059p05WUyDnbGKsnbWdmmpJYfUUvHBBV/1mOCi
euKXMgmK5muZulcQxfyZk7YWLhboLY3qiW1S4QXdMI27OS+ttzFtENkPhfnJsT/cmHVDFdX2sfu3
DQDYB87Q82Rd1xRD3wa5pt6Mnkg0KxHIPQ2yTpGBSvy1nXHovSkOWZl/bV0+7VQ+EcbsmpybzPei
jOXLbu6ar2XquhdmTW6ko9qLHOZsHE484nVdrUdYsy9bNiNyFkAXUDOReB2v5PxeY9Ase/ydEUMG
jZ43h2QkJ0UUPD0tGY1jjQL1EQSHOMPpB/6mWsx1VrFFZe4CjeyzP/bV5OIO+rXbFx9ebdZ3ubNQ
og6wNumTfwT+IxwT1S+3yq8nYWx5BUhY00RnOIgF7eMsvdCWVyRlmjrcnKq+be25vnNS0R6diquu
8phzs3dOoibF9hNr3j/bMNpIjNVCUyj7f1iwHjRGpNRUOHxx0pa3lIPT21KRcGZ2+FloFmuCTmW3
x6SRM4/BJu+jBsk/UNjFsOknHVu+LHe0MWlQaOCpcU0W2WGoa+8UO8ZfezXuLs22wV2QFe5x969p
NLzC/EInzlp5mWeysq1hNrkfYrNjbwlXgn89+EmDJNk35xjsGNhHTEsKz2mJytnMyi9GvuzAmu4n
gToIL27UzZNd8e2HfvA9LXhtEw0/YA/XhToaVuAvoJk6qHup3yEmbXce1aFvWBN2tcF7Yv3rwmPI
kpOpJfnJczkUmGaN91hYoGfYhIXirJ58tr7itVh77YEoBpRfuPsuHoSP9w2czHmmG/X5cBs027UT
aRyoiEv6FdWtbu4GdLY7y97QwhqUaSIeSX/N6x4W2WCrc1/PwDRQ3B6U3uNszGUfVmhv9wuPJRiz
2TibE48mtmMOcdjg4LigKpUq2/Y1pJOzUZuQrBfM9yTdM47w9Ho/D1B6uriPNmQ6IhkdJrDNYh8h
BCdRnZSFb1GuIS3ra5/Ip/kwbD2hQW7C4yhgwtipZWOHtw5uk2KElBhW637cFdZAJ6Yl2bEujPbW
s/v8ZDCrPW+ksnKldLr1NxVO82G7w7tqiuSs42Tf5z2cmiXNfuJ+gao5MwG2tqt6lvhcGS0p/DEt
tnEdudRPiPInhjC5dgeojfdb4k8kmFPblbU5sPCdzahdWmsnKqM5iW6pngyVOe/L5n451cL3ReO8
UU0K2cGBKrKIyj1asq05S9rquRduHyIJACCDMTrQc5F+TIYz3KCKL3CN43xNRkgXYkMATtY1Qdel
aIiJHKAnM40QV2e8Uk88jGuqdtEAiug9fJN6s+w6myxxvbflx7rJ6cTae8SUuRg5nao2v3DVWddp
rnEkVkC7SxoGEpRA02GdQMWkK1dkWuo0yBaBjWVD0S8Zvv9kAucVYcg9lXUSz9h8x6L8u/Lcnk23
40Rex8W+uHapHim/uxBKkv26WHJ6hBeLMX5SbtjilYgEZyIPnm/2XbeIIowdGB8qHoibVes14nCY
5GW0mcBthtwiFPvvGfGHR21pf42WoFctFuMcLPMwgQxDYRWxqRA7bW6qyNTN5GJ0NQGHurNdSK7J
/K41rDcwWe+LRi81ms0nmJz+jv8cDX/P0zxa7fKuBO4JQ6nxxyw9zNou5Q/z3qEZCKYEP1CxRPQH
bejejdIAE4C4KpyIpTeqd/4oY5Ano7a4GkjI+XM59G+ccv4w4CaeWlrYiiBu5n7iIyVVDYLSUu6Z
FwzB0k20ka2od0KgT/apez8yZxzORlkzIAdi9jTpII9shk2+01VOpLIqOcyNblCoD+uxrOby1Nt4
p3nlZAK5AKu4bxijd248CIpyazrluywuotVKX8ZrWkxhzh9J08yBYfH5BdwA1pPLiID8x7FIkdTb
w7zPMot8HbM0sflm6rFJ5vmSIKDPdsyg2/5lUSX4CwVB5eWKCNk1g2rCJumAJ7SJqZ266xd+sdrq
TXUabt9+zELL7tUxXhkUo0Z4ZXugBSAP5SHXpbtXhhAHGht1ZDGmh5J0wRe3HuYARRFSg7gv9tk4
M7XzpvqG916Grdt8lVr1ldelHkxuvIhQosIwzxNdJGB/Nd4X7ojpwSUK3QJ1RreUGLu2zTDaavnX
iHx3NzVlcbUKsUDRRke9kdVRU0QvXnuoSfj2sk9mZrW6qarRMS8Nfl2MDhOJk/tuHJ1bvIsrWA4r
BZRKXLy7MhaoMD5QgYEMKmxh/2w5ev2Kjf9JWPW3KuLrJPK1eyuzs42s9un6C0Sc0nUd2fbZWn1i
NccaHvBSHjduET/b5FPbWhsb15XsVLPV97YOfW5ggYQc24OmUzWKU5FjYiVQ5oT9F7DEJPw1y18Q
ql6nbJ0eZQVbaC1Lv1ZM/GueP2+88Hst5bTLWF8ci8261F55seYVEBxBj/Ak098BizSOn7Mz3ZdF
7kvnGDPgNEr76k4q1PtGNXYxSnY7gbOK5K+x5vE5s93+U+9sIqvW4br4zvSN+93NrF1WDtODo5nb
yTVSiJmolBptDOvCgy+mT4y+HKHOJBl2PODqmpjYcMLUV1wQJJTibmy0+Yy0Z94xDp5BpAgVSsEQ
ukqZRYywApj4Dh0eKZrSQUBcM018wubksFhMjNlHRjLvCp1pPkMiAgVHTuGVTyuwZhQzU2NMoWjG
FCKPsYZ6X4IRXKvEL03GM64ec6tZzvjcL+xQ2jRxzkW2fnCeG3uHNUfAsafdoSzEGAtpLaiNZLKx
jfQjA49pYsq+8QUDoCS+hin57juuHr8op/63dOiRzNytd3VPqaZ0uw+GOf5tpUyJ4W2tasdm473l
+AnYqUh+SFK50LVQiJSNGRnQ8EzMPIv2o4u+PzcD7jeEVWxNGdf43YTjhFnTTDXaoARECvOYwdxy
9xMU1kfHKCsK4q1pYf/PnyaHU1hkTRmI0viHxY+1q2G3685aCyaD8abKOwOo5YUVTX3BOM+awZVf
NR3wOYvtNdqujrRNMr1Iej0JcXizmS0VIp61+NDiuD1MbeadmDJ/DcnIgNcFUGegDlI8vV6RWDtM
w1PraYxmVd491W23MfrFwiSdOHmemni8q8ruXwlBZKcqMU5MECo7pp0BeOxbpc2synXKixi7sjmX
Rl5eQGEljr/qw3Lfrvi388mCJpNtLpd4Ut1MalEP4PPAxUBvZOE7Di+zTuCsmUE7SUFP+GZqvOop
hT9TgG43SplBMfXyk61dC+uOz591KV2yAUu2jeGudh60FMIPugPrmCsvvUoiqoviKGrP4IyrNN9j
eB6qTL6jOX5NvNnl9e2T3ZYq4wAeSh68BRIwNcriRiwi18fJXOYIq6J9XJJi2819X97US2cGeKe3
0OOPADcCTJIDNtt3KbgV07KXi9g89+wATdrhyfmsewApS64z7dcMLI59l0UaRsGADpfTkTnSAwmb
SRdqyu48vwPodOlKabN5cQy+vvYUFb2659iw9uWs9JNNJMBhGqz04CQmfLuVgHk982gF7CLe5Uup
MR5jjDCvzKqs2mRtL9EW5NxP7Pl0O5JJ+4H3rvJTmxdkYVgbDQCdAiJzrZ1HReJPeVOeDEogdhgg
xRa97c9dC0BsNcBPaDI1/uX2/38OhdzcldCdNbc+uIADH3TKMaAg40OOPHWf2W390FuFfhkygQ4A
tFjYrVNzzivxJTo9Odm2hB0krpwKV5l3xDZ2n0lKIHZccelbFJ8YMEsw3ETeEe5q4nNX2vRkTuxf
nNnrz4kQ3d5VQ78D4sfxkehafq/LmsXvRp61t5oFztFtO3hQgnfTBHBlLmY2ytvb1gIUMRGe7pzJ
Gh85n1e2Q2h6snYsDgQIpzdgUJrzqjfmvjan9oFhossSi6hTx4SIZYHwueu7+cmi1jyIxWQONghr
v1XXZbSl/ZNe119WC4A7kjr72K/G+tRMIwMmaorAoY4hvSOElVTedYnN++HNP2luz+/xXGHRXO2V
wyjnUGjm+KecVhvMYHrlDsw5O2yNvzBBCRXVbD3QQ8T/BgmGpHWHLTKHnB1ujEWKDKMJwE6hh7XW
alxhoPByxsEnWNLwbteaZlZPJ8y55es6wg/UVm7irc/XPeNUOMRFAtQwb+YLEKj8wAEyXitDEdTE
UoT2KNaDLpoKBYNNSbyCLMxm5qd2Jl+KZvT2rHS6U2P3xYmtncYcaoKAawMGrpV37J1aIbecl1uQ
n/UdA0AjqEwPzkzh/YlC/+5oQ1hHf0sEFkfbFcXbbFr5w7SuZAV1YJxN7t27irHwLp/Y5BoyrkiM
yeVpEGW6z8r8JbOcgt5T1869NBY+gAGhOwllvsOGhvWSZuzs2dl2bKvWoyFV/EZ41Q8p6h9lH8Me
4dInsJ4ocTamWuRolE8W6Xz+qmSHqsXR7mJlFnvPyfuoBliGHpeHqillXmRMsF2+ruzD7eVlqot+
L64W7JpV6e1sq/LqxRCvddofm3S6XXkQEZP/W+LU3Gib5OdkDEkoVy5XV+crrtdFcuPxVPe0Zvqt
p5b+QdcZ0VnLhjLWG71IAd38oUbT9xrhy+yHSKkdr6kIay+20FzlJ3yf5lCA5gpW8l4ZFSymX9EO
R4kndV4F89PNWOg1ErkxJFjasVZ733CL3HiVGgmjd+HIsPtOuWjF/BA3DARSEwuyblV8XWBUPIyF
yC96A0JvS+CVbglQNj1t7CiDmHRnXFcFXkVDaC0cgtIuGJRMVvlgx7YbaVD1W6r0MC+0Dg1ANzBw
7eVhU6CLpS2sP4UO7Poi8PfpMgLlZZBxHPFDxKETTkvz4S0j4QnzOF5yzvBDJvh1YpOhT9Nbr+gG
kiCe9Q0G71QH9lY+uPM2vNn8aKQzsAIDy6rOQqokzAcih9EG4LOWz8aUEvkeJ/OzWzsOv4XgZ8+Z
J2UawBwwQFvU2xviqOkVagfm8VmUgd6NUMnhfYQMvBTMjglxdqIPR4Ng2PtRU8O+B63y7BG9FUKH
MAI9lgmTSyp6KPKz/YkjsT9M7mq+x/o6vIjGjcl7r3vHZ03iBjM2aepZ9FI97dTOTZgPrjDeASDb
6jrGGR86s9oep2n6N0zMn7QE01fS6fnFtNv+H/7j6qb2mPAqqNXPKyMx327n57gkLmCmTWCZydqL
hrPTvvPepcvBfPC1DQrjsO5uhyXJnMhMYPp0rBprYQVXHJbRVntq9N+hnt8SET8ru/QO5VWPsxCq
uetc5SJEs+fXDqMn22qH4KOejWGycUtbEBjuZDZ3X9rQTq+61k+YaCW0E7WOO5oTjMuQX30w69ot
DWK8B7XsBGM+x4ckL8mEdkZ9F0Mk8Zcr17aObeNZHwH3Si+DlDg4+8XAYqnrrXrAbT34QBB13F2V
55OsxCJ9RbiuDEqeZM27oGRFcdDNhuW9mLI7U6HV3jLqlL7sYDxOxMa8I3syonRyXtzeNh5Nixgz
ui3UODbwdBOqImXQIG4Y06/ROpeg7BL1lNqaOi9yyF8WiYyiQqF9o9snVFDd1U6cvam6c0gdcPDn
13Q8lot4jKWE9mjmnwZgh9h9UMMdhUGAhzzQGDinuXHJ2fLPr1kZ6ciHWBhe2up70rNbtWGTHe7T
4gYZK+w4RjM+KAU/j38EnmqP5T2xMj6qDN92L+P6gpwxkjbWKfs5mTjYZt5K+dToZ6hRTnUXJyc3
PRjmOWVtpJVd6LkH2fKL3lRkyY42BTPu58QCw/duZVjOBB/vYSsOdvmDiZ9WCygg3UJ/w/BR32h/
NNKv46Aadyn4YXERTK/mf5XzUGsvJn1UdZeAdneoYOVxBS2lit9yJlclOfeEcoCIruqblUlSetSX
+4HB0shKsZhwqSPxyrnbuuEPRA1Fwm8vUK1/dePNUv6MjcMG+XaLv3XsFIw22GPn91XSgYZ+jgEy
tDd6kx0lm2nbesByGHHt3dTqqqYBK8Mnr7iGIYuetTHKppwGSgQyR8xIM6XNryvjqD4m1xVBAd2Q
2SFQDopiPujZyVoZeDeHDomNtA5a8VA1z1W1b/o7uL8u4LRmbYNpKMLGvGGxF5AfENbTz/Wx2ckf
nSV4jZFT7FKbO+ne1d2bxokZN/kph8Wpnzc54Gd502s6Z46GUfvOsHrMaFEhSjsrwOn5ScUa/EYc
1csPR5Bf6idn1Ha4MaJRd3YuGO08jZmgvdb20U49/ALWNbDMx7SXIC3iK8NNEvJT50nU6vdCu+ms
j7i+L/TjkPzo/N1GbPj2+QQvwjhJ9+LBt0zjDwYrs/PgtRkv4Kl0viHcr8sr0YU+uw0IT8rdN+yu
jPZhFq0Pn3nQfwrWpiU3qisu6SZ8L73U6taaos784tJx12NVZutpwOUDI6Vm2GWh8ipr0bGlnayX
ZJLVkVnuPwP+z63r8kbhWRnzy1w+kxKyu/Ijhw4EhWndu1IEpdn7eXGzKY6bNHTtG2W052TafL04
FPAVZhJbkiY9TPrk8zazg0POS6EUOsvFRK5vcdh5L1PLmeuxRcOQw7FsTS+KroU9cAAUI8jyPYwC
+ij+qxSSa5yGpvu0wI0sL/YArpJ2XvbvmXirk1PHNtc1L/kU7718DfrhTi4vmvfYqn2G1HJr/phG
7kX3qm2PhvcSd/ut+Jvze411Vd1CRLe8gzZl6M72K2M/Q+rEc3ykLVkjZ23SDipejvaVHo1Ko63b
HWKCKxkW4gL9AGUEAhsLoZtXouWpnnr9FahTrYkDZe2xNvpdg0/RSX8tKJUFq5San4mpwpV76Zf2
14LdpMxuNhYGY4rsgwHOqgCpFHTY4h79UGjMr4skc8r7gbbHxXvv2D/I/II4WenHyQNhvL4Z+9Hi
c+OgXdm7H696RzaRZXLxVngPJkehlpxonEJRVLu0F68TQjOYXiC9H3J5vyT5ITc/DYtJYDVGklFr
3HzWU4wS63nu7q6XIMwtGjozLAR7/8b3CFPICorRUkeF8gypRKNb3FJAgRer4o+uwITVm/RoWhN1
gm3LCgo25I8jzvFg7mAPgt0jJKX0h+let2fkduy9WQ9RrXLit+Fcb+cO3i3YxDqRYWy+VvWHBl/L
gJTosP6v7T0AbFacPLBnTPXERN7iu7FINY7dz8G4Ck6X23wlwluor35qwjxhpVBd7PUoyrdx/pba
YS335H/70Dgr718t71OOmDSjSoUmM9injl6xkvuqIJJzi4NcP43zAzdqmu8ZJwJ9Dxbne+O0ndvv
Ln925A2dhS+bj3j8QDW2k11MzcOmTL/dMiTsh1lc3OVgG7+Dy/sAyfFpKN9F/cGMKmws+lznH/7F
mDdlwEFV7o3stZ++narZr4hpkRZQHDxZGFJalITMH04yzzisK78r/1nxvdM3AdtYtjHkDzz1zdvq
nsslDhg8oLBBe7cB+EnRK05fjbzH0Lj34Ajbj8Xyx6qj7n9Q0h56HBZ6Vvqa8VOup7j09mt7k0F/
5buOQIwUNASJZkY2AJQwFLDbnS3vudciSumgnb7UX8uk5M9CkG0zyBP7Kn7NpgdtfS9RgujDWVBe
xY43HK4SYsQYKSeS3aooQ6O0IwpiOBVG6cDVN4b/ODqvJUmRLIh+EWaIIIDXJHVmiSzVVfOClURr
ERBfv4d9Wxtbm6nuguCGX/fjobDqelc5Mrm0TvFIiXDCLz7ZM7lQLnabyK0lI4pgeU/52UZkN2d6
SxXESPfbm397TCZZXG/cOQLVFp9afiU8DOGS/RpsGfxs2g64qGHgb/GKLq5xQErcxgmkS0lxgL7P
OHKpZ3mIBhYEubsjoLYPMDRB3/5YLAc95FT672wHuEUX+9L9l0S/8n4IQIuUx/7TP7XDg2z4Bxeu
yZupPAzs3/QEISk5SSikDWHyRF9X6860vDqcqnnJmbEeEOKn5AMV0aAcJY9eedO48Pz6ya8fM0iA
vAscYoGxAGyhArPYyvzgcrb4FpUF+iN2n/vxmgW/acsH/xzP155nRg5365vG/pmXiIKXQ2/fp81T
ZLN+B/tTQwlJrd+62C3Md+glqv+iGWnDyoQFWBd2scGX7zPL7xqcBv0YQj0e/X8GWU/7YbFOXc8t
1jyK2dtPfDYc/2wZbB/6vcjuJRsRpW/YUHGg3y/d06I+PYsn5qNI/zMSl30s1nldbRvjbmy37Pp3
Ha4fc/pQ3kXXj5KQImvAJrmq9K2LP9F/jGo+1sWpbF9MB4Plp+ldpHiK1Ktuv+v4pN19l1xKsm76
QFw9FOV9gAxbq4ciexR4atPhvyIdeAgurv86uYeZr1gaE1R5de2XOHscp6sZn5fVFDW8Z/Jcc8oC
CiqKXUqJAk/oJpdPgX0/27cGDX1yeR/ftfUQjDvucPBlvvkesdneOnzMZPQ7y3zvVFcfOL1bpHwd
i11XHijAAz5+S3Jrl9ogvjKBKWJtncUHmZ8iPs4mrqbqrlzmTVyfRu8pM9V1sv+DsXMo7ABhGvWx
u+cuE0qv48ZTbSb2FbN50M18S61mx4DOqIxSzexvSHNvllxIkvuKuxrI+41fPekJi6z/6izraZed
51ZT5vcNmwt5IEOZPZXWbzLRb2j/yzgAbIBPfZnR7vJRMrrP7A5j9TsuEH3SZYPX/yHrYQWxkId1
zLQrN1b/RhFV36jTGDwSnWAkiPc6H0LigjsQWLTVbBr5bMtin6r+aYyDo6UFp0wMK/FjdrHnq9eo
uSOoCVaq3tSoVNr9m/pyqxMCMZ9Rcm1q3JsZ50GNjNkZ29R86AP3UQf5lUD8Xgm+WHG5ieCr4VAB
/wxDjXA8n+AjIObXtuBprouzM8bfwmE/lf22E/1sLuZ8zDN8Ebst7PZpYAtB3MCOICujM1f8Kyuc
LNGYh16GZ7V7nqZ30Rzk8BDVP1gtOLGjfVf9OKzT6ZpjwflX+zs5ioMVRa84YriDt6fEG/eT9dNC
Go0CEPeyGcOx7E4NMqhJAoeCFqy7xruRzScKWk4YS1BY5/iviw6+T3VQDPsWJMLMhyx5WWy9ZYG3
Q/O7DtIl4qpdjPN/je9vVfc2SOfNzttPbVI7Y/ahcH7a8i9xPfLm1TYe8esV76pLuZvjbmPnx2ZZ
T0fZPjb0DOAiS4PXxLZ2Y4d9V3/Blzajl2r5C1oFf+g7sD6ovtqM/MTJUWiK6uRm4X5YyP9ifSe7
babNI8U+8KVfmKqpEVwB7yozoCTjtO6OZveTVWA5P13n1sIrYLmWzJe23hfWw+gdJnlyPeucLVvy
FkD3inBgRpRVehgnpF48fLZ5G7oLnXgdS3CZ/JSOCzteUq9zstmLNoi5mfXqeXeTYR3weG5MblFA
DsMMhyOXzNUHEKbrXQzNZnybnWEjxwFq7G32f1JTfOnWR+0XIaAtOmLxpG5SSKCW+OWMF9F9Z1ws
71RmhzEPQp+fjSW5q58C928ciLDMj0UHPe+f8qJQK04jAkdng6eIrcHGy69smx33d6X8+s4La5IU
VxsRFakPWfFnzndm++JiS62uVsbDmfFAm/eSRiP/2E39pvUvTc+lx71SLwE/ahtTo9EhVaUvcmS3
ZAI1aR8j+ZorF8LF/dBGLPcZy/5Z+LyWjI0aYjvXPR6APrrzaGGpq+dyejPaZ797Usth6m4UNmG1
pw+4O7sF/4fmses/bK4uIrj0qXmqUUryhQlIO2FZvEWG+zCn941xIRHINuqp8C4lFUNzFuqFULrU
OCjVQ6LO5gSqDwirJn3noKuWXKYT5jozo4eao248xs1dBrU+pQ2v4utdVT/BBJOdVVhqHYpp70AO
arN7HE7bNms3Q9wcx/RtqhcCDB2r6u9UfQYDf0I8BobzXtlfbTcdEnpAHPNUsk2RHs+x9sfbaIzH
lpYYsvRbCuyADFZ0tEx7reKtBIAgBK0pufoS2PgWM7/RLnglv3VGaIDyp8u3KfFCzUmNbTo/RwGy
vuHfkxcMdV5dixrtQxByROlxSc8tcNeAE9oQYT2Oci49OVEp0T06tGiOlkHwrQUWWO3KVlByY/75
HQYke97R4PIRwCqfkWGrYAynsjpgozh7w3IcBA/36mKi9hEbPDERrDUCP7T+tiL7ocNyXuF3FfQW
OP2wS63gOJNUbytxbJe1VGRRJ7+O30d62oUwjoGedr40qe7I936jifrTlEEYHilz50zzGXn/w2VA
BJZ/Vk52E/m8VfDIUpqxN7ZXv3ep3PmReRp841rm8SVxjD0EwWjDIuO3M+SeXsqneDFZ27O0UjY1
ff2p561JAyzypfOBz4VZYiTion2awnMjDIb6OXGcrdWZd5XT/jfnPl7wWtmnoAjOFh9crN0hAO1N
u7ZNBmDKwdkS5PtbytvQP0sxMSJjRbaD9TZXvLMielSUv1szqQCPzkAdH/G+PRaBEUL9P4DNZEM5
EgPr76qSFV/FSn7sjrCbH+2UzWtAw9qo+/tRQ6swpm3OZi8y7a1CV/aT9OJzQK/rzEf8g3dzNt5V
sfvPbobNxEdzyG0yfbhw7PhCEGk7LtmrNYvdbGuo8z1ARFDeeCHHJaYQLNsJDo42MnmRNHYcA5hg
sM2FPhiude3r8uj0vKcYKFUiQ4Aeu4zofGv4x7xWd501hzVJyt78L6D9j96BZc0Dm9ZRdhT8FdM/
NY1nkUdbR48Q3OlRMyieD7G3semsme16FPmRLMVSY9gVD+ZIy4F7CGzjmPI9SUx357JhLrkvSvYF
mNdvhssnWPL2Dou+JBAky5y02yCtR8ecdtKbyLZJ+iL6LV6yMEm6Y9sP2zQeDqM507hBawRbvkQt
J8+ut5Kg39p5kcB5Xfgw417+DUS0UZZ37lfWcrvcy5qJbbLV84R6NHjNPqaYKDCRfBAatwX6O5rU
Lz20T6lPvMCdEv5Qsvjtan7fPs2lLp8oDLUtnShc39WDXl3dg6BHEFYAVhqcHmrITjStbIOuOJlm
RY4zo7Oj+mCZXGwjncA8hEbadWxhVoehXS1X1hIII2o+S3ZgrI7FbozUie5KiJJ1sXWAVrAgCj4p
2r3kvjrpLD5E01p1RUNMjxhRzM2ljjnLff0q8LlOAwNxawTQXjkCIJLwJAbogKbZXXATnej33tEt
yoSRcCHp1jv2CZ/QyLWuuyeB/+zBznSr+aFMWMtkJA7KLv7X8vAuCyRTa7xVjhdwUS2bvWFlz87w
lk/c8vq0Di1JBpC/To6MtnlGxP3IFrkT+FQwQR5n2skmxWQ1gs9viX5id6ywmJXbmX1SZBXXjkVY
M3AkM/3weGR8P9qxeQCUuekTXgpg+D6eB+yqZLYxfEPJBpxN6wBvQtMyYHDBcbvkXEWUSmEKqmr2
24QZAEtjgGzojuND5MI8Qk6rjWaXdP7RRlodfbXLqCfLB29j587B88ut7Vb0WgA0pU2MDoctyb4w
porEt4mud5JYEJlKCF5hWqGHibThiOMoXjKorfSTe0N7DqCR1+udLbFiJETKMph6u7H8c3sydaWj
3y3Fpm1a7iZuhhpBtvHwOPvAFPAV+0OMmZkTUxITqsYcYc8mz2cn2MwCH1dti7pSX3ouhH1dhJbB
al73p9VnvvR0SOHEC1TxRoXIGainSQGdftAJXTeDKJ9qF1Mi5gluhoTUMlG99wTPuK+xYlmJ7pll
3rUTMrnPD1rgluJbwmaWkczl7UsOJLB2KmPpq/ktqpw3xNxGERx0jRMu8jbUm+EooIetkKTFGnq6
MYJ7iPF5AwlZ9eQ2h82CoYn6SwD2WB6pS8LArqMdHT7bQiuKww0XXSMrt5IMctOZfHbJByX+Fn9W
GM/rfb0NKSa+mhDBiHqaGPYqrEk2TGf54xAkobhWhInABGD6+KT5lJq5RYKQrH7f/9YM4g0/rwFh
rpMN1c9UCmtz5yDvNZZzZyH6t5SDUbjR25u4s8Hj6hcnc454uQ+N3T+nKSAost0rU2ea5WE0dnNQ
o4lminY4ccIpcSATtSUytmMndzMHRlVWkD4hQJoJb15pfDQKR6jP0s8yNRcOQhcAbEn4bX2AQIIZ
LhmNJ5jo+FWr08DEvkkzyAN0zJ2pAd/2HaFmKoiD+WsN0kwNfzSwjz2O3LX4uKQPkGgD/9SCrpAO
jMIi1jjdxfeymCfs9Z88exywpIQFXuPBG94LfI209zwoBLphTtgHV8S44ku6VvOisU3dEMo5fxBQ
9K2R5Fs9HWyZPZHyRg9lMcvO/mRK+2SJ4K8FzY23iKhNUj3T4HZct+vgwtBkeCnmYDiNbMrLSDzW
1rAlKM9P2ZeH0cFb6HAgud77YqDAD713z+zxoTAOhmUyIfJgwaJc7rhUNiul4F/eRFc9EkJTlANh
xn0JqvluKEZCglj93Wblgi9r1miqD0jMLDRSEoHG/Zhmh6Xj4yDIIGKzXlcpxi6dsOHPqj5GSMF2
BhDKnzD2QFhg2jZJJsD3ZYQezHNFARhAH+oeDRf3dsdudZcM8z6ijAP8eL2zA31cjZqL198ldnBo
DXXxxmU8slz78WeHdrTsOqMylsLeNbH8R/Hyfow6ca+oNnTBTKeoQdxp/K3HOjmSHp5D1ey81t9S
avXmlgt3eeKnJtcJ2fX3LaUgc0zrR5P+1Y7/G/j6rhOsZpp2L0TPXFidFdjdxHdCEJtnNy6OqyOG
mXe7+NjPVhEITUkixFh2h2ZCzaPjxjR+IMDXBl9sHyEXgTJeP4YG2ZqU66ro6EkzBi4fecIop8YN
SKqRKGa8w8+wn+2AyEdRHdjYw8Fi5doTG6/mrj6JRIQ23IR2dhm6BfIKYATtoIkPE2SmCkcl5eFU
PIlyN0phPhkUJVChFfv3dSOXjZuBhiWifAt4QZui7MIo8df90GTfLL9u/H2hy+FQpgnJzanwv7Pe
/zI7M7g3IWyjtqimfNMOCyzbvfZ95nWvNZaPf7YpqN5b+Bool/oVKXEMOX5LQNerSuqq6vwzy5zi
oZareb+yococoiSurmJU0RiKxeC2476Pk2gvc5d867wfD6QJU6LhlYQK3eUlI1n0sOLZsm2sk5k3
KLHx3yHk2TApTP+taTr73Vpi/9EWC40S49zZB4GmHVK+lxwsKnTDfIqy82S75yaAeyE6YtPaVtaG
+r8MeBwdSmmMjkRfEYk2EpZUGufDrs09rE09Zr1Zkh4eSD/iGyKxRBStvyvtXxBSeGqzagkd37M/
Z3zvLAFwwMcN3IAmi6Nzn3KpB301kzgNbDZP5KWfcKclp6wjUYBGkraosW32UpfIdJL4d7Kljyc7
AJgF3mKTy7nRWgQXPLVj9aia1PuWpQuKZBnLWzf70Ss/QnOFOxWJdbbFdK2WZ/b9+zhu3K23eHAc
6Nslwe2wwQYjU35T36X3Y8YvzixgdBBD+hxnQ8U4onp0nQmiAGHJLTU4ON2ZpnpOziW5eXqo/3I9
cL3F3ZOn7MyWcYKhYC8vOd6InRrN587PcJdIC5XFte5Kt4gOwp9YiUMW+QfDhq/s4JMidoGnPAZp
4x1cayD42CnrnXVz8DJWEWsPt87hORDWvHR9N+1juxEXM5Dj69DbrH2DUp+4OZLbwYN14+kQjxWE
gV1t2u2PiTXy0Op5OlZ0e1IsIFPejixiodPFDkO5cmg7lFVxsnIStmPKTYLYwP8fdBj9zJJINC2J
5Nbkv9eob06ECpwbkpuzOM9UJtkHV+EWYY7DwXyh8DFCtO2RqN245FiykIFRAIs3ArKrzVNX7h6j
XHrFA2NvbZulREPilAmsGubTZJdYPOQ4vk60XRbwIlD9zKB+NWuTgXQyOJVzoivmpsgE2biMRDv+
xV5g/3CHQ70udhoVeF9B2tGqRcBr2mBoJXFIrwtkHAaxonFnpIuYGTqlKxKIo0Ki5cCpatd/5j/B
gWSz7a7Ncry3RzPmyJzXtbOMSdEhJRz6Kf3NcBlhX1YIQVUeEEZo2Xglbcn/0s19nhY1P43l9P5Z
ELLZFuXCR5a2YszzmOR9BNAsg8JudPds5Qj6jKl6SAHKMx5SeZ15zBIeyLumzr+dSL+U+UxO5W5K
5aOfJDiImcU2cTAv2Pqw0RzjrubwtpvnjMlJAfHj8Cx9oR7cyK1u+UxRXAjyA/e8JaLTCHeVOJbl
vhrziI6py2zvRvxN51FA9qOXy+MA5PBEVYSPPRdRYTvbxscUcGkdmXjf6YutCVLa00m9ggZIpj0/
endKe93ywqO4MgOO9RaUcRMhhcQ/ThD/x0Si76y5qt8LpCCxvMZFg8QdbRKAGRGwAmLjcUiklCOt
jKK/Dgzykzn60e+wSCtm/x2lJy/yHyK+es9Kie4Cvz57KPFCbhKnCzhB1mOi0Bb9synI/sPiMMQK
n4Rp0fXTycW6iWgGSH9vW100XbRB6+1mqUc57vquAFJAmLU5QhzMwsLoEFXB1bMTyVqT9s4McTWb
bYyNSFVhpeOE/o0yPhlpyxrInAiKVzmxPW1Y7kXBasDixN3gWnTvZfe+Jx+yVVGV3LUC07DNRKb9
iJXsBLLfkDMMzcFgTJatfoeDmmyFMhyeCfe/ZeZpGex0N4FH2mhZYyYlJoJ4b6CaqZnRrkBFKGUN
gtbiyB4Cg3WjTTu3SkoyjmbSmp/KKpmzsVcNqUUwpSyY41QMnD8kulfgHoFPlUSSmC3GHl56aiAw
xfL6jCVBIRbbmKtTvjxjxJYMNNp25I8MKY6RODa8T02oYVuYY8wICzuMkY25NA8oCPKGqA+bdAE9
tNr/ooBsLZ46+iyTLsaiIG8xoZA4TBqcESMF8xuUrKzemUUUddtJN3eNGn7NPJ2nJ8kIhucgyh47
WrdOfQcosyOIRC1dndw7A24Q4oi2+iv5bkP2cuyvyvd+0KyCXaNK7lKM9hSjR6z5AnqkJ+8L6jdm
grK1GxAGtoGLljJGPt/lv6p17RvxhfGdQBHZWigI2Azs/4ahzpxdWiiLs3kAMBYDLzuxIRhOvl47
23w1PbarwVEYlRPiJ7N33pCX+yLmk0vuivyx6ME2FzZmxd66FPncP7gtH8pMtw0KjaSIhEDVu68L
cDs+5Tykv7AfxXnDW88YMnVRT2930xLP97Mkv4NB0LGChQuRdH3+0Gj5F43pOsi68zc+3p9mpVPP
rfcQSGO+ixKK6TZgH9sQ2vg07AScEgKVjex5NmwiFEGGij/Psj7Y2lL+KenE8oj5vDnDYJnwQgbl
IxFJ91qOsBjAk6qEhac9u29Nhq4Ciu//Q7dp3NkJHkdfpfSQuaDlCE0USLZFEFxqKbPgBsiU5bQw
Zl42iaJvsBSBjAr3KPhoB6yZcCdwXrvpQ4yM3Y5WGNvv0cC9AVUlqhN2AXNg/+aF+wTl66kVI2pg
Mz06yrhWXd6+RZGb4XFoUQDGyXlxcFiz8uinH3q+TJbE4lUNCQsvr3xzZJ3ciSQeX10uHFzaZ5RZ
h+z5EgW3pamfSE69FD7xKEEkki83hyhdCu2/IZvlfZkx6glpQChKgeXkolYfrYMD9Zu0zQuNr3n5
QEX7WxuvKbDFY39VKWN1CTEFrfSjkodFswnw+VD4SBGbchr+iqoEwJFVqE8YgaTLztnxmhlWbOuO
U9g4BogFk8c0OlgUne6gygtc/A6TtRpIR08MoGHbGtVBpuN/lJnrA2yM4LJQMsJPGuBWoJMoA6CG
UrhwHQoBcEFD6x37ODo1nv10CmprO2elY7FUFVZ19rP+z3A8Ojtz5plCY64utPedIr3tqzr9aBqa
WYqFm05TGHqTwV1Z+2pa1ALNcsOHZrGjwq/8bkqz/AR9thq2c2TInehYkXmxh/deiobj2l5YNzqj
1zxZdgb3lFGx1XDTshf0C66YfLzwH/Q0aKd1MrXHNWGT76PEQEDN/Nk61VlF+a+MbJf+lcHlj0At
pnzjsiFPXdPAjRgs7IFzPVc7S07JAe+sSf2NFvrRitX4XfBq5zvDN/6pRX6VOatdeHDVPvbQmS1v
cn8npxjrsLLVg5r66Q2WIw5nSd17miYrJCBq6Znz+hf2tS8mEUiqeA2PvJE97NuCvT0zNrhrw3xz
kpYpDKeIoLnW/53WOpfC8SHwafEfJiTY8y2spVOle/kNwiuTIeEKshiHwl/Kh35BfGu9oKeM2+Xq
5LAYdzkt75K8v+mONB8jnY1dIG/FrQQRyL51MVmUMkKxQ+S4MDJP7GXA7yiZMCCl/eAhoLSvi1T+
zSDBsp+SqbxEcrSRHy1E16D+892Fg8kTSbA3FDFyokRus8d3wtw4ecbjCDrqBwbWfB2EmC6O3Xen
eQQELSK/+pJCi61RmpSCpOZ45W2rqS7ksYN8pY4SQ9LdFEiqOf3UPxUdLTqdgmQYNLJGLrMEC465
eugUp0w5IawhUTqrWOxgPYkxoE7McPAzOUNAOU3vS24aLFTc+Uhr7FdAm/DXtCh5arsgv/Uz9bS2
M2X/4IwG5HWNMexztkSFFyiM3lV59thlMCKOIiGG0i1n4ZrfGoeaAeRtQxM9KYEsME4T6fKjiO1x
56KMhZnn4FNcoOtZtmnsC6oxQ3JP41FVqfwczZaSHzelPwyywdY0std8tXU10xQfi4HlTdUk425O
DeS1wIr21mT96nF4lwsRezMzl/9ocAF9PJPVZglfn6MZY1BbJwHv2sxfqh0lY0gihZVzX75oN4X0
IpEnhYGDzJDZVyMoGxJMX5s+GMSfN7i8oczTYeJMyxPhLTuc2VFtiJVZG5OsFjkrX13Y57Rlc06D
ZSUFGXRuUyKNU30q+CZolex6fP8QfRjWcBWatG811t6fA2uNGDe/Ee79g4uQUo0E5BbzbmVF+PWM
qCqn/j8nTR+SIZ2/sEFUj+XscqqICQQKyIgG10Jf1y9JQQahA9TMtd43TlaLs9cNxj+/ri2C5k3/
6QRpwbUcp7LRTIyyte9+WbL5VRDKYNN53BkQn5E9bd28mhPyBiftwNhfVRU0iKH6sIlt/ZikFx61
p8sPN+gx9Xhpnx273s5fjAYTiznfao+jaBzuNNviKincrYKyYlXKwraVureBMA2ZWpVb+Q1gIUOB
weXXv1XGmzDfCc9gSBR9x70BM0IQYbqcDKCFc5vyEebp2I0N/EoBtPOZIhLv5BK1DR3G27vYcuNf
LjHZX95wk3YMzYqB0eJj1lzpGXcmbpUlPEMhuteOUfLSquJnoXh300JoYkDs5xfYfNWviEhIJfMa
xCC7gRmlKR/SxMZ4JMcagSBw259hoG0CMiH+HeBnH3WtTTQuhRSjO/fK09jAvHB+i7ajeDwYy2NS
Cm1fXDuuh5/ZM2S6qzO/v45eTDlbw0/T4fE686tXh3KSCttTVr2UAylTDwx72GULkpS52BNDMiGn
KAy4kjvHyvWxC5NSwfCBEDMV+67khN65gubOuM8U2rXlXAglch6W0XLUcWQ9C5aquPL7Yk/jgl5J
iupKKRh7TyDoUAgM6+jWAQjUIk12VIIaW+15ykOCMnHEdwvPnedLmE256WLFXfx/Q4pYn9tOnG8r
SP+OdtgxQZRyUFSjGGvogmOpiZr8OFjWZ57waVuaheVE3y6a3WjWdO86T6k1q+0ad0E5J3ZoNyNA
J1DKj77VTejyNiVdGcJVZEJmmidcNPPIug68l96VCY8NZe/rfyF49YZi+LKSIj242Cy3Nra0LTuF
MhxGEexKnRc/Ooi6a97QN72pokLJsHdYFXaetB60aHxGi87dN0Pm7wrue+eySQaWg+ysSMkzWySW
ex8n8PJb0x23gRyGkzaQ9BR+voXH5TrTj/gKl7c+6lpZj5ZjyDDws+GR8Ha1b2xdhktvzUeWBBSf
BjL4ggtH1iZapw3tmAfCsfg7ej4KaZbC4qqw1EVgDfnO1VbYKsR3QuVYunzfOrJCZOTr1afK+uaB
akP3G7IAKLe1Y9BFDdrTOAG4ytLcx5PeS0LJwLEl2D9t5WyVd7pZ8DY4OY8TcMMGiQHmTE59xL5a
rJR0exxtB0/Gr07Gwo7PjOG8mZ1Rntyg6S+Duz5Rld0eUPVYmPdmCR6/sh55C9YFFcJnmXCqgEHr
EMXKAJTQ+J8X86vudaVWxbfYWWaa/Ju9xTyX5ti9lCNPCKaMEgemzLkwGaxRC2EaGDyTBhoqQGQf
7gnIWXZmedX9ZyVp+6OWcn5Grh+PxE7ySxuXzX01zd+mlPF9n2OXtv1Cn4OubYlQ6eoYyEY96qaS
F6LC4PPYUm7l4MKeceKKbCHxuclfE6sdK5F6avmoxqzvghRtLB1ia1vUPdGdFhowrj+tsCx7Hwmk
4s2gK6I/sB72cc/LZqHqryt3htI8Xh9g8I3LgvgxkMDR73k8itc+YdRTCamNahok6Ec/2FOIUB5N
lK5Nli7/GFyRzLlJA+uA902ecey3Zeci3C11eU5ddA6D6YalEdXfxOzng4Cj+JdgN9sUtYqOZknq
1C3x6k3QP1gWcC2yUrUwt+eU381BumeD5hxGBa4VaFL9sB5eFMDXxqbiC72rgoCt3lQDsBq7/xYT
B2/qRvcR1/JdtFY1duCncLgkfykT7wb1732ZMCF3XeQcE1W8MlwNoW8az4XD3AcUTLT/YmnO90Eb
m1ddpT+CGiJ+SD+O72uKOPfzrHjIg0Q9cucU+ypP+/e2KVCzhYOZrrFYiSXpb6l9FsnpML41ZCX5
RqrmZC7COMWR4AbOlnbXmQKWnueVZxB+mE0SHVNc6RCkxPXqm1/cgNGgHANHC9O3Zj2VY2WVTrtt
hSUPfs09WjnW9BZnVXTv92N3rdNq2nGvwv2nyvSZBQj58g4X8YoxTjaa3NRGd+lXUKb1Zaq74oJ9
gx8dwBLKQYyduh4H61rkDeKMP8CXcmKIhkwPoniGS+YcR11ZNzZG+MD7CtfalA1rl8f6e4itjIlF
Dy7Kx9w6/1FKUt3z4AFkSJJfCBtIr6kD9CdysFCkta3/0nRwtr2D2NoJFBo1EL1xG8Pe+KJiwIcu
TZjT2UGFCA4TXZ1h3HbsY72aL7FdtWyUoPE4Y++AarTtizZx4jgJHmV8nljGhppMBjYmPtvBence
noqRydS2yud5FI/FGDc7s47VAe6n+emtxnMgYMH6CtHOKNwOI69r3snJ+LIK1e3TXswt/c5Nt8sy
azoDJ1FhMGafhLMpOS1NHL82zZU6bs19ELTLJdF0lKQTRCNmpGnfjrbJpQ1Yrjcmn7Bvyn2MDQME
Wj5f66rmfjIEGJ8MbgzbRDSYg00cF4G0y0Oqe28XLwUQDexrLLF1MIeONNBpbHxefjez8pyHS0CI
drn6SwXuK2JAWc///DFhN/AVu/oVmcu6Zb2ie5x6d7u85cUA7Zw1KyGAYpz7ow3q7Nfqh+SWUoLw
GCU4jrt0Fg8pRBbANkTu+SjlGcJ6RiU19na8veSTiN0kqwF9zFoGUFf3zTmq6Pak4SbYVsjQsE4g
ddlN8WsmrGLRvEn9sQBnlx4TxCy1eGujlVAF2ORAeBYKgIxNsCQUFKgGPKqMNXcxpvmDYZMX6i0U
X0y2ciuc+FNx1z+KqVG3BIrSNusIUBhjm4aKsznM50BepmoWsF+qfzGA/X0cEAXOFxS80Uz83WAt
zktX05I7KBqALWMo9vaiVs8mv9dS1B9Z7OMe9g0e6Il3yrH6H27FbF+1TfgGMPPeAGTybE9DwMtt
rukFDPu8IOCMVD8R9mD4cQWacxEBQC0HZ4D44fbByUWKxxIXmE3YxFFzc41MYq8oodAlIn9xiNdP
u16ny7vJeBgGPcHotAqmTSR1NmwsatQ3MFUKdocMPqrIyYoMKjsHzryEohqflVflRwdofOgxaZ96
4FJH25v8qxJECTaiblnhtTXtgJsstmlDnTpTLpcytYHKTnP2EjXlD+cxuPNKrtukOnsal2h+dsux
5pDKyHv6HsZymdjc6sr5KuYl39YJFqEAyxFdo0n6WrUZFH+NBSTy5mSfmGwEhIxMrCHaqQ9YGETI
d+Y39tba2BFU+0Cxu26t+tLMbb4dlMfs13QLT4vqSIdNKZ4ClEvzNYZjsfEWnMEmZG301/9xdiY9
biNrFv0rjV43AQYjSAYXvdEsZSoH2Zl2ekOk02nOQ3Amf30f9uqVH1CN6sUrPBhVkiWRwW+499wl
2smJvdUmZVGxi8ySMJi2ZLddOZNia0u+so5o2i84QcVNFil6EcnrpMkPJhBkVswFhIgxpEqASYQI
tgpPC04EpMII76aaOaAVsjRJBzbBdsj5zdbuVPRN/CO3PFYPqMxODjmplyD3qx0yDeTXJeTHS14I
gqo7q6MFKClzoRxm95MFzT0eWvcAaFkfunSlxS7G2hjCOu9y2dCqcwvBGK8XOvfEYhYc5IQHNCGj
hyjE2so8fJjv8sEA20+q6Ch8AcNnHpiCTpEDuWjK8YJ6qYHeTVKxkm11THXqfhmll3+Zkwgwg1+n
K+9CbtwWa2Y0si/qKVt8hwFB3DhvQ+u7jzPEWUDbAo9yqHiOSXUY1Tl0PmGJDjtm7x6MPi8SX6Ip
bl+FzlByYgRiAt92TKLamB2yhXTC7vrm0igr/ao0hbPTSY/BS9/vmxJZWpXk3dsEePJWdRGAT57n
7zqhccwGRk3wxEGWjqgKMtU6+wWNACN85IHl4MmjqLmhGaQsW1BAE4vDdHqGLk14j+d27yGElBVE
NjVPgwAlgr2m3Yq8/gUaVX4OveB4Z4e395yUvlvDe1isDNkHngPGGMrbhIa+WvRxQSZ5Jvf9OHXf
y55Og7qZwnvUH3iBEYHHoTxQUqCM0W7DtL+d+ufY+Mld1TN8FUjcJjmsVhg5xhxCInvTCAFo+tE4
dDNJfCbWxWOuPUNwmaA9gMqzkULhDPIWuv1p9tytlSXEM8DWxz7CbX7QMhlg3XX9S96M/i62neUh
cCktMBnuK1pzUpsgrk9jSt0GFqsngiJPp09U6eVJW51PMDKbVHCFzWkwpA3YqLrec2ccmW7xtDpV
HBk7tbQcr2rK7mdczEhoRbhtSQvbh6by93nOSFSiCrk6MzV6MuLcgWPFYViJT0ohijY3Xx/LTXNp
LQoMEr7LPXDJURxa7Uy3UKPZBcgWPwmM6QI/2IjkRKb62PtjgeHdM8fQLB3UDn9+b8iNILc74MCA
HsjTAPMrS4fuNY9ngFuq8FgqrJ4UyoWTYFn1deqQnNujvVwn05HdXATe0fMptbXN43gUjvXgaLyY
9GPOaWy6+GcdLu3JFX2xXarp5+AKj4u6SH6X0PnQSRKHJtKxPowiUziNEwn1itWWWBD5smKmkSQq
4KBI60DNipYtrkSrCDZjapkmznEC2r2ZZecfh8iF0pCG3X6RhCpPIXEaVTcQ6FaPZletpy058+V5
kFZ40ROj9E0yNT8yS+kfam7YR1ZeXZ1BBDc7z3H5PYANRNFb0a+8ZeOVe7YZ4clP8eqEpKrsS7tK
AUr41imLo3SfRL3F6RqVezkjZzaO/t0pC2zUCgxzIW+A2s2GXSxSbHaLYdYIoIP/y7yBfWlr3SK7
IpF8TvTNMUW8B9KebTCsoG/oXXEOM7aAo+foZxZEDQwg741Kw7knKcC68wAQUrRAotrKNWkVZ/En
O75VdkXs5jaxfQhNzJk0Hgpy1essSM+5i+o7h7TmBbCaGQtAYc+/+6UFsLHiUZrkFJayVeW9ldX1
N7cHWeNhVNv3XE6PkpLokkIN2DYeSpY8TaOrz2LrfuTS5ynVjeglcBGU2bIrhgrAYOz+ZM0kn7Cp
fyASdDf2MkXHYfS6nYmkdwzoCS/kU4g77czw0DAYHPOFwy9tygCfaDEClSJjLcna4I2l3rShubQZ
3CEXDjwiLco5bbdJwxyFC3AL44whSoEGswYxshFWkf5kZgtCCfPAlZIx29Ki41azWDhOVYVW0wJz
CT1brZWd/xWUAI4KmEMA6uAkYoaJVxv7HB9jbySEKy2JvPOsD57yiQJCxsE0pos6pKEf3aOORT+4
MF61ZIogV1Tq4NjFN8IGor1hGLmdB8eiALWSu34S8X4mmnfTFbX9e4mDlwarzIuXW9xSYekGz34/
2Vc8yc0hyBNKLCxyWO+lvw1BG0O+QAdIJpbeNQtinJgR4ylymMpFoBcaYCA+W9wHCXDhm4igS9Ol
DHeOzdWxkPm6i9MF9leMy7C0oxvoktMy+2jNPOMgoiQavbHnnIkYvkfHKvNjVljpkdoAb0Fr2fs2
hxlM1Cbh8HZpn5kRg7HIk/rO9jmHtsGaxCPH2X+0bJREHWMicGEYf7LKP5JBuDy2ixfeRN7a99C5
l20imBkEXlKdAhYiJ+S5kBAE9cyhcFwDPLJ8bUuW7Ry48VkCW/QxBswU0TX4y82kO383El6zl6VJ
vqlyJiKERRE6TzYAF2258huyKPfQrmXFMAz1sXOYWzMeU3cLvvNTCr/rUExob5NkANAxIjieVFG9
Zolf3iwXny4t9IzOi7l5ltdfg3lyDpwSAOPY45y6zPaf89iqDmhB/FeEoJA/cs1eC3kDi9NKYHdl
3TPlPbx5GM0HOwP9sZnYuu70umPylkAuEF8zJM+lMOhE2oB5te54NiBAJUahtq0XlRXQLfK4ebGK
CboWG8cHaNJ8xV1dPAN6h+KhYE22S93uQnesoYXbTO6zJr8P83r5WlGB3dchDlPoFru07D85VAgf
DiJ0MDMA+ZDIEwgklLkuEqGNR6VIlEaL7xYlYxYSqdERcl+DE7wPC0Y5jWFQyZeJUHmSAvVxZx/h
b3+PNY8FhuMxVGR0Y2E+1PbOd7Pf0EErLld4BphLDaomRL9wPMTzFI3vmFF+tPAwzuMSz68d1ogd
293hgPCBYUXZBVQEsXdlP1cdSRGkU8FdDYKBIJ2IeKT/FXLhqgbfFjDD2EKhCTZZxoqyWHcusvUM
QGIeQc1U6A/iYot7o4Eg1QMFrW0v8ZUej/B1iVbuVuusOOohULtwZma0CnowCJOpAaMtf0QiOG5H
zjZKZjvYDJWeNq5gwNmWCTLyKvTvJ6dGXZHdL+a5tYGkAPi339y6d38mzsrg8vETeVBatilw1KsI
R3/r9dl8KJfQO2g7aL6lY8t8wadd9lj+MK2Jp3tU6uKDEwCjapr7pNNkJHTQHFxBPfIwdaIWew8b
7bwMins0pwWVFfsEy9TWR7OqjSsDbqdEGHiMQabfsTPM9s4k2w8WLfEvq4JZmWZhchAmGYj7XNGY
2YCKGsEc/GvJjGuo+9fEblg1UbSh3cWg6g/TxOo9ZOqf1n38wno5PMxunt1GQkeeA6D1qPPnDsTV
SPiYa7zfnkK3wz/S19GX6uSisTibniHmNrNGD/V8niOhTfLG3JusNIxQTHHmtFpeHFlbF/ZCGENN
zxFDsSJ6KieUNTSLqY9XL7TfAdt8a1mg9cDegf4zb8qDl3p8qXyGfYKhzqOZfH0XoVHf9t1Ct6oG
eDESXWEWZdU19fzVb96VSJOXyj47BYlyPrPbo3Sy5KuzGshsX8T3jM6yz0Ky0bYRoD3YFdLURvTT
PuiIRKDNqJ6WqVAHi2i0AyAXggu87DWxpKm27SmtCHyZIWIyttVM24lL2bkRlOVTofcSeaQ6x8UV
tysAkz7UDuRBB0dIykhCQwZaUSrdazKsNA4NBrUZC6QpKEPZCqD+m2SyQOBvqj0HSbLvSsSXuDzc
w0jPuputvuZSkCTjLlW4fIRVrvjxV3VImZhL1EYpwlgLirvNn0FRVs/uskg2vIT1BqoLjlryS3kN
/AI7hAEGD+iVcbP9TtqRe/LS6mab1hwY/5IxFqwWCI0KaCMmdpJ2Nr3pUddXXFHxBw+26YquZGJx
LgReUxcDVk+KwG5I++KJGfH8bag4CgRf22nM/RdjpmbT+LzIIMIPuQjHEIVDZwebGiWCmr/NtOAb
V07Js8WK5rhIB+hB3nGhcIvdpcREH0DHA1zEttLTiijIh2v2CgOp+i5Cfb9JPKorImD2PfTikuUW
pXq8/gFkHqaa285/GrLYvFQKbM8acRTdBVOmLggB6503z6hhbDlfTVpoHtudfhAlEzPC/vJj1Adc
MIMfICmifcX6RyDHHDT3hiH0E/uNBHRs+ROXS7SHKx09ebERp2kANJcWzBqp3YsLg1bcuoVTHQcJ
hi7sm+hxMt4H9PryIqoBK7AcNRD+cEEsxsOC2ClOZdTnnBQ06mKqwpvnIa+M/JrxSgkBMmPv+aU0
DYskup2nyceNkAjGDnIEVtSltX5ohpanZ6DW6gyXSDrZ7EI6frWZWHcOXGIWuNit/YBX9ZRopFk0
bc6Kgy5PPXciKFyOqbELkl2c4Ftxu7q9ubMmkYpn5dWKyGRCB2lh3GFfS7ua8CDV9c9orZtLY4ZP
7Qz9R+H10SEPCgGFDnZLbIXDkTFm+cUe5oiYGNWx64JLm6bofHxpzwyu4RSGKFXuOh+HdigwwgkH
FIGa+ZBO0921Ps4C0ibn19Y3DmPGUF3Q9OAk98Sbhj6Rpj79sHQ691qiu4PnHQesq+zqAdRXgoUL
QQiZd+OOcK8eCUfNTC1HeWzhvRYhdjSd14QulOEEH2porl2Q22QoCnWp0e8fPDkEZ1Ms9dESKHH6
xWpO3HjU0i0jd3a+yS5yCn2XI6bdUdRxGnX99xpF4qlFfXMzemm5tghWhLmQHphKj2fAoNyufku1
Ptv6JRT2zc/dcZdWs7pffPe7M7jQ5nMeql3JvgKxpr712O/us45HXdVxfRgXLXdu9Wj0VJiCeCBF
Yw4U5lmDlovcE24SZqeUXJYEb8sK6vq/Mugxk3h14HHT0eDfbud25qhvqzsR4CuQPe5SUJw9sIiy
PMHestGJ9ykbUte8U65S5CCCgB6T5T1HoLK7MywuLlwwQha6JzrX4ie7YRuuYGxObmolV64reSa4
bQE4tfhXphhBefa7+o1sJNzFg9X7G0E3isbRwY7SoBZhiEdH7kvBCYlKacoaPEsZ5hoLjfpNcktx
8Am18xacLYNqsGIlYfutaZr22W5JeIyMzo7RPImdjpW7Q9L73s51CDDXy+8rHjR7r4tAsdcthAZc
3FskQf4pT4ENyD7giJ+dH/3km/u29jOMSKx/WoHWOUf6vRnILtqNYnyfhsw+4sjXB12o/pPcIu8i
ghQdRGB/gPArDo3foHkYg/fY1+jhGqYFbNB+oQgWezY3NKVJ3jI3ggCn6/HCXd6TqDV4DPrs6ugq
yjKBV5xJKhnX/oxrUOX0Miqy8NYHhHNVk1Nxn9eyOPWWjJ4ctytuih4RdXk3MbRnOn3hUvowHa1k
XVQ0Czrm8RMO9n50bDSorbA3Piq73YTRd6PmEnwhNdt2WjBuQhSu9n3E8w7iNWq8FTiUBMl0nKzY
QYPH8IXJzdyRnAUjMXD97pIShLHjp6Dtjm20HXn52yFMcQcHKv/Zzcy4Xb+33s3IUKhwZIdLUd0M
1eQDyzUAVXY4/aDEe0Og5jFhxTZDGOq0a3qGROPgzawvql98OG5kBkEbhnE58Go2UbqO28uUK7Vp
G9M8xxw2p7iGoUkCDdsJFqtOufEz/HPkrLDEcLDMZW764C7IOkSByVYldEv+RJbKxgnn8OwQeUJB
5c/okHmS2Qt4mp4sEHRWiJ9av2EDGgwQkGOdfetC1JbaYeHQZjwQXHvkO2Tqte0qy2LO1jSQd5sW
Gc/4RvIkc+QsR8fOq4GPfVCu+dIoumd2D4IGpqRyKQJAZjZeC3skgGgpMVcGyBZ3nqXJlY8wunB5
kZjAmvEOe8pjmmX6BdFQujWl8QmSCNa1LmRsBv3xcXAkNWqJ/c+hIt1UvtXeN0jH2m2cmuSDdHl6
in6uo70e/N9R0A8RG9JpWjt7C9IVhipMNu6uGmdWhyZE2gw9FyBd6s39xUPYHlHwpVGG1N9kDWGz
nqZ+ZDMqviFO+mbuyZBkBCVJ9WnhhSNbCNyBLasLoNFah3sJGUhvY98BEPUsAOjQDVG7Re6lrSOG
Jwg2fnnj1P+OPJCGapRnK68/NTPYI7r0+kga3Lz+7YrfrSjUbpAs82OHmxuOBJjBlWpqc+puEw3V
u4jBAtlfDVjNTdV4OMpzNe6MZ0MBw5l7x7SISf1IqbZpecZii/OzU0P2E8BTEGiJxtbSBw4c4cxr
7tlfLa8eYQlf+HdJM+hia1/0ibVXfTzj9EOmhIbR/mX1aDeZvZlfmScTmoKMkIHJ8NXIFY+gBoz+
HnBCyGvSvfM9RH8tFpczDeiAHyFtz1nPNAe8vN47bOtAikgffkjqXhyRJWSDEt1pcCrXLEZh2A+D
5byyvcY5qRzmj57vXVRIBcljAduTkNG+LubmClHc3TdLYeBHEBngNwmuN065YpKAg1xeJGwoHOtq
xYMwi0bUkyRb1fSQbTwX8WcExEiLITminmFhgBMeP2Yzfk3HsHtzoHiBW2WI9GwktHjCjt3tUofA
maUBtZKAeiFv8lWzAz/44WOA8YFabo0psWEUYJ9HQQMxmU2dIBolwjyGVHRdkpa9+hFRE3w3Jauw
Zcjt+zEu3SfU6uuEN3Jvdl3jYZuCAAM+OlgUlA2jd5d1LitvnFmoxH1XiDtvxFBphf3b0q8aSwdQ
rZ1gNqdV7Pddl7wpHn9E1TGTYIKujlzvzN3UqODUIGlLLCx9qrURSNgQ21Zgq2VRa6R2wJZVoKWi
ZguuLrEkyGGm5pVmVxwHnON4pXUYXowQ3CrpQPUr0unk8MhCPmtNDz5DbPs0GYTLxI5lfv1cTZh8
w5GksNZnFOY4jd7oPOd+qzU/W+Ek3EkuUHy3LL4hQn/1O8/epUNBrHFCpLAXZM0nFF/ETvS33P6B
l+2WYgY4RiDxJjD4ZueY89uaoJh1/EW3qbHc27DYJHLWy/hKXIxz1HU+fsli1+M5wmXXOqxPWZQR
MxkBmtGJo+4cBwk8T2uBUEX27FEZWCnlG2BwZXVcOqk/qrQjalOzBYhCxFJ/Hwf+76nnvostKnAC
6bJZ8P8MJc8ZNNKXDLfySaijO5z/Hy+vHVdxgdjK9+V//se/Zp4Ly+Bhbcj8cOzl3a3d77H5P/Lh
fV7hX8LMtfIxdghBtp0Dp9R33L++A4lryJ4aOBcx2tr8cejZACMh37bW9e8/yvpCf7wRHwMZmON7
qM4c569vBIMM1aCOEjJ4iq2Tv1vJFzrdf/weKCel73iuLV3P//M9tIOKmg3S05gx+T4F1YOsbn//
Fn/84Ov39S9voX37rx8jFXrolrgonu7m+oXj5+9fXaz/+R/fEnKFdV5va+UI8cfPQaXJRaoB3oG6
3th41Wb7aTUe5EBBB9CZ/RYB/jYNX//+ff/9U3kSnZ9nu7YnFY3gXz9VXI71BEklfTLbPvykIt78
49dXfsCVJj3CH4X84/WZ5scDK9z0CQaQ+EYT8s9fPtDsNzyHBaN0/7wL574aum6pbwtTh7D43TXh
7v/zDkTAUl4JHzndX7+gvAoaydI2ffKe0cSTUv2PX951/IDbD0sMQu4/7nOU4kHvlHwAXT6FzaX/
+vcv7/3bVeX9y8szXPvr3742QRG4wk2eKvT18rfV/2ZovZ075x//zD4sKWU7SgH0t+0/fmYG3hOJ
C6Z/gr+x0V99hGh//0HWv+hfb4+/vsH6QT/ebwnTg//+T/FfSjt4Adc3QF7LDAtCxt+/PpbJ9Zf8
4y205CgUNgMCspv/+KVTT2LBtnAf+RlL6pzhK+O0LDl1lOqnamLMnhOg+91J13hlO4A41MKVwKvO
0BblPV4JWDLXQO6iwQx7HqTQuQekenUSf7it9J7SPnbPTWD74cEbHcifjBXZDmlJ/Emizk01hPcY
8vEojqPzYCf0P21fzNsG/+0ual0mmCZlD9X3LdQB1ya5hVj38YH9G2hbvLlHZDn5qoaPfpPJVBBT
UKfjhaoLMYI7AIfDa4IxATH1xHIaE1rzskzNgMQTxDZdHcMAJLAoJC8ZwrYDLigE5v0qJcnJevB0
/VYjrj4ONe1NbaM+mpwpeEjsuNhlEeSmCuP1jM3Hgqg7rollazBZGsyITjFeXMkwVRumHtWjnixz
o12Cg1m2+gfiUdJ98WHG955ezIsiEOwas56+oGclHqQlOjMrR0h6Tqx+JhwGF+2W/c4bBxiROea5
NiTfaMKrAIck/V6VN1Ei4YEDF9UEG05Rg5ZXQ0/nlLLPWufU95EcD42eP4pVodWWw5sfVwqgc9/t
g9whmRsX7LFJemh3UXzDtvadVhVJTzvhHSBkHf1UOt0xOLV2HWwRcqdxNhwqk/Pthaq+2q0FvsMb
DNKdgQSaiMSKroiDK5PX5YGJe8nIBroYSDx7FzUAKuMcOX7oAwtGY+uj+m76U8XQEeAFAecxWfVw
Ey2KUeYpPg7NDDJO7jCf1Ll+Fqg/yTKenJTEoe5VdIDBjJVmbMISMFVs55jw6+4saOLuRN6re9GM
cJy9EVJlzrY3UZrpFl5uwI/w+pcJyIirMeodRnaU8jPtkZI36GWXlXbIKqG6ecpG9I4q9tOfe0dB
YGj6z7ZYvpc6D8+TbsbL7EoGTyHQuXzASl/JwNz1ZG39jnr9cygE9LKs8Q5IO1bJdj0xFhTtWxll
9gOlNMtZ+CEnUQYZUJFJPhL5InDv+gSJQDdkG4leLa7QvaQ+pbUXGZx4Lv9ZUESvwbSuk8CHkMyN
qgpdTvE70NJhKj4Sz4JgYh+zab2buAXPi2jW/ArIDVEx1+eS8N4t+1544J1im4hH+4xIKb9N/VSg
NlWtfG4Ghil4fxdaTPpML0T/xLq6RpDvdofAhzWTZy3CrNnFghU57xhBS8CvqMQ7Vben3p4b/txy
doGVFoS/lNGnP8ARkpVEE6ThYPgZlpMlMe96hrVSuvYzDPJy51ZRd8YAWD1Y02DOmYohmEUz+V+B
ZqQ4yvm+WUiCMXBfzsIrI/5lynRRdYiBGnpouuoRrt1CChb4IzJxsWHfBcaHlsxI7iCidcq2rlmQ
CB9UTQRl6lGqQ19LLqZV3q4P50toQSZ/L7yXkdhKMrajbUha/L1HrXefyRqYqCqhGvALYv9sGQ98
1SPbusLbg/nAHm7GZI8k9xeFz5dOegCJ/KBSPxwix3Z+O7yMa3xNSeARQI2K06jV6eOSxOEpKRq4
QswXQQX71t4b2YU3Qz+fCoQNaEdMB9oezlY+sssac63tNUgIbRT7zOem7j/mAo893aN+IvVG7bRq
8OYjMsFK5snrbE3pWXbYSZRkPknUBXriHDMuarYYwxem6JxBY7yZkgnrGs3NbapYbRZzf50jG8Ne
x8EmOst+ZyDZ3i16alFL6OnYxIiCKbxJUIkZnPN0iM+VZ3Ao5uCnnCKqDrYLvAFrZfUkRhDURUK6
TYkTgHYblndszC9yCYL7ILWsi0ywANoJ4Oupct0T3TEM0HKBVJdgjxB5khxcbAFMAcoPZ7ABXjqK
IVjH/NLN8uznNBftCTVl9SzMOHwuRITgy+kVswyvH74OtUnvOA/NGf2he8f15t0hEwbUXbnk6GZp
wlg4uRHMQObukk/bcLa+uKMA48C28VD1boI4H2RyK4Ey9XHKGnJhV2ZhvkQmN6cPSK4h1Vt8qz3L
jzd69QbXTVScWU/XJ+VN0ZuYOgaqVQbhy+lB2DGf2ic1pj3JBJY2NOof4C4VCA9VMkMzi8Fa1SiF
lQ0nOjBG7MYaa0Behe2pddanY8iRR1eIpD63ig4USYYyP1nVq/n6iMCViBXBhM5ekzx5BrGXfQmw
AtHQ5zPyFBHal8VM9kOXPwE1ztJrMfrjR1v4NlANFGBNamjhjbkZuyKmB2voIUPoCbGCBnwsy+DS
pEW1RYNpX1UPTimiSgM66A/bLo0/a4a8p8Rb9MbFi3bCkeCgly1YILlWwopG/sSOFv1yhtHaSaJU
H7WfVj/TdlUIxR5xlpYzIUxMpQPx0M2PxZqrM4M2hfA1pncI6PnuekoLJjsf/YR2fd+01O27gvHR
c6w94ADlCJYtG8hCJjmiMTu7A6tdOGn0RGYg2lQS7YiTpOx4qKge9v66cW07DUImaPxj3laMror4
I4rWnnwyziW11LexqcQVIc5Pmw+xK3ocKMTq5bBQU6hwPR4UmKpdKIGBo3nfGtxazDhXBK4bet1z
iTKcFa1rP4iky++0HcUYbNkk4U8pAMqCYRMbH0PWxYr9aNfi4XqqCCXZcOW3pA31zBBDUz+0MMjA
y2YtOnI7OrQ9RYKUIOd94o6+j9pKz4xruXwbNLqt6/xglR3d2V4FCLxk2JqElUDSNs+oS+B3maHH
AkdoWarC5j12xee4/m/EWM9F0+Hk6cBXNpZmQIPqIfUYawnIuBvgnvlpakz+GdgOXNBWc8tK+0Ol
8TtMAOt9oH8/9Er3eyuzna+zF+pt75Zzv6lZen3JFbKAMhzGXR7IiE0FmhMfUgtQyRhZeFIjltKz
tUWzX+1be8h3monspm+H+anP7feoqkCVxVHzU8jlU7mlda5ReJLFw2iGKGLUmFNeJnuvwDw9esNP
yYJiM9gjRwgjSDr5rueJST7VA2otAn5nnr2r/a0kT6/Sx2DwHsdofpBIjztb7RsF5Pq7jvAb00mT
NOJHm3FQ0yMiQOwBff3bKhZomVZ3ifqWMAohWVU48cj21q3IsfZwrq4KWoTpwNAzEgpqz8e07zFN
UkFHjoGfWlcyzrjwZ7aPlMoZmRlzCRWJ7T7zpmo7LC7OGkLkq601e+ZNljbCJn615sg+dTwOQQjZ
1kYmj9JwPjCEjc6S+Q9ZH/aPUmT5aWauReiIZy4yk/0ROVVwMczAeHBGfG20FWTbzRCaJhcL+8Je
Z8pBjyS59yFTRI1EFKw0BI7SKhzdo3BN/GIFJRNYSU2fdRkc5CYhWjiNQeUtQXAfW/4DBnjWV+Vi
vUY5eqteKPGaiBwXKeSIAMS6QrKWlsQeo/GRGzA5Hn81jCVRIVZfvdK3WRMA40i4CohQ4Qeq7gNi
RHg/9oRVJrl69wTVF+lw00YXCzVC0kQVG92831ApVbulBlvR9WQ/TmWPAK3wup/zhMFmcrS5j9m9
bJ2iFrdGUdNCrCRPwoGaNBEPN8xqh6NcP6Z6yJ7yljLWm6qXKQbuKltU73CSmzPihG+17tQ+ROG2
R779a6ZW2ntBwtkv+H3zCAezq9tXTQwzegD00ruK5f9jbrx06ysIKjYhW/t4DOezqNBYb0k2c15b
QFCHQAFN3QQJFzMaa2IxnSyeuOH69pBJDLeIJMInLx+YazMDvnLizah8c1Agboo+1ZDGQoVYsdZL
ei7kHIZbhhj1Cusv39RpRRVGpFAA9q6EOIVewtzaVrofBXaTfVEroqbKuv+Kk109RpUZVkm5/spm
gi2WGHgsKZetfMlE8Fy1ttpadFKXLrDdY9tyPxoB/FbY+lfpEHJncA9uq8iJj2QIx4xfJTDwAFFr
iSkYcwsgNKWSYDcvzinEUo/UrSJgpKtqNrVOtktKnJmuMclhMvPPbMZYmqb1fCKP9NMlCPIatFz4
aNODc4wS6WGms9rQsAA9aKgjpRqsQ1zAw54yPLxO3aKfX4AybMLUWb5MSWIew3AQUGZAr+6GXtmn
3gQRyo2pO0jZ1dCeYshNdZie8lkMPxM8qVcPy9HeyfAFmryEzCbRhaVl4lzMMgAItcgCDyDdXC3I
y+dmBkJGiGzwPfdM+kKcGE9Xv5sgKlpWdnRovFAyorsGznVz4xkB6OSx0lvQNt2kwOdOeV5nJFs4
3Ly0YNWRsg14nJbFa2obyjvyBb4PvooOHJ7l0ZXtuCvbUMJoTKCDjQQVBAz0UfjO4aG2ly8u+tgj
LhIk1wMMnLTNWOOH1HinOQzzLUYLko7aEpaRjNpH4j5BRiCGPCeC/tkW0UdkAgLMcwuVI/DwcMy8
Uy5T9zr4Jr15XERw+UzEKoAnGJVqymJPTQ/IbxRSmemtcAg1qYMEA0mPjSjwmnq/LAwJBoEooRg1
hWEG5a5zc+8yJpgSCURs9/bsy2vTid9eWhMaxI189KwFqHqCC6vh1ITkoaDuR3BcAf0SzDk2d1gB
swPSEHA6rOnu/RSIIq1w/FCVXvNMaqa8iLJ097OHksqpPDyYbV6empof0aRTpzYxSEIiLVmHLsxt
V61q8FZjEESV1uJMpJ4tAMKBRAx+dIUZtrlQ3zwU3iczE1dkZyRDOjJBddcHr/Rb1cYM1FJDFwd7
sClY4rHH7MIBFa9D3POJeUGxi0SbnlMHAoByek4HLTkCEr6XkhXsrvIVBrtIsNmLvQ/GIF+txKEy
Y6UMLnMZr2kAi123MBeGwvVeVDIORzeS7jEJUEUpU40nMrGgFyBhPoJ7WSXbYFl1b7kvU0dkYJng
kxlH8YsVWbbFv6Xu8df8XHMGz0M2o+5ewumxM9F0tLPxs0e48jDXltmlbrCektXEcrGUgMw57mML
oHwlfVLXnAZ5DmjPbTv7Ncy7lIYqVvoy9L76Ps7S302J4745Qa/PWKKKG18c2ONlyj7MZK2XRfFD
DRJFfi0fuFm8NRY6Qztgd7hPXLwpkl1dX3ly11Q0qHFdKWJnnGLXV8BU4M0SrGutQuCy71bDT4PI
qMUR2GXhNhr6HMNZjGZ7pJ+eOgjoyl9QZUO62XhDB2ChYYBU41drba6MpaTkjTP6/nDso1MgSsDQ
7GUvOBJhTcN3UgYICEaBs21K58QtAsRVnVWfuY8yy4qvFtKzbd3Vr1nQhHtV1uRThSs5OE7Sg3GA
OyLnZcruYodlVa3OdSq+Q9RheEA5d0AtDzCnzpgelPCQ+8Duv2dNQzJ6WrQHbcvxyATfOTj2yLzc
r5zpOMSkOKmqRNOPN706j0j1sObAs5EiG8gfp58YHM48ka/FKua1TQqyZeeHC5fgaLsPUEw4uit8
kOhjKP6dyDr7Vf9bti5kgAajPWiUdg//GQiXxrlB6G52Q5wQbXzTlqQhzuZs4Q09ttVYYriqov8h
7Ux721bSLPyLCLCK+1etluRNthM7+UIkdsJ93/nr52Fmpq9FGxLStzHoaeB2q8ylilXve85zSDdo
7U2rO+U6cdr6hktIgVLqMfSgTlz3bl+jcRLf2lxg9u2JszAQVAO3JWI21Bs2Dr6FBK2IOby73nBF
HWtS20JN5D1Orp3Kz58yL8zuVCF+Z4KzkyiwgZstpGWaV+GdAxHoir/TWSYRkr2Uwuq67TI4qDkS
HwMGzH1AgemAFeinxb9Y36ihxDKI7jjKDHiWbO82GMaIPRGv146wG2TXSudcRTm6Iq/GB9zRQCU2
kNsdV0W4t4jZeXE8VWKU0wbUvz3qhop2e1Vo1lUeMjNDPwfyU1sFumYPSVreG1MeCeduiExfiJsh
obQIAZYBobjyqiFBghmKO7XTmAh2WG7VsBDHvLb9jRwrlT2my7qPAnKtCNXceC66v7aeZFCWxtUU
er4NgSdemR6MliKwvxW6rLcplbH7AjUokbxkSUJCN5d93fh3oRG028wl39MT0weL493GCkqxhgmB
GcAwJ6iS+dKWgAtQcw1UPBkmgVR09IgW2mmKbd6kOoG7rtYVu7GX5grlc0wwIIYMyKqYDvKAIJYY
Cix6s2jVDLA5PS8wrzydTJYMX/+ad5JlsU7EBuzAuEntvHzrXFAhCqvpyuRFXQiweKMbTKVlTozd
Uik10qopcnRbX8F7V8ArrCq+Hw3S6a5q9KtMi+V11Mak4lqCQgCeTvZxXpoeEkOVG68RL0gsKTBA
gyDjEhdo0KGFpbiC9tgngN6XpG+ZapleS1X2e8vXkq2rkCBNEmp+LW0+u06sw2StcD/Qvs1uxljF
mmuZ0bIwI0EaKznGncfXfVTSX6MXJTtW2maTpZTsxqQZ9iF4f94soHeWV8dbHqR71XrTcRFD6goj
jvKixQQ6JBYSK18z+33XVdkeh498KnwW51Hxog3hNOqmS6qflNRVSjHk2HlWxykhyYlQH2WIn5Hq
2LJRIrFtUEaTUA5noJRxTmm4/KrGmPQHjlTrAdoPKQ86uhLNEURVlItK6ND1FALtI/ZRC6Hn2BUm
JC8nyZoqHyf4mIPxc4LJ6jrXlCfTokBYWQD1c69T+UA0EhYgkrrerihNjcWrHlM+aBWc1B2YH6hP
Y3kvWdSw1Np8p6U1/Or8OqEApdKe1LIhXAZN5F1FSRNjuy+UZ5dDw7UkKJMkMWQabKwBJfcqEVpU
6x5C4unSQxTqyk87QfhEGqWzLoOIeyty85ZSJtINbByU3JThxhf41hTAUlucEdauT6zmycA0yOKj
NoeetJJtpXn1xu1TlGAIsrjyeOpGAMTR7CBfQUQHhFpZvB1syg4dgqRVmwB9CmHQvQTRQIxKLMrH
pkhttDaV3YPyjZqbzJDKSkaRBssik19pzoD0ttgOQq9HTWJSCadgmgRrN8n2nkPkJILJezBGz2U7
9QE68oYjP8O3J7vy2nKonaR2V75FudPeIb4o7kAAgkvG9La1iZYLR7c+tK5fLjL8w/Cs3D6jTh+E
1orADrxykr2O3njZF3I55G+dGO6aN4VcsN6F+kQue76ujUy9TXvnxyBGc1uEnaAuRUxcoZYVXG3K
YKIbx5VkwduG2HI3HWf7CSSC7wQ7yoZzno4hfaIomdAeqHloMDFaP2nXwTj5sEzHy+/KJvW+NVEG
YNpgn1UTR4wOnCh5Zo57r3Fs5LQci2MVmtC5S4t6GYUEj+QxInhtvTcOdWB2t4Ypqk0JjuO54t29
q1WIDxwUbfsaI8Zz0abeyhZl/gR8eaGL5tXNhUnLgq+Nhpzxhx2qcidcv7sz2XItNDdqIVqPysqo
AvHddhL1t+80dNY89GWpVyBEr2E9d1X/3enH8GtoZg0OYSpoz3CTSU9LM22rdOqTPmVYQkKxWEns
jXAq7ZbX7ytWYJz9omuSJ7XJYUL7ebytmnEkVjUfE0wJlolqbYhzez1Owiil4Y0hGYLydokjmFPm
G8tic+dqgVimff1AfxF2Gt8DirxsHloJvanNqJOZGu7iwcDf7kxYmTIkhEFDy7YqRjO6jiv5pnYB
XIo0pctTuO1dqUI/FwXGZL+inuj6JETkRffT0C1z7RuJv200gfYlB3l1jRbXWNk1Dh+sxuStddQT
MFWzf9WmbYeHYAeDkXadqEP7Q4x8nWNFl98sz3ztPQ8mdewbzR2Jw8o6h+i8F5pFtSNWYCMp1K8r
KqQgg32+AGDmMbklHaGTjowfZBSHj7BHiy9ETNY3WkR2GfuLdiVAeH2rbW0tLcRq3xWBiFcJ63bn
qwXqLKgYBIiGrs93Kmh+4vLVd1ScoYuoNu+n3WnOnrUJJD8OsmcniPK9Bmzs0PGlJCpnzFahT4Bo
NtAxrkSN6m8EZE/va82xtqRSpYQhtk1Y0FkutUPe5tU2B/4DqpBwi8yKcK/hzsQnLcHTO3E3fGmE
HUqaaFRrS8vPd0iDAN/YtdiCF7EhhKA3HbPS/qUMLepu0s/5WnP8ktO/4TxXtg5yORSS9NDyKP/u
ajUEQxm+9Vo0YvdNX3pn/GqjQLUUlenYADQHouAp6POEL8snu3Ees6xX6y2va7xVFFUssViD/1Ap
GXwtFKG/hYUcglXtSfuaAFJS7V2KWVlgJnz+I++6ijPtOIAPn7LarT1SuqFrbgJb5ls1R4rJ3zQu
ih4K+FYmBex7y/a36HQFPjMicBecfsj4ww1KfBRi1YG8SqDdEKTab4CfwusBifgtvlegkQITX5AQ
G6fRL7yl0gHnL4JokaLMI8MvcrKE/p1D5KmpWKQlIpemOFcsIXBBFKG7vEEQR0/RVxElu2jObcX3
D67lpHsVO9OV71JFaRr8ej2WjyUIJ1owKYEICb2Roz767VVeDJPLOIkeOJt5LKk4l+FddJNfOeJH
pbMO0Yxtktr1NllCJpEHOWHRQNRa6Srh5vWQjVdJq7kru5Ps/z09xjRvk4sWaRqZsq65wqQ+btCI
krX75ibHEARxkQ98030KcVoxGdKc8jfcsxFNnKcjEw6lSk9/2rlpqRfjMRt/6Giy36h4w8Zo+cI/
tmVqY8T1kMVmcb3xIzi4TU3IHcxyfARuTDNqIJFYsaGcWbAHDlZvgU2Yks0SPlXLvgreOHYTzzOG
0TqatmuVA0Qm8ChlTKDKpYq9FmbR8MMWPifuZOzZf7DUB/Yi0sDs1c3wE783dsCSSLWg9R75Aupf
3WEg2hJV3zN3Xbw6RULca0nSpRlpwcHtsBTSMGX9yqrX2EQLrdF4Wic9zqfIEfHD0DjGC16D/qtS
GQRWthiyKetAYKjaKl8keQtwH64BrU/zxagyQGYpB2nH9PxVIVtYNjiY/4Dg6eFYNCY5GrUUfv5E
7OTwW1U6Oz+UAUYZhD/FkqtaJQCuj/rvncsEX4xhVpOIaLYYj3AsLHq2I7eNhtkPe9wylyjHVWGW
G2l39ZXijoS/pE17lXidt9cdAu/M1JIvA0xVdYKQsG1xrO6uKWC3a+bgH0xPU78rsc7eCUVmtjFS
Ygx55yaDlmx2FieZJ4uD1NL38HYMDWmnRFxmz07JmxwaAwlwJnLR0lWhUqt0thsfYEmi5pImpNlj
3oVNUMM13dQ6JgalA+LNX4NFQyFAioBi9blMiXKD7aaTJ6fnj7EtdNLeffb9IYlvpkcOJqkSP92+
AjhhwkoDyJevUIS3Bz+v0k0o6iRcN4G/V0ad5xFKtk84BIBPBE1pgJzNh/hJIf39jWah/dN3ddz7
bt/+zvMg23CSh5FHENBjCJH2SqhF8LOPoAqrJScbCnAdx8kEHz+0uSeLrukDfUfaq61S6BCPMyEJ
q0X5DgGc74AKLhOleTAcKY7TtkUzK3HHwRTOKQ/wYpZkjjZWwn5xsLeGQSiE02jq2qYM0qyFog0H
SoXjCvo83btGH+CsxbdamLZ3PfrwZV1qb4kFEdMB833baWl90MC1kkxE6o7D/gBxjmK8qg2Usz63
VMqExs8hwhlt+R0eJeCwv3xOAItuIMtNk5m1sRKQQUQR+2S4tQFq2TaRPudW/FWLGtb9KvPc8NHn
xXmI4i58o0iHTdggf+qe7iJZrkyXbeREBE+m7DpjXnGcaEIOqJtL/zamw0dNflR3sAw0gr/jKeAM
eGpatER42o28D1SNTmVu3oGhD4+pXVGWkbZK/EfDVB0xK0zbYXUtVa3YZVFcrkUJlMU4eAG5KmAu
mCggWYaVqanVesR1QbHUAtu9UGlgXAcpruwE9xquHhIhdYtSeo83+WBm0vzmw8UBkxxPXN1pG8dG
ZUNXgO6d5alr2sXOvhakOUN+/eWbEOrY4RJilZcsJzlguyL0fBLi3V+Bx1TXM03e0aiQ3xIOYAYe
eLbx8HhSACesNpx0AnwQpt0NX/O8rq5Em/LatC5F4AQsaLwohQLrHjM25VFsEnVl0M6qiqcMa6pL
rMlQb42yjn+3UOdfIFaPxxCa31cngjuohCQDREpOGyK2Hgh/g1HGHrS6IG77RPxpOZqQkhnL/9lz
mV4B8UytDa+4Dyx5Y9EibvpgbTTJwSiGO11Lv9Se+11FkZDl7fq88G1S5p2q3mwNba4uiU00TMOY
qd7sJrLUVmA67Pofg0tcs7b3WGvPD/JRvWfrmgRoJR04iQx0qt5rSWYYQRJ59zDAyq3TXZ3/eW1S
SZ5eBCuvLjCXWAhzDW2mzQ1s+rGjH4b3PcasRd222U2pUdwve750UgU4nQxstKsWj1KXO2CcTFX7
LhtSW2ole6GQB+GtNagVQ2I6JmnS7gbV/NV7KCeDDGkS0c7WFg6StRYtHBK6xMOq8ke2QlHRQXUN
iLUZTcpRecSWlveUEJRWQCDQIQ+aCVQpsli62/OXPburHGItw+CCDakhvdT12aOLRVV4rbSbh8jq
r74pfBzO//7s1Zh+3zSlxulLl4ZqzH+/VpxcGYRdPyBO2LQjJWAQ78xPuj/nB/pwIbz2DKVqmsNP
fXj9/TrX7QrD1SNIobjhg4Ob4vwI061494I4GuouzC2Gagt6o5YtT1/AvutpqOk2H8O8WClQJ9nK
rdC74NX08FRla09h43d+zE+uyrZM29FpEDvyw+3z+PtKScHnkRD6MP2udfGFAT48H6aULnRT1zRT
te35RZVp0I/UI8tHOC3tAwl48j5CdoSpSFEvvGqzoRC/n0ywP9rZd/LbsTIzVBo+lA9O3l/xhHQX
dOgfhcoMgFbZpt2GhFjOZnAFf9oLy9C6MzSxChL6ptne7u7puFy4abOn8udKHGGj9GWHJjRdnL4J
fiCQGhmteyfYDzU0qPZ/9dSn30coPj0Oh+XA1Cbbxbs7pSPmgRcrXVJN9JvIAd5ahBemy8fPhc3v
C5XFzuAVMIzZNRhOpMSO3cp7UhBoyShE9vjJ2rOTHdjjXdOw1NV0g/umfjPUS5LyDzeQKaSSuqDy
1VCZsrO1vOQEXzRZN95T9AdxxC76b5+QTfWAX7csKU2byXp6B8H1+Y1pjOa9of+aaNXJz/NPaG58
YSljwkjVVpk8qm3N755Jp63LPOUWipv9NsRbEW97NAvaheuQkj/03aLDamOiJ7YE18C/IUo4vZCo
GQbDM8viVgpP0JlQ4P/nCJUPsCqbnW8m1RKd9bj2dHg8JKHohI+owKhSKq5KWMW/mtYmWsJpfXXf
eg0P1JHpLq4HSLItteCafhatuQZhA8dJ2slWxvn3wlWczvzp9ktn8hDotLR0R7Nm77OquJE99si8
i3QLWVaNN3W0Pv9ATuf+NAQkJol9APsOLqE/X/d3UyZtEhe8Revcjs6ifyvHlVutgfj/u0Gm1/rd
IGMSZ7qL4/5WH+jJgDmAG740wtW/G2U2OagyxGGUdM4tG+Sxu3VhZKOhaw7nR5lPQV4s3CgIBDWW
GpwjM9MIoiHskRmrcUOTiDrB9vzPS9v58OaSHGDST8BrrAMznd0sVfE8gz5tfeuZ+J2B+9H3jATF
EISSY/eT5QFSsa7nyzREugKLanpNUZEvqBjQPRspv4250z/RQDKuAlrs0+G3++pqZP0BiK+A601d
4DjhGEQfZAPeNL2yNNo5qMvHdtdCYN2IQI7XQzC2S6Om+ILSidDfRCAWcapdTLF7lUrAhmjIvray
SVeqKfIVs1BBR1laV5ky0HxM6GYoHi37tExJprcMCiyqWGSeDyFEFwiJqeJwegmrauumI+L3PHXJ
5/PrgxXU2Sawkui25mPyODRNeWt1rOhWMTxl+BFu8V1WhxR3MhgjAWoJxwQ1Z6Ixlas875VV3+Wv
lAJghsui+mp1CiJyULSrEhHmivAieyftck+Fi6IbYb/dXtHjXywY9tFvbZR4ZjveWHZS7CzhdC8B
ugJayS2bMbJrybjxKOcOOsU2aGUkTli283uIjXjJTguehtTiTZXSECrIZ33MArXf9HUb3gL4bo85
PFRj0yfRuBtKvrGE82pruKAJpvPByxdaKYKnQR8NXMaE3lC+eZVmYe7GSa086FLumbNmzQHVKpaI
FrRFxH/nxo8HDkeUIDnBB73BvY3jnaIM4UOFvXfVWaJda1mO5SCp3F+2CcywK+9EoePpTBaa5x+G
QCKgCEiG7dUuux9oFP6SJtlIyx6JDNRzk16uO2IkqSrT2iG4Ha5BHAOeSeN0kRMUvHQUh2Q9Zeqk
2FTYDhBa3gKapEeHqK9dZcE91oRCmvpItPDIJniV1E6ypexOKWGIyBuoABQtO0iPRweW2hUulxxj
f8sXfQO5JCcPC7wrWREAVEXt6lDqzN6MgfYNKAHM8RVyi7og0YagIJ9UbrBeMtcBfGRUsvwcKLEh
/eZF60xOvdYYbWtouwcjrb9XjRN88UCYb8MIlTILpndLKGe/CsMyuCksg/690qqrsau1fQfzNCMs
UlOx6KrZMVe+DdVzvQxgXWyxhIgtIY3+F1vL75Uyuw4oW7aJm9wEY4O835/iJlbZV/I+te8l1npY
OFWxHR3P3+Ui6fYNxv5bp8vta878tOf4C0YkDWQMUtyzzEMwQGbV0bI9Z/gKvhAiNSSgIEvRgeok
ekaATITT1YO0PaoWihzM1N/KoX91AVv/VErbXYZi0gPRbLRvFZShWEEM2O0jxPYCzdfEnY13dHu7
vWr5AxudhnJ9lTbjFgOavS0Lwl0WslqRUjFBHcNWPtst/pAEagdzQhs50JVOgE6NrDF0Rg7YUYQZ
8sYHGrP3TOUtdyQChyr95aESJqEMdSp/gvsbNWy+6ScAZ6eAQpADiB6SgX4HcV/jlZfmVRarQD0m
+FtryG6PG9nkKRMEr6RCPtmS2nln9j9MCi5vovTk3ovguaBl0W8U3ykPijmkkCz14trNYBjnVedc
Z1VMPd4pqkVHmPtiwOFM515QatFzmr31GHoX7JOnX15qDprG6dHh+MDJn+yM2VYLFL1bA3OLH7N0
Jc1FfNBozQYXjMazrxWD6JOITlOF5ahsG2ffRFcGZZnquf+YEF8CeQrS+Pnv1XwAnROWbRqA7lE7
8V2cDSCqzCBFMWIGoAIjqMr9ywuY//50F99tHXSZZxUdpuwYsyDQacsvfG/F/HRqCDakfMglpRgs
wOrs8KPS8AU+EuVHtVXSw0iTcqMBuYdVTea9r/Tq79KW/c/RqVEpWmV+h8T+NYqUBtuSqq6VWDP3
TefUd2UxIK0mV55ER1vfqF3UvJ2/1/OzB1ZeNh4Wp3XN4F+2OtvUErBNbjWnq3sX6JybJFuZ1nvT
TyipUFRUrK8j9G9aJ4SQXHjMH+4SI+u2qhK8arB/nzukawPWYmbW4t6EzdCvdYt49bZFGjPl2XSv
kN2zp47aM5HIGgnx5697NlPYyzvsiGwOW/y78eFYF2H9FsOQSkRU/hqFc62u1AC9u/J379qHcWYz
stNtk2p2Jm/0sbXvgtEe1gpZTt//3dVM+793b3RjxxnGHK4mB+bj0xt6VfBIgU05P8x8YsrpfErt
iEmJ2OZD2U82SleSVlc+puWVou7F/V//PHJcSjucT4AQy9m87EndivPSJ7jciHFmF0tR2hd22rPH
Tr3S4ucFFmnI1Kow5OmNwlbqaiS6uI9IxGhl0s0bLHqef3UA+lP65TyvU36lio8DcXYhXhoPMqjZ
z+Oe2Pv6Fd9djHM4C87frw9zlxLz+3G02csFtR/qa2PnD0lgb5T0alCvTPetgcBk+YeJlgcsPIwu
jTqdRt4dg6fCNqMycam68BLMHfQeTkg30Lv8wQy3Xfk6jpMTL1iCUFn4+lbNVmTGLYz8UCqwkLM7
J/BW5697Wv8//AGcXjXoEyqfu9nyij50TPBO5g9dRP4qUV+GWl9lQ3l3fpj5u/LnOiUoEEAUOglw
02x4N6lKrBa5T4QSzeYpwEu5oQq8UsfmVnTxhaE+f5Lvxpp98jzsCnpTOvlDlfzyixUipw3EuYUD
jw3bppL+pk9QJ8/nL3A+nTWhkWKtIkumRaGBJT29QEOGFGpHo3gY9Sscw3RWLh2fp2LC6ZOaRuAx
mVidWOpmlyULOiRooIoHl01zoMG09fclCUz8p86wLqxOH1+LfwbTbY66p5dTJm3u4TkqHkR3oLmX
Y3HM/24159Vn1WDpo/FBd4IS9OkQKMQNOah1+YCUcKHb1wmI/79+JrxsjsYtcxz+0+zdzqBbBZ5f
Jg/d1w6R/V/W4qYLoLrsmEJMDRzwDqcXoBVNTNW8yR7kdxSe5Ze/+eMp/LDlBBdP5Ye5M62vp7+O
V2sc9NYPOJ0Gzcbru+I2HFrvwvbqdF7awoE/rJuwLyiSU8+YV7CqSFS5qhbjPeJqj5iNIdpGQZlu
CD/DLDjlyJ6/qtPiyTQeb7A17aqnPRL9rtOrEp1n2Mj8kmPmP+O/HrsXp0Jpcy+rFxdgcIKP8fyA
s9Xgw4hzNA3GGbCXMk2OjiwB+OjhdUncNymdb1EH5LHPEWmg2N7DQj8keXO8MPz0mP6Ztf8/PBgW
m8+xpP92esGDRpyTTUzzMSxKQh2Ll4bsWQ2haRsEwaptXYBdoHFBCZp7swmfSOi8uvAnfHbPAWdQ
qtQsXld9ds+DqNREjXbjKBXtlsyQmzaGrI+o+redjS9sqZam4//o+/Im642VUQbhAtURctDwR6iY
V2U42TQEidOErcvygCVmff4v/PQPnMgiUuN95yh0eo8A3oFOwE13jBPtaILGxysLlEtHUpxi5DWn
lFuzfsWzeGEH8+nLQW9FmDwbMfXATkeu8orohTAm0Aj7ckUCEbx9slvIhDC+wJXS2u/EHCr9pa/+
tHrOX4r3w86WvgFJg1+C9T+6ek815qpof/bd98E7Gr6zCvoXGH9EntwhVQXF4F9Yd52Pc56j4LuL
nt1u2LQZFu8kOSoREqIxHO59PyCBWNNI44VEjUKOzKHOxzOIHu8VQdMv0JiPRmwtKVZvitG6znEx
G7mx01WEUT0RcZFWvHZ+qSDMU+8Nilob0aTrvGMA8Hb39iRbpAi4tR0Q7hD0NkPb/M4SnMJG6sHc
gUVABVOkeGPJLghJS10jXb8ld3Stj+MLrs+DDaic3loO04DIuMzfDFOOl8bbQpIhFameGEGIcPit
v8Su92Sm6j3BUEvoLUQo9yna3WEl8nRvF2KdmsWzMN2Vk6Gk7FMbSmViRuu85SsHR2Wjg9FYukZC
zYvveEFgcGnKX22h/8DsPBG263WZaJzjsgMBV5PYE8+R5z0VAXFGYSWJHmi2Qk93ntBuTZ3SpGja
LRg2pDB4DpYemSWd114Pmf7UK911GhbrDKfBsrVq6h3ew/kJJj595GgL2K+zheBje/qeswJQz6MM
d6R4fo9mKljUTp8j3lX2vSe3/oBDOMHda45bMhsOone/+EG3FOjwUJf8SBvliK3z0tr4cRrg8kD5
YLIJMMFUzRYmDe5uHuhZfoyKN4NvAA9JR7CpiC+0BR30g8rwo26fNDJghvLCh+/Px/90DtJWRxeg
A12zOF7Mvq82/j4E/0Z2LJ1d0L4F2bM9QiiCd5k59zpyx7C58dTvWCEWWXFLU+5nCXDXGFOgk3cu
ugZcnCvN/kGY37JNf/cgemOFeB0BlyNGoAK/yNOue3IowULfO+FfNZ2n78rUduYQOd0/ekOzlSsI
vZz+2pAfR70+uEN0HwXwhztUQReWi0/WSABSgkaUgJdIGWZ2o7ogE6VEgX6E8yynpoH/hvwzvqoV
660nI+MucPQeTDxiMhxOmNWIfducf39Pqxt/Lpaejs1WC8gYXbDZn2BaQdIRFEkwS/F16IyHlKyM
BAktriUnftXV+MIn8+MHiUvma8R+yICb9qcF9O60oqhephoRN9dLHfNV78YY4eYYrz0L0rUB+/dL
EpUpFg6Bb65GH/dfXC7VLtOxVHpCc/qgojbIz4s0P6IPBQ5Co3NB1NFDUCeItwZ1p3vpqiF86Pyo
pyeY/7vJOqhga5oRmpzNxkr1XYr200324yVA+JVi9X//veXG/jPGfEceWG6uYADOj7rcOujx6kFf
5sZXXDE4s/tV66xTEeyGJr3wAk2zYTbZaaJSGENwQq1qvgvLNQHHw7W5o8J5am3w1F37ZUTIff4W
/imznY6DigbNCcVWSpYfGsJFgFlHplZ5rIRxV7npFyVrsd7EVx6VGHyjK2h9T3U97GqQ4egE2I+W
awTS7cJJpiO4uPAmTev6ub9nVtQgNSsZRtsu2d/cGRWrE28O7h3Sa8pNFz2dv/qPH5np4i1aaSzn
+J5nS1IP+m4MKgOLcxDsVBK9QArvRptYGPhvfz2UgCJHrXGqPLIzOf2eBQPr34Ac+tgE4aNpZM4x
Ermz8UL523MH68Jd/Pj2GIxmkUc61ev1+VGMRKBGhNjWGW0KoAEcbqXrRF5YdD4uchBHqaVx8FOl
yZn49JpABAZN7ffVMTfKdZU0PyyQNIZmswpE67CurnE8XpgWH6f8NKRNDY9JzxFwNuWVobTiXjBk
NHYSNJNQDmqhdM/nH9anozi65AiiIimZTz7N6RUi1nhYWp4e01Z/1DT/wr0T082ZvegcZKWGuIiO
Crbz05uHO0nHVTxWRzv5XcpsWRDa4xVvvc2BKqffDsA9PY44kEMSQv/+8t4PPZtjGs5Pz7an51bl
V4Wokay3mFHPDzLTy0yrM5ViZ6JhAoVDnzN7O9IcX26pNcY9SIf7hJYSDtopCFnBcm4k7r4c/F2k
kjSpiw3/FRJahvs+ED+Mzr91LahaMfG/5F9gXNYJDgzcuza4jUR2pWnhSgTRhTfr4xfUQoKBiAyI
M2Tb+TNXwtapBjMMjkDSHpJs8JZhPZmMyCSBD5nsBxq0q6JCBTrgVLpws/5Igt+9DSizdYcXAT2t
KuXHlSjyKFsDPx2OXdTdanX4wr6cjLSOnjxZRFYfHZq83eeW9wOWxQYO2QojVpdfA/pe11r/pbEg
4I8jHD3zWSgW6BAd29ONA8Q/vamDhGMHKzZCzMG5IS59LZI7P3I3JHGte+ItF1pdHkC4XdiJzRZz
SX9wUgI59A34/x/O8W4sY2y/jXW03arZuIJ4ts4fokNrdNamp92wjzolujSzZk9yGpVqDc0ditMO
jcrZqq4VFE/iXlWOEpPTTi0FqR2kQ+yaTMB1qTxxp1hB98yREnggrTjCWKooWZZtFL2MVgSQQPoj
MZNNFx+DHFxUgl/vfvQCdld95u8zevHn58rsO8RfLJggDnt7Oh8sbLOpkqsxXE7g/8z3H9GwaqDy
lPfRcGEvc2mU6XDzbo+oF8YYEeWjHDvHfoR2nj2aPqblzvOVa2JQtAsTaraITpVSHrou2VcgnqTr
ejpcpJKThAWzONKImqIL3Atz5tLvT//83eUUBACJQnWKY/GdbEvd/5d//uwtykl4sxKFP18f1laM
8+7CIiym6z+Z8rP7Mz2ud3+/NBRLBfNRHJ3x3v7qiCOna8wxCSUDDRnUFlBABYXieVQezr9tl27c
7MtTg5lBvqMXR8A7ol+h5Pl3vz/7vOR50vl0bngw4xqaP6aqf/f7sz3AMA6joo48mZQwDP0BVPS/
+n1jVoS3HHIlMvzVR7bGC6Hf5sqF6T7bnf3fzAANzikYf8h8E1N5dQ8eRSmOtv1YZNte34rq9fw1
fFh5/7xc/xnizxH53ctFSGFLHrNXHtHTrYmthjJMMoX9rMhJHZZcuGMXLujPXufdaDYMo3oYmYpU
ih2IDNUOBOf5C7o0hDydLbAmHG2YZjsbg1RfSnHdjBeG+Hxe/HPPZguWCEsPNC1D4NbF9E+e4/lL
uPT70z9/d5dc4Rkp2fAF3/irMlk3j+d//tIdmv75u58XCtSjaOSRc/YPmlWC2qn+l1cwW7K6KInN
ILaLY/kkyXFwLjyA6X/+YUW0dUgxk+SeRtvpFeQUGCDuVuWxT6otcBssQMuWCBh3OJ6/VZ8+iXcD
zVZAuwIVKs2yPDpYIEziqbwLe5BPnwUkWg5HlOucP2v/u2eBA3EIoVOVRzWJVlZLe6K4S6y/SmKw
/3cZeTfI7H3CEdmb0IDLoxl4G1Amj1FrreBpXaj9f7qUOLqN9J0Ckzm3J+CUbPUBZ+HR3to+Mrjl
vTbsRuOC+uPTZz/xmjkQoeaf13uNtlLs1OTV0sU+dA/a75HktJfzj/2zMTgLw7Wnhsu+cPbYE6P0
GH/Mj8mPqiMbfAsdMc8uiPA+e/R01Nk8CvRxtjMbxI1rd2w9CkZmc63EL315W4sLG7npAzqfJ+hw
4MERakkTaDbTbQfYRZsgMAMQ+CSd4lpR7VvDmLDt3j4OiALSp8r0+Zv32Zx5P+hscvp50xaEieVH
w3pdSOfn+V//9NG8u6TZXRsI8+wSQOVH4vxMbwe3E3No3VwQWnw6is5Hl9hKOsjzGJbUs0P2dV5x
HNZ+cGf7rzo7fnlhHf70RpkopTgAq9M55HQV46hXN3kueAGifb7RzAsP/9P3693Py9OfH20AnKDc
ePheg5f7yFLfqJvzT+PTFwxxz/QWc3Sf91/HhG6Z1HvOOwSb9ng8beEuQF4vDFiM0ZWh/Ve37D/j
zXdcVV6a8QBW+RjzUU/Gx4GM5/NXNO8J/FksOWJbGsfQaYWZzRmrBp9UY28+4iWAWAkL07A36AqJ
ygX5m/wUlyIoPn1O7waczZfAzxIzKRmQdI42vIPim2QXvjKfvs4OqawOallqxbM3zTBKOtspQyD3
E70EJPZWoKuxdufv3advw7thZm8c094YrYRh3NSHTrP1ym0htwNVGEjJC4+Bz4/32QeHOoyqGwbP
CRXA6RteJGZmpLGfH6v0PnLfEncdWdfgiONLOoPPZuq7gea1fQJDu8izGcj+Dele0/+u4fXnlTMm
I69A4EpNYrqv7zYBKnn2UPRYMW1tY5sw/BaeduEN+PwK/hlidqv6MHAIVEuYqAD6zSm578LM/OwV
++cakB+fXoMOudNGCswAJoHyCQb+AMm0Xi6aRL/w2D+bMGyXJnEp9l6KN6dD0VfAJlOI7JiNIH9e
OTkm/d/pfv93y/RujLlZsK0i6ObwOY7wrnSdACNoZ2tXu+QV/PSxaBitCMki7WuuUbLLGLNw4GTH
BIBttjKfz0+Qjz9PQY3NMHVVWzM+CK0aHbAf+PrsKJP4CRDPMhPD9/NDfHzuDIGHgOY7nVpe3tOH
UXqV1YRFS5YApi37awQyAfBlYHjr8+N8nOtcBA2ESVCn0RWZffcDvxyNIXHSYx7ekXOu596KjQxI
7m9FXl54waa/+XTbdDrWbD6WPdguOCrpceiJJPnt4I5wCgJd3XQZJzdVdRDGhRXgs7uIfOx/SPuy
5rhxpNtfxAgSXEC+slYtVkmiJdv9wmi3bZLgChJcf/09dM/XYqF4CyG5Y6ZjJhTBrAQSiUQu5xgG
2sfwLxkIAhCmXcqToXgyrJ0AiTd4zEC2p7K2S/+MDULWEJHzjMcgzw+2RlWPdqIVT5Z5awMFMNk1
X0fvmJEj739c366VpNW5rNk0Fz4tAtowDB6yyh4Q3jkHyemTZc2ELT8xRwwAxApA/HdF/8PzAmAK
52hWuf4LVmwfSWU0WQP9EGV1fV7y5Q8ISyDblCC5yG8p0B8KhUNd2bGzz0v26JlVU5sjhkP06j7h
oGI/aNFt5SgeO5euDqu4UEKyRBc9jq7bQwrPb4HOMVk3rfX39XVaUcRGowVKCXgk2GiiOV+nbOBt
zO2+ePqelX+hXc0vPFAmbK8LMQi+Ih0pkMGhTm3NL11XDhRZZGNi0cSRSv+m/s+OAl7x0c1uERa0
2q3VPgDrPPZerwtdcRlLmXKwGDqTmQNTt3iiEQb+3S9AY9xFaETKyiD03h1s22eypAiLhR6ZzBju
yQUufJ8CCh7QNsb49QMaURRqUa5FjCqDthQTtVJh41AR77XJMQ641ToP7BBk407fr4v6Hede7BhO
Dwas0FN30YXTsALApQIaCXqkd9lTujf3zi+gQGWbz9z6jHG5Xde+gNlsAK5dglY19LMl2ckrP4E2
NAlBX37KxhMbbgA3f/2nXZxsFFtRdkMEYCJgwn/OLXZAqUjDMB15Ri7ga01ezML59WcSJOcl/pNg
lk+F9/iHX58P/cIzdTVA7sCKQ55rQ+z6dKuBSfb673fk0yat0Pz3hYQ6RI1w0CGBGvfAjIsAF2Df
paozvSplBvfBUJaOBjzJOXUGBzp3k5nPoFZ3/dwujiTsdk5nHou2/0cj3h686U8g3/nLYO1+sHng
xf1jxLKD44LZu8tBGY120MN13S+tw0FPvw7WTlx08yDPue7pDKGs6xg7bL0vjvPCFEku1eclpa0J
cGQ9wedrBxwp+/f19SPuRIcSAgCM+KO8i7K45Ed4mgBnc7DDZ2c6tsOBDQrLWPn5+D6STRYasHCo
pdVJCvDFh5oRPqMrFpDKqvL02ueJg6Y9ZDNtzKnM18DC8EjBDWClNfS5bj7Vd2Ws8LJrnwd4B3oq
YeAIA6WTk1omi4xxCJ/b6Hbc16rm5bXPI6eMxpsZXOeiadOoSrtiWhYFjln6BAfn3Qcfz1RMPgD2
yITzMqWr1ozRApppVHtOABkXlZ+5inJ3VYE3AZb0CBtaxwCXlqs9R6CXjw5FqQhT5/U9uxNgnWhU
RLckOh+ci9wr+mmR+hVlFHgtnvVAtfZH+wMGiqE+dDdgAg+qzCouLAiIhAxMZ432DLIr7xMRqprd
pdPCCxvdcngQod6M4bTz79uaENpY2QmYErZjtE/RaTkdPfJ+Qz2TIp0DA+1HABg0kyABFyRoXN6d
Y0VyaqmFdAVmgNkrmw7fF/WNSID/77/biZ59X9oF/HKEtomVBOMrjfcuV/jo2ctIdgTfbOLFiL4m
cMdKB6HhdTZiwDMLdABThu5LCGxB7a5GcYIpFFmxWBirNXfXAp3kojsyT9qKUtY2Qe4CYH0Duj7L
U+SKL16LFHWbhQjpsuWgjITD5U2QOmW0H4oGmLszXw243vVHL22DprGTz47VpT6QLS1VNmRNPEJ3
He97A3PScrc0MO7jOi1IHWRmRDf1VIPXA8gnDxWh4sQquz2gdZGBA1a3bxoExIoqxorLQTvKm3hJ
+wIwvbqlGXWw58PXVFMEvPNtKhkKvg4sXlDVA/VGboa0+WCPRJh1MBiv9RRwkGsYAC/tbryZHy26
uW71a8aCKR1MengECQ25GOfGdSRI5wIfPovA7+tuuf1zJrS8LmXF+FEks3H9zhHKRa9TJorSdUu7
DsL6PuyS7ZD/7HuA7bQ7qupwWtucGSpwns+apyOk275IOOduP9RBH1fPtRPd9rapqC2u7RAAuyBD
xyahP+ncn0Y6q3RmliLoTDTfUvOrFpJj74BVQ+TAMKXGaQgLxR1hrOmFlogZcA3O4yLpZEbgm7E0
CM2NArx4vbOPnVsj+zVhviWC/K7tvvQMrNTTPkHjNci7jrln7bmgz9f3cs1iFj9E7p4QvK/jbMIP
ESAGc7qnEe0AQEa5LmTthC+FSEvM26pJKzAtBS2AxrVTOt7a9KAZph/qAajfGtWhW11dcz4EHmJ7
zKefb2mSpnZajVBKz2bqxScWvg9Z43eUiwH7NwmS06DgLzSsvBBBzcEeM4G5F8QGx+urdlnIgV8G
ObyLyhoyKLgBztVA07PeW/bYBI32OIV3JbiaEuPR498Mszha4bEBIA8wRBSne3WzFlLn87KIX0La
5EUxTk2QDcWmB/ATsLMBZDPdpD2YjkGJxKNmq9B0NgDZS6J3lgId0ETfuPwgBssY85okFkGRNVvd
uMn7b3H4WIUHHu3y+KZLBp9pP5tSpeuqoSzkzn9f6BolMx5VlEBubJ1I2nwJC1UqdvWAoQfMBegh
DEYeV4lL0fRaFTaBiXjf+QR2A0H2iuWbg6WL5ZsXDw3cqMHIadHQBbR4Ao8SCNCtloO3Yd6T0zyS
9t7w6MZofpX0uxGdtO4lrh7yd7cPwkzR//F7WNkzAVIoLWIOiHgO+OkAfAPg6hVcYZBrm7T8vnTW
AJHbJ5GF75smyO03Vqt4EK9dAMvvS8cs7YAjnRoM3mlEpjcEHg9KJYBD4xTsUvkA0hegg4E/aNL/
VDPpqIHMirPMhWblBJQnsBHlpSIgmNdGtgxsDN4JyCK7F0MExujiOOcVLMM5es6r2yDuACXej+sG
eLlDFMBVjo6xEoTEgJE4twAmcHWPgJgOjL1mgmSa9NvrAi4P0SzAw6THv5e0ZGITjaxo4B0EDF9E
eCB67SMY/YCMOQlE0G2Cyf5ZyYUvsPoMpJBx1AR9ceDpLiMHUIFcF3G5G1AD705EgniHYkTmXIQX
DWEHYmlMG6H1QwA+BLfhLk0VAc3qbiykSOclJ4NZt5ZWB7n1lZknL99d1+LygoAWAG5A/Pd7pSQt
2sFETFvZuCD4V1S1EL0cBlKCLvYerNwjf3BBFn9d4vzFcyvG2weRGcYcsXgAqD1fN5QP0NJA3CYY
+2qrmXsKFsGmU2yOQogMtmKARhBD5rQJ4uo02aAB3jaGIti69DSzHmh6/43fioL/uR4hY3zoGM57
gry32Nk1sKd8i237eJtUCq+2rs6bLOlM6oMbZ3WdI0IRB5BJTNaeuYpTOf/cy215EyFtC2P6AFjF
DLfnKDBCAnJCisKLTXwCTsG6Vr0T5TkipBbPls+Rk0NJR6IJqF1BHD2H8JaJdquDIbExtsI9Ulii
lt3x4XYwFAdq7dgutk1uPmEhH/APwknTuO/SE4m2lncQql5ylRRybhyd3dYTBRjuHO0N7FvE7uP6
GXfRR47Sf3vmSHmXSpCk9SJIiTUgZmJGegO8zusi1vzPcrnmvy8c6eBw2+UjzAJAbqT3wbH7Z9+f
LX/x/boFNVbYcKgwfBkw368rSparv38u1APRDg92ebvL0ip1UFyKoOfTJi4fgAv3AQUIRsTRoanD
lUpuQGOxqffcREqHfQHZS/X6gc8DTACgXDbF60Ha4nrQWdv1RhNYA3h8NkThxFaXZ/H5+e+L5bdQ
JgSuMj6vA9sWmbs231///asHYcaZmKG3ENBKr8UkJObYGWEdgEDytphewRcJtqh619aq2HzVgc0Z
bQ8JAHLxTmyBZqvVE+5jo2c7MFftjRlAoiYDhp/bAq/H6XhdtZUn3ZzFg1oYvQOel3yTpYIhPexY
ddBl9s1ogVBm7LaRdzDpbUo/9TlWtNN8qinkri4pygFINcxPkYuWwDYJozZEiq1PMZFouL7VPRT5
N9dWhJtrl85cSkNmFABCF6WrCOAVI3h5kElM8dK3wl2Sght+sBRi1kyQUHRP4cmDSrJcY9Jcu9UK
aorAoZO3saf+kCWA4L6+V2vGsRQi+ePK0joBDGQRcGTqWrIfndRv+Ley21e1IvS47DXBzbaUJR9Z
ysMWHAKQVTzG4ece6C52sh9BxaPpgQ5Il+Qo8P8z3e+mECwDigtufT2BjvYbw++ipkY61CJBRyQC
WwfPSdN+ssLu2/XVXBOBXjfM/tno4buYOQUfoZGCFbANQPzgP4a2alJqzcKX35//vvBKcZ+EVmPh
+wDj3mQOcOj5A213hXm4rseahaN3C48EBMDuRYYVvImgKcrLNkDv9RG4tpsc/XVZqxr+XlXHxiNk
LhICSkTygfrYuDbTCqjjgLnP2YMjlQDtEjm66+qsRKTwQxgepbjrDEyvni9b1w8mSHP0ISiBie6I
fjcZN+DepckDqbdcFZOuGAEGK/A+RPYY0IqeFDBqbOhB1S7GwIl+gCms+Pu6MiuLBjxadO6DmhbP
0YuLjzljZ8d0gOMGWDpYcW/EdIA7vS7ld9pNCnshBkkPQtFyBFjX8zXL9ZZmWjdhzQApY0YvDAPs
hf2spU8WfSDR3i4BtmmD5ovRTTmW26LWNxY4WBuADW3NWlWxXtXaAtwCQLURIssl09LSS4eLZAza
/FBOu7RHS8ItUzRJru7cQohsj6nVGb3ORjio3H8ppw88vg0Mzv6nhLSmwGliqR0VY8Camx7M1sBU
V+F/qNZJMvWxQkdfZ+ZQgf3jsY17r4F9vVNVZ1ULNf994YfYoI0Td7AbcQP49U3SPF23PpUWUvBr
icGIBEYIAtbeot827D5N3r1Hd38mZf4VCy0A6WxSBrZhANTeObG2sUE6CFRXS8XOs75aOK0IGQAh
K6cOS9KFox6XY9C4W8CFk/c3WqGcP0Mv/+/7kh7oAQCFQw+zMmaqyyPLFE+Fldvg7PtSJB9mbo4i
fT0G0bQLjT3v/KraX9+KVRE2+i1mBFq0WEsbbrpRDlqZcAjAZWtWO4xNO4Zit1d3YSFCWiVu1phC
zKMxyOsHgPcDWPS6CqrvS6sE1trUjnuo4LUb0F3i3F3//toSoe/TxLCTAeoPubNaH8Am1QkyBbbz
zPR/gD0DoldFP8RKNAggFvh93FqgaZORjkGIAzitpNIDNIGC9zmIMCDC2JHS26QbFFu+tl723E1v
IWSHRpKnMpoqzste6HiW3DUgdMAYlOoOm1Ml8h2GLie0CaEIeYknVevTUEZ4owSRVR5GnHLw7+i+
LcwNo8mJsumgkeZ7m9i3E1M1oK3FHNALLfcAVLrEexK2LSKOloPAa+auZpfdEszyWQCV25F3IyeA
wAhTQ/OUBQKCix7QPOnHCRlXErSWvm3R21erkH/nwyGv5FKCdHiaSXQhwEpI0Pfb6IHth19R/gH7
RqF9hjsDF8FFXNOPgFRzSssI9HxLw02RHplqinfN5MCXhLw0JhNWZsZCIHxNdjwFJQEZcYraN1Uo
sSoBtoxyN8Y5L0adNKZV8ZSXUyDcxI8BxPPj/U4A1Sc0MeMfHVqcX1mjkZnC0hFb2kA5N/JPIdN2
2rvHqGBOSyGzkot7MQnnLLWoxmAK/dD0CfmAJ15+X3L2Ihsnxj0oYUYHoW+A+Hp9kdaMdfl9yViB
1h7arMB95eF5ZFSYciRPws53lalwl2u7jRIBcvV4VIDjUYoXTRKGvE+7MUgZkDFIg5P9flWQnEOf
nWGgrHWRSUGMNdDe7HukodK9UeqfTFBNZ4O9Q7+I4nm89jzHRAtwXTB3Mg+KStuSg481swG2Ewxh
A7ombzD8suwt3ypcfVeQPNmYHbihqFaLPbcq76ltBv4Z7D/aEUycZDN2+tApXPjKVp79JmkrR1sH
W6LAb+IF6L7zH532zMmDqyveVGsZqzM50uWdAB+M60bdB2Ze+EP6pLOXCBzGQ/UItqdO2/XixXJU
HUaX0xaUAhsKXQ/on0RoKAeGtoHca51GXZCaICHyUFKsfYzJU76rhgMF+fjEwLpTfLamx9pU8XWs
3PUgJoUbAcj3zMsquRLNy3pPA2lXYHh/M1AhoRUOrOZFeRfaiiLN6iZiEgKlWcQVCC/O/UkzpCGm
A4oumMivzAW9AHpiqhHwztW7m9wouhT1uecSlxWe/OeCWNZMrW20XdDX+xkOd1I4rvkESLcgGlJx
Pblo47tMi1CTa245gAi1BesQQubDZNSb2lSVs9fE2LAGRA9Iv1w0Q+rmmJfc4kMAmK88OTbWs6Ea
0FaJkM5VXScppm0gYvB8sLJr4D9UZRBUIqQjZTIyNsMEEaa2H5M7DI4ZKhNe8b9Ig8ArzglfEzWG
8/2O86kcPUgJAK6kb933kb3MpwLZ17fP/3Yai3swJrSodBOf719d60Gk739WnX1euj0sR+RDCB+K
u3zHtLsCODj9+zPiZyKkhINeRh0GJLEH0WsNjPkSqEF+oRowUeyCfLynSYDxL66HoKXbnjE4rZ/X
73OVgPnvi31IjLjp6HwerOEv7XtW/PrA5+cmc6Ts0N/zu4tx8Xli8UhvCpzqBGTUN6aKPnP11wNT
HgMLaIZASvD81+fA1C6muOmDCsiHepJvVJWkNUeO5tH/E0ClU8DdrHOtEHeXSx+ybDOgNyWacjDu
+KWr6KFejRFmRDsMvQDtCq3M58qUA5u8SYxtkNWBYe+i7sZkL16FOfV7AVB+QQ5RwjHxu+sxSsro
6/WdWnlTzeEJXCNmpNFCJ2laRWZR1iThAclG3+u432ftZnZicewDSXszqfZuZWmRb4R/AeQhcrpy
b6IzMoE/eFVg5CVgyI9W/EmrQbDHYzAdqsZ+518v3S5nwmbtF3bIXTMEagpIsC28usvitmv3WgPQ
8x9p/EJT03cGU/FaWVvPpXrSemYIQNo4CasgLLKvjYB7iMleNOMtyDp8ro0+mfrg+haunAZkd+YG
eCAJ4pknGVDSeNwbdKMKCuKPP0rF11cijbOvS2fN7DRStBRf707Z8DrSGyM9eMXLdRXWOjTOpMjx
TO8VVm1Cyjge+5QBQuFLEyXAw/5Vo8MZvBHacAib28ZSMYqrFk9yhHY9uLkDroMAhBktEnEfuPDO
FJuv9IUFak3DQbiD76MlQOQ+8Giur9xKSAC0e0SduFThDuUZiDDOO4GadxnY7reE3xP3tk6/Xxex
tkSYaUNcCz5ZSmUIkEyAcc6MMzDJ34P+0x4UJ2bNIQD8ElANiNcBoSWZbzE2ZmcjTA+SsrwbErYX
rPFTu/Kjxt2Rqlc8MNfsea6jA6wFGBoXvdHIuxYCgMwopLvPWhkCcSYDOFBAFXHzyr7YaHOzUOtB
1Hwxm5IlWhVVTcGD5BcGy5t/AKRwfVdWHA0mgOFGHQsdAXCl54aF7NGkiSnjAeiXU7/WrNuyB6J0
2+57z9jWlcDEz7uBBWbk/IVM6bCkQDP2QrDzBjz/GWraNo4+kHY7kyAdl9ygYUF6aFUBC9XN96mr
mh9bMbczCbN9LA5k3rslUDugQwrS1jjZt52v1wc0w1MVBMmaCSBzOI+g4LID1tW5pMYF1H4fRjyw
h8AVn3jot/bhuhGsPbIBQvKfDHnQf9A63jML103d3IgGOObaS+a1vuc8WuEp7x4Zf7SJ6o5bcQhA
CcGLEFC8LhIbkmJ62TnpRAluVXcbugdTBQul+L7cUJkIMuZVje9n7ifL3DbDz+urtuIClr9fZqmP
u6Q2nMiqgljMxRfibtP0Hov1Z1KkizOKO3Cjg9EtAFNoE99YZBuKTegoEgGqtZLcQEo0nrUudOk6
8ZWb5X1YseN1RVQi5r8vTgwqk/zf5QJ9T4PSp1BcAKrtkM58ojmNVZpYqKlBTWSn8dtI8yfVaVRp
IZ37MAyFznVIodEhzzak2v7ZKs1+Z7FKbdkSvYjmQALPKoy0Re39gJvs9bqUVe/1dvRkvKy6qSan
y6FFyjedfk8wUK3vGXtkqnYVmfRifqmfHRLpkJfolTDNHIfQQ+UjiUBkOQGZ3gUGHAEs/y4FK/hu
Sskh1NMbV2sBd9h8yRL9yLXyvu8isuli+u268tcN5QJoi5UGMBMKLHGZ7+JiA/KE9JtQ5VjWMogL
xQ05Az3xPNGzFCcqbA1ja1gaWEyqqN2mTdKDyzybfARLzyk2ewcYydp3E4D+tZ7N/QjDrwoHv261
KOlZQH9C379kVUbseLzneC2F9T4t95qqd3jt9Qlt3wRILyQPKIwg83CqgJn1MwWGVWJpBxcQCbwx
dhZhR83y9t1g3/bQksTeHvm5Q831p49s7dvPkKxt0tMJlVLcY2V7T7vYzyvTR7cunp9UETetn6D/
JMm94EVs9o5dQ9JkvU7xXak/FvGxjO6U00er1//bysrPMo+Gddt2WNmObDFrDxxFHIrrq7Z+/S9k
SHdMGqZ9ERZ43/JyRHn/xSkfeP6Q6J+s6r7WD330fYzH3XWhKr2k6yAirqiQHsHt792bzUPu4mn7
oavzbY+kG4EK7pB6FqGZxs6o2ycbeKdj2exrcCJc1+b/c9zfZEn3whSNaAPgNq7p+EGQH7n1Qulr
H9a+LoB9Vv3TkRdv/CuzD4AVUZjiuj97Ey0dbtpEXdaZsJDGODRir3svBXAcW4WGq/sFMm8DYGDI
ackNCKBKr6ZCTNgv2mySJ7wQNoqrbz6cUpYFFeY3CZIebgie3DzCVWHXN157tMqNXX1OtT2Pd5Fx
NzaKqtqqT1yIk1yW2dVe69Aed6ADgk0fOavrJqH6vuSLqiyNqsTBgvH08EWoPLpiseTXNBoLUn00
sFixsUVKqH5Mop9h4tPyPtp8pIthuTOm9LbOaNIZ5qyKTWLMWYF+WuG3FcZlSg6IZ4bVOO2Ik5rt
2whtwKehu/mj7ZDr82nWDTHQ+XE11KP/3LFBsd3rKljIvwGrwrmYga1IzobRw31v1sewA9Ste4gm
Vd/Muk29CZn/vogO7aH0zEzMMW59HNljb38kRgco6P8pIXnMzsibtijx/dHe28lN/oEBRBjS2/cl
L9lgkg53NBbJAK2UdkvjbyQ6UHBIX99r1V5InoR6yLS76bxM0Y7Zh8JBTKUQsXr/gxkL2ONo+wJ6
7vlOhKgRAXMCCW932Gn9r7Q42AyzLvSvEmH7dW1W/ftClPQ261B1BB02EgARO47WF9F9bTGI3lDF
E3B90d40kmyroEbcA3sY10j01Sk3mnOXqoifVIsmmRdpC5YWDsLQXtxzd4e2dVCW3IaNC5LhD3mU
N20kSxt5Afil31kTD2DNKHpslBA/q/sCZjRgw+Ofi2GTvK+0Ac8bOHiebkHn6RafSv7JaRWQUWtn
Hs38QE9G9dy4GDYZaA4KGTbA+cY7AJrpqn1fjf6WAiRTpt7kZSzERdjW92n+vS0PGW2B1v0s6JPd
/EO7bFt2CqXW1m4pU7JpDs70IXG7KnDsfVH4YbondJfXX66fnDV7W0qRTBo1kjg1WmhGtC98PLAc
/cr7xNhOKgQElTqSYefCYXWTNXi1e2GQi/6W83qfGbHlp6Bau67UHJfIYdJSKcmyKW3tvBRQyi59
cBuH6e007Miw7fVHl7xcl6XSa17gxX1jDBEaBTroZZDtmKA59zgNn9LhA0nupUZSJFa0emOOGSwc
Y0e02pojkqiKJ866IgDsnSdPgRskBWMG1wcvdXEjtI5zb1fVs+H2hwSRJcCMPtAZZVsYavmfLDnv
WLZhNBhztFTfREcd3brMV/GLrfuENxFSQKYBH4XkLVIYbn4wxINrfSAOWKoguYQ2SrIJtCoIlgBg
o/O/mzpSbIhKA8kBTIMYWhZDAg3MyTe+Xbdb1delg9+iAwh9A4gn8/LgNKDo+8CVvFwf6by3eZRG
TjSbk37U2lcnfayr70msqOnPX7k86W+7LJ10O3ZaBjLHKojKxzx91ZNnrdv92UJJBzwZKUU7Jo7e
MO4jc6OqKa+m/5YLJR1tWw/TzguxzW2abjlLtlH6GqN9r6jutPzRGvI9Wmp9l363htuOfIq9n6a5
z8Gs8GdqSse/bADtQAHfHrToRxDRXq+D6wKu+xc0PJ07yqiqWjOaHzDEeBqsY5Lvh/hksNfrUq6b
NXqxz6WECM+mMocUEy8982iOihBQ9X3p2BtO0md1hTcS4Wj6v8lUXYCrBm2iaxY9etR15FwWpmQc
N6tqPPPyDo2cpu8O9fewUrFarKqxECOpUSYGGR0Tt1ZTP9bJlxBI7R/Yh4UAyXklI2Ec6BaIYyvc
VeKnU379MwGS/5pc0YtugAb5sDUmIHwrvO+quQLWC3QmKF3rckNxZzC0EgHMBN0zG1b7mXMwtF3W
K2JwlZT574vogWguct3NfBGi5X4wdr39rUTIn1FVJVElSPJiXlckXRxiuaJo8Jvos1V87gATOfav
H9gWhA+gS4FbAoXsuULgiE3pxOD2Jw09shbsF81H10WsHpH/RGC681xEmepZEk7w+bqH1I4/hV9q
VbJ+9XgsREheJKddCFRBnHL7nwlAAz+vK6D6unT4Qqq5wzDiiS+iZzSapQpHq/q8dPRqrbY4KbAF
Gj0UJvCyFeu/akqLxZFOXihMUicUNls4B3dffnsyVZUh1Q7Pf1+ciqjqcu7MZWk724zsAdXcUnUb
rS8S0CQpQHpn/rVzEfoo0IBjQwlUptN+kyoLBqs64ACASBct1/Dl5wI4AtA8SznyRDnzQbvhO/1d
4jz0sbE3Es83k25rlM9UfJ/s2zS8rzCzxrx7dA4qdkv1O6QDafaCZ01X4XeEj6PYO2DjUBnE2lq6
AMmc0dAJuZgkKVgoCrvrczT6GEcvK7ZW8/P6iVlTYilBOjFlOOWD13Z5MJm/ovLB4jcmgBfeKcNF
0g0904SCYgjYMtKxsbOQ9N3YlC9ppSXHuIycO2R76E01Op7ibjHmzT8LW3/Lsj3kxdD7etFIOKSA
78rKqXzJG7JhDAMrwwaYHNs2P7bNfZuZfqmlm2YEmY5In0FxkGTV0UiKeyut/JCSTZOk6LzWFUtw
kQzAz3IQdaC7yJzBE6QlqEF4NmpVx1+ihvqmI3Ya+1yiLdZgP4WreNFeeBFJluRFsq52Oc0H/uK6
X2Iv9TOz3MSM+Mmkolm6MB5J0vz3hTcZdSflHLXdFycKd2PMfJjqrlcOxKwunovpNryH0b8n9/PD
ped2W3L+wqwfWsU3uXFKIlCcT9q2KFVcJxdHDjph1Bhm6uB/XbQycxqyBBg81QvwoF9tkdx1aaww
UpUI6cwBjtexNBR/XkJRfk8199iGoSJPsyICgCbgI8N/Mf/5+2m02Blr7Lit5UX1IlJ9U31xi0ah
w4qRnQmY/74QgIIDMTRWVi+EhX7a38Jr7Ife29mqO/eyuAkgkKUqUnwVoeiAqZQUGzKdbCMGqqfw
gaXhZ3WzncobUArsmRBbM4sPrcf8tH5vqQ6AHS74SsC9N6PvydND3C5pV8Z9+WJOxU0MZVtd8fJZ
se+5XRw0Ysjlexd0lTSvDHus4+plGMJDx8jgh/3kd2BJ8fPGDv2ySRUSV8xjHuQ2LOSJ0OkhI0u7
mhvFLITEQiO4ob8Pquh7TQBIAEwgss6DtfIIG+1QiGG2Xb604q8x5rvOU6EtrRigBzgnQH64SKk5
skcVaSdKDO6WLzaeu/qTvzWS1+vX1nx/S1cJJHgYoQbp1iUUV2YD830o9fIlAVOZxXvfSf4p7OZO
ZMPGAD+u4e4GFUXQb07XhVAEf8bseEAoac1XmIxJU7gN+BJjSgHIK7Zj+8tptOK+6x1yRLOisS9Z
nm7a0ok3HI9xfxS1u69yUm4ma/Q+tZWWP9Eu1Q553HZPPQ8dcMdMVPump4m9Y02rNZsxzD2ftF14
jBzd2liJo9/C8OqDURvWBk36QLwwJ37boKB47+WJA0ZQ23sMw7bcVRo377mNV0HmjPzVq/+6vuSS
2fxPexdXpIV3OpjUzr3KwEQz1QxszclU7ky73TkqJkXpyrqQMP+Chd9KhFWMthHSk94m2zxttlqO
vG+huIJX9YDlAOUO1RmwA59LseNYA40WoSe3wihsXt6i1VQhQq6c/KvJmww501v1BqmL1qanEhxc
WetkfuFMP91KNJhU7U6WwXbDoN0WXbGb4uTb9Y2STt+FcOkZZwnLy1kHBQcrAt3lV+o8lTXbFJHC
Ua1tF7VwhXnAWJ4BMM8XMh5NDQc98k5j9Mmghd+0vlANPa5tFg4awCAwiwp6HcnouKeXblGm3onq
46MZzcE8VSQjVkXM/W9A2gcPgjwf5TXOGBl254IeNvYBnDQl74Te+b0hwMz4T4IUU2DSnGZ11Lun
Cp26ic/31/d7dR9mN+hSTHhhXlfah6kFKXw4uadUvxm6n3VyJO9kFflXA1xGADnW515BKZgMK6M3
nDyECK6zTZoBpqjoM32LGSt9U9ctOVCSGscP6IWhE+QDwYFw8TTpgMZRYLwdQsfO7+y7srsb3F/X
ZfzeXdmnwxOgiX4GHLHlCCISwk7brPFOXmE+Eu59r0fj62Rbr7mY36npiSXhk+6Kk03Ek6HVp6E2
HzxjAotFNm3hKr/maFAVJut8zP/ex+4vtH8Pvgb80uu/dNVMPdzYmJvV0RMvhVqOI1pc2oN30sa9
bj2OruIYyMwPv/d4jqUAzwmEF0fug9EroxIkxkoU+aY2Nn3mW9YNHzepFaBJnn/Tyz2aJkWy0clu
EoqKxpp2S+Hz3xeu3xXjWFem8E6snPh3j4tsz5lLbq6vofQAvVBRMuPcckuT2VDRRgG2nahvtI/e
dCyyB+Q9fS8OrotbvQYwez6P6LgG3rySvB4hEuq9OPhOiMT5ZHmxj9SrsY1tKrZ1Whu+m4HztPCm
5mAQ7t7AlurP13+EFMD+q/PiN8y3xWJls8Rp3KRr3ZMtug1hUww79dA8TXyekqfM5tvr8ta8kWsj
JnMMZEIvKAS7EqNRWpW5J4ujvsa4n4ThtgZr1nUx62uLaTHEZJ57CYYrdMMGSBfkDFHxAA7MEGM2
5Z3Ai8TvzPixLenfZTn8JUJ7YzW5YlFnc5S9hrsQLnl0XSC8Lr3EPZmT+4nV7MZjueJ2ld9WvzcO
KESwGmDfoDlbuvpSbmlFWlPnZOuPXlFup/C2H57IdEKrlI+3PGn7XUi8DWYnDsJQlWHXgggkagA+
i0kcjM5JQYTnikbnA6TnXb03p/wX9er9ZIfbPOOK9/DqVi5lSauZOiOu+c5zTvXUcB8NLwcRWZ9J
MX0WgsVgNy9vUEbb00E/TMJ859DZv+uMNBvG6GZd5dpZHGNygzDNOcXDXfNiCkUsuGYqAJT67/OS
cnqY1ROL8XmLp/7exr+uH4TL80ZAtQY0G8A+YkhXngLj+DoQzHqEmtWPQvSbIT/a2s/rMi51gAzE
/MgTIgBAme7ch4DaWKAe3Dmn1Gf2DVE1FVza2vnnpaSxM5IySj183oy1bwURDxEv7wHzdcedSnED
rGqCNww2hMyAr5JZMxNw/TwandM0ZyrQw5D+uL5Ul+4WuuBVjak3pIXxyjhfKg2djHZhtc7JyQ8R
asp8+mvAtdlVd6arcrWryixkSevGS7CPdQBdPJEi2pdIpNoqttPLC/NcGzm0bGoxoNnAObHmKaZb
TLZuGjxlR9xj7U/3nSBTOIkYL0fBHWcFkIIX2LJTRkVMB+acOmbc89A7TP3n67vz7wzPuecmeKQD
eBG96oCZk9/wkTa6g7DG6NEpdU4x/wnGIkwhtVuB27oBsFVr30TAEd/lpK8/95gV2bKBRzeoVAx+
50XTI8bV7BudZ/ljUVQgxXJT6wtLGFBXCzRzw4P1X1pXs58Ru6ZHjE5nx8p0On+avHDDgY20BZDL
/yPtO5Yc15Vtv4gRdKCZkpQpq5apru6aINrspgO9Acmvfwt13j1XghjiVe9BjRSFJFwizcqVEeLZ
sEZXqapVq9QGr1aTN9hDGpkbOkT0uWqrflPYrN+yXGeBY7XxzmgikP00drI2epCpAi8bPaJBTB35
9tClj4ndf69r648N6U+NxtQvrVWj/beeok0Xc79Pldpuapb0Abralc9KZ4J6kqbmE8K36FlAqx7W
XV+MKMO3wh3JmtSf3Jj5FVI9axIlP4exSYEjjzQ/LI0uMCuqvLpjzp9TN05XtdP2T1qZlmuXq2Yw
xbwILHMqjkaConqlL9OATHi59DiKVi5NjPWIqMmBdihfjPrU/koVq1jTpM22YLlJ11XV8KeySiw/
mQb9obLNbyUZUIGKcnVvLKZwb6u090Gh1/paE6N0rNayJ6VSf4Zci4K8UY5R303/uEsMNnM3XHB7
G6iL1RGJlu6E3VqxaXIt/EJ7snZZ+gR+Py/VzTdnbDa5ttQFcE6/A0sqGhmhy9yVF9TajUa4RsIv
dhStMyVf0yZ8YvYScGlWjEgBgbYMf/J7H7aqhX6DVgjoDdoAFnn0jM3f8c5a376BczrLcdGlBfp3
BrTaJxGISREc3BVO8cskoCxoNbpgOs3JQC0bpDgwQoFluNTBdauDCtltlJ0+Kp5uJF7NFor8Z0wW
XT0T8fn7mVWtdZmJV7FTdijAAoi8dNGcLku3Yeu+6VW3t2o76JrxAcwPfqiQBelz7yXwGeJ1EQ0V
5aAI4gkOie2S7gabrRP2o2zRFWj8kUwL6zgrx0YzXdsCeeFVvDNuB6NTs4nuKvQhT5s3V2XopHIw
82/3nwnIEFa8juOnSyZSObKysZqU7ihbGelLemfprHhX8BAAOYz2NvCvZA4LcGXHPQxsuuuyg+Pl
2eH258vkIv9/fCTObfSyAuuDZKnHyuQ6OY2VHVSDjhPRG36uGOHjVOfhS2ekfaA2meNFUQvqZbAZ
BTkfnK2GVrDB7S+ZOfiowkL7XdHP07Jk64ZPoMjP9RSnsgnsl0UmDX3GHACPJMJwQIEg6CcfvMKs
uTEYBt2NbVSudBQx+QVxe5/kUwJrSmPfRp7nAXpVOxsEdUq/Bn32poxVAo1No98tnqz1gPIn326q
xC+1jm1QPfbdqUPUyGsU70yajmg2poQrVnZ/Ypc8xT35p0s782Vq9C7oE7Ax2WTkC1b0zMqB5AQ7
CI0Ogj/ZLLAR2XfLqiY7R0+Clj632p1VX+KQXEgQX3CmMYawm/qm6chONfchabzEeL9789FiDxyQ
Yh6I4QgNfyagMa18GFpCdjo4sT0bkOm/GN9wkCdHC3KYTtIpN3IVJdjIiuyyxmu32a9/N7q0PHXd
uEbXYnQE5XPQRTZLDu3M2RVMXhbMSgH0lkOYbjcafZhX1q7szRdz6HbJ4LyheuKUgAF0tMPtQJo7
+XE/9xzZIoEQAfXM1X2xuc61PqkIDNpm+F00dn0s+iFc5T0gYrfX7+r9NtAZHjFy3E7RllP2YhNL
iZS46theNR7r/KvVr6duIdm6JEK/PGC6VSh9X1ZsH+Vj/9DpoF2ru4jtCjRAW5jNzHVEnBn9XtCR
HqgMOfaR0CRsRgIr3faigQL17y4ImHvacByQ/QH0A06z5KZ1fUHVqG7CL0DxeIU6ebYDcn+7ADHQ
5vbGzL0OUB6IX4O2CwWA8s64BR3GwWjDL3oCnFAybGDfP5VOGSDSixIANWgyvq8t80faghyYqQuR
1atdg1N1Ll7aNfBEdPEQD3B4Ruf7RPSvJGo3vF+C1s6IwdMAHIghXiBkli8Ph1lpeZyoDt0pNvgM
YmMVMnuv5sX29mrOHAyIQbIf1wqYYDnaAadRn+wWT63hIPfOEr9aEKCLrJXkIJ5LkBlveFgyznCZ
dpTyIEdh/WAihVsY9pdsIuhJlj91jeLVeh6kk7Yx7e5LT5ynkbtI2eYPFul8Jao3zsBfNKdZpSAD
1UDDe3sVZhcbKGnkeuDLXmV8NFJVgFY4eOfLF8sJCnT6rcaFuNWMm6OhAxhaFdtYj6tmIqwmfCxV
TdmN3YGqbzljga5W3uSSdTYebs9nRjejwbXhipo5kCLK8SUrNTnJYxZ+iUvsavVLcawgSjddvBmB
gbDa+4NAcHJU6MlPkIIMT0i6vGrQJUrZDeMrqPKr37dnM3uEECvD8URAEQRGUpAJ8fai6XWu7PhA
tCeFWqofEaPxkzLJvWQCtjZrXX0/ISv7TG2n3ZhIEAZhS7/haUfrzc6gq8ww2NGijP4agMlF3xGz
97ittGuj6u0ns67C4+2vnrlZJox8HTx/wgySb1ZTj7zuQ8dEruJLV76UC+mlmSML8wcLAvMBHoWc
CjGbtI+6Ek8hmoy9uEO0IRbU0LTU4m9GjAbrRDiXgNAAsXOphio4rKD3wta2zhsKcXxDR9s0qqxu
r9XM63EuxZYy32RU0rSMibJTNVwPP/no+BNIcv5CiAvwjGgvC2tZsrdah1TWkOdQdQ1xA8StsqCN
OQ1onWkrp6rDBa9y7sIj2gfbHoFkEQm4XLqJhRyhlULZKVbilcgTcfcPS19bEGd26sKFn5eFtIaA
W8KNFb+f2aqGEWVuU2Buioj+dKGnZV1QTBZcAjSZ65cQnnP6BYRD/xUnfj8Tx8xCLwnD1KaEeKG2
cccW3N1fW30f17pX5wvqeVacho0DUBH9ymXGQYNrbtKUIv6Ahr0R3gEvdb0NoEOeutQ1c2Yh4dyK
/kqwlUQO4HJmpOsjNHqHi95FfKuE8UdPjQ1X4lXdxBtwCS08CjNK4lycfPBrHmdF5AxwANEWun3t
sm+3z/zS+NIZRJPbzB4tjA/eYwTPgSG/Pb4m1kN63UGfbuJVA2nidbc3u1WNRss7TKAxf+t2EBbe
tCE9fNQVHpso9WKOB5xbKzVzjyjm+VCzHn0JGXxO++vA+XNVlluqxgt3febE4LNAzovXAtliW6zL
2QG1xkFX4wKO9UTXvdKiMP1R6TsvjSLw9Ge+U1sLCzF7bs4ECj16JlAbkz41HJXuHKV/Ian7mOeY
twsHexzR+3mJ3uEzMnC17iK7hv5n4PWTQ3KgLqN5OnGse09QGZV3L0BsrtXmw2LHwqt8Y+Qbg/bb
cjI3KQCsCKlZC0p7do0BqTSAfYSXJOucUWkjx1RENCumnqm8omS+L9dWu3Pdd5YvvKaz58w0sZUg
z7+mna9LkCKnIkTXqSgMYGTlaM8hXEAz9kSLwcz5PzD1ze4pNDdCngivQpFLe9o76tgVNd1F1qFA
c/jS0oK4NbzJ1FCLtreHb864UczIw/+u+s71+iYHqX/sNxpYHYBCTrPQKyKE+qYXQPUDN+QeYIev
iWNtimHb1vVnT8EGfZQHulU4MPzmk109xeqItwLYqXZXsMxT6cYhrwlCryF/jeMfhG5J+mDpPxT3
fSQPU/UQDUtt2OXSAuFpi2YQULlI4mIBpPPcRBwxpz6mu3D4aPpVNu5yFcmKCBXE0y9rzL1O2+pW
/0UhrzlPvCKN4HaNK90d0CVc9Sw18Vrb2d7WNvrcjohP0kEEC3NThpZRk42WlmnuzgpfBr0Nhu7d
hd+SogVBVRkrgOS9UVuX01NRfhg63qSx88zqu6JOPiHTykx+hk0FFGjpT8O+b53AzC3UR6zH9g9N
nt3CDGi15MjNoFzxvQSWOALLJnws6UlpaWV3SUJcwK7APJ+UqwhHpgr/5HwKdO1R4V9zE6VJ5L0t
X4rMXqXGqkcYX482hrrOzAQ5EcNrsg9igb6BPmkK27D6dbJPZb/pzV1T7Bv3KzdBGPDRt+zByn9n
1YB8kbMto4fbGzCDoQCtHTh3HOROdITGpLk4DpipooaaAL9oXh+9Ks1jlj6N9Z7gyKO/cVv9Y8YP
yJ6mi+QsV3sPiQg4C4dGBxpG1nhTWORJGCFaovIwqHi7UZPEBnFqgTrjxPjdhfnm9mSvjFIh0IVu
g08o3BvpCmi8IgZ1y3Sfxu+R9ahFP8A84cVLDvLcvAz4auika4IaWFajIYi4sq5z0z1QG/W6jbJ1
6TRPTsl/wcLaktb+c3ta4rMvXg5My9ABenOhR68xVNVk8JC6VrpvRqv11Cg9NaG5K3Xz3jiJkGMA
D4wwHWoy5LvK9AyG8TSle4aynLrB2/Crat9vz+XqCZJk6JcaOgnjyExAaLmHMffbNMP3ybAegXxA
br39paPEy0J16cJLPy/TBBgZZ0IUSVzKnJCpGovBTHHkY6+JjhYvg9b4QOrK7J+cZik7Ortdxn/F
ychnhY19VBIj3YOjM0CzD0/tKz/8m0MB6mu8rQKM78hPXa+kIVCbNdszPfXzAXQ0o7uf+FKcZe5K
AVKjARCJJO7VHebOSDUjKct92tjRwQwn8o767k3fndAL/M6+UaA7hvNtg8tHh/IVvfwuN2okechg
yRf7sa6DwkQysYgfXI5CAmWp6G9uXrYrcNsWgPzIu12KYmZpxF3WlGgHBW3Ev46CNmr6hVf9/vMO
ZBLabcHgcq/cvIwUXWoYSrGvGCqBlFQNfWUiayfRflt6csQD86y25p30zp8LCRpChPoNy7VQHHQ5
u0hJGtVOILXVnzXl2V2w1a98FOzT+fBicc9M5zKNuzyuwnKPXhZJACDn7TWbu0Dnwwv9eza8lRSN
ohf4egeMYTCx+sG3FlTd0gyEyjgTkRCUPFpiBlO8Upq18S8XSNI44AuvszrD8IID5VXTF9458e/y
g4AiQGCgQX8PmLK0QCrQHT2K9Mp9q0ybInscOKpsviXFIR+2RN9U45LAmduCB0/w49qAmhJXcs66
ejDyLqnzfa5WAOu2ofJsp+AKdNGSMAjHRF84AbPybLRawGMEEINsOQz1VNCqGyDPXSdHJKz/QZOv
24fs0x6WFhFvHWwTCwkQVLVJi0hGLbaUPsr3mZUlwM4MieJz3CkfICXHLr/UkbJKCu4rzH1rM2VV
k3jH0pGggXST8uqLTpDnLWMNnTRcvTsV0zQ8dU6UAhbfh+URVwjsFKPDjAfIQRV4CdJ41Lerz6VB
4qCsLHVV5nHtWfiXB5qbKOBquvhJVL75Q83TL01lhSBkMaj90NE+ec/rCNtc+OBVDxhiG9Y0ofEZ
imk8xgYGUzl0t5GqTs8IYioPgNzRAPuT7EKW5dra4AZiTMgqeQgZ0sTTq+yDO522Uyvtwyno9zJW
xmadZC3Ah3Gqrrhi6yGSQk1fe5lt5p6ROH80o6dfDUXVPXcI0ewWxvnJKhuUKpdmsle1yGVBYoHE
hk5R/ZBo4KuKtFB7tDSV/nBTXQf5Y4j2cEoa6z4zc/KYMZsHVqPVaLSlZK/ZMBoBL1L+WmeZjXXh
9X1nC13u0boVptT/1M1JFkg6tAaDrYVy7wHN+cxDq55iLffJsHBJpTP8HzmiMzCqJoGKcCQlmfVl
h863HQozUR3Bh6lehQno3Xlp936WLBrbktL8FAfzHtgLPGcIY8sqv+kYq0aWvk28AmUgw/4xD3i3
BVtKUpz/EWOgGQZgsFhFGSSldGmuuNRN3iLyMAbFUhO5peGlzdHDaOp0x07eSlbnu5qY5aONpP7C
JK7X6rNxiIO6LaFjZEO3HjNdQb+X6K3l0VqJ8pWlm6ta6+8LgmKtkOq00CcR1YLCTJO2pDaGwrL1
oX1jXRMkxnZMP+zokZAn1V3n7OdtfXa9cgjqiMCSaE2MtsGSOmusrAN2DSwG4xj6HfqGLFmCYoAz
fSlmI5BxwD4LBAS8ussns7eLruOTUoKr2VwT/rVgz4mJXvDTh82/3z2XC1HS1Rl4XLZ1aZdvGUpS
Mq9a6ugzs1ZIHBqocUTfEJhlkvEXApZqNOjo8JZklHuOguLEZjEEfn3/cWrQ8hpZGJiXV1UgOFbJ
2Kpt99ZGgYooW404JsKYC2dsZip4HwVzAzovojJfsjQa0ONrMZ+iN+Rq9dd6yLMVceLyPnMJe48s
qKDsByIX0G6Z0Z2ASGSqaUVPYd2SAGDaujGDe/f8UoQU93bUSIFZ09ETiQ7ZcGwW7PDrdbocXlIs
VEnHqg0xfPl5all6JzZILJGFUCdcCnCAA+giXQ88ZVk/tJVzon21Gl/DxlzdvUAXAqRLYRlJ19dh
7ZwmB8fVCb3hXt5RaQaSBqkRxjPBmOGchqIJwDjt/XIz1PpPSwkbsRKXikSUxAMngWyNZiFae6lI
4pSrY1462Vs+Po05Eg7GCM42/f4zeylGOlDjwIsRcY7sDQZxNASmutSw+fpIwUlBXRtIwlDkCAj4
5TyMUVenmrvpG8IpnrPt1SVE3sxCQQDiHfC7kTJW5R0nlKZGp6RvhO36/luifcTd8fahulZSeC+A
CdUtOIvOFeY5R9w7S50+xV60ASF+YfpttCrd9G41dSlHun4JagBGN4QcSlyv/BEnS2immc24mIi0
GU5qI904QkA5gOtlMH0tXkgOX0kAskaQHoD/G+BSVORebncaVsao9RY/GeUK9QKBM2kLN/xqvyGB
qCL6Jh4MS8YfZI5bDA7jw8lELUYYhPaK1wtG6dwkzkTIdw9sIUluJRABh4Ds3KXmsFfH6XIGRLpz
SUvt0OEYnmqPHQL0cKvKx+JOMDNg56IbG7QsKgIQVpZDX4ykmZWMkBI/KsBj824Jezc3DUGlAnZO
aKqrznKDOjVNbEz9adz31kNP3+j43kUL50lGxWEaACqKRBxuNnSIHJbMIZ5aDtfRIBYvBidPGeKE
Ztp+mbp2ZZnwPBW6NkfzTwHPUVWWHtxr/tFP+UgUifopgGUlfZ9XU5g4VaajmzLzSqIFhrFl4+iD
htLn5mMZvfTjc9yGvjZuKAFLYby12kO3pKevF1ssA1abwM9HvzNxK85CMayKQGICsoajXYR+O/ZB
E7HARs84BDNuK7vrww9JQAgApQubDNH7S0kV+uqoEYIjR/Ku9luVLIBDl4YXv59NZOKayVmJ4Q0+
rNAaJmqXOAjmjwzOC8KJAIde0aqTSmkcpyKYAYeDxwtk8RJADVemi/46K7S7KK11zm2vXOzpc62b
sHZnkqWAGZ14arDJ1I+N+lhPLzx8cuL9X2wP/GQRaULiTQakomFg1RWRrh/jxuttP52C2+PPHDTg
QHGrQdwiAJqSqRz24LxH0sQAMd+qrbbsqam29hJ51sw6wRQEPxemgNphS7pUJlWMKDZy86jU/CFW
+ufYGF6qalrfnosUARS6Q1TfoIgTpQ7I50tzQcWb2mpqbYLo/HtnPhDjT4uWTtTdNfqaVSDVRur3
tsSZ0w3ebg3QDFxTRAKliVXtlOcgiCDHIo78Wt8PSzXQM9sDPiag1hBUgNNsSCdsqu16qGhkHZsI
mZPJKz5qtCUoyenueUDfovYKGg9JUVOaB7iDbLtgCjn27lpX/Dsjv2JjLoaXZpHqbgXiMQzfqHuC
6Et6J/7oU4BhwxkT/aRFEeellqkrN65VSsnRqgvvt50u8ffOHGDBWgXAtCoIAeV9Tl3ag7eHWcd0
eKtjio69WuDaC2/fzGEiDkABgEvrgNrJhRpuNoFrsRiso9r3CCL7LPx99y6DNQWuN2ARgBMR8QFn
unjU81gbeGUfTW3dRYCfbO4eHzEQrL7qAnEGMNXl+LmuciNCKO+YoZ8U0FarZHWvAMMRoHwoEQjB
blwKsDq3YgO4EY6I4ja5X7G7H6uL8a8MQYqHiiGccFS1p/YfVizop+vLjDowFOiJe4zctSGtf+7y
BlWiGj3yDGw/7vTqDs2r3X/Y5oJauj6ul4LE72cbbdZO1KNMkB6TcFU8KsNqCS83NxMN101H6B84
VDmIN+h21IdI3p1MN/e15LtlvoW9pzXqvR6S6M8MGXAxAJcEOOtyIm0F5ywxy/A0mX5OnyLzePeB
wvggb9MNoEGu4EGsHPSq6drwhMBg2m8TfrdxhRqVzzgR4iCi3uLy+x2ORSqMODwpPD+QdnhMtWIJ
xHqtNi5kyIcWAD07bDhkjOgJydW1ay+d22sJqJGEPw8AOG41zOLLWYA1zFVywDCOLdD3yA4snFah
/S9CH4gSnA8vDtvZaTX0OI8QFHGOY7ri+uAbmeob3Wtr2D41UCd7v7sHeQKDL0jerm3rNozLqtdj
9xjmDnB+7npBj1/fvsvxpflY7sSavKSYz+QZVUC7F6Sf7j23lyKke0FGlhlaChG6tQYstFwiRBL/
L2+JgBqAjhcJx6v3lE5DE052qhz1afCLEXZnsXXCLaevLg3vtnARJzqTJUVBhjhl9TBCltMcEBV2
8yXG25njK1hWQEUL5xEsEpJxQO3edkuF0KPzFbQYgAotYVvmBHx6a2hHAPtARuSrodkDBtzSY/NY
mO4KyKTV7e2euSHmuQDxAWc3pAYxcFPThh61JN2Enf1Y9GuSBbUeWHq7pYazvi1v5gRfyJMuPDKz
jFkpJsSI+jtKu20cZduRsX9ui5lbNxMpeRTzaaiGlDtEdkOV13GGaSVsjw7S1kLodnZ4VCrBr8FJ
hu9xuWpJZsbguy3pMWq+I2UOyN+C4poTAIJslHACZQ+rSjpYPNaQjUaF97Huj72zrpboIufGt3UV
pTGifO4q9BWb3dhZjUuORh30mo9Kq9vrP7fN8JREwNnC+yenLfsCsDDgqc0jA1VWarJn3eg2YeUu
0AXMTeNcjHzBo7rgHdzDI8h/1V+qs7AL17YIPL6zWUgBDEIiEHXCwT3mU+VXMdhJ7MQPCR6qdPUX
6wWaQ2grBwlSOdnXsiRNCkBg0Vdv+qmm7kuD5lZtktxtRmNCqEcGoSroiK6Sln3ZdnbFU+uo9aDV
Kdac2X+z8S4iXCIxIyjOL29GWWpxOXC4S8Y0BVVZBTxZjUtKZHbbz4RIb5SpZszkPYQA1YbUzD6L
782/CVf/TIDkVaJozknDEAK6MUNHINB5/M1GnAmQFIjaFGhAJJYJ8J/AfbHd+/0ZQHKBqv7MTiNq
K+lZFYWqZkRt42gU0wOPldVULmCuZq74hQRpp3Wz7yiML+NIlfexWdVse/9RgnI1oKUI6v+vCutg
VZS62sbWMaTDg2JTvxgqYH0WHqSZswSgJRg0YIHiT87j602MQnqVWscyejYBUL3/pUD3ATxBBNWf
yDZIybfMaujQ67l15MlXZ6fcycAgYlKIqgCWhjZygDzK70RUaEXOO5wjhIuNj3j8eVstzShA1JIA
TSO4Xt0r8yM03IxNpaIcrQ+L9L7GUC5HRr9wl9LqMruNmAgAWniuoQBR8ye7GoVms2kCu81RjaeV
yld5/qRWr/GwibXUt41ARUDcKRaej5kjjA4CaCMAQkeU/su1ZZNeq0qVTu6Rh++VRVYmKq3YnVWu
YmYXQqSnPDTUKQmFkJzsijW7u72DGB4pLBT+2RpYRCRdOBqqEk0JhrfT7sXs6pc0UldNn70AUrrg
MouhJNMd2AdAeQCxAT+PHMpLeZ1OcUfd4wTwru3+tKwDZQ/G10RbauoyszHiOIuyAoLsnJwqUa24
rfG4wHDvx00NP0qr0YqtWYJZXt99hN40C6FjUPqDokPSwoOCkpeiz9pTbvzONqT8dfv2zA0PFiOR
NLNc5BmlV6QrQnsYQOF+cocvTuRrxb8cX/p8Wk6FUTcYP3R8+638eu/XW6DkRWm2+H74NpJ+5+40
TAN1w7dRfajJurn7ibUBbEE0Em8TqmXktXczCsSRHdenfmtb2cqtx9W93/9pPsOKBpoegRjp3in6
SBGOzqoTuri40Uqld0f0LseXbM9WDS1qElahLXz6knlxXi0IuL4EWHk07UU4DdFnVIpcmlJOqoWT
k7flqXDLH203+m4v+tGYH7fX6VrHQ+EKBQIco9DCkpgInWrUvGfNqeHfU9PwR/SZoEjoZ9VSQuj6
PnyqdlQcgIYNCC3x+5mv6dZ1xEnZtqeo31SuV7X+7ZksjS8W9Gz8uOmV2GgxvhEGg+3Fv//d8NKF
GIjT2Yw37UlBjpZ8jGQJJjnz/QAUosQJbyBgfzJMzuJNWVFHbU9ZHnn1g4ZCjLtnILgKBUuouBFy
LqMACVA8jQ07Jdm3FpRA3+8eHmRWSGQgy4AN/izzO1v/yXJGKyvL5NQ5QdOulpyXmftwMby0/nGo
wEIpMHzAyEf1kHf/8vOll5RljUEVjvF1NBv/UTrR+vbyzH2/IFcGShWwPgSHL4/nOGr6NClpcmLR
yhw3Gl0N+kJ88DqaA0yZBmyiQL/Cz5NehM7NnHBC1R8gZSdQgvgtmDrbBMVljg2QTu7xpeaNM0cW
uE7AoKGlwEMn+61mX4Br2ImSk4qS1jx6qPvT7UW7FuAKdkjRJQG4qSsKMN5QdEBUSH7q0z1qqNu7
nZjL4YX4syM7xmkCOigMPyXDmgyjV2itF6t3UlDCBrwUI2km3PimgOOfnyqvSIJpqYDnWoVfDi/d
jImmHI4Ghmfm6KGRgLIau2/A4t6tPhDlRAYcvgysZeQqLxcL2Dy0SY7ZcKqL0rNZ7N3Z70Usk8jB
oWoZEbtrHFDBLJt0+tCdLN/sUGh3vPssiU4GSCPCJIDzLe1Co0yGg4IQftLi5yJz/SjMF674zGkV
xj4QFSo+9Qrig2xDPY6NO57i+DHcRO7dsflPX+K/w0sGZZQMYRT2GF633rvstERXcK2gYIehiTNq
KEDHc0XoVpdjpRCQFJ84SJgeC1VDZX3qgqWsbev2TnJCQY+pA0EoypWhDK9KjkwGvyirjOlUaQ9f
mLa9vdXyjfgcHeYd+LYRVYN1Ix1VbeRTUlbTyclGZ9dGQ3lAVXizsSq1VzyW0upO2wMmjSjkBQkC
8t+CfuFSYOfYE+ooYn6IvhXOKqwWPNXr+VwOL70dEZDtSVJjeGN0vbj9pptoarmOlpIz8vmVZyEt
WwqCOi0kENObfumAeWt1e1uWxpfULRyO0G1ijJ+7SFOPTw1b8CrkI4wJAFqLuweUMDq0yVlRjcL7
7QfeH7TqpLmBAxqse5NKkgg5UhGCMT6tEX48aODxqfzozsjg5/DQs4CciWsoG4EJOCmr1Mj6Q6du
nPzZXUqJzmyBKFtAUkEk8oG6lA6qUmtFG0f9ARFIkL4k3v7uLQaCAuk9E60Gkb2QTBA9jJljpHVz
EI3rYhS2L9F2ylEILBDSLoJPB7cbACnpjLZx38QE8IYDKR8Uik6DHnUe8NalyukvZiLITWAu412S
/S8AdxluNG0P6HlGw0BbMD1mNgKN8P53eOkupLYzumOJ4Tl7V/iHWR//3edLr106xn3OOcZX1e9a
fUgOt4ef0UiAHwimTJwlFMdK1rJikcYZ07w7oDn4R1U2a5srntLZ66ysF+yOmUt9IUp69jIjQxUk
ybpDXK21/jdjq6Jbapi1NB3p2BakLyxwn3UHELnTJFDYyq08JV643LJ9/nl2/3fRZN1hUxSgVjZm
goJTLy4UzwAbwoQmAEn8R6se2sU+YHOXBYae2ChUHVxV3o2oFZ26sE4OZWjTD80ZRtCblqn5EDE6
Pg1JNT4yjbOlav8rrDMmKloyAzSHnhTXkTWlTICPKO3kUNepudPq0aJ4TXLb0zntvTA0E4+3Ubem
zKqeS6x95OVKO6JXnWPxtVJ3devRBHxNqdNk65rY4cJD8YnvOQ9m4gthsKqINsMmBOhcerBdVmUM
zPDpoWrLamOjmDP2rFazHsucgydHzyavdcwa6M6h21YOej4yTQvXmk2/A+yo/tOzKd2g7ZDyksNn
BxU1+Ek42mn/c/uazZz9i8+U1LWGuh1aoWbk0IzRa2fm/yimHui9/XBbzIwyQm8hqG1QfGqAsEhi
kqQd3FGHmtD3traq7nUTsdhoKgS/FCl5gI3lwMMUt8Qaar0+tGuFntxyQRfNfT3SmgD7ANh/nT2N
dC2rzKaqDwzE4Cwg/H7jDsFKhNhRGYRsuSPpuoz3tlr1aXMw46dk22V/sfjnw0v6jSYNKYwGw4/k
RLL3aiEoMLM6SPai3uqzAetVyeKYxQroa9XmUBuBk6xCeyFOuTC+nEWp0JI0jijG52lgUo8vGBQz
N+D8823pouZtXBYc/cIPZtM8sI6sQrf1x8m+22PQYC6qIERBwzsQeUiJuqSqx7ZQSX3IyXaKiTfV
h5jUvpv8vH3TPsM8kuJBNQEYEGDfocRPTtjkBgURhtbmB3yNAXZfx/C13Ep9t2D6GozaLkihp3KF
LoTmU+TmdWCxoYduclnyGzD0+mhHw3eDjtmfaYyTnakn/FRUUbzRwKW6qxJ7WDfoOOer4ZCBNq02
0Cfz9hRmdgTpDFGSLjxRpHgvTUiuZKYaOjk79B1/AOGYvq1YPAU1Nb7dLwhFi0idAgFjAMh1KcjM
QPblxg07NGXefwEgXn2yU3XcT1q5BPCfef+x6wAigqwAxbdyItVwBhZnpZIf0mHbpQ9h+dzH+7Fc
cONmropARSBeJqoVrthpEM4vQ57Z+aGMnzVnnS5V3c7tzPn4kiapegXHu8D4SbXX3ZcqeXXSheu4
NAXJUDKqDowRMUSo2mbcWUtsEdcGC8o54DeA6wA2C5imL7fczTo9ai1jOMSmp5vfkfpD78cw+jn9
vn20rqchykZQAIXaJEOEFy/ltFOc2SQZ+KFItvEqrRe0yczwAD2hRBzoM0PQ8V8O3+hV7DRmMx2G
7k+0re+F24OyU5gseEgBYsZZkh6koSc9mI3c/tCw0DPe87uBjf8RAA8OGE0EaK7sgb6H2UQYP/AG
nKW/2d0PKiDqCMPBQ4SthJDZ5fLU44TEnDIiWhJSP90YJlkQcH0RIEDYvEBUIWlgSKeU22kIbGY1
HEgK+t364KhH0ef67jOEtqUCBINWMnhXpSeDocApsauYHFoHNVpB3d6ZmcMm4A0QxZdA9gMdLZ3R
qWMRCmcy60CeG/WrU7JV6hYror3fnsYV9uJTDloSfIJJhIVzuRsTNWkbVbF9qKOD9svJNoq5rv/0
42+0ggcl2ILlPXM1EOMV8QG41NeuAc8jRDFHSOvA+2kfivwvtgWTQeIamTQ8snIEYgpdp1CHvD0w
zfJe3Mq+f9sxPtIeSOMAdSFbgz3RoxqNddoDQMG+vnKBTLq9IUI5XFoIIouGQ+WAnBfd5qXbgSbz
doy63vZgRRywwx0asTXFk/OmfC3TaXVb1sxuXMiSzlieKZHbUchSCkSzYl+p7gVR4nQhFA70E8Cg
8All8hdzUExrbKb2QNTXrjG2DgiUBlsDA0i3vn8uiF6DYgYQY1EPeHmOh5plcGFqhLZ+tNYmtDd/
MbwlQrwuipAQKb8cPoTDqoRJKkIE6Em1spq77XQE5s7Gl7ai0CIAoGjSHfLpSUl8Zi9A0f4fad/V
JCeydfuLiMCbV6BMt7pbgpbp0QshN0AmkIk3v/5b2efeOEUWUUTpxIT0ohh2pd9m7bW2thXcW7S8
IBK4zixybiiGNtAhJuYfNv/TZr9587NQv5fTv9au9pBMj4v8PtL7FlZekDZcc4NagzIu4AzuY2/y
/Mo8qOTcRrNa+Z36zS4Cr3ioikf+s64DPgfgmCflK/pcEb+h3fH2ul118co/RdoXjHlerytGH88O
92vlZVC+z/l3orzQ4lhVvtXFS/ZRzz/fNrvxBOEAg+YBEEy4lY7kAqQGN5qSZriG3trvgCMANHDb
wNZ6ukDyop6PjCgqTuv9OHHVUEwi7iGnO9T5ufGah2FpAoilll5+ZO4/t+1tDsgSmG4wGoj+jbU9
1a3zotW8Nk6g+NQoSTjx+ctwN3WFWC2EF8hGgHJA3IJrM+NEqlrnCL/Qha/wk7KHjBX/v3y7ogcS
nhk8TCQ7JNfAXNDar6RJE6vNU5vZ4Th/6t0nm3/s6m7nQtqaMaDYPFsU0wQ8bz2UiptJn+o6AvsM
3MsLNAH8bB7rw0Idb2cziMWWRgUxc9HQi1QLHE7JlJVYzM6nsY9HkC29VXRqD1r2jSWjEUJ9lr3d
3gobcyhQYWAbRpUWcylZA6ErcUDj18dKDbxh7vfKo6ufswVsa3dHTJg7bIf3Lgs8h9IpyoiTmcMi
MqbQZ4MW7ODusdVuvIDue70ZdUhEHjIfQqsleZnNThcnLMHDBKnSvS4hsaPktQHcBvsAG9q8TjWS
gkxMqca4S8sjKON8h0wv6kDOwwzKa4c920Zd+2qq3r/9EMqCshJBCKDgqnSSdDWdl6lbhnhKDN/p
30a0Iqazdr87JGIQpA6Fti1elvUmb6YuGQyO3F7+Vfu5/Li90a4XB5BW9IHiGkWT1RW+WbQNuhzF
wngY6Ac4RR+QyNp5Fq8P6dqE9Kz3rHWTFhcmiAnHYGHu2VWcZ2/Zq93LEj14EAU6F7kMdJ0i6pTx
iH09mbMBHsm4SFp2ns0JAr1JYgbO0r84Hnswtbe0bsNWTw8QX0ihRkznH2lOqp8ubyBxS+3Rn8B5
cYJwVyr4Q6D/ySoz7Cs3BQG6uQdXun5eQMmO5RSQXxR5ZLREqhejOS9pHucEutJmE7jaqVrmh8Gd
QK1/8AATvL3WG0UDWMQtKajPRCJO2kn9UBce2CJJTAtVC0yN+kx/8sOOeyFR+XhwoBfj64pnhNAH
AFQnNX41tTnhDafDYezyfudO3XAc8IMES5MDRBv6eKWnYmlrFBHQ8xMT8mUuUDlRDzX9wJJHd3zO
IHNQaOqha3569l7F6/p+RSssLot3GkP7qrk3W/RxqR1KY8tC3YRP38AC2fnZ6DY+7YyoMtpwZ+43
VhupLyS/oHW/4a7pOuclqTQSu9Tw5/bDwmmQeechs0Jzgrr00VSe03YKDf2xsEu/0t48D7yXVoha
Uj4H+p2yLOK0APbtgD7EFbTRcpaUggFVXZKBxg49tuk53QsSN0796vvSu1KDLNBTaU/jrgbVduW3
fe3TXZLQjetrZUXaQJxaHkUHNY3T3Drw+ofW7bVo74zDlJyyqZzt1AJBbjy7QcMeJv20Sw+9OQjQ
iQmXD4++nBpNDURrZTPTePhN3KOn7YQ9myO4+Lx0/7ZwNr0CdDcxYsIBEEXwle1xqciiDP/ZTcDI
YQw4ygjg1m/UaNlFaismjfP5cYQ8dwdFueEJfzvmuSppSKvA6SNzeYM6+c4lsnGUwVwh2vpw6SO+
ky61ytInq3E5jXXvyaLHfIGYLFwl9SOg9Tvv/aYp8QSLcAC5bMmUqQ8oBpg1FoqHaRL2FGIYZ5qA
Bfnuio8Bkq7/GhLO6AVqstetujI5DJla5PLn9uH2ZbS14aAFggoxaMcQRcp7Gqpwtd4V72e/p8dx
Z8NtThNYvFHmEbRm8tXSjB2aF62GxooRFNZJeTF+KMSHzMntUWzta8R+SHJqSHEin72eJEi217ww
8XjMU+h4qNn6aK2+bWJzJP81cVWzYlqpD7ZN4rQ6YLWZHrl5MCSHYteFFSu6dmGx4heWpBQhSeZk
zGyPxJ4GLZFjMRzn7ND3O67Y5sJfWJGugoa3tVsNLom73B9HSMLveBibo0CYhIACCCtwq6+XhKru
qEB0nsbJEhjIQE1Q5n6wWHx7VTYXHpgYpFmAkQWef20FJLgM9UULq0JAQ55+daYHcFPdtrE1UyDW
EuzTgDDA1NoGfKPemC1exQ6qh/lx2APqbc3U5felMVQNSIQWra3ixftigaoyR9IuBTyaesrOmrwH
wdLWAusfEkXISwn1XckUL8skhxQui0mRtb4zmv8UmfsFPY+BygGY7tkZKsA+NbJTxTu/q02/Ncih
de7t54HHgT4wHd4esq+Q0ZJ+R16Y1LUJClt6cmgcKEbcfx9AkhdcAUgKWQjLpO9TOvV1bZVlrBf8
hSfJL+p1D+WU33+GRPuIg0hWVEzl0FwvW4A4SQsz2a8f1l71emPfrb4u/v3i5s+XpkFTWFPGmf6J
OvEeAnnv89K2NiZAFRqkzWJv+eYd7OLL7VOzcTKRhQHHliAiF4Dd9a8fc2dJ564lsdXD1fisWJ/v
bZoTm+jSgjSABV0jelsLC+ahNA/jt9sDEHtEPiuXn5f30GDkeVcDzuXV53Y6dMOzbZGwYXtafRvR
AGD46DpDVhHgRzmb1HSLa9GWkNjunsiUPVQKD0fjyc31k1bGoBTcuQQ27YG3X1R9DTQEiofuYlu1
A4jnJyMncV1CK242Hx36TZ8+KfYh4Q/6uBdpbm0znHTo1puC/lUeHplpaU1LBnQaOSY+Csy3V2lr
m6HqCGk4Uei/egBSTR3KaSjw8pc8rNwPbRUt+uttG1s7AQ+YiJOFcyHD19qWm02GJv+YO13AmzRI
hs/AZAaUKuFtS9ejEex0KKaKNlCB4FqvzWA2HsIYPGc6bU569aXXNbDd/3vbyPWKrI1IG2C2m66a
ZngyAGEGhfHZZHtpqr1hSAFfMiVKa06wUAyjP4+QYAxsxu++49fDkBwMu20ru0rh8xnNOeMPC/ug
7pHxbo4DJXlVMHmjMi95YtqcLiCPwHI4ynFZNH9EY7ynv/3FclwY0ddrPqUeR5YZRkbyLc9+N8lO
I8v2IBAXiSMINRhpnhZiWrU6YZ4UiGk1ZY3WfpQfuz1/byOBg/VAb9r/syPjbRGn9CANh9vavRHo
HNKwqk9Td3SPoxO03yCbAsWV2zO3UUxfm5TWx9KHJUfbM4nzqvXJnAFj/zCUTwpEWFCRZNqxAI0s
7e6+DtZWpQUzJuhajxOsDoIVLOTz2Sl88/4CK4A56CsEVRvUmq+E+Oamc9KOKZjOEXT4yYuW/bo9
e1vXAMTVIKGFshb6wo31vlPMhvVZrhQIzTKI53xKsp3LbNOAhTy/4IsFDktanSUZPdckdRkr/DHx
lNCt+tPtIYibav1Em7gj4SRpIM7A7SxZmJxZX6zMLuK+CwuzCFzyxLvHheSBl98/GJETd0XKFA60
jD8pSwC3bT6mcaqxg5F9cBZ7ZzAb07WyIA3GS5e56BRYYC+NceDO8fZcbXwe1SOhDGLihbkqvSik
JjMf1Cyu2gcWcHp3kAQ1K7BIottF0PHJQVJlLrmmZgWP6/FHATK7n7d//cYltvq89DAmncGzluPz
NA8SHG9iC2GlnRdFfGS9nQCiRyoEHDS2YJiTHkYk5ocEklDsVTVDVvEQAg6hRc6dfnfYsLYjPY/m
RHmp9LDjNK8jxwP5+/ZkXS81EmAoS3rwKYFlkqu6nl0WgPbR/LX7ZdsfgAa5/fmNacJGBd4Hh0GQ
VUgbtSfOqA5oCwKcz/3HVucj+aRkzQmFtX9uG7pedCR0EW+D1hM7FpKk6xsqrak752WfxK3yqeqP
6XK09wLFjamCSBJiRcDucN/KY9GZ4U0cUJPXdDrwn2yvlXDv89JTYVZmzXQPn1fqb+5P3u3Au67v
PxTlAOxCbV0o5MhQ/6ppK73R2+IVmlWG8ZqVb17xaudhcv/lAdIWRNICZomzYUrjsICad0arK18h
Y+ZbtuI7zuH2Wm/MFCibEC7iwUAdyJIO+GAaud2bbvUKkWnFn6Dz9L99Xzrb3BtMpeBJ9WpCeHk8
V+POUuz9fulMo6tgRMkHv1+fznQ67in6bRwFICjw7BjopgbJleTE1Vqt4iVlxStxf9RK41sEIPZ8
TzZhYxCXVuRkcFtNVVNqvHhVPJ/9sr/dvQSrr0v3BjVbl5V2VbyCsmKZDq159xMEXi5wJQkyPCT9
ZOnioR6xvl5evC7odyXhvEepsrkGF9+XltjQko4WVla8OhBUGxAQBOVeAWPPhLTM06KgtOqR4lU3
j14W5u5J25M627i9L2dJRhaRoZiYA7DrK3Wd4fdMTCM2ayhjWC1PDnCxlvPtVRezIj2qIE0Dwwoa
4iBOIbuZExgllAUNW6/WNPlIO4TpdGLWn9aifmW8Ncu9LK6AGoHFH7hEGIPbLD8aVE9KksBVeG2U
H3k77tNYXB+StQHx7xf5k77PCkPnNbZZE9n1Qz0eb0/Y3vfFHrn4vmVNKZsnHPVkOS/Vwy608nqP
rX+/dNOylNRL72GC0jLkRjh4L0Uf3j0EtAuLhUDNB7eetI2dLGUllMTtWG9e+Nneazy/fvbA1frf
z8u++MJ5Y1ZUsWLW8BfXVP54DnkEp1OIlMPJHcjOaK5PDGIkEGWAJh1xOO7f9YIUddFPWp/McRFm
P3l2HKpg9nZsiG+sTwnoOOCXo7cXFSyIUq9tWESEHIU9xBWLDDVtHqa8eQFn7B904f1bT81jb3bZ
o5e93l6oq6Gh2wdkg8CWYalAMyINLdMGZV4yvY/VjvjM9K0m81Xnazr8/gs7wBci+yAE/eThNUY/
Ka6Kjt8cnb7tEJZ1yE2+1w5/tbMxCvAE68KZAxunHIMkU+/UJWF9TCvou4eZExr83sMJE6IBW9Dj
CLiK9Aag+7HPNNA4x1RxlyDvwznz5ntdFWED5REPioQmCBakkiwZ3ALSSSbArMmp7M5fby+F2Emr
nYb+UICi0IgDkNc1nTIk4TlR5nKO0Y08HNP68D993pB+vDIMQ1ss+PzoPmmnntzrZq1/vdw+QarE
sJsBn++UY3qwzPuXV3BaYFoEUzPWYX0Mi4IDn2/rczw8aew8pA+3J2djg64+L3lAhW4nQ+Lg86DI
d91nkzznd3f/CkivoMUBBBK9Vu/K0Bevh63kaFRktRrnbeKXj7O3h/DeGAMMADuG04yDIOfzOzbp
fJwzFb2biZ8qhj+VdTCMe7H4xjaFjiIuW0AqoS4vuw2WhwAZ51mNSzvkU+juNZZsDePy+9KFOw2q
x7MJ32/Vj2X+qWLHJd/xfN7pPaSjBi09uCA4bh7iGnH7XqwFOKZdNOsaS0zTfnlQVM6PeqsXYdIO
aYa7to2y1j2Zbv+mF8r4u9YXUvlsVGvqU6prca7kVWCaVDMPoLfM0D3vUt9rW/JAsrQIgAOtXrI2
y38jKvMmn5rqqBx1kEmGvTPaj+7iDMch06sTclfQY5hZ8R2N4cXHvBr5BHT00r04k9f6muKkAXVH
K6aG3naPpcUhi1OHnTHXVmCro1uGTgUB7aRV5wOZUyVCLGgc+0LLTpbFipCrY5b5BuA9R4jzpj/1
KRujZLK+K+0w+RbAhD5Rh3458NYBcFlPA1WbivPiNQvxDZ1oT+jVVPyuWToeNIrpfMtYBtnvLM8+
NJR0QZMVbcTZvPxOTWP4wDL0P9Ny6QM317LAVVr12IDkMgCutH4tXZIGTcFa3y21AbLfZut3aFf5
pY4OODOYbcaTwZfRB/9OEswzsz9C7UH7RV0IpQe8mOsId7+aAkpiDZavJIn3aSQTOdZO+rMzE3cP
tHy9GfHoo28DWSdseDjL643SLIXZ8SE3Y8MENwOE8fJDYv+6ffdcH6i1DXnDj33dNADKxFoeei9Z
fffNic+LJAqCePCXyn3KrsENxibHiO1JeWwDBuzmX/x+dBKIRm6IdckXm2KypupSLF0Kx8HV457s
jECcxvVpxQguDEindUDzVKpNlhkv1h/Q6vgN5ORrih6avVTHpiHk5tACjXDoCqU2mNAbKJLajKn7
Ok4nI4Gs9Zur74n7bG0qSNACFiOu0Stwgj0U+jgivkPXX+tnzSMBiJY0X26vypUrLnhOhCAHGgzh
dsmIu5pCVqJpJiNeJiNcnNJn00ttPmj9F0L/3Da1tYEBiwRgFhhVVJSlt7ll6tip/ajFRv15Uj4N
p9uffy8WyOsPGRl4dshfw+EXQ724rQt9yjUtGbS4Lybfm/+l9XhCjSTI6KPn/tbbR1I/jWoaKK1z
4PzD1H1B+4df281hqWKtehm7l6r+ZSxQ5N1xerZW8r+/DATn61+2tL1rpB5GnpNP9eLPQDUO0e3R
b02uaBJF4yueW3AlrU0U9kRKMjY6Os3P6vxh+XT78+8xkjy5cBdwwGwbvZYy6EBVe1XHk4Y9b6iB
w1y/0otgAm8YORdFG+hzEdbKs+OCZi0Nh/FYcPeo5X8SMDSk7DurznpzVvbcsetB6wJ7BFlGlPWv
O2sce3HtFsFYpJIm8Omufvn1QV9/X7pyuTbkpCX4/lz/OxrOwdS7w1w8uN1wd8SwNiSvXp0YJh9h
yMDTBOJimi/+7QXcHArmCRA7wBOuQCOZqF+n6EGMTJN9ApPRa8f5w1h335vp7ro+PFj07YimTwPh
orxVgI5Pa5UmC4CJh3x8SA2/LncwtdcHCiaQlcJ4wFDpygWSzKoyU6uXBXXjE3yRgZ7z/u4JQ/4J
7SdCjwABtnwxpuic5Qa1FoCT7EBrjlR5sfSomu4Vr4HXsLIjvVpNYrOFUnuJNZCX/F721IKvj4iQ
LjFAiwSmIoAUpYglZwQoKKVB63gdLEWIboTb+2rv+1JhoZ7cDn5468S0PFgWKFQKc+dsvHcir68e
cemguCDo3wSOY321TV2mZ9QmSTxpS/qjpUkSla7zo0CX6rdygBIaNZiO7nhAbvyyV5aj6IHzPaJ/
SLLqYdDVYKiVP40FFa3Z/XzX8MEzAJQ8EBPIVyC3hItx/duIM0yF4bRFZM3905+y1XawH9KxFd+H
KhdyoSAkA7xMZsq0OhcuuWWWUWoyP1++a/Q5Hx8Hcw/8IR2odzv4C6MBFh7XvDTHZFz6JunyKipm
vJ30iTdu2N/Zs/0fI3CYoCCI+QLEfz1ZmWYko8qbMiqzh+TVme/rfnz/PAjsAWFBRzvCNskJZ7O1
tFqtFJGTfhmB5IdHe7h7tcFvDI8JNxsqjjISx+NczZWsqqK8Dqz+qz3H/9P3ZQQOL/O5TAZ8H+pl
3sG9E6Dwnwn678+X8RypRxNLnfF554OBgGovzSq5ku+fB5oR4TLicrQkS15OOxdpk1FeRIvdBy3v
Hwzjo0qjxsofVGXauRWke+fKmHTw3LGwShB8FNGsfXArhKCvt5di6+AJn9vFjhIRnfR9k5aTDVGu
Iuog3UlbvyfML7VwT9Jx49zh4RWiDngEhK7G+kgMaIwrnbnEkVjS0NCqj2ZjnZNJ3yFH2TYDZhcw
gAoRM2lpXIJzYZl5GWVGH1G99MdRP0Oc5nh70qQkuFgUBEUAVGPO0Dwkl25Sb2lLkfyOZogj615/
sCFoZWrP2fLRJuAoBJgwuVMr9j82hbgEnggMT86AE7PCntNYE2WflLI6NIzdf+gFwAq8kFgktHhK
O6F0CAjhGasjg39UkWGvdnbaxrEBdhgeNRwZHBo5I5ozz6C003lk6WEZx9PXZgr3UBIbuxlIEqQo
UC3A7eVJY6jNXitIkfDIK+bXgR8EF9rYKyAt3tNm2ziXsIS2Dexq/C1nQpxKM2uCDGM0lTzo8ee+
OOd9ud/J+sFbgrdRxnvMLZaogrsfzVkRzOE0703V1gCE3gAysNCguiKjUhXc8NaUNdEzRQatwJ/b
Z2Tr+3jPbYA+kAhB0mh94guNec5YNpggdLb1XXY0tJ0k9dZiX1qQntnOqbXGTQceLWnhp44eZlp6
UIafCNruH4oncjkQXhHcENKDm0Eeo5kns47SH3V29u4s1bwvNYD17yQv6N6Ro2ZHGVJ1tu06atnX
uQ50Z6/TcWspLg1Ip4KMlPeZAQNmedLUU3IfSkz8fpClgmMTJS2kPeREu9nXpWnXCo/avPnXaPvP
TK/ud3lQ0Yd7DPpYdGrK+Ga34Gh+hgxHZPQBd/xpj/96Yyutvi9tpVZT+6wr8P0xax+oMn4hSIHb
SX4u9HLn7dhYjJUpaTMZUzsnGlTLI8gnq8jsfrm9VzdewNXnhfmL5BDrF501Cg6FgzyE6yf8GT3y
t01sjgAIbUDqhBaRvN5K3pRZl3osMm2QY5iLHSjgrA5uG9lcEbC9gEoL2skIgtfjKJ1eYXbCsCIm
qFHa9ntrmse+K9H7cWeQLfYvWn/QG4Wr9p3bYG2qLWlFoHhbRbMJPt/uDNHCNCt3xrOxLlCwAPMY
HBO0S9vSGSxKr2j6nFURbf6U/HsyviT82+0pE5+4iB/fx3FpQpoySEMVsA8TPP9hG/lD4Z3cxAsm
71Dq6bHP9pBqm/Z0OAygbEOVTaa+ykowV+qo/ESDUvgdFNPNtvSVcgib4SPPfilk577f2HeoBiOx
g7sY2Wi5d3Y2Z8Wwhwwnx/IL3obO/BcuEApgSNwDOo2EtOylKok72kZWs8hKjqnyZ3Tuv8ZW35eu
GcJNio4WhpMDPgV9+kP3kF9bU2QCio/8gQAVeWIXXpz+viM661WFROgAbTBLey/J1i4G5hFEZzgt
oD6WUts5hQZI1S4koh56ix4U5VAb59u7eM+E5Dc0aVKpXjqRaAQnktuPkdbXH/N6j7dtywy8E/Dl
Ar+AfIAUKeTczlWH9VTEPV5xHLtTuZfQ2TMhHfms9/TJQ/0vKoaFn1zWtieqk+RAW0MN75+0y9FI
R79OCmJN9UwjrNsnZ8xe7OkBFD+3jWxcyaAmVqFlAppasJ+If7/YXPXgekszINJtqwMxzovtq02Q
/LxtZGsHXxqR1oVPiFBST6fRbHu/F6Wd/UQbT/fbgMuC6p9IzsDvWg9EnxatsjSIgOuWDyGbcq9C
szEGUWLSALxBCHKF79QmJ7Nz3eURoU8LiIN3cmUb+2r1eWlf2WoNIJRt4/MtfXCg66kdIMJ5/2W7
MiLtKM0uhwkFKB5V5dHF+dg55TtTJIM7kV4a64I4PLKrgDIfPZ23l3hjr4JiF8+FSGuoYD+Tljjp
OM0YfJS6GvKXqdX/KHmSf+poqj6YxrjsRGtiyqWnFz4ETgYotYTQjLSjWDsPk4HUZQQAg/a8dE4W
6HTw/HLunUBD9BMmNHe/F0au38n1Il59mEb7BDSRkV+RW4saBa1sXpLzSGnflKkLHRZ3yV4D29Zy
XRqRHq6pyYBU0AjiapAKMtAt7XhHe9+X5i9TlmZ0LQzCNkhoDTFt9pqXtw4NZkhIxwo0nFysycty
KMvUZUhA+fM/vPXpzsW1bcAR3p3gdZGDRMcAHKMcFhb1g/1kgSTc7RjouvayKJs7DdzF/9+MmMmL
S5gOgBWCNYBFCOv9YTgtth5MU+/P6Yup/ZNn/9w+R5sLIxIEIimP/6SFr+CHQfILoxrzLgB/r6+3
r7ctbA7owoK09Amz1LptVRZplXsGw1qg2R/blAeT88l0iZ/vcUhtrpNg9PNU9GLD01tPYJtaJFVt
ztB9Tc6OvvwL7kWUjBJl5wIVN8zVlXBhR/Jj8qlmHJ2mLHJ0NvsFKFkOWovwvpp6wx+cTonLZSx3
sCfbgxOdhrjygKyTrj0QgNdDamN3jJAJrU998pj2Oz7sngmxnhcbMK+ZxpUOJrxc8e3H9DPhf3VW
UYoEiBkdADhMaxPWZA9G1ygsIlZcDX88SH7zw+1dt7k6FyYkX4aXCxrbOGIJxpaAWlEODi7b/p3R
39pflAsAP0SjkNAxhD61NJoqsTWzaJIq6jMv0FnxnJQsBC1V6xeL+U0rrb1kxtYKwUlHzhBCXngA
pZ1nVIoKyUeninSmHfIsPxCW+S3dE/7eMyNdDROubC2DeFGk6L8JG32j/mXt5fO3lulyKNLlUC5s
rhs0K0WKNvmtzkOriPKh9qGzfEAp+fae2PIZLo1JV6uSLiVLCwzIw9qYzVdrHsJBZ8g47ByhrUsV
jJ+gN3NB7ezKuQ1VL9FfpqYs0ivrg2KkT0aW7ZjYWhzA5AEPEsCq6/R0as8khSADAjXmG/PHRfna
e8fb87U1jEsb0nw12qgkxmBVUTmFvPHTO8kZ3j2by+9LB8eabdQ8NHwfOQa/XdrQGwZ/txlra9VR
bBdAauQVrrrLBxB11eCXKCMNNHmK+bHpeGiUv9ge/8fmbAHghnBD6L7L10Cb5Dk4hmgZJQo0ZB6S
O4Ev/5ktNCzYosIm7s31pWmUYwtVFLuM1OXUFdzvM5AnFKfft9d867UGUQHKX6h6Ccb+tRUTNP2T
w5HBUJYqyPi5X74b9eOQDaEDfW2z3XM8ZUWu92FhG6PBQCh2oql9bZAZTgE0aMGiiVjLB0exloAo
0CxSJ005Ebc2z/YwfEnUmh24bs2H1LDJYRh71UeFrPe12p6D2TAaX88VFuS6xx4TtJ6Ht6dl67gB
iYfOXJFQuKKzdwYbCMbOw5VbfaU61NvsN73/i7f90oZ039o9VxVNVapI1SOl/thYCJv2ShGby3sx
Dmm2F2+u0tLDzdR6/NHRRzCJLV+YbjzWhIeAwde+iZj2f5s76RopNX0oRhdz17yVzktThkP9NxYE
Ugu86K6D/qr1HjIhse1oNYLBhZVBPTxkw89qHvy/GMaFEWkYUwkU+zwnLBoqHpgKOjutxm/J57+w
Au8ORU4PxRC5Cuwo2oDI3MYCsQ/ZuJwWHfElQprbVraeXThfAmGJlDVy/OsJI7w2+nF24OMNLFzy
zwk7lV7jz/XnrPh925SYFtlNvjQlOWJEx6m3keuPpunrOLwYO5/fOpi42gFuE+JBgOOsR+JUVuHQ
xGBI8xVPqasftTF9UDJ3Bza6OQoXVKjwVqEDIUO3nKRGQnFYcDZNjv40VfmkuO7P2zO1MRShQgV5
H4FkvkK4NSytEsVwaES7XwU51NqROjuzJZI60mKIcouD5BgAjbje17PlMaJAvEGhkc3/HZNzZ3sB
OAGCsXrIeRZq3sd63jmaG6/vyqIUTVCKGI1ibbD86Asxnmv0m5SoKIGtYWdPb00f2CyE+gv6ga4u
gSyHyHdOocfYgRkALRJNXvulu+N2bQ7HBJ5GuN5o8ZMOjlGW2eKgBSTS0zer5Cdqn0nbQZV5rwa3
ORpBgG6AUxLwALEhL6KwvkFei/XYDKbyDfBgX3Pfuvr7/RsOaQa0KoL1TXQArG2kus3TBf07UaX7
ixIa2Ud1/HPbxNZ8iThcNGgJaSbJhM2giOU2ZoFshhW4tPPRbROqFN7LvHN67I0jikYzZH6A3DGF
5sx6NArpIIPRN0XkmXn7qbb773WZVCywDADK/aRUPiVV8jEv8qMSkdQ8KoV1hPqrHiQZV87dopVv
jqbSg9cBu1pzYiNsXKq3Mpnz87jo9N8ClaOjt0BhjdqN8TgM6XxyF6U5WNxCsUrRuzNaW6cogW6d
34xoqKBQ6gixkYaoKcj4PIxKHjbqqP9m4Nf5YHMN8jtLa3i/VN6bU6BXbh8afa+Hy1KP/3YmwOAG
n8c/zaLmX9LSIr9SyJqcWZJrjxYrQWTUF8MJNDhfyFCBaTZd0nOu2MtJZZl57GwVyglKtiAoHRiI
lUx6Lmhe/emNKj8oNqn91LbpEa2fyukvlh3nEB04gJKCDW+9Fi0xaZFnHc5ifVIV/2VSfE52bGyu
t4tCFfL8SMTr0l3GlsIx6gI2St4eXtSqOdw7BhBfY+woFKIFA9t3PQbgNZTKbHECk5n9WSwNnO/F
tzHTnkp9rwXweiiuiuyrKLXiHTNc6ZK0GKQeB05h6pT0KLrtZKreGS7X1z6+b4DLF20P6KiQl4Mx
bakLDbWwEhVqv81aOC/1ggoiuImXsXtM2fRB14HZm6pTlsw+UFbPBV1OusHeVLJXebi+E8SvQfYe
KSxA3WRJBJVWjVoC5ByhuBJNOTmrA+Jxi7Vn19oj87/2d9e2JPfAmlhiWLlBo35pjkzrQnt5oEt3
5BCHa9xnsndtb64kEjOAaIDY9io/N/aNY8KPx0wPyZGn2tOg74Ffxb5eL6Z44ECQDVA/tr+M3QVg
pWo9Kgpo82cyBF3qV5TsvKWbw0CCCSdA0EzKdXKNNl7nItkYURXXUvqnBf7t9unatAC2I8HOjrmS
c1hDBvnYbjRItBw9+7HZg1Bv7TF0D2m4gqCZiGr5+vCmSqND3BtF5jLrPxaFd9AIgNS5Qz4DA7nj
G27aQiEKcHPoxeO6WNsa0RZBvTohUWIt44dlQHzaOBBNGJypCjOv5ju1KPG99QaAMi5yDAh2wGoL
LMPaHh3mxPNGgvOjn6gLQBwyZcf7VwcUECJbghjkCgFt97VNmMNgYkqdI6B3/NDryZ2U7Aj9MRD4
m0ApAnaHuHo9EFZoJs37CvXzSj+o5Ver/ukuRw2lodTe6065PjWw5QhWJzTaiDLR2lbbNXZndRlF
yrkcPttIOwYWgmGUuowkORGiOj+XJLN2bt7NpbqwKl0/HhwQDSwweAez6Sw8icA2ei1QXYPtnNhN
S5DaRhsZ+LSvktBpMVNQ96Y0stg/1QQOyjHW7fualcR6YbuBF9jEemELShtvnFxjbjIvj3KEWcsQ
epUemnuJ+42LYWVE/PuF45sKhA4hMFL+MN06JMhL3N7bGzOF+wDcHK4m4IayC6/OTAW5Qk0iPqKx
HLp0fC6e9bTfCXy2xuGgGCmYDi0IyUjuKLoX+jYvdIzjq95+UfLX26PY/DxImiEuAcgU9H3X0+Tq
QwfnGp9PFBrYZ53uSaXI6hnvq40GGoFaBdvalf8zzWW76OqUR0BJz09oUnqFfkJ5bOCHBnUNN96Z
2M9GsaxnexiHQ8W66tFlhf3EBwIRn78YLpRxgOQxBc+ctPUqZa7dcTLzaNKVcJiG52xMvtw2seEq
AMmBiqHI8l2Xceax0epZwcYrjK+2nYWFap6y9qkmXqhlOgiKdlZwax8iEAcuEd2mKFtLQ8q4XQyV
U5KIJE1cWs2LBzU/UKy+3R7WxuukIW8BXwqFiI1iUTLNfceNPAIrwTkd1O8ZSx68ZYry3vzntqnN
EaE1D/zhcGSvWBLdNq8slrt5BKy5owKo8HIvGcd/NuWFCel2qIXPr3Is0jBqLBR4wcAmxd7e3zxc
F1bEQC/uoGZqUjWtHVx09Px/pF1Zk9s6j/1FqiK161WWl16SbiW9JS+qTm4iidr35dfPYd9vJjbN
MceZSt26D10lGCQIgsDBgW58tq4Hx+AiOvo+37Oj7xf92GL+GL6PPvXAIPOjVcWKoESmAnYdWEGA
RtAoIbifzjLGCO9fuJ9yW7QBU8QgkusU7H9ItvAWKd7CeqpBbHTwr6aLNFh/0O073f3qpa9kvnOM
6yMRODnOo4Yo4Twfihwm6+c+S8Jx1TDwwtsahorES7ZUiKhRiIYq5zkdq8l6jz9Xw+Sp8vz0x+VD
ofq6sNe5t6R2nOLrXr+pyntguS5//6PPQggHsUJ/fr7wDsb4lCW3Ov7zaRNUhbfJOrrR2LKt8vnB
TrQFvaTzr2XsP8Xm/FzXqrSl7KIAMgkDCgAZpeiZEmwBPj/vl6GJwzjTH6zxse5/lNrwgklymd+n
+YYZ1r7s6dagbGfH9GtG/+K8Hv8CkZBhtghILEr8gs42H0kVPY+pd3N5mSW+DbBIlH845A8cE8I2
gu6jmcBKEIfEu5+1TwX6djzFmZKLwFxmipwf3DW3pCOvkLh24+SGHYepteuK29W41SKVsfCAUzAW
4LjxekA6AITVYmOmnVrZgFHHcQienvKb7oA4fF7oiE6CXrsHZ1q8Ny3kiion0jaTh/RU0pie74Bo
5yYzWlWKRaoxgsoPVB3Pep9qPNWV3pLZSsKePubFm9X8iitFwlZkZuc3BmYlINUN5m90r4i4sKog
IyLjMg3hb/9BTfFnEpubrP/VN8MOIMi7oWyfjUwf/KSPrpw48a9sHrPwhj5ci8LR7N2EZUbmJqE7
ppv5dVUOOZYu4JEAIQrU2mU1l8hJwnq9p9l9WqNqeHXzD9YP/WMOAA3WeeVjIFNESVcj0FwbjFuk
ftE8XT5aEg8JCZg4QiAAkoRAyM2Gsu+0MQ1jNkXogZ+JX+WFCjSjkiKcrh70omU9QQobdd8ExGRo
dEWQKokgoQioBZGUREVbfM96tYuWuLZIkexuMGUqXRD1s3Vs79Y1yQ5LTZcHj8R6YDgYDH15Dbn7
OTvXaK/nTz+82cWyfWOuzJtMBOtaM9zac3+bu+uTPo3P8WIqDEJqc0eiBJuLZsBRyw6igHGL/HFI
6s96tU4blzAVw5t0z1BuA8cbutXPAOmrVRkaKxH1O8O+/Jr1h+sXDVRXmMzkIIQBavTU/URpFtfe
sKbhYuxz0AW5xj3Nh03T2YogRrY7x4K4Vz7y7AZZQd/jQlCbP0eDead1X9Amgv4dFZpCtmCchwNJ
awdtxKJ7j2bWs7LSkjDK961+WBQIBennkTxBjgGw97MBQUucg+msxuc77/P0HDV/cQECvAuIBVLg
qBwIloXyUU0xGiAJB4uC8myN6+c5tqZ7u0Xv0eWtlwYtoKPCKB0cVeQBBKdTL3XH6llPwqXT+k1U
Aro3Z1n72Yn6ufYNRn0wvu1nUJgjRTWCfL+OMaqA2L+MaVANCZadKE43jvAJ/d9neTB0p40Wjdw4
tGf3juapn49RkOT7yypLjRCMUiCW4hkcMUxLirpM1rFMQlL1P11W7ZfV+5U1KH31nSL3IVXIBa4T
M6jBgizSn1YEak4uS0KaeZjR2yz1w4DhkbdTM6nYbWQ+l2d5cb/D8SLxfnq0FpAzNkuKfUzsYX7o
cqBYrObR6uwF9M5U/9TGjRkYbbMomLCkBoTeakzdRIGWV4lOBXtaaoMJfU6AWyof68QLcvRj9fni
L3Ud9CgI5s6Yb5wOE4civQ8m1B+ixbgeSQsCEhPDE5EzI8hnCbE3Syq3Xuu8wJO7Rnk98eNvjYoA
U2Y4RzLEnrA6ap1IdyFjHvbVNIJ1v/bt5caYru9YhzKINjiCDnQVYmVDRzMYzUDHFZLs4GBEdvH1
+hOAJm8gTsDJCxS/gAxHkhdt3jYrwjwZ913zhgKlT/sXvf+LG5I3GIK8FWPGMDXi1DRiPdOWMVqK
0EhWP0IRFuhmDfCa67XhQ7PxXsDTGLx6p1IsIy5BhDIWYbvsVn2Tujc9UK0qWiTZ5h9LEcImjLBv
S8OYinBqF7+12iCf3xkYNkvtn79QB9kKoGY57a34+hmJWZZFTPKQGYHTbnrPj6r3pZ8VqyZzTchZ
8JccclRniYsIWITWbsBzNNBh8L22+FwZ/ffByhTvDpkcyAChAFKoeDgJfomlM+Z5OAOwFRjc5VdG
3PiGV+3Xonu+vG5SR3QsSbA2ABfG1gOHaUiNZlfOGfhN3fsJcxMwIuAmTe3AjglGBLhfV9vy6zx9
xpQ1xcGSxQU8wYijhYLhGfdi3LGOavkKwiK3/44m/8cqUWGRPzK8YoSLkgNIeAGOAnBNCNZobc3l
kpZF6DXWk9msQbamwdRAvaza4LIBchzkqs403xsA5GSzd1tU7AaNYcHl9ZZuLKJ7FEWB4T/PdrBV
Lzx0yIeV3vRBpzXBOrhJ0AGN+xeCLBTtObINMYrgrbIiS9NhgLea5ow9lVYa79CcGxd+NLiRQpZw
yuGmgD1AeQwQOmTAwWt16ksG0IxH6VDZ4TROn+0+3nct7pLOyze6HisMVljAM1n6qSzA3HovzyFr
0F6RzPOn+K7przPIDxkoKnLeFj44UwxAMm+azCiNrLBxRt/rATtSLJhMCQ+vEtQSEbGiaHCqRJmw
Il/BrBom5uwT8JnW0bQFTeRlExDO1b9qAJllkg8eMDHG0LR5WTOAX0KvTTYETZSqxJlUDc4/Y1O0
yp7diDYzu8jqV6gx5NtuJEHGuqdByXEl5ij/o8gfOYJ9OfroYrgwQRuOG23QmoO7HfnA5uuQgoxh
O47DZiEAphRvhvty9RI6vGMTTgnx9VnjpkdZYgFSS8ImBke479Hd5e9LVvDk+3wLj552SdzPdjPj
+9qwMbzAzDbp62UJkrN5IoH/giMJDjCNaQwsF27gHXW/pRjJ/JPR6152fIPAmAeif95jCl8gbNAI
8kaC8IuEjvOQAwf4F6uEbgKEdLwlC6iwUx202G6SwRhJ6BkNANpbFrk+U00mEp4C/+pwJESIhaMJ
bWsExHxhupagyv6RL9XGsR9ps2PpoWsU2yLb+COVxGCybZ2RkmrGtqTNg1Pa7+7U3Lptsr28+zxO
OLr2RKVE3sSlBTxnWqDUOt4Z0T7tvpD0k+4lmJ2pivOlojglFZJIHMgi2MCqazQ2+oyEdvZ7KV5x
zwXTPO7T+EtZ54fLasmMmqfI+Dh2C1bH/35k1GNidd2SlCQEyCUoyXvECXhx49D3v5EDXl1MDEMz
i5hScAq3rIndkzCP99RJNxXbJuZXg/1zWYzUGDh973/ECKa3mIs+6H1HwiFONoWWdn5paf5EY4U6
Mjl80CTq8ci/uCIqGCeX2XGTUgRaByQS69X3nq7X5FgC/wVHG2NFkUnB5E/D3sGE2fLQRUG9KLSQ
XGvgiPujhbD5ZemtZbFCRmaitBAUKnpO6SohDQbcNGYdIK98qkOMFNJMo5yGq/lu5veIYrxRYb9S
FcCRwblowTIvTl8p4qnyxqSkYZ2P/nhwEXpe3geVAMGiQA2XWUXf0XCyXodd3ymg3zpfA9GvmH8U
+Pj70T6bud02+tBgn7vyrjGo3w/gHzac6c1pxoPtNht7LffR3L8WgxMwLQkQDm0JKhi1nW0zs0/9
rPQ2CZuDxACOpkuDPKsVeSTpIoAMHDBBVMvP+iiXaU1bq/ZoOCZbNw4wJfwvFvnP90UfHpdrs0SZ
TcOU7ll6o8ycSH8/UkMYbo4MI+aUCIaoGXk8Rjp+v/3s9k/Pl3+9zIfiscWjXM5QLQKZ7BUciG0Z
6/xSvVlnb7PY+2FKttM0BpclyW5WE71IqDIDs4uk3qke+gA4QdwReOuF3ThesQW9ys1iupuJamAm
mJt3oPsUeyPV7kimcBtZBeAkSwaZBrV9zbtZyzvdaHyn/XVZN6mzOJKjn+rGIrtY8mYl4VK+aOSz
ZX2PY1W7lUoX4bUw0q6HoUEGuOc/ofHq00AxEqfGxJVINR1YfCd/BAzHe8Vt8uhgF9ngRMu4kBDQ
raC0Hqrs3mm2qe0F7lJv16oGuLINyvatml9qgrhI8fSS6WohCwCAHVLa6IA+ld+TckWfhIH1tAA8
ePAyn7j+qAL/yywSFSEEK0j64n+CFLPqLMykgZZT8ilj6On9pI1PXfKEfNWWdIpQT+xR/VjTY2nC
OWaNEc3zBGmgiLm1Vm+bLt4D+CI3iGG2lNQ3jTUeqrQO3LYFuHP9Ps950DfxgaARdSjWb3HrbvpG
1fYo1rbF3yU68aWO+8Tge+2AYsfzfhnRTeaA43/wSX5IAAkklG2VsF3pDv9ZezFOTFw9TaMGJ1M3
l6BOzBd70oI67bYxU1EQqEQJh7PHuFcbjQgk7JddOT3WU1A1B0NTuBrpZXi0v7pwPqdyWRvDxfME
YMpPjM67yM79uqjuaRuBeIX6IBXBKIPli1Xmuz4vH7vZvl2abNexYsfi9tBi0DdLssAAUSljc7tp
ivhw2U/J3tDoygbuFsRTvFDO1+roYE9p7XXM4yaf31bVwbG1HTVvhvZ+aZlfFtF90iD2LBt/Rnr2
smzZPXYsmr8cjkSjQp/aMH8Stt02u2Xa9vLnpYcZ/eZIAKDfCknz08/bmNak4TkAl5X/9hCkF8Xg
pwzzvPrvxvyeJKrJcBJ56BLDlcRHtqPBTljJLBu9TvMYHorgaqt25Hc97xdjZ9GnWDVCk3sGIczC
Ywp8pgCBECgn+Kkkz4hnJwVWzl5+t+7qM7v1Szf94kYk9fUR8L+U7WZNRWAtudUgF+rhXc/BCOKS
1lPSRkVCwjHe28iNJhvjSoJk7nxORAhnE8mk0RpMqKZN5YY2r5hLeb3ZnUgQjmVKxhZ8Ctgnx158
j2R+VamauiWWfSJCuC3zUgOB+AIRUfa1627Tq2fA8kUC1htWjQPkiJzYehzHecFyvKmZHozrFhPx
gsuHR7bTyEIjUYzmZM6ee3p4+tFKhswz1rBszO/ZlAfaSH6VyvmcUjEUz3XeRAHSGWEvWJuwvsic
NdS8W8/eN+h/XydVylvi7tFg/0eIsBtaCS8MMscVWK3a1yoQraf+TO+zdPsXa3YkR1izvJxK5mUm
lDG3Sbfxij2IdC6LkCRTkHxGSRaks4RPvTrdlhlJ6ao3vTWM6c0y3yLkGl8m67qGjI8jCC/GaQ75
uDaxyJS0vZ04I1kxO2Dftvu23IPV+LIesngSHem8lQ1FUxuEmqeKMGJ0uI6WJWS6fohI7KfZ8DBg
Vt/InO1YZV/RArEvuuF3b3R3DjM3Y1tsekO1ZZKDip8BaCTyUhTZKWE9iTdqrtkYS2hvWJ5tzLXa
XFZUYnsnAgTbS6g5YmCvs4QmJvjm29r80eXEL1pFXVCmB0ARICxA/ZHPGDhdzgjMZyOqE0u4ojcX
A0qCy1rIogQgR/HmNIHyRFlQeKphjFSP0QLaglBm3OQOOzRGsamcu8zQdm3v+Av9bEc5KrmPxPl5
WbZsBYEsQasL+hJxrwpbNER6hqQFMULgp3r3p1MnmJe0Mx4vS5EcLNS8UXMBITFKViKmcsTc0rXJ
qBGy/L7o26BdUr+bf5eVt0El6bIsqUYAjuJ5CEwfTvHpZul5oRsL8LKhOz2s0buNVkKK2ZBM1W4p
k4PSNwYaoB9SkidodTPJ8xlyWLc1rVtUjI3Bx6hyhY3LjO9Izhk13qIDlFJNZji5nx3QI6Aj+PKC
qQQIYQcS8JiOaEAAyW6n+EuuoloTi93c48GycNHxcg6I+oVINJ3AidJUxET1NSf7zhpav6ZD6qMK
WNwbMfJE0do1+8au3vVuoj6ejvUGzOKm7yWjCnvEz6oQ3HEcJI4xp2hASvbUPAoLvCOJNllh1d83
+qEp72mvyIDJReDO5YVMtGPyBT+KvIe+j1GJra3Q7ur33IzvXa86tJ61/Yt9A8ryv8UIXmnK4mTt
CcSkZrel7hSgg/D/J4EfgSNFitTtU1BNWmHOnubtrH+9/HlJSA9abxdtfSj2nT+OUromaVlTM7T7
wIruzBRByo5ldy7ZKIfpSffkSJZgg0s346rAJRWWgw7ex41bB4OjShlJT9KREMG2hqFdAKrgQvrN
L3IlHeu/xwh0haBABwX/WeBgMxT8xjSBw8FeG5V2rzvLzeUdkfq0IxGCAs6kk1JrUpxUYNTuwNvR
bWzNG/yu1Gq/Nst5d708YLrQDomWbxvQ+1MDw7TGzh5ICXm9GbggqjfMYZOVQ9BdP/kbC0Z5bzmK
mcDeCU7OWepZwwQtE1jrQ80Oh8t6yDYeVxtuAjxM6NmQuMyw86KgMVxo7mvvxZXz0T52/vjzwjks
q8FeUr4to7m1sk3f3rumAhopefMiWPyjgXA+3LiIprGABnG5x7TsCk3wxqHUtu6PuvLnKxGQZwoJ
dqZZYP2tW0gzahcZ8M8TpRjrub+8KfwjoqfndNMOL1eeTyYAINrsS4OZaAj8OmqZX2igQ7R+6MZL
7T5mcAOXxcnODi/HU15OPCfhq5jbeqSGLQNhiAHcL/aoBenE/FlVMudbca7XH0HC4kXodMobHYIA
Wm1vOzY/gMNU87MkfymQzQjcxlDFOlL7RoMtSKgo/yec08rrpjqbMxOEUI9usk1VLHry73OIJ5If
GN0knM4qmxEYW6sZWsm+zn1PxfAh8/6AqMMDAP173i2I4nmDaTW1HhrTbih3KElkqklgsu0/FiGc
0TyZpjzPISIZN9YazPptlWAqusLIZAsF2me0qKNnBR1twp0/rLHb2hgfFWZ90/opNdaN1zcqoJTM
wtBgYYFnCnEb3m+nbpmktYGJOKkeutTYpqt94+VeYCwa3ohJuzOcZnP56Ei14k3ieMwhvSdiiKco
1uyKoihmFZvkdVS9r6RbA3QyTiWmC6AYdqqO3rbeutBMD9ESF704xWxgUBtafnxrMbUNUO/WX1wH
eOIje8g7A4BcPRU4rVpFTXTbopZ979SfLdVxlJozB2aBpAmTPy2+nkdxWUu8uuwLooc5LYImeYyS
X5SpfLR01YAtxCMKPZRn/EOtM+haOdlYtdryyWoHRkR2ZvZgqBoPZIKQ8kSKHHBUgvDoVJtutL3F
TbH7w0hz8Hdlz/qkd76O7grfyGivMDaZcR+LEzanR4M0KwYuzvqWuM95sYvyXTk+G97bZauW7RKe
oZiuB3QmokLBqVE8AjLD01BIHt6c6Xu0gt1OAVqXL90fEfrp0jU6Bt6uI0Q47U3qbev1xuxuaLq/
rIgsNjhWRHAHtOxcBhJmPcQ47XXexXdJ7U/OPsWQ099RFPyFMBg1mHJQHUf69VSlugYlm6HhsBZN
v9wQO7e+MtI5eCAU9MaaPdRKmmayA+Q1GfGjaHYUP0C6pmjGQuSAgugZz3njulmUuIUe0nj41LTZ
j7mLUJ9B1s4fI5UxSm3kSBj/MUcnGX0ujrVoOTxfu23/KdmhUsWO/PSI0QKyjDYv0vD2L8HcCytf
K4/71tH6kqaf7UrxZJBr8Of7ggZ5phdo12V6iLQWyMD/acvD8hf4JoTtf2QINlEsbO28ETK6aJ03
s7W+wvJ1P63G18vGp1JGCK3GIR4YtXGeAMLZI03rm9oYpJrCwlRbws/b0aY3yczm2oQU+PfUbzvn
EJWuIgchtWIDTDNIgHlo/ROXbFyMenQdCsMK4k8a2bSf5kGhh3S1jmQIq+VEba1pnsWRMt+TedfT
wzD+/osNsdDoCbox/BNLYrlXxhmtsFR6fltG3yoz9dHbrAiqpHocCRG8aN3rOe2NCHpYD6T1fDZv
zdRWXDvSTT8SIjhRNjRpYVgQomuPDrLV12cHwM2H8X9I5iKpdTZkNerIyObJQiK3Qqb4fSKqoONc
AbRHgfoLXRy4y9A+d2q1K9FR1teQw53v1tr2y/7KTjI8CuFyAY0CJxviNDD2ngqI6DK3GsaNhxYj
W3fONhjce9mazg8F6rkYhomedfQlow/kVEIzYzxCPyMRadRLfB9P9BmNbcBe5dUXr00VQSA/YaeO
FylPlMc/+PJ0Q8QnxNGU2dlQmCE6TtbsW7vCkWxI/N0wFMdQtjE4yXg88bbNMxaxrl1A79X2Zhh9
AsIhKhUOXv55gDLBj2/g5SEY7tzr3WgxvM1IdjcWfqoaNSP9Pi+7IUGD3ReHv7flGFnoyzTDbtmA
GLXXw8ubfn66sS4o6aGwgnZu9BGebnri5LPLvMQKGwdVqENqAwOpcCASFSi6fcDNjGQmsE2C5VpV
79UNRv+FtJjpU51603dtTkyFQX08uwSLQnSsY3gEOlj4NKNTTbwSaMu+X2iozR6gn5hUSoz3GbQE
Y/TSYGCJOxf7Nr3t5odlRaW3/icfFAdIpiiAkbxehDaaMxpLOmp1bJkaCXeRSfZVqu8v75XkgKIn
9n++LxbC1mqNB6IDZLzQZRd33XYuE19vtW0UKapEMk2QqwMDLWYzuMgunK6lVa8YZYN5c6HZLdvP
QzNvL2si+T5atvF1VBrQCmYJdwo1S1alU2aEmvttDAcVYE/6eRx6mDSK62cg1cEhBUWfvBG6wPZO
L+b1ERdKtn++f1Z0ivPSsVvXAFTv91LdA6Hne7Nis2U64ELRORCCZ82ELWitMkWbz2SEGc5k+r0z
VS/Y85OPUiPKz0B7w6/g+J/uMelno+9rNoZavisAREn9NA6u3WaI4J1+GCvIOUuFMCtOonyszWRC
heQ5Stim6xUB0PmJgACsEEjuABfBAPhTHZzBQrMahlGHRl7tcEltmgr9i7vcVZwHlRz+96OYtAZu
nWYz5MQI41vwihv1LrIOhbKtTLopaIIAKAC5vrOx3T3Vi3yuwK4Napeg7cnPcXB8w05+Xt4YlRhu
fEf66MhWLhajI0ox5s7AIMa8rn64Rv5+WYxs2UDKj+I5mhYknLsl3v5rPQwh49NdU4CdCp9ZS9C1
18O58RREcIRwHu4KZ/5UITT89XbvGH1o2fvSehy9gx33vps9TfH7wt4uqyVbPaBH8FpE5vycHbez
+gzJQa0Pm/WQOGGeHYxOcZVIRSBfzhMLnAhBOP3o/tPzocmGMGGmX5MvvEjvqnhJ5UJAFgPeZXQ5
i8OQOzBnZ+CZ6kMklsw5MKlvuQoPIBPBqYMQeuOJigzW6b6QRAMtsgl7zuunHqWykjyYquKVzMr4
iBQ8gECRf5YfZe1Ac5AjTPDG2a1Tm5+9ytrVYxvUlquI9rgZncYYiCAdtMA7PF9wlitNM6dGaiaf
Q3cdfKe4mdItiAwCY3pirSqZLVu6Y1nC+zECX/UEnOUcmtOz676gydhv0qfLlixfOm5kSPwCNsp/
w5EfaJNMn6MGSxfP32m6m9ltvYL1SBEAqqTwvx9JAfNNSVkPKaY272k8frTXOPpn0imANNxtnW0P
7MwA4xziFvFZP8WDl7RGN4OYsPFX5KXyRXErSzflSIKwKdZcexnz2jlsjZ8zxjIx4ORVuAJJJIuB
H4iMwArLj6UtrFcZ9a2bLyWEzK/J8lLot2tmb00vB3Cb+UPx1hdvcVVuNP221e/boVEoKUFc4Qdw
7ARe5IjbxYKTG4PlbcQoJcCe6rfRMW5ZCY7DunlYXWNrYNTJ0hh3Fs8w2kCWr3b77bJZ/i8/ANQp
YPlEM5qYHK7R1z1OOizGbb+U+m86YkB7sWu0GzK8umw71Iee3pvG1VkhrvYfqUJUWi790hU2pC5W
7TcIjJpgSX/EKgZt2XE4FiP49oblg8UWewob980uv9XVrga0yNldXkPZWTiWwv9+dOj0pbISwqV4
DvOTOvUTRb+dzBdi0gGYpkCwAIQ7//uRgBaDDmO2TDCSltUbMndBvOZ7zXO3KYm/aU78elkhfrTE
ww1s0sc9gjYc0VcZ8FNLEq1TGDWZrzc3tKj8Yb6hkx5wqui82l6WJ11ADGGiNuqiKL0I1uAVBnON
OJ7D+o1Fz6atCMH4zXemztHnBSvIUxAQjRU+T+rHckgCJw4SlMZRUvL71i+8MSCaAlt7bni8ewkP
LlBfgxdDfHUZbZIifYtJaWb17E2gDGTbNDY2dfpy7crxdAgm/SBPZaLQJ5ge+KvKYTRpGVYgVYo3
Hv67LODc9PBx1MJQykVkccbtsSZ6ObN1KcNk59Gt/dtbUA/bqtjFzn09l/LRbwu2SKQvTg0cnY7J
mo6QkrWJ7xtN4quq4ucmdiJBfNBX2ZhbLpdA3V0eIzRWrJP0+6APQDoEZUqQ2Z5qkHRGN9ToTEYU
+aXYGLEidyTdBtyzoCij6E0Wc0drgeEQiTHh8w4YeVPqZ+M3TQuoF1R4I13ectlmgJYMr0ggZAEk
4n8/8jbzBJpsK8kwWHP66uA1UW6Bw7ks4tzBgNkIZRQgmVGWRhf0qYh2tJwsGSeMqU6zgA633fpm
AbSPVqFtWu40Uik8tGz5juSJWQRmD3M95x3mveujT8H4XVnpV7PwqE/q4hCXhSqwkK0h+umRjONe
4IyVtLeZZ5UmKUNG0lcdk0Q8ZKmXXMVrJLM6ngHjCFKXD+g5XUeTlS6G8mCOawXSihtQIij2SaoG
3hOIwlEJJeKbQhuXwi0mDJXEWDiAYZxftGSlP0eTqllHEoghm8iJmSjA3+C65Tt4ZHTGrMMFJAyT
C9vc7+sbrbkp18Un9rw1tINt33TF0zpQ/AgM3Zgf8nJ72SJlFnIsX4w2TbAllSvk21n93pqY0xSx
3gf0YRe35aNZegokv2xlUVkG2h1VeUrFLjKdRcztlrgLk3xTOi2CrOXQMIXZy8zjWIiwqOuQYYrE
DCElCbTGj75cXjPJ52ETFPA1TmOIvPbpnnWLMaAQDTJry09RqVL5Ienn8XGdJ7XIWTkh8fJ2jcql
BpYx9rvxtVKEvtLv87YnlBIAMfKEw9NqEZtZi+9H9UuxJ+z58upIdhhpUVz/GO4Dwz7r1YioEw8F
q0NvSHY2abeZ/TCqHJtMB1wIwLMjd4HYSQxtprprkCyrMZPuvR9Tv58VgYxKAP/70bkkY2eNiJ7q
ULdfG/O3R79eXiVJoMRvtP9RgK/i0fdZNyaT1U91uBSgA7b2cxR41h2p3y6LkRxvwAWBUkKfG/Kv
YkNVNRVjBaaqKixIi66w1mx8HWSmKC++RqP7psW94mxIdx9MtICRWXBp4g2HfhBM6XNpFYIQHe2H
M0o9TezcgcjxyuEmqFYiY42nKxCfYMFGb8vpCi5V3bBy1huM5AiWp3JSXAEyAwDVB9CKro2Ei5j3
9aIsL1wbpySuaX2LuS7zl2pIrm8HRSH0SAo3kyMzKBNQXrqYYhdiOOptNpmf6kGFD5EoAlw9SiGI
YoHzJoIzNO2IJmOs9yH5Pne3c3l1QgS1g6PPC9uwNnAwSYrPD3aQPK5kf9mApb8elRDwVXAcpFj0
xigNpHUafD7+bg7fDE3VpC2xV9zhCMXQpweknegMWe1qTbLkQ0gATiao2edV4KjwWzIl0N0FCi+4
RFTAhbK3kxJtbKZiCAur3mTbKFWRUEm8Ceq3yOUjs8Bz08ImVFWKiW1W1IeLfTfXt+l8twClbgaX
90K2VsDdIJuL+XN8Vs2psXp918RMw1ota+HH5a9O/6UD1n1ZiGytjoS4gmcfAWip7BFr1VlvzWYo
FZefRAf0H+DJzSnnseNc/NGBm9F71A6EdqGG+WX6pl0VDxbV9/nfj75Pa+IWlYXv1/2t5j1Nxmat
FS5W4tPxqAfrNRByNobAC9ugJ4jfZ0yFDTvscEuXwNTfuvLLXH6Jh9erN8PjE5CAPkWz7Fm2k3Qt
HeaybsM36oX5olir860G2AAz7ICVAS7gLAU3dJ7V6ykxQ0Cau0PUK0JNyec5yzRCTcQ6HG8ibMWq
W3VSzgY8eOy3oHuwt9euDvLZnIYNI0HwyhIrKAPRnBm1JgBM4l+3Y/LP9V/nTTmAsKDKjCLz6c/P
x6anlI1WuHzKu89RrQhAJKvDcUroO8VTF28owVBNI3emBhDj0Mv1nVGuL6AwUlSYzr0SpjngtYup
KdDjrJTBSgzYMUsK1GDrJ9am9QIM07IGRaR2fuJ41y4qv8AnAmYiNjcumJhLimGiodvH29zeMofs
Svt6ThVIwQXKWaPgnkTcf2M2sxtpjQ4Qy4RBLzfasq2XkJiKjKdsycB68MFODnpyEfhfxbazePGq
hxUtD8TCS3CN88/IsaKp2r2+OxyZVZPT4uElhueAcGu4bpzkWtRpoeOX7WsSvVw2YMnGfBDM81wA
JgZ+ZOCPXCG6Tt2GNrUbpmP/PGCQaNkaoBLVni+LkRjyiRj99JykuWUuhdO4YaFjXPPqj7NiTyQC
bFRJkAPk7ORnxb/B7r00pziIZvtTf9Izxe/nq3yapcUJAagPNJ8Y6Ip21dPfHxlMt8tKt8Ii/xlj
xu4bqe5nfUfWXTr/vnqpsN+cigI83qBHFUShm7BLswb8u82WxLfsygFt+PEoj/MxLrxFEhl7IcxZ
LTC3j0Sz+WR0hvqJKlsq24jj79PTlXJTwhZCUyekX9so891Y1ZosOX0Ia5C8AoYMqBhDWB8Q3Hil
U8U0LMEMNYFJI0uY39TFRlMxeUpUAXgLMS2x0XYBWOepKizTim6pGxJ2t2x8jBZFmUn1eWGlRr1h
qZaBWTPzncjHQPSr7ejk1wtHDnMRMYt6xudTK8D4mvR6Kkr0CiGWRaMeB9+IRdaGDdbKYrZi8vaX
wX40s+8zu9454ermnXQ4dPC3wlYvWj02WtUCcsxcv0NDlbPcmrNiG/hHhKONKBPxBy5wwKDESC0x
SbbaOQNdpB772RzOneE749PlzZAKAccI7j+ARc4ms9aGO2isjUhYFw+r9Ssay42lgh3KZXhAHPJR
ogDVnZrrwDqkCC3AAm39Ns5631ofJl01bFhy+nieAiEVSiE4GMKWzAWmQUcZWIVI+bvS76PkJtKA
uHq+vFySo3Eihf+Ko1uJLA6mCjUJWOmsXxV5zKLd5e9L3LkHTI2LeBlykOQ//X6SM4DDc3D0WuyL
yV607sYrboxl9Xur8UtV/5FMG9ABIwHCQY5nZfQpzjwnG8CUFI3W1pm812VQGbGkUs6nZgPYDhYj
TtsqBKLRiPJuU7Qk1Mnyo5307VBYCbAP9SFHETuxmoM7m1u7src6utNa3GaKJ6HE+tDEAHwfYOOI
J0WsQDOBakrjrECt9mwtn4zkJh9vLu+abB1RTUC6H41ifO9Od61Po1oDKegKxinn3hj7z5E3Kt5S
MvMGCJrnkxBJnsGsaUTtuM25iOaHXoD73iv9CXSPfwFWsqEIiolIjiDyFr1Oj12w6maC8yfV6tel
Y/pkmQM7NdJNXc8vl1dOtjkozfNnCvICYAY5XTk3LfHKaGzcZFW6sUYkUNKvUZoEl6Wcv3k5ldIf
KcKN41apZrXg4g8LzfpUVIPflwOkvWtpv7eJwkWcq/QRegP1ibk34IjixnLkIvq2jdt0TtaQDTUq
5XRDzWKra2+XVZJKwSgkwFYxM/4Msx4lNopYOaiTaKTFIFpZH9epBGlrFStuIQnhJfT5I+msBkzS
pUa3HiRR3S+Kr5Hz6hW/rfSpA+EDGdDPl/wf0hTn9o42DwMgaLh0zq3E9T9axSHTiJmDJg7Mi6DM
2YJeE6ymq6r+LFtF3rvAXS3eGOIjP9LtGb1vM05V2gKLhWk77aPHfl7eqnPvAFWOhAjewRqarm6L
BcxnA7ld2+neMjqFgUv14JcrEjqATYhOFjwFw2p31hI63r5YH7Tlvzj7suY4eWjbX0QVM+IV6MF2
e+q24+GFShyHQRIIEEjo199FTt1z4naXu/zl1RXUmrX3XsPtOG2+3QvUAmywbxYBE9TrP06IoWBZ
wXOm3d+S3k8QiJw5pk+MEgQskGfGtlmii6NRgjok8MZx2e6DvEkIzMy/z09CURlmb0h0Iv8YHdMv
3D6oOaLgZj+ybG7W5eP3x+efzx9naWne4TSN8PnSfSzMOiwf/sP3QW6GIPRyCxyj4SvdV05NHL43
UiUuarrtGQj5qQlABPaXv4V0WnR0UbsFZ/1ccL6nyZA/t+2342AAPKCbFyP3iITdcVHc2I2IiLa7
PaQvUvDDbcjEfD1Cn99OaCFCPh4pI8Tax7dw42tHOq3T7YMxLeFnGl/BUdDmu6YGDPZMcurzYAHU
j4XqgliPiPi48M7tqBoKFYs9xDiz3MQpzsKve3OuhaW3/xyAmjAULzRaYGOTqsqG79KZHf35iF2o
G8jcAByHp5G7/IJ/Woh5FNAWmif7jsK3CUir7TBeynPaHSf6AelKbF0H3EYkz4/2tZW3BvaKFd/P
+Z2u0+b7yxaCGqhMQYcIDDo08rEXAhyRKGY528uyy/LAS6S1/XomToyTC+laHKwwUVnkuj624ASQ
0JhlyPajvxbWddhfQkKQnRPRONHKgmgIoKKyoIfio37kocMYUVOzhxRM//5O47dvmtchwYKrFKIj
CFoXH9HjBEs4irazhcZMeJeC/CyrBzC/QUQ7M1wntuESFS/ItL+ShEfLigIdpQOJg9AK6K5WQWYp
P+tkvNY2qLlJNzx/PT0nFtiH9o4GjpVdPkELutlP5bwKfbmyz8HDly98DMSB68I+Qb4FuSlwET8u
gMmujaY6avZ5tyYwrPZJ0vlnNuOpXiz0zMhBihC0s6MnatE6ZdPkTrsf51fXfTfn6L+n+gC8Rozd
DrlXROIf++CwCMZ4xG320cGT8OC7qtiZeszJFnCSIP+Fiw76Mx9bYLUyevA7XIBghJCqSuOgTUz9
/Qof6q0Rqm8BCq/IFB4NFHSfBeGSNvsufueH8Rx15uQ8oJ6BRzW2I074j73o2RShKG1jrmNcIYqt
WM3OnOwnXtToAgjSWFVLnHWcqrDdziJD7TR7YluJM24DkmeFeK/resWtOSmRrlfCToQWZzJvp6Zo
ITVie54StiGsbPrBBHwvzLsXPzrdD3f+8/VuXI7z470CZ2e8I0BzQmH/6LD0y2osuMIzJeRx6rTe
a1TQjQma36Rzk7j4vgDHItII5Rl7sSvBy+jjdPkSL9JhyPl+Av3Qg9aZ1cHkLP4P47bwd/56gsEo
9ShKbetyYnOHVrppR6LNpDP3HKH11PEP0XIwcwGrwro4akIXzKqjDsf/yK9Qil9VHU8GdTOoc2iC
ExOEwB43AbyMcB/7RyOmXL8BPG0u95Lr56lxMjxyEhs2baGcVlpFT2fWw4kNhdAbS27Jv8BK8ujg
qUQXUd9V/Z4TkcCUt7Whsurd8fZdB8jCTzeh/yKbHYU/cncYYVqBnGdmR3eFfdE075S+xfMV57/d
cBOptQtR7/F6RiXImS89f+vAI4BxBhT3Zc2tVW/tPVRrHWiD6nxj5rs+WnMo9/fPPbxzjF+mqvld
5NuaQ6EAKATu2aveb9KBPg3tutRuyiUBzkkmlYG1bz+lY/sAJqUA9pWQ10pOMEhtE386yGZR2NvU
7W9lnvuQp1V72fNLqZvEdNvceKCDhLuifZnYORzFpwl0F+olUlrIPIN/d6zcX3AylSa3u4PStxBm
TGZn3fcrv9zYxbdjMjSAzRwvghQLXuDo4vO0UGPfj+LgcZ5uRHFOG/dUV/BuWxK2yGB8YseGszW7
JZH4vpO07pzpps+Gt6H7Wba/vl6Gn1bhMlQ23qDhcv6hUx/PCUZr6enG7w9havSKl+uvP//pzYMn
KHz2MC3ApC5Z7o+fDxp3dkwfTofA+0ObQ6U3dr9R1j4PoLThn9lSJ/qCyr7nQ80vQkXxOKE5cJpP
Piv7Q+/9KVZec+YEP/V5ZDFR3kfKNEZK4WNfljQSoaHbH8AbfJPnjtJzX1+WxD9Bhxh5OEaV1x86
/jMNvTNB5qcLDqrA//72o9vbr2Ux+QS//bWe99arGn98Pc+nfj1iPhxkPsQHPhUZrEGxCTnT7sAa
HFpDOjr+t1fSwqjD+wYxPvIVx+nXFsoGllNhcsv4Wms8CMKd8n970dVsttZw7jG1zOWH23oxD0a1
AeQLhE9hdLRuLV9birR1f1BlmDhcwstkHUSP+Tliz+dxQztAcaAmB4OMT04GKLvG7VSM/cGpVm21
Ut9NXSzd+OfzS/P/LCpt22xoGD4/DrtKPLJva8Es3w9B2wSDG0rvx5kF4cd1WeT4vi1Jptvitut4
6jgcvkNNSj3y8PUq+7yKUT8mqIAvDrE46Y9mhcWDjAqj1QEQm8RR70UEu58z0nMnZmTRZ8OjJsbT
CXCwj0OmTEGp5rU+qEhlQdtn7rdPKVQr8MzAkOH7n6C8RT6wMqxGhYWcDOV1aX3/+6hQQBcNRdhF
efCoAxi6bibQvj/I9RALQDe+Xc53gT5HcRe7HX6fn8DPhlM2u1EZHGL6GtSHCrL69vocvPbEVGPv
YaMj2gBY/5ihBNTljHdT5R+GPTQ7YenHV+W3pavQkX/bOIqYJhlJrDa0UVUuJG1/wJ3gTETz+fpD
C8C2IEGMxOqnx6vfjiPYVWhBlBn3bnCxrFnzbs8X8Pqg9rlq24kxQwQL7PtiBL1E5B+Xrj1OLSqk
nnsgxt5SO4NYjgX77K/3ICocJ3q14BQWZC+0kz6Jl3X9aHKVh95h0NI/NAX8vXTl1wVAEe4ePJf2
Nq9hw+Pmkbfp3RnSfAqcgiQ2XPM01vbspnUcdhsdcLbrpPw1kOiXTQGpEAGL5crhRfTTOGX1aMIW
+OGoRAY29b08v/CV9xb6QFujrO1ddLRZjEFjXWd1b4mVGhtrE/eh3pd61HtrjsOfPiq8MBdgkbWW
jnAARi7+iK5cj1EN3ZQKlbWus+Dh4Tl9OhURIvNYOxdVXv+qLVquhQz7JPYpW3tO2b1T7Yw7DWWq
q4bgRdz1bvVaNsC+JuU8u1ijEmchK/y16cGxS7syeO25DHhSRtVz38mQJqBxHqBq/4Opoc1MZOgT
j6M2GytnWqP73lrwRqeTk5ttBcemhIwOXYncwjUn6SM47MVumC175Y3WLwPfwz6ZpHHLJCoI/2PN
ukxGyKmvfCrCGzE7jzAhpo899Ce3jughEB+MEUsLZkInK4Et91ZjUi+OSVTGz4qHfFgR2BxtHDH+
pN305MSNRuAwu1ckxqAnTWwXaS+FfqlFG2Fy2sCAC8T54yxaohPXivOL2fOGlLu1fxdVym8T0jec
ZU3jkXt/dBVSkSVPi0JOJplhd3YVee38VtnTO8Szh3UnhtfGIMpPSs8qnMS3S6Qv2UR+KMF+6IE8
ucbMZQL2gA1rWCoSgEGgsGrNRWabBuEUnwpISYWxbvt0tKzmd0hQEmZFXqTTkDf7ChHn1o/7B8Ac
XwNHQx28Lt1MDXpVDfa7dFSPgCbUt/FglMwGMgbt9WC140b1zR+m/ChfA0cKdukwBQ9hNXVjmguQ
EDNHetDxKyYykJTouTqgVPfchLLBXWKFOpldtad99ep00f1cSzEkVt08K0e86bKzko6WftpQkL5V
UKg096soqURJ1oMI+4vYGkMIF1eiWTFRlzyzQXO4krAb6BLhdaA6F55I7CqfVmFYV5u2NkUyBVJk
DnhofyB1LS4o5Y9s1kVit9RfNW3xNA6W9yNs3PZinoffXSiHKQlF0VwKNlvpKIPXsfBMlFmRN5At
r4zzewogkgoglE5xvsmVC0nJ/t6WtEpDparEV8q6cPOpTlmBoBU54h9QkTfuFip8RQliIR3929xG
LcsMvUm6QLaZzj2a6ikOs4hVf8K6a7JoqEe5aknAkkCOLVsTPRmsosBNXGXv6tmzm8Sf/a67GGYO
+94xcNKwVl3aFB20algLmWIHIi82oMopamAys2d675agoUtf/4JwYbeBwn2RqtwP0tjtPHetSuTS
02Emvz1jDXynaH9Noap8vfg0uVgV/aPL+W6urXsWtcLamEk0HLYeNrx38+oh1+zFITXOHFUFvsmC
Sj0L6IGoy55U9S6YepxoY0MnJ7GE92PQLkbNy4V/KzwbuHYaU/XY2DD1vZCBVWxVIIrDDJ6uBVD6
KPDKCpqEWoW3ISYvLjrJm2pVW9GYb7BIb2lvb2ReVcno0ufIBrMSN2CfhfgB6RCJNi2pNY5JUbhw
7ia6vOt1TjM1TVO3mgN1pewO+66phC2yRmvy5uKOXOsyt9/yfj2y9QSM4ArO5lj64ALe6tp3c1SH
wwLKiTa56SuXVxltg/6J9N78gOLDL2iP2ldcTncNw2RYjm8/ozxOVOJUQ5nGNOoKmDCAcVaWA9IE
iumUoQK9KwLC1iyw9c9R9vnGmwh/tC39aJr6BRBucUHcLti5LPR2pMPywEa20imY8gS4AJnUll1l
SPnkoBM289qgVL+zaG41V144TTph3PyCXkVtbTxk5tzf3RARyDdJ382o0iobcc4nrPTDDIUJPxvD
rkMhXAbGTlnYxolSfpx4hL1NnadSZk04VhvgjC+0KB1+TRdm927kKArPKCkNWc/gRwMh3KCMVy0H
uVa6sN2r3FDhmtaQJILhW54PW2+cX9qZkSzkoOAJ1/CrwvS7QZUykRMDFMRhv2JS4ngU5a2MjJsN
U++tggCyz7YC8CBQk58MvrBecGX8mf2qslPZtmNGXJj0JmbC+y5pRlsIdD2H33CEm49mBrY/dDPP
DccyLQvkc4z0ylSOFUvKJgYLJmgf7bkTIokWc3lP5jpD5XJbR1ZqGJhWTtNAiww/0fY4VhVT3qa1
PHdVlS5Jq5HU156mPGEj24ggT3IH8yIn/DBc0uMBcDj7zu2LJgVFDHvUnzqwuGuogyYdk80PyNqx
tZhtdxVUNMeizYdDqDXktnLR3SuU2rYeNGh3QOoUG6YNfOml+jNjKFPctSIlSLrfhaCZbgAlsjMe
e2rl+QpWPJWbq5eOQUgHJqV3KJXmq8aq5QtOQPXC6DxnOJzby5aUw54I3uJsiOC4mkeK3rhsNs9V
yVrv2hod9QppTDcxfe+lwPBgv0knf+l7/uYMYbAOcSYkNq3cdNJungprpBfhgOGIo/G378m9rZwf
rvC7bIgtciCi9tZkLMM+rTQqax5yrcibhPnW8fohy0XZphA2q1If7gm7uQxrGOo2wwXHSyhpatKu
aNVHD7jFuhvl0fEyoGB2Uxe7Y3TbqE45gq2Nov64gWGWuorjvEhIqYmL56k0MIdsumsw3fwXb6qf
pEvKH0rWbRJo0l0xnCGJW9fgBQx4Momow87ReMfdEdPFYmVN2kuK2mt+D9KOYM7a4iofBsaTObd/
Fwy1imwS9oMv9aC3VjhReQvxifJtcPGImbz+so/de+nzagctshh1ky42dONAGbxPTdvv7Cra01BR
LGUHqc6gfymIvBN1126tmFepS8sNXmok0BBk0+u6zDf9ME4XNLT8zLF0eAGtHpkCBdclvT2507pq
IZPTO2YpjOOy9mY+pG4DouIY8JvCeMUq98t+pS1nwv8Ysrj42Q8RT8fO6ldYItAbCL2sEgL2GDEx
G1y0f7zZ+aWEWoO/2wC0GKWcxhu/JlmXB78Lr7ETQ3NgP8EcgaF0BWhxzZEuq8okrhU6EQqZIqIz
12KqDrDSfAfnhq21oHC9c4cnj3ZVytzwxcxBdUllcKs8F6IkRPzhbUNu6sIefwMUbe8qko8PhuT5
xmENmKSWqh+bQrYrntvzthChilezz+z6GmrRXWLxuLiyMeQQ5QP/jURwmc/cfgxkApMePLooMKer
WM0AOxHcZkEztni2WVDVH3BVPosZV11id1558CFZOKdW1Xk/RxX1Ly4dXqH991MVYZ5yUw54sNUQ
rVcP+dzqfddLvPdKHC87e5CTgJl7yOy0rhXMbAkupN+aGLKB/On0Ey+GPkOyBv7OfuXqpJZ9tyoL
q1sFOZtXMXXrKzAp+1uXK/tukGG17kIRYBJCStO6GHiciGrOH6kUwI7k7sCinRyj1k0KfzImKyLL
XVuu/Scv5XTL3OaxD0O+wrGLUMGuuq3TwMMO5XsHztIWL35WQyPxNu3DHqMzxOWmxXGUKhQaX32r
b68QLkAtxlilVrvG5537wETYNFvoxlViHeJNC7nYvF5T1tGMVuVDJ73fLcXrrg3q1AvGGefdiDgi
Nn/ieJI4wgOcNRF+PcX0rzgl9AkYCbIzwq1XugbiDt7l8iBDg5d728nXyg3kg+Vbt10/EbzoI9j/
FfOYNkPH/VXLOISNmtJ5QLGNyI0z11WdwzpnKqwrd+ZNCSHmCfZJeJQi2y/HrsNT0TTrQtkAYo9W
+DJhgl5yFgfFdSCR6o2ACdnalW79CzE5NyjBTFDAmrw25f5ob1kdeOOqJD3SOsUMSRJABf2bLqwI
cPDsza0DPGMh8nTjxJWClpoqL6cCRfvEQf7phzW2xUXl5YXKhAt2tNWEUOQA7LS9jDuO40YwWj7p
sCCJFTGMA4r9EG0RLfCujteuADT/GQaG2kA+4unra3In5CCSoS87AHJMldKifrCdGbbKfXPgtnxs
kVW/9GOB511hJO53GErlJee3rc2bVJu8f2rC5s6IEg8xe4xSuEFhP5dteeHgvthUDvzWQR52sZk9
kgEG11xCOMvu90BRuwnx8665LlTZ8Ruwo/cytF/hVDGMu7yQPrnPbRuyFsYeWZJ37I0H44PtsUe3
6wOsV396Ku1APBI2OHAudWfzJPxR30wd/JV4EWa4KClWfUxep8o8+eRXUza4A4Vlb4swsF7rprYT
KBwAWFhFnVuuq0jxfQ79gaewwK/32zb6NZmRJKPv3UMeNFjNs/jR1mOVNjX2BSfD+zCRArusffKV
hiWvQRRY6q5Nos4KYInHUFzyAK4edWw/4N37WBK/eoJGbvQTajHlpQmcDhfoELGE6by9yVtXj2nL
ELsyQH5XDIXH3QiVD3vtmCLft6SJmwwy2I3YGn/cD01I1a6ii/4ZCxHOlTHIAqPK351pfqdyvJo6
2N8OIf85R+bQhi6UVKdATPx6LMmblzd+wjsgnFZdOeI6UrYzQhSJoGxPogaKQgQaI/WqlS0mHPq+
7kUs2wgwbb+7CFr7l62DX3481mnb4IAMuP3LHcB+cXEUJabCYKD6w9fS1iXGrMvlD4PaejoTJ8cO
YtOfzjdWwoKoSOc+MgyZhrLYyWYaL4VnjV5CldjlprDAEglQHq/dKXAyWoRPWgCw6VTznWZhlCGo
R5CnYOscwr2gt/MnS1RWEgXM35iKiXQ2HtsaRcp1W+cjflrV3YeqmRC9iwXWmtf9K+iOMqsMXtiI
THFgl3N7o4mHPiiwPKhh04OlDPtJYd/yDJZJM22RBepva+DaEhdXz5SqyD8YaJQ8duDEbiPVV3Xq
ljbdQcQmeBS0qLDDQ9QXuwHWGAnei96LAH3swrhajVneWlG3bloebqaxWweisZ8QCquMA1dxM0GX
bTXwdgDG03N+slaO83YqQI1D7ATUUIGTArdgnMTS7tKBxGYjNHnG0OcJ3iMA6hI8VGdjP7TMV1ta
Ie6Ppi0CwXVcyfjS7iMFie28Gm+kpL2/i9vRrMagci+rAY5+hTJ95iv5A0lRbxta7ktcdjrRbfxY
TuiYR4MkLINdXtsHlUs8wGnxFg3iBU+yaGVKL75QPeK/OITXYUTVQRSllKu+t1na26pnqWXbTdZ5
eZX1BPGMnPNfEcRS0sBiUIfy2ZYzd+t24ba1Zt6neCJ3cJs0qw4PqzhkW69/Jt5WhgPKw8G7q4t+
PXTCufJK2IEnSLa+B8h5/CwjifC7sYsxC9kiWsiaW4SaP9yhoCs6wSA8F0O9VnE0JHQc2M5XSJ7O
nf0yW5VANTqKeKZy8dOxjNrgXK22fWnCm9z31b3qixwhJfQM7Kh+4NK81UUbbCYIpM7J4JWIjW1k
caZSwPSLDYF+ICx+bCyblcCChEi2sWrKYJRspVQ68UXHLJ7V0MNokxwXy1uOW+QRYh2TszV1/Sbw
RLgqtGdfV0XYZVrpKbFxyFwZItxb6XAfaRpu2cnk51BDJNZz7Ko73xi4Fze+WrW1rHbKhWxjDsB/
Uo3NH1Ja733Qwr6T1IeIQkZG4KmcgUD3K88bCNnlAEDkpoouigCOZZcaMjE/fINUV+0p4qQQZoQY
gkYUOxU9IWlQOPLW72sDNmog8BiIrRJZUx4lozMJSNPW4rFqisUuNHqaYnfKJkacvVKeeK/GDqL1
OY5PUDONeRa4EzbSQ1y71ogD7/vQRfAYhkK8DR6FOt3Q7XtHutB8xM9IZV0qmTpu89DQUF/iqkXR
bo6Z3k2sitZ6Er90QXEihZMa78fB7Z4hUmAgqdXzVdFb8Q2PxmJdGyAR4Ama1uCyRAlc3jXShPEr
MgF1Wkg+PBlgU25DDe/xlJDcoGt4s1yGblfZ0KvPo7XKZ5XaYw01Y5f8mIe+eo+R8byDgscTkIfh
1rizlyIDbHCKlLO/Mnn45CBlxwxO1xDiwVBxKunb2LsSPagHhlzCVFeZEta8p95A36MFAFDlCidh
XHivEhHnlWVI9zsfl6m3/Tv87iHTfT7jqY0EWebG47TKkZl8yGNEs84U792pzNPJb6PE9VrsyIar
hPmVn2qcPGvpt8XPGuCDPTizcu8Mg1m7Rl5PofLugMWpx0S51RJhWNTHkvK0xlmLUNgTqt5WgwVU
CyCBKPcLZKUujRfqjW/z+Q4MDXLtK3i1zDxoNsuJsZe9ik1W2w2BLa81JaUNU4bEkcZCkEH9MO0c
j54pv56qLYDU7ixVDICI/0K3/qkkCuE7eGDN3iGangy8tr1tq75fuAJhHhgBUKeBVfaPyjE0Inhi
cOqh8pY59bY4R4Q7UdkDNxFMVBwC+HcMiA2QuPKQYPIOAMQMQeqc0zY88f2lVAw0BbQaYWB2BOjh
1M5jOsTkIINfOEuxEL+uvJyYgn+/fwzpCodIIduG7zMBuE2+9ZuLAmm3rxs50wnvCG7l9MVMkOsh
KEjvcJ9YZ6pHpz4P5ARUi2GOCs7B8vd/lpGLFA/U68Po4DuX78U5kefPX4fCEqCiQJzAEA9yJB+/
TubYs7xq9A6yv7IuCN9+PTafQQEfP380NojjfHco8Xlb7OLoYjIXat5E9Bz24FwvjvYB0pIoc1jS
OzTmzeiH6tfXvTj3+aMiuisGUaAo7B2E3CKr7Z2Z4ZODhDIkODcoeYbB0RxAY6YJKxHg19trQpNZ
JP57e07u7lQfAHGF+UGMWPGTbEQunJKKGjVurnE7zm0C97Tvj9JCkl4U14DWPGb1VPXQ8Aqqiwcf
icjKX/H2u0SJxUD7nwaij2s1rFtTC0i1HEZvShTJcvscBPTUIAELDLVzDzQxtPWxBaubPKSbXP/w
A8mzJMzPIadPfR9U8sXVZEHrHiMzVUxo5YkxPCjch3i6R8o6MwnLGHxE4aD8D3QJnD8BBv4kVDxS
H2VTX0aHSd2YIgPjV236fdx8f0d8aOYIHGXxmhYxQTMC9YKsYOnXS+nEjnABFISp6QL7/aSk37XI
e5RlG+GlHFxTnQV846NC3CMb83VDny8IyLQALwj4N4higFJ/nHAZOt7ERYwgwzfVbg6aAwoTwa0Y
J/9MSye6BGoJuAwLERbSF0ctFSVq1C4l9sFx3lHASpXOUburgNIev98ScGUQvAGaJQAk62ibqAok
aCy++SBnF3FBp/rpCsAC95WqCunIkuR3Xw/iiVUNpvzirAAIPeBNR11DUW0Gyk36h3JYDdNKnpNy
9dzPixqIThcI1EVm75MncO9FCFdaPEOcGNm6wgpYyitGtn7XD9eGm0KDTCpggIoKT5FZ2lFAPfhR
Io3TXRmH0AvUG6u9AzRBUiCQ3iDbFN3g6TrvPD7b1mYOw/HWQTX2xtOvMLmBTky4pU4g18wu1Krp
QUGobBE1SR7Uw61tomKlA9v6NTDq7OsaT8+vh/TEagEZDNQBmNSCPnesABxD/dsOTe8dCM7SmD3M
rptos0E+7+t2/nJBjs4LiASAteUDhbhw0D5uAA2/8mCsfO+A+nTiqbsRDGCkt+YBmSpUvAu9G8eN
yy8QDyLhfOaw+sxeADYNizTExQQIOQ73j617SwaqIXZ+cG6HKIAgZIEBfhP+Y1y1qSVSZ0TO7QwJ
+Wi1YnmCTQB6PY5fCEh82h7U9AUioIbfO8MmvpHse/jBT58/Ohl5HuXBqBm/n5wwUUigjk9fT9ky
Jv/M2P80AJENAPtB3YQmyccx6+sxnBowLCEmZn5H4jIOU4s3l54JVmqQq68bOzof/6cxiFCjLoED
GQr4HxtzwLLQziKqHZFbx2eJPdwyTNTXjTinWwFpH/bswCoehwEybiMgoobmfvBdnsStuQ1yskHt
f+0X09qvAOZJ5gSVfFTLXGNdt6Vzm7flFqns6czhuUQcx6MLcRHIIy4HaOAdTZ8uQ6FGAATuR6T0
M7BQZVp6Rqwd0pAsiia+ACVAI2/iRyDY9JmRODW3C04QKEeoTHxSUOF5rmAf0kHtmcltPDsvXYv6
5BygNKi76M8Ilaz/MMGgoUUQSV0E5I6vpdpWE82HqrmfrR0Xwyqunn3359fze3SY/V1EkMuAuNdf
B6FjYKJAEUVOGmPqkY1LV065dmNAEy6+buXUIoLxEmDzC3sTr5+PSzUqkApinc+hk0s2wHhskH++
MazKvm5mWQCfFshiJAaOP6gv0XJX/ROOVbnjUPh48HvuvMRhmebFu40SSBk9jyFHFuqcLvep4wqU
1/9t7+hy9VFFBhKA4LhCGj/446Jg93WHTjUAxCXgAjAtQzB+1EA7Yfd3AWX3IzB8xVXwvcfB38lf
VFvA4nOxwo652qDJA6DkE3ofdSoJAeQRnTmzZ0/24P+aOE60eE6N7DCx6H1TSn4x647duCWgYF+P
0/Fl9bcnEVQk0AkQxBCKf5z5Ucm5t3uX3gcVj17mXFdbq7J4GviT2mqa080k+/kKmXG6durKXzfj
jHLB17/i1CrHRQ3Y+xIwQjLx448oAJtjMpzYfWOZNNLNMzV62wD+83Uzp4YUoSgQyzgX4B3pfWwm
Aj7OgeUBu6/yPJ0BBVPn3sPnWlj+/s8+GimrLL9CC8JLCUs03f6XHiwOB2DbErDhPn4/yAdSRq3F
7g25ZgAmnXk4nbonoGYNmg608vHMXubpn5/PvHaqBzGw+8nfEejUg2Oaojib4GYqrV0MQdfAWX/d
o1PH6L9NHh1wBYLjqo17di8LnpBWp7y/cAGq8qb/MnSIUZEqxk2EC/lj36IC2KZWjeze18NjzNQl
L81/aGLBkWPwAL6GdvrHJoLOClvBR3rP+r58IDnPgZaYzikCnTqrCRQi8KSA1kh4zLWYWqRnAQOh
9zrUWVk8+vXOYddtsJPBlETW/uv5OXV545UEEDkIVdCZPOpTYZti0Lyl917YoIIOWz7O4ouSsuuC
elcxm86R8J3l9XV8F/3b4tEaj60BIh91QwGLHa4nwcu0sfvLeQIdUfPxSnfF2prCZO4nQJSAvkoi
qbKvO7008dVPONoHLrRoTAV+w6Ksqr2s5Jf/5ft4fi6gejjRHT1Ag8kjeex0uD6KvcvegJU5c/2d
OlAJIv//38DRfQ57QwnROsxaxWdUP9vmYrTZm+c3h687cmr3gsICfQ9wpKCbcJTkY8hDe6VV0/vC
toD8+X+knVlz27qyhX8RqzgPrxoseZZsJzvJCysj53nmr78ffU6dLUEssZz7kCdX2ALQaDQaq9ca
mxclGdZaFH8nCi4syuyYYLrl8YMtDAfA+e6ygcs0soRfwD/waA36W6AnGwtU2fUhzTr8iZlp+53E
wKi3h8SsmDrDdFe+p649OVkXnrSN4NpPlpRWlgYlvBUocir1hs6g8gmGD14o94tVYH6s6+/9kCf5
/+/UUT45HxNND3DXZPiz1N7b3o1cPmfWx2iCL0wILk2L0H9NIDqidrvqF3ee6wszG/dOBiH4NAxR
ZW1NkSjWaL3wla+JXdBEbBw1xX22vO61UtWFeZt376lhFdeGWE6IA6Yf50hr99GxBCbj7yJaoM1V
Ze6uD2w22tCpQyEY6iUQQ+erwztYJ9mFHB0d6Ut0sLN/rn9+dhBoYEG8OvXDiuVZtzIaJ/Pz6Njm
arRS3PbWk4193ww7ujEWritLtoQ16tPaTsyhIrBpa7Xf6x3tC9tiXCh2zG7RkxEJE1b4dj7ECSOy
XIe2HZ+2MMAY7WjfRhy57QCt819MIaxhE20SHIMiB3ZCB/Ygl1589Nu7ODom+bAuLWkT939zLkCi
g8M5DsJIgr95WlbzIp7ERxtVvGC/VICeDTYwnFClJ32URZpRKzLHIva5tZTOd3liAvjZLvG+zjoA
jW6TbpzKM7GwNG6eA2IOGEGdrEfjFmqQNtmP6fr6eszuGJ4DTBrqqK8ZwjxlnhaDnGA96sT7nWTy
NpOMn9dNzA4E7nZKs5R5qV6cb0rJDRy0YsP4GA3rzFh748pUAK4tONZMTJsaZ0HAkF0hWiYMJE5V
V5YaNzwqTXHLaNXVUNcl1W3jpertRyuVPg9T7871sc2k+WdWp7GfHHFZFgMJ87zoqBvtU+YGdwSP
tW40r1U6/lF76buUNzeZv9SEPON+vLhDjQfzEXSC4qqludGBW4mio23flzkkat79BNq+PrYZ16Ax
n69DNECOLE+x42RsNRxHMWja8Fhr63JYpwvH3NLnheygySup6k0+7yUQ33zq6Uu4/vtn/E7XDX7+
pLlMfVLwCM9WXdUJ9eDI5Y/7EApVqr8fAnLfYvwbU3DdTPURsBDiuRMkfV6o1hgcLd1fFam3qdQ/
MuXxHtDY9UHNuTnkuaz6JFPPde98UWAdLuXUb4IjnUkIvZt7egrW0eBUK3pTtiodamFXfb5uc87b
8FuGBs0WRFvCRI6xBrGukwdHNYwPvaPed1X5qaNx57qZOYcw0DmhLopoyEXAU9QsB7AaBsexOHrj
k/bxSGfyrA0j4+QL1LLOZ64dAzVPG7U/quWN/ZUWu+u/fu6ydfZ99fz7iU0HfSGN/VEybiMD0W39
CZKXCilsJblrnTev/DLSQaF9kKNlShct8vRJi4FJ4y4r2E0d8E6R1h2Tlqa+7mes3SfSbZfuc28h
JZnxvYm6m2OC8pZ+0aRsJS2tFZ7XHccMftH7AeBuPn5Ty0Mx/CNnSyR1M16HNXsS37Mm7lnB07Uk
DoZW0tpj4viPUmgeqtT4BC3OwrrNeB0+PfHtYQYWLmHZ+sIYDamt22Mct6vB/+w0CynWkgFhfRyn
VoeibdpjiURvdkP/4nXHm5mnswFM9k/CdEUfFxVGvm8nPzyJbqGt5f26bmJm4c9MTD/hxETognG3
xm4aAsDyYJPHNKiGT6Ycb+30HuTwwpBmstIze8KpWrs1knNm35LGW7T3pquYPJRfcBPVh9JeMDbN
j1ChsIHBKvQng3S6oCoMnKaLMyVvj2H5auyUJdL7ubk7/bwQdppG1oGf8vkhXiXRLqw3TvMEVq7y
d0Xy5fo6zbkCj1Mwe/F4CfGpsE6eYyQVbZvtUeuelDrZFONnmMIX4ujMsWpPODMyOsg2L2gkIASn
xFWqzdE1Ny0tgJzBq8Z2V4Pd7a4PZ25lSLFNUo/p5UmMAJIdhaqce83Rp7Mz0H+OC+fawvfFkkue
Sq0OGVpzrA8VSP9swbHmVuPk54u4PyDFSeTV/HzNuA3C+7G/q4qFW87MWjgkveqEG+HpQRVStKrq
Zehb4voYKHecLTEQ0vGJBrvr6/D+ciFsEcxQy+YJHvYTsXI5IDAIA41aH229BVPb0yLzJXV/uOrn
Lv4UlavP/r6lI+ng/5bstW/eVApA7P31H3E51AnhiP6WCmHNJOByHoPAdfk8NPv1Uec3xPpt6G/H
+nuWfTgrBewgk+vwIgUFq4i14zdkseQ5FdvVWhV0OQQfxMxyXp9bEAJCr+aZU0wW6DbmYSCPFtzu
0qsnuAbv/jowBq5cwrkppVaRQTReHYPPmfS7z75fX4dLr+bzzM27L1wmAWoRl3SYhjXJ4F4PaB9a
Jx+k/yYdB5VEFRSNLCr/FzpZbUgzBkzm0sHcOSDuk9b/aKY5GYCcm2dtGb04MU7mrgeLkx65h/gh
8+hGXfj8xRQJnxdctSjSZGgNPu/FG6Wp6Jr/5RkLudjFKgs2xJ3fBEZUo0JycOlcMpAs7dSFXT9n
AYgjmx7peoihBAuOVnmS5jXOIRu+uzY8dh8EX78v86mB6eQ8ySro97cS1amdg1tm8k1Z0R0PM6D+
kPPqtDBbcytClLSAvU1EqGLhLtWkPix4CzvoyqMiZ6D543U3fBTZw5JYE3AIAMHEuCos++BBbOAV
uXSgcdTf0m+S3ceplC4cinNDofgISxAMl5c6uW0SRU3Hy83RbvqjTj+xRaOVUsULUWTODOTm3Puh
hpsQYOeLEzgUiTt6+A+Uug4OYFGQICsnXRJFuIjqzNnEPQeb/fQId7ET1dySEk1yD1pfkkt2a9ic
n+CYWo9hunCAzPkzfPYTZFShSmQK7haXse62keMd0zSVX8Ht6Z8M11lS31uyIkRfbVSGpGt9/7jR
q59a9fN68J39+nv0JUYCAhK+rnfFYBY0FBzDoacVurXMzeil7va6lblFAe3PKYhcD2AjYe0dWh2j
2jK8o6P+qYbvQ/4tl7/1SxDhGSuUBJWJMAzVjQsBwXgwmrCGJvhowxCluOu6Vle6kW1qeqKuj2da
2bP0ZaqVnViaZvUk0DTBGEHbF/rHyncfrBLonTqEK6Otf6RGcBOq1muSq7+u25wdHa/KdGbAgAxG
89wm7aGmOrh426B664DibWTs5OExsIKFMC0iNKcwitzfv5YEv6YpT6nU0vKOdR+pGzgrY3rjzHxb
6ZLxGkhQQ0FVEK4DJR3hZTDy+yyHxiOOC2iq4oCm548PnMCEyI7GyXFR4EebQk/V3HcPUxvoWkMK
Y5fRF8SuyNdmDPHNx83BLWjR3ATNNeDp83l2wihNfLnyjpljrCEElyDj0ODWcP5ctzMTD+GB06CA
Q/WE13thPRWw0gpU895RMWG80oJE2dHR5q3TPKgXhjRt4gt3PTElLGgd09HV5oN3HIf2IMEds85G
OubU2l3F5bgeoVcYx24DXmABszK7Tygm6VzvLAjihblMwhwqLV2SDpGRePTS5X8oQU/V02fXNz7L
Q/PNdqHe+YuJBTLFyzeqSLynnC9gjzR60um5dwxgjsJJtnKCtoKVfDymgfuj/scFZiKcFdYvzzT6
mk3fO8ZQnK3HoVKeokEptg0EROsoCeyFY3puEadXQgr0dPeB+DgfVkbfgGuOxFDbcqo7yJ/NG9Oj
ybttHqV+GxZbKFAmnrx+CZwz56hTLx7XNEencC/MZ9qOqerHinfUUnfnD5CfFHQt67r3FxNKkk6h
djJDcnU+QHI03pQizz8WZbIqvJ+V9egYD5Hzdt09Zk48BvOvGWHdaioQUp9LzKMvVas+jr630RJy
b3bKJmDONF0AjoQbWWzLHURYNhHUrrej9VgClU4afyFQz47kxIp6PmFFETfNAGD6qGXlcABmHt+m
NpDp6/O1NBbB7ypXGfN2cBmLB9fEAOl4m3FhrnkpuG5ofjgAXAm9RHmxOKO3rUfpdFr/3jl2MpUz
v1qIR3Nj4SQBZ6aaVJvFHLTg0XCsws490F4O6yrtY1u/G56tXpX/Ym1An/JaPI3lkhzcym0/sFIu
hJ7/mujmYfDUhYAwOxg6cWU6NsCNi4PxG4KBVGfuISkHZ1Ppw69OG7x7h2f+haLQnCWOecDHQGon
Zb1zRyt7eKMbuC2OZX9TQy9pmvt2URpjycjkHic51ajTTTkUUzx1VpH5NDH6tQvn4JwJXSd3QpaP
+r8YsrU+i8xBCbyj6m7N7250Y/y+7sJLBoSDduDig+Cd5x2bKIWO362Krd7DUWU0qb39/5kSojJU
g5HhZoxFJnpZ8U43fssf5Pd9TwQ5uqldaapB9Wca7smSJB0sjlnB8e1ztsX3anWs/qLqMGUH/zMh
BP0cQvJkzE3pgGLJeuKmWZQAnL4gJj+nFoR4j/Ckono9gxijm75T1ogjbFM3XWv9QvyaO6BPDQmL
P9rjqKoFi492SBbd5e2TE99VGs1NK7j5giXAyFy4nDieJ0w2BTRHmDloWnkLlhhXssrg4Qz7pQv7
nAF6qbnYTkEGkOn56quuVI7FUGEg+wX16dLj7NxeIQxPwrqUgy7yp64xWp1zkYt6LkHIoT7FUDYF
S50+06SLq29ovGjC48jFUwRxNKx4HQQpGWiaJ3Tkx7K58+BIXQ+DVOEP/rCDsQTqobyzk491D79v
H6DaxEyytqmt9HwCjUiOa8WMJUScSbIVGPnCBZebnUOu1c4k+IO4lxAEopCjpysj6ZBbZnLsM9m9
i8NM2yeVGy/EzrltRHMgWLuJFQDluPPBmDWEti30/gejNzad/EU3200QfWX/LuQbs25nU1AB9kCX
rIizquoM1o8Qt9P8rdVu/CWo6tL3hX1TtaNfJl4tHeBohiLHKj5dD8xL3xfijZYbHMrWtG26jUMD
Y2J/vW5AmfXpkxkSAk3pVk5dTRYCe60kELSu0Fr+qR2ln8r7v1baSPqq/APN8BBAY7J3X6//glm3
c1RgUdOdjkrLuS9IgT1o8BcTtCGEi9c9WknpgrvNmKAWaQMOoJqnyGIHlzoqMFBovn0YGnUjjcMa
VZrnrPt1fSDTWgjR4cyKkEF3cGLKgy5Zh8zXPidOcpP13gG1B0hik+63Do/dX9gj7wDgZxJRxdak
QrbcujQz++Aa7o3TZHujhRiTQtK6L7Vbtebh87rBGWecxG95y6P1lCKv4IyGJWmp75f2wQq77zDc
wq1c/HPdxNxKgd8ANPbeaC7eSwvieG2PmXWw3EfVf9WG57ZYeCGaWyZOoinLBSdyAYaq3G4c4Ltz
DqaUhas0Vp4kv+ohtkv+MSy3pTwT3l4f1Pvjn+gZpyaniT1JfSoVFtciCJxD13Q7Ka52npFt/cR+
Qntipfi0OYT2zg/rz007dWf3W+hAXszBfwjV+Nbwy9shX7ruXbaD6SwlgmG0yMCPgwMJvwlZZs3x
SPi1znvNpeDYJdE2bBFucscNbFC/oe/2AIt1G83XFnbKTMyhM4u8mcY9kmfxpOkx5QJ4cA4a3WA7
yG3rda3G+c4vvRxR9CJ7yH3Y+GOnXfDgSxTUNGq+TDMf1hEBPB91GEcQErmSc1DSRn8YqTDuYXOC
MQyOwoe2MMJd1kf+Q1P2+UvSl/IWLkvzFjmY3wsuMeuFNoUXijA0cZtCsOhNK6iDkkc41MSNdRlV
+sob8+4hCgdlH1hR+y0p4mhldm7zXFZ++ZCWobNJi1J/cys123hZmEJA3xc7hWXsV63q9A+GkqUL
58PchkT243+/U3Bdpei4SDeBe6gHDX6Cu9gcNtLSm/BMOjBpi/zPyPQjTvZH76MtEfcYQb/MUqEF
vcna9Wh9FOk0rT3LO72eU9ATSwKRZTRS53vOodT0G6ctb/pgqYw3P1v/MyFCNjrQICkZqH3oxuhz
AqYXFv4j/PhLkXjOjgn6jGcQ2hXgGTmfsLSzJdOsfefQei9eRaGu12+85vd1H50L90RhaH0mEN8F
4DFUGz0ekSs6pCFF68jhaH65bmFu3U8tCM5ljpWsuhEWsnGf2/vC/JH81LSFPT8XbNACZ5tRDIIk
RcgvLCgajDJ27IOcWZDhgmpwvinNrxHtDuhZ11awvT6o2bWhgmIABQHxKIrShY7uIoYiO4fY1o2t
GcNmLI0lnXRgzBfqQu8lb/FgoQfxf7aEKJJQtMlLpXMOvW7/hmX+oajMR90ZHrMkB4JiHLsq+G66
kAFm8r4ynM3QqofeUhfyq9l1hL4NkKI5dQMIiUEYlvroGCPr+Aly0VWmfw/kVbG/Pq/vZ//FYOE2
omKNxjHYCMHpvaCOwiByDlVjdbfg6D9Dd6ys6WSOH9sozrZyFcGUXJjGJ/iZtVtotWgbG+lhbns9
OAR+C11sYEPzOSbNTs8LKDG1pl0bqdOtYWbRb7rIdzdZW6gPRFyIax3HXxjEXNifgGmT8LeKno44
U7U01OVouYdIC3eauTeMvSEX2xJ0fNxurk/Y3Kqc2po2xklUVbqgAMXugPPIrPzFVmJ33wye/8v2
s3qdt4W7sNHm4oVFKZS+W14yAGWc25OylrZxNUHbGurzb3n0cfzCO8qO6++kPCwmDYaUw2FeASmx
o3vzAF/k9dmae6ic9BDR/+ZIn8TNzn++DaM9Pai6e5ACb3g1sxqqWssO6Wuy9LVW+t9beCgfpcGA
7d5K4ZiBotVbJdCPHq0ktP5mMuFZQp6WAjMJ/vmvqT03HYupuKz5G9lA6WbBOeaiIhkwPUI6HDYX
mLkRqbvaKHyqcVL2rXC7zykSM3XWryqL3rEyyf8E7hIUfNYmz5PwAvEucgGZtlo1rfMah+ykB7/c
NPo/OeJxUstl6Xsh+x+vM1OioRWBFBdRL/HSl1OL9yzobA7aeBjVnyG3Z1tdylxmff7EiBCA5cyU
oGOGkgrypVXmJ6sPd7mQtNiAaUyHUskEDzr3gzTsaq0JSI2GraLd2tnCJM39/tPPT38/iRGN0uSk
KGwqv9f+2IH1zLvPgqfNnYenJqa/n5goui50Ew8Tg/LsGHdet9Obhb27NIopEp6YsJzIH3OFSaqe
5Pa19Bc+vzQCIWh7jRaEluUR2GT5zqvcb2MqP1myvVDhWzIjxGvfTStj8DATpDtX27jNul9irJo1
QUTh2UIBqya+WThwoaZeazmHARJjad9CRK/fXo+js2txYkIYRUpXW11VmPB9uGvBdSwExrlTjfcW
DhiHzhLeXc7XGhWHsO/bliAi71yPkji0et+KeAFnO2sFFh761yZeWkMYhRYmDtrQBYdBs/afUZqq
XpEEvT5Ts5dR8H7/MyIcmA2xsAXJ5h7KNH3y9RwtMO2x7ftXUtl6lWWgjry6/NWM/cZrqnWcKy/X
f8FcNnLyA8RDpp+qi3XJD0hSKiFecd+nxkMHUV3s9Ru6Jf/i9ReqgonD2TYRRhefgMKo6iMTcr8D
EtR0JUMBoy0RSM66n+Zww4cTETal6e8noSByaDHIPJdLnm+hJEXPDBTo12dt7hijv42qCccLSBTB
A0c14MmfC9MhTkvzmwft7xuPneqNbNXKnddE9Z4SWrhp4ZU+Xrc8OYSYATNznGlcZ2CUECyjFxMm
vk2cS9vwC09RRz3UNnlPh1OEqMWQqGvJQsKnChci0+xuQKsWOj9j4joWkpGq1kbNQgLygDBSu48l
jTSBvHrXm5K8poJc3lwf56w9msXQSAfCzQPr+SIqNblYGFCbCrQ3L/jjO0+x91bmn65bmfN+SJt5
GiBDoDNX2H4W6Wocd6p9ADi1VUh9uuy5yz6FEHMrykLyumBLLAy01KRDKdSo1TY/Yu9Tp66QVch9
VCaKr9dHNbcBTkYleqfqyR0M7lhq1Y1ir8uFoLX0eSHhibrSlGpu2YfQ/t4VXz7cBUm6AzsUlztO
KDJEIe5KUUzpzjUpoEQrD3mObvs3s/Pv94U1b2tJG1WJ7yvpFxeamyBcehGaO2L/HQHVmXPf9RTb
67rctg9m9qSZO8NFOu/2+iBmD45TG0IcKHtL4x45lTRk7zaLlI0a1Hdcmz5VmfRiO929oicvStSa
m6xWv8jIeV7/AdMsiXHo1L7gBGWl8RbJyXloa5Q47U/JiAartWrbJ3RWVz7KD8Ov6xbfj/ULk5Sp
6RujTEhB6nxaXaJBUKexfZDkImh3eUl7l5eNwUtTuvovh2vnMwKBVEzzwPUfa2sYd1XphjwiRGgf
5v6XduiiPaD14tmkuLtt83B8Tnzk7PzY/yfzEmMnZWZJ4aTrF3IJdebA4Mlbhj0HwIYCDdD5b/cK
tbEaK7EPOh1Cb4j2eahKNcqLhXbJn2B06LmD0eWfutCUzZipKpIRjPaRyvGkUFMp5W3eBPajHSB/
EgYWEpC+3KxzJNhXeak3a6+Q+1VdRtbar8ruwTdG5djrJfoqSV2tLcd1vhQpRyF31XhVyYHysU1F
WznsuQgDayqca7Q/CZvKbXiEsvrcffU9b+dK0s3CsSfEnOn7cDvyWgyXG719YrXTGuQuNt08eCuy
7imlXVlTFpZoycJ0IJ1kDVlSO5VqYKFB7rHeSuZC+J/9Pu90LBmcCNxGz78fGaafNFoUvIXkWQXd
Awsbcvb7ExkZTxuc0eJrgtPksD41EUS0OI+V7OiFu77/lgwI269yez0fCgzk8k31Jn+wmYcVRkMB
1DL7m41yAbaX29rVMpR7XrNkG+Xf+mohgbn8+Xx/olicyg74qRAwI2XCtnWu9JpY96my6+yF+ReC
/vT76RGYSFeRIKDkK6yvKtWQ0CpG9GaPt6nzFpo36fCxm/qFCeFkTOkEl5saE4a0UbVV4n3sdeT9
+7zJgWOcaPYvNhkElEVkpHb0psu3yV3mfXgHOOCydM3h3ZUCrliFbzs/7pJRCt/Sn35NT97H0pL3
X48wANVhHl+gRxZmJyoSNSkGJ3rTSKnU1RKz0oz/QAD77+eFCKe2pVlbLZ9P0nu7eSythZ8vpIfi
z7eFpEFH4TBqdb6vENct5FLVFdJhKHmuAzveX9/KM75Kx4dlArawqKOKQKI+NGG7cpL0zTI/ZU27
6vud8sEm7Gk8Zzam+TyJpwWXsACIVPombXPUodutMqkqffjYOTcyDfTEiG2msRu7GMm0YjXSwZx+
fEswEo42qrDc9MSoWhSG21dhmr4R0LejPty5cbO7vhgzjnVmQoirXeWaqevG6dvnanjsww8fa2C5
uKhCKgK075IrnB6M3oNN7zWJftQZ3S4LCOiZX89F22C1WQnQO8IyxxnaxH3mmq+9vAluUen98OSc
fV5Y4EgiK/I9Pt8G/U0cvGYwNP2FBe61wN3IWy7qYbEamGM7dkwQ6SvC65nxQfD+tBOo3nOuvVPT
8Ox87qShWyloRNnWa1feILhtRjfuEhBZuC3/xwRXLgslovddfW4CmKOuZogvvhqOtdbDp0y6z71y
HS/hjWZWm+ZE+A5ohLENiFXP7eRoFgSa3divXpjfu3fJYpY0EwXPDAhB3FcBFw0Iib5Gf5A69p0b
IwCMvLGW1AlE7AswQMDnFGgB/0x6DGJbZ6vobpX3lvRWW+RjKvqn6p3UfLbGZtU0t6MzbAw6cBX4
mBbcbVrtk1sM1jhE6BSgeDNHu5vWgaZ4bq+9DT2ytysuJ8A+0Gb95IyDtgtShJZLN/sc1Eb3203U
5neXmc59mnfun8Qxk7vUlT/DQpTdJKrrrKa7LEqTMKBv6CD2VnVRuT4Sfr794teFt3Ya1X+2q6rj
ngvIbw3Pj7a2uk1XwMCb958kO11J6TtreunQy67mO6XR0KpHEP22Qke3WKlRH9Li7kS0oueS/9I5
xpvqaUuMKoIL/2deNJqSLWgcmB0hDHqq0ya+1WpvgXH/ZZelD9GXhZmfm3gdwQTwNjPpR1xVNRQS
jfYmt96Ghs6S6sj/z4JwJ66Sml5SnyHozVdp5/7FACBNINai+QB5glis8lOUfbJK4fO6tAtCf7+Q
n2kzS0BLJCQadO4CcRZrfFoXIO1jFxTc0sTYWm4UPXmWkn9S6sw7yEYR3UnGqP9xMjek/80P10aU
G49B7aC013ZWdWNpjXEH8aT5klRZvUPFRP1jdt2jC4PjXlY7G70YKdwUoZTfOmOl7EJDkvaK1ZAO
KhX63naV37Q1gs+t3Sg7Rff79RBI/D+ESCuIKBr5V1HgjY1rSTfj0Gv3qCb3HzvzJ08kPEwNfxN3
IoCh8yAXhbTH+Gavv2nqH+e7p32+7iXTfxcCAAsoT7x11FMvKrh57dpOYrvaGzJHK9jE1n1/NyyV
iUVM7zQIyN7g2QHmZiDeJwwiGS2abR1Pf7MGa5PFO7f64uxaBGX0bwiFQ2KvZZvot4Pyp7lJhl+m
cjStby3aXVK7MJ1iqeo/P4V6t61NFIskUufzqTqAx4ch09/UJnssi3jb6f5ByUfkp4172YdHzUWF
OWjWWqZs1WyJ5GbGq3m9+de8sCtRPW4aKsn6W1sh8B6t+vQg5feevtTDfTFOkKQsKI85Dv0tiimC
H8aqcQyX3fuEfNGzpJsrMyeYd3l0o8VFuIUC7bmwgy+9tFWq6CDrS7oO6nRFOPUsKM+YY0j3eCWe
KtrCFSXqNO7o0AY8qw0qlFnjKGtVklEzz/K3pJDjR7oasls/jPRJYUi9xXdqVOTZgREiW4a8b+zY
W3ut82esKYqGCVBMp+qdrVmiD6CC+1vIvUTwEj1gU05EQQfn0ACyCUFfLtuoB/3oP1e1ZGyDXile
grIfNm3okCuZZvM05Eq6qcrUWoW+iWCa1t3kfrmV8/ZXkDZLb/mirzi85fA0xdxxNYJ/Rdg1WihD
wgCt27Hz1PQ276L60VICYx037tRubC5J2s3agw0Li5SJYU083xqOXDVJCY4T/qhNrqxK86hFm067
vR5xhKyNbceoTqwIOyBU82HMGqwoyi9nrFfo7Vw3IIY00YCwjGUb91UaYKB0XXLoT0r7Ui6x4F1u
L0bBBYMykUrQhCXjfK44+fzSSXvasOFFiYLsSZe0nSWV0ipvmuee1zfFcDcuT2PAjldVan/6+CAB
Qk7wJthGLhKUurYDNJBl+gn9ZuMF2q6ynvNhIUmZc4hTI8J1ygqlSFMSeqPVIV1VQbjyB5QIJbi8
3/5iNO+0KRS8AWoJmXxjdE48po5/LAvrhx9kv0wzAt3ZHq+bmfL1s5A0LdrUe03dlscccYMrad9l
Qar5xzCA1rTx233VoO8dKK953KGLp/0plKU4OGeTLnqIGUH90FgkeCPLk/HWB5mGY/5wjH0YvCXB
nQ6rdwEHaWdF2+tDnHN+GELoL6YPgyNA8Msq0yreewr/2Pm3SvkWlp9JS66bmNvAgOQhdZjYsi6I
jiKlKyj+0f7tQgyqvKbh4cPfB/aGqiMff79+nW+tVPHHwRmBnRQhzQjTQf2xKsEUgSY2ctUko0IC
QfS2OE0bSa149U+6rXxjLcWGmfmxqL5CVDAJpVxANRQ7twbFM3iOb58eWuMvfjwEwygRUNK6hCz0
spbCyAScRfKpDvzTJQt7ZGbP86LF0T0dAKT2gr+GJq/Cg995NMOu3PCnZq5VZ1V6HyseT0twZkWI
LJ7TB2nntYSvON1pmfTdKqOP1Zr+a8JGuAq+dh7ohHOmlV2ucDUR0hzgm9fc+7IYNtc9dX6u/jUh
zFXiVXU+9pjw1DtN2tjG2k939ZLA3syWproB1JSCCl4r4kAdrc2L1nDwp9KAoeDFLW6L1+sDmXFZ
XjvAL5GmsyNErS/FdmsQ4bhsXa/1co8m+vXvz0wUTIS8RUwwGD4vlJMTObCjoQaCnmS/ZalbyQ4N
xOq6k1fX7VxOFV6lgl2YiEQmGu7z0NHHtuGppeccxp919BzTvvTh3YcBAz5Fjl7WRBPCq2fYaWl4
PDSn3kNwW5gf9tmpBDRJ/kKIRkFGcCgFAZo8iAEzcKEcHo2lvq+L6QGrznPWuwwmb1piSt4bku3G
QaEemuxe/63yLL/Ut3/hSFiAZstEJYij7kJcu5R6t5SGSj/kpQ+jl7s2xo+9nEGSBN6eEqNKYz2t
22JlRjJb2y9DRZ9ac9rkNlkiSLq8BbDCbDON/jjedy8ImYzWa6vUzceDHzebhPfR0N9xe11JwV1a
DKvIfgqG107+6hnb0t27xYILXGaWk32AJtTISVQu2kNaY6SnKgnGg2K8wBu78V1jPfb3I0AGamLP
ZbnhRrREVT2zbhSiQDbBxzdpDgipf6dIVFldtT+Y6TaV7qN6IcDMeB5fnWijtYm2TheCcROHkp40
+XCQY3Ckj3p1Jy2BYueGwKHInR5NOe71Qg7ppp2jubrcH2L1l6IFG0X6fT24iID8yfU4dqGKYCho
CIjd9qoXmb1XdD3OXcJz2iGau+YC09XP0njQfppfjdDcGn2yGqolNtfZ+aPNni4DmgQv0PE8sWdy
FuQ9DYrO53ZApm4wX7Vyqew5N4dwYcBPBJhwArWex89kQNQc6sHhUBVyy0IF5W0cxdHCaSCU1d/n
EdcGGYAroDEzDfbknSxwEqlqQ2k42Ai8yTWxSP4th8PamOSOhpfrqzY7pBNj09F0Ysz0slhPc4/t
XOV7LdkkkbwwnIvq/eQXIE3ejx7ebcTxKCVXDkcycG7n1Y6DdWrGu6b4mivdqlT9dTLQlVHdyNVC
Hj47jSQfdBLglBelu7ajIkBpbzj4DR13Zmu+9cBRIjNbwwa7q2J5KTIRypms8wvUlLiRlAMq4DAX
QU9trg6aEY3jQRrr4KZyo+HPoCeWt4odpaxWUVSu4T7fJEEfP41RWmwkEI2bzHDqdWQq6mo0aW/q
c7qba9Mdt3nrDCvby/TVmDYpYp9kbKs4rwrokXV1FWtp8wrYvT/GTVzug0S1t15X6U/60ClHrW+0
TR239mPW00MFhddnLa+6fxJd63/ByObsDS+QPkeD/kuyunjLm3n4YvpRsq36Qt9YRPm1YnSsjZ3+
yBsl6VaaPObJpsmaNFhFfeLuRydPbiSvzm6LoDf3nl5CDdWY46Y2u+TeCYZhW8hG9smqomCtF6G+
DXwY+LWkN1YazN+brh3gmPbz/LEZM2c3Uq67qeLGunPbqt/THZtvKsfQ17oTyugeyN12DAvbX/Hs
ESAyLilrPzLtF7tMmmMnl8Gzow/JCnayP5ktoz9HI+FzDFx0nVGQWqPoEoBSzHhA0svsMdEifQup
trPpNaPbFFHbbpuy/h5qRojoSqJsSntQNsTUbGoVgevRM+WnRE3llyrRHzxKP/m4bYa0v9MdN9kG
TmSu/LT0bk2vHvYaKTsVSOXGMy3KHqH9y4DtZhOEZbCCJdXbxGEgb6FQZEq7UNo6TRV9Sb14ADwe
watgwIPvBTzirXSzt5QHmExeJrKTdWz27jEMnR9aFnX7IWrzlvmvaL6WKRLsJb3xV7Xhf3UGqNSG
vsu/KLTRdes6071mXZbj16EMjWqdKpCeSLZExzhAuB9qP1b6poOV4Vtge/JXta6rrdSVUriWBsv6
pMKc/wMmPeXNsavsQU5wyUJ1fiMgUv8zapBAMj+veMewdem/TqReenUjd3xIvCH6ZieZbt9qgVFv
DKvpzY1uBPYKh1SzPcWoP20amv9H2pf2xqpjXf8iJEYDX4EaM1HJSXJyvqAzgg0YsDHTr38Wp9+3
b0KVCuW2WrqtVnfXjo2H7b3X8FyOmJvMt/Oo9MZ0zznpQkI7skMtJ3uEVIJXB37D1AusCOUPWtMu
1LUMxRdh9t8hjAEpzh7uTwke+GnI3EwDk7Bw76ymf3K1IbsRFHJ2D7Wt0h2ttQmTIxHP7dLDUJbi
ntatvTFaHLXZvFLAHKuioR/j2q46zDP9mVsj+8ZTTz3MJs0Bx2Q8M9SXySGpinILiXbyNCaY+4DA
ERYm1iq71wyefima+pvp1uWrrM23PCF4qPQjeI72RPZTDy2aHF9pguHcFh9peMDc+q/W2JohAD5G
RO2qjeAcX22Bm/GiKtffnElznGhsJbAzVNUhEmP8Q6BzCPl2/8U2fIpNUvJITy25cQddfkuxPesQ
Isnpnd20CgOFD2rr9dEw/nDZjw5HMUhsQWf9TgtnCpw6zyOjLxU+co3/oaOKgEiX7YySydDr/S6a
SFJFTuuzbTvaRch9swvxljG2Vieag1X5dgRFP/dZ2kw/dhRCl0U6QuNSWnY4Ys0F/ZQUQZ0Oelgn
VRukFbpWQvVayAoCibGJyCIUtKc7O7eaV9nZ2g8CN9pgshmNZheE0KSFdkMy2u+mwithUcptsDI6
PaQOK0NTKqD3GmrLJ7eA7I+ZQJixLEQVCuUOfzpkCDcCL5kfqqLFwTIzJ/DbKk/RRgV7ZBTpuMfp
o8NmKoNApt4ZL8zisgrHqpW3dT7kPxwNF1BA8aYKLSZmWC3pjhZrnF3da+6mL4zu1VQ5emaDVxuR
1nXtLh17bw9qnR0WQ2a+opniBSwX+RezbOlOUPR7OtJlNx0a4achUTXOcm3YAy/nhcxQ+r3KmbMt
NE0+loSMJ1ZIFSmIDQYpn0ikvLyKO60lRw0A132rtGmT1iT/KtO+3LNxNMJBOhwafrp7M9KqOhKZ
6EECY8oRfrJecdOWtn1bjQWLNL09OcbAQ5b4p1Qzkshk8hdAPDSg0E8J7KJ4RaEXIlSpNgRlQtqo
K2261TUXp4bPp/u8B3dE8yojyJsGt4Oc6J1svBnmaneBWQwAcbS5Hgg74RtZVDU8baXDjn4xTkFu
5/0t9NvVFlRidTeZ0t/plSc2FkBXGziVjKE9ahVkgkZ7n6a6sU146m8G9F5hDGmob7iCi82YMbqZ
hlmrQKvtcKAa29Q51jSkDMlB2A46ncRGm10DHDkbDP8O/ipFSAT3QwI55MBqMwGjkFQ81qwud9JC
XFcJZ+slOg/8NB9eeFu4UdO3UzBrUd0nWQujXMX0Q+4n7Q7Q33oDk8zh6Le03xRlR7ZCsnorcfwf
RK4PoSZycrDRvX9SpepDTRpwQNDTJnJrLB6ZQ2bBzQAQBxXa2Gkj2vJhX6M9O0BXPUrbAbJ5SWvf
FiNoYmaOfziJy8Mxg6m9X8kyKHucGpCNE0fiDwYUQ3n+KJmf7izZ1I+iKupDKSb13AjYqhqjZ5+E
NPBHc1FsOhjafM/VmAWw4GwC3wA1kzltv4P/USoihtkKTD/lG6eQPMhrnx8KE4w416oa2LngZWaN
Pt0LrGLsado+2eB3/2REgXQj3G5vUr8PElMrAzapX5VjyQBAD0jUGlhnQ14ZN9izSYiyobmt3Tzb
uSLD4Q3hmT06ythliZdGXqrsUPFhDKwJfg4t3DjukcoT+4hO0NgHGUvY1pLkKWdpfRw61WyqFjjs
kkxZVCRVtQEmlxzr1Oq2Tem4gdeZ5d1kkTQksnYjrXJKIDuQY2UuWqDWUCORTPlbzvUpSOzJPqBG
lWwbkJC2vWerAJ4AXjByAiKYoyDGVDv+ph6ID0Ax+elN3U/hDu4bmHEGElKKM0+Z+k500LgRBOim
kdbJvhW1fcPGLL2TWkZ3Vq6ql3zSktB0VLvLC26FpfRF1KSURTogGVtHr8SOo4d/i7QAa3DsqmBQ
GQTxq87foL17UmnmOwHohjD4aCCnTJMKgJSK2E00zrcNazt803FAEjHk9uNgVzywc00XIQwztNDu
IGbXmF0fJSQfNomUdM9lpuKJgbBeSSXvywn9ak205B4badwMLE0fKpnr94JXGWSxTG3LDK3fVT26
hyMABm5QFjqLUNSotww+BG2kgMB/gtb178Kp4EPiPDTIMjeGyvpX4tEOzn+TJr5Z7ihjo1H5L7tu
86/+RNKNw/wJEmXZz9zIjSDR+iJEEmKFvPGtUHZIaKGHYO4rp/O3rUj0DYBaMFnrpBs5kzdsWkWH
MCmFAOXATrdMI20wNb299w3VbgrNwKLDwy2AHv/bWPmz9aBfPnj2xCKoLQGnY8/mQqT2ggFVlE1q
V9pmoL3NQmTlunO0+Th1W9F79SPvhiSws/Q1neDzloLa94YUInM2NvqMcWaz7tYBgqI4Mp/VNbJZ
QEnQ5VQRs4V1dIQv7/3U/QUNOBALKqx3O6mz7aAGZKV96u0Tv8eVU+IKpEVFNiPr2gMgFOqpr4xs
66YQn7HMwr1FL6P94rYaBAtlNUFnKaUkyOUkqxuRTo6O/lzShEzKCfk2uuMPcsBZkJnTECrURXCd
oGNeQOQdwCwnh/mN4T4iK6uCKamLbYaK6i0fOu9ZQdKgDllfq+MwpDkL2kTvm4AbCf1ddFzFEOMq
wWV085vSnqbIrizDCNqM1GGDxG6HHEHb+gKyZoNDSdhMlhdNptHvi6rJ9pXfy8jO3W8tVsAd/C7b
O/Dxy5ehIey2yyrgc8u5VjR29DljatxCY6yK1ORZgdU0+hfPrGlsphoNc4dmeAo1ameNkO400656
7ooGL/Cp5KFfIzvnvnLRfHf8Y9ZOfFOl9asmhdwgiy1vOVP1DaCK7R1eO+m+dkBicQoBnihp0oMu
GBaItPID5Iv+4P/Foqy3FHBt2JFONnY7n+MExVOriZu6QUIvDA/QBLtPNlmednExVlqg9S7bWGYL
Fygbz4syS/tnK3HMLRGO/uBjO39pdQLVqiwpI7DSs4jqkECshqa70fOJb0fSjY/ULttHCBRSHJq2
EfBeyS1EjkKPeQfIo73kia1FigGbkJp9HrKSd/cm2LwbiUMw1G0ut6ZZ2FsDchyhJfV+lzmdESUt
/53kQuGI6JpjJahxX5keCwtdRgPRx0DA/QsoEq+9tYys/V5wWQQ6bay7CqCqoHA5/JP6huCGHvJj
plc5iLVZHeWTvssMLfB8XgfaZE7HHs2+DYxLmqMG+fSt5SQCukxp+4i2gBmCIGlGQyvKm9nWe1vU
LA29qfduIZadRzXz/W1HKC5zUckvtsF/Mdp6D7qFw434NbKVvtHQ0LWKw5hS77spjBLN7ERFZiva
B1Jy+8bgPqhcSv9N3ArHshLGkQ0z3xIG3AGKccUWKpcd3ImhC+4j54O5SjVuiILYaZJ5ZKMNgwF5
MV1BI9Rjf2xToe5vpdpDA5r/kVaq3OZpr4foBWYb2bMJgktU20iB64A6ku96vUXu6QMRCfUhEVeG
M+21EbKjWV57kU5zLcz9rDh0DrB6gweXoKSvs8Chaf3WNmzc6H2SHCazg4y5XkxH3xzz7wD6kK0n
jOF2Ev0fOPMVz7alYS6d/KX3pbatVPJTSVk+CYvVcVskAEcOphlXptsFyELTTWcSvkP+nYazTV6E
2gjIUFllBbNO2UFRDWBF0mhHldKuDlA10e91VChD1fZtVBggWBu9cUggpLdJ/VF7sFsUJAizqxtU
n6u7zmb9qQSz99lpjaepLYEMrfXSf0p8+8HqdO1Z88Flx16taNAwP4tts0Hen+rFTWX5Vcjs5I/P
c3UDN5HhaHYNP9i4qUKaDUgWtHxSoW5O/CVJi8c6G91jzhiUyTmrQ051L+ilSMOEwgDBagx913Hd
C5va67YgqeVhYzkvQP94+4kW/E/ejU4wje38usqKTe6kHV5dAtS21siD1vQnJ6hqY3okwCQdiDJY
iORW34FQ9kcUub/vzCaPhpQgA6PSumnMyd2WmnGb1X0Zemmtx43VzdPmjofW1/yIWvn3sszprsA7
a8tEoVA/sPKwMFBw4lwzdUA/hHMEhmF4rgYybJNJx+NxYOXXXNPEazJQciTYDzv08BqIzPrdg4bM
KaB5gmSraVDO6kpjD5bOdN9p7hBklVM9NhR4JTxSkxsIt5mbsh6Qjgo931Koxv3sTZkhl3CzrZ5C
r6csijagdelvOAqeQaqa3x5VTVBga+811JY2rdD8wB2Etpnquj4hPZ4CDSikoNGxkmBQ1wemGIw7
mNcUt1kp6Msnq6MuCnoQ+Ef7EBL4MMX4WB0VQ08gk+RNsTIOxLydqpXa6Fn1Fb8PvxrwEUA2A+Bi
AQLjMpUEMJkpbtX9wA6ZudJXWPl9e9FY7IG89AyK3/cfiiQcPgmWRw8Z/0KvyXbRkUPNc1EPH1wP
d9uQTHFfFagOHi19O7I1391LY3gfZNG0lE7pgCGNIHkGWZ3gk1S8szEsPoEPoJgcoKEYuygzVqcm
ffv8EvLnpg5IkQbMWxbV/NGFx06OYlNcym+xtL5/+tc9tCyBZoFJFFSG58l7V75PRN9qoiN6rAnz
m4lqEApen+0oQjZr7hrP6otYqUvYG5gKfV7L2okTvXxA2we19NH6c30YZ/2bvzGAQ0BPZRY6WXwE
dA18CwhBJzb8B0NCXwOFiS/XQ5Dz2vzMeLVciFEBEra001J2ZQMrXDmxwt0oYdLjwKC18ItvLjfX
dDPOQU2YMgBQEBC2ygj38auMqCs2U80dXIzDPi+745QomGsZX0yZ/oTxCaqPn8VBz/4cMxjSnDtG
8CVbhNRrbfCY3ThxBeZWcczSX9enb/4Ci9YGFAXRRZmhQYAoLDqghZkjj+GJG5v819TuSjoGKJ0G
Aza+bqDos+apd941woDQxAbKBmFBk10EdGrfL3imE2hnuMamMRMHTRFxdBJUg6tsk1NY+Y38y2Bp
m55DnOH6cC8cOoAP4a2OSQXmYylLgiJuq0FyjMSAZYS1uCGUbP63CItzocO9nvXMJHEKpFKJJen+
iwU/EzhnRw2INS9Z3hWSZA+1I6wI8APQV+ltdG1gEpMq7bOTNeMmIMxhA+7pgDA6b713h9BoIN/v
XWXBUtkPszHQULa9PlmXUAezsxt4fQCOmf5y+bEJSUTbCDOe0CZL1a7kMRd94NbHqW628Kl91dry
q57YO+nzXYbynT38vv43nC2JuY0J9DOELv5KXix2WK43Dl6u/hi7qIfmWXk7WXKlhXgxBIRN4FU5
y1/qi4ms8QZD5cAa417Wf3SRHCFCsLs+irNjcB7FuxCLKxvoIpYWwoRjTPvd4EZQ8oeBF0HmbK/H
WRvK4tbGu8PzqgRxeAliU02Rb6+AmS5FQAqNww44QhPL/OOqywB2YENGEaG1wiG1y2BAUXYlyPkx
BLARBFXBgwZwAvfs4qtDMdtuQFbuYyHdlANfBkpEMwgPL31fygD62s0eqvvFzTiY9Lki1Nta/Zq3
3TyUD4fv/EcA3TCbI+lopS/+iFJLOXNVAXgDah8umYXxkPjaLLAMGXb5GjniYjhEgbM9KPJnKQuT
qGQqYvWxA66dVX0dYDpaoGQv1au9Jmh3dq/MQwNgDCob0Fw629iugEYCtHz6eBj0F9NJt4IQETjo
SyHNmG31eh5RUvw0pjVrxYuRQcAADgvZ6xkUuLctiJIYRh8r8Ex65QYm2smEHxLr1uhOsodcs9as
HPpniQFGC+LEDCKC4+YZhSDrHIIuktfjMVpNER/Le1LWYVY1UeW1JBhxmG1K01Qrx+elsFBgA6sV
W2VeRh+3ii2l0nzhD7GDO6Aku8xM4SJrhgpXN/5jVX8WvophzmAc5AsAG57lWoU/QJrFtbBeQVws
UQhcw9HNl+NyQwDZj94aUlL4oS02hFVUDlddhb2Ph7XnZwEHXbpoP50FzONAW23ml5k2hM4+zhu2
ACAWphziyXajYXIejFwcPn1OIgTOLwDF8URYPqGyUUNHQ3RDnNeVOo0e6sZ4j6RP16NcWgDQs0Ar
EybOQOAszsrST4TjaNUQY0mi47l3xNw+O9ZKhcrZD93b9XAXLplZPuO/4RaHf6vGbqRJM8RGBtjG
8Nszv4w+2U7s5/U48/wvl4E7O1HMHF3opi+WgdJrP0sdPsQoaT06SY1DeHxjtf3iSiMwKQ1haXpf
AkcdXo978VbAfgL/EoDRmYT5cWFURVeAtcvGmFYAoyQaqkHNxnEkKnS/Gv+5Qm6aWj/sNW7QpWUP
bD5SLRfPmDPso6b5TiupARji9Gzg1eKIP7X2a2Vs86QtJtUB8Q/S0FgsACQvxkZ0im5lPw1xqj84
OIFNSUOteFAJCSksU4zpRPje0u8y84/WHz7Pf8JRjFMZ/4QwNcY4X/vvkkm7r0RhUd2MGz4GJYq9
KV2ldZ+P8EOIeZrfhfDaZq5XT2bslfAALHeaebo+hxcu0A8BFnmcsK1CORnGYDA0iqxtpg6Qmg8Z
e1Pmj+uhLmRBM8yX4PacidLG4mvpEyjUDH3A2CU/SfJ9DYu48vN/WYzvpgqs1MkbeYGfD2qTBbNx
6PW//8KSdnXkGPZ8/uEZsXjm0c5G54oaqFAJwIWbURnPDUBBx7w3nJVbyZh/a7GyISIw5/Am6ILm
3//+3WDGSnIYMekTYPw+jHPebOt20ug2q15sqGxPc5us2XsAs9krJZQLx++HwObHBcec3EoHR02x
YOkToMSbzHpN+rg1JQTO92pNDPXS8YR4oCxgYQAFvmTf1Rq3kKfKKa7N9AfJ9R+1CQU1+OcmWZZC
Q4/vdOr+nJLm1uoAb7n+RS8sGRcdPlSMwB6yzmyplF87XqmAuzTBkKmD/O1/+nl/UdLseE7HzMTP
o2qAsvSm9f78iwCzhwKWCm7K5fmXSiqZ16sxLlPtRQ06Mu7UWzOEmLflcimCJPH/gyz1JdtOZ7rf
NwCnJggA8PIjz6Eqofm/hgxtDl1/03yojnFvTUvj0n6DaBTqeATfCNi0j0tRCDQQjIQBPi+/EuTY
7Q5N1OsTeOH2n3Wp/htiXiDvtpktCRk6WU4wro/s78LYlGIvnc8/lREEBG7bQWkeWebHINIoTUtO
CGJNkTOGfG2eLg/in99fbNkEavE1zBpQ2obIgb9LjW3f7s21qt3lr/FPlMXXkK03qtlYLbaajW4F
9Ku1No6LEf4msHjGQtFicT9UZGzzNvv73gdkvfCyb4Up7w3hbK5/9JU4zmJbelkm7Qnmx3CI018G
s71P0b8OnEzG/yYO3myAV0M+Z5kvQ3MbcD4FCL5T3XGApWX8WW/FGX8PR6t/QiyyVz+F+3lTIEQK
XJOErhdchq4P4uLiQtoIEr05u/ctFq8GrAOcEQiKMEgfOfTPBkWipD725iflX/+OBQcxSqkmlIBx
oH3cJjl40PA6tNE8QfkUSLuVs/7SV3//84t3RYFHq18CxQqMvRuZvzvgb9dMCC7NFfJdHFazgDKa
EB9HAAtKi46s0uOsiWgdpgegTsjau/zSnTW3BlDIhIAxOK8fg7idNrFKok/mTUAk6VBJZZ7z/PmP
jsob2JYox6LcsJgrr0gSmhqpHntuv/GZ2LOkgs6PsfHY9nqkS6PBzY8sHnUrH8+jj6MBWBYFCG1E
S0t43c4ozDJKUW9ckQq5FMWGMpONghSW8jJz013NIRpFNtXLLSBO0+b6IC59d3wLwwGLGr3XpboD
KQGKSCZnikcLONG0CQvX3cA0j7QraeGlNfxX3mWWfISX++Lbm5I7Ngythhht/aDLv3Mge3i5vz6a
lSDL4xFwY2mpeg5SpWHdvHY2iiJr5YqLQfBsmhlYkHddrjDk6rxDqjLgi4iw1P4gVtCsUdUufnYk
eCi8ovR6RrWCVY7LwM4bYg+Y4KOcahOy/urP9em68IBy8TX+G2SxgpPGTZQgeOiWOUqPzRsH8KC2
3vBl/OrfhEL/dBbgQfVtuYx7uyv9yQXKn0HiKzB1ceNrxqmrprsajAQByPP1oV2cPx8sMdwyUDhd
HjV1IWyRNzbYUE4deAYehmua3Bd3zj8RlspQOaqAEgT8MfbdHdOiqbibsYBrCZhxcbWhtmfgEECu
bS2uyaTjdd3amDiejRKZxV1PxqAo5GsqivYmUY0VTmiYoHJcel81BT2aEhCIoBwGb6d8BUpNFzEX
zk7X5/fSW8tB0w54BNRmoMLw8fDrqsLINYW2QF2KH6VB75xaZdDZb2nYoh0W+KXe7Rpefv4d7r4P
u1ixY1r3QNpkYywgSQg44maVqfdXnXH5ZnBmaiXWDVp6f1997/Jq16fKz0CrwciSHhVPANT46JVb
JNvkRh8NeaPBnuIeQHcwKyjwMQPXyg0rcxDi/abepWbVhJqy2dv1Gb+0EGZmLLrq8zt+2YhxpqTK
uI0ZZ/1N9lU1kZ5t/kUEqDlAmATmi6j0ffymNAONjUJJJjaAO809AVjvcyXX0CyX9g3UBR3UvUDg
A7/5Y5TGA26883FGF4MR8ak9otgrW9Ar1ryi1gIt1krqcd52DIGSEcANvYrconkYygEiMr79en3q
Lm0HyAogVUbFAwC6RV7e03TCeY2WIte0O7MfN5Wv7WwKoIuBvlHRs1ddp9+ux7w0vvk7gboKHsJZ
2TxtuizxBGiQRfJQ2Sev0IMedJDVKuz8BltuiHdxlpeq7o/MFCOytnzgUQXekQQqzR+0QM9f3OLG
qlBhwYZnx67QD3W7piB4aWrfh19k8eXYJAmAdFMMtKocQzG9VvJoOFFpBrq7vz6ll24N3IeYTNzt
4LMu1ibNh4YSZeKhKKA3UtttgJcjDa8HuTggdOIMSDoCnbdEDHjQqq/8FN8Nb69uZ2nadGs1aRIm
VovyUV64G2b3+ZMsszWlkIuRkbgg1ZtNs5ZJvlWAVGc7mEoh9wI6ZwJ9g8n8Qg0Yf8I7bs1Z9EJ6
gUzfRX8T7bD5WfFxp4tZHEolwHw52gmP+3LcAuKBeSWfFtyAvjWUCdF7Qzfk3IjFbgncahnTY3Ac
wkn8AumhzV6uf7ULS8NDdwqdPfjOQZZm3o3vrgWpG2M+AoEMU84vybR1+sO/+H1w3udUHy/JJa2/
hteC0Q2NEUs4io5Bs6bFfvHvf/f7i79fF1PKlVUYsemzMDeGoPk0gnD+CgTCBKiIEmiRzcvh3Qzp
qH+UxWjpsZ7lgRlNfhp8foqgCQc1DEhyzk2TjwFqD5KtJWRSY+9uZFagged0PcCFExWKQ8B2zX0u
NI4XARTPda7NIMUJRIA+JC+av+n4478JAnSX60P56UwhwoLHM3OHTI8LXdEAKpAHlehJmPnTM7HK
lTTt4ohMlO/Qz4K72fKb2L0PtUPgu2IlySM0H59m+l6glexh9NY0Di6cLmhF/xNr/u/ffX9Ngk5q
Djle3t23ovhmiBOhsGB5hlZECZWx67N4IRuCkxXKxtADmsVxFye1BatJV7jAe3azoq9pQsQTz8ps
zQ/80q5BgwyYUki1WdAa+zgmE8wMN5lQ4udWG/o+2NyfL7Diae+jKY1B4FSZx/lu0kRqg4BeE1Rx
gdR3btigVibq8gj+CbDY9xaZ0NyHU1VsN1vSH9ccuy99BzyvsN8xRS6Uuj7+/YPo3XZM0Fhib6N+
9Kw4kSvX5cUBQI/PwBpGI3hZgvbdPpuYj66OV/6qeeAUa8fK+TUFGRWYBfuoc+PflyevYSYFg5iP
++BQgPbTY+p/peBPW9kQDZ9WlQPUB8HgwQaHajSXF2dkxcFPNOhIHirjSG9o8unV9PHnF1uQ9tC3
mDh+nt96VeivZS4X8IFAKuHsneGOaHkt/3y/Hgmo1q3zAHJNJqDcMD2oNA1UczCcQ23qEWl/GTNh
WbsxQOY0hi+f3fUf4y/G50MyF7y13nnQ/OcGhGJBj6pcs1I8X9IIAmDN3F0DimgJd+j8njdTjkEa
9LFRoETCvtQ9XR/IXyTlx6QaD8zZOg6oKNz3S6RlNQHywJCIPqBC3mxFV5Ie6DrLecoUZa+YZVBO
q/LRH2X7omrTQjpY0yzQCrgfwmMO7Hd489wMpivuAW9FD3BKGH1VmvJ2rT2oG5tmadxyVR4mlpY7
JxX5rrYANNNH9P3BzjbbPRICCU13Pg7HARncPsVzP5BAJRzGri2+dw1NT+j/DOioe8ZrPg3aazo6
0Cocszru4Fxyp8RUBDCpB2UgnfKAMyMP3RLqyn2uDL7DxdOBXDbV96xiHQDFtvU8MP+prdo/tNfM
QMv0Any1ibbTFtWo7CDGMX2rRm+6EaOnDh5pKBBHXUP+DEB0/S7Mcc3x9/x4IYB5EAffG6v6THPK
1LqM8DIzHzIzaizIcX76/P34++bHA5KKupeSpOZDOz6V9qvtfL++ks5Pr4+/vziAW9j18dLWjIe+
oHrci1beGShIQ8dG72AA0mcmhTmU3qxI0C3C4vyCIw4k1gAq0FHT+1u2endvgbDPJp9nzalhv3m6
YYDJ6EYTYu1kwIldH+IisfhPLHSi4CuJBPYsLUsBM9IbltQnU5ohlBga7dVC17awrAPzbw22omi0
WBF/wwGVOUMlkGnCfunjF6t9GzouNkgqTLgRM+g9az/ZCPl/IaDyDHFcvDeXVfdyKggB/7Y+9Q1Y
ytRm2rblbK1DfHEgKObMMoE4SpZNPCjgVNTskuokDiy9xVRd/yxrP784jEeZpTVUHvDzzvdbfw2M
u8hc/zNF0BozZ8DZrKj28Stk1NCUrmR9grylE+HJDFZgy0VQJdptgb16fSyXljMBjQTQY3hgnKVh
ds1AlewzRIMwAGhxOWziWv2UlCiotNXKer4cDAf/XM4jeM58HJoN8V8JTe36xJtDUTw7qJ6kEPfQ
GhFIr1wJtkSp/J1IqPP/N9r8Gd/tVM0bYGJFEK1vaJglU5BqUeu9ec0JOkJN+ZbqEhKGK6fSpS0L
y/u/tBJ8vOXT38h6CYapX51sHivWHYQqod6ghe2wp8OuJGsN2MWd/Z9B4tWMZY7a7VlncUxMdzLG
hJ/klG608XaAK7X5ectuA/W9/wZZVvzbVEDlZUCQTOo3dsoOvWbcNQlo3dcX41K0/u9oANcC1wzp
qI9698dPVudpmRqgZ58SIwMLtKTZrh6hwlRRMmrBkIz9vZFX3qZR+hvr8jK0E3LSM1ZAJ70DFA7M
00MDbfCo5N4T8o88slQKmZlyam+6VD27BYRirv/NS1nCs7958c4wzFI6RunwU23XUCzRXv02u0ka
49UH9ktYXcjFGPj2sPdK5xY92VBN5udKKGd/wuLgHv0khzw4pk2f3jTtaEEJ6fogL51477/L4sRz
umzQs3mM6gXKJU2+8vOXFjEEp/EMnNlsqJt9/OzAL5dtDX78qWo4VDLu6vJRIc6/GMO7IIvjQDCv
aKmOIBBuGgl4RCsn6dogFmuXQlpIFvMgZhmlKRohD8VW5unS+fl+nhZLDdJnnsd6nZ/K/htTB9to
Nqq5tbNqa2prB8vyyfOfRfVuvhaLCr4kEEMWFsYzfpPaTeLUoMe+cLzTy/a58h8gvLeV9p9Od7e0
+srS7fXPdekafD/WxZIbzAruFQnC907gWuDAHIs8mvqV5vzFKPODFHBNKEguyad9USVN0Xv8NBUh
M0Oj3sEe1nE318dycWkAUoQ7HfWCMxA+SbTUHBS2jyw3prH1m221pkZ5cYe+C7GYrmmqoAkEC7wT
9NDy7s13V3LDSxPlzbA7eJagQ7BsK0PsQTaZIauTQx/sYYfe67AT7F/k1iDDW6hszbnIWcUjK1JU
DzGI2nvoppvEBKa5eoHX9wD1iOuf5NI9jfoZSoMeyhJnxUhbmRa3c9zTLqSt0iqNBv1L2h/l+LNq
96Wz0rH6+5e/e/X+3Ux4M+BKs8HCOEutm4nmU2pjNRdJ2wWkryFlx7gj9vjbYJk8QOMpc1QeTpxD
YcfyZIT3QL+D+TBBM1Ir9j6I9tCYwpXi9WV2JJYqtrnjFSEQB0WoZTUUfpTe1F9k7fRPBkE2AAlH
9146DX/UZfPFYU2+sWX7wxkL9QW2Ju4XTmBLz01vOAwGdSFpJ3kTNJUH1ZrU738KytqQ602yG0kC
IHsLqSdRT/wL6GpyrRZ1vn7xskA3fcYUoQi95BfnliUcVmVG7MtDOz3U2qdPf/w+Ks8o04LsC8Pv
j1eMQzqUn9DDi3P7idKfBQ7p6wvqfI8jACwmsDnQkzwDvgLo28D7wQGOjELdyEsysoOSOYhXnUU+
fTQir0QrfHamAQVqmUbDWYO0pqaaEz5LaJG7kT9L/zmxq5UhnX8TvEEcB9Iv6MwAh7G40XSzzToN
q+BUeWFJwnHNpPV8yj7+/nzmvEvQp9pts4Hj9+cqjrf1h43/SctO7DuEQJEDJ5eHRbXULxgcxnPN
T+gpa91IApafVSsH46VBoBww18ywuc/QCSWp9cxuOD013g1lO86jvFwpbq6FWJztXarlUPco6alT
oVlBPmoDpuj11XvpU78fxaIBNLpcb60MoyBy25bQVYn+p99fGtpWsHWyKgIvJbv4k5YlRA1XUuCV
OVpe5IM7EgGJQHoa6Sup/3RCQF5nZT+sxTA/rlevqR3TLf6PtC/bkdwGlv0iAaR2vUq19laq6W5P
z7wIs1n7vlJff4ONc66rKKGImmMDY8CGlcUtmcyMjICNvvYIA/XNgy4LIunynkWMgNoO/D7vdxfP
HAMZX6XUSnS2SvDt0sqb0gN0DpICxbL3XFO9TjuCQbeP/vTmb8X5U8SHqN+lTSvxMetj/e93CGfT
0YY2AHFadJ7VTa/u7GhjynRK10ygpwgPPbRwLlE3SjCAo7ZL4jM4YjVzPwSvjQwILTPBt/2Fh7Ga
YbDSNIrxsPAIWKG6gyIr/q4t2OUo+E+4MBFEetsoYMs6x9YHzbdKcbBqzzT295+fSyvCcuA2gGR5
HmKuAvQAHmoZifrqRCHtBxoHUM87Yuo/NmaWhCmkmUpyBNleBWotuv2LIVyYENZCS+xuaDMVO7sD
zZVnF4e/+D5UQXDNg8MBZabrhWgVmtZdbEbI7rgKAaWp5PSvLvTF94Xf72hVXyJlHp175wWVkaR4
scEQEu9uj2J1IS6sCNsJPOxG3ARGdDaynZo8pvD4tqwEg4m4jkUR7l6YEPbSyMBz0uQWFuIDkjm2
7QHBVIwSI/zCuGVEeD2OdgaEW4HZGqNiV3cE1CDg1TN+9Pq2t84gFMrKL7dnjs//LYvCLWlMEY1Q
7IzOE9uBtDWRuWbZ94UrctDQG2JO/Puah3Kveadg0meocrEsItpMiQvHji18H8xl7Z9MRrog+fmG
kFbWusRqmgQLMqtu/WH+/D9NviFcjWraaTZ8bXTuugej3kk7olcPH2hL0HXABYFFDGg3trbFIIx1
TmfPqEEP9BKD0VL7+hejuLAibKFpjKxRbeAFU9szcvCbbm5/f/VwX3xf2EIt6HTK0CIRkrXHwU/y
4zRKnKxknsQ4qy/VQG9HjGAEJmH2yhRavH+q4OPucaB0iBw+coI8vBb2Ut2lQPdNYXhGhaCevKra
T52kpXVlu6ooECAhiGQAGDyEpUAdNtarqFfQwBi4jvW7JpPE065MFdRwcezweYC2xCuP6AFJ8XhA
vnzUNix9dJJXazzk4Ae8PVn8lwp+6coOH+lFgEA1xR5QqAz8TPmOBiHQlp9Vp9yYYNCf6u9qKZk4
7lhvmRMuENUOJ3BlwxzRPvLED6I9y7+l+hNk5SQX4nI3cwCPimQ9EhsQFxJ2QQDempmlAfEN8wAW
a6t4AXXw7blb7gJuAnkzkKSvZJ3MEK8GcGRQv1A9K9S3XSSLECUWxLzAbGdJm39aiL9xznNZXm5t
kkDIAmAFtEWQYhSWg3bg2y+KifosNHd9anypcnZQykESHy5XHb1+Ogds4fkAMJqwFlUCcCugG9Qv
QZ4AeYy90lS/aVBvR2Bi6raXnJ3VUaEB1wFgHvw5Yp1mriaWsxajypXhwYgD1y4ICMl/3V795clB
SoWghAd8K5SXxLcQaI2BHosQKzTR9JjU45fWajKkyOZfY2A8FvP8akf35zlhE50AfK3wMBGB0FE0
OE0yZsBy5mCxndP8B4P3gcLHodFSWb1rbfOhFg7sFdIHQBbxVb1wDfU4VnRQIurrZrvpAhBAaxLn
I7MguFHIiKrhXNuYQlK9Rkn5alApjExsHIEDxZxBqAL1fMBJFo0NGhnHVOkspL5MSIbqCbxaRJ5A
4fquRJpr0Vn3wqb9U85A3kZRDHWh8hBA4bhNFNesq+3tXbP064Byc4yGCow5GgSEo6DG/UD6aVB9
Q/PqfxTgiqlfz5IDsDavBicF41LKYMUQHhuEMWvooe/tJ1qUH+wJIjt1ZcmwnqtWgDHkLZDICogg
zNSBRicBANuPoVYSvuEa+YvtYVwYEObKroJhwBGkvpU8xdMj+z9+Xr3e341uhGnDZurPAfA4m/Lr
7ZWWTY+wCECQGAPoNqivWIehOpZE8v3VnQQKBVDoQpVNEy+4vpqKNO91CoEer6v3rXNy6JN6/9Me
+/XCijBJQZ2js6bQkPmukw3t482/t2dppUCNzlP0PiCYAUJgWbpRjAT3KDBScf7VgGCwmYJF3Y/U
FzUunxoo6BldsIFqNzQPTsMoyV2urREIhcCCBlVHkJIJ91/ZzZCiROuTb9sgWguLzeH26NYuPgtO
B90bFlCLYt4PaltllVH0lKRTGcSuQezGM5S0/2fCpbsbVFIcDYhUSIKstZ0Bd402LkcFbF7sZCkS
2rc9pHL8sQDYvy+z+dloUdIpO6N/QAVLJpm8Zo83GaAoBla3RRNpzNJIa8KWwJeZ+7yzDy0kUMxd
Ekhmc221Lu0Ie5Exkhslq/m4go85bQ4gk//n/gXjWGAsFgQlFpd6DXWq2aFoHg9YuTei5Blt2JBU
G6bnTDUeIWpyf94GU3ZhkM/txSWbRTSJbAKDRfthDA+lWW8q9jbo4184O6BkDIwKui8QSru2U6tK
UI8WIeClqbze8chcbm5P3drqAM+OMhPK1aCl4//9YiTazKqY2gy5kxiM9hWkCu6vyKBCBdQS3lsQ
KQEP6bUFKJ7FoTHzfT1WaMvyK5NCOurn7WGsBI+XRsRbjWVdYyURjJQjunEQ90Ekz0LVXVV3f2OI
tzCgBwSvFMH3JNCxS/MGhpzu0Cq/g+6xGd9um1hZEtzMyF8DHQUWDCLEV2max7GlpJqf6x+h8yeT
AW9WDj4eDuDewgMCmGnxCiophKEVBX15SfnctB9DvU8jA5KWX24PY2VJEC4BzcpJHHHdCXt3qGta
MvTj+TFo96E88QE67r+wgN4lMFPa6pJNFWIGBkP+Aw2GU7WN8/G5m4Jt3aQf95sB+QUuOY5txqVw
vYEr2ug2s3HXzcozmaECNideU0lKfiuLjk4poJWQdgdeVnzTlVMxa92MOy0oXwh7yf78xRjArIE8
PCQ10FR2PQZTcaBqZ6OpL4PaDtjX/bxy3ueASHz92pqjowH0F+ALAe5fOOsMSob21I/YWoO6Z8qw
S6vuI45SCVh2LfxAPyfAuCowzCDaF2JMQLLTxixC+F/HCbgMF/O0LD4CirBLIXXmdkl0KELoH1Tz
U9GUv9CA2ro9iMxuz+pKoICfgR2IGQUEQLyyJzOCdqoDYqpsmHZjBuFEI/+nT8yvWhAhJc0kG1Ek
g+OPIgBYcHZRjwAUWewYGSadBNnQoQcUbQq7uaLJ775xBsioOmQT1dOwZQ5AR5OpZB9Nb5mbMtBH
oHyhn+jdHvmaD0FmgDO12CDzF7N1YWM3BAprsx9Gk4s+A5cFjhfmaFiQNfmsQG4xaOimgwIChvAa
vN66zMijuoW6o6+aZf8chenXVJlCCDWlfbTPzLJ8yRTNfCCN3npdYNqbXrH+4smLg48nNbBKoBAR
fZkZZBDv69GYNbXRVrOrc6dZd6PGMMwLE8JFXIxJAZFJtJYB2+Ga07PuKJsmhH5RKEPhrbka/vwA
dQjawACav57QaHYg0Eiz2Ye4WDi52Z1kep+7FMERVgsHAwBi4XCm44zkywxardEbwheLSOJkfv1d
JyMhR8ipYtBVoIElTLhXnARv5EEFdQPNKkCdvscZ2db0NQ9D9Px8ocP5/p0Ob8bn6dOzCZ4TqjWR
UwQN8x9V6+sOjABf7/8+2pMMOBDUGRe9H32to6aVdsxHC1G3MaOXWX2JI0nUsrLk2F28FxcehCei
rpccj7jJqgdm+OjDD96S5v32GNY/z7twcdUjDhPnCBq9poImLxCnfy+MY4w09G0DK2uO3/+fAf7f
L6JUQPyVJitgAK5g36gNRjFsHPtNNYYt9Nu9QQ03ty2uDgnteaAU/yyuqNcWo9QeGYkzA3nCbRzu
c8l1v3JRIkdnQJOCn3q8M68/341DU7RNZ0H6Aqqk3nAukr8YwKUFYcq4wrLZGq3lF/PvFAWIWJOB
n2VjEC77Pg7BQ9U2lt8HW0q3pNm0krOxbgGQSjDF4m+LL9LFsmuBZpTIFFsQen8Axq5Mn1QZ/9TK
RYaF+M8E/wkXJpSiJqxF5s0vgNnMFe4N9fR78X7/brq0wn/FhRUjs9W5mTGQmBysbK/KKvx8uwg+
EXpMIB6m6LIC4kL4vmOWBaCUmeUb0Q+zfAADZxX/0L818/2YK2TokSFHooKn0EVUPS16B9rqpeXP
2bdW+eNUErTu6nJcfF9Y8aruqQl/a/mBPXgj2bYACAb674pJbtv1CftvHMKydy2UD4YB4xjpftAP
QQQVxl3w0+m3txd+fTy8/QA0IfoCCw4KdYUh4WP6ivEzU7zWPqW6l/zN7sIF9b9GBF9VB71a6HZg
+qSzv0a5egAT2Y/b4+Dzsdxg/5kQLt2EqSTWRsUE4YX1rR7SXVgMDM0z0+G2nTW3i9sQFJOcyBua
JdcHZSpDiDawwfaV0mX1JpQxma2MAzRiyHmhqwkRpfhAqWcI7E1sAD+LszfyY//bCu8fAUo8nOEV
xR5t0Wqn6u3QjWAZ8ntIk/6KY8mGWhsAqBjRWAe4LqrkwsVh1sSB8JyBmxBK4klSe1EDQuS3e1fB
gQXcfPAlnCFLCBdMEF0QCAuqfjt5THOd4Xj7+8tBcGInrvjEuasWtf7ZNEKojiA9DW12D+Xybamm
+zAy7z7kMAOWcc7Kh0hXrLvZAJ+XDVVUn03AFCg70zrn9KlL9yp5vz2g5TG/tiS4ragzSVo2sKRM
r079kAN8TAEQzO6v+1/b4RN7cY9UZqLkZeaApB0d7rp26mto0Xf+pBWbpnnq7kd+oGkCNWCE2Rp2
s3habKfRwwwy3r5lhdgFUOAMn6Fs5aqzJFe0PPZXhsQUS8mqzCbcUAABxqn/3gDcdXuFlg4fkA/Q
RKBRhqNMxC09oi8d3Hu1ASK6ejPrEPJVk/Fn1UHlcUh/qvP4cdveyoh4PyokMvBKWWrEKOCgGno6
Tb41Wr8zE67GSu4ug3AfA0JslEiRwBcfxlQrdbDE6JOfGF+inR5J1mTlkFIERiZ/+CBI1YS91kE/
T41CfN76mvZPTfQMpfm/mKMLC0LUYlh9PuUBaDmDNHX77pXJgru1RYDEI/fz+Af82fVxIZFtxZpa
gOUPgrlVB23e8E55Czx2kRS4MCEEwXlomxM6DEHtjsixg4o38oPZKMm2rCR+YAV6mybygyCGEZc6
LJmmDj1209AeoTdbaBBk35vhPlQ8HEeDbcHFbMqKHCuzh/oaFMwAZcKjURWumnBo8rTpOqS61dGz
2x79sPffA7DwqQsCWlGoRV2vT6CzlvYaeJKL8KcdFcAubYZ0f3uTreSPoAeC5C30anj+01avjWSZ
FmT9gFpNVT0zg+1S9B2RwnRJdgz757B8yIb8WJV3B7KwinoH0vfo41hgdJDotSOIC89+m0Jfbh5+
jbW+JYX+HVwpd6fBYYo3OhG0OgHdJhxUNTZySvoSSVfnUAx/Rvqi3MnXxnf5lQnhpCZphX6Rvka+
tVOgcs2e2zaV7IW13QYCWPx+3NjAZAp7oVZyWqdKjNxmMoTgOeleVCKjhePn/TqKxTAg8QN1QeSN
gbW43gpRMWozl7n0ldHZ5U52ymvbM3MwbNXBJqAQ14zbWuJGV8eF4gHSImjBWBzdVEnwzC+wOloX
ugYylL9v7+8VN43NhMQRJ1zBU0LwcaVpD7FZBcwv42dSp1C3TNwhvv+q0ZDYAZ0T+iqAoRSMgGna
TtsQKb1sVjZJM3u57KG0Mk1XFoSlYe2sJAOFBayI/a2XtWby/11YeQDYHPQiIKUDNRVhA1doGVEb
Q+n8yIC4ex7rbkJL8NGylzpRX+ywNt2U6qA2lyV61saFjjrkQtF9A2Y1wYnWU9SUUV/0CKFGr40C
b7wfmwQcBB4UAIQiDoATuN7UWmAyvWdR7yvd6BrtE1P2UAPXnO3tfbZ2B3GqQE6OijoxfM21nZIo
AEUosKOBl6Yvd6Q1n4lyaLoH054PtIs2aVHsQ3tG052s1XVl9UBbgr8QxC3RJqioxFZSZaOfZ1+V
FOgvyfZeCd8R5IJMH88elF5FwEem9lNYpaiKQQV818H90N48aqENHmqJN+CLIe5DqGBBE9FG9Woh
NAPCQAO0i8Xgj+2XORy3afUjVJDvD8JdXH27vWJrngFxO2COeDDy0vv1gul6bupFhwVTI+tgTlCb
y5Pyt0KI5IZds8M5n5CVh86XJuLDxzTOh6Jte79nmT+hnyiomy+WLYMGr50kIAiwPgT7HDmC6+GY
KIqrY272/pxGmz8hTTe3p2vNRSCBBuFc7AIU88TpKuOMjnHQ+6Twy+RfffiKYJH2TxX6WRIoLu9u
m1vbc9gDn2K34DgWM2m2ojVFlqU9OP6gmRN9a6pf+YwipexpusK54OD99p8hPq8Xb0ZnRB1Vbbmh
/EVrk41eTE/zHBw0s3qvtd4lYXfS03KXg+zD07PfSWhusMiyEJaHWeLOR+EGFPlcZmzBn9SSyp47
AkdYqPWz0XXPY1ygYki8xjA90nWbLs/B65w+tUPhuIAoHmJbe/uLOcchR+Id1+XiEViN1GnKPsGJ
6HU3zw72cLasjzKQcUV9Hq3FYB1eAwdMCGk5YS8NZmZMSoCjZ4wQYQyLx5JNb9U4oIMMCsCEmZs8
0Tdx8dXuwp9TD5UTI4eY51x4DbF/QWl3o5bTS2+jfEY51Vx2snK6bYmsG3vt6AJjAri1DoXNhW5U
X4Qo78aYkMw8lPVTii5aO70fxOTokObDoTX4JSUikpExdAwABJmvk+eC7umP24u64heQokCJAAAm
8E6KsUkJYdBer9QJuoatW3012P2AVjxO4N5w+wAOaFp8Ei8O0AzWt8Ao8PvLNPZq5F6kXLwrrkeH
FB4u18/nvAhKz0kaVqQeJ1/JNM8CaxWrzx37pRlvEfkZsEe7fv2LObswKIRDYVU6qR3gPVkrT0qr
unb+8TcGkECE48G6i96NcoVeKyRcvXXbOJvpLzYuXjxA0CKqAlpGlO+u9cZgk2MOfmg57outvkdU
UqFbualhATsXhDF4wxG+ZherHqqdXVo1GcBennwos7Pr5i52HYDw0rKN3MGQKTyuXAiXBj/fsRcG
dT1Ou7ihg2+Bez6bdmCM9Kr4lXT3Pxev7Ai+aSpTq21APOqntvNMmP3QRP1b5DT3329XZoRnd0NH
tSjGGSs0IrmjvpjNWzF8m2Q0OGun3wAfOu4VrhglZqlUEwwyfYvQDfKls/EUtJIrY8VDgngDvIzI
6aNuIAKnynlMqjrqoULLBrdVAZcAzKCVRGprg+AM8uCOQRxFiDBXps7+5zgWoD9r0y+lTLF6zQDS
R8h9Ir4Bo4jwRnCiqiHZ2Ix+Hz3Xv9pIEgHKPi88Dxtb65Nybke/njaz5aUyhse1s3j584WzSGJg
uuYR37d1SNq5QbGn9KGqtqOsvCkx5AjQmLEpTZqg2dHX2k2TQQbm7DAvM5Btk7xo1g2hz8PBQ2qZ
ji7szlDsqBx90xhA5BZ7IYRoUusLAQXs1Eu219oeBmE5nhxgCnIWj46xVPDvY+iV9/O3Kn21yVOl
S5wKXwEh4AGC+P+bECcOCPl2cuxh9Oc23oMraurQWOU15WNWPZlm7I6yLbHmLS8NCl6sKXTapjMM
msOPPHsc46ey/pbJLoH1mePE8qhXofOHL+OFT1aYpQOXSUZfAaUkQ6uMHilui/aG+29LC5fN/5oR
zg/qqUEG3Cm2XbmZW33vQKT4toXV9UFPAXIf6K1dsGSC7phOTQgHUDdkfEyHoX52ujHzArUpHq3J
osjokOFgtcw5RCkzDrfNr80jgn+kwYAEXnIwGixFLnlCW2cZvFLyoE2bQUbGJDMhhDRtiQ5GgEGJ
T8tvLA031Hl1AMu/PY41R/eJnAN4Tl1ims2pLsy8VZGwtr61m55IQtm1XDVQpGgV5LO0pI6zg5EF
1dyjNxVoMKN2wVdd9E8s+8WMxC3NHzqoiK34fiCPg1Y7FBbQOUFB/STs8lKLwESuzsTvQNHl4TbK
XiZTH05zpcgIotWVZyBv6wNZK9qwQanBl/HiRIFRAxWBCSl/e2C7tj3F5IzU8g5pTM9oNh2dPZC5
utrYug0SmQr4scmDqRzmcVvkgavTn9X41BW/SI9OlfRY18P29gp/ik+LngwNFzwVjWh8keayK4cV
jYa2mFnfB53llQE9ab3p4dkM1s0nPd6jrxKRKSjUfhj6Ma3POLyePiEs0M7DcERAsqkyWXpU5dmN
xc8y4YKQ7AOvoPiIaq0iSCFKRPgrXs+fnNh2O3IgynjOy59KkZzNflsbpZtbT1P9HJc/5ygHjHRw
q7nZB5rz0PeVqzQhlBtPY5+c7ZZ6YTtKgub15cX08ZI72iTFnFObFtBYg161Xyf/OHbksvmFdF/m
ut6BSt+rwKOfB9tGPwbtL714yrWHqvCjKcJjvNiotNk2mekZFkjSy8BFRvhsJufb67viJji8nueA
OWHwZ9/pxf4LGnucghw4+6Ft2RdWquFTWEDJ1iyYrHrOvbawZMh3oMWEh6bAbQvHKgkHxWhaLFkF
cfqntIVkz5QM7MFgQ+vZc9W+2WlffWkUR5F4+8Ug0W6DRClPaQJbCAmt60NGAzAUTWTM/TAZNikJ
0SpL3Psb6a+tLB4sWl7WIZlz3ynI+4gQP5htyWlcncJPMkWkLxEmCQMx1NSgCQoT/miDMsokG8pe
WvZSNOFuBOvB3Nzr3wFXRhoTCCGA261F1a6gaQL26rzzY/tRZY//3t57i5iFsykTyg8wyijwEdfL
wmZFH0lKUYQoDccr+jRyAWrtPajRxQcwR4aSNonlNri2J16JY620ozN2/hgr3gSeb7cgKOMjzSiZ
tkU0ywfGyytIq6HULpIHcnRj2o1T79N6MD0Q9NuPaBnQXFuJ39UhYnvMtwzcszqZnNAMfSAoeywu
LSfrc83UO59OT60OGZ7kcS7f27tfTnxoF2aE0AyhUTeoE8xohbEheupG07fbu2JllVD5gpvg+SVs
DmGPt6aWVZTOjW/N0T/9XGdfimqmnuYE9OO2pZUpQx8T3AHaCTlgRHBIdm4CIBgXsBSYP0A8dFJy
5xiM2XbIehn538qodPQBAaKGuAvIbWFURTxTKFIbNZrYzmV/zrIjsd5uD0diQvQ/aMK0kryECao8
tBBOqenLKGuSXbUBNWLDxMHliazrI5ujKBjFdVD5bWyNSPrkw7aiWfaSB7MlOUQrqwOXAFkGFNjQ
jSvuA8gFM6crqwYV0O1sH4350A6HKft5e9JWjioq7Gj55XhqROTCHsiDCplGM2l8Z8iNHOradDr0
Sq26FDmhx7KLsoPZz7EEDbFs2Pq8bDm3KMqvSPgKxZuA5X2shRhcNjyg16EKHivrZFGc15OOwlH3
kcanoD7mtuRw6eIdzO2Chhl1HUAkFumbuc9Gpqhl45tdmh6haDd7tmXL3h7LuB3kEDjCKMLy9r0F
829tQSF2NOcS8uvdW0bVr4NKvUELNwEIpoERSTdRX21obTDPgX7Y7SUV9ijCVKjfoDAKsVEkdxYo
PatI9BI91pDYqU9ZtLPiQyOLioVpFE2I+DytDZoiqmDCAd/MLpe1pwib8n8+z6tUKL4tiZPLEvI1
Ux+aJ0LGXYxov/5T5Z2rBw8huZM/YmFLcOhT3elZ2MAWUMb7kPyBD5OUulYmC+ltDaGXBq0zsChe
+wxa8oASKiInOuyqrSEDGAt+gg8ApLNA5cIEOBjEZKEVVlBKDql9otMrQiK3NlqXzgddJmC7Ngzg
c/EoRBcvYMDCRLVJHNYKHWw80b4Pj4V932X0OQyMw8TpBD8k6NeuZwlc3UoVhY55oqA4Pk/2TP9J
jFp5mzNtfDEGkt35NIFBVB25WRwVG7As4UYK+j4c5qwpTgar6/NYsSO1I3XeNqDR9tA2S1yoLH2z
SZVuxzltX6yuiMHIWERu0DVkQ1Beemjt1nktoQtlb20zq3es0QtMvm15WqWmP9DHr55Zx0nSlLJ/
u/eYcxkteBncDkB6iL8/zGg3QHQiP4EymyBrCHV2t5EgppeuBBQ36AuHlCoS3gt0eQSBQz2iY3Ky
SO3NAXJd5uQmxub2SJY7i1vBhQq8ADay2OtcNFGpJsDDnpThkTqRNwJUdNvC6jhAa8DbthHOi9dN
FIYMvbJFetJy4hpW7lakd8fp39tW1sYBhD/a0igqd5DSvN7CU8kMPdXK7MRirwRJsGQQfENevB/5
hsUB+e/z3PzFUzWh3RiNBj4fGN/meKt0T9sxONfdPun2VIYsXxsLCoJo6sHzGOg74ThCSN5iZMLu
Uovs2bLdrBwlMcDSAtLP6BkCtAKVzgXIBuAbC3StZXuq1E2r7MvycHs1uD+6ni58H48PAIrXstyx
TqLY0ZL2RNU2eR6IHb2hRTl6SA0TaRsQAx81hVjuFI3ZfelbvoNhGQBTgGRXssQRqs9t1tXtqfs9
ZO6d3T2Lrwt+mLC0TUnStKc6iT2zOw7S8vPayhjouUH4gAIU/rzeaE6a1XUCl3eaXGVkbqLJ9GzW
DaDvFELliE/E46iFVC+ojqVnzYsSPBFNugK8MCMsPh7uyF4aoH3GNhaGQHs1SkM7hDAcbIHKfDS8
oAGZjkey3HIO4dzHb6MFCJTpFLpXKZB29JxuQNwLirRYhW8wlB9l4DReR4LGw8l+x46hbjaEAwE8
x+x3SuLY53RQ7U1URvaudjLFLVSWbSC2niD5p76GY2e82IGhHJKoiEJ3Gsv5HVVqZroUiaZDC523
atOPVrsjZTI/jmo9vufoHXFHMx4jt2gVCz1iDWGboqksCchtuQjcRTk4ggiy4H2F2paTFUVDC6f3
nUPc5m4/h5JjsIzi+NTjNkeKA55LXANw0wRI3zmVn1rEGwcovh37uj6SHqm8QkY9u/TwMIZnGcQ/
kdZHT8f1nm2reVSGoK19p9RRBxz2RJ2eikqXjGll0rCncCwQ36O6JYLCSB2pPetYjdLZ0Ure7Fpy
4cq+r14Po7abPqh6fH/IT6DRcxNZQ534NIH7wEThUCOCwctrcdlCV24ap6HCKzn5kmmDa0wldEle
COrYmfJMe3tj0BNKW5vb3lhMWH/aBcwD6gWf2TQxXEG2mmmZ07R+jFJPqRZIRhduHSTbaPraBI9z
uKfBx2B+D6oEELTDaKMTLHm1h/e5i1xq5V6GAuKo/ztl0zEHiUVVP+uD5OW0DKUhGwoYCS+9o9VN
RKkUCavDoXP0k6ENbNMhan9R9ZjtcXcUT9HU13fySHBfDjlvCifLn8ELJkh0Hypzjez5CXJqJlHR
dKpsb8/7ckPhf0ecyDk5dIp6wfWGSiE9GoKdUT9VkXamDLl3pZC8b0Qk8OcoOLMDLEDZGwfw2sYw
m11Qd4Z2wpNwRse0Pv0q88LYg8Ki9ygUbR+NdISGQFSrYIkFWtMIxmAT2kYt+SVrTuBij4lV59Yu
h87su9av2m2lbErr0KWS+ZSZEB5zUablFcooLdo5v5axr9WJ28ogmjIbwnxaeEVEjYZhQM1JLb/n
WucOMrjp0jmjYMnBrXhpcSle4fUTpbqVVSE/6iXuuMhtnH5ThtvW2ehEMmUrWxCmOJQFf/LNcr09
2kbX2lnTUTYzQSh3pjI8IV2J9IAhRU8iWCZxn4kGkJ8vowqX2akhaf5AEohxG/0wnAOzo1tgLzXm
9m0eN9zXEWTRRvMhYTbdtWWoQk2ZGU/G7HS7JqHay5SzZlsaUfgWmla8q+qOya6q5c+1EVGDbBaB
NXJvhhDAKYwlQ18nLehfo/GF5UQ5QSAT6rgOCvDJXGqbaVDeWZ41h9u+YLmvEG3zxkA0u3w2wV0v
RNCyVmsCTTvpxm6uHti8k0oLrKw1TIADCS9TpJ7EZ8McYx9kSGGfoEhcRhsmU6sVE4d8+wAzzEF4
vAy0eLVDSI01FbWGEzi7W0gfBvW7liFL6TpllX7R0kh9myvzF2NBuRvyie7RF929JGYOLofSCWSd
y2u+D/kDLCdeMhj0IsjpLGVsa2U8JXrab6qeZNvCHuwG5erJhuIyYjco3EUbO3L6V6DyFXfsWsMN
A6QTJLHJyvJe/RR+u128Dw0IW6o1SafT3BwVZxdqT5qs/rayvHAYSBWj2xwoO1GhLYEsLRsbmGDF
i8ZiVxl+3t6iKzfwpQGRiyiFnjbFO306Ga8g8ur0AxK0zig5B5JRWIIPV41eGacURhTHTRqQD/7F
QlzMkiX4b5NhidW0mE42+Z7HvhntC5kQxTIXgOIQ1kGF2hhOgviCioIOBJcj6U5NxkYdwhd5PrqA
7BS/a9MJf5ltHLpN5czeZJXq7CKIkb3hlrsNba4cpAglIVRGxYKOBhh0FHdaf5pGtfecMDzRxkLJ
N5AJ+koMiWUdNs+zkQZqf1LohlYblu0mUxI3LC9DBFfoJOG5R56zFx4Php5P+miDlBCv3SH1ihxd
WbtOP/cyYNeKu7i2JPj+apy7ctbi7uSo/9B5a0SP7fSuFjsj2qOjblOb+7h7yAC7v32sljv+2qxw
24NzpIeCLMwmmjEf88g0HlCB6Y93W4HUIdJfQMcCcCB2JRMaxfpA6/4EmTh3Tr7mMhKmpXdAb/uF
AcHD5WEzzU3W9ieWKrUHtZfBi0FY/a7k6Yg+Xk2mHrU8ZYicKUEvJbQm0PMuOArbht5PmnYY0Hvw
TnPPZvsUwB9PK/bNnSTGuNh4cRR5MN5RiQ57fgwuvHc8gcR/tlL1VHZPSb2PZLogK3OHHCvYmRGn
4woVyS+qMc1LS6/U09g+JcnOsTza7pjEfa+cVaQMAYbD0xhdJOL9oJQ0nAvckydGDnXymKsbKf+f
xIR4Q7QhKVvDBAgrzfBO9JCrobJHvsyEsOyszbvCyTnOa3pMvw/JsZH1lq1YQIeKigyCjj+QYb9e
bAgXKaVWF/MpJa2+KbL0WKiAuZmGjIlt1RAY+HliBP3uYlokVTPFSVI2n+ymOs6qCoXqHFUMZsqC
jxUXyqlEUeFC+RKnRhhRbyCZFTQtRhRPW3t+b0ngqXHxrEeVO8l6T7mXvM7u4SXBZVVAOY6AdvF4
CaJ2LDWn9M0kcUPtXyM4T92H2R/jMvCs2pZ4z+UkXpkTq51DH89lXsNcP383s2MJ1TyQCt/2nTIb
wp6bWTFlhqqUfqE8Z8VBH18j7ettE8tL4HoY6vWmm6ArVURRUIJ76jjazG0nyemXGRD2QGLSulNp
VPlsSPagXg1AjH57CEsnBg+G/AxqkOB7XGznWR3MRM/x7ramkbgMPTdhqI1uWFm7QM/uvzWvrQmX
td4FUzs0dezH5ri17OQlMqS59pWtDLw/8j/8RcaT4deLMvQD6LBjK/JZviltoBDPRuL1qOK2Zxa+
3569lT2GYjrSNCAfQ8+gCJHqeVNuHVmxTyziWuZDU4WuJXNtK5sAmCXUXHBTo4YgsknrQ9S3ejPE
PkQkXw0ZefzqEC6+LuxhApB/m1B8HfXKM7PZCy2Vl4AEsvLX2rIAIQIuEtxlgIwIyfEiZm05jTT2
abSfkscwOyZF4qbKY8M2jSXB5cmMCWc/qgett1qCl4L+bTROZFZcNYu9NAT3oPEnaCNJuLs+if8N
TphENPuhBcTE4NLB3ARB6CZIr8YytOH6RkBUzZvNUeMRguocXF4hQp4YvaRN+l4ldfNgKT2V7Ok1
KyBuA2AdGCk8S/lYL8OmCpUe3Qhi3wD6YfIc6+P2mZF9Xwg5Zy3o8iKOEz9XyVnNv3WZ+s9tC2ur
cTmC/0fale22jmPbLyIgatarZHmIk8jJmc+LkDOURM2zKH39Xcy9fcumBQtOo7saDaSgbZKbm3tc
S9onpdS4ZlGsIMoPSrKvlB0rV0o9148z5vAFwxmcDtga2d2wBlbzfMCBN93nrjgKeKVcV10TEP96
eyehDBzZS2FiR89OxDYIIngGbVbMcTOB1nn6fXvDlq7L+WqkIweskzVGTGWnkHzixiZKuOs4hZtX
oDaJmcvISqfIkgpgVBmtKXCkABgiyVPDiRaIP+NT+DD9WIVwW/u6pGCq0pUszYb4pBHdfa7qNWd2
6ezPf72kXt2cTyN18OtZD1+p95FQTpW3IQruz3qgdnK2TeLYzs591oscwxIQFIzkt70l2dvtY1/b
KOmlTEhhsUTH94F2VQ+e6d/+/NI1RAoPRW/wUlw7sFZZGJNmZzEm1qwNJmA2RWu5s7bGBbd0HAhi
kWdAkzJcGUmZxilCWXqI41Ni7xzngSqvGh13RNU8nvy5vaKFe4JkOKp80FxAhcmuRZmAazLUpuhU
VIYbh+N26tQHhbdfaAUCYU05AM4rcW/LXNhF0PAAdgoJUVEMkpZHw0Kpa8eJTiTakF92u1ttd1tQ
A7QFYkHoeRNOhvRYprndARWqyU7UiEBWfaDKvFIFXJCAhlQx8IOmFLQQSDdS08hImF5Gp5A9RA8O
XzHG11sEv+gdfwO6hsYa6UKqnNnE1El/qihIhCNee7Y9fI7UNaQh8TMvgyTIMUX3jhgjdOSITM9z
c1QtTEKXqa0957wYNshj127IS2vXqMParM9SZRkCBaKH6LFCIHhpAIxZGZSGR8OJoV8o1Eo3pr7d
/WbWY1cFTcTRsTR7Hd3e1rjr00IAiDYDABOi+f+KeSDr8YDqxjhgBG8GlVARxHHu3xaxkLUTMkCO
gsgD0wxyK7atThabGB9OWTG4EQEqWOnRal+WpRjY8PqidFlkuxyTeHpOVry19+yjfJAIdgVwjwVm
WrnnAG1hXY2u8+5kd+YTZ8BVauwNNQsgVSYPZtyXLlBM3FrT/KlQuBs1SFuaOfF1cAlaVfW3Yjr+
dWWD4bgVC7Okyhi2QCpa1N+ux2HbKS9no+5OkaIRLzcS4xjHtu2iPdhZ2YUlbRatA8iQIe6/ahlK
bC1r0fbRggxvU8ZAEJi3Gd0Ma5QaS9oEywVIGFHMvgJqie0+YyRR21Nu8kOZ0VdKshVvf2nTTDDS
owiIwThVzibE1tAoZoyZImL4mFhwhzZFd92Kyi6t41yIZCXBWdkgh5V1Jyd7HNSnfuU0rhOjooyI
c0CLIC781Ry00lFUXFVgCBm228d/MUzkzuyt1K1drbzQ7NTYa91Eiys6Eym5F/lsOVOlUAE3RoEL
RD/n2hrj6JoIycPo0jwE6BNWpcxP1Hgo7iTagGd8sWumFFRWYa+HZoLvR8XfXPtdrXFRLf5+ZF1x
G9GmjbGKSwPc4ZK2upIOp8EevQSTBsX9ff9YAc5bEIoCmOJqsCtTjNqcrP6UNC+OF67xCl97LDbS
EmjJxpwieihl54i2jaXHtdYjr8f2uY4ZxQYzZPHwmGfhl1hL3lKqbVZsu9h02bqKyUgxBI8OermS
xiLdjNscbXCgLHT4d5D2YCTQTSPdHVnks+5HWjd7vdndFrt0VGhSg7OJXMv1VPFoWjFVEgWAUFkQ
v/Hp5b/7vBB/5ovHE8Yke2fG/UQ7YveG7vXb31+yYfCNdEDkId97NdbbCTw7bcZlVJuvDLNivcHd
VUz+RYfiXIrkUGBkqacTxSaF9pS9ZUTXD3kYGZ/ruiHP5UwLzwT9msvm+Adz2jhQtSm/vx8PENGC
EQKB8zWjk16AMaqbATKX6oObbQ2y1ryyvJP/L0BuWbIHq7SiDDNPpblJ1I1q7z6ka2drkMleiBUx
hXPcKr1jvtqSTfX3tjYsKfO5AOmckOwDpVeNNXTWL+NXqH3k8yrIpeD1A5tOxupsEtaR2cA0abSn
Kl5+ey3Pu+RbCO9FoxaQUzHoe3lbLCNllDgTLmP8I5oiP7fTnaketGYF5GVxnzBCg27397l96X0x
R7BJ1T2spxI+sweluo8I6f15wSzQfz4vcx5qoCb6X+up2PlDP2a7VnUCM1V9pZqeI0MNYoBV3T75
pSt60cskLUmtHGKYHWtPVp54tb7Xq2en6Pw4U91EP1mgX6tOc/z9ttSFfaSiUI/uHzhQVwmZOKub
ghoQqmMYpznS6s/t7y/oA+ZuLUExY8O5NYT8M+s5DrCeaq9WpyRrPVb/bDXT5WQ7sP9SjrANZ3LQ
mm6PEdWqk65vFdPNzUfm7ChbSV8tWBiKiNwGgaSIOuXxs0ozwryux+rU9F5XHbLZB2X77Q1beLcR
LKN/Anh7JqhjJQNAVF1r2hCd3hlQiwz6apdBOmx48zUuD2ytc3Hp9M+FaZe7FiZKpsw2hOmTW1Ev
XRvXE7ddcgguFiOdvj6xNGI9vk+rFyf/MdX7qP3TqjFy8SuRwJKeoRAPWDTENMLjuVwJ2BQqNXSU
9qTFbxZrvQKlHwxXac3v28eztGN4voT3iR7gK31WK86BctG2p7Ajrtuna+R/C99Hjh8KBtxS1LFk
DI00V/S5dJLpNHxX6ZGVh7t/PhJK6OsVbu01YHsKxRsLswTY9GNs/rT0bx/4/Ht2F22w12RlrIOL
ViUOP0XsW80SQJR8RAAsPob0UPK/mnXmSCrYdAYg5aBnHiE+b9dyvDJIjTD9gJQGBi5GxFTk3yUz
bNPM5HkL+MOyd+iW6c2nOmy/aXH9zAfLsxig6vrmMZyIi9rZUSnsPxNyNDaHk1vO+wSQ9GpmPrC8
+VPpJtBu10jzFjXk39+nS5FPHCkUo1facNKRFlKqyl3rblkSgAKqmDOBjUP66fIq6Z1lcl5Nw8ki
lpui/bJLV05xwSygUPvuCqJD5yozkNRlPvYNGU7mDDSGyag/2X2+r+vOteIUbWkt39zWywXrAIGY
GaYOkqlwfS6X1KqYvHMGNp7CBmwObT//Gu3a8liTHng7/nNb2NL+vacJAQUBQO13BTt7iiK1ilNw
9gGWHOydj065YukW3iCsQyB1A0ET4+lC/NnntdCoAKNnA6u58otkO5KNvha8L22XCoQJ5MkEjIH8
zGla1dk5IPtP00QDK85f+mT0OAC7ebmWD1wUhUQnupwV8J3K5bSkJXZrzvlwSvTkez2zTZdkn21u
77te23/gXPBuo50KLDXIf11uXIQMWzgpQM1sq8z1K/zP7e8vOXACgwGZTdG/jAD4UoCjwwCE/Tie
0hKgKUo/PnGlfqJatMeo03xAx/x2oOmzkWi7KcvvD1PFzDpGYAw0P+DtuBSeltmIWqIA01RfTOM1
WfFOl7QOKW0UpZAZ1IBnfPl5jOEpTT5O4wlskW4Zvyl6EN5JuvNueQVFBewOjDC6Di5lDE1bTAhH
AWvamZtfBJnZ2we0pGvn35dcq2pGGsbB3Coi7eQwdzmQ4NK3MR0+Oyh73ha1ZAPAiCRml9Fej2bY
y6WUVZ9F85yMJ4w+DuleXUMFXTwO5FRF8QMzCPIjxULKFczL44b2j2pz1FjQtx9QKJG2/T8R8jtD
4qZxphQiCicBNiPQq1dUauk4BOI8oGURgUCnpD2aCCW8M6eTEW7t/HlSATGzv5M1+12nDEBMw8II
j+rq0qcmqH26fjr16otavwBBs1nro1k6a1h5ilkNcfvfzcKZQabNVJegQ5tOQGQiXs8/3ValpYoJ
wifYY5HmFuDOl/vEAZgHcIUaqHlWnX8f0U25yXQLBEWs1lylmwsfKdzpoZtTczMORbXJi6Z+abhD
V+7PwkIBLIheJEcw/gDI//KHFJU2gRMBvDt0QrrI6dy88W+vVRy5FC9cSJCMGO/bEZxPkFA327bx
IvIppI8pXJzezdPHUVlZ0MK0E5pGz1YkqWBM0NoVJuC/zqbO07SvSq5tLcwZp6FrxNswjjGt/Bp1
0xZo7l6t+SxugSYbAiNiFw18V2SnUlkrni9cC0Qx8J/BwC6mf6RdtkABqjOlwouolo+5Ve4783sd
FmgxzL7e3u2l84SXLkDZFNT7ZLwi6JVi5DpYGbpm8Izc11m/YgYXzBSWAnwgJDGBtiC/7rED/K3I
gq8SEdur1aeMPCtNuXKKC8sAEpG4GYhoQAonbdiotXCWWqTqefKWueXw/e5duvi8pJMJL6zEytiA
FpnIa3dltva0Lv1+OFuYrhcu91UbQ8MHbrDS6U7t5CVbeie3h7CAABP89/NC387Mk5VMGqsrfD6K
J1cJwG+5cshrv1/a/6wCg0yVhQD2m213+jEna7WeBS1CzVaAc9pof6PyASs6UlQjsCUw/eNxG7gx
x46v5KYXRQCNDolp0K0gcr3cpIlr5TilCPqaiu0K2FWAopYfSL6i8Az/EGSJYAyX89MTWFaYwSIw
AxgeEAnWZoeXzuH885L7FAF8aZoBb3yi0aYsvI9cM5RBAY0k+hGuMHKyweqVUU3hYHaA28I/K/7G
0hEgZwwqX4H2dTV5asXljJ4ng5+KwQOdV5t78/0j4ig+IKtmqeitF/XDy1MeYh6m1jgjPWFQ1wcw
wf03wUTgDLhpYYrQMiJ93470fjA7flK51xM3iVe0VJga6XnEoBhKJ2DaxPy5zNmNkNBMeIYTDqOn
WevcSms8jT3Z5THBfFDKVypTCy/RhThpu5AvBqNbGI642N4v5a0F4K35kR0DaiIeYcxVXE0FZUMz
KIDoHE9dtp3zXfzltu1e8CcwrIXbhrkjQGPLg3XdUGCGs6hx4JySIxKH1j6N7favOle6hxF/Ertk
yqNjNJemP6d1vNKfdH0lkWZDPAPpAkdOjtVTh2ghF7makf1VqMsBO317gWsCpCPK+64zQqIiGfQy
qceYHz7webDsiOw9Hie53FVQCu8zRRhjjQAa0b+pxopGi993qdHYoDMB6uWN6QGUOIY2EjN6s+WD
3yQBV3cfWYMJD120uilyf8XI4truGhucHPVzRII1wK2lFSBNjzgJAGRoEZNSS0Q3ujEfygFgnOyR
D5jShrvOkDfjd+d9kFMQqgw6GwtmRjLvTYNeS6Np+1OulL6Vs52Cf/i0lpBZ0CggHRo4cUBdCEap
yxNxppYVwCnrTl1gYthIVdaSS2sCJHehS1RQdWYaBIC/abRDN9ZWlOo9qJO0Cn4CEtxwfMCqKDsM
Q9TFTe9ARFLG/mS8VMbnrP3HGL/n017RezfqanfqUq9qM7efms0UNn52fwcJPBY0XlBkk0VhX3oM
kIAqyGRXdkDq0bXt2jONlSLlguohojXQqPdu32SnRbX6lvd9ZwVqpbla3/hFqb4aQPu++wIhrYU2
XvgtGLGTF6KMvaNXWW0FwMH0aF57GV+b5V3QCYTOgBdDiwIeAZnTSw9t0Dc6iR3kZuWWueZlykrl
bkkCEnMwY5jVsRUZbFZjzqgQyhwxliwmHIb7LT1c93+/Lxkyi5Sh4QyJE+iT12Wb9tv9Z3D+eUmZ
mGIN49Th82Pl8bzwmL2GpLG4QYAnFNj8AlhY/P0sTKijbqwyYHcEqUpcDTXnVdjiNQnSW9U0UznW
KiTExcv8FWH27S26do7wxgJKE6g5KJ8hTJAWoFZtYYcxPt8kT5MOLsuaOYNrEvM3s/t9AyR4QKXd
//5eCJV2De2yGKFtUifgdQLMJ8Ur1prcly75+bKkXetStZkcAxLmbBslHmsP7H63FTUYMTGnIii5
BmLmcZK2LUr4waQB0VFBD+zdiQacC4wx8DWpgfdeflO0Et5RH1rB6JX8cxd9un3y137q5eelF6Uy
xtlQB3y+AIwGUL5iA1gzh3RtdHVBfzHnhel1ARQB0nPpirNI07JRz8MAVIEqezaKt9vLWPu+pMDl
XKAlE9m9YNY8p95q98eHiGjQLItUDxI7V41mYNvBSzQ3YWDx18TNk7vjt8vPS9uTRMhiFAM+D7CR
vnftebNGab60QecLkDYoG4xMn3tIQJt/72f3d79jAXAbkGuAsl4x2g/IlCWF1YV45xT3oKfKiq1Y
UFOUU+Eliukxgel/aaBsRpSw4A2B/Ssat4iMTV4Wp7bTXFSHVpzFRVnoIRCvKWqRMkIcNVkGpKgR
7q7zq+1/GNqnQf1B1tphlg4Ej/Z/pMgJDRWY32ObQ8ps5xtzcFCOvj8AESyuuHQwswgUxC84e5U4
RgCY1o9hsDHz3rO7zrv/zp1/X7KuUxUbSmwPIcA8Yjc6avMHHghdkKJgxgb4kOhYuFwAJmNIOqDh
PyjImx2/sc3t37/wOpx/XuYH1lu9DccUppvyY2b8ioxfKlnxppcOWbCBoakPXKBXCKZAX61abahC
4J+XYJpRnqKSfr69CmGgJX9dwBUj54OnG2130imrmVWrRew4QZ1iwGW2Ii83qW+Uzs5Soy2ADtco
y5euB54h5BQR8+Mf6VS40RvRQLEmSnSvBYmiraVAIjnV8YrbubiyfwXJtaE551k/cAgi7FUdX+Ky
3WgdyIJGJyDhmoFfXhW4dwU4BYahpFWpJiknnUKZtc43/WGfzcfJ+nP7qJa0AT40CsyKMCtyuFuH
UQ/sMzhxc5YgYwMKpGh3W8LClmFGHO6ISJNed973oZYoJCvNQLO/JPW+BthYHH9PCHONckXUwmIg
CrQqAl3NMuVu2LJP7agpBjPon2z1k7HGDfh+upJeAzNZPLoUEHXYs8vLr1qdltnVaAZ8KCe3mJNj
GhcPvWlu4pT/4uOoHLDcL6oxbkaz8G/v40LdUPDJI18r/BUkVIW6nNnOHHwKoRkmwMpPCldpItfI
NkZ7GJWTMj2UNbQQULW6enDI/rbkhRO8ECxVTJCD4WTQYivg/eQpKVolkRCJK+aipQ7///NtaQuH
CFBqtGoJJhTMMUrPamI2YUxNHCJhgUl+1mwtx7a0HIze60hOA0gb40yX+1gU3C4xjkaAM2W6VfjF
iEbXMPiWZsU2Tevt7eUsWHTQIP8rTTq1NAntDoEMCSKV9mBExXRulB4BKbmybUty4IUIEHfctKt0
Ul7EoZIBTzmomvnQV+0jw5xumq1VdJc2D/10mG6CXceIg5Qeqx1tnKMGy1FZ5oYYuwsQeoNnFP3z
K+7Vgh6gwxhpFTxSiAHly0bMMc1anQD9Q6+R4fFS58fdJwNAKSB+YJ4V/bkyk3TvZBYr9dwJItwj
xy0mn073G6QLEdLhW0WtGqwqkEV4iU1gvq7o1sIWAe9DDDCjNnENI6HMNdH70rYDAKcdmrLy8zxe
yUmJN0YyeSgRobiC51xwpEkmb4a7w4cYTrSjE8/Rv1TmS2luNQfTMz/D9rldRcZeWtO5QPH3MyvH
ypmDYhwCu+9tlIH13lnRq4WLAr5ImCbUUUE8Il//CMFlpXQFpsyB8ED2TuoS7dNtzVpaAwpTIDRB
bQe9VdLDPYzJWIyahinph9lCr8H99hgAYvCt8MphuFeuwiPSyOeoo9GJN4Xm9Z3t1jHfV8MfolVi
3mj+fP9yROZYzGZgiFnOVNeUtxxtKvFptI+gG1QPH/g8ZskF2DospQw5iUIk43rfxCfL+su7xHVW
fv7SgeO7//99KZCdwjyPhrCKT2k1TJ45VRsWDr7S6e1K8LEmSLorJZiKSZ1jIShGdZmXZ147rIhY
wHgFpKTgtkQrJ3i2ZE9XnU2bWS0wEkoebVureszTet9zbZPb6mNWWJmLEgzI11CZKpAwj6mTe4Dt
XQOefM++yXbh7HfIjnASRb02D2F00i3SBq2WGqVfaeoLaGUB9ZoZqY9Ed3XUORw/EDh/zyKzO84A
/3SrZlL/KCDuuq1FS4bq/AdJbkOdRnNqldgYPF5bYNG7XfYZ0LNRdFIFVhDay8d5JRhYaC0XcPoo
01LBrHcFuVXW6GSwTFwMBycP8ICfaGlxLVp/4piVdvVqaHfWWFYetesIZFBO5aols7y57we3bnK+
Udqq3rCoZxsEUfomSVh2RDGj2Tr63YNBaDFH7RIIFEj8X1OmRaPO8hkzNacwmb5kuf4JwLwrz9GV
/l+KkGOJBOGZ0ZuwS0b86BRfiell7PftU75yPyQR0imzsG6SsVQijPECp6f908f9xgL2APvOdGvl
oRCP85WKI4YVzbf2dZ2kSxJMVQPJ9VTa44uRja/ZzILISDeOU62kd652zhaK9K8o6dGjQ2SmpEvi
U21p8A/fYrSthemK7Vh6lUQmHYVz9Kygs+/yZbWmWYnGdg6DtlA9I9uXxdrTuiZBcndIyI0QMPdh
MPSnYfIT++vt01/7vtCOM9+ga9Ikzkx8X/mbJxtjWHlX1z4vxTmTYgLcssHnixBJbU+vVjIvSwp1
fgCSW2C2iaLkNg2D0Ty22bTr9NBLk5dMX4NRuLolUCeMbCPlic5OVALEQs/2qQiTKlftMAyM8Ik4
h5EmG7unbp0CfXYN7mBRFjQK0x9IhqL98lIW07iCLLFOsKj4yYkxTVO9VN0EzHHqq2u8LIs7KEDn
RDMloHSlHazqTHHwuJAAAD4+yGf9Sg+/xSX5M0b17rauLYpC/AloW8DPXqXJ2FD3BXiSkD1umadF
j2o7+SBAzthaE9OaIPH3s8MaDYAcajMEqdkDA/dH1h1KowM49cprtWRjHPSFosMcbYlXcXWld6Pu
DEi9ziQ+VHnyFIG6vp2ilcLpUpoCQfW/ciSFGHsEdaHTi7KE8zlO2dvIMHPUq46v5fMTYapXgtSn
bLVtpyi7Tsu/3z64JYXEuVlgGcPpobXqcj8jg2QF6gGIWNLBLarRJVXqjuRLhgRa8em2rPd8rPxG
nAuTFluavCvVyQyDqADtUabrEZwf60+V2P2DFg5sV1ed6Wk1AwOzRjHcBTpmvncaYb6gUa46dKU7
ohHFtya1/MNi6xuh+dEOTfgwc/sYmmruOlOmPhoUZWgwFCTbLiOGOyjAJSwxhuMReFauMXfOJofH
BbjzIno10zQ8VG3jHPOpMD0nBzYPHAMQKadtuG+UsIebqIfPcZEAqmKiztGJ8rcq5c1xRgvSBnP9
yW7kuu2lPB0PdaGXz5M5tH5YdKoHctzwqUmzf3jPtj3r+9w1xrzxlMQcnknXVl6TTpaLEevQnYq2
O6g9SglowNYnDvbyYzI7gxc7kwbCeNT2IjOJ/FKP8n06sO8T6eIN+PDwg835F5zLxs3ZRIIQuHnb
edYdd2jHeKfPOQZcNT7+YzB73Nw+1isVEl4G5jBM5JMRwb23mZ9dSW0o1KJpM3gZTv0bbBSdX/fT
i0Xo01w3Hiv6lef/6uGR5ElmzVR4ONOURSeLxb5uxx4bP+I3iXFa5C7R/SwjXKtVQswqJiQwzW+T
o3hdfjTQVjpXr8D1uL15S/bMgY8BjBXkJK6QVmoA7ScJseEEDK4+v2y9Qf15W8KVJRPbhewTYnhg
BVx1BmghdLrvoBM2OY3DT8A45f3KxV48kTMR0gtKbJTpWzqTIMu8cnar9F5XQ1qC5IvpE8pfzMD3
AdN4LE+392fxxwNhTgyvibhBUqcuAW8LKLFJoLC4d+fMeiJ2s7JB9OqYJZ0Vd+jsjsxhq6KSlCAA
5KBXqK242KJuEj7YvY5CQjSiNmaDPRAlvsor82TaFora7MDOl3gGrdhvperoRmO54xtzmk4uqZ21
cZBFPYFPgsoGnKGr3JUFvqNQ6droVFIQZhUP6vRPF/5ze68XTcWZDElRKkxyGFrZR6eOk00+Af16
/FU2ldsOR66tdeYvLkhMIiLwx8nKiRgVYwu2BejYE3h5NpH6c8zVba2EK3HPkhRA4QOuQKBXXWHV
gbvEBsoHPDqbkl3EDwYQPzRrd3vf1oRokvpELNaFogZNHnlAmPvVMv6m8Pjw34mRjoewYa6UWmTF
7S9Teirn53ytpL28Egd4zgJC/ApKckDsBhQBlBOGaki8ifR7yofEBQP0yrksXWvQoCnIiotxA3lu
TNfQkWHp6Dcwd9z4WtAVq7p0oamJ1BLG3ihgsqQLXY0EYCU9nohhcp41h+4jpj2wKd4oo+594FTQ
twcrDsrkq9Q+HinQhIUmDBT9YcZ/Qmsf340kCfMEqEUFNI5Ikl0NEcUonXax2sA8pbuQbXTVjyr/
A6tALlpMKmHaSp6rr2uqc3CRkaCtkvgwgYBjZw483BVtvRa6i8jzws2EQw3sMhhQvHpIIkm3JbNB
JNOVGN6m/fQpdXLD7cvo+1ywT0i5/G1mhF3cpmvYP4tSkfhF26vo5ZSjrQIjjKCX6WhQ9bEfKbuk
4K5Rf01Cv56PM4AGb+/ngikFC4eNYgbm7KEdkgIadhiRoXSUICz/iQoM27PQHTEpqFnHGlBWt4WJ
N/BqRwFWIJpgxZWS3shQmcD7khSgyijG8GhpCPImNmTbhoK1TicJ8CItw9dzk7l6Yq2RtSzYDBRx
RbiMfQVDkPj72eMJSMBmTKOEBgPtPEX93jSvYUxWlnhdrobWIAiCH4sM1jW6TZRUscNaSgNbfYln
dICOD2qpuNGwTaxNFPrwapz01+19fdd6aWPRHoOpFlH6MDGpe7m0LkTIlWW1EehlWvugWAKQq0Zi
n9Wdss+VVtv0Of2SznkDWu5mbndD1xXePHftX7ux+cZkJX12qrhxncrq3VQxu53axM2PQWu7T0XT
zK5WT+nTWGOoCK+U+qrWc7GlEVwdZcqhqDVnL81k/uBTne+5xVVPUfphi2Ap9yzgYGSbMmOlbzZK
vCVzyv22xkidC0CJyOMwJUE4E/NT34CptqbVWm/Mgpm92B/x97OjjzpNiVu9MwIw6m1auo3Bswt8
KMRmtw9iQcXQ9yZwmgD7ILBVLuVkve6UvKF2YNj7kh5LuGfx9raIhaVciBD242wpFUKNPCshglBX
Q12bP8TTgfz5gBBcEkEtKyq1kulL5ioFQeZgB3b6Saf7pPbKFKoRr1yWBXuAtqF/xUiOQlfHc69k
EJMZ+QaxNNX+xuOG10FVTW5e/wBs0+11XVdyQEh3LlG6KJlKSNmWnR2EmePNne1ZCXqkQuZ3TumG
+VGdthoyGCr9xXO/N+93jDAljP/YiHDRAyGpB6+tqFJJZgc1M468No8haz+P9lo/25IN0sETBQxJ
VA+vJwHiZtJTi2BqIq1Lz+HA12pdEuMdIaVrxm9q+lDohrvKhrWk/edi1UvVzEGW16RjYwdW+Xlo
dknsOWuzYGsiJMVkMyOsn2vMOETlb21Kfw2c+Ty/uwoheAvPNlBSTHCTlRaNsIEa/1Zm+1qkUpTd
qPm31XFpNejnRmUIRX4Mq0vvocXQbl9NqhUAuMCt1NeBfc7sNSymJYOhoWytYGwTJJjyXVZgxq2Y
o5FIHzS/mBxPm1Wvyt9atrIafVESQCLA5wVnEhhBl+dvlFpfJEqEDnUQVm15YlteNc/DFy13MEFk
sua7pTOyDakyuR1n49YA18c+KWpnB4qrGL1VDgVgACHaw8iK+lBEVeX1mpX4lRGnD0mTFQ8mQ5Vx
JLrqzUDX/GGYJffMulJc1sF09Lw1t0ltG0AxVsYicksjaV47EAL/TbKyPnIjs7cIEdNtW+nI/FhA
N2v70H6MGZk2hs2abVJa/JnOCTtMToK3qe3ZczehgxKN5aVbtSZ5ShqQUt+vCRauKzYNunCFY5so
SWsAYgPFA0ynkL9Djym4lRzxkrKdi5B0OibtYOWK6PFwnjT6mnWvpb1SaxGfkNwQDOwCSAXlTlRn
5WhGTxgaM2oWBozXPxMCLizbYitJnKUcCLid0dqIwir2Sk41Y/q8nQvTQarLningzYHqvvdAHBNj
pj3Zk6Z8aDPjULJkF1JMp03OwSSd31vhtyzTd7ePbXHByPC9R+3XjAZjoSmDVmZIlMYUw+hJ9q1t
1xpSFwKCd+iV/9wq6cHX54bMhOD+1uMXQLHq7WNjgpu3fajmlzH/gHeB8FAgDwOBDhn7yytcpnw0
4fKZwZAAQj7f5+UbdN8d6ev9GwcnSXTxQ9mvkipoSWmSpNXNYDZKL6Y/nfsZJmHCRV+y6NfBLKZc
IsuNPkmmPrKD2Gv62HVWI6el+6QDmBHkiOBlwrTn5VblYY9SYhnjMUfXQbpJ0r1if+A0zkUIg3vm
62kOGCV1IaKlLymosRQvTB6j7/cfBVhkMMwCfJzrDIeRJZM+J4oVNMYrCU+Jf//nMQ4nCqP475VL
PKoMr9/QQn2BtGemmB6eVrxI8azIVgdZIDRZCNSJq9z30HRWgoJsGIC2wquG4Q88r0PZ2q4WI8Jo
qm7lVNbkSReyG3IFjGKo6ZGsf9YafVdE/T5SUbsJnYey61ZKiNddP9Dk8/VJXkITOpFGmikMwq5q
gOdA6UsYW3/1khS7dmqcLWuyxg1pVG4Uq/lnIMWPsK2j/WxNRlBqMf9y+0SXFF8A2oGAAnpPVcnN
I11TR3qhYv2GgDGr6m3d69ydCf1ANAUwf7TOAG8OHbZS22vc8cpmgJsIOit/6qm2pWn2bM5rERXy
RgsadC5Iql5aukKj9yYNZ9DYsa4Sc6vaLNtlY/gNacZ5q6DslZBGe+IaqbfzpIWHrh8qfw4Nc1vE
bePbRt1uZjrUbl+liMx047eGyt4um+rooZitftOFqCoSNcx9oIXp/pjzcmdFtj26QHGErMp0fhhj
aYHTw8k3cVuiLAi/bpdZCvOrqQeDd5c1m1oFMGtWU/BLZSg1Fs4wHDPG2SFLSVy4tDC6h4FNxrao
yuKhizRnq7N52vKaZ5hvNgqXcEx9tZiH3qUlLmOUtONeiRPLRX1p/mJPFtymYUx3IIA19gmloWcq
qCyObae86hbSrTMKC8AKcq1KmZ6VMAIytTF/yfFvPbeDU/izNc+7Ntd/WGb2a051a6tyYoKzLnnU
lXwHo2ntej4rD+1cVw/jyDNPq8fC5ZUGhP05Gh7ZlBDgSWSTlwEOxLX7aHoFj0/sVlnUeE2VhBvT
mvEH5FR9cEj2G7CulV+MIm42PS2VTW+W2a7pS90Dryn30JXePWMIytyB58b0e1uJ9kAS5BvWoAnZ
HKrPTmqP1J2h7j4i+Fz1xq43PbQ+objbVkgvRyx6stKKbWrGZ5ej99zNtPmvQ9QZcGWW4o+lWqO7
vencIoXzijaR/nkoSsXX+ZRtJi3OfDXXh2M7MorRnH7Ajwx/9o2pfgmTgT44jTU6GAun89cabbSp
XxANPdIgGqjU+n9Iu5LeyHFm+YsEaF+ukmrx1i3bvXkuwvSmXaQkav31L9jAm66iCRH2NwdfeqAs
kkkymRkZ0Yb9ZKRHyAL8bqZpCUGd2PzORu1fc+7bh61G8MyCtngaV60Eteo8R0CieBGxmR4BL1t9
84NjbtzO6fPS+kGSa4172hwGPop6I0C/MSvOsg7IX3D0s5iMm3NftUXz0OT6Fk0jDcJ1oCw224Z+
zk2vSza/hgvCldob8MkWoT4vOh7QBUJkAxhfT+tN1JInzzjqhQ5sZF+92DX77fV988EfRytCRtz8
bXeZf7SbLDuh63W+D0rLj0ewEB8Xm9C4Zu0agqVt+Fh3gKhqZkaPbTdMtwUEaiEwsw3twR1GLfZw
6t8NzuzeolqDgS5NEdd6/Wvu0/E0zXnxqJVFEUFuMvtsurPBwqCcUJDNskm/8Ui1nhrad6GVGfmt
UWrB2dSZE3lbnoPf3/BPZDCWmBjzdOhobwM+NKTR1s75TWEN9DRtv6fRjHL47YD6Tmyh0f8dVxzK
HA6X29Ff0wbp8+TNLiHpR+ISLiw3duHQ5kf8z79Jyu7dXiWkwyML8U7lICbOuYKUhfiUW7LR6jNQ
aH/sluBsdUC4kmU4kz7FqWCqcK2y4xfHDccyYcO+4iMmq+UT9AqnH/MsxqpQFdBP+n3kth0HFBKg
UBMu0LEvzbYsAAFrbMjN9cbjsLaqtL3kUuRd/3i6Ie2H8gf/94tQzWvB8RsMhQsV6JMO9qvyoM1v
zx5dmRCiQWCjKs1ZYWIkR781QxPCT+2b4XhIx3l4XZncy/CW53N5MY7aS4lh5ZCXDEIKQdZSEcxI
lgILzHFkvK0Brnz9+cnEe2ytHKhX+pEbu2/GQuLXo24JIB6acgDZFkMT3dho429lUjRDOHtIZ6+f
9oMf2QAQiwDLibIdxiDMT2NouZuvUK4csqjP0UKtCC5V3xf8aDEoGzwX3/e+lvZx0RQ+JIld0UPk
oLsE/O4AEAr5M5r1Np7kpEioE9wWwRd00JXbEjEPdQH24x1TdWFLmCpcdk4bbEORLMfVftb1p/3P
S4eCtBbUBPEGe1WZXXzN992VlMlUe4+AbuGvXZAjnhlxSxWrorIluG3RWi6dEb8kFpp9oiUrv22T
Diw0c+vIrFonBJv01/3hSQ4UD4E/0rc8xH5VrtX0NbPYWpZJ3oKlKL1fC3JbpC/7RmTexh9OII7G
sQWnuN6OqWet+rQEZWIHH5wmrFXwRz4vwjUCtkGgYnF1cSk+IbA2g8Iq8V4pQRnuhZAvDpn+w0jn
Qxq8vY5+ZUjY+P5U+H5NsfEt46fvf2shXZr2nxwVbbjED67MCNsHnLBGW7Q6zpftHwLwHR28sAFb
lZM9Dua/+2sjcYArW8L20XwwoFeGWSYjTaz0NNGkmE/vMAGMzh8UMQePXi+/nefMNimWvyq+MftQ
rgdXV7ix1ANQP0fjrg5icrGx1Fkbt80hZ5BMVb2CpKEp808QzsqfuqGAAqBFdUWaU+LSICVEgyH6
2XgJXXBpb/PS3tyGMuntwxbO9uEdU3bxecGj9RGyAXral8lspmgYKT+Uvn5jWroikyqftr+jEPw5
zaeBzRkrk2EL/fQfWhxzekxTRepHZUVw52JFYBukXZls2q1DbzT7ExngAtH/NmWCIxs21p8FWJEC
jMC0A9DSvh+C474RWWUP644gGauOQ1MX1p0MQAWjqFMmKzVqPBYgKWEWqHSBjml9GAlKpXhbVCBC
aOwmKsdGj20cfHGTVUQxXrkH/v0lgotA+1LLSI5f4qWxtR40XTFU1fcF32B5DqSnh0PIxH6Nwby2
P5PSMw7Mm7hZUSt9xRYyz5VmljOWaxkem+rBHJ/SKrGKG6gDvWeiLiwJsQ64dAxkACbcPtovgPi2
N3MBgQqNC7T8/0i4+1/Esn2juWibxiYKenDFpLZdRRXelvvTxR8Pr644DivhyrnIBQurvU4auBwm
rHZT46W/RLn2fRvTA2/9GLIpHJufw5s7kPm4cKmClAadm7hZr8dFzdzJkDCvknoKLeextZP9Ickc
DPgFhwNKwAUtvmUgoZq3WxVUiX3qxo9bpeAY49MuzhjAMeihho7Ia6QsHfIuWDITmpzOvzaJ5mNg
Ht300/4YXndEYJKAhMGrD4rTr8uedTWnZrfCCu9k75+XMnbLuzpD91+sAToxsy1ctYhZKv086eSB
Yx420Rz+qrIB3lzDqeYNdtFI8GnuFQG87PMgrgQPJ29JfcW+m9atu7T9XCcApC7lsSi+78+b5Psc
wIStzw8wT/StNXPY5lsFtOzHJ/ul6xQADNXnhd0CzHE7lwE+n1PosRVxvozx/gAkYdPlAMSQkzQt
M+YaDAZuat8Ovf68zKhDOr3qlJfasXwE50CUoQlLOFxMkLIPrd0UiT708eD/YshavgPlCojrXxv8
qL44wJpy8tqtxmuNLX1oT23oFhSlzre/yVERASgPlM4GTnzhPqG9W8yI0Yuk6xAwaZ90ct5fEsmG
x7ucB4AONyRydmVebmd1aoEw0tkAgftdse5oa3c9elbebgg7D9xjAG5y/N31fJm9BwTCBkOW8b2t
b0nxo59ij6lazmVOzCGMeDDhYfbqEa2PfdbYG97os7nGaZCDbFOVEpNNGZjUfc7CCDJvsXq5GXWv
u9WaJyCyyEJXp2e/bD9bnnbWqIq0UubJl7YsYdbWrqh6vGJwnZhBGHRZiqq5lsamk26H/QWSRWkg
ceUEpcgsQr+c/5YLj9bqMmNOPoFfBNFYgBQmqCd++YN2a7YkdvL8tznohwXHaph6wWFK9V+VnSpe
CNLxXvwGYee2EO8EpyzGOxmTG/WtfwBb7yNyz6qsrdRPLgwJ23cbttJPiY6jyHfva4bU5jb4mmJK
pUaQJOBlaAARRMbOdqgbtjE7T6CmOERAtO2vmOrz/N8vFsxz1yXLUheOCIl35Lvecd2A1glIDtBc
gF5D8D10PBTpkIG9YdKCGe1qxb2xoEVqfwzSzXRhRBjDCCUXY57HPNG7xLL+zV3rZJpNZJjP+3ak
joUUPa+kGzjrBDskXxtn4HYC72ZlJxQFUGdQQdP4R4ToCdkuxGUGYMyojQpGvMKHnmlX4U6wfgPx
lOmK6Ew2CLxXOYsK3tC2eBvMEJoc6tLHgrcHUscBOUCgc3+epEO4MCEset42W81qmAi6Q5bFXrz/
efkIEIzz8Au3jbDtUEMyabYihU1dMHRCpGBlh4Yons6SsD8AZu8/I8JVQ/Qacm4u0nN4JTlDohe3
mnav0XNV/zt239mkiJtUY+I/52IbsqobsjKDOaJ/SvMCfBcnR8X4LV+W/4YkJgNbsjSVDlgORFNv
Ku+kKZZFMWNiFNBoW+uTCcuyOEa8ast5LZZzp48Hvx4fBrt56mf7iEKv4gDjC/Fqv/xdKBGtQDu0
iAxLBbPaP5k1hmWaBGZStvNpGboQjQ//k/OZgm8H8zq6eoNJzFbtRLQtByOJmSLWHRVRm8Ij/mAa
LjxiHtMF9ycMueRnmj+64IBvl/P+YGQH54WTi81PXmYafW/kyKVBeL44d/Qh6MJOhXKS+h2CKY4Q
sl/3ZZRZUbjegkS+Bi7+tCpj9o7eTC6O8Z8F4cY3NAt1a2BTE4/QcH5B91u4P1GqIQhHjrv2le9r
cDJWfWzPk4qbWbrWIBAA3pHH0KICRu+1SAW6GgJO2w6L5bFbv7apoh2a/8RX++TCBv8NF/6U1U3D
Fh+s7kZAonb6tTmfhvGob3gz/96fLJUlYTUsb8hmh2TIB84HtvUhRWe9aUxRCYDBkG/HfWvypfk7
d8LSBCVzrWzA3Gne2YV6SKE4X/iv3Zs34SJAU4RTG5qPKpdxX6bf/fILAWn2VP3YH4bUDFQKkGLi
pKGucK504wit1W1B0q8Jkjknd6Qww07borKy/32HKRCN80wFmPrEImrWZZ3jTUGRbI0LQN1qsvvC
3caTPbZz4oOpWDGD0hX6oycEoNfr8nxFmF3qQHolfr5BDm/V5tBuVZUoqRG8b/ECRX88xEuv3Xup
kTVB4blI7O57CSG4dlJEstI9emFA8AO0tRO37M0iKTLvzOkBq8B9dvLssL848nEgKwB2Rl5UEfyg
qOse9CE4acr5qAOV0749v4TQ7+/3uf2LY6AvNpusKa6V6gsEtjwV74r054MiHyxqXIhMzJYOuccK
MBEjS199tdkJkdk7pufi+0IuY0H5p2Iayk3VFmXTI8bxv31fmH5zGajr56iY+HMcNAfVa0u6y0EI
zDmE0CMkaq5szuQRMOAgY739NJ01WloAWN2v7aYr5knqrVhovCNsaJHp/IdcLHMwWBlF7Iwb0XBD
IBFBtmBEzjzH+9MlGw/AjOieBYIVyBghbKXjMqdVMwMtAXVv1H4bcK5sTjwOpuICNmQDssCHpAOS
gdS1qINqlZSa2YJDq8+nU562n7QB3aWTVjZAxgKwRyAtUeVT3Oanud7iMVjDrvEeqnQ5gVHu5L2D
+Q2vM050GwArgnPheoKzDHiB1kdtY53PL2xWBGaybXT5dcHNrbbrpynFbcC+WWtsqZpYZZN5+XnB
y+1Vo31WrWVi5cd2iNcWZNgvb/cMFGYcgKUAPQBjyfX8bP7azHOHcCOo7JB+8u7GJlp6FTScH7ri
5cwJsCFXjt6nV9DwiugLYx72U5pV4eh8YGh6r84zeaJBAOijCgQmXZYLc8Id0Lv9soItrUyM4jPe
ngZ72p80PimvhgNtEdTRgcp7VZgJctetitTPkk23PlrjvMZ5uq7hYM23lNlxAKRAlo4v46TyN1nI
BkYuHEzYxEhvcIe5OC5mTdfKwABVHm7XYzMvsUXM42J6Z9Nkz/0cHPbHqTInnE6b2Sw+bWEuR+8J
nZdj5Wox0FjQV10/AhL+jlMK1Dlo5QDrMWBRfFkvRldNFNykWwGqVbN86awKvVcVcERa6IwqGSjZ
zgJ8zPYwl7AmdvcXWj87bBpAi+rGU3cC4RPgq/uTpzAhkoTqNLBd5nFC1PbFIF+G7McS/Nw3wSdE
9ENeVeOU72jDEg9bVjmNE2SoS6zdXTV8y1VSN7IhAKiJ7A0nGkIy/3pBliJvMt8pqqTt8DSwlzvb
eKK+qrFKNgqAn0DLClsofAiHKLwMCSK/qiCd/b3Nvi1v5qHmoebF94VTtKVaCX9FmRayfIBxVL0i
jy27XC+/z8d34bY16KlTy8H3h+AZgHg9/63rP9xK8S5UzRJfqwsr6Gf3oQTXVsk8fFzvHaYYhOyE
vhyEsNWzsSobgOowCHY/Q56gK3/VoPnPxjvUO6imeqir5kzwLG2lk2cymFvGCIoVJH1y1pMyo6Gy
ItwD0NZajZRxz7KHsBxectsPN3R7VF/evg8vJ0+4RF1vzPtiwGh8+ruH6sqsYmt/LQJ47cPiYdLq
HPBO6iqpvODMprsquNPSGy39TIqfpb5EU/vE+h9WcDMaR8vQbifVJlJM5Z8y/4X7GV6xsbrED0hp
tC5xlp+zDbwTN++YSJ9reAOoiN4cAVGR156pzSYBzsU52YCJKz4vu8/AZ/nf54VgsBmCvjPRZ5Cg
nbJ0jtWvvjqkxqnIX946DOCewDOLPgHO1Sb2k+drUDfTBiwK3tShjeTmpAizX68GyAsA2IQKGRgt
8Uq8Pgxw3ixe7rM6Qed6OBffQNLX67dLrZIyfH0BQEwdfHYwBPzOq+iQrCVKdB5AFJS+TOtTb92a
juLgkZngCvEuB9Eg7SicnjYwabPeT0XSagxNbFBMVGSCXx+ceKJfGBAOztleW4u0MEAaFgInzN5R
uEXCxEU5A2BuvONELiQkTueg0zSsRj2ETGtB0liHQasqY74+orHkYNpykTgBLZFYT3Gzzt0qJ68B
4Xxs0gN6fB7r4nFBKN0MtzZ78wv72ppwdmqt2zu9D2vV2flQqBhHJItiQbuBo6rRX4Ta/bUDL2bQ
LF1W0EQr/XB58tms2CEqA8LPR+McOnUYDPhlDGDIMh72t7hkB14NQDjyWw2tZhvF91v6bXFu5yaC
jHvpPL/diofaIn+yA0TlCL5blAvrAlJ2CSILep6smz47V/S8b0Q2VXgY47jCH4RgwlrQ3kiNoPBo
4vzogi+2+Xn/8/w3XgepPOPw9/PCSoxzoZPFcGlC6ykiQ9SMsZ9u0TuMuIiDoWuBhhDxfvQ8bSuo
XdLEG2/7PAhHtJoXqyIEk44ETGSmzsuNeKNcOy3xikLLiUkSr1+Xc1XU04tdlONne+6CeH88sjUB
GZ0JgWQdDVli/39DO8cpi4ompLpLTO3NNStgPy6+LgykcbfadSp8nTm3fUFDS6dhP78ZOg0jAE1B
fhWdB+Divp6tyoDEWkOxJCRb0MN0s64JQWOkShxQMlOovmOOcPqie0IUjXO0NfU88MQktv5I26R6
+0JcfV4IGTRcjdpQ4/Mp9gdNVMeUxKVQ3kf2D33/Jhf1vp4k0HB5XrdYBLgLNHl2gPY6KPXFwWYw
RewjteQAEImcJjclhAyOXjaOVW4kgc+FFYi8jamIZhAR7TsuX1Vht/Mz/T8zfLku4sQUceKUWjBT
0S9dv6BHJwhN52Oq32laYmksmtcf+xalAwt4PQFPYBvMCdcWu6FtWbbZWPqlCaEFspKPWqM4h6VO
dmFDmDxIfumk4TaK/if4ymPm/9ofhOQ64fkqoG+gQ4d+P8EPfM1tqxriUolJ77ftSWvHUzGSsz4P
ivWRjeTSkLD1vab0NYDpQA0ZFRVapBdVaCpZDsjNcHo/F2QWiCGul2PyagrKAs5PbL7o3pFZN7YK
rCSZLAdbHsE1arCvyVHAxb3g8ThBhit4tkvwiLvfmdeF23zYXxTJXF3ZEeYKzf1BMw6wY7tzSOqX
TkWi+fo9gpiX64mBo4fT9ApXY5sVK3BKUGkJzA47xY9oZobDYERA4YVW/3ZY5rU54URGfS+tWgpq
5Kr62jsPQXoY8lNrx/uzJmE945E8qkq81A/GF8EDGBlsvTNzsAIb4J7vI+AwjgakFxj9vHjfPGC/
q/ZTSpe3ezbMIpjEpYNgXATgVYDlIAFLswR8Ac3LUv6Pn+fOcnGwbebYBF1QgRa9GqLC5BQIihOa
r7ZwdF4NQDgDBkevgqAHayt6f+rYJSet+Krn4LE4pNH+Ekn3qINmCfRmIesvYrMRxVRlXYB/uG70
J0ML8htwrA43RvuOMiZ84cKScDhbHgE1ARfI8HsQ+kU1VUQy0i2Kg8YBYQ7Yf8Q3kQXi19GZgcHv
f+jLqaAKX5ZNFBqMkSKG4N9rIt117kluV4BkL9n0whg5VFZwB89XBJayUVyaEc4B1sw22yaO/NbM
l6mwn9fxPbsDECIdtySCV9CTXrtv6jlDP7asSDJyt/bn5bTvUbKTDGrcPsg2QeuIubr+/DBaJYEu
ep60HmeQNeO+DOKS3JK8uDEsxW0sXZW/xsTeCKjU06AlHnCkW3XIM+crpCfCabZ/7Y9JtipIekOA
1kCwDMn46zGBicYgtQczE7v9VeqK3S7/OuYLcqoAFInNPX5GrcFYgBde3XiYHrS3919wuuy/3xcu
L3NhLd5dAD3b7Cnw+hMo4SLQ0yhORdlSXFoR3o5Q4/M7W8coHPLpqOVfXU9hQOZY4NuGIioqQ2hd
EByr0ItpGgi2hmeC4aOHckPaPDF9uSkD7ZBrpSrJIlsW0GM5yOQg8YVI6XrR5zaglpdinyBcCz+M
eEruO5VsPFCfwpdBigaZXmE8eqPXdoGe22Rht+704EMGAC3SQVz83LcjWxgcijwQ55eKiLNxxq22
R7ODHb8pQ3fMz6ZGH3xHRc4tnS9oghvISSFHIaotaeD26pcO80Xvq8kPi9FVTJjcAAjFwDyDo0sk
xibB1KCTdEHTSp8ffChBlypCdlk4iQQFb/HgjwgRyrMVfumt/oKzq9fick7D0X4c5zwG7YxiLHJL
iPXQcYfgWETdZIPhDz5bEe9BvcVrwimswNGzuIrrXWXGvPbhza6rzPdgJptRGQA6qQP4mgzDyV++
7HsZ91YxZIEKJ6qonEv8FU6Ggg3OXDbGA9iQWWdnPtrGPegZ3BEv/ijtFbe9pJkQwcSFPeFIJimI
7cFBlCUrAuUWUBKrP4LqpQ2LYw0qxrgAEI+8I8NwZVTcsm6XlznAkolVR7SONarwCtlW9SDRwdnV
XGR4hSPHALegZRCIEwbBQzGtcdvd5b5K91llhPvMRfg66atb1mhlT7bu0+T1EB+68VbV41+2V5FG
BH4Y/b7oXRRmCgLoy1x5eFwS94VNT6t93nc36SACD51eyDFA3kVw7DGwTBJAIikZreLjuKw3HAk5
QQJn34ykOwopDIgKc60JPM9EKXVtNTsfHH+wQ7UB8svpbdalR0urks1ZonXl9TY7ItMYQs0lGtM5
duu38zVe/wbhZnXNwimJ0+WJFhx9/W6dVCVY2U10OUhhL+W2UwS9xVt+5ruSvGh2e/Q2N4ZITWjr
CheXOYZv6HhswL8RIgpPwnGhHp1TD2E6O2/VjXezv2Ayv0B3HmQdwVb2GnTGb1sfua0saY3mcV7c
B82cHwe0M+ybkY4CLwGQLeqGbYhNc92GsNwALBBtoOtwrErN+232TqF6acoOVfDzch1ol0MihJWH
NNUCRjDE0r2NkI0Yp5beBHUeZqDWzZ05dsjz6KjiLNmdcWlU8AaNmQ0zmZEnPqdIbHMA9F66PI1y
XeULssVCposPEMcEIMDXJ9HQpC1oGQC9mX3ykGsomQWkiIpg/PH21bqwEwi1ZHTCbqM1oQsM6q9x
thhxruIzk15HXD4dqXQDvJivV0pbUnPY8mTR3Tu60ee08T+2oxbqU5aA9uoT+D+B5nSTqhpjrewO
+yOUziQy3whesKkAq7ueSd2f1lSvUr5m+QfUHhNIEp9S33rPBQUmYI/jBFFgEY9DUPosQKnOUBem
K8pcvxf2y6OqxKRkMPBqMHkBlcUpD4TBkDKbbLOv0fdgQk7T0W62YT5Bf/1mf84kfg4zLuSjEe6B
kljYXBk4DxvLxJwVi4dy8wISFDfKtMds/LlvSDoetO9zBgLIh4sYgInmc0EY+tLNvrzJJuvEDCcy
B1dRZZGcSQi6UaUHqx4X0RWmrTFsEJWBKC7R/HOWn1TFc+ko/n5epH4186Vk5ornF9XAM7qy0Pd+
TKahuB5UVoTroQUCNSsqsBEMzoDIJAg1JMDWVhUDyTKT4NMACTI0dgBmEEmQtB4Mmguyrkk5fg20
+thNaVTbNC6dLZzAoWtUz4bZhXbxuO8Lkqv2yq4Qt2QkmB2HYZEctLrlJAfj6OeU3LQbCExz1fUh
8wgLgwOdGDz91QtznZZN66ZZ+4hyzz9100ZDMX9++3gAQUUPFP6i1VnYRCNzZ9O1IeBnsG/92B90
QNKC70B+x1qtaIOV7FcPDWP8xYw8nCfu187rCdDbXQaeDUT5PoQb08M2ogdue0cJmR+iLmCZoMdC
B9z1aWpnNnLxBKmMZh0O1WacR8Bdgs457M/dnzy08Ga6siPctK3LRkoyC7jQVXtINSeCGPpx0YdT
0T2BNfFkGXVkp2M0oQULZafz4NNoISqgPj8X9n6FcG6wEtp9oH/F7cis0GYkaipUzJe7avsapHNY
6aDN2Z72h85HtmNTRHeVg9EAFIXAxnMHZAo+ZH4ZLSN7GHvz5JA5cZkiUSjZCh6iDLBo4nB8zXAz
t2XHWooGZ3hYXNEhHlQPYIUFcUhjV1qTxQIEM8UDYMahy369Y84AawCQDFzfePlce+VaWXRGlidL
jBbsu/EKiScjDqpP3Xya3wHFQjHgry0+2Is3Ip0DCFRa0JdP10Nm3Xn1s70oMt2SkxAmkE4FZQ6C
CbE2tJgoPeSBg2fofGeUx7p6AKWG/dFTFaGk63JhR5g2bTQyO+VlTit43ChkVr7vL4tqHMJUQQib
gLgH3++Lg2eeezeC3sQEFmpFuCK1w0khObQMRS3hZuy0XoPYXYOXjetlZ39Nv9DF/lxMNgvnldk3
JSjOFJexzCSeOFAAxhWJxRJMznrrU29BABs4bfbBX4MsznFmcXLzLiqnLTgGc0V+78+nJAIARaAf
gFAJhKivoqV+sM0BKlQwClFM2n9HafF7minuEqkRJJCQykfMjj/X/j0YUJwCCXgGqqDvLNDCcvkM
ClHF9Mk8DzybvHMMyS9cW9dGnHZh7rDieZOWQ7g4NFS9n6Trgwct51tFmCwGMa3vDRoAhnlCQm+5
K4I7u0Ol5evb40pkWQA2hJoKwCLi28IjaJwgZYu3hf5S9rd59/aWICQD/hoQ+SFx2NjzpjdIP7g/
C++QNZFVgYkmNOtoceJ975KuCQ5PFNoxIjBqXK/JWNVDMLIML2rtVjv4vmKTyvyKy8qj5v2HXlW8
S0E7NLadr33sXHDXrBQdK6BavB/nVNXYJIuGLiyJlS8QwlksI6jg86a6bXicGhZB7zisnbejPyHi
ASUs9OgCriG+Xtiqp+604irwMyjOQSvEv8s3o1XExbKA4MKKeHs2Th2MDc/beH79YlrTBzI6Z9N2
nrPKPyP2jILq574nyJbKRTGJJ6F8PJmE3dmZrOtXl0tOsVOTszAzI8tWzJ1skdDnhsyhharIK2o4
dyMVgF7AP5jjFhr6h8ZAPOUNoW8c9gcjM4QqAuoif1RYxdhg0uq5XAgMpQ69TUmWhrmtnUC/GWdk
e0dhDNc2T3XAKSBNJByeWeBO4CZAYycxzAjik97bWSh5mfWvAT7ai+gjQIOBM+loP58dKAKA5396
xzEACyC9soEHhzyWkBHaaJZqJLPRm1pCMkFvQ4VzSdYDMAGg+bj2GppthRFkzsaYP3Gkeb7WIcMW
JaYXedn0qx/+3V962VMWoEr+MoI7o4IsnDnNVlZj6qKOmE7pvd+TX043Rjn0TNCOeM6yLZn68jag
9oGRSfVc598W4vhL2+Ip5NZLYWcEtjeUW6zlvgHOb9bvmDYfWuel64vImhUnheQEh0mkkHkzGs/A
XjtHjRxIkNVIvXYFVFHW06KX0f6MSk4GkJjDN5B2x5yKm2lo52AJ0h69dJ4TIegJ7dmJ60BVL5Wa
QTsFl/lFtCPmkFETXAq92pDmstxbYzQi30/PuR0o4mzZfKF6gYw7V/mFNPf1fAGg4RKN09db3nnI
ICSiiHIkJzfuOmCg/ySeXj1Lmm6iA7wSBZGqiZzulE5nMHlNrh8SULs0jqdYHUnQ4yMpiPc53nNo
VRa2rtV0gz60VoXnKonWskJFG+wo5tnLs3PvHfZdQbq5IDLOe8ZRlnvF+U5Y2ndl0FWJTrJQg/hh
XgdhPhk4lubQhLZKMEK971fjqJ5Hf9rRxa2F0jBPdgSoqYrbGklJLx9MdPkBa+bdAfRUh3nf23es
XhbQD+pN7FrURzmKgLAVxKRHu+9+TM683vpuA2Y4t71Pi77sQ5Z75RM4QwZ0I7vBoSP+r9xb6e04
28uBInxVxIsyv+ZIb06HhkNWDBha0x8df6AVLr3qE7FXQJls3BJEhWOSpU/QwfWfITFmcCtCV9Bw
VUnnBktI9OJm6Ip7Dw9JAi3y6YyE6H0/t/FC3BhSXEfNqW8GyEbuu4hsfwFEhZw4535DQ9n1/nLb
LpvAl9OAVoCd5lw75++o/0Hd4q8F89qCt9BxGz1YqEk46HejSjJRtmAIgBBN+vgPj6Lr71t9Z9XY
bU0yNtttX3/ywdeQmT/eMU14PdgAlYPcQiSuooZZNZafNokzcZacuFbBXGTnEIRq/jMgXLlFZ1s5
rWAAIJTjWI+HeYXmEjbLb5Rtbudeb8K10fJ4f1iyAjGSC+hS5EqhqNEJx9ECCHLnl0ENPQUSWWUQ
ZS4IoapfTtGGzLuFSHwwfXTd+uh1PwsgffbNy5bu0rrgfGM9tY6Teug3o/dpHxwaKzv6gwprwUNh
8SiCfAt0jpDjBb0q/xUX8Rhgjz4I3LMGKZQhBOfQGaLJN2negcijNm9mpAUqXvi2/dvNnL62q3nn
L+UDGbNf+6OVRVW+zyHSvHMTJ+P172DQTx+bqoWjdujitYOeHrSM0QPIysYwzyyi2NqS2QVlNddI
AHIK1xufl4txa21jsSEgLaq8bQToXlR4T8b06c2DwumOhAdXi8e5LezuQG+bZV1wfw4l8EaA6YXM
hQD2iMAUwrb7tiRn1ZUtYUAQeXeaNPWrxGiOdhBWZrT/fckexDBAg8FTrJASFUJRa0SfnbOgU7C0
ngrDOaT0ntW/u/phbP6Bsq/CmiGJPi/NiaFAOvbASKcw55uPBtiLuxsDbKt5/eDoY1gtD8UKPYh/
qT+G6/rMsqd1WeIWOuLzv1P6u3WPWvB7f/zS+f07fjFHZ43WNqEXt06W6bg9GtPN/ucV0/vnLLrw
R9uCxFuvVTU4P7Qo2B6ZDwm+x4k8ZemXWv9n35iEvwcB48VgBGfxWmOY3KCANVBcr9u3Pruj6z+6
9ov6d0PKQi29q8kQpsyMSPmxZjeozoStrQj3ZXvw8lfwKb8Yc2cgfMHVXifa8DzSsM7CTcVtITlW
MFCeEXJ5xdnj035hYvVcaGIPWLXKGQ/Oph0dvT5XgfkR4L3z/qTKR/PXlLBBRmgaOnoDU3p915RD
tELEQcXjIwmQkWsAShLlK9SbxdwmEGS0aB2c1tSHaKX7TzD78XpfR0P2sj8YmbcjDMcHbfTboZPs
et6qxcOF5uPqq8sjDQ3/sP952bJcfl44GHObsd60MI6uPBd1rPugJAXm4LRvRbYiQAvh+tZ505VY
wIRTBMxiZpXQPNbrm7mHtLzi/lSZEPyrDoaNEgITpLDjOnsgPJR/h7oyUkzoTwCAHA1Rutj8pnfu
as+Gh/dCWHj3Wf2Oq4NDqnDz4i2EzM/1Ymt+OaILdUWwTcdw+QC+GcU7UjpLeDMA+ohH5Kv+R3sc
SqfTZzwbsgaqMHpUT/e2qzhNZOEaYkR0JeLVjUKg2E2rG+a0thlmiVL/fjSKG6IDeu1sEYUcFtJo
kdlpEPTOjLDs2ufebSMTuub7LidzbLADQBAGFIQu9s/1VHb2TOg8NzV0xEb9CEVM5wBVruZcNZC9
ZO7UPr/DHqJu4DDxPAGXxrW9yQ5au6d1kxSY0RWJmdOUf0Odat+KIbudgDP4zwwf9sUxyrs0rGBp
GvAgevdz44Z+1nyoq/zQ2t5dDr4VPa/iFtmh3NtuLWreTC345O3pX4eVL8ysP4wFPVDLfXA7/5Pi
t/GjSIhg0biDZm30oYFDU0z28gyZqa9pnSDp+8PtGEPkisbXEbp7t1kFUo6psquw01foRBrlvTt0
JxBWTwrvky78xa8Q7jJDTzcTQrk4MFdIh3/ZdAKJ5iEc7M/vGi7cm/fBYtWFzZrjeqZW59SJtZYP
GkSp9do4WTku7bKl0FDOP7iL/dR768eqaT+7qypQkQ/0P/si4K7OV5CrZLAfLM/W8pRZod5DlU/h
cbITA3U13HIe30vi0V2QpuuYXbUYZRdZ7EOLdma9OO7PpcqIcHgPNjR49bpok8n53rKzNv3YTMXR
KruwOckqysRAtbwqs3bDGnhZ5jaJiWq73t2vWhDp7nLW6tuudxXjkSEVgST9a024VkF1tthd6zWJ
l/+Dyg66pfIIOfJwstBsXuZR1oP/t7m17Qf01ipWTHZEXNq2ro8I2tlUb0zYLkcnbOznKcij/yPt
y5bj1pVlv4gRJDi/kuxBLak1WZLtF4a8bHMCRxAgga8/SZ179upm8zbD3qFHRXQRU6FQlZUJBtjA
weFj+StKcyuXylL+7my0syPnIgegp51XPsZGsR0ZWDX1F2OsNpw/eVOHeLsxLEis8DUF86VtYzvE
n7h/dHQnz3IqoqsTl6oeORv0dHjmQdIPg68hdZc2DvL92DPI3EyEHefTOTQua2QCj9uq7kXZ/m1Z
GYded1DMGt2bLF6DUizunVOD06hPXDwDrXI9gLn7kXfbrA3A6KrMiHm7rABbaSDIE3X2/RocdBrF
3HdPV/VU7UQ7/Lz+bDqKD6ARANZaC4tdTTbXD/jizwNqMF1PBrnoxPGplTDioKuoBl1X2dy3bH/d
wNJWmICZn6kp5Ppnq0Sd3u9VBkijsJ9FfaOx5zhfiSiWxvDpBcG4aCBBMvnjk3Xp637MPRMKFKS6
LcW7m61EsEvnFoHKdJd86vnNIv14zEidCgyhAttX7dlRw7UnJGjQ7KAezU5sSlU+X5+1zw6O+bKf
2pz5qZyCFq7NgJoF0/qWVkUIEp5dMgnJs2JTgCM3QZablzRCg9O2btNt7GQRUsJIBOOt41WPLVVh
hv95fX1X9ukdGEhuKruJMJow7dOfuVVsMsJve/CYaWUbeby/qZl/a8buTWs5G71U0fUxLe4EE97A
wcsabTGzZQJIW4EQd+ooFDe83rj1rvxzsmgQRyC7imcLPAL68M53AiLY3PayBs29PEKGR3NWTsui
CzgxMK+cEjReJQII3UfH9gLbvJFgiLV7unW0J+puGHvqtX86sI/p3trsLW7Cf4c2z/6ZRLboIQAA
mWsgqYeCnPslGR8b9hjXfUjXaEEXj9SJtdn2K+PBIVDEyx7LXrz0qYxEUaw9eRZTLKeTObsPnRG4
RL9ELTN2in3FnEB0dlA4XZBl1o0D0ru2Ul+Bfni1SLvNS++J2mg0ss0wHUHuNzhv1/fn2pin/5+4
EVGgXuRNpVU3A61kH8aZWrmPF0/AyaxO/z+xUI+xQDMGDrXBhkDGe9U/m2vY7rV9MjtlTq9lxOVY
ubwWYWx9kWCSS+iNLMS2qP8x/JWYZm3SZjc9K3q7cWMcCI3fmpCxyNuVRNxSJRBnGq9u0MF8Fr3P
Jy3JwburfCxLQtAo2n2N8y9IJujxcTSeKnH07GdNsaAtXkXzXtI2oPXGYnFomX1Axa6mX436Rz9u
q3alsmxMM3nhok8+bOZsMumWSSvxYYVzFHUeeUDMJ92jLm8Ik1FjAtNeP3LyQzU/9epDtNs0/p2z
m0p8u75v/z/n6P9m6EJpFo3/lZFReD2qjLDVnOMIdF+QGdXWRlyiej1goOpJrC7Sxn6nID9n4XNB
DL03Yv0AWqef1z9ocWKgOGUDm4fi/vxlIiR0xhqJPmImeWD2N+g02A/Qb2P2ysW/eJ5ODE1n4eQ8
qYFD9W5EP45F5KFCWZpV3S1f5fBfOlKASqKBHBxkwObMju2Ya3GaUtz/0rZDNNYxZwgbGyp40HEc
smRH47X+6MW9dWpydoqVTJNOdfD2lIkw41vf+z4iD937T0Wmh6OONo0ijUb2dcy2aBYKiTZunOHI
aoTb/ppGwuIzAupbNriPAbO6AFEYvgZxyaklqVLvstlBpjgohz1vHmyRBaL5sPqvY7ECHltyLKc2
ZzPgkJQaYnIstp/tmyBV6f76Ll1c1ZNBzTxXVbPYUAUGZQ/NBt1eYdV88x0tUKyPDOuFJ7vr9pae
Kwghwf5uoph4QSHaM56PrsQu6ppsJ9oxGmIbBZrh3pm6RgqyMrzl+fuPuXmkYhKRc4tgB4FqrAG0
XKwMZ+nsuWBex/kGWAj0IOdnrypAye/qcDoE8F5b7Gw0AWfV9vqcLZ+DEyuzEAF72eIcuIbHRqD6
IZ8t57Yqix0IaMbupRLPVv4Qk7vcNAK3+dKAZDZmz2O/Lcub6x+yuFlOvmOa7RNPAyoMosU9vkOo
u/LNz0PBAt3cdN6d466NeW1mZ+6GcZ1AIRa20vRDo0/C/gn/mWVfC9lAvu+ttR97uXPy7167E24T
TH23EC+9Pt7FQBfSV1hhJLuBuZ9NvOorpdXgRno0qye9f9UlC/N+n+d2AK7f0I+h+OZageM85Wvn
cgnYgkf91OcEQAmEbGemPdWoDDx26D+iQ7vpLcN77oX8nttNGaCz/pfjtHSjp0a8tZ0+B046/51J
0r3wrPox5GwtibK49NjlqCqgUxdYh/Old4cRrIpTz1pndZs20R9TKE9qeIVlXbGlXRFxsfb6W2C5
NjAF/9qcHS544c5vXPTnAb15BM5pIwqyoVW38XS51XoRWWX+wEr2MebxXq+zCK4yavrsTpgkur4T
1oY/Ww3HE6QappeAJd0A7NdhNonxdVD+pZvB2+vN+3V7i7v/ZOizk2ZootIEgZvUGfw+2sshb/Nb
uvTjupm1Yc0OmSfSQc/5FLd2+8r0I8rfmh4eLG7DREehDXvtusEpGpxHi6dLOrvP7KrtQb0Pf5wl
1UvcVj/LcbxJ4zqoJDh/rcYKeSU2KJzs/8IukuA69M3Ra/R50E88l6eZA4XiCPJHKb83KLur9OYb
FAg2JS1uda26yQoVueIv2hV9PPGJidwSdDrmqKraBezSqNBeTPxin6n6pgVkrwdWprHtlZld3DEn
pqalPhlhnRp1bKU4LCaVG2Foz4bikcjLFbDRtEAXC4hmFtfW0eh5UUcqxz6zWh1miqoPWHZLAKUo
N90aymfx3j4xM9snleSk0XyYIXH/UWjW77x2V0ayuBVPTEyRyumEmUlcDgoeDUyL96mZ3pGG00CT
tgDADv2BtHtXhdzUErqe1zfj0uBgGL1NBCRWQN2dW05A7ikGBh0fuytCqGoEcbsSlixZ8K0p9QNs
LGRpZ+5qaHhuCAt4X7e66Y9N/l/+/Mw7+Z2WIzmBn9fK7zL7iNdAPYufP3FtAoeBx8a8ONoPGj5f
AVGOPvBjlnRPOEIr8cXScUGt/z8mZkNAWxs1uQF8t+VFmR2WIkzXZmlpg52auFjmus+4zRG19fGt
D1IvtxHQz5YPpeShYRW/cI0+aEkXXt9dSycUWpRTERZMi2D4O99ddaKSrkoV8kkZsnKq35gmf7No
cgS2eWUSL00hVw5MHJonACnD37mpCmIa4I2GbBy2IHCP2fcWkQiL3ae69pzo+rAWYrEpMY8w2zRB
I0vmVXstK5WfT2JHoNsOlfoJ+EOgZB5o9Y4N77rR4Bgh1+Nkm1xbe4kuDhR0iQ4CQX+S1zkfqMt7
Ray4gfKRM6B9FDjmUB8ac4cIrTMCB3Q2axYv9ydGi2I9BOcACCTz2tE4AC/dEDzq20F7BSc0pGoL
JHpWUgeL45oo0j0X0FU08pyPKx5U3ELTAVxnEvKi3O421LAOlPt3RK7xql0eB4zoxNbsxDmOpny7
w11YuDmo8bXboiSRkP626eIoK8uN3rdPXSlWujwXh4i7d9oxEBWabxtVOI0Dogf0R3Ir6qoR7arJ
EPhZfyhaCOxd36RLqwZBM8cGDBjZ93nOR8VjY9cVaHNI89OXQHHipLvaSixz6R3BmIT0wycHon7R
mkK62GhThsSSLdWIpFaLwlu7Rge1ZIRMsPpJyQJ7cHY7uoTLweoRMNXeCxotArtcoxxYmqtTC7OA
ZRjsInYnqhIFVpyqRvUe0V8Wm5s/XxJoiAG864B++EIjLSEx2iE4KocqPrTaTeUE47DicRdd06mN
aQ+ehBLg5kr0rkdUK+s8GH0oTLyVnYycfBfzIRjIU9wf5cgCw/pyfXDTHJ1HY4ggTgY3WyWwOhpU
mXiW5Ga3aUorSPVvKfpNG1WgjCnAP7C2L5ZX7d/pnK2a1htJJ2xYbDL7Cy+7XStolIMhbeUkLeQ8
zoc2u8ZSlwHnLWGoLHdt8kXPq9Cv9wb5naY/OlpELb0drDf0DwaWeSjByG1xEZr8xk1frs/xkgM5
meM5jqWGZht0ylCucPUuDfTBfiYVPxQd3fKW3Fy3tbKe/uyeydrE81FbR5bfPxryDul9Xy+CGDlP
R31z17pf1/atT873bcZEYtU2nn/KfyiyXzrp0E+EDdv8wyHxFVegAKkmbP8/xvB0faCrpmc3TwZ1
E0KGaVbbSK/fgZXOml+D/yg83OjxN1PdQ3gjcAb637mDOVzCQKtQkWoYst9vSvHUGDcjXxnbdOiu
HMp5s12b/d+hRFT0VljkJunSfZ5C5JrTiLvayklZ9tT/OZH+zPkofzRjy8NMCuM3aLsDKb5eX6ul
i/v0AMycjJdqdu538KCa6QSpBmKkHjy1IuvBQpHeMs07cqt/HPhf4DQnF4AHNFJwGN8csDd2da6V
FNGJ6aW7wkgDZZQ7JkQ4VHWomm1BDjTJor7c5uatN6xUthaXEQQBkKdHLO3Pkc3KMJg9lnBAvn4c
48iJi7CWL472RQIYen2Gl01N5T17aqGcQ/WqJG+EaPBSGMAbR8K+jupklzqRvVbDWPQvILD8f4bm
vsxyM33MJ2RADD4X462pRTABEMvkjli/3fr5+rAWKiZYwBNzM3fW2mVe2NUkSOm/0Aq4trKGhvir
0xx08ydz78t8P7Qrz/pFd31ic+bTkhrt/jWyZuCgdXetd0daO2D9ve2vxJWLx+7EzsyBSTPVUwj+
ooptIwP41o4/r0/e2lJN9k9iCivH27glGEc3dhvekMBs3Y0r/EiCVaYjdZR2qGlft7l4uZ+Mafr/
ic1E+l5VQQr80Xb2KYTMaVia0XUTq3ti5q6q1uJ6VmLebKUeKi+Lksp+YmZ2AIdgVOIt2ej6DiXw
vTHKFduLjgzMSaigT8Cb+ZuqQpesDupFOLKKhW51lwAXBJ2Y9CXOxdaLf9R/rhCF/Y/yHaiQUQJG
49z5fAL/TFKglzLQZhjbuvQ/hjKPkKf7dX1Op61wceGgVjC1wUJgaV6EAiefJbwKnormDdqAPxp3
pQ6yZmA2jsaohXISXJq9Vr6PA6TJneTH9TEsbveTMUyfcLL1PC0fWFnBhG3LwMyePeXtEtEGdf9k
5G/WuBZfLrqJE3uzrZ4XrkpYjTlrCbJLX9JBCwZ/u66Avjh1SMWBydlBLWieOUhj0WfNCBKInIdQ
V4q93fV5WzyyJ78/c3ea3ucSgpIARHlhMjxDlGot4l8aAbIuU4Ax0SHMCaBYCoJMX7oYQeZsahRY
dBb9+RhOLczGwKXG00J6uJVAWuFjIJbZ7FDWvG5l6ZJF26qO3hjPnxDj5ztM8cbN+0rDJQuqD9Lx
jRy+aQkLlGWGBVsJ5Jcn7V9j08ecbOcar/acMBhDG/62yx40b01xcNEC0gBoxUXm5gIw3reN31HP
QdiX+0HJgfLrgusTtmZhtixNRvuyHe3s8YuvXnP37fqvLx1AYADA7YriuQ+Og/MZil1QoibAxD6y
oNb2cghRUB3XehCWvApYIgkyMqi/XOTBlSUcaL+DtiorfzUlnGOWhWBbDAqc+CoJzHwFrrG4xzyU
mJBpQDvZ/LT7bTJk7gB7Ehsrbr83hhXm3tfasHbS+XZ9AheXB+nxSeVwqsbMgqsagGh7rJAGao2v
PfA+P6///OL6oM0a6XdIuEA34nx92tjUKC3w885gb7R+jJTlgts8C9thxdLSIoE1ATE+mVh452F+
i6o14ToiAiLskA15mGv3VX3bdMNUhDymafEXGxvKUGjn1i3IVMxZNbj0RAu+S+S2qkgEVA+vzxxZ
HBDSc0DjgzYEaePzqfNrGsdlnRePueQ62gsoqtaJQp7YtFHbHAcVNRmI5lB6fTcAav8uKvASpHbc
bqiC+nWZCBVCj97YDSwfNhq41wL04TagHpHDQ+Y0Q6AS9MDGvvHTqmWNRrmmicCNjC4izR9RKjb1
iGrc+yaaWK3s8KVdh7qoM0k8TADm2b3Z5D23HbDzPmopNER0CJNhf6wVyJYutVMjM1ddj1RrFcUE
wjO0RR54SKUO5l+46FMjMxct3S4DUwSMaEHlbce1ntLFicJLC1A5vLYuSgZm5YPmPu0KEGo47KC3
NpQ9lJavRGZLp9TywDE16Xa5yNOebzVLdlYCYCE6MvX8oFMtKEW1QQtRoBpr5dQsLgqYrNCehKol
CJbOTbkeSwY7tfNH3WrkfnRoDYra2A10t8n210/QZ+JpHtEC+AcCcBAzO6AUPrdlUtcpqGahO7JH
g46tcALK0TUfbKuC2ELqDV7gmdUI/F3MN0zFSK2OzPuKqf6my74KdWHVEQMt0Y2rCQt7R6hAtxsT
+VG/O+I26iJT10CG03fDV5pBVTXrOnlAl3MXJKir/hNLXcTgfOqsh5b233Qh01t/FGWElIe18WiG
TkaLe/ceSjShSj33scR9Hzqy/gomifG50yu1s03+FamZD6nL4tlI0AWZA2Z0Kz2n2PRozAEvEp49
svihyzbZ9Sqf6GqA8KqkQuqLjC8i7XLI/HJyN7p2HPR6ZgcQ8jmCH9vZD7VrB/1Q08ClZRb0gn7T
ffk9BQVKCHSF2qbFWzl+8dRTDfQgeEh24CKT26Lj0ESpVJDG+RANQC9B/5MJ8BnJsE7sMK4hnuUa
3q7xyzJqGbogzdpEz7KFdGBt0jpkpPcOHmBgYYsK1TZv6vZvHACq4wDVoSv7ko2G11TxQuAxqMCA
QboyVNZ7LVZc2dJlfWpkcuOnMRqnhNEkzQGp1kOICL8R6m9UCcWVIdlixVfOzwJAeRJDg7QrAf4R
fUYze7THWHva54856UVQZfHw6KdafVM7fnxbY1OHRirHjasR/9bgevrCWlSZwkYfh3t0qjpbs83p
YcTjedcn1FzJmywdbxRxHbxRkPO6ON6Oia4U6bf54+irkOp1lOlotSleV0425nR+sH1k1NDGBb3B
C14CWsVNbnUI9TPLoVOr1fDF79B6qzqPBl1vOQ9JycXOwBVz5ziVvXI1Lyw54HS4vsBVgEf5vN4J
3pMGbLMleFZs1IuJcO5UnN/Elb1vc+e9srTN9eEusJOAPAYZBxChoPcZ5C7neyw2wWPoi2QEigEK
RcV466Tvmmtsc3ZEwVWLyw1Lv7Z+F7jt78Eawkw/NN0/nvmCuzdAIxZa6rIHw1ujzbqMUOBToXmA
cGuKuOa5TSg3aWmSxPJYGe+iaDZO+1VmJsAJvxSzDo3/fH0aLqcd021N3hx7a6IRPZ+FsXUKTbN0
eWyy56H80ZbfKKhdS6OIdOPjuqnpp8432JkpexZ7gZO1qx2p5LEoY1R5t36+KYBi89xXnjy2MgIv
1HWDl/c8Tg16EvGKQV85UvrnYzOoRlKQmKtjaW5zEaUrx3Lx53FlgIQQueGLF0xDpSmlTdWxS2hU
G7/N+OX69y9UYjAA6E0jp4Yw/wIvQqEqhHe/Jo98fLB6yDqQG02+d96x6LfMeiytX3R4kna/4g4X
B/av2c884Yn3bRQqT02RqyOwFI7/nP4FZgOcqyj7AwUDwAj0oc4XRmQ2TZscCNGi70Krvc2yqR1m
p3Vv1yfwMgQ7tzPb3FasNW7XFfkDMMRb4n9ts50PvtLY/+e6ncsJI1D//nSeqIgg53I+noZ6BdhQ
HPpoyHc0wcYrnvnSJZz9/BwpTw1UOVWKn5fZoR0PQOW79lY0GzP7p8pWNvXSXeOhJ8ZGtzuugvnb
n421DtYykF9QJ35M3OTeAZE9p2uQyMuVIRPgBOBL9BkglJjtAJ7XicH9HgwIU5tKhdZ9K0pre6vx
/fWl+URDnHudc0uzq92BmjpgBhyWnOQh54MecI3cxFA7tmUWogEhKhgNfDbsTVdtBr8/psR8d9Ix
NGWz72kZaQOJhmHtebA40RDpQQwN9mE8ec/3TEp0Fg/xQB879x/L+u7zX/aaOtqlb5+G/q+JaRFO
znFlGrJtckmhk/HRs5fEfyDNNi6eE3BkXp/ltcHMJpmCqjclLQZjWzLwy5t+nMgCViKE5T2DCZue
U+i2M8+Hw1QGruSKgZwJVap4FKGLhGrm3gAGsGLp8qaaJu5fS9N5P5k4zdG7LK5hCf1begh+oC7M
M2UeSJxn29hE0JvV0JVOGoTcugS44fpsupf2kZ1AbwEgPriWwVJ8bh/P32QsqjF7GM3U+WhtNy+h
+GGzQ2w6PEp6PCS5FXsbV+/VHheUA0V14keN03YH1yj8YCwLDVq135EFCG0Q6N+PXV6GhH9rLB1q
jG6/4RmaRwfVq8e01IcfHhtESJxsy/qBhOD4JyHIfqyHCm5nByHMcZMPaCrLecmitqP1fR/35jNy
nO1OIyreihjc9iNRw2PGNS1qGH2XPuv2mY23i2blbiS4AAchKE53ednwH7yn1bZ0/H9kBYGqpEXB
zFWZH9Z+bN7LFs/Gzve2xObsWZfQi/d8rwUOqXDES2sWdG+iVrbpiv53ySD0bHVoujWlznfCKTtE
F1qXhiWNBRjqPRs1Oh3HOjZF4LKs/91nhhXouRh2MYOoRVpAErClLHsoDd6EFUvbp6GSa7mny0sC
qZnJkaPsijrX/NIzsppqtjDSB0PJGmQ76JOowDOzsnWwM869HYxYOPKIR5Cxm7/OSZwAASlV+kCG
yBRgTNuoPELZJufRdUOLozkxNDsicZZrKv40JB5iKwuqciVaXAp+8L5E0QzJOrRqznnSqtSQEJ/T
0ofWVMdUpq+UDwLsrcNvlQ1PcWoj20DuAdS9Y+nwq2nH15URTvHobC5xl2MmrekwIk89O4UjBGxB
qhUfXVXLLEid0t8xtJS+2qSEEk+OqI9lnr/zOz5GCbfZXVdSthmaAfpuY5t/Q1OmcQ890XhDocwV
KqdJXmvDLSNfYAd0UA/cxrHu77vYU1t0P/wGJrq9b33KbpI+aTrUXw26LexWPFdUOU8p0Mqhwai8
G1K0ExG0U0RO5o4R0jFIMyi/GL9JrMpTLIX7BHq55HfcefWXRHfZ9vrkzBw+HgwgiUW3Ka4u4iLX
OLta2sHsY63kw5Ej11Dpx876bql2xQ/O3OCnEeBCgbQlyNdCCv18ATw0VHGa1/KYd1qDKpoORc9O
75BVcclwSPtaey8sK3k2nbK9tcD+vFZ0v7xA4Ycn2hFzyqpdgKhZ6TGBenj2QE33vo5TcNHH5E26
7cGv6C5J46frs7q450HmM+kRAF58QXZSjG1ZVboLH9G49Z2T9eNdiwBqM9icbFRl54cET1oR8Jr4
D2bv+LdcpdoBRYJ4TR1ltsImSK2d008h55NfcODTDeGkD1Nbb12yg282z8oc/zhLOplB6hIFORdv
qFkgaHA7d0Vhpw+uYYTw3QFzXluJNPrwfH1ulxzWqaFZiNIWrSahwZc+cP89Bz0FBXDozy3YkwYt
NJNQXpgnfGXrN07tcSQFjDHQbB0aDyveffrGmUcCzB3NrFDARjJkjvz1lV+zXMd+VFoPQkcFjqYq
6DQtQL42AolxSNZozpcsghENwCfgptGdNfOBpcSjJ2MNlod67i2e2O6dsnW1MarWP6aN4xWBTln6
onqypgGxdBjAuaUjKQFunikndL4DqRSF7sXKPBKjlbt8MMlrCfaWZ5eo8sZvUa93kCOE2onTbJMc
V2naZv6WKCP5/ccLizIB6sJ4r3xygJ1/iOFJc0i4NI8NpYesrA9rj5SFvTkpdUxtBaC5xGvg3ABp
q6JIZOIeqzvDfqjWWt3Wfn6+iIM2ZswE7UIvDpTukae/Pj8LruLs82eXQS0sagCz4R7xvKjET9D2
sjUB1aVsHW4A7HocMHi8OXITQArLkGXmHBuXFjGaOzUXnBoZ1HzQ7zm47cYFv/TTlOmTuzYDTA81
hOagxcCpsC55hi5bgNYVc1sIt37KNUPfCCRvP7zOQccob33rKzrx15AsixN/8tGziQF9W04LtDkc
Xfe5uOm6P8O54X6EuDD2DGql0MNAQet823gVCkyxxY0jLyDCkrM7Levf/2hpJxM2utRQkkX2ybwo
AEuzNqQvS/fopYQHfq+lb3oaD3gqCL5iajZZkymAZYDKmpRlJu3P89GgS1MbEOYIcJcmfhnQ1OI/
oBK/5kNnm/V/zWD/INUMboALzWZBUDzBK0YgckE9F3rGXLynxlqwP63siaf+tDLpniNim4hr57XY
rJUetSs5HOPR3FAQBPF04+h3PV9ra1k0BG0APBWnFqw5dMbo+njQVT8cDehd3zRQqtykHdiKmJd+
M3Akoj/eD1Ne6D/mZtd1W7tot3Jgrm3zAG/XaFTJxrJ/XrdyGfhhzvBYQmoQiaiLDhfCK5fjhT4c
xTBpvDo7Tx4tawjy/IMBT+NbHVAIxfa60aWNMbVzYWuYJuimZwGCi871sepGGB27YCSPTtcGmblS
2Fra5O4kZ4wXGuBBFxThRO9NBpjA0crcQL3F7A9bdz433qmB2SlyZMst7PHhqL9BETiwtpaxpi81
rfF8b5+amMZ4kh2BnIGkVMFEsocCfan9DFUMqZ8f15djaWMDAAKKRtRToO4y7ZETK5Xee3HNYUWJ
QPN3I2j3t85fzdaUZQFOC1Adc7bmietyNqSFOKbM3yKbH0jE+Jbz6/pQ5sDaz0WBV0NCBz4B/H+z
U+P0XtcWBvrnKoaDuc3QyCH2Q5qiPHxb2KCreZNrZC5LG+3U5GxkmQZMlZnU4ijvzXozVPvrQ1r7
+dnqDHgYt8TDxLHkqVcPUKT9898HEnDilYSPRpL4fPUbryYGmoz4sfH6IG0ibq7RVi4d90mOxAK2
CSszz7924I1IgKDjxzR/JYkTUfG9pF//YhRTAWoCs2Afzw6jKlwJBfWCH1mA8Dm0Gu3PIq/PjQXu
MU9HDQplovk10w8xA1+rLo4lOcTipvC3fbX7izGcmJjO6ck55AiQjJwb4tizg5D7/o9HMNW1UO7F
34TMm01RI/TCyzuHH/2+PkAg/d5hz8Bn/OkYDGiVgrofQTZqgfNqwwhoqVH143hs+gMyuMi2XP/9
S4+I3//keEVkaqEt83yOjEEWnAP/crTAciKc3zz7qVJ1iC2xoRZdqdAsGnNxPfoAriNNMP3/ZEE8
KAdmelKOR9+obkp576MXQOpZoPd2AG3q6yO7POfGRI0KVIQPvhs0fp0bawCU8uHq5TH5aMy9561M
3IJnBE4N6Z1JDgHHxJv9PlFmRYtOG4/c1h9NwkFcARFtNF8/o/8NZH2d/2oVxYsmkkNvDq/XB3fp
ApAgNSYBQPQcoEI8c2Kj6BKLm5wfuUHeaKN/AQz5l8nilUEuzOGpmXn5znI6BRT1wI9D6f7WJbgr
kMG5PpLpEJ5fyRgJRCWQX55k0OZ7ojBa0YOeH0Ld6ntvelvkItC/zSK0qkd/YQmpIcTqyHVcaNom
zGOa4TX8WJjy1m1FEgq7DdMOoSAd2Uqf17x4B/+GANpxHVS5dWikzV84sR83remO7NjUQ72FpSHU
y7Z7GozEvfUHMm64o4dW8QA8WR50XpUccsdubojVFS8SaoeblGR+0DSO2tTcsYJYiP7m+owsnMez
b5zW5uQ8Wqo2aCUEO3ZU3xQpWBXpUB0UGAkso3qXZbO5bm9prdGvgMQL2BYmorZze0jLecLuJDsm
LakDkmh70ooNWj/ue7rK7DB5rvnGAocE8t+TNiHo9c6Nddyu9LZu2NEgv9TwK9O+uuarkI8GaAwr
FFsOeqHd2B2y2e3P0Vx53y7N7Knx6WCdzGxHNM1PecuOrGIo75Dho3WH17HQ/VBVzt4Ua906c/mJ
z/3mQlIKiU9kfKDJeG5xLCYFH5OxI9UrNhXKjH1rZlCXJLIDzJHntw018wdO0IObdXYS+h3AQ3Zn
8BB3j72y0kv+CdkDxNq6NaX8Zp6+b2lJRar6YzcAZcsa7aEQ9NeYrpU7l3bUqZ1ZrAiZS6SkdJTI
qvbe4HmkUS3MaRr21R+y9v7v/CKeR6gyFXXmNR0voY0Xx11/5KmW/EBLPguKIk9/Xj8hi/OGjD1K
686kizxbRUcwNTrS6I+93z7KSu7dZtxkLF1h6Fg0g3SvhXQF4GPz6wNumHnxkGAwTrXnrnzpfDcc
oKH3F87dtdHjY4GPCMXc6TtOjoGGwqnrS94fWz9tkPqvbwFO21YEQt96566IHUzeY37gJ8FypHwn
FcB5yOrnhV8qtK0d3dKORlu7h0LjYzIaZRh7SPYC67yF7PxPUq+FskuhANj00P2DaADR4Hw6CyO2
e0l8drT8F13bd4CuZ10VxVoRySpKtfduSOBxVh7k096+GC8uTOAqIVd6IePJi5a6qKkwaD83UWP1
AlV90JVWGnAp1PZ3tVumuzFeYy5YigmmlDqiXheyJ/PAvfBzNWgtzAo4lrRwXlAB+3H9FMxBrZ+H
zUMRaYpJAXKcl89Y15spJSYmVAm18YdKbWIDYLG418ygwqM0Snw3DhOzoV9ERcuNtFwVaaIzAJtu
7KAlBuhLKsTMJdf/EMwxfRzYSzwQSEEfBKIBM98GSNPYy6xgxwpcAiitBWZy0MhB2O/XZ2FhogE1
w8MbzLCmjjTp+eFhNrAEmYAdob+P5S+jq1ZO59K+PbNAzi1IdEfmAy2BGh23DRpAXEj4iqwEpOil
MwCJH96QWgocosLrI1u4Hc/szq7msgTUoXRglzVvrZWEHkMj/J4Vz3n89ueW0Ps+MV3C/1xGHHFV
+Wy6h+3iAwT/6XgU1S+GFJN6vm5oabFODM27cziJLVDkcYRSBOK4d2taMWs/P9sLvs7S3IoxjhF4
GssXAJWspWMXd8PpEGa7AbWysjS1KWZpjhKhp1vHaBgqtmX/pkgVYaeEhZFvpbsydQuXES4iHCcf
F+sl+R+xYw2yvikDGWcpN7y2+s3Uon6XmJBPuL5KS6bA+GBPVwTURubUYuiZpX5twHf5fnHnptY+
je86eyX2WzMym8eqHAiUewd2jHsFKYl35n5k6AC5PpKlI3Q6ktkRclyG/lwPoXvq3SQTKMfZW+TV
Nr9YfvTfWZq25skd3oK6sG8ohqPSKHNDJIKYHSbsPu9XgpKlPX46pFmwIEwF0LOucJ/F8lZP7Ge3
MH9cH8tCuAgOrX/Xf/r/yVhGCpFSU8OsOXiqJ9WPzDRC0u2KtRb9xaG4LtJzqEDB4OyKIH3rpi3F
USpyaR+S/yHtO3sk1bVofxES0ZivQKXuqqbDdE/4Yk0kmGSCMfz6txjpvddNoUJz7tW50r06Uu12
wN7eewXi6KHSpmp3ezRrewDVZXC0ABWfu4gfR1NwJGwknZ9TeeE9ywag0IbrFWBtFg1pNw1nO7Xy
ja91bQrfB13s7mTIEsVKfEJGfgagKbGA0Tlr5es/D821IWKJyhruf5RwPg6tSTiNYfLWP6RjNT2Z
k1BHPa/oiUI0JpR07J4yr9/icay9oWAvOwNnwK7DnC4+KqnjSxoNbI9JeyLt98Yl90067GAFE4Bc
cxBEhk5yYUl2YUyFzbTxHF85OKDJjG4YJGVxWS13TdV7JZuyrnlordIfYhteS2/mFkFxZdMgCP7B
rWjDM2gxRgiz66IQRfOQGN5dGgNrWDfnXsGlK7+r5WaKMe/BRZIKNvFfFgCIGmhTf1xIOx26gsdZ
89AU2ZOTM903swYugfy7087cA85TP5b2ayEbvyFJoAqR7W/vpZWPcS6RgSSC1qx9xUGSecKasfAE
MBDZN098TYd+i1m2koq/D7Hkh+D9DIWY1hUP3Dii7H/JRgK3jhdzyvyadM+2/R92CmTz5yWEQAec
LT/OqpWDPBfbtnhIy/o76dWr7NsXTSF9uz11Kx87vj38/uyMDfzOYvV65ZjN1BHxYGQ2igiXov/U
d08k/Xo7zNoKofiHNBdgGTQ0Fsey9IBZduNGPLCnzrnQLYPRtVGgBDGnf0AeXW35sewHrITAbGm7
QdxL+b11fWfYOI1Xvl7gX4C1RNEDL+vlWxfU3FofgaJ8KHLnrtXaYOphCMLVRpiVrTYLG8zIPuCo
YDX6cenz0uWlyGMdvV71u07sr6zzfnU9PReFxvwRZUffwL8Kbq/QddQZRYGeJl65cGtfvkVSt/NG
VY/6gwNx1HDqJxoKU/NJbEMknsfBCJf2wRi3isPXG2MOi/4QSoYG4OQL3lWupkFoZa4/1EZov0rj
cHtUfyfr4+n08fcXNygelri/a/w+NAFzmKJPsKOGl2XYq/wBhmA7XtiHfuh+mmn1BS+a700z7WsN
NURjKgMtb1k4Gc5ejfRh6jXfS0xoDtmPGbOOGVVPtfTwrZjtJZ+EDHWrf4W86ycVx4EZ14eKyp1h
ihde1sDbSYD1Y7VjKBN3JggcPXlrIE6NUlAKqEf3VjbkyAcnIJoVGJ1xz6U84ObcaNCYC+Aw3rZQ
AZ0FflG5xkl5VUMpCc0IHzDhdcKjidP+bqha81IqQx7jxDSe4f2XSr9RZhV5tv5T07rmZYy5R3zS
Hxi5TN+GpK/zUEspv3iMlCGp6c+mblDS7/px42u4/rTpDCnEexzCGOjHLBKtvKoau6+JvEC6AKwB
frTbxi9RZmRqy43p+uKk6PSgrmTigobk5+KQ0p3JHotSdRfZEvM09el0KOta/CqS2Yq007PAVQPA
1htb9Or+/LsOs563izEuy7qa3VcuINLkMtIvDf0Sh7d/HsrUKwFmiSfkoLin0WT8eJ64go/JWLXO
paSkCERKd042fmn7KbCMYQejitQ3RBwKBgxDae3Bc71zGgv6eKI8Qa3v+whh0FZ1gOo37Elz6UnZ
2bEsmxN+LqxgqaDzKgC1HbnpCD/3DqovJeV9OCpUGBoaR3rX8TsQWuF+kdu/zZHex5UJhInZPPZ1
fC5y70lUcIhXVXPpkwpdm1TsSNXuYMByyKyx/xNbAtwHlrVhA9tdv3Yhx1qy4aBq+rnMugwwO/WQ
qHLwudHuNCO/N+fsKrWE5Q8JDEJ7b2pPIoWjUjHYpi9pPuwUjJPDlPPQdLU/tM4CZRt7mpZBNlUw
+dOE70oIbGBbpj4f027P0K8RPkvyr4qSsyy7z6njhUNJT3YtIsdoL06WhZaVPHddclJMP9mdd88g
E55m7R3kWD+D2nZKbHLs0foSeR9O7RTyId8bxLwUqj1mlfjksuY0OfF5SvJ9hdrw1H2tKiMcWmcn
Xe0C/wxcPIO3c4Ya9objsRrdTwZhz3kigdsAKzrkEznHjY4ugBi+26X+ubKGEP2KB1KYOzF4Qdrl
DyUfklOhSTAxqNqZCXYCNXdJ6vyAsc+dHnd9UHpZHJSTF/tqzJN9ZcQpyCvpw2RlqPgP2XOq2tDq
7B9a6bh7Gw4rIYqzkNwYym9W7DZ3Is0OpId1FQp2pK4CzxpD3uf2AQ7zJ9stQAOCjGCQUA2lVMq+
Z2nS3OWNZ4Su0IHgcoeQgv/gcxt5Yx/X31QHWSTCnA2cN70+FHG0oOKv40E3c2AWjxGwX2oGpLFz
IY1bAn49NQeT9i8loKJGYgUeuD+W1/Nw0qdh7xmpuTfrqQsbXftptuOutvqQ8aTYgWjhT1KCBOCR
+fA8SY0/a6T80qsmTFk5nCaV59igcXLOOligjqoTu7qFYySfxKuCQeqJaFnQMO2rLuqnQdPB4h6e
i8l60sYS8kD2OR0GflGmLGDaMz4Tr9zJ3j6Y+H762v7CeP7NK5LPeVw4PshMRmA0DS4VT30vM/nN
MbqzqdeX0TbCVNYXN69P8TAFPPEsn0LmYezSb+go4KpznHOK3uR+jOPKz03z3EGKlLf2J310cBSI
wJZWoDfN3k4kCiGAviXSuGe2eUyz6cXILccfMu+Mwt3L7RPt+pie7wFAF9FjRANlWZ1NcoqyfyrJ
xelkjLNA1H7dj8+9mT5XuuYzQv79hIb2F6rwkABDsXqpjF+UlTG0XDoXW/O+GVX1OZEbl9zf/sHH
NAVj+v8h/lbu3pUtUiR8Xat656J7rf6ASYyh+zeYn0etKsfA5R7uZscKDX3P0F8cw0g25klPM33X
FH8snR5KSMRqkPxVv4UIO5w5l6pvAVqxBHko9Aa8YhKW1ih3ML6eQsilT288M9ozh63K4fb6XGeS
MwEAHVkHTVmIBCzqB3zkVSH5ZFy8qYRWQ5JQdjfiWn0ZuAePP/CpoRqSjN2lbMdqfzs2mX/840Ti
RCBQDUC9ZAVBS6EI1bs9Gy4J5I/OwmrEq1t0xanvhBVIFGsO4Polr+hga7NEPvmRA2Z3BzgX5Pxi
3bqDkHgzm/rRt7zSnXOTdhwmsHVu+46bgGKlRFr7YAqmL2OZqx2PnR9VY8Yv/VjVPDDrNn5UmS6f
Z978zsljMDHR0dDfzNrSf7YMWmK27HDo49iAAugE/C2UtL4y3en2XuV6r5SZeISNWomqlRjO7tSy
s93W8l7QJIUdeypCVGy742hA1lP2rIMGg5He962CTpDJ3cdWsvETY2R4lWWNDYC08rdhtu2+w4cc
pI7DmC8SohWQxSZxkDHZQJ1PWQcorm6VMOdjc7EYeFcixwSw0MVDZpF5TA2rrUTy4dJqfbmf4Poa
cSZZJDQYpEBLwtqxrsrPrpmz39iHycaTZiV1xFMQGwGVMzzclg1d5OVU0n4cL8W06/tIFifo/drd
RjH4+gWDjvxMEAIjFjfIEqsnXCnqmJbjJRNPYxn9OwoUyCMHjiw2XH+xrRcP9AF+uZ3QDWwKbyhg
1GlrvtHHn3UCb4eNb+d6tZBnzywPYAvQNl48lSA8WLgqttTFUC/U3GM3KPd+2Gqlri3K+yiL0wHF
QKMe5k3uWqkPI7BDbn3t5vK283p7ONdpLybu3XAWE6cJaENWOgLp1R/kkVCG0/XP/1uIeWu8O7WV
SZXDTYTgXhCrS2sH2rDR8r6+7OZR4Kk2cw+uibkdt5nRFfN0tTh3YJeWfBddgCdQkW4c2ysLg4eW
M7ea4dR2Ja5QG6qfusqQF+648lda6NOBwxUlSjPL3EEPBrSH27O38uGgyTwXbQCkAl9scTpYTPFe
aLm8OHYjds2o63vpjtrGsFa2gQOEKLr3c9v+Su/SsZoemnS1vBhDMz4KNXI862NjN/bWFoDkL7pp
ed4BE4RbD3UbYN4WaSTXjRgUHy4vySSzB1nYlW9AwibqiWgfk3qyfvKxmy6Ql40fmmnSvmcJT2Eu
SQaA4oryazfR9I7httnVLJmCsgNSTsv77NmTHh4tlcFQT4Cwv1VOk08Kx+yDuCvyXQ4tdF/lSXEy
VQc1WlGJvZI5DYdmis+4qPqg9jrdx4E/HBPV/uxqWwKTqWFL9ZXYjao6KF0hJ5c1xC6tEjJnuF/8
kahdk0DdaqA8xe2pYh+oxKDOnHhvKwcl7Nz1TqnV4WCaEjM0heac+hJ2BySz889gIv82VOf89tRE
grbuuh38CPs70xjYLk06cchKwSO97AFL6VEy/w2svnbJaWfmvmVkNQ1I0w5PXcaGcuNuWNsW2BIQ
95x94q9e3XURm5MODszF7nR2Gaqq/cZZ2ZyNrho3Si5roWbVQ1CS0aNG1f/jKcFbrgGg2wwXaow/
mx70bJLB6CPOt3DpK2cFCmkgbuAER7d1mRj3Rp5YEOVRl4T5oNzSOKTyacwiuWUsunJUfAg0Z4Dv
zr2UJTq4CQhESB206qGFiWZTv9A42d0+Ilam7kOgxQcFIrHjdtaEy286VtpvQFOTf+/l4pL4f5MG
ntLHsfTOILXUwlhSuENln2qxF1sZwu1RAF32MURd5qisztPFi90EU23tm75VAF/JtPByRUMLaw8R
tiUaj2f2gPI+lRer7b40ZrITjgyosMISz9fCEftpYM/ppir7SqoPgeq54q5DJeaqIk5bV6OpmQ6X
CuD4Pv1Tpa9Jd8oTwPNA+q2c77e3w9q+AyfCQErpocO1HCWplPC03JKXYXpC2w7ahPel/dnQft0O
szYqJI1QGaZQqkB5+uN6jZmWU+UyeSGVG7DYLvxiLL64iv/UIaUEve/ibYLEycZ1uDY4ihYWJRBj
B2J6cR0m+QCSYSanS5cAlRFHk/MtNngwFVsytleBgCnHq8zFgYT+Ah7QH4cHLoNHxCCyyPbOcFVg
3ZcSEBD36+1JXItCIE0ANDBMMHArfoxiMBAzOXHSSErYWw9AAxpQMXcB3Eo3jvLVSDbqABgNsPLL
5cp4baNLwtIoc6w7nIEHW1Z+n1d3OaHH24O6SlkwddRBg2RmtQKJuFijXjrTQATJorG4d/f1tJHs
XR0U+HkPGEqk4OD+XBUaRrM2WQFYcdRo5V64/NOIgh1ppw0Yxt+m3oc8ZY4D82e0/FwTBIrF2ihP
R8lJQV7cs4rQqvd2iQrrS8ovrH8GoTHrXmqIpKIt42fquTK3HhpX99Tf8KCkzDj9a9w27SpedHqX
RmJw59LuS620bz3k4TNW303gUd5etNVZxeH3f8MtsnQARus8caCgw00nyEseGM6X5J9ZPIsxLaZU
t9VQOKNMo3Jofde689qN72llFNh1lgt9aDgbY+U+fk9xAtyCPWAUIrUDrzCCwn4rqtPtqVrZ3wgC
lVaAH+G2vjxgNe4mvYUjPTLyr4y8bWEFVhYeuCwbTQ5wGkGYWHw+2He6QL6aRbWO6oWGXuR9Gdvy
O7QpSJjlLhJdOmwpX6xOHBTCdRCSZr74YmWGgsbTYOB4AE0/MKkIRu+UJPm/H0KuDrjozAPBvC1x
Z8QRWq3iCetvJX5vP5XqLWvhSGFsrNDV3YTLD1FmYCr+C3G6j9vALhK4STsuj7q/SD2q9H1XwyMU
eliv8I4V/gCCb2BntXO4vTWWihdApyIy8MDURKVy/hM+RtaEAKYTmgGRJZKdodkH9LD3EBn/psz2
JKv6d+M4F06m0Bbl2ez/3A5/vYoosUDtHyBCCDMC2fcxuj5aOYUBTBXpT60K8s6P/xlEAljOuwjL
TnRp6oVdE0RAU9d57oQovytuyq2NsjqQvxVKHPFoASwG0mQxsxIjriKl9uUv1f8m9On2VF1/xOAS
zrfTX5m4KxFs2Xu5mJqyjuzMg+/8YDehXg9bTJ+V/YAwswUoNEZN1IsWWa2lzIw3RlNHep4/MN2E
wlqyq7w3K3stM/tMJyNMDAJ4PFpkXRH+4xgBIwGaBP/Bq34F8DEQOonMmKK2ld6pzbR275XQS78d
ZV6LD/fkIsri5tBmIciCzn5D7JCOwD9Ar6wY6U4Upyo/2FPn4/K8HfIqmUFIVN+AY0EJHSzKxfYQ
cJeBZWapR65U7FzipR8VimWhCXxm6FlNtrFZVuOZeDAin4FQx7K86HllO2UNmyLVFGkw1M7OLYuz
V2c/e3Asbo/tauvPY3sXazGdXlVaFvMSmBfXU0St9iAb9UwmY/dfwuCK1IHyM69Q9Vodo3uNgyjK
YRHhT00X5IqWvmiGjcRiZe6gBQIiCvR3gNdZUnlgLgS1PDZqkWWep/ozbx6s7nubJRvTdg1aBAVc
x70C7WvgIACk/nj2WaLjAhgVLdIr89m1lD9xUCam+9KBLVoB+UdplGHTKOecaKw9SnSWd1TCb+/2
vF5dPfOfgZsH4Fq4zV0JjmlqrIBTKLRo6g1fj3dxtZMpg+rYC3zJYSW7vx1uZbcgHFIFY750wML4
OGruEA28Jow6ze8yCnnL135LS3gjxJL86olUc2zWa8hHHjT+xSSHdgvHN+/pxRHyfhTW4pTMIROA
8uagRXm+H8o95xt5x9YQFuV0mlb4ZhvMkuSVD8QsZHBy3xzebq/F2tIjqQG4Eu0clBgXo7D1qtAK
jbKos34mNA8M73HoToZ2740T6kxbArxrk4aC7Wwg7EGtbPkULrPEtGLPZNEwfU0haC6aLRXTpU0s
WBBwpHoXYh7xuxLWqME30cwQogYQ6EwK642DGDtAkTvS8ro4tqPyfN5VTeM71vRoejGHD+f43VJO
COHmgDHruUoJbKBoX2988GvnCpRekE8i1YH2//Jvk13M8QyEIm5LoGEDslP9LfbaPes2cA9r8wzd
tJnHjDI8Kv8fJ8HQJEdvknlR3QC1S3dpv6WSeJ0lYJ6BZkRtCv1zZOHz/n03z+gK5lYjFYlAwo5g
4ncoKPkkBuX3tfPcZuMOjYXcn2VNIZiVHLzM+nV76659IIByURPCvDoS5sXh2VhZbceMsSif7isI
xCngJrytyuvaiuHynC9sgFyvTKlg6muP7ajTaETd5vSJ3VtbclroYK+cJO9ieItCpUyq1G7R6o9M
RY1ozNHIKKU+BvUAgE5LUTIvVP2zzlxvL6k1fKmIqHatstyTRJk2xPv4K7QyemCR4l8tNl5otFCW
0gFrDhzhZaEsHHlXIcSdCdzIUehmf4pLqaHuL1HR70xXHjS9rQ5GgeMyhv5d71O9J74NobuTkyJJ
Qbs99ccZ6M2JYUCfuhaBaae6z5z0myuJsVO9LNFbcEjYAuGTwzU4bHuqhXZqgy0eCAN0O/15AISD
jrIK4kYlMKX2gkLPG1AtYs0f48r1uwYGQtDINR+s1CY+N43Wrw2rhqGZas5DZhRnc3CHow768CHz
SHVOO68IgL/XLlqZfhGlC4BwRVXxpZUKnRGV5lWIttAIjYex0Q5iqrudtDJn1/GkfsxiwzqCa+1+
LuLEOgD0YIVjDy/4oWHpXVmRHNxkrbvT4Efo60U63reu3kZJ4gJ/I2ugZyEleYAs3FuSwoGDDS7b
jaZb3tlTmx255zSHvtDrnZeAUZKgVBbC2ZIAAtLmEYhaDP7mTh7gSYL5LEgXlhqyGsaltWuIVe4H
EOH3navBbIsWU6hUPJyrLrHvUgsF+rg3+FGZrN6h4QZcYwLnFmh9eaciVyZsQe0kGGulQgVCvZ8o
dzzXY9NjgfrhzCgvfGUP5KBPev+JanPLKHNZ1LgZ2w8o8kWt66a+kw6pnwMsCUUsQItsXaN722EP
FuvyXcs4oP/ABMKoRNdfb3/fq58eUgQLBNkZ/r24mnI7SWXHCI1gpBi4CZDKg1GEAEi/Zb35+Xas
tWsQVox4/qJ4dk36SalTI+mLWeSpkvo4CO7tnF80UwEmRyuQjHho5N6GzsTqdw8EAMqOwOhfZZl1
nsLSJu9YZH6j8PjZ3R7S1q8vroDG8qZKq/DrpAIFBvBFp98oal4VfXADoPeAa2aWtbvSkse1kHuT
o1hkFPldbCWHXGRh6TmPUEmufC0lx38fEZ6lqMSg2QaOz6JOQd0hmyRaipE3Fb/7Otk1WfofhoRG
OWQn5h7BFVZ+ROWql9bAIpjxBJ2tn90K/hfGL+F0u0Tbcgxeu8GgamfMzAY8C5d9cnCxWFZUhgej
CDCgobjAnWyfT1tA660wi6wjywYJVVM4uk9ulJrC14YT8qeNN8TaZng/lkVS3xXWAEQOghhFVA2n
ovYtda6BTm03Upu1T/VdoL+Iz3d5R91nk5IUgaz+MLhPQ/VMCujAJRYczv60zkZFfWPulrWQiXRa
k7Yjoknv1dKyQ0fGe4aj+PbWXg0D+0HoaXkANv2t678bFOhUuIVz5UXjFFTZI9p5mna6HWLtOJ01
FJENQtT4qi8OJaDaptMs4ByzQOrMB4aMVlkAXsDtQPNKLx9GaNhAKwYYTqSf81jfjYVBOLysXdg+
aECWDn9SZAkwc27YzkuRyYCYAWzn/xZxkQmaTGQ9SxDRa8W+rqDkVD8p5xucPvyhOiZmDX7LVqtj
dRu+G+X8PbwbJRmQiTUjYgq7CHhZIDl4Ix7w6HWxb3MRDMreeBCuLiDqYsC7oTwHUPnHiCOQF3qc
JAyGj/sJTkmxA0A2+5qlP2/P5speRLkewB1K0Eu6soLS+BA7RlqQyBghdlvIuArGCc5wVGjT7nao
lUMDocCF0wmu+KuuG+et3leo6ERE+zypYzwgdePkmJo/+n8XLgBudR7VLH+Bls6yW5ATT0A3vyFQ
FneChNGQs/GguewsGeB3Od+kea/OI2YRpBN0ZdGV+7hehtHFqps6EmXwBsy16ZOt6RflOX9uz+Fq
mLm5iO454FDLE0qvxww1Y0Yi0xaarxnml960ukNlOvXG/bsaCacTUAigY8K26+OABl3wthpNErVZ
57vM2sMEej+IrWrUWhgoJM54Byj8o1/+MQyIQm1d0QQw+76NWt2UvgXC5F7ayZZaJYS08VuLswqJ
i+XO0gXQ5V2eVTP0HxaKgxM1kP18GjW3h5g5M/w0bkBweXCkDGr1rKFXkIhmJ0iK3hbcXH2tqX8X
uqw+g2UCJ3Kza4wj1CosXzhFA5S/YT8JHg/3yCTVXhNVGpKsgHttPtSTj4SwCxy4XYX4q36P3ACM
1mjkSywrFYLSU54G0denNMmJ33oNORA79s6JYCgKOrINgFODckmqleIh1jzr0WQJKB1xMQYkdTnK
dpNzYGaXRKzqOEytu3hnwngUCWAld3ExSbjoOs4zHEvISQBF7De6LcO6SuCJ5FQlrBX76RJnw4+y
wF9AUze+G4DZD1rcgwDj6+w42IrfgaYMSQFjNnSJG+9QC926dLKl51TIT/Ggq4OqcJHFTkbvKaBj
hyRmVQCQurqPc94h442Bg8/i42TvM8AIKkPcO6jOpChY9OUuBdkf7ynq3tVoiB2B2JCHDMCue6Oe
9Gh07fGpaAbvEzou5n0bO/pO0+DjnZlc921l6XcFUe7vkmFAvLGmuwSItDCHRcydGDBVQN57n3gD
ezNQYNrD7EO4p4DqBbChNk74X5Nv8T4O+jrtw9zqSjAkrNjHgQGXaNqCQhRbIAp3Ygyk3ZlhDtvO
0GVTH+DjKQOjyrrQAHfwT69c7VCylAS6ldK7Aho3Fykc+w6GNsMDUQBHx1CbO4sGAkDMzrQjl4Px
xhO9w8aylPJTSY3XMm/Yv2dS6DgCGAVsEWDxy47j4NDaLlriRIAk7sr8Vet/S1WD7wL9neFH3W41
ia9VSnAEvw+4uKetBK5yGph64DhETfFVWT9K9pAmR8d6QrnTb/UpkP+M0VvEXNzTSNVi2muICaBZ
LMMGVDWyv30Cr7y0oBeNr27u7AAbugiRZj2UCRzmIuHpQolDmNWH2xHWjkSQCKFKAcPZebU+Hok8
NgGVw3aOpPXLYNbOnQpAOLcY42tRIIwEjDjY/hZd1qG0PteyuJVOFIs/MobhU+iJ37cHsjZV70Ms
3vR1nXeW8hDCObfw90zVFgRqnomrAx19euTQcHK9wq0NGethjJo76F1WX8nAJtjXqtFnqf7mNC0y
0WyThrk2Jpg6o1M6kzCv1HCV2aNICoRoxEtH2zNZV8emhnKe1lc/VN/b9/CWsj7nNsmCESYDgTPo
TZg3GXgT3K1DrHv7lBUd/feXC9TMQaKj+Lhxty2uUWfgJsxGsCsd6le6DATuti4Obq/n2pYBaR5P
ZgDCALdcvPpq7uSl4vPYhfsHGLj4bFok21kcCve3I9krCTfEEVHqhaIxeLVXMBmUP3kyTTSKaSbC
ZABfr5fiM3wDzUBP3V+gHBUhA9NhR8VgASKZ8UNXZrMqFgQrJ8+OH0jvwFad5jBFSqt03xiTdk5R
wkbPC5qecoSQcVFw/aTRzIL/aoO6ckYqVN08FVRpYZyqGpx5FNjIfUxacvBSFe9ACirfUkiX7Yim
9Xsb8uRF50A9CIXJsC8r/H88s1DJ4wp4Z0CxUf9TqKMpe4dbBch4HfJnNpiSuAYk7uIWOvC0gYrI
7flbeT148M3Gq2xW1QQ48OMRMgn0M43ccSNB4WDlu91DJUJzS1l37fP7C3SDvyZFZX7eL+9eRW6b
QMVRlDTq36oJpWkU7oRvOVCger49nLWP7n2gxVUCFAysIIAAiiY7sFpf0d3/9vuLEzdpSAuGNH7/
C/hfc2l6YznW/v5ZyQrfJb6cK8FDWG8BxckrGhkNA3UZ/o+dxjfu97WPE/BMlKzRHEGBaXHYGrZK
rJjjBCjbUC+e4y9dubEKG9/kUjuFKNMac2bQyB0ciIyxz4MUYUrM2AcK7dCMMjBK+DjdXpq1Yc3i
zRaBbuI1VriyKtKBA46gcjyPdfUG3OanOIMK5u04a0v0Ps48+Hd72Yt1ocoJzLYB9aUxTX172jKw
XPso34dYHJ+ml4OVjtdbBDE9M79vHRyd9kuCHP/2UDam7K90xLuhuGAIlnaDocTirScGUt7XTfP0
v++y5dX7bjBL0ISAU06OBw2N6grF5rT8lBPNN+32oW/TX7wkLxitgLSOfeRWesky3XeqLhyd+j9s
ezRZ0WCdZUeuyIFaW45or7Y0kloeaOBJF1AXgHLNxgmxms3ODETkS/ARQ9Pg4/5wVFLyXBtopHMW
slLcwTjZl4Z9tEfra+PYv7oMHP5pOMFh8vTv64lUEynnjPW90oDt9NKScIWa1zPQoESNvbnxZa/t
GDJTTSBOBqjNMqc1m2oqKq+mESkf9KHAHD6X7bfbo1j7wJDQQh8DmS34j4szVmedLvFiciNYZyZy
38Ubs3QtRYrc/32AxRfsaF7dwEUUVW/xkGlfC9pD7uLouGedP1C261EzHrzj0MPZzrn09UXxzu+H
X7dHubpP3v8Vi49cFOD2qgnD1IsHHeYoWULhTbrjFdSfaFAmvw0GUa0/t6NuzK296ClzZQLBh9Qi
cosqGnLy1uZ041BZHxhYAMhuUUS5giOKIoHnS5K5UaZ4JMR4T2ugYOyqjqAn8sVJ8++o5bx0DfuZ
mXRjVv+ChJanzVzygo7+3AtaVm4SV2etY1R4dPWW0IMO/lyBO7H2RHu7PxJRpwGhcfmapyOL2gSF
EJAgS7ghQVMEfqXwVKy1n62MsQJcyjCNWXI0pOnCpkENYT66xa72zO/j2BD00z1v13skg9ebrr9J
4gAjBS7Jno9U+ayENa8/mED0//saIree9aLmXhSZv9F3p7ZWJ3FCpOWi3mb6pIIuhCbNfxapwTcy
CyBAbBvg2ytuMHrBLVbXQBBZHicLZPUtNfe1rehCDHcWwkVNeSl1aPIkNQvu4V6Iq73Vfmcx3Uim
1rLO+QCZC7zzA2HxhelCh8xClXhRrB898wcOzl3G7+xmOvL4X3u2wBehhvG3aD0L+86DfbcmTVu1
rZoy+uhAXQmy2FuuDVdDmX8fTIDZeBR9muWZKIXXCPifz78v9q3SDwNDY6s62EUVpuAr/eMOW0Rb
HJDQg2JaIzl95MVdxk9869FxtfR/fx9EsrnBfW0Uk1SWMGRe0kfhWSfWtK/Soj9vD+EqhVqEWDwE
WkjkN8JN6aMN9TQ9/4nmSWCz+059uh3n6kKc44DaAGwyDG6vXroxvOMTBy+bR1tzsyAnjnbAE17h
kNDyjXtrdQ+gIo3n7lyJWZJ4Mkui6Zh59BGiE5e6L/Z4P95BCvF5GvMTnquH2yNbXSSK1iPKS9BY
pIs8JtY0K0/QWXhU7qnJNq12rvPCeeZmVTIcL7gllie1ozW6k3aN99j0I/89gn4XQN4c2DClD9rB
6Dzzbiot1MVFjA0oOjc+lryeNB8w8NFPYEDgx1au/2uW+Pevmt/CqNohfVt8yLlWtUSSzHucTBv4
O7UHkqrRNrKo1akFfQ085DlZW6bEmhtnbdbm3qOL1OOhq7cqdiu/D4A3cIToG8MskS4OvsLupNAb
iz7q3zLruNmVvsb4AZYGdQJcsnDEmzERH0+7uirN1pg895EaKnLgmGDZRUjyLKSp9imByZDvFhDz
cuWzKK1zNfUbp+11ijH/ARBzxeGOIhoYZR//ABPMdFFXxH2sCAX56mKhdtN2LxzUydGSe8AygqR0
A919uv1NrJwqH+KaH+NOAP7U4Ioirjv+8KrxS23Qo7Ljye9miaz/EAz6dLM15EwxWpzCSEttMjL7
/5D2XT1y40zXv0iARFLpVh0n2ZrocCPYs2tFKudf/x76+57dbjbRxHgBY28Gq2qmYrHq1DmY5WnT
VvzTrsJ/3EkTrin3CvyXg2YpCIxf1AmXjFpjYrkhxGzir16hCeYV/pHiu9goyDggRyec2snFuLbO
0iPr6YV1XD/bafpjsc0OKX1+/IPJEsgcCHhhLI4c2PJ0Bi+a4YY9652bJIOQAUSvoi0oxd78OXM0
vlg1LJjCM0vgXC9iMJ+uMWB5uCHTcTug6mNWu9x9uT4ktQ28VdGlBB4q+ZRViDeixsPV4g3uJgaf
PwfnXPfhIAlHCQ9V9BuIkPki0GvNaJggn+mFdG0Fdd4R/c+fUMLbg6kCzDOuoVkopfNAThwIEOy6
S0wdGC9YR+IBzgl98WNKn520vptz/risBMp0PMHdFqF72NilGXsq/FKD5VJt+FP70rHKy+h3bRf3
Wj/cjnl819uupo1I5SbQJI9TC7l26DiKlT3Z9FBhWVsUQP0w6kpya/ikfQaRrwe26dy7ocnMNHOq
HBJe5BAKhdeHOMe5vZSMI4OGhR9aYHMFyVwW62BcOgvSpBX1yCAQQvyQznvi7HS3rvLzAoCBjkrw
dMu3bjIjl14mlR+OHPqaIG38df0oqYINrAQqcSAtoJeYxMUw2mryZnQxlAcnvh1+ueWdxXZAYLTL
bvoZgdKv2hTu1vh23bC4ac+eozhdRJRahJ72JeiJAFnVV43nhYKQNnoj9ovoVW8q5I6rr9P6c9Bt
PbEQFwaBWQDFLnqtoV1zvhUARqzA64L4pcw4dMije2Lw24rjPUqRdw36PLJ3RqTTTVStH/QS/7Eq
/n6y4f22THhnxH44c+uFL8PXoYYK1x9MJbLWQOqgAfECf1SiBg4+C4S/DMX0PJqClGeBsX7j/ePA
noYuA//o+3WTKg+MLIYHTRjBzyB3JE1uOrpNYsMDl3csPzjtDbgc/5MJuSOp6buJ16gHhHGW/fQH
67k1/TVIIje8bkfxeKCIlFCFxgFDi4nkImyesjpHu1k4pfU7hShdOQJhgK7tv63MH1GaZubhukXl
TvQIChno+TcvSq41aKew/UcvjNxo3vljv2z9yEt3NMn4xux7cxcjiNsu0EDRzKlqrKgziYPnwbhc
4IiKJlrIzJLHaL1pyWZOtr19aPMb6NteH6Jq24MfAr0uGB/CYGlS1xFUQmPdJo/EA4nSHbM1ca7y
+66Q2kJC10cYdX6sSs/u2mJJk0cGla1iC0Lm679fcU+h2U7IWYD3ROC3zr+fmRONR+QVwnGcD/GI
rgjL3pWoR84fvxBFxh3ITzhCdJVJF6J4uFrNODlhVAOTa2U35rzeDOy+KLbXR6SYMRfgKdwjSPHj
6SrNWGo3zKzM3g6HzAnqPhDtatctKHwC+GJdPH4E1Ql0nM7nrI3tCl3BxA6ZPYUNzV8mo33pi+rj
UYoLj0rELhaRszRjM8uHfgVvWJhNdy29IXxzfRiqiUJgAvIZCJqgXYqcDyNtLF52gDyGIwW27FD1
z9e/rzj9IvD55/vSQmRxXhN7xffNaVd9512+69ps53ngsUPPoqdDfyuHg8gH7yRxy8qgyp44EEsE
4DFkh0jkCTS+7LJkAKIZtO4D/oIevctYHEIvvK7jiYXWys1Pc7T637yy6IKeNeNtXMHFuJPT3nsl
ngSUl+YmtSzItVVriu4HB5ix2DZ2je/M94KgXrPpVVsSWSHgFSkyKWgYPl9L6D035ur2LIwn7xlh
2hHSFdXWNSKdmorCsQKEiPoqkAIuOkOlTckLM6tB/85Civ5fGAG9d7Np8QSy0oNLMs2wVN7JRo0a
/37TDkjeaS38BepRnIVgbiXQ3qMV6sfsdSV/sFVRFhRNPsDgXaCNPa/sWJw0dkj858TlATEfVvM1
Z/eVcTfoAkLVWiGxBMZF9FIArS0NChT8aNPzCzu042lEkY43qIkOztZpXPMPjvipKemIexEkFSue
w4XMz6x+QlOcxhUqt4OL9nS4Q8ycHFMgcTh6U4tDN6GCu2PekgJIaS43GTS6d+OIglqStJ7mKCqN
ovaNBysRl5a0Bx1eDN6MtFSIRN42KuJdjjCeefcAMSTZ+8edGBBcSOuK/i/gqM8Plo1Ea5l3nh2W
pPzFEjDSu2DIb6035oElfypfogY9jNdtqjYI3sVgrwHbBTKvYvwnoTSwggv4xrAbq2TaNDy0yJG6
OuJKlbsUGDDB/Ym3v4zHKSMOkC3ApmFXfqrHFFztmgtfOQoGXjMH+FHnQmt+QBsInWOXhTXZmtW+
IUHq769PlOJpJZSd/jEheb3MSlt3RWNLOKBFceHAuKfudux+jS4EAX+Ma3zw56/XTV5qaeAaEIdX
9CYIFknxm04WB5jfbgAtLwvBUtJ/RsNRcptCL/PArIZt7bqaA8eJQdeQreZmHZ3urvWEfiDQ8Zsk
z/6u3XoOc6haOCDXb9GQAm4Y91CDazxoOAHwcfS8XoebVx0YHEXkSiGUjUSctKGYPdLWncRvnncG
XoD0CEhM4gajToxbuamQGfpdowK3jnQy2ZiVEzjxcQ01qGZzVKWY43wYyClWANGqKB3hsScHeASM
GIbbDCxczS8Lgddx/WBsfpK2DjJrPFxfb/WIRMAKhBzgDpKzJoU7uOa0stAEfYl7A8z1x78PqTe8
Uhzkbi7osToQuMYGQZBk1Olrm08QetbJ7agu0VMTUriaJDNYX7uIhXlL1sAfjX3iwFkihN3Fo46k
R5WXB2aD2ghcwV0CCMr5+aDUKFDGtd0w7mJnUy3Flhr9XZKVu2mg38Hk+JDyZkfK9G1YSw2wVTlS
uE08KxGeXKTL65UbYPw1YbvqW8GOAl2QHgF0xaxpbxdLo7kcVC4O6VJTZLbRputJ56q2WY9+99UN
wVoSDDE9TCCfyfz5D/YgDhXoZJHYRgOq5OZScOhYgC25odOEEbhyHz++BcGLIUgbAMEFDfT5is0N
dZMCSJyQLYdmW+qwNoTi/5fyUQgO/v2+NEvW2rk5y/D9gtuFHbA242GzLs5nL7MAmq1Bv3/ozGXh
QZpkzaGLzAzvXB4Fk5sYm8bkxaEgPNm7OSofuTVTQGSn8avTghgJBRiUfdpyvqmWyj/GDZKHFOCk
bxX04W6uz5Nqd4EjDyykSLEiuSA5t2mK12GsIgdxGy9CrAjwXeB7e+oSnx1iUutcg+r9BAJkRNsI
3y+ZpUncET9NGi/sph0vt+YN/wp9mqkDD4km4FCO7F9LcgYqMzIvsYrOC/3GeEwi5zlCh1i80s8Z
Wf76g0k8MSW5B5dGRpLz2guBPgqKwgZ7QR2kK1J5y8/rllSe+2T6qBT7WiWZjSprvRDSJdBvgMT0
9e8rJw3xO24gRPIX9Z+lHBvaRKjNDJl927hgs3d3A4Tu5tjQRFLKjXBiST6gTkrNmcBS1/8oSysY
/XePzdsGUHLa/ZXp8pHKiTsxJ51XLwLrSMkKJKwdEhSuCFGO16dO6TdPLEg3km1GfPEXvJOr/Lg4
ezJBukZzWHWDkMK0OFuyFkGVF/Lpye1/MqbxyZohyMyBKLiPLhglUdT0X9FQbKYscAsdCOeSBUyQ
2/47UXKRmzet16J7AQmFbka4WL8ytn7NvPYevPDPptc/M6/5u46MA7XTHevch4roZGrUAxVZVNBc
AqwovPtJvFtMcdl7ZHZRvfU/ZY17iP34Wz2ZmtOkMyPW88RMnCeUdcaC4q0/3Oc+eWeWjzKTTgpP
aQaiJL9LnWAHkbaF5c818YzBDdP4S5V+r+NfRarJCCv9guALRnHTArpFOj5ZAqGyBOjBMDEe7KpB
4yRo2bMXUrxcP0SqKiryXP8akk5RXg/9xGrUu6Ol3TZgyPS8aNONUFpBn+TyJeaP/eAGXVXegMn6
um3lNNogkQIdKfj25BDcSawc3Y+AVpXRw8pvwE4LJdHrJpQH+MSEtCFIboGXs4eJDmxc4yFpPirh
Io4WXhC2QGxhY0sXES3WrIxjFzshcr/V2fiF0Gh3fQjqFQLyQVgBBfzvkuTJpra7BARFBXHC2PwW
xwnolWsh5FGC7cBJu11vA93sLp95ZdyMa7+f1/zt+i9Q7kUBEEWXIcIIuQujICkgpHbmhgOotuyt
87VAibPSRA/izFzEdydGpJmMarN0DQYjE1TGkq051j97g5Vfqt6dngzfHH6Y6MrYdagwgIgKtJPX
x6h2kvCSaOpDv8xF6btocyQeee2G1uzcJlV+GDLfguLn8l7H2V907m4cN33MivHW4+PjSMZbPni/
rv8Icagv5gDVd2BNgdS4qF4bS5qbswkpJq8AAdOd12xRWmPsuBaaq1M12fApQKWhio32PckdZ3lZ
FvgRTggJGiNInXpf2GwIsnJ8WsfVBMNUtY+tAYofOvIO1RBRnYdHwxSTCyrI2PdSE9Ii8NDl9569
A4DoAIjq+EdooV+fTNXRP7UkRW7ZGjVOA8IdYE8PNNqs7vb69y+JAHH2wfSA7YJXPfgKpFvAjIp1
LQbLCSGFBzoaDlXTrbUIQZq0q3+sSfOGOzcPSGN2uykxIaHNk+J+srv6cZjG8abPkuXYpBS6ssbi
7JrC0TzJVP715AfKAbmTZIJuCKu80Oy2r6qNXYLszPkDF3hqRTq4SW7lBjD8KMlxVH+2VJeoUY4C
lyw8LLSMqHzZFh0zo4Tiss0i73vHotvIqb5CNVCznMqNyYAEBCWJKGNKwwBHtOsYaIEOfbva8q7e
JPXyqXWid6ucvtK27v7gZoJH/8eetD0hmmz3xgy4XLya24hXn6LmDwrnUNEDOQgoGl3BmH8eDSFh
2xNkIB2gDqDWBlq2/QS1yCog7R3VvWOUq3RiS9whJ5fUuNB0sUs8a+vcQy/BD8cSBH6H60dOdRH5
yGkTiO8gkJQhhiz3Ih6nSGEY9U0Fioq5bI9NZgR01EGklcMBjghzB+aTC114vvbTwu0J+Ew6v9cL
akar+4wqrmZAGjPyzQohwmxuWpixGBSmWHpEdm9HHV2Qp3SFQqBUgIcsS0ZFpWUOyQYKBIUFlce4
qO5JwTRlZuXxOTEh7bWmLy3iNsLEGEAswcvBlnHfzptaV2RTGkK8IdA7UM6TIckxXvwxkjZ4MIOW
MV9p0BaPdQKwtxffgrZc4xWUOw4JVVSDQaOGasr5tqYkM9suXvBAq47Mf1vu0uKRUM1trNgFCHyA
ZwA6CAUBufyFJjLLqsXLnBfPBZSIyYj8VqYJcHRGpJGYcT6MRYanLEk4CMgPywgcqK8ZiWKjQeIV
2T+U1RQc5NwpPdLVwHP75vi6+N3WLkD6ct0JaGzIt1oUr9bcrp4bzmX0HPfLvZevr9dNKFYdw0A8
Dx58oHJlGl0nteOBtZirInkl5VuPJjO04D9fN6Ich4+SNEBoKG1ddF85LSJMMAeFM04M3ZCPX8tg
THcRo+Dp4II94nznxjFK+d7Y4vKfg3LZVo4mvFKEkGffl+6vxgJ9NKAfTjjW1b50+d3YTU9zybcj
dR4Mb/3hkfwbobqoTrU0ALKA6kF0njOZQ2RMlnlCLcwJnQyEsXD93R414oZpdoDCy+CKYQC6CRZp
FBrOZy+18qjp6sxB4se8QfKOBQ5y5tYy7GnSH+laa1B1qmBS3Glox3NsCipgcXxP7k9ITpqD4VUi
iiJPjHypk/f43inWbeM6yVMEYrbbHiJt4JkYzE3GrRBEEvvIyapdwgrzB2imoMHHbN1hU3kNoIfg
mHB7oMNEbOKTn0XaoakJoCIhce6M6NtsxBuKkt/1k6CcbLQGCbwuDpwvBdJJBgFRoE4cyNqiCx69
OIfVLF7X0n3DKtzaKDRet6fcuv/YQz/f+aDqxqvWrEZcFOd4zG09sMNDgTdzN4uXgQxp06431w2q
jjoYrB0AhkGQYctQLw6nn/bujKeIu6VdoGNJ0H1emr+5z93SNPF5e/g635ru0x/8ely0QhEXhIsy
eMErqxFy5fg8d+/86tOfNAnisvj3+9JZm/BaWroI3y9uiLVv0v31n69abYqHLgiuUe29YHVdGlto
o5l22BUcHM2Ot03X7hs6JHflNO5KiANaXm5vjFH3MFK5qlPD0tnxJx/5VrIA9FFnmykfNqMNDWfy
Pnk6oSLVBgBSRZAOEg8iftIGyMuJOUCz2Aj03zLz0T9cn0HN5+UodQJr2UQafD4zc6C0QGfzcXgq
KmIojAtGF7h2KR3hdKQfl2GiIXNbb9MBSnqwl7zXWFGtB/yraK31keaR0419EiPxUBs0JPxQrCAW
PJLuiMLf9clSWgFOH3BvQGIvtpvlDZNVjBUJa+TlZnCoexx0JbMBjbLc07lnEbRJCSPUjdAagJsQ
qGwZkpEBAT0bS0/CbgF33FJNt5y6X5qh+tYCpA2WdBC8t0hhXR+i6kShFCu4ZSzTuiCT5TmLASud
KaDm9V0DXKYHTtKYZj+W0Zg2Q1p9hR4hhZCen2luCtVOBLpONGe5wHzItyQasfLF6WIamsPwknD/
Ll+55iZW3XjIh4PH1oSuzQWrZpnOTZF4CQ3L7mgsYPYyoJz87foEqpZNYEuFwAGAWXLmaEwFXbdf
AdQUx1UaWBN/534TBaR0yl+kn/NjMSXxNqrQaH7dsnJ0uMqxX3DvXTw1yqqzaW3iDFjdPH6vvXZ+
82qn2NZkWjUHQWnqN7AK7yd6obtVrA546o2GhVFePaQeP+ZWchtVmaZQotwS/5qRS2go2M8tyCdh
hh8aUDHWmi2nHobgQfGoD/yZdDtZmdtVs4Pvr+1Ds9wO0Q+QJf7BokCaD2kadBlcCHt50BXoKrwF
wrFq32w2Hf00+qsZvP9m5jfm5iSWW1Fmjiaw/uMep822Iom/X3DjI2eZOJpsgHLS/h3R75LGianE
MYc1KT0a1uifBY1w6qSB62g2mCpsFIqG/3/afmf0T4x0qB6l5hIDSp06DQEH9GIcuVux3dIN+cbk
wO1Mgt7y44uFFD2yQujrFsyW58Hj2kWFwKOz0OQ7gx2T+CHLNU831ewBgg4mekGCCxDUuYl6WFI2
cxN45bX4OkXNJ1rwnZ3pult0ZsRNdjJ/jhVz8OhTFi4Gb17ylKVbGyJN36bVGnaaSROvTfmi8tGr
ieqKKGbKr9HZMjmlSWyHLjp8wJjHxn2XpR1IA+1iABtuVt3zdVn2FXg2tl4XOZu6NuZNF405DjZ4
voy8z48QquC7ObbsIZhMszh0w1xtSGV2t95igfoJvF3B6g7prVM1jxn6ugGtafN9z+3oGKO9aG/m
FN1dFQjRcvSPLGCqAj+F8+6k3hQDO9KbT4hFisCfpmEzJST+2+AEiNPK/G4bpvEVj0WyM5KluweN
LOJglO/R289Sa4fSlRXktkmf7Si2gixN0i0rx/6mtUEEaI6RLl2tcHvIHaARBn3dgOzLbs+oq2Uc
u4yGC7kl7d9xqWNB0xmQ8gfFxGmf1zBgTtvo1ln213eE8vOIxhG6ILV20V8zOkwIqVcUaJTm10DH
z0Ola+FR+Af0WUCfDrU0SDbJ6e+14dbs1xbBnouOi7etTfdYla9L+2iYOuCBCrAIYyBA9CkW5IIl
uxqXbDILDo9HeiisZS/ozt2D/uGA0snRGsbPGYt3DEoCG9QXX67PpSrkxP2EIhRw2CikS/6iatK5
Yz3g877pbynlgQUFNwPJkTjXEcopfcaJKclngDCINf6U2GHsg6PkoUX6gWh2hmLZ8BZEBRZgEfQC
yMFRkWH2ChcXbjX296KuVFdRvBsr+3M5emxfggDu+vQptqIHd47qugnWggs6lIH1cTcYjIbI0P5w
3WWPnOXjdRPKaTsxIU2bD/ancSwogkrL2i6W/eTP1lHgDa+bUcWVUL0CvBD8BZfyyGuVz0Y5uDSE
pPBbb0ESuV0PDgd9m5PU2z4ecvDQ6xD6yumD50OlBByQF7ypqxGTfEzxGnD40wI9n0Ezd4rvgwMP
kFKMDA8OGTBZLLadD04NT+egOdJLAwgnae50xQHCm0KAK6BkCVEJyddVM5T8qhnhClTl3mPSm88D
5fWO16BRY5PlaB6iyhEBZgAEEZ5uVK6+T303Qs0KbVYuzXYRsbfNqHnEKAd0YkH8gpOrfTKK1Z8K
WBiS6Km0/eNgJHftsG7codQFyMrRQJ0TNDR48aJb/NyWb1TDKtxi6I5B4xq7yLY0HkFxehAV/GNB
vutyZ0EGheDRsmTRjxjky8E81V+8WatTqTSELm3gsBFUXrTJgr1sagvo84VTX/9tRFYSeCtEmTmB
lt/1k6p4QgPt/a8laYFqtJ6uZMGOM7722Y69dRnmbjNk27rcrR+mKMeTwsTWhW8T0G9ZBshzK7TR
rAiUWde/sSzfebwEyFwnce+qdgJUFVxAoYgAs0rHiBEopqbORMJ+NotgMTnKZYzbO9Od6PMydHRT
VoMZ+N1Kn2jaDS+2CepsinC9D5w2A9Od4zZIcfeGd29keXrM0iIHxika98Tu56+FNzubOYMCAK3b
7sbxjOoFrAkQB4uj+hmLl9/xFQ6WpZ29WSA2fezHyCoCaI3xPUdffDh0kTEEbg1KHzdhzpG3ffsZ
BFLFnQ9+vu2SH9d+uGnRj+nFW6+AhMd0iOdiO1ub1NjMcbQtHe8uixv2gJgOOWpeQyIZTDFPCfXR
p2CY7Z3ljfYj6FXiXwhjvZ3tZ92+zaZ13y5eui/HqkNbpTlBfQ/B6+A0KdQc3PydeYAy+xWY+Eg9
QNaOdfOORl6xR6EufZpTSm/9iLTbfjRXTT7895tFis4RtgDfRQky8ECKnh/hue9ywORwPdEmbwGE
Z3d94h0I9n8G9ee1y+3Ayms0R3nGNzLbTpD48QFB+xzwGM3e14+GOpQC1h/FUHC6XdDdk2QYkhUb
IXTy2xZ4eAj+BHX806f9NorWLYE0TVI/pObP63ZVh5+JbqDffKEXYYBRcdtqrIWE3Lsj603c33aj
pmamOiCnJqQwoB4hLWFPMwFjzWv/UKQar6/7vAgPTry+3dTWiG45EpI3e+63Tky316dIZ0By9ZQN
xbL0MMDno2NC6Csmmje96uIC1acDf2UjYS83LVpV7jMDiHGU96APOaWcHfrFGje2aYCvzYNC7fUR
KRcdz7L/x1+Nnt3zKWu4C73zlRBk++xtsi7Y0CZkK3fXrajmzUZRHEAxZC2RfDu3YuQkzmMX7Vm1
tVu2sU5QXTVpOCdUaCpA/ECGRLRTXaAzarbDprs3k8equuvaY8o9zVwpR4Ess6BFR/pXronmdVO4
IASyw4JunDmoTY0bUq2FjTgP9yIC/4sOorHpsryZOjvk9Se3f13BhZYeri+E0gRgOthh2GC2nMxb
4ppDfofbYZ/8bCZ740AR01o1RpTLIQiH0eKOjo7fQgMnx5A1a9ageRMNY0ClPDXxtsx22+vjUJpA
JxdetYKk4nc1+cREF7UJo1D2DJ1o5/IGqYs04Nn7WP+4bkcVpoBM6R874q12Yset2zhBZ5odJtkr
BAiSbrfWuzybNulcB1bdo3aqK2kol+jEpOTEAEilVQUSmNCf9miHcNZ9PO6vj0o9exBgF9weolv/
fFSNjSS/EAkJexNZoLRBJTChx3XKvhms0GRClYfG/8eWXDsDuDVbkDGyw9y0jsma7qby5fpoVBMG
oAoYABB0oYQurRGx0gZZvBUTtsYBq54E4tXSvZB+hwByiCBQ+ii+gEkEb8zzOetmtym4hw5Wayqd
z33pTsGMllA7IMY61IE9De/xWIPhNzLXgC9OvEmn7Da3HybKwDA7FSzaOA23P8W+AXY2MkZsg1dK
2wTVYmWhPXL6uUNxYgd+MyT/0qWDjh9t+yCyELjy1HLeF9NNoEE7wksvS57ul9lxvtYmGBtj7i8b
my2QlacNearHbAxiUrdT4FbRJx/hSz1AzTY+GP2hcM3h72Sps0eypn8Ru43fktIqd/Y4l5uqplXg
FUtxh+REHkxrNe3JvI6Bn7rR0YyyQhN0qLYi8HhgPUA9Cy3V0rTyGMe4RmE0TK0yaK0nz3vg5fc8
1+wRnRlpx0cLRLHoAjMjVOhs8kTdTzOSAVacaO4IsdnkbQLtRwBBgZcT9bPzbVL1pHSTtCZhVhvb
pQEieLCOtTds4mpFFBfZGl+rOl5ANwkhSFCUgYHm3B5voai2LCbBBnqe+1c0yVw/XOrvAz0ACj4f
pDDi8J04QM9mOF0lRcRT9tvZTj91WabxECpKGLyPCc4wxAuQ85JsgBu264ems8IldeyXaPbjnVtV
5msxt9O2qp38zbJdZ2vWrH4ZjSW+KWuybDIyRFuOg7Frk7R9LRvTf4gbkr5enwDVguIqBkgNT3t4
S+nHtetIY8jiWmFC80Pqc28Lde8HErVzkNX8rm+1NW3VlOMZgtAfPZEgwJa2EDLu+QLkPglnNETu
+0ETZSg/D+EiUGKg2nbBJuZxME0YbYLXRYm2JvdnkutiWNWUgdUWv98RfdbyM5i7fs/gLkhozGFW
fbdAAV93fbCy22H6A9JVlAH+tUXO9+fC3a52zBijSTYRKtYFzzXzpX6OnZiQHoftVM4LWnNI2HpQ
BTOWqnowGhJh7mwCNrbF3Nt9WR6rbKmBrkFXvkWrP+D5RtCJRj1Q3QgSBek30GJw+6rOnTDrbz3/
FvmC67tc7GLZbaE5kYgKL6RP5e9nozXNJUPIFqFO0HYGMNjOTUZ1MimqvXdqRvz9xJsUVkX71MZV
bTabgW3HWhPY6IYhHdaVtHlcEnzfJvfj+Mkmj4OOIVRcSOczZQE3gPZ1+Cm0csptEpYx91NRgJuj
oLF74w/AeSRARS4rOu2L3pvv0nkatm092buPLhEMgzkDjAyilV1mES/s2bNyjjfUaiIjkOxcyIDh
VF03crlA50akBVoLDgB+ASNZe+B8E+vkq3TflxbIS2tOI/F989fYPufd8/Wfr2gVFL8fiVhks5Hx
k32n7RQNJjCzURIfD5XJNpNQC2xdvJ27/p5P9EBmBpG6evU31lj+NFZd9eYy0oBlgJo9BwidyzY6
sFwYQzY5LDTb+obiLQ9lI75vS/4cNb1mS6hmEx/EjkCdHP0twhGfHKcpzUHXvfY07Lub1Dum2+uz
KRZD3upIZ6LwgO7Gy04D8OAmjCdA6cx02oA+eZvF1t5fdYVWcZ9dMSMjmlNughlqrRk6fYvePTR2
xEM6WeUb9H9IGKckR6W66NObtaoX0M3Oyev1cV5OIzDoiD5RREaWHZWj82kkJgBka+2y0GH7unmO
dEjxyy1x/n3pjnKrSSj4RRjgco9/Bmj1yN7XrZZuFNIVkbCV0V6Mgjub8mnQYZQvN4MYBCjUkY8E
kNeVBjEDXwsMKQax9gEKuH35mjQa56M08VtREcEgkHXi7yfbmWeDPzU4n+GyxnZQkBn6ldmyNWmi
CZqVCwJGVmDcABq96AszoJOy2oDwhT7YWp9oYaf7cYqyH2scxy9QJfwDkjDEjwCoEiAioQYrBekQ
Qph7vrS4lqIX+4FO3/5g/558Xtq/1O7N0ZvxecsKrDuiK3krNxZevUjfCaCCJz3R2Lr4lRBTDtEJ
wNpjputvVH8fXaSmUBm6IFomDsTsTRexx3JbGYBrxn//wfSAqfp/3xf2T7YVBExK0+jxfRvcEg9+
pSlmKnftyeelXdubPZlaETqNX7wlsM1DoSMuUlkAqSKcExI2iAIlN49UQBetK45e7d3U1oHW6M2u
dQq4qlU4NSKtchYtdmxTGHHKu2aTzxqUonIMgtiaoeILjl/p8yg4RYnn1HZIvc+kuu/IZmG7j6+z
yM2ClBlXFmydr7PZ1eBhnTwbcfoNMijVn4xAaBQwUSlHLf788xEImIC9rZ3QLLdL+ppWn9Z58wcj
QPkJXlbQQchleNfl9mIxRPlWNo571nvtbpra6njdisr7IX4UuGnQj4J493wgeOtyxC8+uNJiCBUY
LHkA+97BjId7wH63f2ALED6keFBfQz3j3BadF5aBgRy2Rq/dAN7Ab1Mrag9rMQKqRmhCH68bvNzG
QGSjeG1C6gMQXyoZ7LiRgBgLpfIID/Vy3pTdohmSzoJ0EY7GmCAl4NIweVnSY0Fu/tsApNWJ+v8N
IFuzYK43RanjXVYOQPA9Cro1EfScr0m9VHlSjnjB2P5P7yaxvl8fgCKdgyXA2xdFLCgSXSLbOLL/
v4lZI/Iy9G8g4ASxF1gkAyeGzOGyoMtohTC1G2TIoY/WfnCS4FNma4IJ5Sh/o5bBKyXoXc5HyRd7
adoEOe71vWSIVZ6uj1L1eTTToMABehr0lkuTGPtNyqOhtMPZDI3si/VxUIkFMBZg+ABkwWfKziyf
Ojfr4IvCCekusM9odplwt1LMDSYioHghIowrV6bcqxqbFi7U/MIUaemC/lyPxnf0jAQFg0oU1Iuv
T9al88cgQL0vaEWQvZD9mtGWdkHyxgefZbSto0Pp1fspMj7sPcVUIekq3DNuSunom0vN0HYJjQEK
HkvkWqePJ2FA1IPKHG4XVALwvDvfUk1i0XqoDP7Im7f3pXn58CQJBKPAqUAtEJ3d51/vAZGjebmU
jxR9EOO2pN/9UWNCsWnPTEhXWMV5FtsTTNh7A2+sVoMjFEdK2lSAhAsIHHYugl1pAby+BLW3N/BH
Lx1vILywYVaIdnFkVTfmur8+Wzpbkhcu5jQCKnnkj0aySwmGszF+uMlDT5+v21FlFM4GJfljC3yv
htX3/HGo3nGkgg4dmrR5SJf41kFPR1wAHzUutYDlBN3o65ihFUsGCgYcGpH6Q7+P7MbmBeD0uOOP
rv25DtxBs2Tq4Z18X9p1M8t4VfctfzSbvR29Eu/ebsC3dRTycX1yU7OdnT6wj4s8wg+gcwHNP/By
CDbO9zpiXSCZgLV/TKbbeuc2mpBcuTkE/JMAi4U3i/BHJxG/b6V0IFnJHzPjYXRWJIZfsgHcElCg
m+MPQ1rQpoA3HbBxNrIHcuteW1lNHRdgCePzxgS4y04GjV9TeE/cokhPIMEDbIOMB25bQDbT2cNB
AvWV1T+0eIEb7Nv1fa4ygleWqG0KVR8mbfPCbMcJElLFYzJuMmuTp9tVd6XpTIitfrIqdWq3Swbu
0kfwMEDL/BXSBS3qp9fHcRncQrbgZBzS0ueNWfKGYxxRsbW9AIBCu9sjfXXdimqDnVoRv+JkKI3H
5zxaWPE4LcOmyv/qZh/11vc0OzieZmGUJ/TUluQBzMVvaiOFLW9t0MRh7gwg/CA1Eixj/XcyLPve
G36QuNnG/hIaBZov/ttYJQ/hgrTJZ5lTPC5dusnx+m/7+7o9xM2RZRqnrlw8SNi6npApQJH9fFqL
FJ2HZMLizQwARPqpdTeTtbcdjRmVTwWl8v/MyLEbRxnCQt4eGzEhgZ81QU80JU3lVrcRBINE43d5
6nwgKTESnjQEczZ/70EItXg/ia5nWDlZJzbE30/2IOV+n/dAdz6WyTZ1NxnwAMPG0l0QipG4JsRT
8JgCUuSiG5R2TQV266J4HNFg40KYtVxf/OTDT2uE0CdGJM+Aq8I00fRZALn1KU//msltpQOEK6p4
5zYkx1AiQYb6McKRuj84ECj3A8RZnbVP0o3r33nut05HOKM6uRgWMKUmpg/pRikeagtatnlTY58B
xgFqgiq67eO7EgiL/yPtyrbjxpHsr/Spd/ZwX+ZM9wPJzNSuTNmyLL/gyLaKO0iQABd8/Vx6usuZ
EJ0cq19qsSwEAQQCgVjuFe5X13vm+oWmx3q6OX9g51OiuGEnYhXXKC+13CMJxHaoFpTQcNRxjJE5
hYPYcBPtWmvu/YIm4ikBz3V+d+MGUe6OwgkKA2Hb4mCWMWwESoZzGbnGyrQWniwnUhQl4X6TdWRy
iwPCweZ06dmX3fDSBk2cAQCrk1/PL+Ki3iPZqgMkEKAPak6g99yW1blWHKj5p6E/GvXdUK94Dmsi
lH2iQ22UTg0RdbsV2be82uhrtGuLqnA0C2VnUCLRVaWHg4Unx4VBv9j5pwAcD03/3aFPZX5FyYrn
tTYnZZPGye/RdpiXB732Nk3z0nWXVB9WbqRFIWCNQvGCjUyBimOgGX0/EX+EdXWuKdn1SOhR7z0T
OZKhTKQqu67gQsK6lhE6Rngdg4ro91UMT1W8LoBYgYkotx01isxHBVlxGNOHkgKB5cPw+4V+iO8h
OIGOHgAgv6kkB4abCXoqURwCDbAElya7qPt7Mq6VLM6LoVocFHogGIJE5Ny1e3oVaUXSo7inLw5O
H7H+otIf3rFSR+MrV10RNHML1Dz++NSnz1r96vP9fyZC8bIysxqcIZ8KvFbjXNxVWfwOlDNsxtEs
FEfK7cByUFdDcZDdJgmM0CouebZmixfOxgwkjOguYrhvU02WOxkVajzYgfoAhpr0uPGvmblWJrAk
BVF8f4ahQLeEerNVrnAT4nTsYPArZlzY7HJKVw7gwqUCB+1HvYPlIkalmK5eIw1A4boWqtvHln1R
8BK4ot/TaXd+4xflBEjMoQFkriFVNj7VBjbWFD2xdtCGfApCPxNgb5jCTvt8XtLSooH0DOUJQNXy
QRZ4ekqQpqtyIvT2wGgRN/lLhj4STs0V47jk6IDS6acYZeHYSE0/5QMmZDRxmueo8a4Bv9JHibUp
JnFRpX44MCuc2NN/Nj/FZE6tNshJk+2hlEU0uHeVbYZ0LTy+uIiAPwPmFm7lN7xBHnMSt5bYrrYf
r/ps2MnxkbS/74/inY1Uz8xECYQSxTLbnDe+7fL2UH/SdURdDgQl5ucXa8FkAl8Pcd05bAD3QlE7
lCFYwehBvYdiugycMka71op/sSZCsTfwliyRBRBhVMCBT8bvJgqHz89iYTeQRAqQWcUVhlo/Rddk
ZorKb1J2mPLyou2qO3NiW9tfCxf9CEcrF8yJHEW1ytJEqTReVIeyLKYrVN9+b3sPUGJ1Zd0UXmZc
ovbBjFBb5m0mZyBhQTz/ltveq9XrzoElunPRpEP/KBOgv+YaBf0ds/PN4HqvWpMLcJ2A3aLVm/7a
llV52drJay4Q1JO29tFlzI46K6dRN/qfsr6HTfXsD1LPrZ3GvOCiCTTyUda6eesnafnJNmgWuV1g
hoMzoWNrMrPIEkBm8RghodHqGQIsIohoIOuL1KXtlqV0AOiTb19MFZPokHPGCI5BcmG6jRUjyVCD
qyJLP9Z50V3KytSjdDDsT4Fd8g2QK7yPqA7s8KjRxVPPqIiI64pNkrYBfhro9yng0q99owGqvW8k
T4GeuOium4YitIE7gJrW+T+T3C43dbZJ6yswZxVXHuw+kJMCcd/WNr0qSgbMCLD0hKOXI8g1mtpO
6E63sVpNRBM1AVtXMkCpCNvfnNexBQONExj4QElA6gAAgadm02B8rBuW1gevfu6L+06OIcOrac1V
XhOjWOexAQh4USX1fDtXVZgWtylqjOvt+cn8iKOpmoxnDHwl1A/OVMins5nSJNGgJfWhsqV3QewC
1HTIgkaU0Tx0rFHbSSfTYpNRdBb0LAt9c6zCMXONK+62/JDzKruwuMhuKuBbRiLV5fXo8mIjwaPy
wCsrj8bGsqNs0lGFaIk2NhNeRrXfjY8jd4IdzQYZmoxhJ1nz0vDstRc03w1jIDaaDjTAhPlJ1AYO
i3UH5GvNhHorZIl8EMqbNDLwZAoNczjYhE8hpa0fdlWfroSl35ou5LxmJiiAVszhYcWuWCWfkqkV
+p6On0j1XKEc6Pw+vDVcpwIUg1Jnht/IDAL8aTe4fYzmVp0X8XuEwBFDKxTcC5UZ1vTzSro80PeT
TWMmeSS1B7tbEfLmiYdyhxnhA3FbVD3CBp8qVOq4jOuDUQF94M+pfhBo3XV8trPFrUi+NOneSz+d
n9WbvVEEKgclbSxTc8EkhYL4CGRvoQbgmXdImAvyAAOKdJua+5RBwzqfQ0L9Z3tdrmALLX7+0eDK
5+cchYzFhMEL83oy4p48nP/4N3ZkXp6j8RXVLXUyFl2G/dD8K/ZxQot1fmE3F+eFvFHfH0JA0Yam
BPzTUK72xA20xOmsap97V0l7M6XXrrMSwlxYp7knB+GPuZ4CnfqnetXRgBZunlZ78DHlYZ+vWPXl
4cHIjUrZOVmoLFObo8XN0opqPxpxa3qhTNfeKLMlPbG0eIriuvhLwvwFR/HRyux7AQeh2oM5ZDuW
RtRX6UWTezvDJTegSVvZ96UJzQibyAE6Fiq0FcOegnoW2HJTtec1/GurAMVadH7T33apY0YWehGR
DZgbUtQ4m05qf8jHETMqyPUYZJ8TWd0QR8RFpV9rXIu4W4JAU1ylhrYxUJ00MgDPufxw/jtm5VIX
9vgzlIUFh2oX1IDb3UunL6IsG++Tetp0Nd95WnCQrvOatfL5vMy38MA/5o6WaLgxcymcYubq1O58
resr9DkBMDooL9Iuu/HGYNua+TWK7zdOjzqmdAoNRAStTqKCLb/I/Bzejx7pbQHKaPnbvdPzN6Fa
C5iduKsA1XOqYUIEnStNHSR2UxvabN+gcBRMGCvWcMHAQ8r8OkWwH7lgRbG4V2vD5HnlnmY3k39N
zPs0f0gpKtzaIuTDQ7vGdrMoEEg2yJyiHeQNyYCeWZqserALtvTe6zu0N2zh5oJV8Lad89+NHmrt
WpPNgkGD54CaXzz4Z8QqZSk1rZZ9zmEOLHYhys1koOSb/O6rbt6unzLUKtykLkXFXcwrnamkUkjI
vmTytwMw6HOf347gtZ/7klTXxZcBDm/l0X1Cn0b2VFSPhfl4/jAsmJoTEcoBzKTtFcbg0L3QL17N
NbDbha04GX3++ZHd5HMni95iAql5A/yuC9t50fK1nPbCLXkiRLld6t7MDYtBCDeeuA5+mgpJCjjc
SbFyja0JUk4Pa9t2xB1H94DMS6040S7a4rJaA9T+cV0pNvFkPsqFbGeuJQsKMa4UUVF8n0nsGuA+
knQLIN+NV371WLYD4XvkD2xHXTBXVTs6gJWnvkcPUVSaT71+o1cydLUbJpEfr5+R042G3guDAPR+
BUBmTRaO3WtJL81qa2b8ozSmrQw2DqNhYL4CXCWkxVOJgkeQbG9cuJyeEScIAQKMb+c73/X+U4GX
b5E/TPrXEalPXpsRMx+D9FY31m7fBR3FUQPgDiDkEapR+0azfjRJWdFmz7QbkKdvOidf8YGWJYAP
FWwLuBXUaqPaASiS6xTN3jRGwGJN4Rhszp+zhZOAOfyUoLiKyZiwqfayZl8bH3uyy8YnR1sRsTYJ
xQ0SvEeosC2bvYEMsXnTrnUeLKj/yRQUU9FzBDX0AuMP+m0JKB//cgKeAF/xTBY8ghMpiskA0oQY
bRNbgSTodembYUJ28IVC0Gpp2rAJxNfzG7MoDx1PQBlEWwVQxE5NlFHopQb8jHrv5FWE6ht0ue91
d9sMJDa16ySJz4tb3CTcHIhzoe8fJOyn4hwPFNx8IPV+lNa13T2X1VpDyqIEoKkaeCYCeF0tyZ1M
K8n7pGn2gt/kXsj998zgaHxlBnzSOQISNU6j89kuv9bFivO7qGYo2PCReAArha6Yc7SnStD4mFAA
vHJr8ZCZn0q2wft3RdHW5Cgbbw9wgDNiQA4sXOaJHRPXxL+T+cojcVHBgAaF19Xs2r3JMOZdAdIt
t9kXLnL1UScvwBfb5E9aHcnfZnFFcTK6af+SNevG0X1rVJkVJDXWDq2326aSMRJdl33nr7iRi8bs
SIxyRqlsKj9DQHGvkZ3fAEGOxjxfKy1fEoL1mp9A8OGgz6dzQTm4o3d20ACHv437gEeU812L0pTz
B3LeZuW2RX88SOfwwEMbgxqfR4qZ+HaRgcbbbcJC3PspsjdX7YSKU+/jeVFLGoe2LdQUu2AnecN0
6rkoyiVOyfbAqkvQsFBc0lQL8z64TMs1kMwlrYMdRZ8V2kvegvPgz9MmYxTTAtxYEw/VJqlCi217
ee9nvxthg9aBhwOvyZk14Q0XwOTmrLeTgu19/qjDgXCsd+zRsQBFrWUKwEJJcrYfOy32+2sjf7bR
KQ+eXWt3fouWtOFYkqLZiKrXOtGxbM6HYogbJLrqLRGXclxRhUU5KJW3oOGAclZ7WRjppyqZUrZP
rBbFsYN+kZUEIGN0L23zOpDpirxF1fOAPoRIMR4TqoOjuWmp1z3mlVrfqP7N0OuQi69G8u388r3R
OuTS5m4gE23EKBJQuy4ZRxezgyqlvTT8Gw92DvB6wPj+MBCxS0vtOrf8FSuOknz1AEMmHkjmTKvj
oQfTOrUT4BqcZIP57c18NLZG6xpR3SHJW7seQOz7xN1oJU2iVBB6SSYP8euprZ/8ivTXQz7ksQbE
zSsgDmZbu0pk3MP/jmhhd5EVlPkWeS4etXqPnwY9kLqoF9td+VQkA5CJU1cDE7ffA6Jas9Bbmpsf
+sYDr6pEM71P2mHT2wO7Kl3UMI0cZG5inIzd5PZuKHlKbyapaRszy8QdzyvvuYQrssmBzTtxbkYp
FL0ptp1RItfCwcz2oR5vjKF4aGvv8indyNS99D0WlQ/apVYOB1czL7PeLDfgFJKbRvaA1DbmjOOA
5nthOlWU6Q2KuGAdwYSK7x3HJI+zISORXwLFe+zQ55s3kx6aJiJcaVV3oaf51i6fqinq5fBoaRqP
NWa5cRV0zbbrpcCMAFuX8daJGGr5d2aefCyodLeZJv2o5h2QogUZIt1IXj1egiF9ouVGqzlqVCpL
iypgqgKZjLRbrUcxvDniB47Q8rhLpzqcrNYKm4a16BKuyotaD17rzKUhqyZ7a40Niu58O70ccjiH
bUJs8GVaZsiIAAp6aUy7ZijbrW5PaZiamRmNDgr09B4NahrLnNCnoIJthCSh5WCGuYsnTOGWZUzx
yZ8dz0mvRNUDIlcEYgvISO0eqVc89Ykvn3Q9y9NQy9xx1wW8RbWV218HIBfG0XKtMM+lfZFPbbdB
TR9oQ+oyz/Yds75No6M/+9zhlywH8lc6oB5oRMjm4vw5/NGtf3KrgU7MgFEGfABOBhoZTw+FJGVD
eoAS7NOuvXFGFoKg4ND0z53j3oCxM8xr7dC41rWX3zUeCFyqHSf8YWI7XQco5FBu4EmElZtDA8ht
1QZx3iG5hEcoTYEK32ShnIp4yPECdPXQH59F9X0w9HCwx0jCvNCrpk82wi8R0b9NirtkcGDgytAm
HxPWbwi7N1PQ8nW7DADxje08GGO3sgRvLOy8AqiHQnrfRdGHrjy46FQicpiPdN813y3Oo6qnGyK/
Jumdtoqo8sZVUWQp95PHEwbVGBCnETem0MMJR2L6bfQkRYhyNaWaDcSsGkI658krP3Te84rOvLWj
Jws2XyFHvqPOjQxmDuMjNx6K7CVYu/PmVXijk0c7Mu/YkQA3rTpiAhpmn8IoybAR8fkJvLnjlAVS
dN6xQaXj9ZjA2MJJeKhBrt1+7JwVvVrbayW6WFLwl4gJJ0t4JGp4E4ItLO60lVfpipQfhTlHa9VQ
ObiVhrkULOrYQ88+EXvFa1tZLjXZZ3EHJQsSItifhh8W9Y0mYnMNo2VNiHIKfa+onXLCnpckzKyt
kd2XbeTq/+FqKS6ArGiXBoOge9QPOHlk1yGok84r19tO1FPtMpR9Z0ElnDTXKdBsdHtT2BpqOGBl
cWP61sZ3O/BOeiYwfD0dTKqj5gDJGJdvTctyQ7vuhRXVNyP1P6NQZ80wLOsKQL0BX4kUlfqCAaSL
SWhq0P2QRn4daWNY6ytHa1EEimRhRhGHewP1WdmN33gBlD4hd7I6NNZza65E1Betw5EI5fSOXJ+0
op9vrCwuUAGy1nqyPAWkPuAogi9dfYZXtUyFHSR0Dwy4cCBNaAc8NOrfLl+d1QRVkwgnIfryBtKJ
M1sUnpbTPepxN814abl0RRPNxTN1JEI5U51I8BITGd3jBenGXetOl35n22FrchGjMindWRN9HKiW
R1w2w23hjtWFMw1dbOYtUNin3A+lkX7xChqE0sEjh3UpijPKpIxkZoBBnY3ZBl61u/EGFBeNPpli
bwClfeDjxicA2A5XDtd8QJWrAfW+aKow0USMvjTlakCLLXL0o1vsvYld+vzaTLZDcpPVWUTRalfT
bdd+dtrHIb+pxLU7ipUQzZLugTsFyW80RWLnFPFIhdKx75DHJ95eWFnYgxv0/AzXJCjaLYoxJbIH
v1ppxa2M+G+XOUDtjmegWCc49cSmyLbs9byPpdSg2bvzM1jSuiMJKjjk6Ne85BYytYl5laIgjaVg
otKtGChs7zA2x5KUwE83Wf1ooYgaGE5yU5vuxnZqJDXWKv+XJ4T4kocT6yETfuqO5LrPnN5F3YPo
tqw/JM5FDtS1NV6tRSnAWkHLE7hv37Bh6EgTFlqCjGsO1i6zfmnHh1r/LqaH87uzqF9o6QUFPVhf
QR1+OpnJowMyngEe3p9x7PvxPeoL2CE87cEtiXKq0+FtknSdRPfeXiQfcnoHZVwRsGidj94rymbo
9mC0AeGw/sFu8EE6ttHbFQVeWqJjy6w4CSMAyDKYOLqvkeseunvRraQHF+fwg68bbzxUFihn0OuL
ciw8H4U0zgufwLVQX+pmuWL9l2eBKJv9Q4jqGPYo1AOAD4RIozCQ4EM7fGL37xIyU3ajPAK3vbIb
tBWwxnVKETzsw3sd6CrntXX+fcXc45L8Ob5iDXNCeN50Be5iXPR0N/pbEg/iyng+L2Z5rX6KUTZE
t8hQiwTTENVXkt84wZ/nx/9BindmHr4C3EGLemBTB/iDgtTXwPCIC1tupJU/VMyInbHcALj0qiC6
F5ly3KQuQkZ2vTn/Ecta99ck1UiiZwkuSAOYu5Ldu2mOUofHwVmrG1lcyQBdIC5gXsCDPn/E0XOE
JCjFn1yKzDdBIAxvdstZI3FZnMeRiNmQHomwy8KE/9fSvY440DiKkHhXcKRWNG9NiqLZXp72vOkx
EaDDRQBSjEAfClKS7fk9WVsuRb/NZHKImTZYLhnD7A+/TYs7O5lHa6UodgBqGNCh1BQlrU9FUCLK
eBXUH4s1ZtWlu+tIjFrkQv0K7iP4XfYFoiZjbYYyyUPb/Dpa7/C/jgUpNz4C8hobbMyntQh2I0PV
gvbt/JasbLxjnqpXRlAR3jWYS2s0m77AZd9mcZX7K51Gy2Jm1nlgUcxvpVMxFcRU5tDRvVHfSsAU
leZHIzucn8rytvyUMWvf0Ulxi4FbRDK67003zPmtpnlRUk4g11qrP1rW45+S5tkeScq4mzRTitkQ
+Zzr2hOXCH+en8yaCOXYJ17QTpqAiHqSA4rBmgdeexfnZczH4Y2ZDn5OQzmO1JiC0nYhAwwlj0m7
t7xhM9rPCMCDOzMK8jSyhpV+mWU9QLsPygvRzqJa5UnIxuwS3HDglBDmFgCy5ev5Sa1JUBQ60WXW
TQYsWQcWz+9pu+VrCHJLemYifozuIdTsvsG/JXRM6sLEqSyMHQH9hpndBXSTgDHs/EyW5cyYluC8
Q+pIsclNMCSBS33MBFkTISqUnvYgMrhpfpvSB2YT5T1/CVL0gNkaF07jwizrN63XRXRK3uE4HUtQ
DPM44W061JAQOFdg4yrXyO6WNv1ofPURRlp9MClALvfc+6abTxa7bvuVwzIvgnpYjkUotthEuXmD
ZBTOfL3tK0S1WHDT4RIT2jMeHhET38/v/pIBMFGrieTk3HWg1oZL5C56D7m5fd8/OaApsumX8wKW
nE24y+BwBM8OYOoU9Qp6rmVVUNWgi2zD2tn16UvaF7EIvtJ6zU9aXDzkdFErDrB9wDWcGsxhMPwi
dxCKM73rvIudLNRekp31YporLcaLq3YkaP75kWW2srwZchOC/DaE0zfKzflFW5yIC6oavMkMdObO
ing0PrIzTAa1W+2BPx8TK4lQ9kXp18kbIm240H67D2Q+mTNBs4EgDKCJVHGOXxg1DeY+ELCTPXrl
ipIt6sDR+MotU1QuCH7o7CQjc6VF8PtQ7V2w+2aNnGrxgB4JUpTNFkCcyRxMpM6msE4edI2G9VpH
05qQefOONyfzAw29piiqntpHEBffgdYzMkDsdV4Hlq5NBDKB3jkzHb5BNibggjaYVSF2P+XbAmnW
+rsuK9Rv16Csq6LOoZupICtCFy+DI6HKTqVu3rZmP1+cASCuq3hK4saisWOt9TotLiJ6wi30zaFO
XPXU2iDoST9rODfunA5JwV0mVg7p4lzQDo6wDzgyUBFxuk+jzWve6GjfoUgMkOCmZTzMqnvf/3h+
oxaNwZEcRR8CN4f7V6NdpNGip6KJ3zM6mtkdNIoAlUU5m3oyEeEnAqMz42a0p4+aP634/4t7Afy2
f4tQNn3IPGmwlCOo8dlMPzioW3RXtmJNgrIVej8xRzaQUCQHMJb14sb/7ZaA2YbB40MhmQ3ASLUO
RXh5Ztcaukr64KuefxrQDcuf3rMVP0XMinB08EEjXhPNGKr9YFwV1UvTr0Swlk48utRt3QUTOtrC
FJ9SS/XS9RM4yiBvv3S7IZxkEAfGp8n5sx6Ae3rniPc8ZY9FKjcmoooaz008+7OE3fRom3QlgPV8
46od88fzq7ekA/BmUSqE8wjqE8U5S2oDFdKehHOWobSEvVidFSLneV7I0llEew0qhlFsDcOpCPGt
bnK7Gkvok/qgN+5l4tM1L2NRBhIlqLcDZsabkmU3EaIoCSv3RWjK3Wq13dLw4O8GpPOM9fKGu5NX
PRoCkK0Hpu9HR9ybK4d9afg5jASGNTQDwiE7VeK+8tFMB8zgfVeG1RgWa6HktfEVY6KNTZmXCayh
U259GqJc6Pd2GNhiYDvE4z7wQF2AvtLT74cXaXSpO/BbUEyEnv+17tdAt9R7Q5WgnAkrB/K40Yz8
thgu9ObODR7bm2KN7MtQ1wlS8NiCa4dNMD14q6fzGLVgCqwh47dsMO7NJtlOJPloWHRXFi9V8sFP
830ZzDk/40rTPjnWM8q90lBUxcqN/yaKOn8IOjuQmDWQWUAD3OmHlFlXG6Pni1vCgkOlBy+cEhEW
GbFDUeQ73XQvR9tG72uy85j+1UqLNHSku0aNrhq/H5+BlzqQRPE9MOGnn+F3AUMJDz7DAEdi4AW7
vrPTmE/D49ikKF0qkPb3nSoNLQk+4/M69aMN+fjVhcMwA1AFqKK1AwsAnafCExDZAFFGtLcStco7
0ovqyuso4Dn9KfIystNc7ROYJvzbZuquSO58aa3+1U7a78YoHvsEFU1ZQD7oflaFxKz0O2Lwdtsi
Zbch0/BQNoYZlyAbRKWejNtMu0wdGabjuK09eWUF8g7XWeR1JC5FhgzvSHfC5fN/8NCegmsm6zoE
td4rQG9unN7IY4CB5JGfZFvZOLsMhZZ9gaR9x5KtnuuXgYmrQhcfKtNLIw0NS4kh1hri36ovnBF4
ViihdUHGrSJeBYJIy5dle9t9qpIrK/m/AM5/fRv/O3mt9/+39t0//wf//w1UL22WpFz533/eZt/a
uqv/5P8z/9pff+30l/755ZW2GVX/yslvYOB/CY5f+MvJ/2woz/h0EK/t9PDaiZL/GB2fOP/N/+8P
//b6Y5SPU/P6jz++1YLyebQkq+kf//rR5fd//AEn90gr5/H/9cO7lwq/d1e3PP3bdd2+vrz5rdeX
js8D6H9HrzDMhYtuRAu0wn/8bXj98RPT/rvhoWcj8GbqINPFT+g83j/+sK2/IxUGFCm0tqIlBYXB
f/ytq8X8I8v7+4xFC55dkOLhIoMp/ffsTzbo54b9jcLPrDPKOwyMI/LzCGkoOQairYUb8fToAGk2
awb0Vz0EHtrjWZIYu9SX+m/dWn+Nrt7nqNnX9Y4w7UBz57niXQr6oDX86V98ua747Z0h4EdYVfJA
aH4fVI0fd6g63R5t4r+W6f+xLLri8YK+hzP0rROAzuVfGiQUL2lS95v3DT7fYEeOqNV34Lkh+PJu
QIcWoLeuNQRDVi7aU3/t55Ir90HgSLvhAJ99AFg2oqeDVr+UVA9iYIeuIUD9auXnPz/6/gESNCkh
wpjEeF0PxdYD2MKKN/2rwdWLpAkKVFb75CBLN4mJbX9CcRPO3H8pyn+8q79aG8X56EifyynLgoPX
13pYtIUeOUaGuq9UX9Gb0wjQz9XHcT1eGl6Po6TgYT4kXiPR59c0F63TGSiezvg9kIrtkBriq6Z7
xe78lH61XMr5LYEBOnLQ4R5yIe5kUgZhSew1cKnlwXHBns4GLdWUUsf1DgAq+qKVPar/W2flVfaj
9O+t5QEJxunghd82wutEf+iYsTEZ6IglCG/Jpck/+fKxbkF/0ER5cV+wfKNRN7SSi1J8I+TS41v8
sw6+EZ2sHBqlOuzf+4ZA+unHsNrobIkyxIMgLByaYSuTa616GPJbNykQP/k6+gWg22TYm5e9/9kD
ThPFkS0ZuyL6TRUU8b/+xXpn/juVkYdp720rbUK9/p8WWaOCUmAYfn6pYjx0vyXVmPb9wdLSS8v6
OvkscrEi1njd0q0xgDceHdxa68eSbTVwDZs2B9sSINFpcFWgIPa83v1w2Je2T7EzZVDlWmtOgKuv
JrTgBKgKZKFfcYB6YIVkhEUY/M+kOZBka9SI4Og3NbwxtHEgRhURm4Qj5xf4y0WxJaiIQeH3+S/7
EfZc+jLFPFWTV2RCa7IDA3ZCaLbe5TDqnwEzFhVWDgDRUo9A5WOGadN8MLRShGXX0wNx8k9gxrnp
dPZn1gQ34Ef8HFjZgzlptwIIH2OXPGodPBGBsJoxXg0gTmrTCXBe2q0n2gQc1N0lJ9ajO7RfAQMS
DwREqNQYv7C+2qQli4M0vRbaFGWEXLR+fpVKeefy8QP8gitdJzshvGstRa+Npl/NKwZ6nnhKp7uu
FztpG4DQ775klN3SBr0CFhBEg77dpcBRzly8NJjmb50yi6ey/DRowxbVNJvWQXaOD2xrluOVkzVX
nlnvuh4YZGV/Zxn0oSwbcJoXNJoE2YPq9l1WEC756WlCjCVhDkdLm9njgoOnPIbuJNKdAFjRrd5R
+z6VVhcSsVag8CtDpRr2UeLqn3LMoW3QkN9uc1ZtzqvTr4ZWLHo+mJkdVGgKtQcohORuaDbN8/vG
Voy3XVcFmLgstmfMbMLUJXe+nz2cH3v5rkNV6Oke9FpX5Y3nsD3AxLsuROtMesjLNr/PGWinVs7a
LxZHJaSzqDV5djJ1+2kIQPBaXuV6sRJ7/NXQikX22s4IOuaxvcY0EcoSgFp5YMfvWxzFiGrO6Gu5
lXSINvrIyTgFSj67Qt8VXDffpzdq4HcEiXfDXKPdc23ao1NtDJF5XCv7+dXizH9+5IEJpOtpD86w
/eDhvgmcpL0Y2uL3euH/umJUftvRB4OKb5fdvhzLZ09moev+HhPgz6GVg1oF6ZTpqWj3RtCDDWSS
eyTQ12hMf7UqylH1fLCW9gPMTkkMVCbgy5Gr+r1Gn59frpzV3NJojaJ3ti/G4JsssyCsM33FF/rF
h3vKWS1N0HHYdcb3VefvaDs0cWewasUY/2pwxc+y6NSxwsfgZkC2TWfKaCC/ScX216qotY7EGVtR
WD6sDCi+LlAQ7MQ5adfKNuf5L9zknnJMq74qnCHr+D4QqJ93JHLqZfGBFfm1Uco/Bzu7orzsgT1B
k5X2nl8tluLVdK47Sb2YF6sp/oQ+RRYl3fuMpUpaFdReUgw2b/dm28DaB54X1ojMnbdov/LH1A4N
bmYIKDVas++5R19o5WjP0pNdWPbE30g26tsCagYSO2beoZO/JSGbSB0VjvEAl4HdA+uUbKU3icdR
utZdCQbBkDaFF2vgwwlFOQ037SS+F25nh25vuPH57/7VgisGAWXX3jhqOt83vv+ajLoRin6tJH75
MQbMgFMrSURF2oBX2Eyv0C4qp/VCYXmfdLvfuOhtvRFVKjZlo3eX75uLYiIkH6qAaozvxxLInK1e
gCMIdf7vGlzNv6D3h6CyWMNVO7kk0lqPo30Xtvn86L/wFlRSUMPSAHUkJr53fHQQJdKpru2BV3En
DON9F7oKyydyp7N9t2jRmFDjxTC69sZzqVx5j/xCj+YQ2vGNSJgFANXR7/Yen4B643Tf3QmoTedX
R+ER+cvMqbD6/qhNVZa1bA9Ad/tS57VxzYfsG/CW4ImzRm7ysdcufR9YtVNnBlGXW2xTpl6w8gG/
mt3850f3fe2VsLJu2+5l1T3UTXst6Fo59q+GVnz1Wsvttq0439ee/a3R7e96138/v2w/+icW7Lfa
VzGQ0RLEz9p9Xo/i0mATKi4tGuC9qs0wxW3SA319tOMi957cNLXjgQHCtICxutI44LuAS0B3gSSA
7RoC8cGrqHZbZT7ZDqhIwutm0iKNEAAPVRzXMSnAZmq66Bhs9GBXps5H1pMqNuTAYq3yzU2vSRaC
WdUJYdWTqDd4dcFBLxEH42Bt/ayUka0zdvAnpwGoyPS/nH3Xctw4tO0XsYo5vDJ0UktqWdF+Ycm2
TIIgABIkAIJff1f7VJ3y9LGsunqascZDMQAbO6wAaYlYkRsnC3kexPVUMn9NX2gG7RnZQk8ssNS/
F3aZX2pq7MEbo7NUiLGVTd0fyk5d4ZqkKy2dhnyFMGyeJrELkdvsJdFsqYwPYYJV6gEWnPr7Qpyx
GBn55GkTXWyIyTi9tYsYTzMcskpr6Zo7M/sg0r1zMEcXxyTUUdJQUz2cloawwpIsAZuJvyVxgp5D
yvsGxM66zb0Olccq2mb77wX1XpS6COhaQnuygXfcCaG83U81B1U1Y+N+8fUHv+G93XARwn0FWXOg
UiEBJOujw0DtFb78iEx5fvV/2Q7R+W3+sYupb0St3RCaSWGqijaTptBZ4qBz4Ni9BwLnB1/nnYeI
LjK+ZaVscBNvAnl/vFWy/uZy8fCpL3AJB1wIZakdzQi2LAu+pjJgX7i7QlQuph+xZt+7+/PP/3hL
dh0pT4gdTm7rHs1gf3Y0/SDPfmf9XIJM5GD9zjTIkWRP/KtZDX5uVexeRyiOP3eQXiLlVeDTxLVz
fPKJmx2HydG7IJEDxLvT5VMd8v9jSKsclVhp/fgUD16cA1P02GXmAyT+ey//Yv2vSTwSPeDaTi8h
T9LJ62H6XGcfPjv//bDUGtVAPTA+dX0ho237yWL4t8TNHwsmoaljIV8Qn+BkvWeZeW2C7HM5y2+h
kD8u7S9LPMrJjU8JgW8PvLxo3pnpIwLvOy87vAjRMoMsk4UB3wl+tm6ZiSUsrNd+gKV/7+IXITow
ix6jnsWnyBFdKfv5prbOR56oyd8j2SWjUS7j7KtpiE+jq4cbU2OQ0mSS7FTmSSj/hCYHGsApPxVz
fgv5//ER3CAF3FwH0SldxgWEAwEp/lQ6N7Fe+Obfv+K9l3VRhTgQ9oSysBedzEAKE49Pjp+9fe7S
F2dWQ+D8NEiLjzw6MHdwYXS3RN74wbt578Yv9msazy3ttMKN21rnXsrvdet97hgJLvdrm7ljQGJ5
4p3IQT+HDtAQvvz7rfzG3P/lLAwuziioKwMiAzz7aemOfE62bkqLftn4/KFu63IarhcCEQhvu7A3
P/jeB89uuF4F8T6Zuvz8p/FAVrpZP3JN+63X/rf7Oa/0PxZZ2C7CUiD3gTwzebwsBVzNSm+EYWTm
7936iEFFqG6TsdtTfQOzhUIAZaPGcLuMaDafhxjj/ydW6n+rjeAiLpiuE2sc9+KE5GAj+ggOQbJT
HxxQ76yY4CIu8HAmA0pJcarT6DoR48H4zkeR+L0xWnD+pX+8xbamsXEJ+LWpms0PKH6oPRuaVzTn
yWZYA/RAx8juFzJ8b2v9EHrD08Dd9Mti16AYIgCkWBNPOaUNqXSMuZXQHimDwTe32gubOzHh701z
muyEGL6SydXAwPnfMGy4DsbxI1Hx997QRUW0YPgfqRqgSsdtf/k+9HxAslg/eP3v5IDBRaRZmYih
dgRU87j018LOQESgsMszy+Acaz65cy9ijsEEiWhj+lPSLK9KNd9j8/Tvffveu7mIN2syiWA8w3Rr
aPyyrDt1NVTR/n3t35C1v+zBS1ASmdt1bNelPynMLPftsnr3QyC6a8gXzvnQk2afMbAQiywdZTk3
znLDg7n/sqpAFpMZ+o2hMykhTBp/b4nQxzTg7qYhaB3OqASBhfAeIn+B7+Zs3hYZzGNphIEcW4Sq
hZHPTeRhwP7fPdD0az0DoYmXP3tQFWmBCPxks8y/CFJkXXnQy4ZCPNZu44Q/RXP/QUB+58P+3tF/
7FwA11G59jM90ZS/ZUP24n3EvnrvyhcBxzULlEuU6E6NjJoqnGJZtc60/feaee/i55//cdtRIiFR
sRpyYgoinV4D5rhV40eb9Tea828r8iIUBNyJhtVbcPlkoy2kXhKD5tgdV3uM3FkEDEmnK1e8wj8j
b8gbjNC3LMxQ2e/PYxPqrWXbR+UM1bcgfoLY3iYCZrfJoEYOtSHh3WOfFlCrpDV6A8MzgA3IkYHp
9e9rPVYTupP4TXP6YvDTaN78z6/1muRzXaXfreQ/Xp5xHWi/h30PNWX3OxUIrS5AuZ/7MBchCNNo
rwuooCepBWblwEoS/5Pf/CIGkYw2sUM5PdVjcxT+dDuoz8XNS5WqoDFdS2E7hriJlk/qxFWz9I+f
eiGXRjE9AkxrIzBmonhfhyeYeH3uuhcxQbCeeyZe6CnQvV9mgJXtByWTzyXGv1EofywRWlPOUHDi
6mK8bmr1gr7c8+du/CIucDEyymQI0Z2VRkWj6LB1evqR7Po7geE3fvuPG28jkcaL9ulpzaQoJ0Fv
wtrPys/d+kVYGCCr48Sj6k62b569uJ2KaVGfrAp/A77/uPN6NWlgVoi+2YHTTSNhv558aH6GsPiX
eHapWgcpbeDfkNWevC6bKm1SZFxZ7e8+91ouNuaKrlMTe4SdwjF8Zh3/zgeU+v++NmTl/37vl1hS
+GhTqmJOTi4c7xCIj9j2UfyEWBuN6d7tJdhh+2nZn2P0ss5VOz/H6MX6kJO0UKa1IUps5tw1eq0C
FWwlrOXM9DOgD7hCj8Zw0EdHH1eJZ41orXbo/eYhs/vAO5KGlTTAIhXPAtVnjNgeUDefZ5nL9YQA
PvBoJ9Reu5tzqJ4Skw9ut8VPViwLx7h7nB8wl9vz+NsiRFLI+Rr/0adn2bEAIvP2e1r/dNNHr/by
MLxFsXvEYQCo/E+57JO4LRH9HXysVMTF2LXnY0GoMffacIvfPibzfdTAkgIPQoYvHdtTPI/TvtV2
wPf9MSkYCOL34JIeesEORK11d42/BkOrCvcReQuQW2jhsv95jaCWuDLYziHyl2U/TBPkP2/wbF39
pvSwwQvBaabd4VD3IbDsbsmSOudyPMzuJqsb/HFzPuNs4uVM97fCU1foGDzXGZCWw7Mf7SnkyRTK
GiiuV40fP+MeGvRXmp7tfO9FTj54J9FXErKrms8Vg2NjDG/2Fap203ztx8cEAyTY9+UxOqhq6ovG
9aoF/uqOVLvzK/QWt0BRptyNknGJO5/nrx1s/Fxjr7g7lX0L+OBQ0mF/fkZfvaQ0vkYTAILLbjl+
sqlwCVBuDca90AboTlPXkNyro2/N9JFA1jm6/2UjX+KTmxYGTO6AMiKZzUMy+wYTKDVXAbggOZHt
DAVVHX2w9d4JpZeWAqmQsdTAhJxo2xx1JB7DJv7/ki/830r3ks000nGgXE30FKs23KeiTvJwAUv6
3zHjvRs///yPSDqoJYM5MkpdTGxemFmu6cw+6MH+Jrr+7QNcHAEjhtZRZAJy4lj77dIWnjQHbLBW
RRXW/znjmeidwdLT7a5dvRtv/qAEe+/TX1SQPUSe+6Wru1Ma9L8w83JONfSkH1ic0l8B2NM3kPT+
CN/17mNepHHS1mE8rDE5QeBivDIgPt5xuNnmvCZofyhnueZpR4qmG1UR1iqDa470sv0QTGnBsfH3
JGm8D46X9x784ngBn6zvJZxsoNInhmvwIfobKGT3LwSkeERNC8nkrp8+tXYgrvHftZNSJ4xX20Ht
YjGvY5++MNu8/ntZ/v0gCy6Bz9ABXJkEiOXkNTRCfE6aPKM6K7o5IHuXymznZL0t4aknPtXVhyDJ
fx8mWTxbpwuFyDvvNCSmKaaNcKf89+P8fZfBmuW/F09BTWNQqQWf0oivnA+vzPU/EKF479IXKWLQ
yslJQ9WfRmqfvFh/Q7/zg8X03qUvYoNVDp270O+gBeI+1VP3PMoPRbneu/ZFbBDdJGdXeP0p0+5z
TbNNP84f5OP++Rr/N+6AwfXft+3VqVB9FpKTTHwGlRSo5LoRCx8ma5MKTg8goDmQnloq4Yx+1Rt7
l4DB2AEjyLqyVcTbCtH6ed85rHQs1MTNAq9h0mRjiaaCt5OsCfMQuv8biocoDVQyaNnWY/3BA7xT
UsPW7r8PICerjTdk7UktPKcR3XBEkg6zck5TWKHcIZ+xAFTgH+7EcmiaFedUy8TPURJUXXQ6Z1Qr
iEQ41af15NOHgR26xcET0S1+hqJ6jllFE1h2iOdWhtU5ddBpXZyzLRJ8Y/SLms4+9pjJT+Fu1j9d
9aLVB+fCe5/+IkbBbs4dog5Ph8SX2K330SbzIebw9y9/CeiVmZAG3VHwSr2hvbdkUBs0T9fHMDbp
TpM+riBGISvqMbfyTN9sueM7QJNnMCGA97kpALeukeFIXmTRXMNwbHHZE4W0fWWcKWxyPnmsJJOR
N0YSNL1FHOc66fQ2UO2KOGU0ZMwieoQ4oQduRjTvuPYhAjPEs7eZB0OvzMynQjbMP7hyQCYydVxv
WmAO8YVC5zEV2Re3d8to8W7bWSKJXoI27yMAMubV9kXSDzJP2mHtippDJ4NzPZSckODotFmATN6K
DSRBg8fQhOvG+pxWQe+QX44y3WuamfhNCz28tUM33a6BoDmhGa2yFTcBCHeUj8pTzzXIjBV2SJKP
S8LRXE4hN98t7rEGiH8TD0u/DzonhTJrcAeBl+9dG9iq9hyniOJe7rq5XQ7A2cE6gvvdEWSiZkvH
8ZWkUueD0eF1GrI3aNw0T+3afs3E0D+PLIyuQn+qtyYMp03kDqxwWQfgBw+MvuVuP2/NvKidjVVc
9gCoFKtHkkM4TUEJbAUyVQPdFSbIE2T5h5sOTumlAw77E2qiBJZz6RC/hqMX3nazvMNxXcxOG+7s
GDYVrs1zz53thlrl4S9gKm0E7Ai6QdCqT5LmtoZL7i0ZdIAifHYgXt99M8vAIE+CMGJZtu40s34p
HWikUHea7p0uwT4dwl8ADoXb1G/4LS4LpId0HlUPQDVtFqAEdaPwqjSxcDojtYtpcux87+bMLwOu
hrKZyLwLvNHJmzWARQRL/HJqWr2D8Je37yAIwstFQmLahwX13uV9soXe7PLVNVFQZmOY7Tu+uNs5
AwartwHLtSAZhE/jCIa/in9veRN4xQRA0EaooTvUEPrIge9GVpZY+9DzHo6TrtOivw/T+XCE3lQ6
5RKxFfCxIS7UnAGBNM2oWpSXQFsJ/GPTF1HfrccMZ+idnGFOP8e1qHTdB9/DJpQwCYKY5XeqVbfJ
nEhWnnLdraj9tLSZM96IdAkKFBnBM4NpMC0mp55fuz5I9twMcD6xPZw0WhfKR77S0y83jLBChUsP
Kfh2r0SmugihIgSMJLWYFTt0q0brb3TcdAXMQvsKHdw4T6Mh63Otlnm39tOwl1yo1zqS0QGChPAd
FP2wYEfM4cEkYq+lRsGrUFIFo5fP/ks0wk7ab/dSmrZkS2x2I0lWUGWy7M72LT/wbA2+TnAnvfZW
lbIcCnHkAOmxAKln3+ytY+e7dhqyqsFpsnVNOo1VNyfsCZYawTFyQrkVRIeYmPUWpopJH7xFNGVx
0QWu2gBgMl1JhXYNGqfEu2nbjNY77fHYoqpe6NUaRJBoBpfH26fK57fp6NKsgmwFsKNRxJ4Mj7ot
A6PmcZ40XL6jYBRZnrXpUmUeA/1djAQMmlWAQLW2PmqzUbL13mbYOMto1p9TtIKxkvaDjcs5Wly7
EXD8UJg6Mw/gV7jftjk83Ka7IB4aBRz4Mv/onKQ+XyhSTyqDeyryOPNrkA6CR6e8BWgzP1B36TrF
lfZ9tlZ91k+lCkfjYDrBg3ypWVeYdgV1sFbDzegzvV1nEVTRoMCuCpOJlWvj80NH/BUzCzwNZOv7
XE7BkHsmBdvHtsGRwTznapxgO8yERBNTpO5crZBWKeNkaaqMGwVhDZjRL13sVtMMVBvVJisID2r0
sCVQGTQRb908r68TsHF5ZGHxwgwp1DgWtYC+98qPg/HBaTcrQGUcC37JDXWSXTcpv0ycxpQ2zkRR
k8iEea1jn8MM0G2/p3oEk8m40SlovHjNESrCEtwCcOmG2d8E0USLpNF9tfiBrFSkwsqBanPVe+1a
eLpB/joZvxjauc9TkrWyDLtpjm+8Cd4zEf7122xm9WzUao4NoLi7MVHLUM11Su/1mNV37Uw0uibS
dfNo6NNS+RksxFgNVhaU01z4D3SY2QzOGAFX1kPgnsTea2Cj+btl4OKn3Btv5nSskao37BAuC98H
7YIOgseh7Sawjyb4N+XZFMS3sSUT9DligfTGYi7Pa785tFLzLfV1WLkZ44/OKPmuDSNyM1iP/era
GDS9ZblNpxp5C5mCWzxVADOhxbzVtbV3GjyfYh4y/Z11YbpZrXaew9lz9kYNAWxkPKiZ+qopoQCO
2AYJjrzp3G8e6X64LIFbMQuLbvKCu16EK7QJ9Aj+qzIbuGfdGx8HAAt7nacTh5FTFnUlJK2h9J8s
qlQqel1DG+Y+ww2l/tJveo4ZRgqV8RIETnYNmNx8OzEz5dOKtFLrIMEeXZFzeYxVPazqERuXLB/a
NqpkgNxupI6fsx4QzXauo0IlSeEga80tw8+b4HXgXeFA0BBSIqwwODLukM/8cDk8c7pIxPh7mXMN
5rzcM6Bjy36IUiStC7Au/iYb+71tJdkyeX6iZm42svW8bdro4St0m/k2DefkRjo11Cro4H4xce9V
GNxRmFPUAVC9Lg22BK4Y+P2SYoVyd3jgQxYEGwFTKeRZyiG7JEj8thyVdvf16kJGYrFyo1RsCr/L
4o0N0q9SK2gOOM3WWr+uekFxjCF3rwJGnLIPUoXFv7ADhXowiudkqSsfPk6bhKoWDDkRzhBxj7KN
5s2bzgb48iakD/NMck0Kwhy42yqXyIfYpgOCFQvL1svqAto5FN5Kwm4RjNDDCyd3K/mEz3/mZhLP
gXCFp5O0GAxYo4Nssr3ux+AI7NoXCH2neUiiMV9DB/ZOIDAD6TC+nTPbGxB1VQ5hZuPmLZx74AMV
opIQfjPDdEp2ueNSVZAIuhZOUIf7AY5HRSKwp5nqeM5wkhyY8EVe89i56p3spV27eM9J6BzZYB4b
V/uFC7TvXo9e8DXOuqbsQvpLWp3s6CyekgHmfyESObROKfAhco2cx9DpnFd0QN1CDhHfcKRzz8yS
bhOdvZfgmt1Gqfo64QaLKfT4DXEib5eKsX6MlZHHFcdneeZ3ZtzeI5iYcnYW/TiubvsjJZTubbSs
e39sxk2QImpjx4ocmisLNseUkW3QT9mWk4kVINk7MLZaAv/IjRabkcPPbAk0mMKZnIss8O7XVSFR
zMCNHaYkPgqWNFdDF1P0H3lw6JCb8HyWPM2RPixvGev9pDCTbc+vDKIBuRMuNchqYJIPYW/gUOpm
qKGgKlYoE/U34+RPx3hckP02nlanNV3SByGlUnnjk+BH67veJtayudLrcIuc0X/otH7SU1cXBrD/
0q6NW1rHZ186CHTnCniRqjNBditrqd7ckJpDk5FfcTa4VTAQ/3GNoduVg9oudqbxvV0LDSog+7vk
uhceIM21i867UK091iNKioL37Xg+s8dcKG1zxMoaL8bhpWtG16kQSvlXyucVfnGU0tINCUUspOBT
d1m6UWS6sWOTXK1WkG9hLLotSM5whGOsLxPS2t2Ssl/o4aO+UVN7RRF3rxQYJptljt2yrvlbHyWw
RsU7KvHC2hsLvz8k+Mj4Bl9LoE7h5Sy7aIUlW5CBAEHhKO/F/Q4+Y2d/uzbE1NaoHt2v9QdsKawt
RNothXVIRioazQijcHiQmwxON3PRhgtZMfCec9YOL8yt02PHPWSHSGJAzaU/xKjXzWDFWPm0EVhR
7goklw5XMMu5i+xCZv6VaeE/2aVsqJozt1ckdqkcQt9C18R3QSAt3MKWbgN/vREisNBUf8iGkIEC
wdBZx33/VAPTewIl8rzzu2SzyCHeQimC7cc+yZDvKr7J3Aww99kMX8dYBN8GEqVFkKxugeMzzmVN
lh24dVPpaKO2bKinoyFes+v0yq/V4omdnDUtvNpOuQYmHo5wKrtROggfoaQzHKNZ6mICFCDPZiwp
SEwBxtcivLnz2KMYaNtKCBw3nWMlopRobqgKzud8nRaYOiT7OBj4U2qGc94Qnx26B4TTCXaDliAj
jq1si4X38sZrmxkVLGZnYzjNVQgp/pLLsAUkUdH7zuIO0DlP9qDQwNBOpE72PM0O6thF869smkMY
EokmfRrnZIY2qPXA8Y7c+VrWZr3tkXxAzTMJf63oK6wwhpN8QR1bTw/aun6RwsruZ1NTbyf8RMIQ
z4XP+JK0gCa0y4ZE8YtQJi20C/2JMHN+hfCg20AQJtj4Sx0ipmaJKkewph+yBqcenE3ZVROq+MpC
TrIcRNZdmT7gOzzeCpMXdh4SzfHB5R5gLQP3v4ule5YclC+JigHlTefdmnXKnDwK+byLyPQLEIPX
iEYaKm6mbysolf40dUsq5sFZrPc9tZsmnNjzMOBFqcm9QSW8AgYPSiWVY7SxFBEqVZO91QrRzQ6L
KOBlZ7+glMq+WN8hRdu1S6UcQ0ru4gOB9RCXvJ9XTKFWfyPrBAyMMBXX/FyTRL7KKrlwd++4aVwF
DpEHkcLiLPNsdN+nKOkRhVDkWUfzIsXq+zJMoq1qEByA+NEJdkIc3PNg1G6OktMtAinAWPOZU6QA
5W1mKGdtdI1lBWG78albFuA2EMhhVEN+NQ0cKvU80LyFbFgJllK/8TKfbzuu9Fbo2KtMB2YwRCi7
vNHLcKN9SSaE5OFXK2ry0lPSXOGgTB7FONO9E/nncn0Mcw+yAtu1qesidCSqx1WJfetD/VFkfV0E
/RpugyyyNzWuul1cve6QG4yllwIGWa+zLQYFE0dQjcwdZrR4+aJ1dpP21592hImk42LExoZsPRGL
8Y/m7AfriXMX99qpBinix3Rl9W5A+n01ovubpyuKiYXVFo6DK7KOIIUZQQeOFMiy0QODgdH12of1
HVwE4Bgcgf/AkJ4gy+9bcq2EF3zx/LnehMA37ZtxlaADRvoRnGZUFag09jrUsopH82LCGLS6iaPZ
JJMUg8pk2s04oHIHugxXNUYKObFJchMbTFjVyNPryVX8OC+RAeEmswpJZqN31gPkgLNwwrrgfOtJ
tKziRpMXn+E18SRKTuh+hNA2UN9qEoLbN8TsK4zopw2X7IvU4a2vbbZdbNuX6Uy6mwl0PBiUG/8U
wztWpMyN88hZwoMrWjWVY+MmGKImTruZx/QpFolXrAl5SZUofLeb4Um2vqECe+nb+iudevYrZQ0p
pEpKkixuqRblw2l9FG3Rx8s3txbRPgUNvKKjJUXgs7SYcc49YBrdlDMaOZuJQEJXtIsGKUiTo40c
0JAcbOUmnscKm/3V+i3N0bOIsKeytxpuPGiV9abyZtSxKpjIAY2uOwoUHnolK5y4aQKZZn+Ol7xH
VlSpFlIWveqjB+lL/yA4olXIzc4uo/rirYuz6cn3wUU9mgJSuaWhPaE8SnYovHWRnOWJVC+eu7a5
DZnGSpYTxN/9eHmeJzf5SSf0wLDnhvQLxeT5yu8c/wuMYsCvDBR7krIJTzWM7/MkGJdcD7Kr2kYC
5U69+IDGiXdDIhTIwoUZ4ORmL5Nab4I2vKpDzPHTuhclXWBmRUVsr+qWktJApuWRod1w7SI1/dmp
Dn0kB8JVerZZPrfTNRXdI94ZKftw+NnP3oh2UqYqw2IMpMX8ZOf0HgnZCVoCKJs9/5Vk/cPMeLcH
mDcpzq6BOq+jFGVujaNmMehC2OAGtcqcY7NcM8SX2nS8Ws3a7+WE/ZknbtJdK+JMRwecHvQb+HKa
+9R+S5bgnGRIr5g7Yosa1oqjiDZkyo6Z6sKccic5dLpW+H8im6/KxhukT27VtATN7ky1T17Wli6M
FubeD6p5jl+grvgYhtHyFGC57ogn5DFmbfyAVj/ZOLydt/FM/FyyOsXnjErYuW7FlLKfqlEe7FgT
I7AMXXFo4z7eGD67u1AEcYFiYMwbSLA3ueGAn+QRAyTbDMGdEzi5y9O0CjiRWwcCKQcnmKA4gHq+
FIw0GzSwhtJtM8gMygG6JJJFmzDlQ5GMrK165EFlDJ+Fks+hLbxxYc9jm8UH5WPeq9qoRJ+4u1n9
yeZJ0qFocJuDO0ylkFOLc9QzGw423lF11Llb/bF7DDq8dXzp7Cr1+VipbEYW4Pi3SeqhUowibK+U
QQ+Mo4JENvAjmgU62wKuxMjwbxG34nLE4Xk9ruGVqsUx8Yh3HJoR4AquZY5a3LmtA/uqLW0LNiBJ
iRJXF2Jh/dYJqUYGsP6Iz10ooP3uE1jcFsPcJXmSyqDEXIlAbkP+8OT44rRnWKJLbvQCqB/GHSu6
pN7d0rMrP6ihT9AETytLINsyZPnoJ8fRgCzkT+oopewKiWWST5N/nETY5TTTU0W19yPA0TYuQ4F6
D5YirnZQG6hvGt0UGDFX3lLfhVGGon1lducySZ7jBP3rbuTt7YCCYm+s8K8gKhcVMxyrijjLwEQb
2kOy+od4wkzX97ZjEG09dD0Tb4R2rZ/CSH4SCC1uehizuSkcH3XeAosZTBk0juXULWkcqw3Ucfek
FTDsaX1EW4rV7EZmugPAtPvhKUgiDu4jVgSOQIeQoo7mJPd8d2dmqGRBswa53i7W/XF1m9cpqA9j
L27Gs5cuc5Yrst5Na1wm7rIlLRkxnjBAe0ROU6ZRLDfQx9yN/sqKxMlyeHyc874XwIPvA8KzUltE
esu+6LU+pKlDd0mbDehCKPRD6FqNQXY144Cb53RjgQ1u+KphR8RJ3jJ52w3BUTrcPyRMPWJ4eoK2
zpVXL3fThK/PwxpsARqFBetXs9PanBpAoXLREVXaCG6DlGZiY5ZV36cNLActWV8a7g9wen6VQ/e6
Bujrh1A7KOIIg5GRwlobEz2ySRMZf4/YehBW613b1l1OOiyVFmnaKPKsH56U6h56zLzknDz2IS/H
CUYzi8O/JnR8a6YeSGocFjXvvTMr8wgbr2snId61w5svGLEUK1vvfOmyve9LVsK7ysG7sw0gQe3T
4qhfnQ52QQz065AtKIDkF7QL6LaLTVqmK2/zZtFH1HTH3rhzyVdvtwAHW1BatxDFzOh1u7jOTdLi
9j2zVmHnXo1AMiP0QAw14m12v85uCxwR3pmH+cNSQ7djncO+GMeogrTRfaQsLxRsros6Y2Um0Uky
7bAjtAE61mcxepC8z3mv5ucxnWDl0tZQN5jaIx3dXeKuL2BVuZXxkCYhx1O7/8fcmS1HrXRp+4rU
IaWGlE5rnlzlEWNOFNhAKjXP09X3U+z/729jiO3YfdQRnICBUkmpzLXe9Q6jaoJln4agT9N4U5aQ
d63xtXbaHYWksRA08nMav3l10B/mNurAweqdj61nXuqXuNIn+vOjO3H2h21UPoaWfazkNyyhnwuz
PtimWtXjhdKAJE7AEC9I9DGOW1jBQPP0NYM5zEsvb/Rz7uVvzcB2EVjJprb15yFs5dEZ/f7gt2B+
QlX2TSaKe7BcdwFl/TEBYV/Uw3xo2pqQdAMZNJbWxlLI4UULdpfKxvi2ZBzqtrfOVByaQr2AfWJA
GnwN8gIArFxG0OarRW1lJ7Oipa61Ze2jWrTLwb5Jwlqteo24pe/ERRjQ7VVN9AN7U7yvOrQawfyc
BWazcIZyO0FsyfG1WnbM0pbSKSvWmXAOhPdsFGF3TnG0jFtroK8d/S9s9zeh/X1oCH6FVk21183t
zShT0Nd0/K6cgJx7zC8Xk2P8SGxjZwmv2qNR2dPy5HuYXjGjli59HQhUMQ69NfnuFnlMDJA9K1mv
4IWlTLRTl4CK2O4WtOlPJU69nCs+KQwM/MYALpusvzRi+NYYjKaYctp3keifwuur6gVpwRBB0r5Z
pUOxYvQwe8oAgLYP9fcEAbtRdeeppkXPKioI2v3kEXz/u5Ea5c5AVVp5EW6xSXlnjrS/wk3x4kWm
GZmmu7Z77wVo3FuJ0vrRpMG9B33QyjGHU1HaLgE1q7UdFtm2Cl81MYRk+xQrY6wb4MfkebK0v3TS
7CYPTvDHzSVh7Ouk4Z01+kYt5OTeG4y4+rT83lH/mQKPMxlaFZVsDkduMpn8mM7GgLJutLJc9K53
TDtzWSiaq3mIUiQ62bHnFvVTt5SmPiadeZRkWC1Q9/a7ODUfrseZqMZjZ9b5ZfTGe6Qy68hut9Lp
nmWg5SKXbfANp8+t6XHghTRCzMTfVGbJ1TBM3+OkWZiZCyDtF8mybhCsTVihGemtXxP4UNFyk1gg
GUqOx9gLN71fxOspjHdZaYTY+eTRjatFvA1E+2loarkkWO2GGWfKNsSYxO4xNgkpqEFnXosUMlzH
2ToztehU7YNFxy9AXWBjXpTgjMegreuqVWPY5A0Sce550cTekz0YY/Joujb3pznbLgSJsPzSsj6X
TdU++k3srqO8m1Gbzl8qK3hNdfJFBM0rM8Z5bfiiXFr5mK84YLylERcP3SxOsfnNcmoJTOrGOwdW
9akbkpRUsNZdGnngPI0U62u7iQ4W7nir3GeoERt2Ra68667KtthluqV1inTP6BlcPIwZGxlWlX7T
Y+2SQGs+l73RrowY0KGasmzpzpDTKpsDSoq8vO8iGifVhpJecqqf6QLvQ1yktklpQ/GUY8KuNDk7
PzTqpZZ9ucT2Otl5Xf/JLYzmbIY6XM++BRXVzduNHpPxIXWq5FPUxwDDTtQ8+BIoLorUcMPkz1sb
o+89yK6Xd2XRvVSRM1F/YM7Nlyjm27FowxtaG+chM7T5yElg30tVUKTJ8S5kWIDjT+1vhOgoUbxI
fjbnvtrKrMm51+zloTnY91WZD+ufpWpQJcpeofTpTiVH4MnSOWzCZioe7alw1q4b3xd+h3UKhrQL
upJ8NVtdcDd4s38UVc5OghPVQjv6K1LWfJtRJC+9ecDKwGKMBQNBbJksTIyeXbWbq+xxqnTLzm33
d2ntVlSHebIIOvz6ogLwW6X4LRjNTU9pcPRKqZcGuoVdYYTJKrG6EBVSOe7modjMFqt3imJj7dW2
+syOrZjHNl+GGe/NRdEyUgmQ7q5ctxBr01PV0UpKZ2+MQqx1l01LjBiOaSaIZIpFcE5VIEACww7R
CdK5x8hy8pMQs8afBFdKmUx3opOwABITwZ1txbg0ujEHZYhnXhrbF4gJ411UGVf2jfnDbnleSe7a
j46dpyvXaBk81t28GjPjuRqZDQxtWtNNMKQfcNGWngNs17NxlkteD7viFYynFfiC8YRrBsDSiMaZ
BRRTHTZuuutEV+2sHswAdNFzV9r35+MYcRP7ya33KhxYydBklFg5HPGrpnH0Y54006FwjXKVDu5w
O8gr5OAM8poqnlNIGfrT0OGMOU9NcCeG4RF0wVzUjNEd9vOw281EF55HvMhPom2zTTim8AmGod72
uprvfDGIisINn6yS7JubsR3jvTdq+2ulnXk1h4E46VhAzm8dJlmlcz0U3CjaYlftLRNmbFumvoT/
uGXmHLUTamDY0F9U5NJ/CxsHa6A+sygQ4ZEIGOKzGb4OVZjsiZYQ+7Zq5v0gOueEnfTsYgwYZ28D
r9WFv1w6y4gY009e3+LelLbFDZEJ5r3ErfyLkwj7MA453WkUls+OP9ivDMk8ODBhtomZ5C2hd3FW
gJg6Kz1P0Q3Ip1qOSolz7tfBwiWjGATZA0zVKGBPIh/HLVMw0ri1RD6XNM2+7lLgvKn3t0yh7ec6
M61b3N71XrR5e6ypbh4TKvn7oIrrb6oXk0Q5r+2VmZntddgGH9+C4qJbqDPWUBmr2eii2xHQ7Idj
RNnWmoFbl2NYDP2yDxOA7zQM8lURJyl2MZUBkk9oJ/0c2wz06ngTd9ASFlZXyMPcJ/F5LOX8zZ7z
lnekxs2zL7uvtVnRXxR5sEsmMubdRBdbpULnO6u+O/XKyTbwF/37uW+bpW+z4JkyZdEEHu26L0pE
0U1d+/km6WdafKvAbnfBhNZBplW0Y7SdZMQ1DJHXrKZG16fBHqPbNlfWSTbKWGVaFuvYaTexGTOy
Awz1txXfE26OLeG/VaP/tXO8bGc1ANe66652A9lsGQDUQnzxvLGk3MuL6XuYwg1lWsiwVOXqa2/I
YW+atnyUVRo3WMw4w0qIZmRew8bLQBqMDzTAM3sWQAAMWPjVj5iVa8V5c44lDxNanON/dZm13jEU
zb8K7Q0/iqD3F3EcArAJ371ta8lGX43qx+g5yb1uM7mSnc3YLwyHQxDx6qV1wSTHsuNN5lDmKo77
U+o0KHCm4Zh6dr1PPQfqxJh41fNccPgE6WukpGquyE26M0Q1LIeqxp41cMJdIpP1AMt9HY5TAapk
oBsoBh+lux+dmYt9SkpOziAhv7c3w4c0iMsnclYVMg1QjWKdNZn35qgBaMngf1fDmB4wxNd4CuPu
LwgAPuVuay7FwDhIptB4QtDur6YRqHMpyYWaEl0vGfvKS2cTPNtU9YvR1lW9iOlQ2BOj2f3uZGmP
vA2cJY77CCaWlneDRY2mBtUmi5KpyW0BLW/TNSJ6aJoSioAmcbIK+Ns0a2z1V+L2phmzeWP3XI7R
qWJfolddRb4r1kZS0arLwj7mfhh9jROGkGaUPhNaYCxydgJjiSmYq1eVlVdfpPKK54F7spbuyOmA
vhhjNShAE8Eh00IbebKtoubrkNSKUWj9Rfty3KKdbm6TamiWlOBiJ3CuPBP5aH+SSdvsHE2QlOnY
QFNEOaC3cCf6m9ramEXYrmWfwvRw02FJ3ClsNRUxD7coZqti+iLcydtO5hBumOL4tM6+XMt4sld5
bCWw8ZkXz8EwbgLfYF48BO1NMyceAxNmQyrEgtka7HZRMbj5Vobw64a0CpYdxJ+FTtG0zIEfbe1w
BOgyVXKjpNtni9a21VbYDotS5+7Ka4JPriYkb8H5nL5Edl1fitF/81qzPolBsSk0ucnJItIn9vye
nGEwz/bRxATqwZlKoIK6sPdhJwmxiGRynMDITjmZO5s2740lQM+PLPMyjKja7DQMcUV5G+PJOQzt
wwA/k7m6O3xyxzBmwGky38AiHEFyAlBj50VzM4tkWlmhoBMMefW9FBs+gTPVxXXqF5a/3M/lNK7o
2LLdmDXmS+KH/WGKBsbJEu5S0yrzKa4NmJxJeU85Vi6nQWTcv8i4DG4zroT05QqGmkXjlyaMGSHD
6rDVCwwt6atVw9ePoXTWzvylU8MMIcizeS3qfC2joli3fk2/VpbBGdJ/vGkl1bTBdHsZeum3yC/9
bR8AWkWRme1ss4cV4XXN0eMYKpi0DeLYF0N8KkdH3GsxOfuxGMOtbYSfCbIW2zFKjNMYdeJrWNX8
tmqnUyJ7dx8h0946po72SV3U27Lo1X0yggss+sE1zrrqh6XT2/1bm8VTwXdzHoJRVPgN9zP8mkiX
WxnOjPHr/o1wEEjEdPu3Ko2nksmyb51cJePl5DKRqmzLOTiQfcpV1nT116QIRx5hRx+RBsFb0ln5
MW0c7xafToj5ifG5U1N6aivGksIR2boKAZwM2bcHE/HeFtRvOs8x8Ugqy/NlO7fzZ1tFchVl0l7a
ztQ8ZHVQP1ZDVm+G2nb2WHKK1cDZ8KKHfAPjbdHXRQ90Ei0dDcvCMLt7gHRg8MYm2MWoq0s4Wsla
C0+oBQNt/u+iqJdtFrEdWuLCAOibYl63dnrdb8qoggmc7RmErwZ/ihbO3OSHcsYAKRrM/rFPp2pt
9JN+1DOkMalE9+aDUQG6zfWhmkp3LaeQ3yrNBIIaoli4o/OJf9ocXM7cHc7ObxEsSu5n22+9UKdf
Z3zxngYnaTdsDOGp7vromEP/xHDCDtbejOxhspL2qwWv4ovhNL7Hm0OIStabnzq+1Za769yHqqgf
CIqtokVZd3pdFXO1CsdmpUajWk95Fh6tHqsx0YrpAaHkhIecY6/klOZ3hBVDhUpKOPGi8uOLInNq
hx0atXdtdQeIC+P97FbFKh6ndtWLKrhpGEo90yrTYUaOnb0ZY4TkLizpg8pYAm13gnw1q58udNBP
0s6mLWaqLvbBqqtOyhqeypm+VlRztext/2uvXXGs8cOGBQOwzOAxYRQJKxK14T0eOl/cuHjzQxUD
BZDkQzcKoXDwyuGHKWZGP0nWTWyqebuiV83Z8OkxcOszX4UM7W1WuPHeKYMSaRsjw3AhlLKrpW7E
WGMDzx+naWHsJlclO9/25NmI8i/GMMEBnfGo23lkeZ0yPcGL8lE6yrKJmSyXOfNX985OPH1rhQUT
Lqnru6mZx0ctMakrmdYhuWNiHmXJsE1i40s6+gTaBLW7c0tGJ8nVO3KLa6I6pr4brRiK2itbsTlg
OtpXZ/jLT5PhFtvaKdN9jm/mss9nhNyz++JCXSENvrc/u+QFwd7po00whp+8dHzVmPetkixz1hAi
EAMSHnWsQzu8LxJ/Z7rnYYZw4enyi+Fl+lz5dX7v1h4HpV+vIK9YszbQDUYzHvWw3hWzi4WXGpc5
LTVIvv1asiEvOd1/xL63ad2tqu5Mu2nPoi2as4c6ce48tQ4l7ERfRcGNmU6vjWXlK6vsAXub2Ofs
6nJOW3C7NCMvfZFntv8WVDixLVoJmyqaHW892WazGXWFLx84xbp1IYE2AWw8lFaf+6ZIl1T/mO6Y
oTRWkH69B48t8CKaJLqtYEC8xLqYf4ipyB+FCRFDtp11D7EjYSPqcvB2Qy4M1cfPrkFKm4T3N1Me
G9MK0j0sTUPsws4oD0ZAB7jOXZHetekIlwjMtmLsF8rqNRDoY6HrlOsSEtbOYgQLT1tjll04Cnpw
ai3hwXJ8DIWzndCmMuIyytsIaG4/BkLvpiJkOUdWc8IXnJKSQIKwGbJjmg7kOc5dyNhdqeGhg3i3
hezFiTWk4TqAlfhYmUW6oqqfdmUYq6UF1n6KtKmW0CZAfEigX3vMUxY/TWpDA1hCBUkARGu/+m0I
0CYtAxgxmY3gMowU4oOKgy3xUd23ihkr7fgM0YmgzHXT6/xT5TkF/MMaLGTZmUG8cr1KbFERmP4x
8hPGdym9xU0yNQRAILjUsG08905L4qCuHg8t3cSPBhj/3DmxjlfK6/0fMvehqHXwdkImotswm70z
qXFAP1rnD0MmBP73AahkG0+vAczUQ2EgJywT4MPeRY4Txn381EOcApDqh2NblxAhQmJlN6LGYMsi
HIgvAgPYmAJynGCuAsXH0A1UKu+lmUEpMXqxiEfYfFQq5rYU1WfAx+gaR81/qqCQz1H/DU+R7DUw
x/ZMDx4+ZeBa24DMqkMxJyPnmaYpKVmgtfamHR2RWFp2Vh+CLterjsbo06xn4huavuUcsjDTjDx1
8IqkOfT1gBhAxnA5RuH2Wz/J1DkP8+Br34Pq1V4TrmU21rsooZop+mIkvIIJx2EeerFDstFTvHrU
MwEtWjTBoRwTNcfAw371UrvOvB7ZCxderMeT1AgVqYi8aOdSPhCYwHTTtjRMo8htv7fCGPXSaYri
M3B1dj820D4KbYTHCvujtbSZ9c6W0g9t3g2nsYNMiakompmMnsRu+4AZWOrdSyt6iMwq3Jp5zDwu
s14g0pDqmHAY+nYd7mDMFtt8CK19W0oYXI6yY5JsPefBVn51mmDMsfbrZFnxHoHtuAGvOhOtKPRA
8o3RWwxYCD/zksfn0IF8SpOcfWoDHAcWYvAm8Bu/idZBZw8XUYXqi+Lny9jv6YpjDs+iDLHxmHR3
sDI/XjdYBK/LQJUrvCeJIXZBNRTObDhaseeC1z+4UNtX+GcyR1S6em2IzKAfiIedgri9tIypO/bW
jHpdD8k+D/xmo+dg/CHdkHch4ATdcvyUy4KjnOHqQJqG0fRoUpp4VmvkOOzLjU6BatT03PhI38GH
32az69a9DbPStNVEyFnaGjvHq75EomJsCcFoDXGHSARIKQMaEfI3wEmReMhq/DYQRbpQCePPTvbR
Kh50tK14A89mPKM26sz2MyPjdF0kKEJnmtW9OfneIS19cniLMP+SJOlLb5kAnRF7iCMRdYTF9GIY
xYw0xnHhhjfGsoTPe5+gYEBCn/IqT650E9gjhNUQIcnr4FT+X1rTf5Wa9lhk/Hqfh/ZLgNr2e3HN
HGve/6X/k6FpCOP+J5npt9C0h2uS2Z9C0/hX/wlNC4RJzhkxFUhlr06D/wlNY0Lt+MQr+8B/V1n6
/wtNs/3/8ixhg5XZ0oY5cXUt+f+hafZ/CdAQ4BHXRkEUYKP9Ljfqrxi7P4emvXOLY2jEpQVc3TVL
DyWC+U7u58JjUWQ7qFuyWabbyB3TZe9m9cLtBuMcdnPBrJF9sfZbe6EVL/XCKNt0RypQe/KaNCLf
KnX8BSru4aZk8a8ol4lwCgMZbQ2Bz/QHGl3rekH/kY3+vGBS0RxHmq7pSfO9uUhdRgTUtbW6RURi
3EEhAWgTSbdJa6GWXpd9rkYHpDcPUD0ZgAnbCq+dD8T+v+q3r9cAY19wx/jF4/tpCfg3WX4LQap1
JLZDRuw5l3CW4mvWW9Ueoi9zysZMmpVTtdHz31bW7V/f8e+ZX9ZVLPzrV+cBiYDITuL3rveAn//t
YyM9ErAomuI2anLtXVqkUC9u5onzJAq9xUVKnuayVI9Y3F7FE31hiUVQzr4P0T1M9CYbc/9OtEOY
onZR+Rp+p/VBTN6vivDrncEw3PKFND0ncMFafr3ELLSbqSvz9LYNpvw0OIhVoqBp8CSByVbtzEpa
e4SC7tnuo/Ejp6afz/7dDSK7UwrP4V2Tv6X2NGYdk4tO+G6k63NsltGjk4CmdtjV3RiMvQ94EgKL
kiUQQmu26n0DZWIVpDo+JFNkrf7t87Id25Q+DDnLdnm73r1bTAL9AsaWdcHeJH3kqr9hd89Ae6AF
6i03P9SF6W/poLN7HfXPfd8zxheGby91kIffkwK53lWQZW5Tbwhv//nqfntSNmGrvsn24nggtO8N
4TtiL+gakvmCmI/jP/M+J5ryDRuCSNDMFERUdKDmkNrLiuzyf/7w35+U7bOHOVbge77tu+9NBEk7
zb1BVhjFKE2PwYFcvli4Sx2deUL8q5PqBvPkTwPhhRhYt6V9a5dF9D0x0+ImlZn+QMv9LgyXdcuD
IvbalVJ6ggt7p9OfY0kL2hb6lnaO3a8v7eFtRqRxNoOxyTaRoVAP0S48FUElGD5en4xwy+mkjCJX
N0kuMggg/dQ+mR+/VL/veaA3UPVtom59X3r+uxffNWJXY47iX6rSLJjiFPPZH0TzYlm93v6cevgd
sCdapfaYxrFxKKzio7xVTpxfNx/eHLKzHSHhvnBavbME0DXq6S40/EspI2iuWVnqrUmncjRl1j4l
DkORf71GiNC2PDYUzCtMId95PvRN08dlpozLhFUV+qsaNGHEk/qbJSbzMpWFc28UV4BL+cENdM8r
YYCLWwxVWx887QWf/vmCfr6vv2wv3IJrprfPWc7pLN49BmK0/AhZB+02WM+dDKPgrZ6teWNCrN+0
TfMj7ftgq2wfIGIeEUgO6g62ZvkDO2GEKOzpHcP+EuqvYcbrsanDo5mj9V5o7T85XV7uuqHT23++
6nfphNeljQkSOeGW7XNmBc67XcjsaXVbsusvNAbJem7KdmdU0TcmeKDG1YC3OufprcpjeNXMb/p1
mOfGScZhuuwKFcHVmGHPJ7RxGASSpVGbLcxJBZCc17119qkt7z645OuN/PVGc8kOmgRCzslsfG8U
UDhJTosTuReZyBRFV2Nv+shJtppDZFP7jXtsh3Ha+2pyX0bIJZtEDS9o+qd1Vbd6O3omOrppij7a
tX4796+30mXILKk9uLp3pxtlQQkWUzuXIWriT9hghdvY0d1TIxnswUoTd9kYr+Ia7W0ResFBBtWE
KjtujRurm70DKj7rbM9xvwptr3nrOC1XKK/z9Qf37+pA8f7+ucL0uEbbpWW9vst/KxSyLjUwidfi
ksQtlUDTjMVeTwmGswHNJ1cG7I/8dW/X6ddcxwkmGfO0NQrb/aBQ+n3T8LlR13eFJWjL99WlYfZW
zThVXHDRYi8F1/4WAFeijVTZOWzajz7vV2eJv9a657tuYEm2KcK0f/3ijD8oCvtUXOwijM1Fk79h
nJRvizJ2bmnlXaQniC0hqPaLlvSij9btbwUa68PnsynOzIBA73evmgYanNOcV20kf/s8tN4Ap8nz
z12QMqBv+4N05uTkZ46GKNqWsGmr6s6NCLMr8sx4G4vy0QdpvRs5tf/1k+D0EL5tuRy5nHbvLi1D
SwLKGzYXxnrlyxSk+GSij2FddF354uS8U/96EdrX44rGgqxohxPj12fRSuu6Dt3hQtvAIkxIizik
5DGh3SR4siAQdeVqjZTTlD3yGL9ajejWDIQ3Hx0kv28nNnXpdUOxJOLA9+ZBIaNpIhP88RKZ+H+1
JL1vyg6pZR+qyF5QX+kbBs/hekiy5NTmg4Z0peG49YWEToI0cOaV/ezrjyK6fi/B6OA8l/hrGjoe
z/Xnf39Nh0mV9BLmRXqD3lpjXx8cYUfMtwrvxSrgUzvBZC1UMevdBw/n95VKbLpL5cWn+pZ4X1FY
bqd8lLkOQu1SPpV9n1Jl5cTI1yQxvDFIsM4OKMitDdFyqXDJW8xkDA5AI4zJk8gsV1M+DLsxmoqd
r2Q7ftDm/f4is2Rsz7ZszzMF1uy/3prKbBjIV8K5mPbQPnWtDexSdd0XIML6FF2jiOWcRD0aIMuF
HZd6rx/coOtW/usWal/vjS0t5sI2HfqvF2B6eB5DV6S7KwLjuZkyhhKkUK4soXCCvZ4ysrL0jaqN
CLJzPKlPvQpjbMWsYHjC6ObfZYlcd7Zfr+fdzgYTKOuTIXIujGo/I644WEH844Pv/IdF4YJRcOdN
9s/fFoVv9XHtKx8VQj1pc+nPbUdOMWdHjnby1KlUneIEQ/fcxLucqZS7U/DZ9rLPk30EAbJbkv7e
fisQEq+toAs+WLR/OEwsOKacI9e1i+7w10dSF1HhmkPjXXTKmvi5i+gxdo8NPN4XiPbN0z/fj9/X
oE/ZJGHiXUtetpBfP29SseGQPORe8EqJdy4uJnRtunjI0iKmALZB2GoMHtJr+q3ruPKDV+CdY93P
w4w6kydyLYSuVdyvn2/UFor60ncvieF2e4BKtcv9NH+rrgJVK3ZX1nR9QZCNfupnP78Rk//YBNjY
xcng7RSmKB80978DEJyoHCDS9SwPMxLv3ROwgbhKu/S8i8HzearjQgEw2LHalK70a0hX8ofjxHIZ
1ZzxhHXsuiohTjmKcrSpgkkM8jX9OphqeCPip/0o3OwPD4y7xK1my6DueV+fl4w7DWVL/wLpk6DS
rnaKfdNlw1sciWKfWMn41io4qT9LrnGcDW/1zyvmD40a/QFnnWtx1LjOe//3diycQGOgePH7eLpv
1NVuIk7AlqfkWLhte8wULBkLte1Oj2O6TTyn/Agh+0ObAgZiUQQ5gkxy+71rJ+d54c3UpbeB2x3Y
MPMbwxrbLaIReZsSe//ZHweIfDUk14XoHSIr9F3iJd3RJucqXqV1AiVMNF87xVyQYaBGpWZ1F8+w
ikWFuS+mVNIUH6z2P5TWlAgOIAivyxWa+HWxwzBxDBhiWI1eyzQEHfKuEwI8oPSAq6Q/IeR3P+w0
/rTjcfqZtNc0/ub70EBC7uag92CMcu62T/VQV9sJA5FskdXUYOsPVsfv69OGThgIoF0PjOw9yGC4
7ShyH1UnslPKL102/ScGaNHRz5rxLXODFrcm7BoWtsG4GzShX2Oa05/o+p98JsdYqCu32ijsTVbQ
9EjxsVSNS4ipmu3VPWBnTlGff/BgfjYL705C+l3K9wAn49/Bh9kN3MEVDShWVw5wiaFuLGs4vCdo
QFxSHnjoisvabo8SAcKjdJxvQQny2EEf/dEO3nAQRXd1Lk7yhdcY6WNvNe0HW/Uf9kob9Np3ALDR
enG1vy6f2Z8tIE4usqnMHhciGFbnXCb5xrHSbqvSMthPQRA+ptc+BNb0AP9Wr7ICt023199d0+k/
Mrr7441zXCBAk92PW/iuC+MzEVVXMFma2eWUaqz2abSQGYa6kA8EpOgj8aXjPhXxjNwrLb70bU+h
bEBL9c3YfjDazj7FRds+uUwh35wo+l/dtp8jCBtchyt9V4HiDEUKO7IqsOTBOkN3SW/dOHwOhhKB
BG3jkgTudIdxU3E0AxPZVElxOHv+3irn9mKADvzzK/L7LgCHw+aKYONdoeR3R65CkYXb5GBdgnLg
3c91+dKHJYBcGkE4nqSomUJyM//5U/+wbfOxPulIQIBe8NvmE7C9pVdp3EXlgXoVHW4RbtenSyrT
Zm2IebiLYbIf66CUd7aYUcH/RNj/F1fh264XcDGOQwD2r2s4SIZRGSN2BwnyixRbEb+BGelF69iz
1IIB/qtZzeFXtLmY4Fz/PO/aj1Io/nArGCpZFhUvg6nAct8tWtnVnbRHMV8Eg+hjUcwFFmm+85Zo
xzrLcCigwaXneUg1smAXULRx/O0/34iffc+vOw7X4AjOAup/x/ktKHawSki8jnkZ6VJQ/Htm+fIT
QFCwANJFiIoEl74k8Tb5NEdnJ6qshzGviu9Fp6N55Tlu+ULQGfUFVpBgk0gR9kbviDuJ5+PRvfa6
SvfFvra8BrbAAFs1nSAkIIhL9QYJLqdb0erAh4tMh/xzVkJEB3vaP39RbuvvB9D1yOOJWyw9trB3
NV6a92g+OgCSn3tEyhD67EiQVZi58g6LAetYk+CxKlT1NYbAeY8mx79zqNCOZBrQRSvX2WpTTKc6
Fw9Ke856NDCgKgKMD1PXnbElcYbvaN7tM6P6z7Xdu8donAekaCRFIfhuPnEwXo1qGGz/hX2Po21f
Kjz8p1UfoBOHJF7BRogcvMzEON3jNlPhayfwj4lnHJ+sK0xOmcwx/RNBCiadYDHRMwCfjWPfxtWh
a1BmB0nrrhNzyD9XmZLwIqJ8jUNCgZF5ndy5zqhY+BZrK0Fh0FqBhTKGu2/wqPYeas8D3lHV4xSU
3Y+5xRkWmhqEyF6om4hzZxukYoaEbGCw1BvGK9wHk7ivK9Rg83vaW6Sh9aIs3B6TndzexpGsbsLU
H7c0eCwVWjj/rh/yYu8z27urAqx3shK4cU7Cg6Pks4k1BbW2s1WmwpvIKDv9VngI2+c8yNb9DLQX
W6V/wKsvPtSy0VuXUcGYxdEmgd14wAhhxNNEVFsR9uNxHgTEMeqSu7jrB4jX1fQ9l1Fy1jGgfpaH
IzyxdDhWdtWQN+UYz34+fP9v6s5jSXIs266/QuMcZdBiwMED4FpHhIeawEIltNb4ei549mNXRr2u
ZNM4IM3KuqtShLvDgXvPPWfvtbMpto7ksUUFohkPwqEH/DNQ0rc0bq0tBzhh2TYxvLBICk6mhUUr
RVaH7K4NR1zy2llK6D6iHtqHsQDwsm+lfIPto7mmpdLdQY9jB2Ii/GhISYn0rZYGkmKhEtm3P6SK
Cei8oNLuKymG7tPi2TUiYsPUHoZINVjJz70KCKmMTYn+XtVgsBTQoL8EUalt0kjPz4RjiStFQ2Nn
lxpOqUCL29S25pNmOFfqaatqu7ItuQy3Lw11t+x4TMnfozhWD7RujFVWI7VpOytDHzT65XrsQV30
9a4p/PxV8bpD0kkGUmcTU6KWeQ4bnL5Uaw0xE4htNxE9f6WpY/NQTESlBRjU9qFWm9sqTgb4dFVu
x3JZoxhT03h3240w14cYZcoJYqCQKQ+JqhYHaYyJSFBNYVskebLAlKIeQznMnVElEbfPy/yc0YLc
+JrQueGA4KjLmBiMYV+4Ruc3K4TxBggsOrLw1GrrUGbWXQfhbJ9Z5bCuUJ+6oUD0ucedzHzDR7Rc
qIH0grcBl7U4gjNqU2SwboOJ2lFVMUDTadCIGEMhcCX0UI5cVOpTXYZoXtDNCGSnwei2EIbpBTAU
pGMOnshHqTZkllLvLfWT+K4ZDOOtb4Nnr/alhZmp6cqHX3pO0BBx7IW/cVsVAx6zK9vQkvkYbyzM
WheTQurwML5NLM7HUmQtZZDzyvQGAdCQ5d0HDXxsQqqSb6IGbz/GtA7oQNMpbxih6itlb3NVK5EH
o4cOZw9lwk3IvACz4pgHb3HF6idEaL/4nPMJxjBXUokZcvIIPhjHyt97mDZXeudN1xLa+sJC8b4c
ZvpH3Yr1OerhqY1q45+EtPE3aH1A4mhZuhMk5AZ4VASoNaaKmMqmXzsuEItFpJiY5ZMZid7RK/SA
Do/B8hJG2rAwmvGOYBZi6ES9eEGnzELYDD5LSsF9DWVDZwiuaOwydRWVL0GJ9sy+tVVuVy8ZdR0k
NP6zaEo/vDLMEb6SO7fChw8Zew7kBlubfDCZ054Vre4/U3/ID4MQmic9zYV7zGcjM2VZW1ZDrWxE
o+43kjqhgfaaejGFabEEYANHkXheSJFRASyoKh09Sprr7VwFRpaSeQpo6tyWsnGQmytiebgBgPTk
dZAy7ZIjLK1lO2hbthz5UU9Z1S0lf5BD8TAN7LJTRuCcXQiNZsshRv02h7MsSNM2Hct8BUAm3tcm
NLTQH3m1cZSKR1XAuTogm+35nDns3LYBBTJYz2mjFl9F4zFkNQqcAHj8xZdcD++yXmZO0dNMR1W7
MxkjrPU4UZdVMpmHRjGVjSrJ2toECOrIHXLsmeWbh0VzP8rwCKzK1BYyurJDGqRnXe+jXdc22sWc
q02rNfjmbu1w4i6kwqEiNFbYEfs+7e5lUWGmM1kLitLpC6TxdOjGJP/Zn4zm4igKBRXdPO2PkK9q
lXQK3UDFF3oH0wUGeR+bki4E4p5+WYJEzKqhfecMYsrIZ28TgmdYlXtd0CKwWH6/E3uE1Gmfiw8p
WomV2ZTjR0bd56pD4htuNIE8tCezqa/4c5F/tFYZuoUnMdkb6ic1LwRcUxGCe8WTZAd2L328Ohq3
sqUS3VwZKe7Eivhgr4wPVQhtdcKvDTw4PkpDq+CCj8kfGfx+BZUKzX3af+WkSh4kRKjbWFfwgpea
dEwMNbyXY1EH79DOSOvOW+L38u4SYWh2stHkpyQb6QeqXjmjFnnqkeCLVz1UkxPAH0JfglHqXuHT
1VD+fk7vihngFl5KJU6/Jk9BUjPnVWZ17Nu1oOturqmebcac8aSet0OPBbW4OpbGyUADYmcq2t7G
6sfHZBSE7VRk9awRro4keIWr2zTMEDPVUcTSxGfMhQSdQ6npykqdbywe8CevhSVrIr46dLcdsowm
knnUklwIZW4t0fop7LqNeMqn1mI3yycg3ErR4z2dn2WZos0vc+WuncdMmQVVAeTiIo/0znfjhCvV
mib99IgjoMJjZlr3o9LruxaWw4oySLqKAlDJGKkgt51mMosIDRRYXWReMj+fq+JZwdP7uv4qJoPA
x48D8zLIEs+MlYjyS0FZwSGiqti7S4yIEaSUmpUHTBe/0vclJ8q5joQRUrzgfuG34FZEPAG62d5F
Nb86zeN93xjrZ7/2uQMtEwoCkE91i/Qn2IaRpH9YoD6PlRXDtDeRam7QQdY7fAAyMsqpLt9VteTl
EvBsaJ0nXKzI3B78whROZh7qy1KZBtgr0pRtcm9k9ZUFA7J2B2sKf1+nj+pZxcwjLMYSkMcx8pDZ
hmE83PVZeIo9pZycrpttB6FmdPdMo+pPsRW650bWwj00bRg6ekk1YYrDZGxuXR5wlPInESDCs0jV
i0S9VOqL0hblV17JPbrPIEiAdxecx2FStJhx6iaE2yWH6PzlJZasCXBYObyw8kCw6HSN7jeYMVg8
9EBxGomvOGB8Bat/0O+GSb7WZqHeIbY5j5F2NRLduo7KYG5YRzssOj1vXhIFqq6MpyxH7uIFoi1T
aCxGPRJc7nVU6tQrvuDoKenERS5jx4QiYStGcad5YrxhyMPsuwaxkdCafQmMot9LsakuA6Xrl4rh
6TtC7LdqpGUUESFEMCN4Q0NF5RZAVjuN2PMcGYsJphQEdXEzlis1gG2ZkMJjYPtUqo/BLGb0lq9P
qPCZgr/jtShxKySNd8wIksncZlDUT+49z9pAaWujQx7EZuXo+TisjRRjeKYX2hF/XfEjswq9Xwpj
GMCWt9ToKRnFeQcwBxUf7KBUz2YX1MIebHwHfzSS03JvDKnwCjvAcAuptnx7GMZVUiem4+EAtnFh
nlJT2Y592m5lsx+OvQ6lUo6S8hB54lcZ1hyHoihMLklmsnmzD8RvrIjKCN9isFJHD1nMFnqryfsR
TrZl94VlvNUdtTw4tDqot3GWqY+JT8oJUPt2OHV1bbVnCARBaWFPSMp4pTKXf5Tw7vDzzKG5Ivyk
AtKUKVyBKs8WCYyuC1Qmz8EgqTJaTDgBTKKSaY5mIaf4WT8kelmbNmFL3qkIlfaUzkoLGjj5phQw
oLcdJL5S5xwrjwNVdOoJPN9y2vHoyGnOo3P7Y5EohaML1C/fiAwzuF8CCTHgrfYo5qU2Sjml3P5o
7VFvJWPL8971uulaakrkQAX3OtCV5kwal+lWYiod2TQZVeo0pdI0LF/CqOo/WM97nFAc5diGeUVv
PjX7aUFRQGDCkwglgRwOHe+7Q/pn8YI8mpQyawj1HzBzCK6/1ZJJNh8IMr+Ndoqeaztdb2M3ARIV
YUEJ88dmPvD6aU9fFmlI/+GFJmudOqIxs8F2BNDkAKeyNs+9vyZWWXaGQm8KHqrCahDaNzGGX3O4
gDOoT4JqNFdFwxysWz6PYeDJP99GXtT8QMEvbqukylXrgxmWVowgczFpmFua01hHMWUd8UjlHq6Y
jL6oJARzB41PTl9dtQOzLJe1NQ3rMQ1+tJ2JwaBEs8J2cO5L6FcoI7JNGljemtXBuPo9SWBB2LJJ
8RFtyl1/LcReshU6KwJORG0lmIl/X+epfOCZJWLKsrrBidRGusubtrnytXP9qDbhqA+Bv2hi0I0g
c9NLqnrT5CiTIm6LQFj2rQYFrqlB7WYC/+Inb7dOiNRrHMZrLE6yGHsuUhHFNqXY/7QEczqMZkn/
3/LF4D0L8TTaNTAN0+7mi2OY8y2W1d2ZXrCyGwQFuPaIc+HnF4uH8yoNEq1DI9bXKTs6p5Okc+lB
aXdxkcJW5KudIhEhohqLXrLIVM72fd2k7waF9z3Q/XwR9umTkAQcV3HdAEmLpHShSpH+kIqxtOH8
BzJuEml+xFDic6TJR3IIsIlRIdwLYcNmyzrI/eF7IXSJmFND2gchx23u4CimqeeDJkKvQZSGfdso
fu6oCqw8p2RMvynnjkUwGMOGTvkIpSC/BkL4zrRSO0UlmCV2QHV0TZkjOfaPdt/X0OEkBq6Xdqyq
Dyzh5l0dlLHC0sAFU0tL+KoNOqxO0k+YIn3aw5dejYujP2JMFvQJ9/4UwTwGGCNiDqobqO5iiHIj
LYd3CRosfS2RMnFsvWSJQRCeE+mAazVIxI0pGMmiN4f4NFVR5UNSDV9vDRo/gXPKeK5AVTeVxvjI
5sz3aeh4gL0uUa60sZ7UZMbbxtgSXoU6hkTXKAEu31miid4u+0wGzzvfbvfSh0ufU1uQvzI/3XES
Wxh+YLQ3Q/IQz/1rUc8J1ZOlEmcyrgtWkVkIVfYCq5ES0oQrdQFvoKCAQ/+5HEkyJAcDd6fD89gY
dt+EU24nU3PV577xSozkagYskE4GSoQOSFZdQnWkgNeEviIEIkkYU0wcu1OMxw3038rHITV4JcWO
COpx2RAxzZ3uyekr7NsORrsSnG6rm4r0Yi1r2n1Yheaxqyn5lrcu4e2IRKejDMFPJNLZUwrtWs3i
qtvxjv2IZmHT8xRiyy4u4IHAsbBLensCMMxLj2zhOt0W4krkQ2desIuaHKpeMMAsbJEObBmCdTvY
csVxkGEOAqHglwApl0CW33ECegslLMWzKFYBuepC/KKFY7UJBxUvkqYdaY4Jd8TRcXiZO32FMvUf
jZQB9uNeSw+9VlQviVphi4GABu6gHe5unW0LiN1OT3sONUO67EtN3TTwvU43hR+IKzIs5oYkAtj8
KVHJj9FrH0RMPwpOVXj+QsjnFlHd5fVdDArxmCDCuXRWR3bG0HbHFmnJygSlZtqFob0pspHsxHnj
w8rYHgMLyzkjdhyjXSTSFsGJKFaDutQUPNA2AA0PRgoV9JCKxFKA01unzRgwg1CsD2Ma6dmg7+4y
oyXkQCQMcsyPkjJJ0B0aYmos0aMqksylUAvGxYjQ99laSVXemWMBBEzVgqMWToighppb5DYhruGv
cIpvknChsUiNLh0yqO2xlbSfEjgKdduOsLzZcaL+o9UmbRffehW3fZ4ACPYoY5obAUYpcq/pRsL3
MA+Aciv0nNzSjEXWhP6FHIRhRffIoHkBt/52L6Hgl5a5pdI0AOi0hX1UrTJ6sBsEoubaLLViU5K0
sbHKflFknriXxC546OLiDdNUsKegoSjTongP7HUNW0J+rwu1uSazaMMsDBXnFHgdCJfBAXEesY7J
MD7EsjU8gG+Oj5ZFYaDD1l1pEfkqadfJy1w1jwaH6r2VC/In91P4Aslf293u+L/vid8Gvb82/xkA
6zoV66zjZ1D66xQkiHiAJlAT54FbdKVrbXGVsJptevCblzqTuM8YlJIxEgccvqgEYjgQHRUzKtb8
PAYBPkwhSozajv3kcVTVe4xpg11oQV3at87irS+JT5YSomfB5VRXOCpqPrjQw0M5tJwBlNxQYS1D
2vOicteLjLvclliq0O79LH3MbkeVcdaDiyJrUjmN046FrbFp+7R3wWTlLz8X1Z8trCIaJXeKQ3ld
5eF4svys//j7y/bX0TL+IcxAhoa6Dxz9t/F52ulxpQ6Mz9Ww1/daJsZruO3dc6DKEkTHuDsGeSAt
p7FIIUrV2W+kOf/VyyM0ZSbE1AbpxbepkW8l7F99H55rIRC2gGrin1sFYvhqXfQ5fE/4cOUSteBH
QTr4+e8/vfrX17fmwS+OKYVpvmJ+m2OOnWeBaPCTM2oY7opbUVJaCFNJjWMJlEyVlsJcmxE3Jx3B
pmc/pMqEfp6VCY9xPrfhC2baBB2ZGuEJQNKZFbS1hKOUqEN7lEfWA9ULWKexYJYbIRwoMksxXPlt
yG9JJAG0DiSPfLJRZlT3njCMTxMrMaE7JEpJ4D0tNtBQG3hTQprRL8oJNrMRGyLDyKYGR+Wtym8r
TxycrM0Y+84HAgFB2QfJV8xtSj99DsSuvDbQkLY6y+/u5yBSn7ul5IgzJgvn0fvfX92/XlxO9jLX
SJ+FeH9R/ndarWR9pcVnAdMXaGusFOdCUvwNZ2yJtNppfM8w2aKIGoOFMPrqb26u+cv7dUXAeDB7
ikwdESdmlV9XBB9HI732JD/7gyfv1Zjd0Q5CYO84GudiKBEtyDAMDM0tci3lN8Phv6rOqOZENMXQ
ZLnDtG8jab1JyinBPHSuep2yKQl0DnWJKR4NsoIco1HwwP399f6WjIjwiz1HURBbzAYq1sJvd3MQ
Ewyamm100cKkctrAVxXcqDlk7ZwT5E34hr2sIA5PanDDNJWTlFpzrrJWWBhF+o82rlwZ4jKuLXi1
A7jKwGCUexM9s3AOux7etueH0+PNBIa6X3z4+09hfh9tIn0wDNxx6L9Zyv+ykBuwMgu4p+2JmLRi
b1VyudPUEsRtrd6P1Gc2+1xMekgHVR92UPzRxuW1ktiImef4oK0ZH21oE0YuvCGMSbk3BC6HU/BJ
VnrIo+w5ImmUE4gUT6+UGfkKLzXlvWKWD2ag9F+xJY3n2+ND242+nh5OdwOL+Cf0+nIJOp38jHjQ
htd0kuWnGC8ueCaPjlhIUIRoVrxDs1TW8ljC8QQssCz7TnfTHrwJBE7r5EEFhXjZE7E1auaCLlUh
cWNa6SrvmUSYDELfOG+qqBfGpCFFAaj36qZYzCKxP5sGFMdpKh4F1K17PALVotPa9j5VWbUm7SSr
UwRpY7Jshr7CWwoK8VIzjlroKfWG2TRSu4orMQAmzDGmkJv4R2AJ2fXWJvCbQoYnNHT5Vc4KcRdB
7Ng3DGw/zECWXsLUMzaoaUrSrlnpslKTw9/cxd+fG3wSqiHRCETNIEl/sZ1oVp+NkVSJJ8CErGJD
y06rzcueqqULq4uGnzvg/23r8SH8qPI6/9F89x7/f2tQRkPzr/3J9ltQvYUZZmTqyWbcfP6P/z5r
qX9akzXxD1rxSH1NE2oCUCxqrZ/WZH4HnaSsW3yB7Ob6rKf6hzVZ1v9Q+D3DInGTdZm5x/+yJsva
HyidFAygsqRqlkXt9u9Yk+eV9U/r/izzVTlqcpxDfiuZ+reaRhPg4kLWLV0d6dtyBNwCdStRHiLR
xOhaComrRG0Jq3BQV3ixpleiTPylOEK2VZRe3fzpup1/vu6f3bfqtxv69nZk3gV6Qf5PVr+tyhqY
TvAGYekKxdRCDo8YuFtVC0wyYfPn8B56b4JaQkWrmw7+cpGUdlmEBQA2j6x6rQ1etVFRz2ZZvOuh
RZtM7ZV7byROyYmLXn2U0hF4mq8KLwokHUD3FSJTp4rVRLQHpEePss/kpkbeAKuvQaDNiBfgYaTr
wFIa37PcUFWM+3Fi0FB7Ue/UOqodbP4onuwiyg+a0AQqLByj+0rMAhIrCAEAZrLejz9QXQNpyoja
UuzOGvVXCikLeJKIjebvL+R3ec/tQnLE09nleAHzu0vGJP4hEoKCJAGjXUipvABVCYWMwEfSV+1G
8A5d+ikVMFVAISv1a5aaKyO4K3HHZqK/RDznVUvDWIbFaFvRQADQHOStgaqrCCaoHazOrklubama
SB6E30jU5rvu+13JAwDFEp0YFee322BC0Zz7Uc27j7sQFi2JZFIcZr/RQH2reW7XCOcDsm9mMHPp
9WvNIxkMaQh+Awg9ZuhuAKcuMu/SpnvMr6+T0RMhxKTY+c03M5+tfvls3AooqNErWhxrsQn9+qq+
UtURLdOKeFNIquQvifs+hcBnd6E4vGlypHzx0MINsSQ/v6ipomvziDH4KPI03dOKyPcJSsNzq4op
2hw8AXsaNdFTxIHgGoyJ4pZVH+PPGzXZjUxf/d2t9a1UVQw+AKsZMz8KVvSg3z4AC8mEiCuu3CDp
iNHDOwInEwD2NFEzylQBy6olKWLqPGOpi22yDEcYuYJYGE4umcNGq4Pe0YSAAEc9h3ckF/V6UoSY
XV8zV3Stt5peX9Kk6ZwUmY+byppxkHKhP/WGpaz0QrwjBzjDd8cwp9WC5jcfkKX61y8IfSvSezSS
bK7UhvPn/5NjCNkw4sm2L92oU6u1XFWbEjKg48vqDzTHLplD029e8S+rHq8oq1TfvNo8q/h2uyex
kHtdyisWVQUvOErpNZIoEuMxJkdx8fc3oPSXG5BXQ4mK6wbTg8Yu8uvny+NYrGq1Kl38l07SaM2y
EEOsPypJgxEcqiVQaCIczoC/zBj+6/Dj79/AbRH/5QnQ0IJzLoTYwW1Eyf/rG8DgXI2t6sOYYSyw
SvJU3SZt6m0SY/Icr9ZgWo4yeR1ZRe5HCcsxR541q5iIsmggr2Oor/diZ1luboCKVZoH2HLw/KPA
gp5MHLkckG+g42+1lZRqNTODnp+mkwdcl9ArE1F7SBlRmBEOxV4SziljePC5mgZJ1PLvaoKdH7qg
zVaJR/KOEVUp5nnWUA0rFujIxqTgI+pjZkE59NBmzqQS7Qbe22MYlEB1cryPocFXN8TT8POs9G/V
YP97Bdap+Mrum+rrqzm8Fd9Lsf8XMTAat+q/LrMObx9v+X+7/4+7Xwqt+e/8AwIjKX/oIh4/a7a0
qbTS/7PSQhP6B4c9A/8Bjza8F/7Of1Za8h88ASInblFhiAWG8Z+VlvyHhFtBFSXOiTqKd/nfqrTm
ZfGfd73AqxgqplWRF/jzcgKCyCxKq+x2RqcuPOsY58p1UA69Dxa8P3toZXrvqe2WsLuyfWwpL3+6
RuefL/DnkurmoPqvXndeBv60jImBWjdwTLoddu6p3SbSvdjnx8y/SgG0JcR+J7L23rykcHVfd2uD
8XG+FcRFq96VzTrhDyDsAW3+xcSIeKdZ4QXAST/1nHN7dn3Dot0cM2d04szftepEms3737932kr/
4qJ9WyIMq+3SyEd+FIebQfyKNNj5r5KyUMl/jwCyDMuy+MikH8Zw7D4kfR347tSfxYhiZTha47m3
KmC9R+ElfOe/UqLo8mkNXV+S97Cst2V6b8RXgnLsKl3Kyrbz6DmifWEKvs1fyx8EXLnkbQSbfF2v
s0P2Co8Y9NUSL/+yWo1rbwFq360X7WJwJ5fUvP1kw6Jd+AvTheDuRG68yE6C/W7YqV0vkLkE+2gv
j06jLnLvCVcRqH0iyR7k/jgE66jceNKLDk43uWbDFpixoVzjcrJ78kiSJ4a4dlzT45oB8JrLhLfu
TmKxNP1lp7hjsn2tAcBvWcO08FSgRLkTFDJV1iRhgwZq8qVWo230js1ocRZnmmiXyiUeTwQqgmI2
9HVSPfCCuFqaSnKlGvGht4wQ05RUJke1eSwz0C1rRYPwtoacJqnroTuX7cn0t1K5EruN0n0iQHAJ
7227dZoD0AINQOzFeAfpj/rRQcubrkV1UbxD8LjWykqL6eAetENCBJQNqTGxXO2OvHmf5X0xZxY9
CupBr1mgR1etTqCR+UfaEtIoMRkqB3jxL70+087s7k39ED9QUzUR2DCk1KTYsYTbku7y07hhpLvB
cKDIoit19I/cO5nvDO9eslXNha118N/r/j58RpG3LC3pqdeZ4/nH2luN9UONJxXyvg12nLNEwCGC
GIgDGSBSvksRGNB+YN4m+U61SjSX6xQsBgOSJScGRqGUSGvF2GXEsz9O/A/542Cv3VGDFPDYjiFZ
xwz7t431WHfLcklE+6LeKItkm1yttbzVltZSW4oLyyX8VFRXMVPh39kNf609/rEswX/4VuUMupQG
DeLlnXCfnMlP2hLJelKO2kHZZsfhSHz7QTqnv+nzfSNh/fPVvlU4SMcwQ5Cwtsv27WN5rM7Dff4a
3CMPXkTH6pi+jPfZojqYx/z/9BXnKu9Py588GkQscabdSSdxSyP3cdqUq+AUH/S9edK2yVHc62v5
yTwqD3+/aKHg+bVC/uennK/1n16zS1B6D9i+d2j7Swd0Mh21Ghvpk3UMt8MGutzDkKN1stPHcStt
yrW+mJbxmkdgC/p7y68tORZs6m22tz7Aceyrc3Mi/GmXncnAInIyqdeBR4PRJk1cCF20q75bSgjD
l3JMgbrwYzJCMPvbCHcN4NrpAkxk4Nl5YssHxHTtu5Q5/SUc3IT+VwtmlQQcJ1oAq7MnA0C6sz/m
y4tRg1BctuNGo7R/LvYycnyeuX3TXcTKEctl0aw0fS3VW/9o9cCG90loo5zjMD7+GDNX4GM/xiP/
MXBGh1uf2/oPHfgyUZSr9CIe8BkhkjLfyrvyaO0e6hXQvoAsOQlihhMfmjViM4R17TMj9fE8Ely2
TAXkZ07LS254gRODasm2FlHpmC4p0jQwBQllNhA+12jWrY8+clWm27b8slh9c/Awz3H9weS8UR7l
7IcvbipjbUbr4UM+9DvhJRaIhncl1UUTrG8Lf92SA/ElvkcHZQO1E8x/4lYf/vv0gnCkIweaULf3
4SxeHsOSRWs3xK/MJvyU85AjYAxO3TmBiZAZDINzLK5dNAtuiPqH0drTR3gcF+HaX5ePSnmx1Hkf
URy+JGtd70bCiO3+Sb8T78QLqVwPyjOZF3a4DHgkk0O+bp2Kh6hxP0kqdfVl7Pon68zVl3qWxyX+
RsI6O+4VGaEqoh272ZB6voxX2Vo7VAsC3Z1pKV/60e4dwvrschEf89IRnWLfLYGsn8QfwXlHnrZN
vIvLF2X3vHzkGJvkuVxYpxbGLjefLblIV0DsHtj0NsYCeLttbvmIxcayAwf3NAIudm6AzE/jSTr6
r3W8aqyLj9J0fGSeb/tkuZA1REHPOWTM3sUva1feFS/VCzdByT8xJT3J3W5Vr03LURfcnmTCpzbo
/h/iErpreCUzRRCWZrchqr150Ji3ByepHO38ilWcv8oP0Gf6rC3dieO9mSyVi3g2e7bSO2LglTvS
ZC/VW3TULuWzdBlP5l5YsEIvlL28oOvloMKzI3eyH3THX+d3wrOx1PbzxRScwPG2r83G4k9Hy9Ih
RW6JCeVgOIX9Ijn6sn0ADrwKFuO6XL4MzsewIDBuH39GNVtX8xaek6N33z53SCz4SL6tn+Nt6dvz
T6NptJ227FluQIKsrb4RMt+EbpThoXDlAcfVQnqXGhtu2AIbnarvOlDgxUgTQ+HxdFS8jrKtM+v2
bMxEpPYixBW5vWxrmS27HU+b+hmRAPosWsx0diZJ9FSKpBFN5APZ+rK+Lw66RxTeikg4gqNW+Z4n
cVqle4Iai2Cw4722EI7+JRQe81dj2ey70B5aJ03d/kePKB8nKDe+fBC6FVwhZm2hshyspWwutNqJ
X9WFv1a3yjKiWtI30pP0pKzVRbOBqmkiN9xIy/Y4bdpjedS36aOwm879pfuQ53CzdR04nF15IsmB
DLiTSwd4SPRBxGd6wf3g+zikIGCvZp1lsqGDV7VIetES7s1415a4cdx6uGjKuqp3U3OWFWQRTimT
LqHZRuLK09kbj8O4mFYDob7DtnjK7uOdv2v2dbzNi0c6+4XxbsWvuvBkPPtT/FKTsEmgtheKAehh
u37wxx8kHmbRIroihByahzpL3o0MRr5PUAfKr3ml7NfRAVMvBSoaOt1cED+WzNkFdvApPMNaP1tP
ZHSlTl6Wr4wd94a11AvZFWKZkEqLLz62y6/0y3wx7uSzeB5P6TRgCECVY3sfzZv/0tx1F/+57M+Q
HFai3i3koXSGwg1Q7hARxMl6TQCDF776yYqhgd1T5hdkbKDlxxqC/XKTZDgJcru6ywQAxPfmV/Op
ElHM2ZbM6m7fHpuT+qLfU+S047OKltqgjVUP8kZC8kDSuT0Y9vgWhqeuW/ndBnpa4i/Vu/wz8nZd
tiatsbg3H8XuPa4/R2kjPMOwfVYv4hxVpiGorqnetrrpWNhFXYVsBq4Pj3ieOiRMFN3jBDojo0Vp
Y02BfSDQnUTZMuwLSmFf9w9W/alYNKdcFU5vT9SHUyqb4FrQ8sxL1W6eVNc4MIqeyLxg2WaR1RwM
Ubp1l0rLzNshyiylZaGcWmHFyajaUT1jCNf36jo+lfcA4nG/PWqkXVSIKJ0U6SV5zFj6aBIUlHoL
DPVF5AwUov5CRXMUL7N00eMf7K5Tyh0WOuILuxsfzdurrnXxPvzPoLa1ih9bZOcxfdFR1wWAN0dH
GMlOXmojNa5Lldkj+1Eceg8KC4Rip18ph4x6pUl3k3VBaISelnWO7zT6gcQ4Psv75jJy7xVrhhkK
kWUEN6vvlmozo9S1Da4sznZSdQ2rzMFwRDLFOibDfABCB/ge9K2rSbu5y5G8S0EEapLtWcc1ojtB
/JgOta0Pn6H3wLZpUMBgVjqNj6yNF6Oxa556Yae0R609xhd1Ed7Fb9qpeFby1+QZWnX+FN7nJ+VK
lIctNY+0v7DxuMOd9HpmTVo0TnENUdguipKTVpCg5OIxW2fxgjhuDR5pZo+wQAF7z3jo2VTRu6P0
1EbZzpcktPidI27IHJhW0yI+VzWTwvX4Tm9VvtesBcQXJ+B40mcP7X3ATyNA50k6iA/lWWYzm8iG
InvZJWGBw+Vw6T+QMhPywU1Xhosu2ZBCyfiY6AQn/sgX2j5qHfXJeDCX9TnRnAixA9E3zghm/L55
NT07FJeCvLKKnaE+VAWhT45V2QZyYzeu1+TXucj5Uzu5oj01d+19dkm+hNwZDtzhPiIK6rDAzt/D
H9F+eIHVl6m2fiXC8sk7AhYioG7QHOl/Undmu3Ej6bZ+ocMGg2PwNpmjZHmWLdcNYUs2yeA8BYen
3x/de+9jZQpKuIFzcYCuQgHuqkiSwWDE/6/1rfgYEJny1HwN2JPF4VyvGxvLOjb+JrfDhs93smn3
5kcesyTZxgz/T4ryVFVRpm9TmhrYHueNOdgUANUH48ELnftEbvgCZD89DD4gaMy3qrvDHr2JbsAU
sMn9Yk1bl13OfiTmFUDCjkaSaY6HujU2NFtE833IUUoOxV3uzDuO04F4GNt2N1X/ri7+PyiPvSVW
ofxV/f9QGPM4vbxWGMu/kxb1/VldbP1X/qcuFvzLWpmWlFwt06fO9T91sSD4l4eMiYIYZalVBcFB
5r/rYv6/MEoLavkoZy13rZn9b12MhqaL6IAjI2m5oHklf/YXLchzCQN1Okp2pm9B36QOdy5rypxF
e6WuO8xVS32UbhojKSUUMo+Ic/zjtrxQC3tpKO7Ab80EvDx5dj4rG6dEz6+6Q28PztEv0wcxmeZu
xnEdvj7S8xMgnVsuCjzOSgakrEhN8vlJMMnyagoykCGmswRUDPr5IHVa73zD7/aV0NZHYyEJJNdt
/ZAPTnb/+vDnNf5/jw9dyhZ00MAbnZ3ul6JzrXo0u4PfGNOnJRi6vZ5xaviZHd0TEaIOGDnVo84s
deMPXXbbmLO9If6v2l75JWdNtv/+JcE67ehmi+DsnjfYJQaDFs/BEy7fzn6p+w9yzc+EMV2cjK7g
JDd7dXKbRKLlNFkSXBolycdoNGkAa2ArhFpG/efMo4qCcJEE8X6svsxu5h/1WAVXOo/rz/m/1dLf
D8737QD+krXWg3+DPv84wrtTmtPrXvpDQHpraFskK2x6dCBYOSf/piIW8Uq54IU56UMZB1In6Mkg
4Xk+U9JVFNrHDDgsQbQvLUkVMWJHHxn9NVaytXZ2zi+ONDD46Aif0FudjTVj5CbLo2VWmGTjbIqe
PPvKNHW/7e2qeIDbS2KGkmSIw6khDATroPyU233K/3ex6bhZUpPuExSooUipjL8uJTlnhohEsHMT
DcBO2MhZPaLT9hTqF3tnzrCNdoq2fRImGACsjbZ9omhfn2SX99C3ICzTLQZki7B1ve4/HlqZpzqe
06g7ZF0aAfaxdegoA53+0kWb14c6aw4ynRnKg7JJXxqn29p9+HOoDqdIMqC3PwSpNgjymFxzI8pU
b6JO+u/oIeGQKbV7ZTl54QJdeGw8Nxt4Cuv481GTuU/dRCqc7MuShSr3hq3v04V3xHCN0nwxRwi/
YN1iJRY+fM31Y/HnBZZtit2111S5J3O86SY3YPNQ2Vee2EujeHxeULGsHDz3rDqHWdQZoGw0B+gz
1meU8fJIVjG7pNef1u9e5rMZj9WHl5g+O00cOjhn47RiLJRqzOaAbzJSsFiN7GkOOvblid1qtCK6
foqyuXe2I3e+De0M8+hmqSTnN8BvMrtTQ4xbzsmBOWL+m5r62k+8eLbrZxTICIoXZpTrnk3egBQg
1kBRHgajqXeu9MtTPXbOD4WX4rgs2t8sCScI2yO+HkkcHQ4+pkfwNePWGwZxU4iJJO2yam7RTMgr
5dPz5RCdAqR/eG+0/G2iK9Yf/8ebJYqxrYgpKw+GwylZtd3HStdv5Mir3i+WcWWaX3y21uEkGxJQ
3BbgsQtpwdCLojXd8jBW6c4XtUs61nDv6OJLm82I/Qa2oA6aVJAVMEPELYHGH16fMedP4/cvgI4E
ERCsG0DT5xfsQUs1G1JFDuSmFrsumAtKICSvsAaKw+tDvXBv+cjwjqEOo7sYnO0ROsQltWvJ4pB6
bghPh9ApK6/DVLe3FmGGV+7t+XcY/pon2bJxW8m7uFCPVy3eDWXN+UH4quDIaFB16gdB3aOSRfO+
l/OawYJcZaesWv8Hg9Ng5Ym6lu/+DuH4cxpJOYEAkHV+sPF8bLnuGWmKr60bC3nLDrJ/F2JmFt9J
WQ6uQT3PV2wufFXGWs46t5AWny0BuLwcbRJ/fcBe6d4R6UW0mjT0uzoGCbxgFfhCRG97ZRpdDGoF
NoDkVSwvUYvYZ9OoFFrG2K6tgxqFPmom9X5hWvHmlD9BqBXUJyZ33r0+oS4eMYP66PIQ0iMFZQ4/
n7tR3gcCbCzpiIQivGlbmR5bd7AIdvMVDklJ2jD+z8exNIor0O7z5ZylC+QeIkcfrhVs5rOpPDYq
WOqOknuGKXJT8Aa/oblsvXv9+l4YxbHZRwI+hCTmnmvUsd7O84Tq+CBjvGR8PgT1zqm5chd//2f+
/GZwMQjmfnf80QuwF3x+GzHYK7pjyj6sEeD7UaplY5RkPhI6jlLcoZl6M+S4ree5rE/+YIjbzqIn
i0fFPJBdnL/1/dU3/vq1r4M++1EQAH+7PpxVIc8b/PxHGbMhitL0CBcvmo7lsYq39dQSW2g2p9dH
urjL696XxZ5vvyl4XdZZ9seS387e4PVLYh0SsDm3uWUmJ1vNev/6KBeLH/w5Nr3kLQS8nABPn4+S
AsLwgBZYB7uBW9rhLT6YaRof2sFyjr322yvjXVyVJ1A8IZXnu2KBXTsbj/1Ok5LqnR9qfw2rF42/
neul/Nt1jlHQi7BXI0rZ4XT8/KqUxllNSEl+6JdqeqoW4b1p4PqZG5ICCUbpYprqsWWm20hQlXz9
jp4fOSVjs9hw5kNTZbKfeD4222oNfgneqdtpouuH3rfA5At819AvxhOhai4VQuAbYWphr4dcUxfv
X/8Jlw91/ZKtC98axiLPHUK90y0sOgLkKjuRD7KnF1aTdxu2EjTZiKTt5vXxLlZZLhl2NFcLCpcJ
tT70P6ZqWnvSKGSVH4oUAkNkrexUkXifZCbofymy/qY26Y+vD3rxJv4eFGUtPigThuDZWuf47TLb
Rp8fZjIStqZda5cv2kCxz66M5sodvUAFrk+VRfV/RzvbjpNbxc/AaH0gH4Yu3bR04mkQ+Jh6o66/
VJ5fiJsumeZvbIDbORy9oVanzE6yK1d9+WgtTh+occH+rnER65//cat1UlgIswsKeg7pexn9OHf2
UDELYuaMrNq9fo8v39b1NWK9k6xFLh+0s9Fsc57Hvh4PRAn7exij/mEohLzyxlycDqTnrxBElIj4
NYR1Ls0qwQYbyqFH1bs2fL4Ei8XeqWf9A+YqHndV+xklCFfVx3woJTBGOYLGAsJ0i7/GuLdE6hPb
Zy8+VXIz4/jwt3eBw+yKgMYIwGJyPr1beJlJknTFwSIWHd/7IvdaEbH4+igXLxFnWWJW2PiuFixr
LfT9+WTJpxtys2aUXlLJHSoERGqxUN3MPhqG1vtCSKa4MubF88VrQFEKXyQmrMvsjKkhAKCsAQpK
dvIPaeSWbzvfvHb6e3EUx2dfIry1Yrn++R9zNutMDi/WPByieghOrh9Few8Y4JW9z+X9w7DHEVOw
uSWA7tyywEqQmFNjDgfPIN4cKkPDSW623rYuSz67i/4dcvbib6cG67tpruse/wAo4Ww7EPF9qQki
7A+9oHpTQH/aBhUZo69PjRduIKdmCyq+EKwf/tlHM/dSw+B//aE2vQV1menXMPKU//H1YS5WVBY4
WE7A5vlo2rhdnj+nEURfQox1yV5AGttZYcBoAneAHEyK/etDXV4RISkWV7R6eDG9nG1uiN2dcjxz
EKg7t9vnievtvMp4/A8GCVbpuImAlC3r8+vR7ZLLuPSaw6htuSNHO3oTkJN55Wj+0qWwPLDlD6jg
42B8PsroEt+zGGNzKAIVHBNJsXfivHnlIHP5bEg0IjrMZX3ApXSeD5UoVzcjYWpIoQd5S1E9CwdO
bm8H3TZXpsHlBeEo4GxIG8KlAnBeWhMG1laoF9UhFe18CyF9+jwbi3lle7velmcb6bVzwbGM873D
7Tv/tCSRC8KjJ/o1jyciay1pENxeRDeRiMePqSznK8vDOqOej8drwdqKYwsALTLi54/JjyN/sIaE
D6epi0Mbtf5Ht4rwK3oV+iljksFN4XvQtBOQSq/Pw8tn92zoi1OZNbvYA/PxkHQ1OpQ8ajFROmKX
dFO+fX2oy7uKzUiy8YV9RlnvfDKC5ypdUsRYKXyvemN1hUBVMEw/UZQ4xxH4zzWD0+Wq6wonMPGu
mYJ19/yAbYwVltG87ymekPnktULJjU87a2ejq75VqYmLxy3S3euX+XspevY0KdNguoQdQSgllqGz
9aOJ2mieCa87QghBL0tSdf6QZ6W+bTON5FgBTHhY0qyUaJpY145Tb2fTnk7M9HnA75OEUxAvH3Hd
NUDdF7P0dhCWqvhoF0ZRvMcEO8s9LuyWfPFKu9/LZEat+/o1XO561gIh0aZYoInVpGL+fEZWoHpB
aqrm2Btu+8mZ6zjZ2TkJxSy4BaJTacWEFgcJDYAxMzq1T3o9fXGVjoytp421yQ6aD9XqogakuIUi
jPfKTzybTqRvUq4BdeCy+WPT6Z/teidjrD0nCuyTp8nXPsAXmz9HwGV+eoMdP9mxYq+QlMpC/QAj
MNsuQyZmFIr1DIFPqBEIhawMsTOBJH5wkjilUe10ZhF2mTtfs+4T6HP5jsOVXpdh6gbQxdeV7Y+N
RkoEs2mVVnnA2+85QJhbCTbJyvqnBgQ5PKG6WiOZIlKDd8qYrIcmjaefTm2nP4qyt/UGeznirdIc
nRL5giqbnQOwkoIr65cKu1LPbymqoLEq5s7vd2aeWFyR5xhBGI9unoUuDFpINGsOhtk7qQjbUiCh
G2RGJsfkZrtsEE4M0sjwv6gBUZ4Vu1/JhPfnMOhyvYc+auzTFubTRgJ2rEmNGk3MLZlp5BiJCXvN
JOD6jQtRvyCryDJqJBCUrTez8qyBGeGX0cZzl9F5AzDAFUecWxi+5tpK33Pnh4+DY48dLrClfOzK
ZjwFmqpUuAS44W4nPNnFhyYuzWlHZOU4bUo2xe8rTvTDtiIU+r0jirTYGQOihNt+blHOZFkW74Su
i4dxpra/afUciM2idUt0ENiHFY+TBRsu24ZkmqfRQXeZjXY8ESDuQgKocmNbmg6cYs9fLPVmLZC2
aBrFnBzzbk7qu1Y7kRuyquB1nFUjvw81eLZN4ec9aDUdgzvZOV1jqU3c9kAuRyfOvw1O2d82cqQM
57RpsxDf47fvFrxY3X4YXTveB9bifPYTCwmbDTnqCwZb47vR5PZPm/JWcRCc2U+wqfr4sOT2NOxa
OqVAWuOyvic2A2G507hlvrPSXio4cGTk7m0v8R6MaJqLX5BPbQcgcboM5sFPY5h3PV757yZRCWaz
sQdDPnpAtB/yqRb2HuB50Rz6SeYIomct/RMLOSLSmQpGv9IyAnpNSmeC9x1a+xF8WtU+4ahtZtRU
PTjWeCodwotHD+thPPX9u7bohN6T82XdLZlNPEtGYiwiEdG08dFckiJ6o/sRNhnQWBOIST8owsDo
issNfnuUo7lppmj9vNn+ZJLKCXqrssUHM/bQPFqqIDpMN+n8YM0Zcrs4SKa3zhCZn2aRJ8sutUAZ
MP/hycZ8PSBtF9mEEHfo+3EPThLtmlWn681N2UKFWgZoaPwybp9w9xr/ADAxnpK8REAZRfecHJHY
TFKF+ITtnedouN/dmCwfBlkyvRqX+NmNY1bem7Jdyr3n+Nm44gERz5C/2tyLdoQSbA9uV2zSOfU+
DmT/eBS8RHQgzmha9oY5BhiME8nBmp3I7G9sGqif4C21kns2128WWwXZbqwSNe/YSEYliOdI5tsx
HboFLU4+nTJ2td6mN2M8OvMwxwa9/AqfYtwk+S20IvWZmaaAghsVujA218Om1lCxthVHS2jPKsKd
0DGrwgku6j9ThdVy01awHXrWaIGc11QArXy4XDsndgktiCS+ojjNcd44EBJASAuZVBt3ibFkgKJX
9T5IMvc+saze3pq1MB66yKofu4WkktA3W+fkxAXWcoB4TrGNqgK49cD3k8pU60QHX0bEjObm+gEE
aTa/I9dFpQeD4+S0JVIqOzZNmZWfcm8Z8QlbqcM00X2MxSJIA++gvdZrcT4Xs7dTVZWWn7yxKOQm
8+142frlgJhsXFpxD1WLj7Ex2rW9gsiDHenFlt4HOitH0L828ZGdT/WQuzstJsfwYaHuCvXhjulr
ocWzzRFMrZVH7g3v6wyOlAb5V6sy+sfVguwDO3X9Hz6x1VBjJ2/5lJtFA4pd6farszjuiBq0y4aN
mCZU5dqzi59mxG/glYgVvheephHm7tJvs9pWBZ12t31MuQoIhrBki80AFo50v3l2810WNEaGiFF1
zWay9fIZQiCSXoupV24hODXLtrMJQw5VMhAw1/KeDIAQF/Mh7zUBBiS8ZvHWmMfY2Sa+9uCSagpr
RBR1/NBIJHVHg9vO39eJLkh5mqr0LWmttbfF5qbgxpJKBXeRqtXtKEu2ZmVk8AmzpGq8uykVAyq1
WIF4TZbE4wJkCv2jjZMoeldNGRxx6LA+Tnti3kQI6pfiu190Da9Qb1sQnE3x0ROz/7jk+D7DXkHk
AECdudl+7JIeTXspfPImPDg5n+3C0/NO2jFzahCd/FXYQfyFlR07MnGyA0KjdNIfO+ovbN36Lkro
8Ea23ipMwXZIaUu8cTqJyXMsEqwV7cTSEsax5IObxRNrHCEZ1i+crHrZ2mArT2wvfLWrzToX+0As
XbtJgc4XiJI7PE7ZRK86DLykeupySku7rsZLcuv0EV/KaYpQ5TVEQPyoXVXqjchY6d6bvWl+pSFS
+vsA3J4Ip6wq7NsKoYw6ElBVIj3kK6/JRe5s886WA2QGGRuD8yYp7WKBsUfs75UzlGU93/D83p9R
mLQFJVB61udd0gE0AsCFxTnNTJ87VrfCp5XXJshdG0dEYdZQkd3Q5sKq0pstisOaJfFkEWf4GVci
xihnqtlrlFTj0d6iuhAg3qW8m+s0BrFgV44IMzv3f7QG/Nx9oYLpXTnXyKEtFfAVe32/eXby/Pfl
cDiA7QVvg0Cv5/u3YFJpRbQJPD43GnC2tNON0Y/2/vVRznaJv0ehAcvWG80d3LWzQptbBm7iNLV3
It+hv4XkVYW+zpKTDMZrjfQXhuI8BtUDQgje1fNTuzam0Z/S2DtFI22PFY9JobLDz3/jOmzo//q6
qA8RxkqFEpXFuapIN1o0NdnmJ07PVqiGURyMuWWxgI935WDw4nVxVahvQKkQAPf8Qc0mvVzC3r2T
tKaW/dZkbnMXdxHLS3KlwvbCEQRvPOV3pjkl73MFXd3YrQW40zkNEVbRJeqgcKWWMW9iEpn2RmKr
K9d2VihYp4dLhu8KdkNhZMmzkh6fQWIfqbecpnx+YPMEW3alzss3Xa9+kVoEEAJs6pWZ//KgoCjY
dXCWOK+5jG0gc2R57ikiBOG2WTq9S3psiioZvd0QG+xtU2S8xyFyrmmaXnjpXCYpFRE4A6jfzo7S
wSK6uXRrl+gf5onXd6uD0r+GVricMWv1cg28Q/VpUt9+PmO0NojeKfVyAuLIbsdvzG9rNQaidnDt
/b68IDg6azDh+g7Qij2bnLFTg5InRwRRI4cmRzntXvb669++bPT16a75hOyuMtyz65mXNK+tzulP
fVaXb5MaymTO39+Bjm2uSCHPG+HMSBhENGiRMdBkY8jn9y4ynayeazmctOqTmyiuxE0JWvuftsJC
PXXG9N6fYz+0fF3tZBAHx9wJhs9k0A2nfvL6I60/969fEu6tRMKLpGMFBJ2VVmP0b1rMUXsqPBx7
xIMKeOfGcFe7GBrzxV9uaF7nt3km3StvyuVEoiNFnd8j2hn64XkDmZjG2O7nWp/YWE6bZQbzwCap
2srFrA+vP+PLiYRml0F+dxeRoa5L0x/lhLqs3EzIAYjoZLHvR6KwZZt9bS09J+DxeB1q0y5LKV14
mkBnLyDQuiirG979IEcYEwPjDqEcYQlQ/bSnzGWdKNgDfq9969FrdbQLop4IhGWobswA2/8oYIdy
cBcbNSXGFlx4ej+N9hJ685zAlcVAvdSixiKCRRJivrGDwF/Gf/9cwCoAomFPRhfrnONHMTpNTDt1
CH7xzPtaDBxFe4WnqoSXeWWsdcI/q/7RNUARwdpM89elePT8wQi7sYQ7acKlFtysrozFp6br2b/T
5T6QnYOVMcnH8YpF+2w6UBNHkUI/nYY66dreuU5sKioOZkagjnz7/N1ANzx0g+ga1ueFUX47BFi+
6LnCKnt+bb4LHzmzoAaY5SjQPHOqOiIOsa5GXZ4N9HvaoSYMkJiYrPrO2TZobPLOD5SLEQuh/prf
FZlduLS21d9Elk4wbQzGP7Ncc2JIJcnf2ZxxsPYuBMFsSl/jV54pTlJg5fP8iw5RdO1D/MIPpFC/
9gspZnO4PXvKUyyVWigdnJxBgeSxscyUs1Me//ol51xBQZCnisDyXPddF1Qp5fr5y5IuBuIQ2Vu3
GK5pDC+vhbhF1suVMce283zDpKZatoiE7VOr5T8oCOjwliWpYFdejMvFka0fUB9Uw1Ru0aA8nzxL
GxAjssT2qVKd+ZnzC/D52k2PzYDR8G/vG0PRHOKjzoadZtHzocgKmCh+cqRBH6BPriLOHrGStX19
lJcuyEUuTJCER2Pj99r5xxLc1lqmmty7UyEKl8i5aHrvzl3O6bwZrkg81nvzx6LC+4B0nX0zoj3a
GQz3/IL61CqAbUYChQ68gm0rK3/vTPZ0dJykf5vVMOSpH9UNpKyu7P/+OjGoMNfRz7MLO9+7o9Pp
raTi5JP2QfOm1HkDQ9ecbwjouLbfe+GWsl+R65GRosfFhtrMOgeji8N1LpTTbIE3WSdEnomsEn8/
R9jSypW5yF80Lp/fUr+xxnapY+uEBF0dhcYzSlDTfzBHoG5aUH3QO6FUOduLwDd1YBE79ikugZxx
cVE4aVNvSaYbr7xfL7zGDAXrkc0HEoPz9pplDNIf2K6dZouMJpbllPZhNP31QW79uqCWpUpJd+t3
juYfk94p4roNypxJj8fhLdWoBTxWPXxkLb/WLzz7kq6TnqF4hzmhssaen67KBKZNl/XWaSAf7ENK
wZjkWdMd7dPkFdgXnXa6TyFam1dOdS+OK9ajAFIDn9GfzwwzXzI6Q611KuvkW0t1nCRgdQim4Ifj
zGtuk/z81wsJijhr3S0gdnTOrSmTS2SYHymLjwlZZJQmaVOhZd/VY/b3IzEb17PUOu+dc+28Hoe8
U3lqn6xkEB8aN2g2XeUP5GDnfynPCjjsr9RSXi2+kxC+17v8x0Txx0iiSuELSQTDhKh46e5IYTGu
LIwXz2odBaEv7xbjoMB6PopsjaafcyZ9UuJc3/hzU7/vfcPYuU5pexuI+oXLaRySz+uP7NyFwF6L
l4Di+3r450i8wlf/vDxhwX8sNSEovda+3mRoxj9Lt9T3hlO3sDjcTlJu1UIde9OFnVWYFcHcMtEx
hcuyxTfw+g+6ePspQGAoxCnDsYPK0dlyVrHImcEylCfd5As8gDL9PE7kzLw+yno7n32HGAXRClZQ
VCL0MM8eqjFFrhfPJCjmdhDtDEqbx3mqor2IoRgo0jFfH+6Fi+IzgCcV3jeHqnPtnZwnvbjOUpz6
PsEhWduY3JtI/O37jkSTjRyKBIcygH0G23z9F5PHfvGtptzJTkrgVzWpSZ6fiCXRYIrUugTcg2t/
6aKCLklimsPPQWfNT4rpC9gSwtuqDZ0SgmQKJ9BdWNAQeN/Fo/EwsrO5H3GD/nInAEyhqaaMzL10
nKIdnyq4O4lNqF1NBNYKxHFA/Aeupg9UJ2LAo06G1V03VyB2oKF2HwNNoypsxjwpf2dbUApvyvrG
rjxcYjVo0WGTgVIk1zpNWv71yYLAU2FfK8kYSgrzEHtVFe3apbEieA3T/H3yO8rqaWcoc1eVQ9SE
7Zi3NCrpPn6v+3qObv2IbKEd8fB62DhkK7XEHhKI6CqScnbdkNRf4hxrS6gULX6CRXL7oerHg07T
2dyUrd3LfUoiMDls4+x+rBFg5iHGqr7YIGZ30SMIoMNNUQBKUPYyf5xQeaDFlDJx6HHkcbaxhpgG
hvYdwuh0KpM9+EpyD1EcFnY4IzkkLJaKxWFO2oSgFiQLWzZ6ydvJS4mPzceOvZRFE+OxyNx8k2nJ
Hw/YYeKsg80U5RHGxp7CdLhkc/NpEbiFQY7X2UrDIJloR+/IvmtIkwc8gbav2ZiqrT8R+ICFxxBq
+kqGTf/BTYi/2hlKWQig49kNNrXj1U9V7CwfEjLpyb8q0kHsCn+ib9K6ZQUvx8mQV9B8pDZO3EVO
7hVkyyOpV6PeJL0ThL0b52GaGNOdrZYUSs/Aj4bEO9jkndIb+xbEvqY5jctnusmCArxM0aIl2LK1
yN8YGUFZ+7qO/E+Tb1j3di0p0WRdPxBH785qJ/vR+pY5Kv8Z9SgdoMK78T8xbHtiNV0FiybOIo8J
qn1jdTxU/FqN2ZixWTHVJhl7/4SNTRjcVrgQ5CSJJ4tcmS5EpCadHVIP/Y6TSs+c9JjSYd0rdp+Y
gqunqppUslUm2cyIIHx9NGYlH0l7GW6JtdX1drKHBeIbx6kgtJLAGSECjRnovlwMxcFrJbSKrJ4i
arSBEVOWCMyFWeU0MOCkaq0fHKOndNfSdSaUOe8b7iSxmIIWXt3c9NEatD27dXE72W1FKJKw5Xe5
dM2HPqATU+k8JUTCI4Wbggc+5V1HOEmxLe0y+WrGwQJcsKT3kRhx/2H2kuYregJUjKS4I9aIhwFm
lyJWHmbXIuafvlqC5Hauqw569Bhn5PRamnh0KkO01bQ9BaFZjPG3JDXdxyqIJU1Hyxx/iSqBstP1
NOfoIhN0GxYe4VEhrtPkwQiC5YeloobsxZSwJkvp+4Lv+LhXBtjErMr6u6nB9gwXCoZeGKeT/zXA
E+5tE43gKCTQqWhD2Sfqp5/FsXOooAxbtzXZZl/jnCQueksOIpNqKlFCxH0gH4tlNODlL7U8eQSb
qeMymRCu8pZmstlMoDVsyjPv5wVAyFjatPpRFTUEEfRU8RKSuDaOSBvoFe4C8MkGZj+DjE12NEWX
Ty5BTAZHfdpJOzG2It808VI+EaNMwd93jaw+uGNM35nUSJWHtUfZEWEYkCizHRN3Y3Tok05+LvEq
VrFHBLLTFz6/PJp7vfF0QPBd73Q1rcQhJeZ6zkB/01jI3Yl/nuU7ixlNtgCx1W1IA6UnzUQ487u5
FNXRXoI+Xy3qkP8mPLIfaO6KBANfk7r7xeB6CPZM5aNVmXwLaM9RTpgdWdgbz8yZKZbbAP7Q8QCn
bdGEo5GmWi1gf7NGHCvP4SqWpUmeYsJlA4JRcOWGwmXPEVKtJ09HFgmGassurS8kWfIfj3pXfnCD
ymEJH9qYoEwz4v1OkhLMnN2wVLvNlHxvutR8HGVWW2BtUzA5semqAymu67Mh8GTVsTkdHOklDqaw
6romogmrymhXr0zoL3GdEZyII9T72owIFI60ZRpzE5ja+2pIXo1NQA2J/vMiy19tl0fTDrA7Wotq
aN10Py8CZQKd7PKbxL512xREL2+HymUz4MxLBsul9JYBoFudl4T5tNUjcaIpUw/owrdqLEGaeEOH
pFCJoHcPfpELd4O6Y3mrvNn/PmsCgA56ElAl82AgDdxd6EwS4N56QJmM7nuL5ATCcee693XmGv8Q
iucBK4ph2nkxYrFwHpX62ZsGLyHdAjDTwAsb/4gyJ/45DWnzMHVL6ULyIxU49IEokFusKlqhGXGl
Rjibpf6GooCL6BGskcrmoKoI08YywLH6k8uHI9Fd/TlvEs86Um+1DRhFRqG33cwPDC1jzPPQKdvW
PxBWhtUXTciC8E46zTvqZkQ/F4HXBZt4nDUou3ZC4RRW2slgL7lOH4Se30iQcrMgc8QbRaqPXbaQ
DJ05sXyaBGreTVoSow3p0oZ+qnvD+KoKBZnTzDW4AzXzYQsN2dFyRvETfUwJm4Dw2vs/HV1OPyM3
hrTVNe6Ub8gs76xQ0hSONguinSakspIS3IWy8CtFDeuDVfvTAz8CSlTnzB8zp8l+ISgIfuoxZ6L1
NOpvtUFYJ+wuWe0GbxpZMfPkm4Fg4pcY5TJS/Vh7ymOaGvA1JxX9HKMOhmtlux9QL8oPCznK7G5U
ZfY3ee2MR39okVlQhqTSQDKKtWwrIwOMkya2m25RXCK2IxDElBuqI/Y/TQmQ8y7NuvYTq5Tp7yrt
DeiSahq1O4Ld+2zb6WF56qmnwVmSpgZBWLYlAP+uRI0TOVkTHQZPOYgrxqQe9qIJSu/gzJn1llc4
Grf0F5Ta0fSdnwJdeslhFNhPwgVfzb3Zx0SV9HLRgrxJv37fuCBvVRTzK3NhRwj1rCYjMInGy4Bd
eEy9zczH/4sRIAPcklvIgx6yoAyn2C7GsG+R8OxZXPKPqivGN6VjD49tjxiQy5jBAo5Fy/0kBKGY
QjuYJpLWCxmZfOdrGY6jtdhhNBLdyj5wfVto5LFVLCkT1wRLdmW3kXkXf2gaF1Cj1efee8ncTzZZ
CzgAVmXGVtPUaMy2bAlTvbcGO9Db2R/AC83dqupZ1Tef+nHMsBF5Llw0VETpr4Ejg3li6zreyiZp
pqPU3aM5xY+pcuJ0wyaFs98A6ffQseGEz+ol/TZyEe1sJulWbzM7RZvINPPvGpcgXQSKVupvqb2Z
w9aRvdesGa52FC5iSt/CirBXPPIAempc/Bp4k9VE4xe8j8k/ZpuTu26q6oc2DP3WYNv6JILcFkdN
inO3zSskQmAbxUTQ6rxEVejx2sLTFAZPNS0KogVsZTTescstfrsf1M6TFy3W5xiteLtvnFrfKDV7
bzXfuXlNs5NvJwKH0DFmagYJONg9+3uUOtF+SJOhQAOigodF5EVKIF/F07IlX9CtJo4ZnHo5iPE2
WBbT2rZWxyI7khT2NMewjUlAAJZVFbl903Dw1dtGlfV4b3jx8skeYqBxtWM5pCSKxSEwiwfyyGbB
xy8ZdyTudLbFM5y8uHuXmrZ+jMyEmGpZBx39naWv75yenIXQ0Y3vhX3jItYcRqRx4dS07PV6pWq0
mMpRULxytUBJtoPkOIlIvUG6aCH8S1Eth4VvqsfMtYxvDoIqtrzs65iV36tSfBrKwA/z2bo18v5b
Y4/HRs2AGVr+FtfTNp4NpnsSQU/z2/e1u+xdR+485PZzb+xnHE73UWPjO1+GGX6Z3bR8k5t8/I4p
5a4NxuHbf1F3Hkt2I1uW/ZWymiMbgEMOqgYArgytxQQWEQxCC4dyAF/f6zKzupJMNtlvUIMePDO+
ZDCuAOB+/Jy91y5GeFQp2lqKQP5U9v6dTSVwlROv8IJEtaqDNWHuux3zxrvRECgFjUwIrxwasJRT
vynchgC64UaQXhQgRLWRSk25saFbgWItl8dWuXdEsjuRfQqA9C2QcTHPXIgSnEOUZp8j/DnOXbbR
a0I64ri6FC5O5y4uytBGlHsK6AoNlflB7FpXZi8RgRYOue6xuW7cuU7uKy0lzUS56lhnnX6dJ75/
bYzuYASemR0Xvznm7tBvtMxyr0dthKpXwOPMusp/8iz0UG18L2gERJmM13MfdOrtktZNpMs3cLPZ
MKsbZTqXOSIwuWb7ifXx5DdnBgoFRX9TLIl2Ml6ptXiLidbkPgInMGoh0aOhK7sNQsTASyEup+Z+
rNSV666R04y3enKBhpTg6OQ94ZRYFAfdGCVuTnVf6m40keuNIGoiv9a97ygTNXMF19eGI5gERX88
WUBjChGg1KClHOVO9ryuANdhBxGHGzQa3EESoIBdGlOUzuumTM9HHTITKdP1hvHoGsU+HtWWS0Bv
dKIWmIdrz53pShqJu10qMxBrXZxpouo3g9F+cReOFhrDo3MX/s0TOz5PAoJsU26NvOXc7BDjurNL
+OCOA/wpHvZ1Co+UPW3yGzYBWV7nRfveiWLjxWMW+tNgXWfShrC5fMnKao0WzZ02DtaunT/I28pL
snu9zcyzaez191EuwwGRHNHra0qYuPKjejYI8CUmOLSVfeNgdYoqDXdJXt6mjtDOurytQ1GJF4OC
NUxRZgdt0xDmlc0XmMv7K112ZH26zZugmRcZTmlvVs7kod2VF7Kadh77bFga0BLHLntlntCdJRLC
b+V1e0dv7kyR3y6sDIgVVTBL5wBK6H0xs3shHytDfvHGdTsI49h6UOycIfIXY2dl3q3E1l7qyYPu
rTEyPnwQk8MphlXBB/ARtZq/r3r+qkUXAKBy8V6LVLwQuPOaluJJ0PU00fvHQAnTBC7AyPkRUebD
MmPHYzBsV+2DaSUfbt8mn0m+LVl6Tadg//qWebq8zGtZ3zBYRPrePCdau1wi157vrDp1z4wCULHT
GyHP765wXFrTBcW63R86o6WMq6CQxlMrb0WDLNl0q+HYuvWeBRoFQlnoa2gTNsSB0fvkSMf6QiiL
J6okavJha1P4BFabboeh3Tbp8JpnfksOMrG8nBzjcyrl5ouVOf6XKfbyO5580o501Kq4/p5jjuAw
VcVFKZK7wgR8pOnJfEkQp30iwBZ6GdIc3WQ54n/KfAKj3VPebSiQEs5u81pb/Smgt5IkL3vrNdva
VlTeJdmW+46SfkS0l/XJDKi5Ng9uOsvI92bj6+yvGXBIH8eL3KZKXXGvvC/NQ1fTB5HafZvANp07
62HwxFWixS7aqXbWeXPtmTUf5tyK2S11BgyjMTpHQzTi6Fuv3OdrhGxeQJ+EVcpOTRsH98SNLHPI
lkTWkVfiD8bRlL3jR22W+2HsCcRREhQCwWvLFPmVGHd+2SSCGUwu561JBmdedbXLTmPAVi70gX6L
Ts8hJCed7lgyUUJt2WrLA3hWInul1HRSnWPWYFBXaX7r63NZXeh9bmp3VtnhEoNz2zv6C8ta74ZG
5wrt0JUNaedkbw5PDVJcvtC57Z1L2oU5SeBVbfb3S5029EfWlohZOhjlBsMQjuImRv2/YzyXoMXl
PzS4SN1UfXQMT7AV9Do3ZunbaKzrtgUi18alVz8orkT3Lrx2EWywZR5Zo8reLbNdtC3/nIWcdlm8
5fxVgTMuEGZs0rxHN+7Vk0KjOc4q3fWpaOttUXTNJ/ZYbSabujb3aHkMuiho7D9r5bDlDQMYh91U
t8OjWUlotbXInkSdj26Qywm6v6I7/bwmyr1lG8AvoSareaOvYoqQlsrsBAXt/ftBR7gfqlom0zlf
VMt+UYrSCsmvqq9VKrhmyKqs5VASy9hF+tjkyRXN0LhkbSu6uzT1BrgmaQpWNVXlwez9kfOtbACQ
zbRLpxCIXAEHnbXnI3Z7ya9eZw1zhzHbENLbvr0zVZVdjo5jbxKdWKuxyudLSTtj6+utfDExMrV7
S2F22Ka9hjwcVT99fW2gzgymlScwFDYZtF2KHorW7jqp62ZMsw+U2DhKlkwn/jz1jLRnx896it1x
rF+0nqikYLVOz8Cyeu0z19EpomEYYa+6IptQyK5CvrtEkgr8SZ5bcGkqalhfEidMa5QA7wuGDbSd
uP/ZJQtjbB/ZEspPctRPJE+TdPCNUZJFuLpA/qJ0KEX/ac2dQ+PMFqCqTSwsOOXG+aMcitQIiqWk
lZI4VXudrnHaQHaq25H9q/bZwf0uvi+7Ur0YSx3HkTk55pfKok0R5rFYZLg0paqisnZ0Y5/pg6fw
6JTFbb+6Fwkt17d8rNV4JUoitX3biWf2SW9h5erdgj51RiuV1S/LaEjHQvscfFW+iGIR50YqZm2j
zzr1mdcVrbEh99oBJO44621WLdrd1JH8GI7KaumwG0BDgtbNjCdnXN07P64JhDSNcropY7TPQZUb
/YuZOu1D263VnR07JK7Qpz9FDw9JWweUyCdVJREo51jxqGMamanyN2OVf845PAuh9MloZzJX+XF0
C8/I7mURw7aetTiCGTNerZbT/+ZV/jmz4lSETg9WwgkZAMLw+5lVmS3LlOgdoFsCMqcdpbtz4+fN
c4d0YYNFztgssxPvzdYXd2j9yqOiE7cVtR3/Zq5zGkZ9N0ZCC4x6SDBDQ7nGHO37N5LXXkNlXCLR
7dLCAZU/0zSstVadr3bq/uZj/3NmRSgTs2TUnditvR/HyHNakhkKfe/Q0s7bDRzjHhRbyGZxbJ78
1nbufzMCOs30v/t0p0wwLiaauRPY80e9rDFyf3GcHQ9e4cf9h9FbzhvAPORvdVsStsIJzG+iKrMW
GsNTbqudz5MTJA24xN2v38s/bizmWTD6Tno06JoMXL//okepJlfmsX0wJ6vlZeZ+15i1868qD1Da
6GT7ok5Gq4Vb8ftXAeRtN4ttrHzD/bTz66I892vGUr/+LP8Y9Z5ehSRMxmpo/UFxfP8qyiulyLN4
PcTSMS5djn176YjpwUFOxHErGbcitrPfzAZ/cqfiRESwC/UTbs6P4AuEXTbGTXc99BlRGAU7GsMj
gB9IR9bfPBQ/uVYnHZaAx4o99B/W9oIMyU6M3nqYzWr9NIZWXCae1f/mjvjZtwjsFcAbj95JV/b9
t+jFNMu6VV8PjlWIKzyVThuU05Rux6FrtpXgKKknuHN+fe2+yVG/eyb4QCeCCHo+HVnFj1opO5VL
p3XOemBilQJSjBcqTGcozC90YxUnKCAYhF4s6/xgC7U8LXRNndOxiMyCqu/FzEhCncpovbDOzS7R
aOZKnRllb5xsV79+tz/5jhDQIMaACMlx4UeVxOy5ne7PCj24ouNlSZiyzUC0x6oNkZ7NCDhbJLC/
fs1/rFIMuU9UNLSjXH79R+NHVuIEbJgKH1ImbL2ZkXQocuZyaf5cM/799Yv97AOySJ3QzaxQjveD
nEx6UmVUXPqhFkQ4B00yQWSTWjZslJvqtzXOu/t1yYy3X7/sTx4mRPzgK3FBgwH4UdWZWv6Mm9il
czeUxVlso56oSXG+auzfGth/8lIIXSDOnVJikTaevoG/qU+cpUS0Kc35YPl1t5H+hC9aJO54qOq6
+I0W5GevxTPrEg6KQA8O5vev5aWL8DD6rgd/sNoXk9zLyBA0k4KyXPzf6Hx/cpsAAIbzg8Af0JL/
wyJIDZ9avT2yCDaOk3DQLuHnelVxTLicHkUcbbxfX7SfLEtYqOEysqGd0LI/vGLPNj3rpxWwiBu5
rcnApdVSidtfv8rPFggAVkgpTVY+9CU/qEMnrUFmbvDBCkCLHyt37xUuKUbtQ9qYT5oz6RdVhk0Y
RWx947OZnjHcdd7mChViYIpsPo/jbN6MWYyYgpZhQvb3sPzmSv/su4B7R/WPCwf5yw9vss/qpu0s
bT1YCNOifu2baBiH8TdLwc9e5QTW5Us4yWR/RMOoZPHnqfOXQ7x65q7KmJJII/mdtvhndy1xziw6
fBygcD9oudPKGOIp7tbD4q7a3qzIh1qYyHDsR1zy7eL+D+D2/39Lo6QaOZHA/3avR2/D218Z35dv
1ed//DuuGrhE/3aXZhCf3+p/+1///cdDX77VX/5O5P8/v+8vKr/l/OGbwEtOClKLLYnl4M9ccPSd
f+AzoGA4we24T7gV/6LyW+IP7ABUEgZCISwwp9NE34xD+h//zl9hA6VSY6liK6ZN+a9A+bkVWdn+
vqvzCCCAP7khIXQ57Ovfr3yOGdNIqbP1QZPGk7WYxy6tb6CD1QF+MMgUtjgzCCBEUHZmFrG76cvm
01qWu9hrHkcBaLUCwJ335vlEXN4Kz32dtsnQ0gJQtEWzx6JZabe0c7514PzbnBM2sNZ9coiSw+gv
d0tX3GByfZQesTJyefUa+6z2YvzMeR0geYCDvDLN92my+03zORVJHTBlAFEx+PciN+4qTW4yR9tP
iQfjVnan1Jtvs8SrcRDns+keeFDvG1e7BxV0FdMNAvGGYp0wG0/bd3P1UlX5e92cJmqiiYHzxllY
Fc1nZxIw1I4ObThloYGqife2USAFemwe1USmztQsr01NRy6dixeIYCSB5cSowCh/Twwai9jJ6WjZ
U2gz/FQTwhlSsR5hRhCWNXpXp9l7b4M5LszhFjPZnoMsbST3sTdmAq58Sc5Tam4tK96TWI7Ms+sF
kZzqLikwe2orPukl/mqq5rZkbUHhio7I9/lu52mpNpXJQd5r9C0YAN4zZhn67b2k7QgIb8oJUXIH
wndkFc6LfOTfVvhH3f3iuPzaRmxLr+fzDvxnjkqXaTNVMGwYlOPwZp7hyU/sGsR7ALQIoQaWgWvR
cJgTNDBlx5VYe/mYJ+uTEvFm0bUrp9TPyjzm6LTKW03pH3aDJsNDtRMY7CdB3Xe3NArvsRxdava9
pZbPvvWusyR74RxihMiuPhNJs9L3trlvU0Z61edadUnEEkzunMuhn6HcFMJWRiDSw8qa8+XJz8X5
ks+vYL2vm8y9LF2NrqvQvo6E6JTNepdYNlFOS99GZa9lG3vx95YG46SVpUfSCSrUXN5KQ0NerhPU
JB8Lw4Yx1zyW+nATr+MFUu1bo/GyUDXVY7wud6Zf4qzX1rusdMBWwFRfM/QjtSyICFoHETopA4vJ
tJ8nr2OmGsd7veB1UuvcN9MVwnzdMrbrPguDK9wxCEuLmwmtpke4jSvSPZPFI968L/S14IMbGy+v
LozsdAli72ZmbB94U7dxe9Sd3oSIqRt2HCF3jjTO00FN4TjGVyL3e1pZ+YsGbZ63R57M8tU0+t1k
ans9J9SrNdEH5i9xq7+qsd14yjwfVXljLHPJ2LgUgTb691JZH+0kjn2WbAffPrRD9e3tKdu7r3Xt
a5FaR7d0D63GF2QpfPZ++o4A/J6Tzdky0R+HJHMs9WLvi/a2L+Y7est7O6/2CxIItCfpe6q1t7o5
v9YZAkdLz66UFEc8W2f5sr7mjXMA9fOKTOtzbs0zZcvfWWe/HUr/sUJSLXinMG222x9WSBiwiOPU
vD7UXqFHsWyfcwN+t1cTWd4mH2quz3PX2a5xfZ4M/XOOuqNRzvZvG871ny/393hf42frNN5d8MD0
AjAr/1DDVb5UUnadzruo2o1IYlKwCnsvJ40xRfviaNU+b6vXykjOUG8em07cMIv+OqBf+5+qBP6v
6dWnquOjaZcuA8nQ/+e3ZJ7kszntu9/9n009ZMNyM352y+1nP5bDf8XPnH7y//Uv/9rJ75eWnfyj
GWsYS7efCU7/v+/aSM3+dkH+UQFsevU2ZHX2j3/y5yYviJAWVPJY4/GNUmZzdf7c5IX+B7YRE7ge
qyRtj1Oh8dcmr5n2H2Sz42f0qN7Y5E+ROH/t8prp/oFfh1raQAiIn8v5F0Opvz8uctSguUPHhfdg
gEFF1/z9Ni+SSZhIJrUg0ZOdbNt72pQTGWNTrS27zkZD4BFJAHYGSM5IpNZV29fZmcpl8czT6b/O
prd8aGlHtIv0AQ67XiHNQ9OS+TZqiC+ajLy/etBCladPQJAZyGbvGHvF1s6tYz3onN1ijxQu0EuD
fc9r2buGWBJzIRHViceIsf9Zbo7PiHmux0SQFOmlKfgIc96YU3UvAP+EgnnTY6U5kvF9vpRRMgxk
KMfaMo07UaJmvM8rM/7SATfpw4wTanM3pxhdUDs4kxlYRendIY1IN3a55oGu2ckSVkqXl0ntsg1m
3XCt2QSFBeYyV4y7YzX1AYoAmTyajajHe0PrFWJS2S3ZZlCpMX2xpBx75IcTeM7T7c7kVWPEH6Ac
Af0ctAZjgmgZlHHRpIY8H5xY47OWTjE9jRYn943D2gHlykRd07aJDhgF/AgZ0+2Y3KSWrS7SvkjJ
asQuFnStUPTpxQJ2rNXi5H41fDleirked9AuUaQ1updcWI2aH8148jd0I6oLZLM7XvtmBOoVuI1A
R7HoFBK61u8pHpJzbp0N+lquYpuz5jadf9D0MSYnqI/38rSzMf6p8yxKxnRvcYLbpi4wNiVd6wzW
BfFsyDX1/GzoinvpyqQN4u7O15h1ZtO63gDihlamZU+r7acXSNMJ+0QFQnp25Zj1CVWoMwxFxG08
4QXxq4cUKarXBUOVMvJzgVQtkYasSRZ/Hov/pTPNL08rf1+m/vP/p9WMHtSvVrPLz/at/PtS9u3n
/1zKPO8PDvCCI9EpzwqsCL/pz6XM0/+gp/UnKFacsoX++7zCKkd/FVIBxI5vDtH/XslM5w/4g/gp
7FNS1rel8b9W8b+2PTYAvmjW/59sg7yV71eyP0OX6a/+6FrLtWpJBpV3e7e0uxuYM+NVmsbVAU/q
urE9TbvRzYZ8Yn+YsKpnGpvpzux6bZfTM7ptChh6dBvlJu6qeJ+lPMH4ucavVZU5ESVE8a4EoeZe
4Z4mZnk+fZZpZm/0oSrDRo3mKRZAbTGCmGRsWukdfuT+VBUja04p7YjoEQ0iUjVfeFWc3CE1WDcI
wPXPgvCqKMd11gWdXrh7BASceHSUXc2k9Pu1zaHr0RT3brGsGQfHH7znCebLIa/K8n2F4PgCNQqS
p9Sk3DoNIiM1VN6ZZhi5znJeeBdI2RCD9HUR8QDVRzW77sFCSXuQVerenobmlyJV8kmaTXzy+pFY
xkDWIGDSGCwCW6VsPjluzTfSTC3oXGOqvbgK1XkwdXF7CYNNXjj6BNQwq+zrwXNP54rkrM8K4xL2
w7xHSrfcTpzKnivTTh6yQjp0dHIf8Zavw2q0UrG+Ts0wnFWVxqmhRDeBsKGQ80a3HG9XlNZwPmZm
+zrbDK5BjvdfBeSuS0SW45eCxIXzvPdPi3pio0ieUW8FYzERrY3G7Gl2CiPq+lUcF2hDGZ6PNCmD
hRgUK5Kp1T3FiGER28Lb+GjlUn00ZlUf1qFvvxQ2kKgg1ybSYSdFlmutL1GPt3XbC6s7qb3uDAqu
nRgQPPiof7F1BLJonubS2DtopkDFJX6QFSiB1nbMb1nBb1rLR517X7e0vxkNuUS+qmrngs4JNKhH
TlFsZZJa+9QYLoVBGuuKDCdh/HNLSomxJ5hRRFrzNRHC2GUiK0O0xazLYtzU+fruLP3e8KudZhQd
hhYOpVPRRCaBstNo3fa1dWJ1lus+5kyR+skGGdkbMmeO8t61ycDsa16j9XUNrMecvCz9izLHOCJk
42vbTupRd7x+I/Gykx8Jbczif8hB3sSssr1fpk/KR8/Vi644g/Yfzf27Y6LzsIBnDZq/c5WrhUhX
A918tQ3eVlGsmzjVDlmR7zh61a9srfbWq27xFbXbWkPZy2S81O9HQDtNlV5wMHYOKHaCInNDBLcY
AuvpBu82XfxKXXOcRCUyjLukL/dmWn/gkvM4uHLeRZ7l1PNB2FgG0oyuA25+eo8eumldXln0xo+p
yybW2C9elnxBo3uFEpAYKNP+zFximbNYBZVqSdF0B7QWCA0Ca07hzaIJwN6hIRFIzqsVwWsPtA9x
zLWb+puUBE8GEfiSupIMzCq7XVP3pmI7fpC+1sKTy4pdN+a7HnXvJXDPcDbqqHLaPBpABs6ur6KS
HBEFwyMYXLLKW4M70bEs9sasetJ1cKaikttmRDddtrZ1qKzyzpT117F8QDKth7COx6CjmggEzycU
eRiESAg2ujE0R2hrJkGf4uAbA1nnPHX37mR615jMuEHmT4cpwREMwwOE8/p6nDU+ujcHLQqzrY/v
hQ7AoXDRSlQjCK9R3NWSOqNLbjz3tMNrs36zdIn7tR5WGiFLvBmniozQrhCXrrW+ET+h58BFUHda
C8fDIG38jo5RajsRrurqxum68W22uGjGXHdXyrKTHbVDfqmbLfJlmvLDWUtfLZpaIz4WDZUfvY8V
oN8E2C5liT3DHnNFqdR+LGoVb1qjso819etPUeniOul6bO9SEhzhN3ZUeoQEN0o92oPGJNWJ7b2t
GY9lc2otGC23W85gyrNHFTi+6o4r+gRmW3OD1K+wnK/eLM66pLHCrk/ImvX0BjPc8Fri2xkIiolo
Lc9nBsqvY42ObVPOmDSMob8ET9eGQzVZ963fjjemNZ/VNfLvbJ7extwormuBjNaddDJT3Sa+il2n
+oib2P0oEY8ugRhr69LPeVSLb1RWUOpeHRrZQt447oSbeanz08a1jDQQ7jVFcT8nxk2VGB+rtQ7b
1M6MrY0N4X7S2hMC2CBxGJ/0zHJWzOelCRcqTlf3eZjlnax0ZQQNQv+3kxYvbFE3h2QS7MBTnQNd
pR5k+2BJTSp7S14Be45vlHsAnGTnEh7BiFJERtJbKspmWlzRgpnBCePU6d5bB50WXmV1NkwW87nS
U5duo9U5Icadxc23KqMlyDwrIyvjVBAUahRNVHCfdR19jmHgF00HyywZGU9+Evm5tAP0FuHEXFFU
g3M5Ds9l21XvDQVzmBegsDEoxRtmIPZmgI9oIN/DZlcWWy5FxWaMvDvXXMz9ubbnInLpsW43qald
dTMfNNBxpAVY7QLpifo1NsiGwMOn476clf+Up4XwAm912Rr8k3fM07wu7PweSQs24dAaJj9a224D
UPM6sRMBmfMkhI3DISlrqN0cCabBhg1I8rt0+u3qdc9dMURqtr56+gw+UZJRnjp9zLczPagGpNy4
SvciIwJRBjxKHmpHDXNed2zFt3xrR5zB0JmCBTpr6PTrgvOQjQPZcoSNC4eYjLeN+UVzh2kDBxZD
KO/Tqe1DYzlcw1G9V4U859DhnuhLZTSX6nOaFYLgTlM2y4uC4MjqN9EdCdZyMvcYWpugmIELucvR
KxRK1yQcXQPHi3TC3jFBN8atHwqBYUmzdSCafpRmJRb96VFftNfZkTWKTNcOM2oGukPwgdNVfGUS
fbXib8CBp45Cs/Z+kV/kBZK1Gdhqu+IZR6L04RYoQ7NlhSvqW2Fm8wdDCblxRf910R04B1eO3b1M
lbierWTZNUKTRxLDaCRi7nVl9YlDGduZF7EWYbJJiGPXk+FsHHw+R4uwyvdaI1qFuhgnu7hJxjN9
4UBdydkE60rQM+zq4kRHNnqMG/KCkLXpOZvGvSDieqz0cIw/cOKY54nhbADxRgMirSjV6tDqh8ta
S7cTyJ8ESnM/1E9pPeLuqqtHw67ClYHrYl7Dirooh+WgI0w85hKzGJclstP0DQ46kk7LCZuBnloh
1htM3udL1lxCoLyeBnqCaWXtJ9bovW2WTysOma03Dwe76C+8zCG8DFSue7SmKZDWmB6mCqMUFcDR
rdPHvtSsu3r1vpoN4fWI9LxUhvVQPLczIlGgnh++u64bWOyFmmlyltO7s2bo42NG0hU3q4ZibrSq
V09l+TlWkrDQma3iD8Mha1+6ZWEEUybANM/P5JdlV+1oddHpa7Jx+22dypYXlqVZl4VzhwzyEVfx
wdbURsqsvBXj/BXJE9q/ptGDqWe0pzyr+6Jl9lmf5CIY4/phyvR7RRZNoFf9OfdsQdFVPXt+hiiw
VV64lN7KU1ZsraJRbHlrFQK5voZJaeCmsHE2lIwjfK3wwq4qX9wS9i0uvcSx+q1hKzMwFp60oKq1
eGdXqRXCkW43RZ1fqro5r/AWBeRg3o6Js28H6PCaR0dDUWnAHLgbSarCSTRTY9Q4cRue6GYJx+xL
7tnXo9B3CvhAejKTKVWhxlz8c6NdAVFJVI/jtZOUZ4VvXyA6BaU0YYj1s3rat8XgNREIb+TFgMDh
fkFkNYGFa4j0ofbk0aQ0a2PPBcjR6QP0cL613XYNzLlOd4DGD51H2rmFh5WFX6uSs4Va9AB+9mgm
BjXVuq+oTTO2ld7EP4h+q71jcI4DoNCdB62gS0vS5LneNme+K9egzG+BSSyRYZX70pcYg7yzXNPv
O0oeU4p3OXWcFAb7aupZROkqh+ZqXMV2QYWbN+fsSed63Dxq8ypDSI7HhEXc85pdgzwxLcuUycRw
pRtXmWceeme5OVkAuSIOVpHR5GE16fm4a3uGoPrO0gd/0/fpK8HEF/mKf10lrBtDYGsZ63TX3ju9
qk5jE7++RP3qvMT4oexc5xg2qXduWPbhpUt3xAiTsk7sMhvoV9vGJ832eJ4vTCMSM7nUZrjAnv5M
MRWnvFs7yrORwsfX1cbt6juXkURT03cHwlw8TuQr8JzgC0KEyu2wEr/pNEBMQDA3tSYPfvelczCY
LVgm8betdy57SxjHj5oxHV2ntPZVibEDwbpVkiZv6OwsTtuHGEvwWhdmGqnEXsPaM72Pusjm19Hx
LzPtmGnDjPUw2aAKOKcn2SMHnvB/kZrBuVdSAA1WSSozBmN36HZ+0Txos7NXCEaLEQ5xPUBeFIUV
atLa1W3yUPenMsSXW78fhgMzPXj9AvZ03w13lRIpj5j0+D5Hc5s7zk1dYBiBc37V9NmHO2j0jNb9
5Nq4vU36VYt/NDqTvuWoh8ohxyjQlJFu02wKJ8EXUU2XZm48gySWoTCbczT3n7O7Zpf4lvLAMuv3
hR8ZYrOMJubl20Izd5pvPE+mXkfczP2tgTniMOsVP91zRmBykwcska8Qps1NMyfTdeVV6w2ahT4w
Mj10OhtVb752gdvW140cbjPDskK/AlvWTvW5aJ3uMLVjR+dKe6/G9AsG3zfXKkDjE7Ua6A3mE7xh
zy5qhOdauVeVN2cR5wjGhyCaQCIXO8coz3VX5SxFJyFyZXm3tq/dS61c9nncMryzvTPlt5+EnykM
9d18JgSNzFj0J6i5kexOGn27nY9C6bdceezbts2Mi+j1sgeizMTZi/QeozG3Z3UxDLQ+ClNt6Gck
4ZDSH3Ay81BCA6wniZ+hiu96a96qrgX9qg0kFA/TmYyrvZMn90ZXtbtZZsOuNys9IvHrBpnyMZ+s
jz5Dgu9f5YkXJqP3keQscf6Qf9bI1wOzszZMAHERoo9Qvnld+SocF0pql8prsUAv+vjLkuZhanCo
QZ7aJWl2JvMyCZhVc2TLDY+Rp0GbUqWUpExt1YIpach1HlTT3bT5EuadDJbUX6MMBkS06p2xX7WO
T+py7JS4Op0Ff9Q0dJtFszAqTplx3moONkX9rLLXaaNNyRX89+3aqxUUR7ZZuKpBJ586VumDYsob
pY6TR0kbv7DUXlp+fFcSWhHInN5RwYZhdgqsfZdeNbH5DOrmGmlnsXGU6s/T2Du2rf6eKe9zbLIT
FMLIw1HXKoT7841RG2bo5h7FBsLggH11q03DeFML+WRM4sFL2XWdeSA8btyko73TDWqrgSyKocRL
OFv31TBuzNNET/UDD2l60DLyGsz+faiKhxwHsJU313TLxjApTsNb0DPlUt50pvwax8npTsGYCgei
YZHNQg1S+VYj/FOmxdfChZGYCO1WaPm13q7c6ZURSruByH9KoFjZ+5gVRFYK6U/DRIL1POED5jSj
1xIwx6j6j96gsV3Z1pb5MfWo7W/11bpoFkjdSbeNrfRrbmRbxcBaN+bpIemQPmsUoy3tFbLMOJ20
DLFFZr6XHjvB1Pb8ZF/mm1w3rypymXetRCtXzrF5wqBr6Y1T4tpefOoHDk7R/2buvJYcR7It+yvz
AYMaKId4JQGSQTK0yogXWKRyaK2//i5kVXdFskNM3ac2a+vukgRBwP34OXuvDcDiC1e8NvrsJssq
mLzM3qusvgzCMt+TjF499obAm9Y4NIHa6AmR59U0FY1fG9ZtIbmJsz56U0QRoIfioRxHDh6T7aUD
TZ8uqW7jMPXDIAJjGo9bHOp3tWaf5/NwHkc9h4PsPBX3ADAdDzj6YwS5KlGYgAv32Cj1ZdgmPnyp
amM4CmQCp2t9RTGfstz0FBAJfsT9QENLCmMC+IRH0WZGWPTFmS6UHSNwlQfd8DNhhNSX9OcHGewt
xFq4fR08CrgxH+tlcSHUJBDiMQLBqIGs3thKedbk87Gx5g2Jjze9g7VsCsKHpAs3GV7HDai3Q1X1
F1qnbWABXHeyw0UT4s+ViAKdmRPHEKxLUyZH+gLc1/xQm2mzcRMb7sCwUVP3ql9MCuyda1tXcHmU
4AmEWlwQYHHpkrpB/ZxcBiYMSQw8uyDPN6lJs5b9KVHDm3TOH80RbJHVL3EmdkzDBVTnlGgJI1r1
GiL7ymAEvoZmNWwJU6t4uaV6OzaPnZXvImOzQDLXnZAoNen9INxS8Ux/W1Jnm1ht/S7U7KtBJBMh
wmKryWAb64GzcWoKFR71s97AGhUfFNM52m5xycFzn7Xie4DPIky0u7FPG4JclIewoIXVFDZF/fTY
yQhiu04NUN5atlJ5dvHoJlTaUFHQeUzGbmAUjom9rzn7d0FEigUExFjtmueU4AZFbZAFkOejBPWe
7im5yqqFHaszPP7gilE8Js9wukuH6RKb/55X6mjMyX3fE0qBbfSBPHaSz+sIi0hxELlzUczO1rIW
O+pcatdT0emcr6a16NsDL4UX9dla04yHgDPBylSUnRGXV/FQf4lLqjbNrplAWS4SVCMoD3pdHZKQ
Np8wLyNBuIeenjkIXircR7WeeCPcGRvf8Ip2ZLLW6JGlFUc7fTkr189lCfSrs2jL6sM2k1tVny7E
lLMKNPkedxH+MTxHTq1T2kuB0KGCZqhS6JsWxec8RBe2wdkvg/OG7HgdIleJh2Tv5CaiESOFcqx9
U0PlAc+1ijKpxfZquD+wXRer2uX5VnvWuj5Jp5uu6SJfKdrykd6iEReBFw6cZCTVOU4mr5rEk923
T4S1RF4KouYYLIgfda7lhePWO5EMe6ua402kZ95UF5RZ/bw2s8bYFfWtKdq9FqU/B7xF95aKWdEU
dk0SPD9Kn7j9dT6jpZmiiX5ng6fWwoCD/J/DqhN3BySO5A2lyRFmyC63vwD8SfypaQoO41joO382
aZ5liC/Hsd+ivVz3dXnviOApzVzNo/8C8PsFpcqd2o9Hpw822XyT6hSOFWGnvfNTUqmbTCYc23jW
0/pbrpZkOUT+KDBAC+VR1PaZpVv+PKQ7Yr8fZgj3cx5/J4jsxyQoV9rwVtGvsQNSO9oH1UqvdRJM
Vq1lHDtHHoO49EswtLFqhfgcldh3deQyTUw7NbL66aBG0jyPrGhY1yG/gktjanqI9Upf07Ae2Hnd
q2KO7+Y6vWI+QnnrMBQIaB3VHO8I0MTnOQ7yzqppQzsuawodI9Y78ngrU992efjSqgllbIC2LTU2
zM7vraAemKNoV8moEBViMm5dhc2wwS00gxHpis1ES9OvpnMd3MtY3tSdGdo0RUntmfJv7N4cCeE7
QI3j0dVDedG2EJKE/cIAGPTMIDa2CulZozliN9QlLQSQLNzigTTWYaFeNDxZjTXecoC7FKwT/GXL
OgoHZIxe+W5E7SrwEB5hMdhePSrPXZ2c9xGtbiX6Tkn54DCQ8pOSZyahfjtTJo2p8agHfqKr+zBb
eqDAUaIFBCQx66w0BgSR+0OHurWyw3g3htHiKO7Weq8JOBoqbOA5oE1c/2zpdcA7CL3ejPJDzshl
TDsvygr9mrCoaMeJvzy4ESUajWgqXPZLZslu6fe6SzKwG60bqKhbZnYFdnlYCQC9ClW5KjuVbgsR
3FQw6i4MdGsTV4CyIv3Z6HhxZpgpYRkfRAWqdFSjjLFFy9uX6gV1y2Qp6nkvRLPLgA7s+3i27vLK
bUk/xoR3haJPkLHkuM8geqfzOsiLF9HQRGNxk8jmG03r0B9kkMfcBlMDCiRnZRREVZnyepgGUuo7
lLcjzf7RuktLlTG/EmTl+dDFkFsKNejbDaSg6ox1h+aB3m30iLSvSQWOIportytCHNbxN3VKj4WG
IzfOFgDafA47olmoaV7jWOXFTLvga1UG+dWYAvESaexcSxPNgtJNtNJSpwIU18s03pZtym8l9fol
VvucV5waWCfmJGuI7Ix0ryCKb0/8V2xzgBkpQEoCKntphuRqdCr+SlyeVjWpGxh2GoCk2HC/l1qs
MLqhcY1K0DkUZOv5KQcvn0zDarPk8SxlhubPwJOOCZTUi5C4EK8cOkgwpiAhKsjL+sdEnscapkLr
2x3XmOQdsU3jPLQ7IlKRTMJ0IzM9Um+wXtpwxR2BBn4GwrKiskd0mXSNbmFT79qzfra6r9Kq0jPL
Tjg0u9WMp6XxA1Fy+FcoKUvABOsim4Yjd7TdOOzH+kaJ53xcj/y2u5Y6R18Her2oLkkeGjezDfRn
naf1uFUBV1xOxugcA2Ux0stSq3+OhCjBkSl5ZVzcofdz32SI1rqebpGqKfYjmOjBb5Ky2NX6xPF6
TlzjLMOYcGhqaqtNHCjsRCLMIwgSjakdKzlQN/UZKVuBTEGjONFzMmfKdwWa0rwK687aGLUmzwIt
KzeCj8uptAF6IpVxX+SIF5vux3whynDeMKm1c/hXCZCKTBuvzbnUPUQe9ablFUlWcRA028lqy4Ok
EbRLELbiEZnvNE0ptobLKYP9KjhCtB8vHOqZK3oY01lcgKgwtJqMtdSkyyBK88wyuvCGKBzzMuzG
xFcx2W/7lEP8CnOzOVxy1mEs54DApHiHPzafQWOXdNR5+7/WYWxfNFMHSLlQ3BvH4MC+JgBROTfo
7fjlGE39Sond6Kl1w/rcDJ30ctAK86ANbv0EiqKe9kkj4IsVVMVHeuwN8CI7Upon4qHb9dyPVJWF
WmY/sfAbcEuIQ9tIPKHRzpHIbpk1xT1NETkxfswPad4xc0p7uBZZ0gJzmFEzMi3XR3HFAmLRo0nA
sehLSj12/rZEclIyzR76AgSITv9iO5tKcKOWyg3OJX4CxWFZDLQ828+tOz7MSt88OvRy/Qo+3Tq1
e3lGTsp4DuHZ2OrOM1pZsQUtELrglzT3NpqNDMabUfozjPfSF20UXjdJX7EGFS3cuKLOkm3HEn8T
4Ji+mtrIKra87YE8mv3AUXCIRnrtzjBYJabo3gXlGcyHyggt2owIqLS15dCR2ThNe6VbKeCRuAvP
HY6RoG8VZfL7DKCGEcRu+p0/VxrfoPHBoYKFWm/rLCeajY2hHXFqpAgc1KG9kwbiSGayg3joOFw9
VpZNHJdiT8O+M7vxSJeNrIpCqMdiGoNnTPOClgj983WRz5PnhFpwXiMi94uELj6daqoINZYvmdkl
N65F4MJSfTsH6abml2qEOdWbGdbsPO+u0RSZO8OZxSbJx/GhqcJbnDLhdSx7udFIM4SjE1f2E4IB
OWwGdPNMBPGmmb2Vq1dKPXcKMvPBvrAH+8lMK/VHR68Y6sHApE+YTFCQAnBeq1GZrwc7c4lStMrg
SsP6fDcb4XyfsSlZpKnSc5vumVe6t31kwkLB4ZavSmj9QGpBH0Qjq8KYxwPhWyNiCBcDFViaQnnE
KGr6Q1pArXHapUsVE7eXGdb0yO3OjoPp0tBTlCA5qBx8wd/QxiFZuF73+LiPE1QM3H2maTypoeM+
zowZtsLMNiGhjL7sbYkJ1RaPnZvZQJaFap+5Ifd0paKR8EFaDXdg6MW+R/HiJ1bBWaYTc4on2ozv
DCSTeNCZ2UYG1BQbvO0mjhkPNVm7yMHskWBAkq09FC/s4S64h1Tvm8OUpMF1ow8wD0JJNzRts/Mg
nFTmeHrCmXYkNpLeEdIYS7gaZ6qEEUFM+N9FmejAd8a8MBDIwcTp13PaueNK8ryc12bd1ruJGWMC
Pi/rr+bJonUa2KV5Ps1GQNWbTwMsXnuGuFOWnDawdDUcFkbzyDmv9SXuIlrbbrpKXbqvbqdDhjEC
OoHNFBisfUxQ7LoavgYKpSHEi/6ymEyxsgKrvBTkU6+VXIjUY2WeABhppX3XFylTegSWkYp2RZYv
FhCpwjdMaqMia+i3KjJtI8oJEswGlf3IgIMaQSkoksfJqV0J4ijpz6e6718Euu5rxPPMrYj/MDcW
D8wXGEqM2gyyJnzpJJz4Gf1ml7rZWYj03Fr1DB4xcjbQCOiKG17YjWJ4NInzPeLC+qfFgGo1FPZ8
pQu1OcKVl2cq1amPvRnE4T9XAN8VGf/5pdz9t5L3l47r7z/a/igW+0xz+jf9F6p/CQ76SC93mb38
Jhb+9bf/KZcT7h+OgeXfRqaLIR837r/kcgIN8F9K30UDh9bVhTiN+47wBMyafwl9NesPtLkmjV1k
vmg6cCefyOE+ksf9SkF5pVUn7hz9MYh6jfYq0uFTkVzU2hF0P8YMmoLgYIVe2Ug2ioTl5bnjpF31
EQbYs753+upcyUc3J4pydJbgzcLJPaWsDR7l0Sh/Ii/lBVSVMriI9QLhSZV1Nv8dNgiOWtzv7Sov
A/GNLWZAnCD7Emm8C2vyIMi0ooLBVH+r5P0y2q1CRrplgW7DrnVaVix2AxAKtVKvOR+FX/J5xjjs
hA6TnoaUC2I/Zwm4wyxKPdlpWi3SQzwzjl+NTT1i13G12tPH2iBxlKYYqpSqqhE3CMVKfZrYBUV4
EYu9CJ042Gbg4dgyu3Ke9zXvtL42JzD0wBLmzFzNeJSSTZNEkXHnFkl/gP/Hkc6URsz/H2O0bhFm
vmnVykpwGm46WlqIJ0w4nVOl7JFq0NBI2Kdve40vCYoxQQdDQ+QTBMKpDcGwLdTg+CEhd2vYbxeF
52s7bBpoqdrF1mK8pksBk4tw6VVA1uWws4LUYkVBZxiIRbGjh/YFbX2EElYaWRZzQ9vZ8S/OPyG3
o+p87R0DS4DnkCaOZuMMF/apaxYXhITs6jpe1qH20RRrpJc+OLs4HNs9okTnExPEG59HetmCvmBA
Rbj7iRNjCNQ+1eeKz4PLubjdoydsaK2XtQWMBj2ut6/e8jfUpif+ygW7oKIsI7YFsahuGCeeCwqd
BPm+6Xip5KslVBd7tNWomaIg/eSrnRhG//wolhEMuq7JzTyxczeF22BkB/O1wJB9+MUF7YRy/ofp
P4AJVNXFxa+iqyUASF3u8CtPdTS0BZk3cBKJfHN8Gc6wncDa/LlBvK/S1U/cKia9S7j6pGeaOh/H
E/L75yADAFyJtQc0UNAgRLdGoRDnKgdj2vdLO/2+Q78jnlJT0ZQtIbzRT0nOd+kHcVUspLywFua4
Sk2x1J9hgnhjBH+u0dwdzOBpQURCg6MDMOIGtMoFa65nqJLiYZkiJRw9frixVWUwbw2l33UjDFtz
AbIvZ1geoIRFsiYjBzdzA6ycHPv13IrO4FA6zNlTyIleITzOnads4yS0Cpjc5GgtN4Ak09vBAL+3
AtMLKhwoWeluo6YJzGtGtH2Io8BGLIsYBxKtN4te1gcMDgxt1kLpFBhmmAV6B7gvwxytgP4cCo48
gTIKhi+Wne4oPyZJVyFj3KLlVp9daHOWa17LPCVfYmATOzh0HNx4ErMsUcEcaW286W0SYIGY9cMU
HLMe1K0vSCxNL4JBLa17Kws4Fjl5G4uvddIQLF3pTVltQwdr3QEOQ/Al02tISu5cRN2XEQ7Lt5mB
97VImBTPq6ZCe3UFHE+JHwgOietrGEFdj2HPLuOdg3U2IgYaMc+qSfMs7TiHDVZUoYAl+mxjNsHU
7dq57KvjnIxx8iAxEsQ3ld5WpVwb9PguiD5Q9MMcj930VaRBzqW0TuXiMLGCyasySDMbPpEg5mQs
IwdbnSm+Uoam54NCogGY3pIRTa3ECHs5byf04eJWOt1OKBPa3RlhDrJkJ6sV5V7pUte+T3jj6BRF
nZNuimh2AZfXKMjuG5rB5m0P5Xl8SONI5n4jnXHcDllKB1dzcJxcptWck7/c0xEPvpi9bQA5syle
VxZM8vyZ3wIV8o7JrK3RKrZFr7/osrOVdltqY1Z9k05qDwMxs83AAJ3+2LAepNGj4jIijZFhzwba
cm5WVo4ykNWbRDj7Dpz0OHu7dddMO3Ik3XRfu5UNSWowrG1pwvKHHAtRl02gKZ0tJFtHXbWKYth+
y3WTb53PYb6pOBTpu5JB/tOk80xCy0yYyqF1ykdPHUBlrKC+BoEfJR1gvBj44jJBqYN277RmL310
qLPrm9g6EMsFznTv0OI4qrAFHH+Eu4vcg6/q+q2DmnolBrM+m2NqeC+sx8alh5ab9bpTNCQJmc6A
ZzvmEwAhuHgTqfBhOE0rC2m2PBomp8ENTul+2oV6KQ4xSUr5Nk8qpvOFLelK1zUHIEXX43KDIsi2
zqysWuKlZ4YIe7ylgGSXPBGEzLaTn+sIjiVDERjVd2E4YncsjI4ziJao+UXTI4FhPSqLxMMnIO/M
nu+7lpXC5uKwz2TMK7qYwN3zyaxLouWb2TVoSRKBzI/LlXP+Xzkd0pEwyub8AjltNq8yYJ+6uxvZ
N1iBzFnWxKnTBNVlta8MetrZYoDiZIHrNqoaztX0PsxtNORM8f90vby7OGsnW40JpAp3hxDQJygn
cHL8vjazhLR5n6AiYWrcUQE6VhKYF4BrKoaMJfDahzFTIKfoVl5GW5VApeeW18Q95kXVt0eSBFVt
W+UjrAqttcBjhDE9sPt/tPWC0SLFDJAObjWKY+AVv19kngcM+WtyAsIhNy+ZyWWe1aHPNmZN+WTr
PWVq/foseDbsV2z0FOEnmxXVZMnCYIeeWvf5Bp4Z8mmaK56pF+KBQIfopjTKgD+HoCeg+YMgxA3W
dRKWZx9/6ZP6ZrkQ+EvLIcKxOBCcUiPcSiWVw84jTzcn29qx1civJushdOoAQMrRqQPT+uRx+M+n
gTIAKhMaUddydHXZyV9VBATCayjrEOpq1TB5LVivVQrM/0/T6LsP3X9+CkWiwQyFkkpwRjmppPrR
iMKyZ6RUgA30ZSnjbU9qwyd1xxufQmYjd46ag5rUOKluqoK6B2fJ5OVhq16j+9bPBuiN3z7+lX43
IBEJiUrN5qgGBYeHk8/7/Y4hrhlQRkJjBJ1p++QvmWvxKwi8cNkhHDmi6YSw/OtD/5FX7V0HGj/D
38fuDx1t/41n7+XI/P/+dej9D+ft1Uv98u1H+n/+BG00v7nWln/yL8qGpv9BNetibQWHooFc+dcx
HILGHxol9RKehHGaltu/j+Wa/YdGh5VIN/xkHAIXwtC/juXijyWvGLs3mCNTCFg2/7rC/w/X2i+L
+N/H8r88a7C+T1YWLJpRkUCz2VM6XsQJqeZBtk9a9SIpTG8ebcQDyhd6yhcjB2C9Rurm6pI+nNxp
AdyJwSi/5WOwps+9e3UP3zrZcD9eHd3+vqKTh3cUrV4M9tTs41LdO0ol4WKVyFvdLCfZillYQQoR
FjlfMab26IgYcI3ZqKts7r6jZHqonFZfj+a813rtxcTsuaLTYHsEA3DGJ3Fjo+XpHUJKe4NQmWbo
TIiIVaD8xD6H5wfRQZCp+7SLnkxj3s9zcTdn8QX38mGaG4n2tB52OaXHjioNLDGnO5/RGJWJOf8Q
TnAms8LjBHOlFsUdLrA72hIXdpbYzGlDUi1E/MUgOmBdKdq3oVYftG60tnmq3k6ikCsUMUuNY13O
UN0/vqG/1pY3fmKBv/v1+gnjjSzdauz3boz9p6+cdQfDcy1DB4MhJgpAjJ5FPdZFmBKD8ojH9qnI
7TM0Q/QQRun1DTYUJMTbNCh2mbR+kJ2xyvpnpPPwFMcr6nXFg7kvN04+ZGcDqRwUd5jq3Fjv/XrK
FqJ933kJ6T3rmQwcTk3WHdo5NNV2D7jf/mSX0n8/Fv/72RHLM/Vqq0BgpvbYKPv9FAxXCG4PdR5j
3zHOuck7JOb0w80+XYcisB8Dg+d3socnfByxTz8HaW1boRhFDVHKWwYLW3I5v3VOS3pwA9nBlukX
o9CZDZVGfh1OEhc4ouGPf6WTc+nfl37SOUiYjRO4oVb7OpC7aUZXIvYR+HwAux6wrq1qBjcOwlCJ
YA05wFNvqQ9W0iLoDL2kHjyUCuk6TXh8NRgkKHNRitKGOroGiUd2cSPH4fbjSz2haf19qSebWEhi
oUjssN53jOG1KPdyqK9JD1OUc5DHaPNbLXh8nOIuNeLbuYb2F4RS3THtWNdFecx4VVACfYbgfO9H
X/786x+djj3tKIwljtGtOmCuouPN+qul/G598CtS+a3XZ9nSX/3rCYhEO6rW9R5z2BEhD6BnTnKV
NbceJyZ33dt5uw5VCxGMqW2Z5dFJDyHupHp2KzO0XbEaXgaLTaMhnYpD39YQYGXtNHpS0+RW05td
Eds/Pv5tfq8A/v5p2EpeX6wNRHmkU1rvxxxzkvzhZjU8yRztGoJa2/5kSdGWtfite3JSLAnWv4jI
sGqvFQNVOHCbKuP+yC22vZW5zCzq8qJD4QoGZ/3xN9OXHemtzzzZqYJcNvmY5hVGrvnWnFDmJ7iH
XBP0QDNYP4mhC7x6GpX7RHakacW72BIoA5TZU5i58GCAF4KUAINHql/iCvFNU/dfXax4INtJGqJb
lH12re/9DCd7mCUmhYaAU+7boX8qo0lHOr4IbU1MWo5JVFJUpVtLuve63uB7m8e1Y2aPtQ6fyJG4
2dheQBK1X7JO8QKJSEdjnuQGHtbDdRJah2GMvlWRfsOhd8YEqKteqSl+k6nnn9zs5Xl542abJ3vG
7DQVDECj2s8QdlYJRs8GoKtuQD+a9UdMBCjcum1mJmuaR95UWpuOuXMnlEsE7ecTEUCGYV0r2Gxn
vbsZCiTKVLkstLsgI+oUt7D6ycL5K0DxrUs9WfPzHLF5FrjVPm4U5P2d7hznFoPczIjvwh1my5fM
e9chPRs8FHgkpJbcFFapXgpNWqts8dXYPQqfRJorN0NgJgJsVnmQGYhBm2aX6jhPh/gBHds92Kln
V0OHNyTpFmXBi8rUnEokMtbRqBaeZk8HJ7PxNAjzDh7HJ1/yhLHz7/f6NBIzqBarjKmVqAvDtQX3
xLKCfWYRWyQI6Mq7i6T+ws91ELOxocNzQM6wydNc+eSF/1UOvnWTT5b83GnrTufJxN2aquuUpuO6
By20OMnCq5KSgjACDmg5XUpFHb4mBtAlQlMJbLLhY7tGvbWYX6oO1Mp0ogXmdt/HjPEiRHTgZU2M
2z/TOsKRSQiEVVZlHqba67JMzB2gMTuzPKOsD/S2DqaSI+/Mw4EjlCN8sjLcTd7pR6ccki1he7s0
0F9mXXEozXqg5RlGbU2hmmJsfT876ZnRYCtnU0KKV6k3JPAOhLXUz4IIC+wKwZWYQgTshXLR5+19
ktqPoZE89SziOFYwSkljV4bSH4clNic0nz554d5ZUc2TTcxWm8GBANPtVSY6q0ZWd02Pe6qEqLzC
YIWKItSZ2dZkpChQ41bpkOu+xaLosRMnG4dSZI0k/MUNkYdE5TJ5pz/hByhr62FskdhRCH98rScZ
pH8/jCc7IpQEWfVG1+9RvV/U/bndXwDwvzKNFJkRdAOzY7I12Lo32oDTqQsg0TPAx4DvUjA0Mt2O
GRr1cMboX18m49Ms03NbcaD+9OvSqXblSJgKqVKNbe7q2dimpuS7BnukgZQ4lldXZN8Wz0iQdpmh
a+vJrm/oSyMLQ2SODHgKNIJZrlPryNqLaIFe83cwextJoGGEyv3j+6C/95udbLaQ1EgzHfp6L0i+
2qI8S++SHNV4C6v6THNqex04WP8LdSQrF40RT6bqKbO77TQxv0BiljsznivcQbS6G7WyPaMCE6Dp
PYJwE/xCMxEQ88nFLlvzW2/w8udflTHKBFhbYkjbE2IhiJR0J3kWWfF0HuRhQK3sXGLFgZ+/vICq
0dlrE4/SWrrF0bQ0CbWBaGx8vGF05SDevR0yByXzbNbn5IcRuZYX7RIeBFqhTGLfaj6pZ36Rid+6
7JNdf8JVs4BSij2Cq9abzQ49eJtYu6TB1dczIfWNsGzxOMR4zhh9eX2WO9g6sKllsjqSTHpjVwF2
zWknNMyCpaBmJvgp9MfOMtc9ORGriIkXcTRxS0ofFmsLjMyKXq0F0j8jHyaxR4ShGCpceUV7VWLg
0c0dYIhktzRGV5VCHFAa8hcqDZBBpNIZLuE+reopvhEBRd9SNQZgKb0waXb9lD4xJ7iKBo12OJEe
vEVnVYAgW8n9OMAUtrIJKvOloYJqwr55FkxJwnu0VPVqPtIxtx7bZHHV2YX0ezyFEAVT3HqDY2z+
l0/LSQGjVYnVcXgt94FCBF9ZcphomoGsgyELxkXyIxkLIJyxi+7HaMLXaJWSscPYlL6bd4NfGI3w
q0J71BqxT2bjuodyaMwhKMXKEJej3h/NHKNGbmifbFHvnUoWjNnrB7wYyty04zLdJ4nzGPbtc7sk
+Qp1IOFGD69s13pkuvmY6eHliLcMtCJkRrCcKCFzvF2VHl0xZHuZ4ujm45v47hWdVCYGS2442jmd
DAZTl9qE04dITr29DYx8FyoWhAfdrTzCUoTPPE/zINwMu5SZfW0Wob1lgcFSO9MzOpfBHIHoCOQn
79V7fZ/TQbXek5HYtGq5Z8I68MJXC3OykUDKCCWhiBrPEoIrbMW6bCXHZvJFyeNDJ+LbmUayEdAI
pJegO5Wh0+knEA9S8iB+ssO8d744bZNquLucssMxmpvJGR7bLRAwT1WccxuhucWrvgQ4MT5YZ1p4
/b/8tcTvz0+GJZC8ddSCQaRt2yTYqpkgiTByDnjfyFRUt43repWwAT0wO42DeyaqWx3yEB0U7M+z
gRs7bA+fXM47bTDjZJPlRxdDpWnjnuyweyNOrbXR9tjckvEqiIn5Sxr6KCLJf6CkPpCgdGaExa3J
qZ/Mxln4RotfgcSwb0UEGVap4xfLUT7BhOvLNbyxKJ9kmf9fnku17JSx23ch1gh6OPI5oGb+qU2a
u6/7AkEYllyC2YxNFPWHhG5Y2jTPqiiONXE0657Bwg6FT7mhYxDtqS6H61aC5COu40aQ1DZb8ZNt
c6ADdoQxrL38+Ka+t2OfyiWCVCG9o3W6vVb194LMYAxU42psFXLN6+xJS9pnApBb9DcmCtAWO2yK
AL1E3Se68ALW7zkY0YICxzY2cuZ55ybA7quiHzKnqv34KrVlxXrr9p7seVapzCEIi47JIG56V43P
tWpMYE7k342q4/RUyEuLg++qngFgmMVRK9juSObgyjIujxX2bnbYsKrg0a4pzroB4ZTebn9d3z9q
+KOw4z+n+rnfuv3vzgT+Gzv9C3Xyo05/EjXgtX9r8S//yJ8tflsgokPSxnmbhj1id5aQP8F0lgot
G4a1Y0G3XER4/NR/Ke8M4NuqzVAIwZQlrKWV+VeHX1842gaeNHeZg1ooq/5Jh39Zvv7jYTIga/6+
rIV2qypFM6NbsUErm4GTYjuWyC47+efz8G6H7GRs+9d5gI842ecaO6iKBJ2rn5llvZrSIPHTSCUT
q20L9Cr06zfaYOobhAgGCAtoZLS6v4NwM5idMnuPlvNhopfG6L/6da7+/HavkbRvrp1c0NKWeVXr
BoTK5o0O3kJT85/gdm4HXFle6xb3UWjulVQhwnb6ZN947/6enIwn9mhNT/gsu4VnpCb7RNU3eVw9
f/xVln/NWz/f8rGvvgrINy0aK8qqeVELl+o2pKei2zdl3Zx9/Alvb7bcrZOdpnDjxkxEjQ2qBMdd
V9uBOsUmzJRW+KqblLWOaSZD801S+WdL3LKUvfW1To5OQ4u9RpKn4DN5Uotsq1bprhSU3fJBAYZT
hRs14xcjn8tMP3tM3+xp8T31329l7uAzkn0z+mR6LHMLfE0KoqzzAHIhMd1EdqEzwAv3UJZbNfya
tZ88Ie/9hCfLuRYbJjKWevRp4mTkoJEvUUd0Hasynm86vfj0PXzzPMoXPCnarXpSdN5DPihU9iPR
SHwRMzuf3PwG/Cv2sWldaiWRY5+U3O98sV/716tnE/HRoscvRj/nZQc6t2l162wgMJtG7Scf8eZW
uEQJ/f6bpWZiyC7qRr9Q850ahTh4LI9fioXFz4kmCZqfefZJdfB2TcyHnSwbEtSiAqV89C1F2/Mh
y2eOQe/bUf2QttraTCiEAVzG8RX/o9K6ELiNcYnnGyUoDrNbf/J6vPetT9aUMS7sxpZcCPIheB/D
udMbEEAf9OIZMmOKhtcUx4/f/vc+6mR9MfPRapsmBWHsANSonXWuf+2JoC+U0Q9YA2ZDXdnt5uMP
e/tExB0+WWpCw3JUzA4jCItHV1XOSstaVoAJ5dPkUE0RoTjE527zE2bW2mLNHsPZV6aXKHxyPhvo
IJN950U5ra2lC5JQ4p7ymTQ7wVE2VtMiniFZk9lrJ/HL1pl1E8kuAflHimmxwwkyFuVWR5TVz/hp
ZjsZGULH5MbqPQToVWxq4RndzunnFOW2S14s0YpSut0Z7TJ9osmvADYrQbclkJfwDq5xtZDdLAbo
WpnSESCIuSN7wDBsOYxlo5Hw4LkPwLZOSvNshkoYedo8qPejWibyfGo1G4DNEky+JqNxuOO4EMXn
Y+RkGgGulspsd8wTiSg1KR2YOPRKsIw3jthFfW2ol4GR1dmxqe0CDFaZtcYTFO3G2gGQngxa+YEy
04FTHBVxWISCuj1iNsaV6SNKKJHLplOOkzsnmRJhWzy7m4400h9z2ANHjDrTja8J7Sg0ZgFmOq3b
iL/lbkzJoV1NajC4iNyq/lZxENBTV0+mczVoCYmOdpxPNPAbV5NXPcdMvqSTdmX5U20suApTR/l+
o3e9wpPK+Kw6Mtvu5icAR6rzP5ydyXLkuLJtv4hmJEGwmUYEo1Gol1JS5oSWLfu+59e/xbz3mal4
RYVZTs6gTlVAJAEH4L597V3HvRmWoUUiSNsksFvMOxKoDYSn0fPQpToB/Z/3kjwY3f85RvMYJetU
M1/M0KQJHr/jiRS+EJX90kSNNI9D6iT6sdKMvprbPstO29mFLso/YZDrdNoI/CJ8uSu1CkMrrfc7
/U5z5hbRPOf/GGB5mVH2NiWV5Zy1qfTVk0aaT7nzK2wf8WJ31PGpUOO0vPXoJ0TOH/RqdI/Mt4l/
ohgHfxTCjgp/KgaP129yjgMNQgI7r9TXBpqW+eDJqh3ENjWMqDuA/k6Nh2Si9dVtqUG1P4tUs7qD
oaPLMrdoOgcxQopssuQLMyox7odO0dJjnjeevHFGJenwSYSrXdHl6aSd/QoCIJzRT2EdmjiJG5FG
Txkkf+dXaUaxefJweJCgEJ0+c+nPmDa0fOYFmkyd4n5TGFj60j+e1zDH8/Heb/O2cvs8T+961Lxf
46Kygg3UF4V2R9kILMFVRAim3+Nn2hejfk/egf4jFQV4v+2mIWwAE6btzQTEOIB/8dBaMYQumoHz
rCxudEhPh1qpXwysLzYTgJCNRaZ6Y6UpDe+9eYc0V0gafs2k2eQjm/DOLtXwfhpa7UZtLM+dOqyX
XguQHVsjq6efUz3f6xL8zbnn9nMxKYs0D7pwPwyoBzzQcft+UDLYQEwEdr5K5j+VUib1pq+sMke7
HCs/9Gg8p6Qukq06/LQh++wSyzDVQxHY3rkPwv6LRn5h9nRRBaJHCs7RLssjBK2Uk+n4DQ18RnQd
dgFsFvPJbNKcolOn3CdzOlIqc6+ioZNeu9JbR4eSlNavuAjqkCGq2sJuO/EfhzbF4lyWNi3bOqDo
qyCCjHosirp61VI/PTYCjjMuITiN56KvIXdMVZucCGeddZSpZ99mhdn/aVpiE9wzv3IwH6niH13Z
Q3Ul3UfmDF0gRt9btQzEDoFiUF75lhifsdMYDiGgGuo76uM4559rk6kDaLisgbgPfiFczNwoUeD3
azz3IooMOvFAsoxS8TpEf/UjH8E8jpZvFbtBIPTdK7SBFvuGHrjebXT6hakvTTg1+JlQb1Dkg/cx
sqaMzn7aosUHENT2pyyKc2zslSQ7CvwwalfLxVjfRFp5yuy++q1Nfp7D9Ih2NTwlhCvkK09xrjUv
WcCMcGNrpKwVdT0AXQgDyrYyRoGDDbY60dGnQ/hHGmE9doiHPADqqOXRCw7KSKqokFP7ajzzIeyF
SG5ly0fcecLXz7w8bB/JJ48/hjG9VcMJdXVSsRNSEuqGc9FJr99qlTPQDIoTNUumVoLfUSWdW0uJ
b/NyyNOnVnbaXV2BzdzUqaRjMqu7lzICwlM1hnIlRMqxPoHRQQfl6Etzgy0QAF0ri/J9MFAXLTHc
3tLNfZaYAhYz7IxCGc0yTeHWCgf02Xw8gXhMOse6tohL04uJ6Uj9g3RUEp8CelWv0XGX/pOXtRlE
WtvPmt/1BAv56DSBY588qkLfQ8qn2d6E7AK7Oagb+6HNpO+chrrRXn2TjD+QsZH/JrdIclAY11W6
bKsA3kVhezn2OeSgr31Z+SxsS0vlVuJXB2ja0+nh1IYJPfI4oYfdNZjjYHMYWwK9BvVTDNztPO4f
TVwtZo1W4t3gvEnqcmgQ8kIat1o6dYrEG+8Kgz9nl6cILV90mprGPVOuYzrQVyDO6KYr0BFmaXbX
qcOE+G0HhQ5el5g0kS03aRMThjqTL7UIDzfP1/trxZyU/FjWs4o9o3sEWU8S4ocWR+p5Mnlues5V
6LKj15k2XSSKTaEskoGyr9Rw/IJ1QfYCwDpEoB4UVXvSOhxMtz3IPLEv2rACYFZ6Re0qQQlJgY1T
PdVFkYg3I7eCg+O3tHCOiBIgW2YZdys4aOlWjuiI3KrP7fKAayTyWjZb0JVJCvBS9aUxIYbKUU6M
uoijh9ELq7u0G+vcpVMlHM4mtxAPl54yhicOeOCYYxHRbWhZy7LnqPTbhwHUEqwsDRvnbUADUX0V
KFbcHLwBbcy+NSKHWt1gqspDo7Zonrw2QKvSDUXd3jRT5XWwYX2SWgWXGlgEQBX0jW9nOpQsIobf
s6NmVrmltzeKN4M+DfG+sM2mvBVdQLWRWIhWMZ9gcW2G0MH3t7Fkn+EqVXTtnxGTbmdjMBPoOE9q
Pljt9TYExdLX1W2oSY1/VRvU6tUOPBpPSs3GCCSn1wrZXDnUz2qMwQgco0lcV3Yqu6OQXverb+1M
2eeGR0zHMrxsz6ZVOhR4CDkHRSbjRPWhluOzU1WJ3OS6jo9Z5jdjel8GnXgrZKFz7ofg0LqN48EO
s7WwT90AvXe4q2t9sA5CobqKGa1jaHi5+tDUhM3B5tGngKfepo6kZwoAHDLFTFN03kCqN7eoq72U
pAsNehTBHO2Vbo+BL00PXpwdlValvJaFeW+CBglTgRcVxaktSTFq491Qx3dUL6xiE7BZmRtz0h2q
ak4QJ+cSt/HnApysteVYmx1gcdh3ES3nzS4yi7B+nLSqf+TvVn8I2xtxA9WzLDypU42dlN2Mdvdz
6kZbd7Mh0HoIzfRs7iIrrK0Xv6rN6mjy9WNrW1m0/f9o04Y7CTQXhezskDnP8GeGyLUtzr3Mf6MO
t6PSqBnQBRV6WEsEGs9Kz+Fja/gZ14qkjYp+SyxUr2mdGbpTCootO6dTOEBRmhtScmzV5it6M3Qu
XSHDd0fPBspEftj32bHukkDn/NZksLWrmMQrfytNZJ3FgnWjFPtntxVgEO8CvcMyKm+BX5+nMaCB
RB/GOD0NA+LCXWWh9AEyrk024Yc+g+2kmaAEwl63sf/t9KA+O00zNkdtMgHRkcfq/Be+uZBnw6rS
6neRZZ0OC9WYyu8xJAUKmZRrh/tRBqP2QLNOG7htE1HByCI13ZuGpb3lOlj/QIio3ula2cq//eDB
gVK6Dn3cKL1p52R52x6Leojo4Tbg8dOuz1X3QTipaLeqLcPqC7jJoriJOfE7G63Lhmuoak3FYU2I
28ybaLpNaTBLvkS6TNvrKCP1/qYk0sjfOmot5p1G1799HOmxeIbEIwrmWVLc5R3q0mMFcULuhsyA
kYZUy8ko1zrUmZuyVJ3ftDBXaHBC7kOuZYytcq1YJo0/RlGHNq365Wx+pRWYyZSRdOaCqoEQ/opZ
D3FKV6Wi3IWq5yn3g+l0PVwShRU052MC2nMzWuqCvRjVsWfz8enA1cymhfWFT8Mzjj2cfjdmMA35
1yJvo/6nkxMUflIw0qZfTsfMrf/omIzkKqhSK6myXYi7krdtE/YR9Kb5INy6RGtMacnpz21Mu/Iu
GXz4TXHlc9/zwyb8bqSm+TYMVU2vkoLpDvwki2IcHfSi9/ccHWp93In5ZO2h8Ygx9Th7Rl9yxtY6
GpbJb3Yi7maTNjXI+KitLfRtlOHRs9OjWgXsH4x6hTynVhyOtOxKOxHGI+xPkVH9hmvj4ywbDqLj
PpB5L+C+fLh+aFK81NrpAuzc7GjnecCU7C4ZjTeaW4W1wz6PMxGavJAGJuDW/m/CLNbGMEDrYR+0
pWWfbNkhoN1IZ6icrxBW9PqxDbg0P2a5hTFeLc3MP1QFeZ9dmgiCn0Uc9VypgUB1NiQhxXTDZzXD
M2US5wmn8TA6AJnsyjulJi2264gw0VVOo+/TxA2tuS+yNjAeijDuwCRxfQavAfdCc0m/S/y9+5iW
uYrjXfeEzZ7K9jWlaXI11r3XwT7XxGteTfofval6IBG5P3xXFUt7QnPTFti4cILeBH4rsl2StwaU
7b4Pf2fZ6NXFBtBo2nFczGNmoVYPpG/6RLUintKGllQXtylnErweZftGvd0D7dS19lE3QVlHqtUB
zVQTS27ZcYfaFThOJDcNXwWZb1y2eZxuRi4DCXSRXvAl2kneR7Y3Z+EnmlNh8Sk7eJpGt9Nlqd/j
3AJvRmheITZNyvaGHJWeUSAhCTA9rLPY9KIcF5G9Xqqt7zrcdeOfA9aN0Nr0oTa2WRVoGCxqCSus
KCoIh42izh4RMpF3OqL6+l4WIx2LAulvtp2UKU12IUYmwZnbm6yJb0kgNqKSWeiGvu03J1T8ys3Y
tj58XZH19nWNEw3ndSUXYb2pjcJ85Tpl/xKDojZfIf/Ww11gKR1Y/8hoSYbnXEPYnTJ5l0iYjujj
OsN+4CdKed3ZCnmlNNXg3tSSbn8OVmkZxUfV7NEgla2dm2JbpFJ70VSSMdhDjvIp1qzZKVMyvbfJ
YOb2if2mCU6GDMQpb8rcPMz95EDD5msMtKeyCm/6kTDnxhW+WnD+ChVnFy/vgw2C4NI7V0CvEqjI
nFK3XCfsRy5HDth8p8cjobDr8A28z8yn8Sp96+up/cVr7QiAbuEEz6Vfmq8xd1251dQ4/F54zfRk
W1nGH9mzodvVaIDuCYRzb3Ze+M1S20Tb0ZOZnRhkvBejUFwCa/yAfJzuiKQZ+hTYu10fpI9m/pRG
Yxq4mCRpkDBjWc5T1pZg/jkG+PtB2IXPPtdm5QbQNPJ6hRNj8OR3ipV/K+KCY45ei9z4o5S2Hzyl
Rh1Qw53hD0D26CTbhuif49vYaZLrekREELWK3yHS1azSrSqEvI8z9Aa8pqITdT12rayFvK9LJL1t
jKsQE0zRXmsyFNVGDqBTttMQpPU2yWdgDXWE2Mlvafgev4B2aY9+YqvjufHzrPpZD6rHZpE2jX+l
jHWKnlC1QwHdOCIzfz+o3Ma2TlzSEGlYQlHuyXIFN40IbBVUXmGdJntQPCCjg2Xs6JXxwy8p6Yj2
HnGXwWWbNMMACt33HyjzpaPr1G16K+tOkD2lYWK8GUrY+KLsy/PogUvZdl2GI6n02Egbxynx1TAM
+4eGl1KImI+TySaXofNErhTDbU8UEA/bDkOSqQuHF25AAIUVpRonOg2jvDkrlWUWW7pSxlcV15CT
B04IfaDjRbdFl6d/Es2yyow7r0a08EZ6B88pPdfDuQN5N1v70IGyHWl4znbouhUdFS/f7GBHSYfR
h8xk6D1Z0i/wc4owqEnwUgN4aAAgvNK9ti14m1bzGxuc2KdK3tB2rk3GWB6MNhVfW3qSuy3nOO8u
1PHnNDznoW0xjuVU3dPZQNicbmoRFvp1khnZ76Q2rQebmujX0Q4ppmWBlngk4OjEpwPCHNvDNKNS
Nw1840cphXgwGg9VEaYxI3L6wXrTsz6jgUlkrpp1+zHgXi+zn71gSWwMNExvaqrCkK0Fp7UGBzne
oXrre455ByKE22VdhyOXAY5PL4E2DaeSvfPBHptaOaXm4NubBLz5A06L01VXWzTCjB4tzn5x+Fkg
pGlGEz6sofY760BvMcgqs8eXIdAi/0lP/OBNs5lcoR3SMzAYsj3keUgvThWO1ey9AupkG5mhuB39
RL81/Wn87sEq/pIiI7sbC6fRjk6mvZA23IwwdaTfPU9JAjCEfKJ/FUmsYDawvIKzLIPgxIfBgrM2
UT2iD0u53NUVggJev/xCenfodiaH57nJGcIIjMgg+COmDv6rEwsNWxKjdh5pgYRX74BGVUSEAjAu
R39mb5Uw/zwkKA+R2g/dnvu2EbtBOObFplON8qtQ6R9l5xaChHWqPGi47Z2QfTQF36rPfhpyGn/b
Y1fQuKWMcEJEldp/sizLf0FUiPhPzbKLkbg1APzCjAwbxIVAfyJ1hftT4fTt11LPkNv1GVRWLB+q
xtvljhVVZLekRz8qNrDX7TCE0RaI+/RMiV0Me/KdGTnxtu6/pU5VZPvOLO3fLCz9aJrTbaaIFAsb
Lb4h+UX2kAbv9q408UIhXFs/4tTyzH8rvCw1NL1mZ2x85ErHVHM9ohG4RgSHpBDHt7Hcj4DXs/9t
0Vyt0K/Uw5eyFz3xVM1LGSvWp+qQTCH4Chiw6LamBy5fWxDk+zSpnAuPtlISF4uCZ0IsamNtoCSe
xdcFWGdPvUY2eKGc+rEWnom4KHMiuWUzafj5oM65lrbDjgPcnSOsU4nbzG7y/F2q9XLngWPgjbbn
NvReQlP+HJsLAqiV9/n3L3tX+OSInGIuSuGTtIIbcgfM5JuSpgdffzJN4PGN+3m97K9I44My+V/i
zruBIg31dFBllMkRonJxPMeEfYmXAf4b/c9eOzmCTjBImfJtLo5aXKJa6q+GX13BNT2kfbmNUcth
I7GZK5Q5ZKS5zlb28rYluacE8sqGHMQ42yb/hSB5EyXVJQXb/Lk/+uOX08CTU1n5GOh1hI6N7jxI
ktWhDK+FNt02FfgEikEUMofK3M213AvvbK4lfjTsYnr4OBcl9lwFr6bui2VO7iSoMNoDvkGOq2ve
XhtfLIxNfN5i09z0EXRusCpzrVxeWyP2Ttw5I9oDuqE8VFp01IJmY+TfVNXa1dbXz//KtUqoOtdj
331Zp1VFAvzpfyqh1JAb74dVH7KR/YRi6Fz2JMORT2LbcFEYxxdKHxxhHqz+6nIhdBY+fPCm6CD+
z98Q6CWWiyrV2Km+SRDzcm4H/33rcHDheWfwjvjGCQiZmbq3ECdfePS1YRdldqgkQUXyYnCVlIQv
6FLwILQvRpvcvqeoPmedeRVVtq898pRx/+vCuCvzcUkWimKJL5xoBnfQQtw5XzWwIfN9rDCfRHUT
0LqC+y6uLi29rM2F2fhXqPDRO17U16uEhqJQI1QolrIvo1sjbHZYQJE99L7W2niszO9oT+SI3xyH
eG5zmcuTF611HbbqlezorcuSHJvBS4qKleWhLkrwltpgB+GhLWgCTHX9HteqUcnC+wsveUUTsoQ1
JGoVltn0vxoKX/zIPQxiKut2jG6YWq1Ib0R/0/cHk2aWWHNZcnav3aJtAH95/PxvWPsTFjofE2Mj
L1G9wQ3030YaP5gTju9e6JrB7vMBVvY3dRHYdHjgpRkOg+tw09mWlvMnz4sjU+nzn1/b4NRFBAsw
uM/UEtELM8FS/3TwxkX+DRmI1dKTX+57dUZB/hWB9NgakfP8fOCPtzXVWcSkIB4zObT+iI7P6bB5
G58bz/9uB+qXAtpTNJbfdYHl/eeDffyV1CXjRTcxaySvM2Kf0aKOsG+n3qHLX9h33GsvjPHxXAfz
9N8AF5GmT+1aEuBy+UU1o8eLSpaPZTOqMz/Vu/A9FjTIAw4a3FSIa7rU9rwhTBWi61kCNbbd3vTj
J4L15+9qRaIHH+2/w9WRLcZkZDjDym+rkeJc85LmVxHxiojJlJBT+/2fH24RIhrVTGkFIlDOQjks
9Tgf2HsPbY6Hl8pfedzFub425RY6QD3SE8pOPFhfAEy0sYAR4R2xwR+ivZ1Uv5BWff4K50/+f+Ow
usS7+EkgkyzjmdAt/Jgj/xyGqjd6Ps+ddmG6fRwXVGcRF+oaM9POZIxeHY9+lrrWJLfcOQ+fP8La
bF6GBbLuVTRMGBKn+ddc9+4RKX7+yyt/uL1Y+B1QH9MY8enE3fdnUkxf88R6s7r61+c/v7LUZybK
+8XiWRRLOl0MruiTX+bo39K0eSKbT1Jmiv/t3duLpc6deRys0CRmIskn/2ZVVMHLh2Y4ff4MKwve
Xix4Lc5oq7d6Dg+YAXPipvMaivmDnpeHcj4jhg8Xz2Vrr2ux2KklRpoREf4R2FxpBtGXPXRSsSzL
8n87m6v2YonH3mArLSQzF8jVdr5UDFwLBEj8eWnMDbJgC7cElKo4XAwrC07o/9eJq/ZisZcC/zW7
IUVmedVxjvIoHDh2z2+zepOydGeBpTq+yPGWkPb5d1ub2vp/5x6CX8OWDl6pbWX9iYZGo2CYTnsO
mJ///kpcmbm57+c2wKiikeycLtf5R9VTnytsJApnvKKye1K0p38bZbH0U/SC5Gj6EeMMWprpsNx4
TXQ77zNGOR2hwu7+aRxrEQiqHKcEzGxHVzdHRBeBRodP/k1Xm0M7dQ//+tKWoNjUoODpRDxOpaW3
bd7eVsC8ISDcAdi76fp/+zTWIiSQ68qRLnSj208lpzOsdPMWaE/+WqAQ88U/CfRVaxEYPLvwag/p
tWti+/c/N+lebNuAel4UdRcGWdkm58aS97Ms8pHvyYJBQj+m1dTbhro+31jZje1J22lp6P7bBFjE
BV+JO3inTIAg7uB79je53WBH5hmcRQfMx5L4wkVh7YkWsSDIZW1RqKe7y0Kgp6T2UQjuPTGZ4cYP
djqmv6Y2XkhIrURUaxEEHGqFlN442DpjfOfgQUQNoTxWdvkDpciFNze/oQ8OGNYiEAyGY1FN5tZh
+x2Jf9StG5VY+vlnWYliS6Cb0Se14jlIstUA/28cSb6gn6AcdeH9rJ0vzcW67xOTgoYTECWTp3Z8
s0k90G6a7ak9w4dlWg/al7L4t3X5lxD+7uycBdAZp5yvQd8dKL+4/sYt2dkiesLgQQdmUHuauPBk
K9u2uYwBdEHC4eKWwSNZtEcjZ97waHNptjQowjT19uIpfWVKm4tI0MSiHwQ7q4sid69i1EaH7e3f
JgVQukEwbS9GttXvtYgH+YgrduE4XD+kciBLo/kvaYStJv6z1d2YPVRxsrl4Hll7h4uYYNa6HTol
z8Wlg7AJax1zdGduQeBNTqQdA9P5t/3nLwXg3dTwkWHg75sTfor+Wfr2DFojGRVPANfjGjq7czEx
M6/9D9aruYgJutFnqgAP4YpUkCfmKqUeys5kPmAWsuupiGMbnQzUlKfmUfcs52vn0w5Q9Jr3qAW1
sv18Za+93EXYAGYHAH2MOBMh7khN677GNCiiwNxqFuC74Rl5Lqacnw+2EqPMxTGiJY77RcIBLAnq
304oK0gu1HQ///GVILvEzJnSc1pfKUfX1/Fxrgp1a3v6U9v7214YF5bzyhJb8t1oNKA3RWUMhGpu
0amu2vQ/xhImCjdhk+y3hgT588eZI8QH80MuIgcqGsWTHUPNH4QmtBRnuPl8lyhsg5c6qFbSgyBO
/7uxW7SRaEaQsbFHwbfSqd5GM6EaH9ebHI4+1KGrvsMOfMAilktAKmO3FP0PdKZ4IDcHzQmf0N5z
UajPE1Txz598ZZbIRXDxTVTyGMnzIdX2zmdtA916+/yn117qPOS79W2ksi+aeY7I3KDhxtl7KNdb
MOGbLnGu51zh5+Os7JdycboQIJvMIGOcPvGukbjS5zGlj/960Z99NN4/xjDCXbX8+fBiaj/tzr4G
lnmGbvf9879+JSYsSftIAjvI25z2JtRe+y4s2qMwEBmhs65pe8gRMOBZtXXyrt1oCW6Inw+79nEW
0QEtVdMF8axgMDCnw5/ohrPZVZ2mJEtInWzETPH5fKiV77PEi+nVmCh1zgXAon7V65j0VfK5ItR/
/vMrYeIvuOjdNBsUOo9GLORcR0Gs57CKVCv/GsUcMrT8qm2Gq/QSGHltqEWYCCb8sioJpaCLHucy
Wj4laNcOFO6u6E2cqku9ifNH+CAcGYtAgRYkmwpzIvJFifgRdlRwMYieZYSxd9PQyJoMSooCxsRj
ta4vHWrXvtMiFKAFK41i0Ed3BJ1va/rRkOYdrmWff6aVHcNYRAPkt3Q3pfy6lulvoTE81UH37IX6
4eJCnX/po7e2iAOREXLYD3lrRYjeF493Ynd+4U629tuLIACxa5i9NgmTQfM4p0uwkrwQJtde++JQ
QA9YOabYxri6WmxLp73KpH578Q9fe+2Lde41eqxOE69dDRKaAdrrdG7fRTp+MV2xMsISxWMFdBlZ
hUIA85odlTYjM59s46QUyYWZs3YAFvNyfLfCR5DjqjOh2kdyTovhC8feKn3lf7nml5DRGO3iDV+b
X/sHs2jJyhnDqghVg8dJRfHsiGDXNxgKNtM5Un2MO5BjqQZ6lQ4XzI7mk0mzXv9pgSwxOKbJxh9l
GvsMfRhOFu0L6W3zEgfl4PRvIywWuFLljtBCyV0Mzd8wC4XK9Lo1kRl52YUT7so6WTbbDgEdv2Ul
uIKJoUHzav65XOBZib5LEY0VR4ooonJy88TGGBN/3h02JfFDZtXNdVuU31VMIHaehyzu8/e1NuBi
0dcVMkWoK1DH6MWyuY3AbdqaSCh8lFeeqR0u3vHWRlrEgAn1lWcJn0eLk+Jo9njhYe0X4GOKA3va
ZtFZD/XKxWIpvvCh1lbtIi5UiHfrADNPzqLFgGvMOJzaVoZ7bdK0o4822P38Ha5EtyWRBNwyV7k2
n5hzAZYwmEgUyhH7jAuPsXKMWdJI4FPamOIChosq8eAP9bXaxOeKQ8AG2IhrGLFz4ZSxMrGXlJFo
hpTT7Ty50i7PiJ5fNexMPn9Fa88wf6J34c2OhBk1JcvSQ3I3X3ojm9poWJ9NNnz9EnN6bZTF4idf
pZSBZXN2gS1im9FBrbLzEN0gOb/c878yq5Z0kaAQFWc99CxV7+yhCP5QKuU28OWhVLsLu8HaEItd
vmnbXPPHENvrNH5RHQqx5EJMR3HLmu6Nz7/I2hiLhc93oBKj8RhR2LQoz4IYNHob0XU4BTjH9xcm
79owi1VfFhh3YDQ0ub0xFLddH+onJ1JOXPRoX9MuBLG1BbhY6GbS4QCND7U7KU2AQ/R4g2EscEU9
uFBeWoldSzBIrFajGdMzwQeAuaxMuCu/zIKviOoFVNr9xVTi2ta85IMI+jvGqCce4x4KfvDWoIpE
MWk2Dq/pfKK0VOJmneN6fvkovvL6lpiQ3KvD1h6z6e+v/y1fkYlHVDYlvyO0/xmkkMz/OifGKJho
5AFjJXa5DHw+Edfe7Txz3oWGRNWMTPdy3aVKHmVfJzxwBXnmzOvAiL/FqGU/H2clOGiL4ADdzIhj
tcCNlRRjN/pUCNWHMSAb0H5t9UvXmnn5fHC0WgJBwgBusC4r3U2tfTFVNPSqV8MwQ6/vIppgzbnK
JYd9HMptOf2Rl/IuH4PghLpUcBppYdL5z7gheOBBN1xPqPQD7tm+i+JkeL0LqeMWnZKavCCuhIUK
pAOxXp1cRU5wo+FlSv4z5nNfTLOuLP2l1tPSK2zfGiotQRAJV1Ub+t+C+DAqvnU20rYZL3zYlW3r
71J6N4Eg5xhx5KQS7RV86oHmt40DkOTCzrU2PRexpeuCUvqJD9AypNfGbCZza5SlS5NfskHQ/Rh5
nC1a7eIEWjmbL3WUgQiUSBtDyR6GHxYXGcN4Hcp9EsS7erzJs6+h8mXwHttLKdSVr7TUTE5G5QBh
CaSr9ebVIKtDXQ03BS7yNEdc+EBrQ8wr8t0Hmuh44rAVSTcC4kjHoGiu6XDqT36IT9/Adf/zBb4S
xpZySA+FgVd5uXTxgvsVQahlfztJ59fnv752Q1s6b9LunSWTPlNg9eTQGMppQJBsZCot3/HRnvTv
9G24UlYnlPu/Px9zJW+2lDbGicJlZp7ZnobVS8NFcMAJL940+Q1AXXaek1AuYefXxAxLoWPtB2Zn
D62kL2rOXpZHWd34oTwwWJff1gwZ2ft42E8KloyX4tYKag+PzP/OjbwHXJ4WjKohCgRV8Nx5D7ox
7aJhX8k3xh4grPfNbVS/zP0EthlslUsJ/rXXuzibOE6PrB+CppsW9bmf8cj0pzUYlWT9Wzc1B1uk
4RaDxP3nX3NtGSwiyTjapo3Tt+nKCkpJ9ZLiPumV43VYWv8yAt7H84O+W2hBD5vBa3mgSi3PA/zC
ZIi/Y3NILu/CyfTDaMgI8z9/N4Io6Ejrco/oNI3YsRjoqFXlrE+0B03pVRUMDqClh8/f14frmbEW
YWMUqdPlam+4WegHNOV2h1TtvpaXLAg+3Db4+fkzvXsUJWumEo2V4dKr9aWXxq/Qsy+9po+DBT++
OGxMfQ+GY977hA9vwfnR5o8xnvP9U4J18cjtpIApbWYXIt+HM4vR5kd89yhaNAWxOWUmUDnd5vzr
3wyJ/1pglPPPH2NxJTHNpCVSM4SmpC8Y9H5J4mp/sY639gCLKOAbSmlMQ2q6dE12cF5At1UlAnpN
77/1sDsubERrM2qx4EVXK2A7eQivaJKtb+UnQ7HHbVSm7r9N2cUSp2U+BMoAh802B5ArzjkUJYyK
6cJZZOU1LWWNmtdioKRgEqFjWLFTRwrIvgVecga0bPQ+ERfm08e3EB178/9OKEPqnVrgae6auEPJ
ztnP0zjof1lYhPsGWFAEdRFQf1rod9UlReJKbFkqHhuBy+fgS85xSrOHNnQ1TMleRbpT0zeZT8Yt
x6DPP9Pa8lyKH3WINBVqqs71kz80LJi29+wXxqZnD+rhYCDWg4Wz02GlfD7g2odbhIMxKDLANWkH
9PRHUZoPFrgbtXzqswuh8q9v5v+5dvDBFhEghRgG4t7pXHvqjiO3+kahm/Ra6yvXCaNNRHrCzpUt
NZ2JHJUXgI3QhH7kEseNck5fzh1VQ549Vr6/8632JNMb069O9BOFgfbF4b8t42yWZ3Vm9tVBtl/I
2s3yK/6J0YGlJ00tQ+WbCjISVYXNL0bJdHai1rUuAc0/vuPwkIsYJFQ7MJsCSaw0Y3/CciWB2ZBp
oXOlGkb91AFJu7GmAQihNm7NMelvNAACr0Bm+jOY6boE40Pv6B5rTKM9DF1W3PR6X9/R2sn1umpU
70S7R/Aw9hCGL1wI1778IiI4FrTCKSA3WPrZtu/wNZcdXlavmIBeyLDM2+EHn34pcVS6MDO9gWS+
GigvBo2isdQe+7kRsu9ov75kkrY2zCIkeJVUcrC92DVDYwGO6t1ncXI/Bthx691VquiXrBrWgs9S
5liGPjw4k31/Dj5N0N7QPerUh2TYwz88cgItcZm2wmFj/1P/C56U88d7t39O8YQsh1q+O6nVNUri
74E5nifVuFBYW3t1y9XvF9LO7JhoisHRRpT+rcxQKad2vs+U6c3pL0SZle3NWgQB3zKGzgLaRMJo
+ll32cmOaNFPin/8+cXyM1RapZsq4yYsIQk1IX7MPVWcS8t77S3p//0IJW5PGF1A+ldlfB/ow3M+
TE9JX/dgwOhKv3iEXXtLi0NAxBURKxscKgCCnKzGurEjLO0K/cJb+vBSwVxaLHgrFQlwSR4jgQSJ
zGa2PzGtGM3Ji0wOkxO49Ll8vqusPMlS5JiH3mRFLU/iBN1911K7Mc1re0gu7JJrP79Y8YESe+aE
GNx11D8Foq7D2Bl7Xxtt99/+/HkivFt1TSv/H2dftlw3jmX7KxX5zmqCBAiwo7MiLskzaZYlS5Zf
GLItgxM4z19/F32ru5VI8/CGqioiK1NpQpg29rD2Wo6ScQ91jqG4CmdjJ8P4ZtObWPvttTsNtjgr
HXr89mIq6T0grNnemuLpoo9U+eX8BH7f12a5zjL2uxk4ZTdN1B4YsExfo2FPIvO2RYIeHBqGH5UX
dRHChhk+/BaVvyDJ8rEj5mj3nMfgcAKxF/Ip+e2cvnYkOi4mUZlPXdWBGYF7m475ik+m4xdbmQGv
SDFUc5GZATCnYcLuLIiPFeqTVasN92XN5OvYRSkjUHotR22i7Z6NZrYDAuXQVPVuobaDsMZNVIKf
UEzP8ZS9bc5u5YwIzeQUbduMUDZGJZfbz0X0BlHMK1Zuwc5WvUzN0qAXuaxaE0UvUfQ8kHPrHgpl
/1RgiwqgR1T86COrO6W1aC9jZ2mZVltcDCsT00WQw6ERUcZxteoRKD9jEe11olNdbumOLCftNz6H
jrsUBMRDY4qsDfhxrtXkPg6bWZLfN5Jbrg67JCh/x21W4yyE9BXy4qPPO+cS9Ej3akyv5pCdJtv6
YhU1+RWZmFa+A6LrkDYmmODh+aZ5fQXepI07vnIBdIAmSGaa1E4RMjZ28q2iYJwZwwksbGphjEGF
vuafN3sHV3xFHaFJGs5HGiJ6jFzQQEXSfcvAYl3On1ML8O7zNmttDM0sgttuAqbKYjvOw5dutgJe
1H4Z20+b7/jaimlGsa8sUBGWCOOszLruEc5XDvEJXNNFINQINt/xlYeWaVZQpmPW9QVmks7GZSTp
S9gxHwBuOIh0CgHEAw/mVpJ87Srr+Es2y1Q6IYfvAztkE/CuoFHaDEH1AHVeBFggnnJy8A5uDbji
DOmATKyh2VOJ8UDX/2SW4/UY2f5sZTfl1ATDFl5tdVqahaIzdywFCvVduODfQTJW5O0RCnKnNAHh
dpzfAAHtd3aytwqnDs6fwDVjzzQPyYiRMrRBkbOb0hLa2l1Q90m3H1yXBJYLHriZD+DpjD+lJgHd
rONeQqYy2nCZVtZVx2mmIH0DjitBgoaR2zR3j3ChDgPgyqAIP2zu3or51eGaQmTlONHM2c0g6ywz
aF1P1WVW8d35FVy5Ybp2KnJkbYdHBDqw6CHw5vizO0BZz4yth7xvnzj3p4W06fxYawum2Ys4dnrT
jmGTzA4geEsUN7+8QAQATEGGeTMbu3KbdblQWKQRNJaorgzFpwRZAzGBMRrkIXkDWdOi8GSbHGfj
dH5Sv686IFup2Q4mWnNwl/eLoG8rUL19DRmhR6R/oHFoFHdAcXb7ODU/N7x77k0Q+RllFERm+61g
CnSMatyI3dcuINViqtEgvCkm3AVqPIFEHjEuKcJT1D6P84ttPLE8/7bZzrPyaFPN2zEBk4gFeJ7B
MOoUR8tu4n0NRpjzS7q2f5ol6Qs+Gla5vNpxe0Uy8sKI+TbK6ADSv+k7Kas0cAYrOkY0+nF+xN8X
rCxXhysZdW5xSGnCCQFcDTA2P7TvY2VCYm2JtFAmbZkJ0YSn1DzM4Ua/xso0Le061EXWt2MBRUE7
huR5Zg8HoBefJkecnDw5Ca5e8ty6oGKONtZ1bdM0YzlMIkmaZHB2HSfQxgTjYZtZW/39a8dPx7UO
SLWgTRkiADBUJynpfNW48Y+sEI/mkFS+QcktcLtBXSQ/W1KSDXd/xTzqWNfIZNBngXoBbt9XMlEL
mezInwqj3LhVKz6ODm81B1sUYCl1dqorDsBC+EOdXEeDu/uogddxrErmMeFt7OxsCIT3yITGLVoy
klQ2G1NYMbu25kQVo9VazRxhiebIF2b6aDURNJ3EAe2Eh2yrALq2UJoZRCm5KsIc75Q1U3SpVga4
HuWp6iwebCalVm6MjmgFK2LnIh5xdoO4iefXFnXrCqRw41z4BrcXhw0UexurtvIw6rRwTWUWcNM7
rBpqn7ABiznlN70ld4t52IT5/4IM/Sb80fngRmpw5InxfHRhE1AEjR2VILaNINKSD1l8NNBDDaL2
rDgIKz1yA4ILVco/DfEEUFA+ZQEH67jP1ZYS2IqR0AnkhhGU4i44X9GyjS4kCkJ5FFK2cFMrh0RH
tzJjUgrNR3BFpY1C0Gh19+Wcw/WlRrwv+l5sbN7KJHSYawRlDxFRFK/LMuI+tFvVHbDi4YYdXbE5
iyrh+1RNCXpAdLbAcKc1u8BtfbTG9KTASXH+MVq5rzooNOx6OiAPg9p+BA2AbuJeUj2D/DhDpAje
+2bDcVlbI1ubRUHGSIKqfkeSie1D0CDedmnBvp2fxNpOaw5COI3Q4oMCKqTIw++Uz7djHF0YONmb
BmfN8bI0N6EESX4RS/jfQLoHPeffxhxivC6VR3OEU26ghM3Yd7eBhEIE+nMkf9rCvMIiglZ6Yw1X
jMTfROWSVCG9gFlWC+l0J9tD3cjrJOueAeStPRVaoz8mZCPgWFlTHTlqgTZ9nkvsWCfJPXQicj8N
QZYrVVbsigns6Oe3buV467DRqqQVFjaFmg9XQUmqIAK7UWs2G/jXFSOuI0SzITaGX0LKjGXUS6Pi
MEVDkJYVWLRxVEiP1gH0DZQTKTcu1NqElvV8l1pNjAz5wBxgGYcaj0lb32cxRMlYWSQbgc3KVdLh
oHwsuaT2cmPBEeYvlPPe4Mwv57djbdeXQd/99qmSfKoZPm73Dr0hkCu6aJp89kHwOQecQSTl/Dhr
k9DsAUjrBzdLcZ1swV76fD6UebNBCbq2AZoxoNkcpjm4w3eupFB0sMgr4Pp3tvvp/G++tkKaIUhG
KA44I7I3jEPlpLeA/yqAZjOOHwM2Wu4vn/fdHmQjCP5DCEBAaL69JkaJjqYo/i5C561zi41TujKL
v4E1DfBD/woHOldBMpF/ilMDShv0ejPgWBthsWLvZiEguwflGRPvVhfeIMNvIFGDesKIiOP8Rqwc
IXN50d4NUEkbakyZjY1AD5gbR6NHaPHz/LdXXkUdkTlalXSgbIPqAUVyzEp5e+HU81MvoVLCq2cZ
QYrs/EhrwaCOzoyq1LKNGeskTL5DwRh+H7w/8LYHi4/WWDe0vl78TQm7aLEPrp12zU1apnkHTrQd
JAbTC0hHiT0EzLeoa9YSZToik3A0NcQcyzf10ITKDp2Z+CBluavIG5KcKIkj8wzogldb3Qc3TLv0
EehEIdaGVVziQauiX+rEvQ9rcO2TfrvssvIC63ST0xhWodW4dAc4OGLaGRQmDgjmutk8xhzynMUs
buiYbfX8rg2nhdBl3EkJAna6k6ltcy+nVvO9dAlqWXmdXpRQyLi2o7iEwnxLtpzm31tPoSMxR6MG
nz2kynb9MD1EUFqAchogWlsHbyVwB3vBX29tLQlkQwhQ6Zn1RgrHF9W0X7xZMicepHb8wmgvJmeG
N7MBCfv9IgodjGlatDcKiglBmuUqcsOrdiB+lMm71smeHfhvfAtovbZ0iyV8Z5BsGuay5w7dCQFl
A+hoLTLO/fba/d6iCh2aCQ1XgMwGHIea2nDQOxYYAOAOaEg1QEq24Y/93vIJHZGJ3qqor2tGd2ZB
Ml9FkQLUwJ4vOJ+bg9nm7afSHtINM7RShxau5gZAQ6iHggaWrM1GGnQqXhjmY/R+NI0XltaL7JPH
DiQwrYT4kcOvrSb9Uc/QIwJ73fG8AV5bVc1yGCNQVqmLCQ9D+dRlPWTnygcRtg8j7zfSRmtrqrkM
OBOmw7lNQZbvfGOQHFvSblA9uoMHdLHJi7g2Ec1a9CSDNip0NJBVbF2AHbsAej8qYG7yvBkG/f7N
FTqOMxN2Z8uCYrEk/4QEyb6J6y1wwMoq6dDNru+Rh2jQAAQB2WhnIldoV8J38tTyzEacSuAUzu+4
i/v49ySI0OGadS87RYB/ACCsah8jwbObrDIgul5H5Q4kQCj1mdS6KAbbvU8gTrdx0FZeRYit/NU+
NK4BimdqUuSqDjV0IwxGAvxflT8JcGSqvoLMnwkJMjC0f9TcisVWvbNJRp+SFspQkPBUtl8lQCMV
NyPwHB3+gvZbO6o9UlH0KWy4M2sHRHMsWiuupTVhvNkBfChF+NOM7UZEuvZtzVjkkikG3g0GLY8p
OxUWehxQF2g2tmftVGh2ADLBkOuz4BK1qv7hGMMtrTh6icBkBOmWHdo0LyBU9CYtdnf+FK5cV52u
0k1CqqwljjBG+6KT9rNMgXm1obcDhaj+9fwgK0/SL9ntd9s/UAgUxy0GiQTIzlsbilP8stnq8ln5
ug7grArwnk05MDYhAKw7laNhMMryHcncjbd7xSTo7JSMGmUFEn644ePsgaPkBs5x4VYXQCBvmrSV
fdBBmxaRoqEUYxj9eB1n1aekq547t/nako+h94WO0kwgbVaODtBWbmXtuQ1VxaZqK2isiw2s7srN
0EkpKQ0NJXsMgDez9orKOiXCbTau9Noua1c64yUq+iEuRgiSI3dyL5yyOpnEfTl/RNfWX7vVc9bM
Zmvi8w7UxOZFIxEI7jpBz+4mWmBtBtrVhqJw2w4FhuiK4rol+S3qRU+s/xBFgCV0vkkkaGnBalwD
IBg/SZDEBBN4TyA49UzM6Jin0UZiY+02aA88WHyhdYdE+Q58iUHfVAFejiIz7oE83LTfa/65Ds2M
3L4fnQ5ehGSmvyi6IAJdBCCmL10GcblPjoTCYxWc3/vV0Ran/Z19mpmLQq6N5wKibIdpaC/sJnpd
Vm82aAXkbPaGSKuAt5ccm3izfW7lyOlUlFR0ad7GcPkgel3fJ6mdPUKvqIq9wSgML2mhxn5+fiv3
UuehNKOotoUNdyluk8krofU32YX6mKeuYzhZFlpm3QFt3rdpb3pNjv72zIJGucoBdoe+fLsXdl19
Oz+VledRh24WYgJjXFdjpwx0LSAtmEJKrU1Ak5fa3yaXHZ3YwpXd8iNWzvrf4JsQ2GxBRE93zIqo
b5i2+plO5hzEcoboeOnkpQch62h3fnIrB0LHpVglRMulNOwdX4JRAuXnyL7gadl4MNPnh1hO9G+c
Tp01jLZ1HUL5mu+g8lLaN2UE+fKgaAfnBcLFyCT2bYy+8lw1ZgWq76mKPnhKNNsXdTW4A2SDI0jj
W9AHdgClpLsOcWmf2dKbc3MDYLDm3urQTcgT1hCowNErGvfgztG1LRSEZ1GK8ZQYoRFfxxeqGfuj
XWa4aooVKC0MG3n+tUhSB3aqpulVhcQPIKu1L0A3A7o52K2lSosmjIhA/PF5cBKPOdCTh8zg5kld
eVx01Cc3XVXNRYZmzzy5ccY06dDiMdUQGR/dz+fPzspl0KGcVd/INqxTpJ2AOaPj+ImPECExoUnu
VAkqAOA5Pz/Qyj1gyy/wzhyn1ZjWrsBAOIeBa1Lw53Wfx6KAg9duxMIrdkSn2TTMQZWpiuiu6zoQ
QKfEb0JAwBfbiN07Job5LUtncgBgJd96ZZaz/pu7p9NoFpNyoUaM610A4jKAPAKSLa89z32Iqnzm
Qx3UeXeAb7B3AOb3eqDSN7GeayuqOU+tCvuk6iXdQWL9Ki7oa0nKyyiM7uZ8K65cG0JzoIpGddVc
tdi0NLmbp6fO6YMIpKzD9HT+VKwdP82E2F2dURfyl7uxGSBOqKqH5ZV2DCiVSbP3cezPj7N2NLQ0
CbxMA4KPOBosMW+r0AhG5e4oeEl9IeQJEft+BrLztBkcr7zOOpwTzFRj6EJ4cldN9akvUV0PyUYw
uWIUdLSmHZsyNWJ8mqPtv5ECyupw37ZbgVa2RMdpjpDjzg2SLHkzEHcTO62PZCKAbE4OKEJN+5YN
/RYT9Moy/Q3g6BhuJibcHuIm1d401Gs7T1vp5jUPUAc0dsAh1b2Br4+FccxqiOvlM1bKccrRh597
U0kKJTADfLSQkjtCOnGrSLH2IGvXpkcEVkYTbmboNqgUtKe+GZ3A5MiIUId8Hsv+RADk3YhkV862
DmEsQC9sqhrFKjSAvpoJDgSF+Pxuir7zBKMW1tcqz1xvzG3+MVv+q+H2vS1PFbD4GaISztmDwfch
3DMQyx9UPW8c8tW90wISElWjCHPEVXhoVWMfAQUF9YUoe6+QoR+OMsjpeNysvK7smI75M/JmqNIQ
kboNaJldTpOfAeytkiQYhuwtrtqPwuSEDvQzHDNPoWELgo20+gRtWwAk+fGjKQcd5udKlPziAfhP
kMv4y2SSHLyZSj1vAr1W3gQd5pc6Zj8nS/1SQOTOIM1jZ/ILO4HW++Yk1nZfR/rltM9qUmOMofgB
wR8vds3jQkPfpnscBFT9aPqiPlqX0rkr+4qYrjnWiOEdftMa4mFCXLg5mbWjpRkDUtM5RbAEdhAe
esijnxBH3YghvhIt3Wchfdjs2F0bSXtMHaNA3ZrDENRWeJDTr7bHwG1Bg0AHftWH1deETW8felB1
tF+WhPBObezQyI650Xh9eZtRikryFyrNy7B946fzA60dN80QOKM59gMHacgMeD1wxp5bu7dp1582
/aiVB0/H8lWQe09sheKAU38HXeEeHSxQEYbCLEp6xsP5Waw82jqOb5JO5Y6CowBBIRZvm/FlLFK0
wpYf/L7mXZvAbik3w7WfGgcpohAdEJUIaOpsYQlWXmod441EfiTSlCBB7mTSa4jzYzPKWYvudBgi
Dmibkg6Zmjac7rOenYCbh/i3GV4KHl2bRffTKTK4Ilg1KacXyGRvNX6tgFbF3yCKpchRn0FKCsQH
V/2gLixT7RVCLs9w++fZErsojy5m1X4zWfZMRxEA/nM5of7KXHaASzF6HzsgmpUoii51nQ55o7I1
L9PKekVn5MK+sPH5tTOumQYpG9eZkxn+b2ybO5BasW+MdfLFBYX5pbuwas7Agj+en8uKHdLxjLmq
mB3mKEZlKDhd5WUdPrK6H2Z04TZG5rmZxa8yTslPJFvsrRLf2g3T7AQZxOiypdxLUPxcFpBIcDJu
dZWvWCEdsehKNzfbCvc3gZA2niBRJtd5+p0KGpxfs5X7pWMVMzt3DDYImLmwh2h8CFBLZlb++Y+v
eIg6UrEGfXYfxbBwIKswH1WNfp1d4op68Iaxm+JdNYzM8PJ6bgo/DDkFXMI2mo3TsLZ0yz9/5yya
MTgkIGyNk205z2PfItNbqHu76QAByJLn8zNcOd86cLFJkfQyDXjcqTE+AUIHfpMuaEpxK+J+YQs/
P8oKoEr8QvC+n0uDfqGpRxgJ7/6tt9gxzqGbUDtt0FlQKrfkzxmdt7VgkLWsnuquP8Rsw8tfW0bN
QDimcouxQVjmMOTWyNw/jGXaBm0F8KQ7bWRQ1gbRzITVRsWE/y5MZqT1zFScBuxVzcSxnr6cX8MV
4/DrEXi3hKUDVso8rPBSQfLa7fcymjy0vEDycocStcdSe8PkrRiEX77lu4GmIjQNY0xQGUMAFjY2
8qCWfbe5Hyvz0FGOzXJDYpmxXd6LI3S+b+A2WE2yc8r6YiHOMK2PJfp1Lsp6lEZOK/SjAPBjXThd
aPqEqmnDNKzsuI50nB3QvKgIrYxjKHbSGb9nnQxsMDFtpkLWRlj++bt9gKuQxHEDFPZoRVe8dTt/
OVd5kR6TPNqK9Vfuv450NKNpznmKhhozq+g1ZJ2SQ8IlqIu6fAbEI052+TRs5b1/PyOuo0k4QXBS
2LiK82zG4PvrhIfOkkVJCizEXV6+nL8pK1b7b0SXKpNEWcBLUyf/EZvht1DkoUfG8TBOLmiAATCP
bCD0AMX52JXRsZVlT4wB3PDAly9ccxF5krEqvHCaNzLpv184ofNaqmpIUzmgm0UlUADM2gEZZpHc
SzfOd1lb7s+v28rF15GUcz4mZdai0w1vtbUXjN7xuRVePMb1Blpk7R3QtbvzDBUWSUz0bxn8yQ7j
+7YEvVSqbpNx+trn1c4e8ru2h+p9gvYRTzXMBevgVoPs7yfIdRwlsRqktkaCvgarrT0z7m9qq7wr
t3Klv98lrsMoqxFqdlWFTkRzCl8zJ2p2xtQfwwJ9wKEhfn5kk7gOnXRLQ6U1MDe7YZGcNlt2BCvI
LRCnG1u0tkbL5N5ZnbEgU5ZCYhu9R1X3jWR2gjJm0UJVoy2z6eH8JH5vdbiOmmRQOWZOiBb2jiWH
hocIjArjkjl80W5CkPLBnAvXkZNmrzqGIrW9c5IeFPF29x3c4Gjtbb9svmdru675F2XKwCxa5XxX
lZO9r1xm7Mx6ME8sbkc/kYWMP2RkoNbx150xXSNDn37Ndym04U2vilR0ETdJDY2jrMw3Hs2VDBLX
VbrRv9s2JYuBJqz4zVA4nWfPxPbKebhdnp9qbJ7rLH6AQRr9zTX8vU/AXS0GQUW+twaKGhfJu8Cs
Q5+BCtK2rYMVpleQ3w6MbgsYsrJdOlpSxmVc9cnyBkGXejkQjhXvatWc0sj4fv50r62hDmbMTHDv
WGm+xOW2t9SUx/AeKKnERqHXJtdpBUaC6FNmGRsP3u9jIK6DGBXIWuuqU0udNTUOCRKwcdg1+/Oz
Wfv4YijeGYS4iTOWjPh4ZORfmSL3tdzS7V379PLP330aBNRxjH4U4Fpk+K0c1AupxVaBceVI6fSO
Xc6z0I7wbZHH/oz+YEegc0PMfizKwA2fNt20FYOp0z7ZdEql1WCgolOeWZLohiAVUtpztWGR106s
VoIDvahtCHD57PqR+HOVHMM4hTY4v9jsql49sNr9m6bETIcIWY6SNt6UvQDEhFyxLL+Z0Q8Gowzl
TW/zsq/suo5QbGlT8AL5210224MnUJYn01Zjwdq3l9Pw7kQVs2kqMwEc32ibRyiz3hbc2LK/KydK
ByVWPY2LBppmu3E0LZ+XEH/oGCu8qpyDicSvVg4d1iw7nb92K7uu4xPbrkrcAiqXOyUenDa8QpRU
VPXnTWT6751k1Jv+ulLdOJth7AAZQpZOSOVeAHztwUgNjvQqxsGGRbYP2Mp7r3NJQuWmGxRUIHc9
6uCtowJnSvwF7zIV7pIvPr9ka6NoL7Foi6o0kHDdmSpT10kdFx7rejxTaUTRR9e34MmePvpQ6qrZ
HZT/lM2AWEcJMQH8Ka/8tJ+/LJFFJ8ovco6hTZSbPkvJnljZVlp/7YRr1mCC2pQxVMj5Jtz4Btmd
NiAyo8fzK7h26DQ7QOxiikK+cItWtWp3pt0l99yGuBIIjeqd1SB423hVVo6fDmm02ypys4X+0+Ro
AY7f7JQFcUmDxVITzryMWzdoCNp9aF66pna3ED/NUQSOQwG3Jc/Jy1AZJyg6xL4a6AZUYsU+6AhG
gKp4TzmamogTemp54/HyNA3xouYpzPhhajcGWnlxdARj78xVyAXatQSJ90OefHVFf2eglnR+sVZO
mI5h7OUY8hnA/p1duk99ZV+5Cd+qG6xcUR2xWKPj2mEL/UM9yDdpNzedrJJ9TOwjSYwLIQa2MYmV
k6xjFcVEACIPQWIBorg6t2NIt9dBAf6bwyZh6gr9AMjN/mpC57htk7in6KZVtVDHTpoDR/kjMijk
kJvsLjdDgO0K13EMX0Qx/2ygu6APCKMMai8qjbqgAwJ9+fOZsvZDGVpbtGhre6hZCds1J7szUGV0
lhojGxzb67Y6DNa8BR3WxwbTRFtnifMHcBiTELLhg4SQJfVyllx0xXWIyikoWbbr2ivHRsfzMeY6
oMNA7jMbuqL0pB2y8KI2kQ/37DJ3ncuQJml5VA4BvuHXLfiP7+N/yrfi7v9B0Zp//Rf+/ntRTjXU
H1rtb//1WCj877+WP/M//85f/8S/Dm/Fzat6a/R/6S9/Bt/997jBa/v6l7/ZAdzcTvfdWz19ekMK
v/31ffyGy7/5//vDf7z9+srjVL79+cf3osuhGvbpTcZF/se/f3T68ecf1pLk+4/33//3D5cJ/PnH
w2v3I/7H/6lfv8Wvf/tjb69N++cfjP3TwX+4awvLtqi1VHWGt+UnNv0ndRnhJkMN2yF8+Ule1G2E
H1n/JMyyOUBVlsWZvUSWTdEtPyLOP20kARZlCxuiLeg4/O/f7i/787/79Y+8U3dFnLfNn384v7Jh
/wsp5BZh0NqlSOcLdM6gNKkdfjlxmTWEQvS3IoVxCKVUbzF1B9Qga84gS0TiwKqRg/QtwzIHQLVa
yJPNkyKojRuV65uOApM/+tEepHSVvbco+OI6YSUgTJqbFBSoyL/GfEDeInZldSwXwp4mWZTWraSW
P1guq5NojM+ATTG/FmZ+SdTUAldih/VznICd1cpj40coqPmJlznZD2xMfCz0iz2ggoWyaeK5kM3L
jlGV282prIFQGq3MeZlkWnuwJdknQaY88UA1kZ7SRUUBW3KF3xstJi4RtPbr0mI/ZZtDHiRDETGo
upzesdBRPhLwYNcI7eGe2Yvmb9pJHvt2WPSHhvYdIHFuRA9T06LkFI1tOgRQc1XJqazUTC/DZuT2
RZpmSOGKqE4ecKOs/mAP41QGvAnT9jpKx/hQ2I11nRhlOqN9lLMvZguW9c8W6+r8NIdJdsnjpnkL
IweglCgz8yAS0Vh7mVVln8eoiBs41W5kP6hEVnI45nkVpt9BMZVykBP3aZepp7ypJrcPwiFUTnUQ
YqbhYz8LJJcCVpYViXa0R5K3/zlEcNkJevhMUTa19JnqQmK8ESgRdHdWxRio1LFh0nIhDxN2RW0E
qq5FaV6PiolU+dB7i+VNbHQgj/RxvA00IgboA+/SlPoWyV1ynQiRV97cd3UcmB0NpW/lZvdjGJAE
RK67Ta6zhDX1aag61/F7lhTiSsyNlXrQxu3DnUFG5zlkQhpeA/W1PqjmUTbeMAj3tevYTLyCpe4l
r3vWXiFPS2dkz+u87iDA0Cpz348dUk1ZZUGnpbOt7LqlGe0/OVT1OFrKdugLYxG05edfr1JX9+6z
66biUVRpceOUSdTtzahN77kziv4T3uOcnYawrJunwRDOUzi7yY/IzG16WxV9+RVQuRzIIm6MHuL4
TPrVCA0kHzaZ3QlUq1K/Q64yDpzlpfvcDDydDn0nWuUPPB++OzVLJfSVAS8NioyL700VycnjJWpp
l2DNmSFYWNZs9lsQOboX2ZDOX1qbsesqIo28nK2hzPDYpgXEOMd4yeGA/b4LjFwOtyIi/XjsS+iL
zIIy8EyBQOW+VJ31mYGxFvp5cTW95F2PsftcRIXfpF2KDmdgW1kqWnJBRA/gP9QfOj9kvf1YxVPY
+L0g7uckmq1kV8FTPtUFxB2CwSiBrGNyqMbdLKthfoXEaj3sansG12OEhHd5ESVp1RwbBUYMv81s
M/Fy2Za3goRmFYyzkc6PeVRGlldMOIveQODh3wJXCf4SvOT8Rz2CWM03MigNBtZQl49dlsj2VIrY
mf26U9EEjh4eK2DjnB7+lIWoN1Suq3ZtXUSDVxInegXGmx4LMkS3nBOwr6vcSMFzaydT4+UuNRp/
IBY2JSRDcwkFE1z/hMf0bXZK+65EX+SFywbUUCF7nvzkYgSt5ZAVGboAXWvqfD5HZhxERhYXF9NI
ymCSZu0EY8PVUYHwswimQqKv1pisL/PsSOW1syieLXBSvIykA2TDrZ1YBgQVp8qDlnPT4ajwFEB0
1MFaxIpg9oayMKAPfh7TdD9VtJOXqV2GAfS5KzSqOe6zAcNaeoOLO7SPWqqAiSndeC8q9Nz6Cliu
zFNgh03AulzNAMeMtM8VZDDBv+dZMeQ3/Sk0pL1vaV8EYECdZXxpN4XkYLBwC+iaGDHNWr8xLJFD
rzkPcXwOCG/D0AliAxCbfYue5dk3QuhLGV48TGThlhbOXA/omTF756osnKSIYT6oQDsjaP6Gr6qS
7i62KtuBRphlNoZAz3tSlInFvEpORlje8cGyUwoCZKaqniEDVGFNG1ySYabOTYjWg5yMnpmbOB1V
jVit9AxqRIaXYnGREUQsBzankdMm83Mqx9GrbFbV6SlhBjoWLDyL5Co38xFKxnFH8N1dJHtzKPYT
bVCr71kXBRZTfAJVZSrVeBCg9VGhh4ankPeBlHLsul0XcXu4VCxayhOxnaL74s6gcyiYBwkjVe2S
hhjfAR1TnYcgYISwXoINNRCUfWVDMaUPEweqNGCim9xAijp/iCuXI3+HFvR2aVGZHHAlK3QxJ6KQ
3VVoUz4cE+bO05GNTfMzY3nzaIxuO+5amyOdgRVRb8iWZ3IfEqdpfTJn1eQXYJ/7WmZRND8aw6By
X0JZYfB6w0rZQTU05LdWasflpaRWnfqQVA8FrkXkAjgehwoSt0PGHbBlGI3VHqoGv3yCNhMFIFmj
RM++9IqVRuRNtTO3t+3ckQwNLxLqwWWihmaPcqiKbX+o8tn2ZAJzbFtR65zseXLUVbQISkwxDMnV
oDqQqBAL35wPZh5n9AZNJqN1N5s5OshHYNgg647qk3MPpj5iB1bcW19lYyNsy8hcur5di6RBaseF
tiBIQG9bzMh9kqIrBIwKGm1vsizsKVj5e7xQaZ0aPcB2lJj5LRBmw+SJwWS3JirFlT93rWoXrdps
+t6QUBa+UN3wAjSYrH2whkCPpDemB1aG4Z5HFGaznmIQtXrUSlRLoMLVWV8JKArKxejQ4mvBu/hL
RtpY+mUOzQ5vAqbBOUGFqIrv3TLKH8hkWuzJSEY+mT7a5zPrApYDWb6scoZFe4u49U9aYFJPhVC5
uysS1UfI9kIkGoXfTjThZf1/qTuz5chxZNv+yvkBtoEEB/CVjNAQoVSOyqzUCy1HzvPMr7+LqrJz
Mxg6iqN6uXbN2rrLuqoSARBwOLbvvR3ilLjGTDxbrlSbtilCk3Yccj/mRMQTrnRmLQ+hKZIfVTbY
1V4N4bJ4gN7t/A6P3ih87Lsle0zsycI8O7H5oUmOH4eHBtOq9iUpb4yZ/NBan8JCsyo0f5bV5Vfk
hpS486mfrqou0oM7HCzt5YOullD/FM+RSPYLqm3Iui5S5MfCiPr2XT5b1EGryXlMcCeoUXlAT77u
aZMivULHGpdWBiac7lHmXcqyLeNU4iSex8NjnwhLEh3azLqaldsPN1GjZdIfUgex5ijCGZ+SRGZ/
Bext8SaPoDVdS3dt1NypaqZvu11xFdh0A8kdD4dapihrrbc9q3WbgR50lh55sTabV+RdNHudRuNL
kU3JW4Nubp8UqsTZtwIdOm1Xj3L2W3sgC+90rmBRkg+30Sz489XQgDRmNGrZzanbfBFuV1W+GaFB
2s2j5Wjgw6mdvk2tqkvf6roVGB4aUfdmiWetPdD2jqazxjTFV1Mm+kPQCvUtqNpi8Gn6rh5riAXj
LmfT2B+1oc3TnYCglXpzOvdXpLPZb7o/hTc0OAzZzb3Z/i6FNT1U/UCX+gDJwU1m5NWHhaM6X8m5
ZYvGDqHTZgq3oTFk+yGIBSKFpX/bwOb+iR/YKFauZW/4a+7oa4smLHa9NDu/LHDx9SAJsOtViPXI
ri1j1/VadxT0KtaKJXS8YQlC+0oJ1zwutMnAyKgdZPQzT+EFXllZCjnVMCOLmzbPW/e2HqT9V6ml
ybHsBtl6YSDGzk+XUg3+mIrpm9XUYLrSqSMa7JAvRp7eZoCvsx40zp2yy+iNpgd66ZdtY+lea+WC
q6HsnXdk6e63HMT2Kpk6tkRHqZ7CgNFzXuBvTOOOLHf4FC2j098sXTS/s4eewIN0I7kx2HRs/iiw
3b3TNdP3FES+vM0Hi9DXIitB+1di0OYJi9c8Xiu9nu/HyomA0icC+wUE6BRhdAxHkhXaJpZMuhA8
PzevQfpsZ2VdVIU/TRnhPV2s8CNOoMUuy6LMi3Kc9v2BTPWdjLvyZuFiv9RB6RSEefoFDoVU3t26
SUewrZyGy7Je0phAWeUiuG+13LwK8In6/ccr/Z938J/v3g0L+O+JSlt30ZubphBbkHPJ1sfIqOW+
NS1Vu3No7175vR27d8Y0oqF2tbIfvGCZWAVyKY61XtsSG0HskT6Z9EK9ZJx7Pm/TWR/gyrJtDBa2
3phdopVBRtHEX2ZpXul0q74pgjl8//K8nxtFWkIoU3JuxHaUFNP1wYnI4S0lllueJyaJRlBcYN6c
Yq3r4lqm7uo64IXt2s6WTGZNisdbojDGt3k9E0YNQ/F2qOeHZA7D8vq1c3IckxEdHaTE5o86RRbx
Xwyo+YwFaZHLoZktc9qLoBouQbyn6Og6K4VrjunYNCiQttwSsoZK9Fw6nI0gKIbkqtQsssZgbnpP
gKvtU9nFwe3LUztFx5+GdIQthU2PVFvy6jydmqs7LhdcnvvKLtrfTWzLd1YUDUcR9fYnsYz5D4L+
5AuNfeq/PPQpesjQa6zVDTAoXVnrdjkdOjV1rF30JfdT0+XWTHlU/J5AM4kCkyB6dQI/vF3bdMtw
4Xue7R4W2cVTnmW2BI+rzcglaKlrzyY4QkoPMi+ENQxUhEg09powMR5fnucGmH2aqGULDMcUegvH
2B4Jo4qrPNYVuc0guXY6d+JiSLJ5foBQTJrF+M77wIqsz6pGLHZtNU5wH1dp/NfLP+Rse5mGRdil
6ZFL7zJj20dybkWCj6KV+0mn1pykwEpkpzfkUr6gZZFcOyhe3NPPfGWbOC8NfQ2F1nZPI/DM0Q2N
hMHOsj7nJU73uh8nrpXTNU0M4bWL9DOJPFTVYf6qigwLbwkpFHD0ep44uNv6WYIPmoij3M/QLB2F
Ra9GHoWq/R1GJk+YV60uGiG6HnCWdMO2GW7bcnhu7V5Mph75Ge/TY98POBbUyv6atbghN7ilXTo/
m0i7DsjlRagF8GWG2wErN+loMVXGftk54KGJNeyyy/F8s2mAjQ3H4YyucLCQBNzTU2qpOIsqV4v8
Ls2x/nITfbfgvOn45WgkN7aYLl2cmw3z94DrcGxWuDPbYEvbuKEcgir2m1AajxkP1i9Uc6niYWnX
h+BA0TBzUF/+eJuIwKDSRLYkdNMyyU22EaG1nGZM5ioEjB1/BkAwvlv2PzPDfh3XkWNgS8uA+MZB
tLhTzM2WjOZYx38oCf2ZYwE9IUShmXXwK430EhX6mTnZto6hp2RA19wS1EYxzrSN0TWaWlXJ7mlS
Genpzl2n9/LybQikT9PCp5K0wgJtXaP66S7JAttKWomQu5LMiDZfhQLwHLvhTVJbS3KgE0/4XpZt
cL/kPLU83Vq60FdTvgTXtHa1szeVPmXj/uWfdb4CpmnYpsW2NQUVks1iF92AvqWNgYgXnnWBoJ9T
rvqEnof81euHkuwcnsgkCWeLHS9ZNBVRGPl6PTw4/fgA1fFB8NevH4bklbtL121dbWeUxIlZFRGQ
eafTzr7Qs2xvJsrE6KXJ/sXiKcpAjpDsVDbR6SeNe+GoIYVAPbaw9KN4Ce7hIEPfWP/q5VmdH3mT
HkCSdnDKNXR20+lQACw0HKdA7JNlwacyJs73NPTLbZ4SY6hvhG8smtL9eHnUzUuEo0j6v9YqFYUp
JrOJbEORakEi29AnwrmlL3hr3o/WarnRduzTKBq/LDEKgkxRzulUfakh4jO702F/Kp4Gklai22/J
Y3lUaPbW+3+ojHeOyIzHMltzg9xGJHPhiJ6PxlSFZetCui7jbhK9PM+qHgMnzaub+UHLNYBvu3v4
X8SC84Eo9TlkViaVQ9pmbj6mnoyKhpwzQOcyPZ0ECmf/6iRg42XATiAdh4G/Xb2uKqfYRvrn1/Yy
7GK+0ed66rH1WP/q5Y3yzIzIy01Wj+mcpzBj16lQ6hVL1yaH9WznAqfDf3G22QgmWQsGZUTsLYMJ
1SsZcE2dVJlReQRv/ZlLszgmUffz5fmcJQ62Q75NGsieIz3aOh5akRY3SQfckZiQbk18MHaXZ/PM
IFDula2Ta6vzQTonn+MyUUjFZVF8NK2o/c2JMq9ePRXUa4R2nHaojm6zk3wsaypBU+Clgwzfc78U
R/qnXXrTnm8AZ10vA56GJFCc2XvQJC02oy7w6JRnyJ3J3Ibr3kxIn90U9dSrjypjmGva6pCKWFsd
cTC3ReDMQKVGOc4PGdbjt/UMVJHZzqWWJs/NzMYmmXQLyO7ssMp6mXVKA9iM52kw7TI3Lo8i5eFe
1rFyLtyRZ1sC+EHXHcSkUhjnb80UtcwM6I19XCDMK/pP8YqO2Hyv3BJkjSZkCAID+8Ha+r5oS9rQ
r4Ve3PG63VoQVyxf1KsXjlFYNNC/9Trmzjq9svoqGTS7SQMv5NE+IpxTyJiwYHM+kEua9QW44ywJ
ZzRIHAShp32xzRqnXrYKMUtAPSONP0tZwl0Qsv4w6wP19sQOL4gzz74U47kGnh6kMiZ53SZxEnDW
69Xb13uClDUbmtTkYjD46i/FONI12Q1CnuVMAU+bMqFJlRdlWjAfRT7xHFTBVM/ha3ceHwqoSJGf
gRtZW5Hj3C1NZcYjJwoiYEpxzehKL1G5e6mT4pP91x9kF7luiTUzc0GoiBfbfdGGI91yI85utsbu
wU0xTA0C43sOG+GuamWAAeBYlW8rl2KnZpoygzA6J/A7GixvvGWVrdFwlFzVK6TQjmLO+zv4DS1Y
dpfHe92Z+/u+G6xHq7Sl5qdR1t47er58jtwZ7ADgc36wza6sjnXQU4hy6oSX5+iY8XtK2iCOXWjx
+I9Suw5v05ZKww31yy91MMrkkAdW+LW1uim6MtZX1sM0NsE9mHorsfmzysG3RNE+jEulwvsW5y7T
owwo39WhoZZdC6Hhzp10HLCUGQbJ3iylDa6sDPfXgmVm7hHLR2MXNvZ0s4Rzqe5pO6I/Qp0l3VFO
D+jz2h2mgB14koPdcbFuz02bqXZKeselExA5bJtqBYWni/v4/HSqp7uU6iJAL+TV01gQsBzCNrge
TFUCJ8lsCu4Ll5Yey6gF9/pcLRdAu+3xlALOrQGpSpCgu8YWOSubMQMiQuqO20L7e3Jz8zorhvCC
wOGZUQik4KsgZKDlWwA7UVq8WNA9vGaSpOIxadZiafnHlz/R9gZiLi4cM7BHAgGQ3CYLD2j907eR
CKjd9+Uxaauw8tos4AWQ2xcfGs9MiRcaB5TUn0R4my6kSdXHWFRoXj9qcNDxXNyHFC7/jjb/cAVP
OHD/zT/8FxzFN/GPpmzL392WpHjCa/z/icnIt/2fiYxe2Rbxt//6Vvz8r5tfzfIrLIe4+HZCaeTf
/5vRqLv/oXKiS4yCnRVMW8nbfzMades/IJfOGlnZnIDy/Dv/MBpN6z8gfpYh4EA6IHGrl88/jEbT
+I9lA4NACIKAaOjssldQGuWTFdkfUX59o0IRIdjzJlgfIZtNOyGOtvLBhMg1NC2EOjp7axB8MvVG
FwumK25RtV+ppIWpR30L/rwihto+tBLqwt2EYPgqoa647My2H7+FtNt4AFLDCQiNMvWvErZbsodz
5YR7Qj29QSfVTYVnGVmNy78N7XZnDJM7webJh8Wb7KBt7i0xFQFu+bP4LfRszPhX7WDa9wOVNc9O
teyzZpFZYu9phIsPNxiqfwBifaBhIYSGGND4s6uZ8ZcmjNK7xu1d2AGZsj6OY0QjmsBK6WNQLlN+
G/CWHPeB5eABVIaGfqPDcEh2NdWRg5phW73p3Fwt17nRNkc1YDHgDQrlf+j0zRG+jvsRFwj9DSSu
bAeExR8rC8Xjuw+S+3iWWe336ENzb5EDSnS7X+rrLqUwy69P/4I/2hyzvNR4j9kzxIE4HblvxcJ7
A19vHdtbTSb1h0Ybu99tVOTBMYNfU+7qVHPFzs1jN95JIqja4xrqyhvgTNQ8sCziwZ8tEez1WtCI
KbCbKIQA58aPoylgOY6d476VUWpFft2NlgsQmYVvtKS1H7UmV6PXO2AUZSqcH5pZLbMPwlAfO8ud
sl3QxM4NV6Kin4DKo9ofsiB6oHmk1Xjw7yaHfgppep+rvLtvjVZoHvSSKaOrFVRqH2f6cfASovSd
nVbBowHFZ167gBifjUYTNPSu6FyOUriBc+1Y8D4UtBB/oYGR7em5GT8MWYIRGOeiekicPPxeRPYI
VSIoHQX1PV++5KrRQy8Pq1zbOzMNehhaCMTtaQHji1Ku9W4Z4lzflRWlxV1hZ850FZo4dB1tuzcy
bylLtLB04NKPyTyTwVVNHEMyShKMZWM76j4Oi8lPq53e8OTsJrdZM5ewWGd0zRll/XvHXtLv8SS6
+8nGKAlWaajfLWNmQDRAnvyxc5vQ5ppYNRxZkMAsaOosljs9jvO/xsGaiz24xpyupazrMCiXd7PD
R9zJdHQeIZNK21+mtll8s8hnpHuqjT5q3K6L18ez+hGT0X9RRAEcqLVB+7YyDd4XDnq/G2tuFOxG
3IY0v4/H9FgFaaW/keOgJhDjQCRwJpvQ3U2hrX+2asfueJC23SdjjHIIEHJpFBraoWwPDSRV4ePn
DfkL9X1S37vjNEkfcq35U2RJmfquqy3v0tQtvsRTZvxwg7z5VYyy1vdJBe03m9P3bTGOf+WWPv6V
CSP9IMdIwuZsYYv57RRVNC4GuROeoQfqQzBQrPACR6dOqlsTPL9Jh9F0JTPVuNjqiY7+Oyob37ux
cA1v7uAwOZ3tNbKvvmhtt/yIWid1vF7E0K5mXVQOVLUl/OROFn7gHY+WAxrlzNipujB/jlVqftW7
YZE7Gp/ARjTU6MC6hl6yj+uyhGEFTJrtyzB137etNOZdUI20kGiCogu9AbSvvnb1Hhu+2Aw+CEIY
XyUwQhDBIOn3Gv6G8GDmuWv3zdTV8x2n1eJcO9X0a9HG7P0yBnPmWULr7J0WFfadU/YwmUejhnCT
LOn4g1tCK3YW+jSoMcKojpq7rJbIDV25fMNOsmivKX360pZGMXquFUMQ7ea+XLxqnOLyLimj2fLd
SU6WjzWL5vgJBv20sQyb4gc4ecIyjmP/PnAjNEeNVVofDKcWv9oplcI3F7TOO7Ag7oKlW4waz8ll
QW8Fnyc9OPipTb5TBYkG6FpGEIzEohseSHZJVaLCCqAfQlu7aZ0JCmNsNTO0cJpgfaZKhKwpcsA9
bwoZqo8aqKpLGlVBPdJ4IN2zsXLXt5suqd7XcYDNs9PykXw9DPXfczEYmV+HuZV8XKolyw50udK0
Bx7s/OMR15XrQ1nq9D2Zdgf1zrVwphor3dX2PVf2ozs60F70MXZ6VNZO51xpaF7uBdYsH8qy1ejk
okW94xswmr/3RUFrqd4s+5uyDBwUI3rWeUXc9j86mDtvB75efbQKJyzgv7+FflcM+KpznDxMWMJ0
x+MmulCoXW/t01sdaEJReMdPwaFQuwLGf6hVzWK0iOMQJNwugfOlhdEtt7az05wu3BtJYe2ywS2O
czL8g4y8KmP836WDb6tfxceu+fWre/Ot2iaO63h/ZqT/jP//Vt1CFvY/J4XvojiLqyoufrUnmeBq
dvJPKmjY/wEJ4+kuqUJKsRrP/5MKolOhnA14BaGF+s6Kk/2TChr6fxCU6fAKgNGkQU3q/6aCZJY8
CMHWLH3F/UkgX5EKbh4UdOOibkHVELgW7gZVhNMtk1pGOzcDBvFwPrUrwxl6mkK4zevee4xCnYD+
xTrFGIok20qenuSVibx1uXMHS+7nuK5h7eXj9R8r/wxj6XwuoEuQMnTpmOS3204y89CpzB3c+a5Q
ASShTlt81dI+9eVRNlWXdS780WQhFgxMwRv2dMWUq6nSJlbfyRFQY6cFEYiqxCRbei6Sj28lFPrQ
s4NQoRqxMyJlrKXEyJd/xTNztVZ4C4UTBVLKQKe/An5haOHjxFyh2O5AIevDHMhLnUO3ZdF1shQp
QNKAngDbtw43aC0mLQqr8S7utDTbQTvD48gQNUJ7tkkb+xntDe7paq59HpAUDD5dvHK0T31v7yQ6
ENrCw3979/Lc17n9Eeb4UQBgHKQV+oc6ZW3AvULVTQDuMtzFS/ndKWDu6035c9CW+gI4v8FF1oF0
3tpA5qv6DLTidJGRmXcVJPrhbg6j8keIMhEOqZ3vaUs63Zcwhi+Mt6XcPQ2ImIpJ2dYaDzagbJj1
bRILZjY4Q+WXNFraJek4fbW4flAiBFniafng/A54N/yEUh/9zmLb8TVg6Uv2jWcbzCTKwJYg+PAW
dbdcm7acirmaKueYEDl2eYjdYsfhu3CYzkfhtEK2pkGbBLDdVgpEo5SBiMI61lOt9ktc2Le1bfSv
PSw8cQmYpkt9m0LLlmiiZKGzL6vqDgQQQ3tHrx9ip9S/vLwt11B5si1BfwwGEg4Pa2Vuw0/TI0kB
DM7upB7Gy1WUF0m979FXMbE6Gb9WilzFW5Bk/YPXcBk+L1E8P6YMzf5ECwnlBHxos1FFEFX6MrTl
nYMiGqZwmKTFrqmVPHbDhFzHWpz2w5JVjXFjRY5KPBudMHoJUglMC9M5eq+pTus+vHpBFOQF0rUV
hue/T49PNuSNMRROc4cVel/6cjU04lUlit9ZktTqykD+9xt0t1X7lwc+O7cmbC1rxeN0Hc2Ls/79
P/KgiAJ9PWZxducGCA9jxyp2ea+CXStEd1enZnjh3J7v4nU8El4wekUtzzgdL7fRANZGkd3l4Wj4
42SMexQml7DgTXZHm04AIL4x0Olaj9xGIziGoH9Fnd2VbSKNe57pMLCdxewm3KvDUgHW19MnuLzJ
r9ahO/mrDxFY1ZpZ2hTF+c8muSyh5GPdX5Z3ZeNysaYa0hZaql8ICE9Y8+kpguhmr8peqiq8GTdb
Gby20OJaFXd6KJBjZ1qBCH5Sc5xg2oSqxV/axrk2sn76Mdgi1rywLeuHwXXyL65dp70fzk77mTeD
Sj271coJ6UJt9buEeV1ytNwo9SkxwYnkhhDrDufQbx3/dWdSsVboxV2PluvH2M3RNULgfAeuFFPJ
KIbPVTguDxX94nfYRfySvN5uXUvEX+iyGtxInim0YLFMUMb/TkGfSYS2hE2KNxSkIGpZ1L4AH1fV
9J8HYB6HZHSLZD5mWhfd9+mADaY01n5KlU6DHsRjx3AW3Q3Ncuwbc8FiDl5X+vPlX3F2Kp5+BBUr
9szKhtv8iLoJkf/htn0MI6f/5FhBfhBJdnHDrIfrZMMwzIqwrhkZzJBtNjBFSqR6O07HYIyBVzLc
jZBwSllA/DGxUk6iLPvaozP9WKWzGeyqJXYa36BYdVWmC518eoj8lw7LWYqyslPXkg2Z/0oj30Sg
rknLGS3JdNRWdU/Uuu3tbBnjFcIXceHEPDOUyzNA52NTFpBb5pqRy2rsu7o/JpaMdhONOY/xvEzH
AS3n71d/Ufi/3NUmmQo7fxPnLPZURc+l/uj2izwA/ZmgtfElmv+6NqcfVJLTGRwtxoBOvtk3YkkE
vJGpO/Zp19/AfOUgV9p8RRs0Xv2NDC6UiZ4dj+qNbeiCkrHcJF2iGDJjkYwnDK3bTbj57uXcJSgu
TQib+pJeeKac5QlQ8LEe/BuBh7y1nps/bifagQVjHTr1MZxodiZV9b5f9M+dVB8nbXwXFIZ9YYec
T3CtFRGlLMXtATPndEC9QeWUkflwQlDppjJp35cqCT9owyjeIIES71/eJk9f6PQLrgGI7Jm7SkDy
28wwbOYwCKxiOWoN+YdnxnrpeGZepvpubGqBVHKclwxYRE/iW2eaAFTtWle1T2oic68cF5DHuRsB
kPoEn1pgrAy32q4ooqvEquFMjYsTD/sK5ikKCquw9btGhEXjV21tK59kdUFrPEwaMktNLfNuHlZv
D8Tade4hqJpzj7A9QuCkl9nXl2d/HvaYPGxcHktQHs54XaMLRtsC1B8To8VCJFyy67ZsX51yrA92
QVKl2/wv6MHpN6UJwFgUoakf3bKefuVLb/oR/KKHl+dyHlsYBV4N4ZW0FnHrZpS5LLTKXPRj2+Tj
myygYBP2+bAPMrwoXx7quWXjZc07QFpQeeRmQktoZyVGAuJozxOdX2JQPcTLl2yJn7kZmREvuhVU
4fW8DWE5L7dA6Jo4xrKz/Lqg5ud1NrZb3kzL8b0z4lbHT+lpP5KYflcFJRBjX1zgiz43WROq9kpR
IZM7yxsaOyUTKPUjAuHyCokdOrJSjReWdNMnj/SETcIfLmBoUuN7KjX+GWkwF1lEVhb6UaquusWY
vx/8RLXzW6oKSePVnSEMGDJm8QDDSjcAdjWhe2ZSZ6VvhmH8xkKEnL2RWdJfuiCfXQHLopgJD4Ae
45vPbVRc6GMX6McqWgrfHV0b9S41oddvKmIfLBQAKJhUayj+I9TOViNxtjD0owob+jy6TvB2XKS8
QG56Zi6EVeAY6v/cIFuf46B3w56OFB2Ict5+7JPevQpgN+xensszZ3FlCoIH8tazsTE7nUtsCq0G
F+mO4BTlFTp0dU9znvFWH81LXnBnF8bKR7V1EloeGiiVNstma7lq8Taaj2aZRt8EPYYeIfu5fsqO
+9Ahsnztjai4nhBTAWtSmSYEnE4N06txAOcZj3g9YNTqBk7zCUJ68Vfcy+aulHPgd01cXziE569m
uDXQtziCK2aIw9DpsMKZlTOEnX6EGjIekXTWVGGaVrxvMjS9Al+ByquMJH5vuOF0aHTZf9aNoZOe
DPPqRiwyv335E59HJ7J1Eh6ekByJ9UVx+ouoX6C6yDJ5dEfTRs8+mO0uz2vzvcOj51DjI/TGTurw
TUf2frvUTQ7BTdD36+WfcfbQXH+FSWJCSs3ibBOwlm5bnNlSHrU8El5Jzx/XX6qhugrCINrXuoHy
OJLWd6EF6c3LQ58dpXVoKKM6KoQnosPpAki3SN0gHOTRKez0MZim6HuuxR9ePQhA8Soqgc4J7XaD
S0AEjOfC7ozjkhdZ49ldT3JR5+2FV9gzcwHEQwDE7Yyz1ZaDWPImWYDojCNlv+xrVsbaLZeftn/1
ZBwLwSWnhkeA2rbznCiARfBUjKPdJtnnpKnzK8GLrnxtJF1hFKjDQIJgECze6YcxtLSiQU9lHJMg
NXdjKGNf9XF2IcY9s2QOhOsVSVnJrxZFlD/jdawKvW2LxDgiIxx8xLnxXsvK5cK9+Owoq4CSkh+M
6G16mjp1aXROzSiJqQ68Trtdsyhx4TCfxWtWTHH3rvc8WeC214tdTF2e57089klQfcBPZH50ZWbd
RlrUFBdmdB6wCRvw9lb+vTCJH6fr1jjTEhtalh/1KK6R7qX2Z2KUdtNhNnEdOhr0hpd33TOxU4Kk
Ojafa2WLbv0QsdfEzCWLiqPTJqOPfUj5BpLKiD/IYNy4qkoVBefYOnSLaR5dVbdv80YbbhI9rW9z
7slLqvyn5Tx5c/DOdkFewRoQFwEhnS7BlBXRDEU1PxZ1ujxGeWB80suqw3d4LG+VMdpvVZ9nxZ6+
HWFGvcamEwEttdtvDXZL4U6Lpzret0pG1XXq9hVaVxLEjyP0Sx2aa1Fc0ls9E+u5eVyD+gIxD5nB
JgNqAqhSLfZpx2yqW9rTxLQtaYbwI9UiC1uYeEj3bTuNv5U+w+XJB8rP/djB6Hn5S66Pv8268ZZ/
QsXhMSLLP123dE02SpSRR2sM6OIscuVcdW5V3Ab2AJ83sSUWRiWCszdlsMQ1dNkl6i/EsPOjstaw
IGcIAFQbyOT0N/R0cMBVzZKH2nb62yAe3Z1LQuBhS39JLn5+9tcoxmEhxEA93cYxGnZkXDGVcdCy
oL01gkz3ShKhC2f/uVEoma0KUJsM46yq2uZa1Fb0F2e7O9d1NNS3QRJeagr/3LKtcX/VtvKi2cLO
I9LgMpmFPMSNcw9L9Yc2mIWnB/V09fIeeWYghLorHmOvTNrtohmSNFBv8uBgFmF/GIsOBw+l5Yd4
CH+/PNIzCwdzyKJMI6jXgFqc7gQ3w8bXhF93gLvbXOv9VPhxhITv34wCPZNHLRjztvPnTEphWCGx
Pxrs5gYbmtDrcoo1L4/yzKqRyyBxJi4TlLZZdGnVdSYxlaSpAvSXuo4rulS5mq+rQF2Y0PNDUQxd
AyD352bZKKQ0jTa76lAGsvoR1+13hDnQ1WMTYt7rZ0Wezq3p8J3I1U6/UFdSr9GiRB16uAI/zNp0
rjBlSO70NLsEr58BZSBHvFx1oLIVX9+2VjCXEiszbWbbpaudzJSn96XUqnxHOa87dqUT73DMDvUL
M3xq3HwaEhnX4fHDvQ13/Kx9eSlTZUVlcBjrGPs64i+ktmkx3G9pN4zxLbZI5je3K/PHucI5xev6
VPtVlm51GydKJH5M5ve5BgT6C4GGftN1fezs5TAUw1XSpvV3uzEwiDKZ0Hgt8hC/IKw3m7vOMQY6
sCSGBlmLwhz/d2iMPxtEboNHRhfgdqM4Fx5/qvuA5RCUq3lRlMHLXim86LToOk17J/ImiwxwV9Vu
+6E2hFn5Q+CE9/zzUe+biiCxr7tKfOimypj3FR1HvvFr5ZcEwUXjKRQtmHa0s/u1DLWl8ea6CtwL
t85zn5Z3JXnrKms4S/TqqgnzpQrUQZbuQ1aVn9x4bmjZpL3Lk+CdFnUXXpjPxBWINggpgH7W/bS5
5eSEZ7vIFnWwKxLLAYovUpEmvoAkPzcKL0kAf6wiyPzWv/8H3IAcaHay9cSPaZzusPKz/KTJnQt2
9M8cdt7KtGUkd6DgsQUCjAk7WOiJ6hDAArvVTDm+Mwu2oWn8qxNI5Aelelq6p/rXHxOqmqayx2FU
h7xbup1tTsU9eIroPWzv4pvUCqyrsq3+1TKSOiOBW0lJzibEAE03gZYRzYJUlddpHLVeE0/DhY91
nviszJb1il6Fvq6zLvMfc6MJZyQXZG8HhaGVn6Kzu5rnqr+txmZ4Fy6lzgGS48EIlXHT9ZcdB9b8
bhtl4CXwAEFPx9bcbBa86scSG0730MEI3g1g2ddNEBq+PqxPn2WuDgg74H+M+b7q2/itK2k7duEY
PrdhMeDgC3Nt8F5Zj+kfa9D1pQFjK3UPZICljoNMMz6m1hi9Pn8wqcMD6a0STSrkp8NkXRn0w2wy
zFK7ngYzfoFgGUt0YaZ7AYx7Jq8GI0N7sb5KMBXZdqCzMiMosLVzD0HtwITGM/UTZoDj+4Gy9a9+
SmlWLrvgTdX331MYLfexpQcPL9+RzywrxVcwZp4ia/V182kxj6CFwqhph9k0CtNr7MrdCYKhdeHa
f3YcxP+SsAYGsMXNZIjVsMSG79BUzXwvMDzYkVRZH14/G2rxYq2vrnyK9SD9sUlio+OPd93gYMDS
P9pd1u+m3no98gMHEvoMWRmhjVv/dJSwCOJg0JzgAConroognHau21yCttadtjl0T4wmuEDCUlRo
Tkeht47ILSixhyImO1+cQv8VN8p9Vxdt9KmVGB1d+ETPBGtqpQABzI3JbZXXhcgdRDQdqea0FoIA
uA4j2tsdBOhLlfBndgOEBI6Z8YSebTvXDnoQRYlRq8MgO/OGYo665X17Cat9ZkIuvnfAQBS3z49X
FBqzgZukOhTWQvuuurLv6y5yj8jS0gvH6JkkYdWrE6CBNsj/NsdoHvqw72FqH9RilRhqKrFLkmZ+
l1aaczMMsf5JBn19AYGUz04QzyWgQZI/RIqnWyQbIAgAfNIOaTaLw1QY2puVQ/W7bA39LlW1M94O
nZN+RO3paHRjaQeXhDSYjoJikkRraOCimK6seG2GF+W17bh8nboypYyNCkT3uz4Tn/FREFg3Vn0X
IqMIOm5XcAI6ynQWVP/GDi37mseCunNnHXedaujxE9bTwv4qp6J6p6Ji+qxJO/3LIJiaHj5U+bVl
YiaAACEU8+7lELAei82x4aKkokvRn8fZtqsvCcIYzfO0Ppg6zXOS5f9wdma7bStbGn6iAjgPt6Qo
2VIcJ7GT7OSGyMixOJNF8un7Y9AXkay2kAYO9sUJ4BKLi1Vr+Ic+8jyvvh8tQ94j5yIORuHrR9mD
0Lmx9JWoZmkyto3RjRzW9rr+On1qOZdtW+vecalWTOrcwjuiszP8+w0FQIUws5l30Oi8CLXC5XIt
2oV81EbkEFGqEsNIdBGQALpV1VyLr+2IY/bnw+XcSH5/P9Dc1lVTVA1HEJ5Jd4lejJHeoNtrd659
I1O8tndQEH3K9s0N4U+h89fejbLWcCod3aNXIj48tYg/z63b/HtuzWOwZxtWg8z3ovi0RF3lBZXP
MYGlcgfxz48sr79Bbbi2a+DdCYANpU6Ne75rpGeZq/LEPdZoAEcx4kH3dmvIQzEb+vvXg/0lChes
Prh7VBGYRG/85PO1OJ5JDOeZEwAl0rDqCQGgdW8yJ2nCdO6NAOZ3EnRWdSeNEYeh5TQ39af/x49A
3YQUGK7mVlSc/4hGJr1oEOs/gs+nlmjzjY0+okzuN85OTqN2R2fIQCR/0u54s+LejpPiEHuQqG4k
ide2HiwywwU65nyAF9vhWcCoxJpR8eN2crCnqbwbhbJDx3TW3etPfe3EJwuAvkTmhrDi5UPrsb82
gJKPJgEbMtJNntih4iDSZXrToswTwMAy/00rAjoTZ8sWUyRS9B69ixMGkS3pZBXxu7r2sPfdvNn5
OtDK1x/t2rfo6psIJxhKEo+LHNjWOnfIE9s9Uoi6dw2k2KMhje7GOXZtlT/SF3yKKJldZtqZbU5p
zfDr2ItJCxnVZNQTOIi+/izXXhM8ZL55UhrKl4ssSuTGkmSasOB6tfrBMGIr7C0v31wtFthiao1w
Y+8fX1/0ZRiCJaKu5ntkNsRFdP5BAFjWM0wSnKPb62M4uV26c2XRB3xAt47oP6nS+X3HWpxnKG1w
I9iXSkZiUK7wkG0/5l7ay0hT1pTgK9dBojVKeglBU/vFc1dMGBPp7gjCWppx/8bGE9wNjKSkY6+l
kDjrYkgsuCBt00YeBp51MPXVsAarJiY41U2r36h+tii6/OF0OLbkFmAJeIHzTRKmJ1IIBNbRNhLm
p3JpHpQl1ztVODYKlba4NT54GXCbvBp9+z/Yekjr5wuW2djAE2it47JBEIfRTO7nxPZuhPWVos5l
UIu8DzY8cKL+IF3+uslytSqv4sA7omQFhj1poR370HZ3ztJRIxtFej87ArcNT7rHMinUbx/u5o1f
ce1Z6a3SCwHRCTvrYnN9KLuxn5vW0ZSedphb+8fSq1up1rVFNmIXmScML2Qxzzd0grPsj3NuHydM
TMLaRpZkk9revf4xXYsTTj1ubFJQpuAXq8RAjgTsZOeYqIQsp3fsPSdkE0oS8T1F5a3x8bWPF4Im
+A6W5D/bifLX+0v1Qe9NK7aPq4/MCDTS9qik8B6BQZQ3EvgrG8iQmu4tbT4QeJdHoNU6eAY0ZArM
nDa1mFbBYYd+pv/zgc4shOKEVhydDTKg80fCW63lVoqdo2Q689DD0D/movjw+nt6edLyx2EyMCGk
R2VfaolWS1kR+INzNJvejepqZFwRa86bATPa3WAb6XFZO+vw+qIvO2MEBJUXQxi+N/gk50/mNgIV
eaf1j8AvVmhIkzZ+Wrt2/J7OE0YnBv/8KFS/pDurS/2v5WIY3bvXf8K1l7hxdZg28eiM0s5/guPF
Wef3q39Uy2Q9YdHjP9rjzXvsSlRuhwqJMRkys9iLqKSYrCFq+/SllPXkCcN81No5ibThpl/4leeB
NcjHppvcKfBEzp+HAY2Nn10VH1uSyxCiqL5LKlfceHHXV2HbNrYaN9hFSDZGPcg2T+NjTlH6Dh3a
DK6xfkv28doqwApBhGr0ZvXLqgJW+0o9QXgIIKMPeD4wZ7It50Z79mXJCcoccKtLJr5pl1/smG7l
/G9yvGPptu2dhasNDmIoFxS6rNGetrAx6TQDlafG+ufhLStvwr1QxqDhbXzdv88qtXor7cOCflfj
6W9HEx0InGUy3CVej/Ht71zc1RzADpyxjdRD7X++TsYcWpbl2py8DNE6E6EMI8iX0Xk76pX9qUiL
PmIg4/yvAeH/SRa78voIRM0EmcSIFb7S+bJ+X1fAheL61CQVlcS6/LZkld44hP0rnxb8cw18yJ84
cS6zNWtAg2KO81O5QsLHMjMTxD3N/jQoPb05DFKZGqZVpvG7E571QZvNfApGpdZTY0OwDZepKjf3
J0S2AoZehhk6WttkQdpMQ3GXlAiN7ZZ8Wb8KiyQrzNpGM/fTiNhgWBSO9wx2wtQiHV5LHGK7hblc
p9bUi3Svm0XI6NlIIzWmxqcVBwMtwDeuxtOSw/C3AL1S7jbxdRHIzM20QBNpod5hFZeau7xM6uKe
aknbMUOjiZcLsSbwYLWhCaYBEd2fiym1r8UCt3THlFwb7zRc6+r7YVFoXY9cS6D+HTop6BA40o0a
BCus0JzbcYncGQXIwFiz7GtiY/Czq/GcGYKMdujXZWjciYezJj10cWB4iie7HnZe7GqPdmMju1bO
vXmXFSvg98zpOaQHbfKDpNLzz6gkqDLM6UvHXzAHLaeI29hRj5Zb2f+hqDJZD0mMrAWyE76WvbEQ
/TZxC5DN71T33rvgy7zKhMRX+EJfuMCzsryrndJMg0FHiz4cjLXz8RrB7aRJUEJHkgFMZ2DHZfnb
lFKc1s5GnxEMCQ5P7prFn1//mP4kXxdf04bnAgWBSj1YKOM8rD2VyDHNnfE0TV31oW7S9G1TOeIp
H3sOqCQdh3tnzdWdK8S0d2bR7zE0dd6aQ+cJdOOTODCb3H/StfIW+/QKVmpTIeZCZSwBI+uyqtXH
emD3q/mEOOX8U9MbbYlmLen7MchqI1/v54URcjhUpdY+xNhuELduWX2v0QD7GUu97gLTn3oRvr5l
Lw+CjZ6x3fCUcYA7tn//KyczFbdVDWv1VEjU+sKRnv5b227qW5Xvy6OAdbCegErOoUqZfb4OrmKJ
r3JzPI1t5d73ldDf641h7GkaOZ9ef6Q/LIHzKGAtVLXA3MGH4j/nazWUa7WWa/3JTfUCZR0HVxl/
wr4TeZ+yKSN/8bssmtIBKQIDZ6RQ9ZP9xiRiPxoeoijBrBUztBC3jX/N6Lk5QV+NcRvM1LvVbvGW
9rmcEESKlt5Lj8yWkFcBG549Iq+rW0zmpY8Pmi4rK5x5Z5hCVMX8VY0OMgRM2JLu6PXr5COZPnW3
rIlf3ifeBsQj1LbBKTyf82d31nnETKocT4pjYGfIovrdZEN2UOtS7RXEmNCt1D/KiNI8YVE4boB2
Nlb+JSvUNLosJ00YT7g3GkfXltkbUD3zHntLcaO2vRKvwKlomUJlADR32QCwqowzUk97APBOF/ar
Ed83kzH98+1P6wlMlbfhT0m4L76KFTIgdHq9g1ij15s6TLNDweoWl/fKN8GUkitky3Gg11x8E6Ol
11mOadmpsCcjLBd8IcehVlGd4bz4+jdxdSlYuzwOIjZEyHlYlJjXOkNbdSdRb951haYR5DAg20p0
N06UK53TTUCfqovEiV7a5TwZsYw2c7aUBpqiGcxl7kUINplhg//bh7mxh/eMMPo3MEOzPACUgvQb
ilB5lDRVs3/9sV8WMQxGYYZuCs5b3Xmxw1yyYsj9FqW1WbRHO7e9twIGbEqnpoSNlixtt2/kktyV
nBeRNg7ixo107QfAet9at5x5L3qZxlRDLvD19tQpXe2r3nXwgimMpdrFshq/CeHy8Hrv7yu+q30K
1P9GBv3ye9naQNvUhFyPedJFNSAaB89s+Gcnr7HKoJLjGilhyhv7fGWVba6JgowJHw1c2Hl45ahH
9Z0BZNvwRx2wht3dVY42/PNXuYF6GTgyVuJgvwRLILs/GQuF5qnWRhE5NLlDzb95gl55FrBqNP2B
bTPhvJwOw7ko0nxxzFOO/uyGQx0j7hFxIze+usqmxM4HAsficl7CzJEud1pYp7TNhvs109WHnHzu
1rV7bZlNDIeBDJ++e9mkLQd/sDs/RgKiKvrHbkqTh3XO3Rtd2WurMLInwnn5JpnE+et3UdPD7lmY
p6UUTJfssnocxaw/vf4x/7m7zu91f6vPAZBsw/QXgNqy9VtzajPr1GgVGmqWpsR7w079XeZigy2c
3n+3zHLceUrOUb9MzU9LKL8OZJvVESZJcj+OUo/MvJmoHcZllxW5i8VvVUUkldQDk6qj0rLSPXrB
TUTHTT0YqsXodgMC6VqbHuQgk50EA33j0Hx5PjPfplbfHMstYEgXhe7kmuTmbmGcmBossGRdP+wz
D6Nm+kK717fxystCywURJproQLouKQlY7UwcQ7o69c4CJYD5UkexkWTixjovMxGegwb0Jo7Ak11m
YShsFj0+f4rQS9E0rBv9sVFN9Vy0M0Kelef8WmV7S1P4yj5SRjNZ3c46KBfbefxXOhuXyl3qzGPR
Zinv1qm1H2yYazJYJl27MVj9k7KfxSODThBqG6/njwzRRdibjSFk2TkY06aN85MnWtf7sYjxylYj
Ip+RLYoEkHSFozg6nEjpRYUnXPQDVyvbTWpdT0DCzK/GoDv5qfeRDvG7VS/wb6SFH2wi3ajYW5Bs
gI/Ev4e0aPUdiVh78otCaEFj130b4TRG0ee2cDtz6lFCZrCtGKloN07us6E1B1zHhyQLK9WjlCjs
yTT2U6eWD/8YVpQ2tIGABmz+WHS3znd+0OiMu4WYT6YbZ+/Agazktze77y/eL+wEqM6Qdx34rC/y
mFhoeV/BRjjZraXvkRRLHlqoC/saR/Ibt83LPIab80//EzANJ/Vluy51tQERSys7WZXmBICj+p1e
6tkhay0jC52xUe+0Tk33uczNSNhoPaYI74Q1Kg03LvGrPwUAObPcTdHsxTC6tsou9lE/OeWZl7+n
rDf0wAUAfJKuXmAHLryEOVPV2z86FB8/ejU6MWjJNto3H61GLXr9VV95CXS8AUqQuTIGuawxhnQE
SOu5xanTlyQqh8nYl3OVRwVtjX9N93kHAD4oG7eTn8HfeVRlyLe7Vemx1LSiHTsuWZjzRdw4ql4c
ifSoaMLh+MRQh8Jh+/e/Tg1YbS7ZmF0gxlC6WPuWRYi/+Hpj2162AFgGgSsuMcCWWAVcZElgWKhY
2yU/cSnnWWRM5vgw9ENOy8mbyYVjv1zdENRa8iXp5/mdHU/lk+fFsRkAgacBYC2rqv4fzw4Ijmkq
QHfTsS+fXSoudiGK09KC2WjUIA/okd6aJlzb4e31bQAikmHrohOo4S0rvLgpTvHaThFVtrpvVT3e
OJG3Dbw4kCk6UNUGxoqDwSXAm7ZUbM1G3J6A1mc4hCU4Gqd1f48aTIVUdG3c2LsrH8LmaIETCLhL
wuYiOpfM1LrVQcRDSxf9PkbmAjHXtXprCaP513wRnt1WYjM52Pjyl30atYrRU6sGr8/A5JbToD6W
KGTcOMRfjlhZZst8t4Y7vJVLuqqhZoog5P1Oohl9j66hj3R1p6ejDN3FT34afl0e8rHWx2joaEcF
oz83XWipQr9lZvcif6CTR1Ay5wUDsvUXzj/Kuh6csi1neaKd2kcTpDwvXIoaU3Qd9etgZE0ADqZ1
q369ti63y6bKAKAWRtr5up43gIX2RXnS+sa990xUWoVC7bgZV3ggmb62b3RBJXIjlszteS6CF+kA
zoZNsWybvZ2vG69F3xrYfp8So9MKpI4nwNhlrOtPRHQqMfroh3cTnUzxKWnT8geqFE0ZqNRyfgjZ
VmVkF1V10itnZRTTgSkMTWw1vhqlFM82M4ZPxbg2h9hIZzccGC4DV0Ar0w2UyPQvgPqzb11voEHB
IK/cdYOGkIrTNioLFk8iDQ3dwJ3vAKOrdUeWVfzopUdHrfVMNJOnVtgfp6qKNX4mdJkAu27vETxR
fK81Sp9uZMtXThPqWUYLAFCp0S77TSVeI0aHRQnSBHZMYK4jTunWrQC8cusiQcLNA4ab6aB1GQkl
2vTjbFT5KStgOWWiNj8CCcme+lpa7X6YNRTpDRx03zOf+YEFkb6XevpFF5b9+fULd2tTnIcGEzaQ
NhCSKLHxmTgPDeQIOr0SHtc/gA5mr5iepIGfqeqnZ5fDURapf0z7Abny1RG3Tp6X3wNHDkmdDhkK
4N0lt1w3a1hPa5lv8hllMKd4bRm9vl/hZW4mloQRwnf//IKJf9aiS4joDKDX8wcu9Zb71+amLIrB
eWfmNYQnvL/TG/v6EuJD+fPHMBjWKc2ZSzBH7ThrMxZpd2qHzI+8vPNxR06m8Sfy8PO6a2dnlHtb
8I5Db9o+LK1nrhPaODHCmcpX1e9LtAsR/DbT9YeX4kK856KoRhiyDqoCExfEt8kCDXXjtHh586A1
COkabAiIAFQ6zjco9ilsjYZBR0ZI7GO//+ln5gcyI+NGZ+fqQuQtHl/bVlldvAkTEx1Ou47WLhz8
ERVvt9khpRmfZON5/9pGIAvhRSCUQKyR5lzkR3bTWKk0puGUTp52UmWq3esZiuTB61/TyywB2j85
PcN+Gtfkl+d7p7os9s3el6c0FyNcdYhyQYwAetRInByyXJi3QPlXNnGb+IBjgXkBCeDiSunycmy6
2ZanIkfZZPLtiRnEbESrrc03Hu7l0cjD/bXURaKl1slulhpCuWa3HR63+P0t479rXfrnqxjnW7ik
Q6WbqStPkko01FZv3OHulN44Ba5uG2eeg4YC8XfZFLG0XDnewrbJfPgokdQK20K3aL/E6+H1kLi6
azTiUXMGXvjC7h3ULDmexUrYsrT3rpBdBGPSu/HRvjzG2bW/Vrl4N9YyliOtc3lyR1fb537t7Oum
TXYt/YX3heHnO9Aj/T3MoX9Ga5BJbTAGcOC4ydGLPn9fWQ7JS05+fXL93o5KvXR2xpJ+eX0Tr7wu
3tQmQgtoiAzq4vFS2RUmnSUeb/K1EBuP/K5fCrmrNSOPXl/qyvtCnYgMDcFKxJa8i/iTdifmBkzG
SRlJ/70k0T8pj97Dv6/i8sbpaRMT8A/Od021ODF2Cass1cgFBFJjy69q9/nfl+Eg4qPddADBrJ0v
A56KM6dLOWKb7queDfORxE670UK48nLAbdPSRsMbyu2lVJy0U6/xLOaCZTemn/TJXyPpL8sTAtb/
Xk0jXkT+DJdt6whd1uxma4veFtQQdewZh3HwuihG6+PGx3TlFEdijyeiPAUSetmEaEiEUpj1zUnV
lf159MZmv2SG+2YuyvzJlePw9Z/fEiUluYgFZwpE2kXITZ3HxN53mtOUjNYbRxpL6Mo6v1HBXgls
ijw6RH+mHAjgXMRCJfKhNBa8PEyj2ac9GExPwyfp9Wd5mdLROyTktuC2IXxuwfJXv6N0PLQCZtIe
r5fZ+0KtTLXTcQFR5Q6PPdt6mMRNubsrteXGsAUzxkm6MeovVl1s7IscmAunLXaOjqHyFrepJtnp
oz09Jk6S3OsA1h/0SWsPCSOgB5E22i3Rmmtxs+nhgsGH3s9enz+7u8QI//Vxc+pjHf5WbaWHNh+z
r3K0OvL32ruVblxp+/AegaSwJlk8HePzFeG1bbnujCVp2ZxcMdiR4S7ZbpmdJsLPyqOvM3viMR09
P5KFOQemavKD5s3GGM4yuXF0XuoB0ntCPMMjx+JXMUm/bPg4eiuMuUtQW0eZN5hdK+6xaAXU1Asr
edOu5RC6aIo95clsPTnKlLuiRTIwzbz5GUiZE6SrL/4t8/vzm7h5mU1vMUlr7HyLcsNWvPrJPuka
lU2RQe3qjVHsXw/7izPwzyrIqaFEDCwYKM7FKo00cqfDt/hU0lfcBBu8fYkA4y4eTP3+9aX+UDr/
Ktm2tZiFcgaC9WQGcgmJl/Tih3WJrRM89vRRjZVBcUbO24Vpa2XP2YA5JnZmufd9MnuQ3a3VmTlC
O1ObhPO4Znvl4SATCjFjydW5sv1RV1qVBnEjzSRY8hou3GRQo1fx4Kc7mjb9Udhd+WsxhPacdLpd
hrHrpd3OyvtVhoBsF3ffu7XUwoELT4VtY/j3njuj7qZMY8ZPFHX0NYD6K1VI7kWLuRkl87KqN/Ui
ZORSf5Wr12F5Ec/rUZVrpXZFseone0q794Y19k40DCbzsgw8yK2S8PL42JrxlB/EBrvExl6qwkjp
5dYiER+zqrku0Cgq/YeuNJI8oGxQ0eRWyb2DD1c4L3xdmw5UvV9L/xa66CKJ+/MzgBYxgmastU1/
zkOV1maCHquvn6rOAFOGIasRBwqVKbFH7ZlP1sV8RwZjF1vODhq/+Y/QzT8/ADQDbUBucaAFF1GM
EkFaZ4AdTumirHeFmbbvRgQabuQL2185i192m7ISoA0tB0iKF0kJeIxhyIXGrH32mr1rwO6c8bm9
kXdfno1/HoZXScDxH0xhLu6ECnDoZErDOAm1zNnBz5VuHyZl9j9AkHSfPa/XPy781C6Ily79BpWx
Az25qOwzZ2b1RBnc5sHrny6F7eWzc0IygN/UOxAlYdR8/opT1Ac9MKTrqZ+m/qvgJfyEmJw/KWAO
2I17WHUHlo8poYMkJOr0tYcdmRR2VR3iSuLtpDlJlkRx6jYr7bXenPaFYHRN9yAFX1omdBhDo5gE
rrLtqjHUE1Y8B47VrhwPpju7B70rVb7T7BmU6eKun9ZRIoM7GUN55xazeu+M6SrCrkANO7RhcTw2
UmsxETQ0yOsFAUocZrPCMjf1szTqVB6/BVCFN0tn9v1j2qXrV6ebE32P/2MGSqdvUR2DoiTg9a/r
mO+WMWlRxa1b8bSs/NmgKC1GXMpsvV94Jko76roEDA0+dt6P2mfqGMhYGu87HtuKTLQ68CZenDjH
8sFv1K6j2azveJP5Zxwh7P/knECb0WqnQut5btQCQ8rK//O8dtyweS4U41h4/YPUwPNFSjh0txrb
H58F41QjoNQY9hJ0RRP6qajMKBu7sg+zWMonU7mp2km9Y4PbwerG0BxS1QUg/ad6V6O8M4ZeNtC1
wieRoWvp69gVzvE3va5/qd4wPqZpxlBV1eBHNZMmz7po7V7OTBXwK9SmJyt3q7dt0U3PMcPtzy06
cuYBAVP9fhxlR3Q4cXbXOf34G3sgs9479jrgp+mX6Qp4dugek2TEGqLKTfSuS8+jVLJE0etHb87r
+3K0jfxQyZT+olLtMh9S25h+eIvVdeHcru1nbVr9u9Ttu59Oss5G0MFXB7s6VN0321saojEeq6ey
m4b72DD7n2mXF0Po+KUHMNFetR/VqouHrklKI6znbnkYGBl+GfS8PTAK5Vij217buxwjpTRMtbb+
zvicVgKmDJicGakaDiB9tXelKTR7J21/+KLVbf69TZb1MR+b9ZtCHeDDglfKGvS5BXp5ZYMDe0mr
Lkgkst1Z5lT3jVXoz23W42MtYNF89PgO1mDotaEkHAz7ZCyL8kKlpvJBJk795A+mVYSpbKc8aC27
acJhXptHVeSY2/Wj5T6VkJfw1xMZXqaeVifW3VDa6Sdfr9RzK7X4G6ps3pNU0Gb2k+8W6y73DPEZ
fSZtCaqmq1VoiMmscfJLDfV+YZTzQdqOm4R1nBVNuPJIxcHrzXF+SFIgiruqVuODLDrr81obNTDR
vrJIYkCq/JqdBPxJA5eqv0uKTpdPpSX14UEZtfEdq4Lp2QaNlu30pUUqwMXtIsHpMk27d9NgaU+o
Rg8bnEX4/6HBPNoh0zlPD41p7vCNyICyh4tb+9XbQvZ6w9WtSuxV83lpH5bUGt6lueT3jZPklJqL
weVEqWrxsJRahdgpygIkGCqTTjDYDXwRrtQuhPijIs3O/RUJxHJtEZ1au49I4VCfdoX9tDjC+YFo
cKFxzZvuczEl9c+itYiDbB6x4tCxVWU6rWipHoc6y34WU6ySD0nf6M/a7FlZZCewpYJCR9DhqPez
Q949tPIBDaKW7LLLtQn/RgwEQyaKQxYqkazfDZDKS8DRZ3wDwbgm71FskUUUT/Xg43Rp9aC0Mlm+
mXVQhO82tWDtoMs+HsOu790MB8+k+A0Sw8enXdpzGhV17v3ihlctUTktd/1IMRlqTrXGYcJB9luf
1Djv3WkUQIYgQtU/5thGiNiO1ZdCF3m2G5GhrwOfB6OQMeLm2wCRHFAqrL4drHv/V9EXzD6kmcFW
iZtZqSAe7N4O/DaFrTDoHeps7tL7ODw2VToFzVxzD5iZQPzHRCHgzgLX0QUEJfEoR828M+2uGUCq
V95/6drPoYFDeRcqLRHH0qum/yDluh97Ta2fgKEI7+1i+OKLppVFvp+xi0/3JminIRR5669BhQMr
zpZJy0GfzEX8eV0tHwDJiGfobogLkMu40S4fY9oKX/N2WB/KZOVO6VXOBZEi/EfJOA9x8+wsiyzv
2lTp1UOVgTrZGXkxvx27GarHWIv8P0Yk8acMFPrJSuweUkuC8j7HVL8+wUgdH5tOcA2Jbs0+YCoj
cNkEsXPSVauZgNKH2dqhsodEczi1VZOdsE1s1J2AeYxLb2njfjPp6Wy/Kfpx8QPIuTkWTwho+AHW
LN6Xtdw8TmtrbUmV19i7qzIveT9UZtc9rrgC1JFTAFuB2N8kE29UOmk4iMQxggZKDl8wlpjeDvhA
RWQX0vEP3phvPhEZ11Mk+qrP3np6CuYl8asxjwYjk/jDZk0xh96Srx8SG1IEeXy/+eDmmlGHTjYs
b8rUlMDDAcvmGLy6aL7JXM9/jwY5bJCLKoMh1q46ybo3OBhXNnHzeXWLrj0sKhbVHmQpN73scJII
MTtZ7/yYCe7binFSGWDvoJtPVlyJlmyjbLN7v2m1O0kTet96Tpru+H9j1FoHJvOHfnZbDaRRP/2s
9TZ/SIYxLgI7gaMSjuTBA7VpQrxOhSr6UK9tFOtwf7NVKDrL+NxZc+vT6mvWBwtobRW0deY7h7aV
3VvZT139Ie1pPyEabCC5r8eYYAYTr6kP4nUCDkXvv3hMfYUJizuZ4nlB2uVrmyb5IzxfPG81dGCS
sJCpU4ZTanVPlWV22o7ZSurzK/VV0BeedA/OizHdIeNtYb9Mq+U3PNTBikYXI4jDXC8NQ23Xqu96
u2aLGzKUNxU2rZ99OuV4Q1TWyveWuM6DX1g5f7mhFt51Xpt+N4Vj/bZcwXCHE01oHyZe1cx+ZGKJ
cOflXqKRkrdhsxRxEsQcTH5QT9su1nHtmyFEnelXlcnpd2xbKNE32yQ+ABCoGO463rzLtK5/P3s5
1HK63eXXxhLJHMksd6Ft1/683Enc/T4t1IczELPYTr/GDia6D+7CDDeYMU6lQBzb5jlvKQCDxCus
5xVJpXinKVdLA6Sumy6yfFwYd0ys0veq8IvvXW2kD4ZTcLYBqfxWJDCzEBHtumBYs/xDvNpNGlaZ
MhmTxPNYB/HU2P+lVgGeIrYHYQSiHPQ3YzYmXSB69NN2/ZBtpgLFMt7TEekmBMyy2tyvOLwOQUvK
0gdWNRVtMGh6Yu8cXMk+lb1fDPdLVS0/yI2KPJpwDjxWeaJTF28ADHyLhvwR9YRxCOamNIsA7q3S
ISvVy68VMYIMy2zfqnfZuJQkagwW8GLtneQJ58k0RzYoEYfRmU0vonVon+gQzf2uUrX8GFduvUbQ
rmIwXqPjkWJYrSZ3Whyrt0XiL0XEn1CfFMzQ9r2fyy2bc1JLUqsj4BZYg0RD1qvnmIytnDbUn7Br
sOZe/CW1fCMLzBjxvCDOEut9P/rTm2Rusj4Q2kT3hXu0t4K01gsZoEOR/4JhL7td3hn6EatZCVi8
NGO+kWUgSxCiQQoSAvD0FWzKYFG3a9U7w5r4+wr1KvRxqoKvC19tlT2ZkolliFOHwowbxD+6Jcms
5F1Teineb37mfXXMzHYDxNAXJBvUkn3THVH3UW20Pn4iFsZKgdUhOB+6GJn3J1ta07tiXii8C+4P
GikQZ57Kdl27fUmt10XI9FU/q5l59s5UmV/fo2PUfV70vG52ZYpX0fdlWGvrYPYpN2fSeiW+ySma
YoE/e1IFlXBwqUJagglzNVOIB9yztsGZ21e/pFmN7xE5WuKoTJv02SbpaQ6ynMT8NOiF/60a/OQX
kqLFF92WfGbLvCBinyTuxzRX8Q+nm/xD7kMMitIUd/JAzryQh3kqFgywUiSgd33rWEtQphmHG2im
WAvnol9hD1Vs8g47d2VHCVQsUAe09dqoQdsh2U3l4jSPo4GAZkgROD3Q2twEIEdn+WhhrNXcx4iB
K7zAp+lxUu4G42lNvluH6+2d7fWuCuZF4F8u2i6Nf1lewZPn2jq/TUTRDpRyVOyBmaMsgiOBnX7k
2GYkzSeApc6kl+YQOLPu/BxjXR5I9WO1S5ZFfHKV6eVv3JYrl5xDWWInaE19MNLe9Q89mPH0rrFq
4yPWctZbs/Pt/pcLVMvYFaJHTK7Ks+pjJXoCK4XyZ0YqjfOYlChufomqpn2puhqqUw3WmF8DKteJ
BDJG3T3iBU69Gzo0kN+VrnS+wMJfprAh+40Dyh3v81Ky40FCw/KTW/fus50nuRb4lbd8ThNv1cO0
YHCg/LkYiYeVHF+0cSeR29Dab8BktDeNpw3ZDvCF9s3tq/ZHowrgzLqx2G/tzoEw6hvLRrYmf4vD
1nWq7x6lwltgPCSFkHMmXFqrNk7uVmgZd/1geH1YG+vwe97807CgkXF+LwbaOJGJGYW2sxHWGP6H
szPrbVr5+/grsuR9ubWztElLCxQK3FhwAO/7Nvarfz7T54Y4UaL+pSPOBRKTGc/yW74LBNCyN25U
Zi9UlgB2QQ8EgSjRFrJy/U9VfgQvbadaaRwX20u+lvVYN34ZKoT95TCU6r1n5o1FdNZ7iT+VcVRs
rhc+zsqj9Acp4KIDSblao0NwOj4FF1TxKlDJtt3WQYqIcFBEav97Wur8nVIQsu5DzQc44BtgGImL
07GirigxnKvUo9paxic0DyzM2Cz7juN0S3dyVfCXQyFozqzA8GIFeQYKlFWYHOzysa+N51YX5QO1
imQLQlP7MXjljUr2xdEgOsoWvEUxcFUeNEFWd3Vkacew1p9yIe2sZmqhNbWWfVvPr9c/2dookcmh
7wPaUaXSTGNv7SHUN/iLiz4RRyx69WxjjeNY7NWlHIDlGmq8WbQR+cRK6XKCB8ce2kDhun2Nc9P4
phG2Tv4Q2rn62LpxBNCuWaZvmo3Xkx+XUXiLEXC+wcB3yD0mbYTBgq7WpnBngbHZuPDR4brPJGmB
CAVl5lHR39dHk+vC9npj1YEboKew2l+uYmBuH4kjIn3aViii2ljuYDxfX/5VH+1tFFwdbHYxUzpz
44lDBzd7pZ2PNrzSwwwW7mk0q8q3FL19wcpJ2/TddEs1+bwyi/Y6pixwDwBHASc4nRpcAa0r6no+
drOqBaE2DoFHmePGZXBpFIBvFEEtunUwrk5HccPSXSgtz8fRcStCRs+8K+LlfYiBt/UzVBR75K0H
wmI1lUGqr5lJNx95DNQjegvxdoQd8YqHxPDe3g8bAr4hWEG6B6gXroZqZrVLC7KqI+qf8Z1VLdOL
a+OcMxh0AG9UkC/sc8DdTAr7UoTf1dXaLUPjJEgELceeDHODnyAlrXoptwyV3pjW+XUDI4BmE1uB
zir8ztPPFFaONkQ27kUNZQG976nvYhwdKlpINci8JYp+ab8D8QBfzcniw60m1vL0lk6JXhUv5ozp
kECMERhu+KFWU6rhS5cjoSDGG7vk0lb8d9TVW6G6qUNqXeCThuLTS6k3L14XNb+uH+VL34xeCptQ
2s6dtffpa4U90TtWeu483elWU+zDTgl/zGIZ/l4f6uJ8pOSSh8/FuYvO3CVGSQVFO+qKNhIhW1YQ
huNy4wa8tDPAXwAkhtuABtLqW4HWzsrZwQdUFIK+XBkWdymV7iSQphij3+gzUvLvnNhb34SDLFma
dD5XH0rPQmKTCKsXLSm6fd5TnvTaRrtx6Z4tnxwFVi/Ie9AY0HpPt3xnihictEdnNS/inVaMTUDs
nr0Pe/bWK5afiHNM8ADR63SUYemdNq/p32qh0WzHSSAD0qZDkHjUUt+/bGiwgBDgeQTUKU/dP3Gf
G7m9U1eWeew00WzzvFbxeLGr+3ePgnQzADfI8+Ae1losFsF8Ziyac0xAb2/sLCuCMffyG8u2xkzL
dQMtDMQIAKcKvmD18JqFKzw6Rc5xLC39k9EWFqWdxSNCN6u95SITHy8wMsrJ1Ldenrj7Bg+c/ZwC
P3/nfLl9we+DkqVlTLN09UOmIm37Dh3Jo2Zjht7041fd6cLN/zCIjJeJAN5ICqefLguLqomwSzw2
6PEH1EAVP3ZwXb8+ysW7Sb5fqK4QUq6l8Oeyyul9aNpRaVQyaLoJG0LPaGsnVvU/vCeYyHM7YVfM
m7za9llDy9dYuOFR4c4/q6ExHzKIbk9M0o39KHHwyLw+OXkPnTaaWTgJQ3ozsCGIPV1CveLq7yZs
Yt1Ms9E1a6c91VCPFKvNw8G3piT/WupLqQelRNbfGP3CiwYil0DHM1BoBwx+Ojpmf3ESwts8alHa
/YgQbzZ3uhiinQpSIgnatlDzoDbt5sa4a2kkGfqg+89p4ZLRpTXY6cB1q+GqoHXjEX/O/CVpYxTx
kjpMkq3QjEbdl0PXfC8QJhFkYnEW+4o3VB9Nq0QVSZklrTW1I3h3sVcWd8gFWnTqDbNGbAePsW+o
qniUal2tjzedaXafc9CmP9JEt38hh0DvbC7nKvXbdIzCx6aK9YxiIe3EjTmoOdI8zTx/1ZUmPwwp
FY7NAll1DowiNH+p0WRNjwAg6sg3sE6bfWNU21dKtkqyydVx+g5AngSVerBubtpopiK2RDGKcWEG
7DRQ27l/KCoxC2DDTvwd3SKqQpYbI35cjgbKdhTedFDZOjaz9LCi746W9/kuxNwGtUdM77/EYzVQ
0Wa6tj9OEwKMhtn96EYzvnMLyYlB7qw86LUInc1C0/sxZ+MoR+Q19OyxGRXvP6GExmONFIwTdKEy
fkGOorV3yUIUDUvNqg8ExDh+zQjcJngE1OY3r0koA+lDpr0aelH09zpNuTCYSq3+WGRukfoq/ii/
ss5wir1WmdSvXBWzEVoRyFDpqde+tn1ZhLshMkd138Fjep7mrNa2gwKZfUtH3DD8npbgfONGPnsu
2WiQxshIYWviCrSKEJM+py1qwIhO2RK7pJval2nu2ALXj/Glg8RaetIjgPtjja1yIwWVsqGYj7UY
qcyB8d8jAJU/F9XYPqqlA3gBFfUbMc6l9Jf97EAUA9QFuHp1fI1co5saj+KYQ7+9nycv39Vp2/xn
THq97YYuC6DNqFu3NeZHupvuDk3D6M4zSutj2RUTYlk1WgAuakyoVS/VxrRH5ff1hXlT0VxdcNwu
QK+h0dD5WysfOWpU52bWiCMIrPq7qsz6h3mOol+K3rfBMib/pQZaZCFNjiNbL9qKyRw+eEXo3Q/4
DNHWcW16amoZRFGl76//OLk+Z78NriQ/C1wr4L3TW6hLACuJhAS2qMfkCNzL/RqpuhQ8UPtvseHV
3949HhEbfBUZ66BKsrr1JgE6Tal1Qvk6x05ULz0DnMYUPtAxHyswZlF0A8N94e2kmEZgjySUhmzE
akRuFKsjWdaOZtj/zjK3BKKWN5vCKdN3V350NiIAeEnSksTo07VU9aLjM2vmUR80FxZQRgpWCXEo
lqr3HVAxN8Y7B3ISZFP4kdUtMloQaacDWkNEUkvn4GhBQvtZo+rys65Vir6KAiPJ7BRtV2uR6dD2
SZ0HrOfyg1ob5a+4Ee0rwLiKpoRykzV/4b4B8whVDfVaKr5rTuykAhGxRsckgtBZ7LjPtjZGT3+9
tBPfvcE1Pimj1uy6aHLvsbfqEdvvLOAhlVHegxxgKy6Un4Cd2tWNm/DCVmALgCGU9pDgEVbrVY1N
ixtbbB2zkby1LSmjO1oifPrGt6jel4aSjtao6spa7hpjy/SNgYfOPDah8Z9q5fbd4FmvZie6G1H9
hQOMdKSsdTE1XIxXc/JE5KYZoqLHJVn0b2k9l4+6nm0TYLTbJdfCG+f3wrzeQPeyfiezMPnx/0lV
asS3jRGC3NEVFO/igpYbiigL7Uu1e//XYkJA8Lg4VeKzVSQahWYBkbScjsNMo73ohEXPaoy3nRbe
KqKcb1mDaJdUAY0cUwL8T2eVDHLdIsw78gFYdEtPYpM0Q3vjrj1/IflKKukktS4YpWsbcjFaKaJT
yXwEk+E9qxRLXiLYtF8hzJrfY1W1X2p3pMd6/ca9OCpATlvuECJ743Ru2lLGRqQ60zFHqB9LuUXt
vg7ICP+w2rL4kTp1ebeAJn6nLrKcILKtkLY5bW9+DafD4g4eW900DtSlO+Q2+xo9m6K9BVI93/0A
cXn4paSAZMfrq1HcCUutsEfoD2L4tqHrTUuV/vALV4r5aQrDW+Lf5/vfQKiVO4RiG19zLSsdjdrM
ayLGowNsal/1wruDDtLtKApU369/uEtDccioXuNFcn5b9QnIHcbruQ/VMTAzNDXxqBJBCKDzBtb3
wjJSTmEsALhvjtunyygqMJJtmS3HJe60T3TFvV2uj8k+NbGbXZYaYPr1uV0aUCodSf4FtYI1tX+u
BCivyp2PeWzGmA32jroPzTbcKHNu39cxWIjrA1444XgiUzGn4Cb/W50C9KE0JUFG9lgXU/SipeN8
GJPavXEZX4CoSwEnRoFXwZlbE8ZEZQ10gY2ZVtMEKZ786KM6QBrz4lILBN0gUlvV2kn720Ok1/l9
p4bvNByVJ0/Cwql70FXDDnz1IoxoP9q5IpbjyJ1wPzuOupkLRKZjkOrvX1UyBw/jOiwtgIqvrmjD
izRnAo96DPtK+VSO42dC1PbGk/Pm+XUaoxrwVaTyFzcJtCG5mf55c7wpiUja7PkYdWO1n9U6+ZyD
oDh0rps9Wy1wvUUgBeC4QgHnHFobUdU6Kir5cCfoQ49+jDbnoQZTi/Kt4X3T62y6mwy1/RjWtPPn
NE+DTFpV55Ue3SCNXcC3o6IBc5CoFwlkeKyrH5/aeolR6nREjlPNjwCF09+QxOGQwxUCjFGloTo9
jS24sz0oYM0IQsm131HyCbtjPaVAR5QxrcLn6wfiwgm0MMbTCI3JblCGO/1do42lR7qYM4RXGy0q
O2n2xgjSKXFQRExDR78Rhq+VeeW2pPIodfvYlwy5GhDZYAiIRk541wBKaxLdorkea7GUnHXxtlra
zGueZzdxIvhGU7U3wmyqHro41H4poEz+0IIHPzmLyfvWOxO1gPcvCJEUTHfuQWRMVzcE2CmT98qb
j2qTeL4+RomvifllHrJ2q8farVj0wvrLloaLuxDlJ8TKTtcf/yDVjoE6HfXFbFCeRx27icLk0fBS
9ZNW6tO7oymkfZBoJBFCEt7V5WvzzyGKpnYAD5XOR02IItAdMSPokVQA4Mfkxi144eGSvEI4kvQe
CHRXU3NSBVhVPJtHjNdrglCnASHdjvdKOd0iiF+41unpc5/DXoLUuuYxTmqo122om0e3yX52C1II
tF49/df1rXFxlDdeM9VtdKhWWxeilh3GJnmWVuvDnUEt47FvW+Pl+ijny8Y/7cpOMgK6mrk244AD
UKTgXo0jpj4ZeJUIopUEJxth7t4om5xPCPMfC940h1LqDa4mpNa9NeBrph/LKoG2QBcWsfG2+XB9
Qh5b6vTeph8pD70UqpCMu9MtZ8/qaA7C1WDv169uHD9Cmf2A9UxHcRAZr3x2ar/Xb5HQL8yNgILq
II+8jD1Xb5JVLorIkWE+lnlYbVrRzZtptNXN9bnJ376am40wNtm3ZKPx+J3OzQSJlZQaPetQmCnF
hPqQ2MaEepaeU9LRtqnrvre5RqOLexNkCS8hl/YaMTOlxAp6lnn3deJNj5R9h02BcOCNe2L90eQo
HgUMUCWI3vHhTicWgUlPNR1Px0JkCwBLO21/6rAPn0pd7yguK4v9hFp5eW+Ct6Rq2d8iTp5VNfgF
bH/kuyFfyddp9Qsw2zbLUsnDe6ey0wFwlgH5NJoL8x51daCuXST2LkSpx36YyhcNQ82MGqpmfwXc
O8EUGZynFoLPjQ/+/+P++8nffhdBnRRrtSm5rMKQylYStCW18D6sB+WzBcGr90fyParlmAEYQdQa
Y3QIByt+abJi6gHWmEq61boMc3R3GBqIYqUGmTPvIuweS3JOtPX1ySo2heJFXxsx1Jmvu73VB5Gi
FzbI1Db5mXmx91lJJ+HtF6R3D1pu0fAcgIbXfhrTJICW5CmPMf0VPbAAXTY+xA4VWsZg/8wtzc7R
I09cO0D/dwjviCrUezgpprdTIyfVoaCCYbgLDUd5FF0Ugqx1iJ8A0s7VF8wCPN0f0iWEZ0Jf4LXI
EuQkVaFoMRDHdMmDLHSdjWakXbUxFM+CkqbOtXZfpFZ+lzRG/AnHGO1jbdbDBz23oQUJM3ODrqqz
P7VG8coHIdj/EUgqugFme621acp+MKletRbUimTwQBjUSfa5NkPwjUvTV55f6AnXJJyZQVZ7++ng
oDic4QyiDaEP/cNRX+wiTcYHd0lQz9Q7c/oSJ42VBUVt6rOfRHXyXemSIeHb6dpP1+rKRyOC4wK4
X8cybXSLViNhbWwBRX5e/lhRbjyWcVajD5On1d8GygBo8coaHxt90fKgsuvy2OVKmYG1xRYl6NMe
wy3cw9zAK+f0GyDK+stizeGPOhxiSHuRku90qBbhLq/JR4KwM8oYH4fINfzMhfJWm5E2IFENKGGD
dvP83VkM6zcuUDP3ZjgKM7DzqdqoiaOLnTeW4ehDrYAlQFsl/5jHwCCz3vCeuwzP862wdOVXpYbe
6MNwMaCAjHH+peuhdvvG0M9dIKpI63wXcFy20aA9PbV9nf4WACO+md4AS88IJ75PJVSsuHtPGcJd
v5joJbpD34yBNqjLD3RuUMkE2d3+0iBFIr1bJ+JLASQMQTPZC9uEwll+zOjPpb6Xd3lBqEXojAua
R82yiUd92pFwGjmVCiV6JmBcaHZq2Etu26rI42AwsupxcLPqRZjCguUYookYNKGSjIESl93PaBDQ
/rpszJ+buV3gayJf99uqBs3aggs3wsBop/Z3jk6KtnEm0/gDwrwSe01TymOMq125Tbyu/ZMVRfS3
izKp+I8lcOVrqaK9pmZY/bBqr/hc8kzHQVfm+gdRlNM3OGL9Sz/SBoK3mGaSqAcaiSsiS2vCfEtA
eWs5EhwcUbR4PkzT59509YcUKEXrW3MHk7WeHWXZOnyJMXCLKDV2Wtcoi2+ICgimAj/gq5kk+d8p
M8WwBd+tfmi8Yi6DzjWrb1HYlI1Plcxt7zGLdn+5jeN+MM08/Ew/ELoNtS8DxqcQQ7cxjCYbgghW
UuqjQpNFND8AfD1ggojJRAQc+YOqAnvYqLWnP+G9wn2XxK3z3QmVedwWipY9Da0WLttqNMYMb6q4
Fhu+JoR6xSvtx5Bu0fdlNP6bgJHXLFnpL5lFe25iX/2k8CTSYNbLqPM7FP2fE7WIvpCej+DM1UpX
fJwMqmingKEvH6wmSp7hGkRwDYawaHxgy9SvG/RWv7W5qv8ZRy9tt21YRZ/nRLJ8eqMYIlhNc/QK
LYGkZq5iQFGxqSimPwwe26XQ3PRJiRWUCxO7j75YdWLVEEsTEwhw3kavkRl3z1rGptmUiYe1YeEN
+bchTLz7nvu3344Fd5qv2RAuK1s4UFCUpK783MqbL9cDjnVYQ4pGHkmbmMo1NZq1IFpCDsuK1db9
UiVTgGlQEiS1Ht54/ddZCSeNoJ3qhUxNqPGu3rgWGlkRixkaqrs8zF5uf+3suNrFhj7cl1rs3F2f
1DqKehsOa3Tmg8XTGcYG6oRuRCGsVw2E8RPe0eFD3prhS0YdYIOWrOk7BKi3CiTnS8n04Bp7UkkA
aM8qFUq1eSLvN7SDs2j9oYFCthsgEt/IJy+NgtYOoZqsBNF6PQ2kMPitOlXJtYNSh9CXUxzgBy3L
b0Ty66RBriBwK1vm8qgDv5Uf/knrcMByUYUQfDDg1MfY05eAWxu8Zg+85vrHOt8bXBlI8QJCIYPH
VuV0QnGMxqNUFLm3W2veT0o8/MhyW/uPZ0P50MZZ+vf6eOebg5YkABTiLtikbO/T8abCHKBOa0hU
wFn9VTh9t4ftUD1adloa/ty36D1OIJhvZC3n3w1oo0Qpy8IW9p/66bCePi2obfbevZVyBxlKKn7E
2ZzcSCnPvxujgNbkBSAx4iuejlKEsLeEmqKOiUsVHA/H8+MRLqaaprcqDRcn9M9Qq3Wk3VwUGXXy
e7ta5k0uIUOakd+yBz7DfcnwGIkbKZhADYUW7+mMohpLtgQC1b2dA5fxVUBmj4KFG3xuWKneSOEz
CapZFY2fmy2P0dxZHfwWrYfzDDy9Lm5cZhcm7oAy53BQ+AUAtsrRCCXUyvUiDxF0sdy7s6t9zKtS
uXHO3/bhKi+gj037QRqugsNdXSfUJjWc6Hvn3lt6ADQhFhXJLp8TDKZKiI+BntjJM9gPmDBWYSPY
TrBqPBkq6FnqMFn0qwLeGgaqaWEzjcG1gfhKg9wByCfoN/dabor3b3Fp20uS91ZVdWQO+M+lAYvZ
iDFDcu+VpjA32jQ7m7mHYnj9/J4Vw+XdxJ2OdCSsC4CAq0QOBYLQcttMP+TwtT8YqpIcG+BtX7La
IUlOougQeRb0K4LvOz0am82Iwu2NHvn5OaPqChiJDB3feu7h06lmiHi2sgh6GErINKk3h7+7pIiC
yVKKG3XqC4kroAZeMdJm2WtYqxVmaor26jyrBytT2d7YxM4fcEE2/ckJAVL1Y3in1Em60zWnOGRo
fT8IisMBEiflk9dk1QfHqNw/1z/C+aVNBYYLmzWAMXCWtJYYiiix06oHvRnEvdrk4I2c1tt4Yd0H
+P9lNz76hfWGYUn1j2uNG8FanTkbncFBgcSNGm0Bk9IrTL+fl3TLHXSrYHuGq2FnQdGhpUnRzOIN
XF1sGKgMJv6g4qApbXb0mga9tFD39rpgp1UT4ooz8tEHGwmexxCXC8Qmuuklwhdi0y4W6fQUpS/V
0JkBzETvxuVz4T6kLEkaQ8WGZiGF5dOd16exksMK6Q/kmjBUhbkd6/yzMmh/FVRCXMxYrFZ8qWJI
j0qvPSrY/22vf/vz+w+LBBq/eCVjwAhU+vQXlDFgwT62pkOdQ+d3HOjOIgRXeX2UCzvsrWCJcCuV
0TNKAGBXkS5GIw6LGQ7PprHUH4mMtaAVVbLL5kXciHguzUqWh7D+MuXdvvrqwOsi0I4GGolpprzo
8A+h2mbv1SOTtxZPMxhm+iDUguQ+/+eKXLS0ri1hUlmwl+G+t5px19bd8Pn62l2YC1Kt9JFJfMGv
rb/QgG6QLpA1PVheaW1gWDpBNdnv1Mrk8OMuRPWfYjyQDaqHp3NRDVwZ05AvVFT2ENhZX+86rcpu
7IPzuRAtafQAHXkcAbWejqKVQyFaS+kPWYryuNsuyz52EB9574qBLZJEIdlM44/Vni7yKpU6ETp1
tqg8zNBP/YKK2409dn6LgeCSAm68HSC51pgx5GKmJHMG41ATID6CVor2wmyGfYOb1v79E6LlTqeE
D+PCcz1dtsxGkQQ9EuOgj7G9GfWqDFD3voXGOD+kUsRLpxAvoQso4J2OYpgidMeZUfJWswVqQSJ5
ShytDPBpa5Aqq5LH69M663sizM4pxRFbI8al0bDadKbezF0486Ecim9PzdTlR7cfmue2rMQjei4K
xhdZ8tSgIv5nLGZKhBD8f6jTkB2tKU8/3fg58p0/DdJYYUQvoIwg6H72DqYz9+A8d/qhK2PruaSp
9xCrbb+3IlkQc2rX3rZNIzaT3tofMeapA7PU03iTGwY6UCqs6Q+10tbfojHWPySlkX02DOH4qOl2
m1bNrRtX98WfC6TPkn1vFnEVtjhK5gmBJOMhs6JoM/RG+53nzX2GW2nv9dSyg06RuHSlugWXvLRT
QB/QbAehRFK+2o+daU1Vj/bogVDVcX3Cu/SQ5nqLn1BkPubNWH28/mkuDyjNvWmE0htebZTaXSgs
J65+mKJJvc8VRfFVXvbXjFrZzkAe7sv18S7cU9iQkHThjkmet1Z8b2YM5wdj1A8zColPY+hpO9NL
bu3/CzeIFKZFP8+UL/A6v2vNEmkkuzAOacwDVfRtvAMCRfF48t79hshbCnCB/B+IjlWUbeNWUSDC
qx/QG8oPuUKpvEjHW1jTC6smqWQMA4kaYshqQ1p1UfehihyF1djFLk6q9OChKnV3/dtc2Ask9EAE
6B5zd5yRMbwqDkvaZwdKP+aRdDJHX6S270qU5lBJa/obuKcLX+lkvNWbNTXlElk95a6q6PttGplz
oCloGAwDDhjXp3ZpASUND9sKslGEmE9vYGTLU0zoYu1ASVEEsauPwVzWt6waLk2IeBiLLPDcwKtW
n0lQJiWQLLSDKIoEDPk4EpH1455m03v7rFzwWJVA4ibFJrJYR98pihxzAl/pMPV9u1HRK/HTClWx
68v2pqq8urg5Q5LAzYaAyWWcrlsLvz1zO1U9qFhe2xsVlfmfFN26DgG/2cn8xOzJo0N8PPWA8rX6
gWqbJVVopmj2dS2fEY4E/S8C5PXc+yHKm2bTJ27xn7kUyn+SArUvJKc1GPXBQt8Gi1BlQ8ZCvR9/
7GW4kR9d2AYyNgIHCkGOxEz+/T9x5VQPMXRoyz1k5uBu+nmEU4Uh+I1RLpwjTojcZjL/oChzOopp
1saiZoZ3UJQZxUY6TVznXhPMeK/uijpMb7z2F7YdhD8ybG4AmhVrHJhdKWYN0Ns5CC6Rndop436y
YzWYOtu4cUVcGkqiwYjOwQYTM59OLaGVP1lm4h7itjN2Ew0L36SPtwut4u/1rXdhJL6TKdUKeCgo
YpyOBD9AjFPvGQc0tqAJDYjs8gYrD4vmDvfvHwoVbtnxpvBIErUaKkrn2qO7d1Cnsv9Rdqrnh5Cg
fqRV4tzYGhc24JvoBpQBqVuwJmBECpVxJc6dw9DlKR1T3dv2JMM30F4XRoHQSsoBt06HXbI6tZgR
LXVjN+oBjnEfDB16gBaQxBuXw4UvJJsUjgxo6civpTb6brIXU+3UQwZ662BqSrbNk9rcR/XSb69/
oUsTIuUgPqGq4QJmO/1CXg73DUqyeujzIruzslhsWqfKb2xu+d6cXnYuKZr0oOBm4DCtwvReL3Sl
crqKmkE57rRlyO4nXY22laLS1eUuFihtUeG4PrfzZYQbA1AGIBWoGag5p3PLpG1DSuPwUJp2tQ1V
s/laFkbx6qA+dmOo82WUviEkVsyS1uY6efcmvaPfVxeHnoyUuLamy9mhnXt9QmejEKcgviDFmXkE
2YCnE8Kcx+qG2V4OdbgMML7y/mh17a1S1/koRHY0d5DHYE7u+tCKrCnpWzbhIXTgMsLkR/Iums0b
G08e/ZMtIQVrgIQRQ2I+wKRO52LoKYazaesdmgqWYOLNbeK7qW1t4Pbn2xbZztw31LJ4tBPDfm8a
TMJE2ZnXF4kJxl6t4yy6ZpgN4R4ctJueVJS8ntExT3foFLY3XpALi4kOHM87ahkUT9/CgH/exWys
U3am7h6KBGnvGSn4oM3tWy2ss53OhAjBaJPR6JbKHKeLibwyl2JoeYcsC8V9y537gHBlu5mscrwR
Wr69sasPB+LVBHYDXEvWwU/HmpbUnkbk3Q/aHIu7JkJuc5i1/KHX7egvUub2HfoIORoGuv2AFpgU
U/W8T048pIGrZ8XTzPV2aBdwk6Vbo0yricH9XXA7RYAJynZ3/cic3TySowSWmwQZuRJ+7+mvbQ30
f4TiOAelsRBtFJ3Ye3YePsxhPwTzmPeo3aXzu88pbRmyMAqktuxErJ49EAR603SNdyhna9kItXEO
IwCVG1MDds+PP/0U0lVKJv/UiQ13vbkw7YgBJZic1MkZcSJuK7UHY7xMyDaqstlfCivUSDAAYe94
1iDzwii2PCQKe++nyNrp1RZjbvi1PZfpPg3DGDJmJY+9W4/FIUy7gl4OLOrJVwDqvMaIsz1AaTdK
Qrw5DA9arGSJr4dx2G9QubaWQNRlip+pSKrvAiLaR1tgdyX5gtUT982MlrZois9671KxLqs48QWI
9Q9KHGmghtTaBqOkFy3RI4obf4HA1d/Cuk3aDWUXq/NHEekftHgsn8xF6R/Mwsu+94OmZb6G2ggK
xWVjRRslicav9kQGjppgP73Sr6k/2opT/qjd1iy4bSLnbxIVTbqd6KPoL7WnVeUGWq9aBXk693e0
vbs/pef2HmhiD7RbDZIkvxflbPYH2Xd4miqrczY5CgqIveI0UQddUw8MaI6l6gPSj6M7ARAFZhLm
BX+dxFDA6uepAJZaJdSmZlgGfjWN7riz1bm9M+2s01Ei7gwjSBKhfFx0UPK+birWBkRpMu2MZrBe
DTUfXmLaQiA0I+PVQMwsAVLU9sXOThOt2USthZCHm+r9DGvcUx8LkCb0R0uv130PX4HO9/pqcTdR
aqHsaZdR9gmV1bDbmgPvPzp0RodCuNrhrDw0+KkEFJHKOAgVtAklYb7B5LpfgN8p2VK92KmZfElJ
qv5MJkQokFql/ttBaKvZWMlSWqBi1WXrwRl8rEeA+L65QFA+Do0OGr2vhJ76NrLm0Lhmx1A/KlaO
1AS2JbG5rWxcXHyhTaZ535QoUAdOacKotHIDHgQY+3K88SidHygqG6gbEetLwMi61muhBwpdTSuP
iESjC2uz8XM/q12M6HQDZ43rd9N5KwUAAGE4xCvo60RgqwBFteGra3XWHjP4w71v8LznWyoVAyKi
EEi/a8pC0q4vkddu3IXVBkZVzvEW8DEnBGXwW6prF+aPeAP3JfEt0hFrH9+8HERjq3FzRJdoPgKm
K46RsXhPXTaoN0LCi0NJ3RZCT9lb1E8vZkMVsLCR7T1Oo+WQ4aKvvTChjdNjxnd9nS8ORbvD82TO
aFmrodqiRiHBXpojXBhcRKwqWNQKm8mZvv31kf5f0ub0SpaMS4R14IATW6xDCwAIIOrnwju0bmbZ
m8wlXNu4CKR/qzw7qwJXqMqx0UP3S+pGUbjtmtgOA+rWjvpgRkhAotSuGaOvF2MptrQ1yfmdLkeD
RSViSXeGm+g/E4HXMkoXZfyzxdWm3euxO3wFBjv8yvLJgHM/V1m81ZM2/9WMfYq4ZNRFz4ihogiG
1n/mfiorhNu7Bf1tv03YZYcRMOxrQx4dHvMoVFMSQ6v5U5heA84WLIeyT9TKSLeIn6oZskEucIes
LZDJaJQMzxYjzdJnB//E0acmau+LsevSTR5G3n8qZbvIHxan+tbYWjFAiW60YZNZTvOcaGXzI49n
uJsGEgZ7dU7Gn7o9T8A2U86cTwyXe9vFQB3Xn/O8y3yjVJVwj5QtizWhPyHuVEzS4Xw3yJ76mlu4
D3ZipsomDLkUG0NLEyRowxRV0oxcKiB47tN7RIfLr/UgcMQm1kSldohzdLrLJqFZFSndUAWYBKCN
TRVbeW61wo42tTtVYlPNlRsHVL3M/0aqoRGy+CLF0Dama3MXCR5rv7Py1vObMG2qR7JsvMSLVgEw
a6eeyPYeYijPgte7DoTmlnDJjUb5IgTOmhuvV9zXns/5A1OGOA4iO1k6vn3avqCRnS+BOs7Z4xKj
svIhitqRznsUIeMUG+qvzBun+eAlYdTvS7esB0kL68v7kXsEDG9Gjf3GIT6PrqTyHHpIUkkPzf5V
EN8nbOzJqqpj10cmcN+o+8pJN+9a0Mh8v4yiDH+UN87zeUzNqFwcronoBwCM1bUp+q4eM8+qsFZJ
wKKwPz6hg1xvr59l+a+sTjKjyGSV0MoBnnh6QdFKMcLS6iro/lLuhDqJ+iQSZ9gBuBkfBtA9758W
vX4oTHSW6C4ZcrH/SRUWA1ZsLpL62FjWeF/Yi4MVka28tyTDmyMbBDIZf7O9PR0FLV3hwFdjWinS
sy2VRV/DBWWTQZb9HyYk21LoBBg2YPtVGKzpahuOoVsf50FTDiIx3cdKtb9d/0xvEfzqO0kVMyJt
Mm9K66t8RM11tH6y/+PsPHrjRro1/IsIMIctO1OSZcke2+MN4fQx58xff5/S4sLNJprQbMYDeDDV
LBZPnfCGJnyQ50R9ycH+Gzs43PMnM8SdAIw9fRbXsmbkhRStDj+D268nD5+Jaj6PjpOjjVLovXzw
LcKijDtL8bHCdRpli27uNJDBffkr9c3hewWYPdvoJ60cMgNImZgKMFa8kSmp0ZNo1GEKH7CCaX+h
a6q51pxmrxrw4csUAaq6v1srnw6yYWBumUSw/9biKhxnp5nN3ghRVYhbtx065ZuTOc6P96+CsKZD
s4LxLyXQ9RmzMQIT7IvoIY+l8DANKX5VMnrQ91dZCT5I5MBp5DPFo2vZDFbaVu6TsGUV3Dm8WeES
Q+tdR8166sujyhj4C338LcmylR0ULCVAgcxxiA6LDiAWppE00pZ7UKwcNXXfgTmQy21tb6USsgie
1web6ZdDN4kAJE73Ih4oCSa6Uj8ED1pXaj+Uvg3ms+5X3bALFCMM9kYSxfqnwVSDb/7QBJproyWG
0vZcd18KI+2/Bjgt4WbRDfMT0u38wmgIRt3NUXGazo6CBz3XnV1+btOJ4nQcGYa5XW9i0YRYudvJ
mUB/z+P4C3GHLtzZw2z/68Pg+eZLGtQlNdSHT2Sr8ZMJ7e5PoVCDCi/rwnDJ7TXrPKIKMbptIrVg
/hxMYV0lKYfyMQibud3nbRB/n4PebPa9HSHcmMlan3/ITAGkbIYw+VJUHfYiem6bwc706eXtRito
072ptelPPnMcc7EiUD/UamV/msKqsffy1E2fRzmBgTdyB6OsPypBttOhVOOU4idYTZlCtgjmxZT2
+8oqk1NGP9x56qwqjchaHOUF3G/0FfqS8lGGOGseUeqPz7KeR49JGZTO2cGPxHLbNjIit5e7VDvk
Tj7jSu8UPBcGUvZPBMfjHPKGbdQPuWThN1Lo49R4oU2lN4QdFVqTA/hhnuMkg4szAQ7kk56amqvm
0UyFVdRdJ9B800dzTIMPxtjqH/hNDW5SpQO3nuKh+tNWAXpc3UAe/SWk1J12ZlvKX+9/Z7cnnv69
mJoLaQgNvafrr9lQU9KbKIgflLDRzkWX9w+NYm+heW+TdPpkCDgKZCs6rMveZmSEDQezUj2ndIJD
4+Od0/r6QHJmmRuB4zboUuMgX8N9AcfxVlomDgJk0RrNa8JA/5VZk/yhNUroQ5af4QZuDl/ub+At
gBKMCmGesSXAb5xgFlE3LgKR/lH/a6QUZzrSNCqgeF7kkmvGyJwClpNSoN2f6x+kyJxeHSP39xke
Hs+Kr5PyKsxz9xs/6ja8iLEj1AvSDSBUy1pvaAx8m4I8RqIYWxp39n1TIVaTSLmppmvpzphGuHop
JiUElV5rDkEX5t+IWeFWS1HcB9eRjik/Mt/UnsxWgPtfn7CMjvdsVTmRLo3MxE1Cf/rCkNb+n9GO
2a8s09WvYInzJ5zy9B660oBVjyVjCeFacqf9bLSBz8IB1n7GO86mbZFiIuGOGU5KO6lNEl6trLQ2
WlVzb/26v4+3XwewAZkun0DhoLO7iNL45M00pWbfS0TfK5fNag87Qtu4DVZWYX90QT6HUXKT8iL0
nqF1kfue7WeI0GX+LzkwpY1Fbr8LsIEMnhiyk5M4y0/QBtod4f9he3aI+Vyp+c8MuCJ3jpyvaV5s
ZD63QCoAEZDCWYa2LK34RXaY0FyW4wZc/ZQVKVWVX8e7os6y5zjo4v8hqpq6RHhfdIGkSwuze09F
Kj+rzlQEborrSnK8/yZvIhBjMEIc6SA9Y7Z4kUjq0L9KzCGNSyvDp+qsoDloGVhPUM7DRgS67fzw
1Iz3yJEEtB6hkesT7xtFgmySlnqlQz3Y65ULxDD7kkIFBENhR986y6h2cgFhrZVzwIBR3FeXDgzJ
xi+5OVj8EHDNQqhTaEQsW1BDVQZzy7Z7mm9PSKn5wc4flG5j4HKTqhFlBOaUrppu8LoXH0mptYHc
2WXAFKRVT0Nqq8IEBU0DK8OZLHXa1yCNrY3j/HZer8KKWJXaQHRjiPTyYpPHUJV47jrwIhDUajv+
E47OTh/KjxBPvdbRTzRYH4t4OKVj+btHct4KEkxQmg9hN3+oDX03a8ml7Ywj0mqXGl23Q5HgFFha
G0n57cETpwHEL/LSjPWWo2uc2AG92JxyunLOsZyj5KBLtGaxL/Jf7p/xm0+cLYEAR8RnTESHb/Ei
iPllMnd+4PUhmpkW/kug9uMMKKgefYl0XOg2nm3tzSNVhWQBJSCprLY46L7KNMpPQq9Dlw/Eiu64
8iQfIfgmLrYcXlb57xXEf5vM/7Xk4rWbBRq7pI+hF0XZtzpT1MOUQChM7GArkbj9eNADRQGTO49q
Cuz29cNNTqfJVT6ym7MyX1Lf/943ZbfB9FiJFXyZZBBkBFwB3I/Xq3RVPci2USVePBAQ3UoPmVIM
oV0RC5Xuj6846XBQR+y2d7blWzUWMD4atoM5mk9yCmZmf/8MrRxXdOQFgJiPmct6sb+tQskdxH3s
kf8G5KGW80RBwiyoNdM/95da2WBKSHGrCpAe/7x+9EmHW5Nqc+zleYZgF5zsQ1vF7268IDNI15I9
JvWUb/gE6pSFdRZZsWe3pb/XhzF/VpTaeu8kmFVQOKERotPboXq8fpahNBU/M/LYo4jARtaCQYUb
hLER9FY+cIaz0BW5wsgW3orKv5pIqjxT3nRW4k1BSEdOnf0XeQyk86Q31eDqPVJW91/R2oIiX7cB
4rPukqjJgBCippxkHlgpxIN72SBCopkIWLkD5hr3x/vrrRwJZiXMc8kZoKAuG+wNsqBOhK+bV7RR
vItmFNWmONHfv41AHwRzgT6Z6Odfv6yyaKpsisSFNSjRUWrUS6Kr4cEvqpc+ZtZ5/5newH6Lm8oQ
OAgA8yahZMlkCHupNzVU/72wVNPwHNRD9YwlnP8lCOfemzvBoAcvo/wyaintXIaEw2+MyFFbcPKg
CHeSk+bqUdTI2UM+Tyhy4AraKGdWal6E5xiE8caUox3D4QpX876qdn5Sdsz5DEHpKvB7AY49teOp
k0fkvCAgycaOOeto7uHAVHsNV0Tz0EyK1blh7GffezRcX6kN02njxli7tkVHDACKiRMHhdP13oP7
zZ3OGGPPHKkBQyRuGH96TGs+mc5wUqB6RL11ytHOxsNN3zVpe8RVkimFJe36jghp9ArKDNNnFZJW
5VgHlZYX1nGTf3LscksH7aaMgrv+Bh+GE6UK3tb1rw2LqpAb5M09O56tB71EDxtQfv/Lr9CmyLRU
PWh1kWBx50tS4tI6CH4Ahco2SiiRLC8OEL8CyCpZDtnOkqvpZLiSGTUxGRHTKGRE0hvfy9FMf45o
Bh25pdLvra6kWDPiX70R2G4jgOhRgTsB445e9bIdz1w8amPLV7wh6aydZDWoz+bgPymxUUhHe30j
AtwiUDgTUIuoU4QuNzyC6y0v5XIwtMqfPdmeMAltezP7HlV+VezKQBtGV7WGkrmzVPS4x5XpOO9p
80Ro8gIR46eNeFm3nRPsVC20xEROrT6qZaz5x0TGO9VS4+5zHYUU6fe/8tvIxc8WhSLgGbTzzEVX
tECNo+GynkGFmMlDZ8dP9IiCjfb+6iIkXLReBdpuWY6qatui9yLNHt3DGN/Ntnfnphw3wuNtCiAg
voKtxlfKXbP4RH21QJGmMlTBidL3eJeWZwR7+2cB/3mvK5QgT3CPUTvQtaFQWaSskVIgHTJ1ujfg
PeRGhpntVeSA3v9ERGDE29HWVwDvLAJ+18UZPeuy8RofGlk9Vn+YTxuo1sRburUrbwi5KyptlH8F
YnWxd6WkgO2NnArQDiUHcuh0OzNty+VldRXuLZFuIPwnL3aNKiZRpk6tUaAw7a81eeluDOJ3c06g
BPPNc1ECmwDktmhsEanx6cTm2sNnwTjWQ9+cWpRP33+mGS8i40qRZKITtvjewWmEtSb5lWfaoYUw
UlV7AzfkxglY2TGGb0Rx4MrQjZaBXA/ImprEqrwWbZ5D3FR/Zr9T/8MieErDW8S7QKMJeR268sa3
+ely5Ul5bKDP3f5uQxSA7geala/Tol8rUloehCTwehGrr6cK14rKwyfC2JlqmF0k0/QfFbWPN17N
7b2D1C1FAOXWG2Rm8WpMLM5A92kcZj38UHWO6Pn/00TDS0ra1AICcmNL+nj/8W47RwQB8Zkijsy6
FAbXz1eD7prtgDc1S4X/K8Q//RuHkBynyIbiCS9w8xQCI/pg0Hh9YA5k/UEDWz/2zjD9GaV53hKw
W9lvpEqIg9Bd4W46i8AepXaHWo5ce804ahIIqMjY2e3gH7iKN9XyVnZcHB8+NgIwNctisVmze0MH
+evJkd9/ZMiv4HuFz4BZVJln9K32ufQrkHBObZsbG7/yhSAzTHYhJPSgYC+WxkoYVaOw6mge9Bru
zUX2kuWmcbr/etd2U4jLgEEmenG/XL/dYY5gYaVm5zmtA2Zs1Oe9bk/QPSy92qqW3ujO13mTQaKp
k0kwgYVEvDhKfKmpbvRZ7yWYN+xTLEseugQEEZK5svUkhOkvNI1t9J36LnRRhkMtDLS69E+AatCf
PBmxxjYSE5Afncv8qCM4vhExVrbjDWaLXxe3OlX39XZMoxBNTPreq9sRSJaeZKfeBKCJb1H6en/n
V94vLC76dKCxyU+WvRq96IDjjXLnIZSYH8rZLl3Lrrc6Qrfp4ttIGDl6DfQXLa3rB+pwyZrVQKs9
hDxffIyFY6KiO9faMc0QEXv/I9HNpowgVJB1LRbTS7vDD76oPVy69OdW8u1TGWb1f1kFmwJYBuJC
XGpYYUCPfqKq1J49T9PrbBaY3+ldu5H3rp0ELkHSbMQNae0sGuaRPs8tgBRWqZxxl1jjVwT8Yuga
06f7m3a7kEks02jUwgchxVssBAEP822UxTzg2uklnub+hLCwfMQhfIu1c3sYONKkW8gnw+BGd/T6
MEjMHDsA2rUXjEF+RDpwBA2a1HtcjNODw7xpIwdfe7S/11skLIi01eOMBKOHh2n9RUdvwe2q2P/c
m+YWtEMTv/06tmBNgKqUsK81AAssruF4nuRJHeMGAk8h19+TyB4/mFpaORfE5ZwcjDHu12BxmxFt
tjCdf+dQYXX082Y/OSWU6CHu3DEu1J0uyTNdFT9scbYbx2HX5baRfmwBmne7MrbLL3JVWMk+bPXp
S0CbRnhnd86LgtCOg0mKMX1Tqzz0UviGqTub5vCvH+VytHciJfhij8Y4C1+qUHn3d0FRKsgCYmJl
kcNdv11oFlVWTHzqta0Fp7Tuqr2EpsnGKrct5jdZVQHXBQBEmLxexaqiTLZMmiclaeLRzyXjVWut
aDc1ICHlvusvwdxEGx/jbaykTBD2BczEWXLJg9aiQZKDfgA3GUbRPkcmbD/2urW//yWurEJxha2L
0HSDsin+/q9uHqhb5nGSlHldlvo7ey6RIW31rf7nykehAjARebzQpV02XBQc8TIlVXMP4HH+HM2R
eojNyTiEI3pO738ggLEqPHW6XUheXD9QFTbpzHg384gGNj2ccNiH3GYb27ZyIhgkwzcV4D1S+kUA
qwY1SPOwzL1MmbRP05haH80umgLX70351Nly+qsE9v7l/rOtxDIo0PhPwq5kxrIccuH70GhzJOUe
6AKs3nukKGdTO/WaimpnscVEXBkL0B5jhkjfFRE0PrDrrQxStXSqwsypwYP0kcIWt2SASR8NR0pP
XdozM6zRH5ViXcMZKuy8BO94hi5Fmm98gKsPTm2G9rYFWXFJKCVpyFvaDjnD6QrJs0SPtNekgZDS
pWFhgb2V5I1jJD7pRWjVxGXLAFXAJZfXutRj6mH4WuLRCeY5k/zftB1f6twA3Nv926A84qqOfhy0
+f2NYQFq41MRgAVBZ7zedV/GvsSYw9QzjT485TNWeYmk5PsO9b4DcrTBxoV1m+5TwZNwkg4L9MjS
CIZ5NSMznByQG1HyeFczRkOicDK/+wZWezslT0KkjvFJeh1BNG2c6JXwIxpVTAuxvRJ39PXDjmPs
Q9NkSq2hFPM1AL/+qGTplp7a2ioGDRHaB/QrkFq6XgV41BzqdZx5Uq9G+7ouyqdaH6aNEfTqKtwQ
WHpAmrrBF5V2kdoDZCevAYF+aH1Fe4RjUp3fHwOA/UPcpUQCYLnYscDs7bFv4sQDWWSdZH3MLkod
KseYxvHZaRNnI9KthG4OhgBB0yFTEWC43rtWa+YQ77fYk970bsw+Ld3MAgg3+YH5+f3PBkeFIbWQ
jmK167WGwifHgQvlVZUE6qwEK3QMMj8fiW7GdKGrgmTs/SVXXpogaXI50S4lx1xspxOAaZtbNfOo
uyW3R+9w19R6+f5VqENoMDF6F6pyi15ZD8S3jdGD96DVNC95ntueXqY/7j/Kyp30lrYzJBAio0sM
WGDN8hDXVCKy1mTPoaZIl05up6cZt6oPU8ewbpKddgNks3I8OBtilqJzwOhOXL8yDJG5Bfui8sDa
9GcqOjqaY1nvc1/futnXlhIdLWGRxxtbChJmWdVOiWwUXttO0q7R81+4A4JmrIP3z5+p5Hgs4S/C
3beMSjGjbgTkg9JDCT079MgZnFL4duA42y0+2NpL4/TRDxSGEpguXO/fmIfh5Ix66WlhO+yj1uqf
LbSyINEkRRK4s1L2x6wLt8RB1pbVweShmiVQccsGnuIEjK6wHvLEJ7+X6jTYRVb9sR1i6Tw68nSU
leLdDHYk57hoeFJWRvB08akVI4rScjIVXqEmdO9Mpn/dtKVytpIpcJfRZqVrLAwmFiHEmFoU+xL2
Uxrq7FJHE5NGW5IfMR1L/yRRG24Igt5KdQoFYeGtRJ8dBdelNR3Mc1Leoi49c8jTySVuKy9a1MvP
8HSCdC+VkxSd4cFClSWeqReQyGPhJp2zBUpZiWRvkDoY2gzobnBW8LuMMRrM0usgJD2a8yj/6JGS
PNwPMuurEF5sNB0Eu+P6vKpFDMMckxAv6xPpnE11gjZk0WyssnY80R/4/1XEr/irKpmKUoucUi09
awpMCNxB1hxMOaYzlqf6JZxgeg+wwbfqvLUIQ8qFKAHNeRHQrpftgZf4KkhaLxCVBdpT9ujmPTCK
Uh/DLamFtZNq0WYWjjV0W5dJiYyyrxzJzE+iWIlB684GNfpQumGFD2lFXr+RQ6+8OT4HBncgwIig
y8KohvuH32UxePno6DzbVO1tKdoCGqw8FR1cihR2Ecnrt5bFX29O1Wqrhs/Se+RJ9TkOc4DmVefv
Y1nKdsW8iShdeWXCxZDmDm16IIbiJP21ntFCNI/LugdGQZ7eJ316bvQoO9qtaRzfefTFRYeHIXcD
aib0OK6Xsu0+brVM0i8pyoMpX7pmHEMZivl7k4XFOovDnzLBZ+Zhc86rKnkwM6Anftz6G5/YTdrP
KoJ2RpHMSP9GpjPXckxdySEvspVnxmOZmPJLa44N5ttK3jz2equBHA/q+p/JaOKNs7i2uNBRFipE
KCcsm+IadNB+7hP9Ygdy/s3oRmwhq9pMlX0X945z7mNVOY/96HTnrM668tP73yQnBgkuITNBYXD9
JmUkpXtEnrRL2IU+IoST5Bpa8F/eI4wxxmSUHcwaFkezsmHyE0a1C+VeuNOjxDggl6ptnJabUMl3
BptaIB8hAwOPWj6L4VtOafkXo5TD0xTE1rNmj+Euz+o375yQhl7cvd7fwJuvTiwK/0q40sHkXoJB
1EDVoOnI/sUxwvGTVPBt08sKLx2zjtP9pW7c7yAP4OglVGJgEJA6Lx6wqbW01sbcuvQmJCUsDfsT
aLDkHyU3pKc5svXnRAvNJ8ahxSkta+kUh6Z5Sp2sPCaOLH3peyXqTkNkbl1SNwFV/DBOEH+g1YTa
1fXO+90UWRQM1qXE9/6YhnH5cZ7MLf3Nla0GsyWQCQLLTdv8epVB1ZvO7iPrIll28C+44ugipejf
MzDq1I1k5rah/Hb1oUKGkLagkSyO7KBHfiS1hnVJmnn4SqUJZ2gwoqHdDSUmv+4g5WrrylEhfS8C
uX42MFwfd8h6+caOGYtq8V/EwRPOM1W/94GPfWGZ7BmebQmfeXKiX7ibNNWuVS307mapRivOydUR
w8CKHnIDpUpLYlxxxljadb41QvTSVf8rXR7YZ2GWdbWLFUnuIaib17tcrustKv9tQsceCEgoYCsS
cxAUiw03HI5KopmXWepQmLbojfzTtVMZu52htUfbSbIz15r+pITD+HNGiGVG+1TdYs+snS4qAkDb
go5BqnX9M2KtgweY4VkWYkckREbiPQod4X7j6xLH56rPxdOKHjM6Vip6RTf3Z9V0dEd052INznQo
avjttKS0jkl3VWPzEuXHMG3Gzz40cnBQpfOMZnUy0STuhz8T8thf7/+gtccWak3IFIvAuew5pmks
K0OKvawaSSnCMLV6qIf3D2l4altIIXNJo56zxO33aRpGjjHZlxxw9U6bK6T+KrvdxZ2zpXW1ep64
5tDPYQbMOHfRz0OfB4ZVHtiXOu2txs0K+KPTMBle28v4iTWBsVP6KT9Vne24XWKjd2B1VnO+v68r
YQT6EGqTdDVFl2/xK6RaMsvKz5kMWZX+DT+c/tWaHBQLdLxtN97hTQ4o6F5CZ5oVsdxZrjWlfj/g
t2WTKNUtWmy2ckCsWU/csNWMnT6n/ei+/+mEjwv8N8gmAIWuPxZNHYLGQbfSK22kgAKj6s5t4n/D
LOndIoo8G3RgGzQKlbGzRD+jAxEgplpIl2Fscf5G0UFC56PXJGyOZuU/vDTR9GY+wzyDz/P6sciE
rGlOVekCrFB7bv18OORar78koyptpINr50PcLlzq0ChwUb9eSs/MUKp0J/BGrCcfLEmPTgMF7AGF
i2Yj5qwsReJHaKXzwLW+7PK1AgORZWngxULwZpQQBFQRKt3XRbcFiFxbioIbTwVgkXSnxN//VR1o
wwBT25lDT56U8jzZs/5oh7PzZANQ3khpxQYtAimdPZEOwdwmoC6OYGQbpRqbQeR1PQbSqOdYJ8RC
KtUtZWn41MpF8QP0atjv/LHr/wlDZ6u9cptT0xGG6GW8DWsIa9fP2pUFaki+GXnT3PpHSxCbQx3l
tNzR9xMuiSeyix3JjHm4/+2J+3D54OTQgnrKWUW76Hpd6oQAMh/8eKWxZ2eva61TnWfHydB9STX1
c+HUc4dByZz8e3/ht5v4ZmUk71CkE7nK0lw2rFt4c2R33mgm6n4At36YlQ5Rv6L392ms/ko7/4Uo
92hV0zN6DQfLlg6IQIJnUsL8OBtRjkdm0B8DFeFkJ3eijXxq7UzQPlQEM40X8nY1/HX8KLAKXRs0
PirLpiLGHhR9pQIOmGt2vXwKeqdybQReHmCq+S9lhHDN/S1aicSAxZjggOwRs4JF8phxXDQG9/6l
aeRyx+lJX7HGax4Rakm+FkYWfnn3ehYjAr4DmmGIvy6iSGbjO0VB5F8yGZukHAXvA3oByXNsD/np
/lIricLfSy07mA0urgkKFP5lSLELsssJ6TEEAd8fq1iFUpXqg77zEhHjFCOBKmYVS2mDlzGT7f0s
od8xjTjV3n+gW6QYfUsMMyBg8c64qMWH9tdpyRsryls19y/xLJXYgAL4ckmhnQu/L6W0yp0/kUGT
Q47q6lxk9nzCMr7FdbSzwkuUqOqDXya6G6Na9MUKaufl/u9biS9gTVTExMiauCIWZ0kOzaGWpdG/
pF181AsQIENRvFjj4MmYDzEN9Z+Ldou4vRLAQWVzL5EGoyW8TCU6tgl2ONXtFOIU2mm5+RoBI3m0
4lrfIDisLkU7Ajgz6TZv4nr7G7pIDmwi6cJE8h/TSDBKA/94bFV/K1KvpYTEKwFNQx2UlvjiXp8H
uW+x8/Kp5NT5EA3Z/KTk4DhzK4OTqQfts2wX7dkPq/FoD/F0bgZolPdf59r3I3RaBI8LP5AlLXd0
grKsULi6VFZC4msG/h51gi3g6koAglUn2G9QC8EuLC4luUihjSS2c0mtCaAQs+Dy3DACPBQan9Ae
8dBi4zWursiuYtbxdjEsriMjp6PUgdq9lGkT/4iDWn9U+mD4Z5pD6eSjk/b5/j6uHRs4dyBOMAsC
TLZ4wk7pOwmlT4l3qX1XoyrCs7sNaYfE0n+IeEifg4EQ+SCLXR/Qzu/jDE00SLzgr1GEybGhCqUt
IvXa/uFsLgpg7Aqhv12vAicsn2YjI8H14b8zbU4eZdRFLmNWRZ9is5fen+OyadAWsa7mmCzVbpD1
HOMSnOAFRcfhW5DQ3inyWX0ZkEza2MC1VwUBnW4DwoMK+3j9aFFV1LZkWtKl0qfi0SyT/JuFtcke
J4utpda+Lq5A2Ktch9SXi1PRoNyKGGoSoNkQmV4XRo1npPkWCml1FbILUls4hJSy1w+E81Gp5UDQ
vaEPg13RaeGP3B+TjRMu7p1FmgVxlSVk0nYUnRaZrZwjq4dhhXnRc2t+bCTHOVh1Fw6uX+jDS5si
xEaak22Fjpu3RanKpQsrWax9Q/pK+3JspGSqHxpDKz/GUmkfcjObTzrKWbv73/DNPoqqmHNB+IH8
QVS+3kdqlNgvQql+sNPRetIcVH2qchg28CE32aCwYWBMQV0M6hVU3/Uq5kBrLemD+sFPFYW+GspE
5W4K1SrCvypLR6YXpfbBDMqx41+TojzrAYK7GynhzTXOryAbFTQxLqCbfrHF26THptYPBfbv02Ga
sa1xCyWxnuOpDtEu7kf536Bs83Zf1lb25/5Or+wBYqRUf7xZMp0lt8ApSnX0Z7l5APmHjmMUyypi
jdagHOxJVc+N3fhHQ87M/+lJI1nHJrP1DcDC7btmaOmAFOUyIiNftn7KqKv9Wi/yByUvnV+AEPVP
SRBs2bHcJnM01UQDi54tYh+I4Fy/7IispQyqMX/Qirb+6BS+dqjlofoK0kZzzSyMHbK3qSdvonf/
YzJtXMDVyakOkQ6S1OyKnEKyCj4z2kqPUZVaG9twm4PwA6G2iFydKIVOyvUP1IZUaWQjKB5CeLYI
U2Bav0dkALf4EDctA9zBvz3jyw9IW5uPkxoOJ/Bb707iLe5pgXwQ+nqkB+Iy+ivlTey5ju2wLB7a
pp2fjaSzva6OjI0Pb+WVs8qbxd4bY3F5paH3XkxtWzzEklXt60bKnupQi/f3j/bajpJ0GIzFifpC
4+X6YaIOrbshHIqHBOmv105Kgi9lMdhHbS76U9o3wbPhwNitdH34nAXdcO4pmzeuuJVHFTwEwS8D
kQwB4vo3tKWiZlNvJA+0602kotG//a4YZfv1/rOuLcNnjJy26BrfCDQg+aShvDimD1aKyPlsVg6S
RJuW2rc3AJnjGwITNCTz4sXFE5OtlXaUpw9JjuWqCyFUeU7HyYCGlafjBs16bTHEgjmQwvOR2HC9
c2kit8Y0I0KUT6r1D0hW6Yk8zDkP5dxvfHtru0dQYPRBVgwff/Hp+YD2h3JwigcH7XFtaqudZNdb
ths3eZzQemF0AGlEtEeWsE67qXx10LMScbi++U1K1F5aBIG/xzNCX22ujxsnz7gN7Whr0fuCdMq3
zMrXGzgFtoWRTZg++PigSZA6HGWEE09+sksmLcm5ZCykQPUotx5LX3Vwjk9nzIiyYWhQKwvDxsLX
KVMeAh2hRXeeGPtBckP9fFcPifF7ivsOdERbOd8qGu1eVQ/Gua+HNtorSlXroEQQ2HT1avQ9hieV
7IbNED93DJPCHZRRurVTMWs/4qKHdoTNmE9HMJWrD2rKPBHpj8SxXJDwUbCvEdKM3aQ3Yn0ftF1x
qYaqrcB2R6WyL9u5m/bFUI2fzEZTg5MGKfW7JrTx3BA4We3K3WAnWCeH8nBBOQ84a4rodek6Rj10
rt3LpeKOVRjBAfOHKiDsZvnPbOj97EUPfeuQ9kZ1SHQmZcf7n+3KGUd5HH9dxDTYxKU2p16jbR9G
yKWWhEtk8tFlsKwkY6SWbeEqV5ciyQGqjhwvUJ7r0yBRYIRorpcPchdbB6eEh2K08qXI9C2exFuF
cJWfWsQhJiwIYpNx3+ACGRzKw9ywlEHRvW+g8Z77MTUPft3hoqOVtldJc/DL7kLl1XD8+qAWuv4a
IJ/wvbQbZZcVvdogcxEHZ7gvyTM6btkujzPL7Yo2JcGdw0eoLJ03Ix9+0K1E+42Shv7x/rtZ+V6Z
3jOMUuEroTUrgsZfV6GJNJiTCynbQDI0cgMl2U9li7yx7+swcNJv95dbez9A+3k1TNQtzsP1cnUq
KeNkyoQ7Fak7OLW9W1S2fJT8Yotef9untQCkIaYHe5VYBDX9ei2NynU26rpBu4IkwIVYOyX7ps2d
12CeleZgF2VbXGwiYueWzmifZCecBpcKVd6rVRHS8kr9xNq1Vue/4q0x/GpQyC4v6qzUh86Iq25/
f3NW3gUyyegBCIUb7vTFXVD4mdWXbV0/xIU9/o+pnWa6ao9uIzFMnp+C3NpMHt7C4+IUE6ThNsAR
ZSyyrOUQoqzz3EzlhzBMkd6v2ghgEaFQnR+DNNSqfWkaUnxK2JWTlYc+Ly2wDR+NeQ0TObCxXPcz
WGZOcjMOhtsD7nLgYhjRb6T4kkuWV9Po6mbof5DMeIxPcm5OX2d8k1LXH+mmVaaRhrQVUD5wJznL
Xwh082uQZN1rMFkdNLYGdr9mRCVDBcze2JLBknrit9181o1sAn41ip+eqkP/YvZO/7vUghlzEHhM
n4yQ3qJbzcXwLVXT+LsV++H8OphSnBCL/eRTDj772zRA8kZ0yP5cNWr70wz0Mt6VyRA/5UoQS4e6
852fc1Ka0U7rgwDN7Hzs/9SB1QxuhkDN65Rk4FFM3f8Enb9B2N6Y9Z8BzCQuHlmRHuQ48n+EcpdT
YoUTeE3FDzKU6OOhxwcipSvlMgc2/imdqMwogIL+s4aW6lkGqZC6eEawOaDzAQPUEcwfYAtsFRK2
Nc4Xs2I1GBlljh24NnNldRfV9fzcZlb3h8LPqty8zttnS5ZQ5TeNYuhOyeCHzbHLR7vb1UnW8NqK
xhncHkIfOq+hr5y4bRDJzUYLtZA41hgbV80w72J+0IA40YCUrd/0w28p6xntENKz+skIsmR8Rku/
qE9+h6T9rpPjlCvJ1+15R7Epq9x0nZOfwh5sJQi9KuBUoaad7aAUpt/tAUMDV0sU60OaDIj4AMLi
+ZXRbFCbn+3oEBuJ8p1LO5v2uR6b7Y67rS12XVVG5U6xy0Q5ZL0dV/tR641s1w559tikmlnsfawG
0OxVW+l/bQxjHvsOXzIR3i3UaBf6o/4L4mSWuZKvyv5jOA+Svev5o3Pzxmx+CkJM6JZdrHYHIECp
6vpRnKO6Ah71yRqTKTqiytb7x1hSgp+G2pqtYChN8o6Xh+iwrPn8zxF0afFws6cqwuRP77/E6J/B
eiQH5MAqPW4IUYEGvOuXkx9fgIO0r0hNp98T20p+9/Ng9C7pRpce7keeldSQ0ph7E9FKOBDLIV4l
0D6y0skPNUyvXeWE8aNfbEableAPFQFfe3JPen1LvTdURgF79Pr8QDOkOFAIzvv0/5g7r+a4kTVN
/5UTfY8eeDMx51wAqCqSJTp56QZBsSl4l0iYxK/fB9KZWbHIVW3v1UZHKEJNsVAAMr/8zGvQ/ow7
z/h/SDk2qhpw2q0mAO/3PPa3lrWqYa31o08cv65blK2CclAXaYCm/++f3ZZgnkRQ+hpUJEzcoDSd
auUh35oNdjutR9Os+6uKYUGc+Pq0S5pq+ob0Olwm5fQPv7/oK48SIMnmr0U6vwGGnt9f19LJXwlu
x0LXu/tGA/sa0tNpP6WK8c3vr/VKhg1qkbSNm2R+fsqiXElCBtU3+jFdhLFD9xAvnXlS05OxAI+K
a+gybypYJpfYe85XhpsM/ZkE8rVHzJSbGomznEHzycGYoNkw1SOHlCO92LIGfe9nw11hl9+dpir3
QMTOtat+wJJP3irdItQo6BJwNJ6KNXici7IedHXE9SjBtYZTkrCOe4YXrmstVARKTbtdDSdHP9xf
0zXMYWJ911zTUOHE83onCXvf7WpotDNP4+VmBQa54YdAJW4aCSc51NRjTAsBej3CGgbFOjjLFdYn
RIbfv/aX2Qhknu3m2UUbBvKklaR8r0rT1B+PA1b0kW0zZG/bugk71nTcZRxcv7/eK7fF9cijUb7a
Bp8nL1kvIQAL+nJHPeFY7TMr2xV4OJ6JdDT3X+xX7guRPZpkqIywok62DpqdimGxOHaMyLEPdnvj
enPyqSKrRrM8ylI3SENpNPm1NQfFcF2aWXolvaVALcNNnDF2RJLXETDhqosDRy7L3lkM82g7y1Ts
gaZ67xu7Nj8MqM96sV51wxo6RZEATBikOcQp+FARWpObvUVAXrCDupwh1VIaix6nep90UR7Y7aOb
9p0eTvPol7u+1bJvSTLRrxssv3tveioxI03vArXvPU8zwk6OSxe5OJEOUblo/rKTuHR/HctUz8ih
apOpbu4CZFyaCfcIaTjirVcZ89uGipeqU42WtW/EMgDxxOPgpibHWPC2AZodm9pYPfhpPnytzGwo
d+OKgVQ4FbafXAo7KKtYMrFRkSQ9a0Jn8d23PUZfZSRrQJzHVGm0+pIq98tw4pvl8DoxT70tg1WY
75Q9QHXQSlf+tWSBqR2GLOsfVS3zh7QTYxu6IhUAFpZaknwmvaeHIDDQ8va2Mh4ieTpjDWe1bQRN
vbmfO3A+EbORsYpKfE5gl4+ddswMW33QwMN8mw1nvrA7laYhx/D4ZSFRNPfZiGHi2Eit2ge5wyvI
xIrAmzbr+oiceYBctLHKQN9lrCowNuCc9ajpW4xYF5rmVBAymbx4Br/4mFRmPoS4GtvvmmZ7rKps
use1XkwVFnbq8Vhzu3pLKjGKnT616n2Xu9YD66k34xYOoooCVPVF5FortbKBcnoauoVXgoxMHXUO
jPnKRiesb9JtsM8gkJ5sPMQVnSRLx+k4JUsX11Y270jEygtykOWqHMvkTPx6Gc2dDYO1QcuIrhSD
zzegLprJmk2uZxrd8JGsu8K1QBmkwzrFmlsmWlzbBorFv48vLycQGwwSyUvktphinkI8EXQskTri
siVkyVCq1ts7ggSY5buGloTQXg1jErWYaJ658is3/MOUGGbK1qO1T5IRcm13ZEA8H6GIVZHI8iXO
6FJdUrIWfZhOaRvreQ5S5vc3/FpA3Wg3BtQi1vupHpvwqtnAp4nLNr3BDXdppPfyHKfildXj0jjY
MOIMmV50FaeyXoPS9OWxsZL8DZwPcW9tnaaiVlUMgPwc8/OVu6JPurmyY0kLCeCkqtdXfzayMh9h
qBTOzTrPWh3mftL97eY9bRvwJqBvgBRxa88XKV30aeqsYjyuGCIfV2sDvNjLOUGzH6qFz9MMLsOS
MJFZpgF8inzvfU8MQ5uNR8whFisK4KHcIA1pixBNS09g0mMvR18bxVe9bQRVzGKSUK7FXKeh5lXu
l6Hyks8sLnsMba0X0C5UZn80akqkaHXQcQpXKtwmsvXW29zC1uLRTEQ2XNqiD742Zl/kOwxf1iqe
pUanYUgU9W0zj3MSFthyFHEygJqnCTmKcVd5M5YlsujXR+BP6W1q1/7trJfycazW5Ls99uWehdgP
IaztXO2zae6qMM3zoIp9HYHn0BxXHOpIH8YA2xJaLRElyYh3C/S+c/TnV3Y8rw+kyw9SGFny83fY
Y0w2VJkuj1ax+Ds/t/W/usBCzKrNi8shM80dyiT198YW/rvfb72X6TmwLRD05I8b/u5UrHIpsQ1r
O1sel2zubzLlDW9U0znXhZOdIw2/ElwArkDuZmDN7OV0tImPVukG6yKPtC7cYm+SFd/biNHfo5wa
0EwO2q1SPtf9fO0GISsC6ubZAkM5mSUUpTWXSaLJI6KF4xImepdcryYSeVrqmIffP8zXMjaKD1qs
kMvpmdinezEVFaNyEgnf6pwlWvzEDicmKtHo1lqEU4zqQox7hrDQ034/T1K/k2opr0eqssgs9GCf
9FN/UY65/pV2oUZ/q6pv8dpYLrzSDL7Z1Zhe96Ve3HtuVr9hfxhXfWfXZ869H4n5yWYPguBnQAFu
d9rfk0wlcr+yp2PaDvo3s3BWdqfWukVktLP9RkADeMhtObytunWNZoxrscTzH7eWC22eFoGxMLcD
oYfmlidfm6PWeGGKP+ED5kRjt1sSt7+aV6O9lbmmvRdySG6kkcmPqHBWj7nrCTM0hPbRzemOUOUb
dbtXDWTKv33wsG+3EdomZ0iZcrLvfG/JKnst52OrIVKcB5vHamCe86t6efBscG5APBtsnEHS9vNf
OtepO0rdqv3yWNXTngF/B7NhHj6m0jEvW8YQZ27q5T5DmoxRE6huYEMIN5xcrqk6B8B9cRyTbCEE
LvtCTzpAv1UVFonxAfTAOSjKK0UoRx2mBltvFsLR6eAkLTH9al2vYlhO94iktk/7cKYTrWKoHGu5
N+kDPPTpXD/1aco4y0bd+rO/kuZGZjPDn8K7Uht3DEvGv+2BB0cIED20b8bxm1L08+fhl8AJaaBL
vAon+jgQsrY267mk7eVTf36Vk+G2UWE8pSu2PgeNfxhrTRWUX2l5NCkVwL6N034OxvpMxHlJ/uPm
DAbqwAN46aSLz2+u1Pp8Em4uj+OI7G/ZGyIJrRGwuWtnDT7HxXy5ohActwzsYtVq+Rt9NNxomnR5
GPTROVZBGdwlXV6d+WYv4+72xajJAUT94IM8/2KibnI8slJ5rIos34tAVUDuTSekdzfufh92XyZa
XAr8E2gZWgD4Oz2/lKct9Yo+uTy2HNzgRRjQGLStz9zQS83T7VEzKP4B7t021/PLNI1lDmlD/mhT
b8Z0X5NPDfPO23xaWsQhCuR9k0DumIiYTNWmYqcN8/JBDG55AOvWn/k6rz1fc5M945tsTYLt578E
lSHVEExpDGpWDJeO0NCmO0wlxX5BQfvMcfDa8wUSxfriKW8iq88vJQRFf6oqNtBgYdZuG0PktUtx
5i2+jJIQJIDCMqTccpHT5p3pF6JODAnP2VjExdRWXxjuJBjtdd2+H9bhTBPn3OVO9mu64IqezRRZ
blPYXyHZjAhG1re41xXXxjyd0xN5qRVGIQlEg/4UTV4SmpPrTbgBD50XjEeoOEim4B7Yhl5m1hfd
0GUfk2ZYaHhki3cYZrd5My5ecywRC4h0OY7nKHevrB2w4vRJN03nl/qunhBwUlZnPC4CC3itWt+g
rdvsXJWp+Pdb87X4tMHSqaOB9EHS2tbWL8tUimBqpZ/IY6L13vtCGdMaLhTbY+gJ6WagGErvatLV
5qAwqvojJN7pI6okyJCWFr2kaOm0tt4pMvIpHBhtiDPr4BVUEi+GKEWXjZ4/zILn37CpvcUaV7qH
buoAvOjX9ZLOhx0JVVsfe4iAV7XVAz6rDHEwjEBEzmSsZ7LwV3YYLlxwUHRa5DCETjaz8sXoZFM/
HZtqbZjAYETkjm53+fuX8epVGJ3A7GRmC+/w+Z26ba1K9O+nY4Z8QlyJqT04S1Ke2cevLC5Q0XTh
0S2Af3fqTYPJQ9Uk1KRHp0J/1UqLL7YSXuww8jqT6LxyP1yJNBvdKNhyp9KMiZfiS8/g8IhpoXfU
Rr+Oe58K8vdPzeOpPM+FfcprKiT+ALV2GmjRQp0RWCjlcbVVcBCLbcSQI7qdsNSKPUeu7aWxnguG
26s4vSisdh4idQT9g5OcRdKmL7qCWkkDC7UfRpUdGFZ2cb6o+cqaa/ctrcYkmsEZn7ndl68PXhKq
F4BFiFIvpDzB3fUFdC3857XlnexQa+vN9jMuJPkZHsK2r57dIqGQi6CpyS2i938SENtOKVXVpoNn
hZi+IPlPW8uvUZUxq0F7j4CkHyrTh5bX0rd+mw1aH//+xb64U2i+W8ULIBEEw4uxQa/RRIVF3h+H
vvRDUVprLMzBigoy6zMP9cVK5VLmhpdA1H7zbTq510TXAljkaX+UwVxF6eIZ0Trjv/63b4iZE9I8
yEhBLf7h6vJLrJ2Z1s6B1uRHT5fuHvLcWw+79J3M0ve/v9BLwArdM94ZZe42ikX58nkkmWrcpxK7
QNq9BD6EDW3mdXilLWgftItqmwjT1YoWOtE93SvLV7eB6tXHMrXtd0E62+4GJSi8MPHkQMmVm+ov
p53URsZsCb1mi0zGxe+/84ttvC1rxrUgbNjIsLSef+USy8/cTn3tKhnK+qkyVmx43dbNj5kt51vM
DXM36vR+OuPM8nKR0UkFXMsm5tIMrJ9f1g1mxEnaND9WltOglcR+7fIG79g2q+5+f4cM6E621Db1
hDNF/4EAvCG+nl9sSVK6OPZqIfZbVA85vIv7tVkoxs3UwZw9qIyquFCrSq8S6FNTBOR2rT8P09q/
NQZhavcWyjr23Zin+WWZa3UX6qZym9ixa2dGB0frLfp6gRZEBaKfEm1V3ZNhUurDE/KXye3sFEAh
9BrqYVhoSoFarJEVAycxFA4zIC/FALmsCz1eu6lz38igNTbQhqAk8xK7K68kjqj3qfC8JiqnNgEv
gcnQuMc3h4/sGXo1tIeNzj4GalAfA3JrI9Z6N/k+TKZ6aw+gliNDUvkMUmHfFyTGgvKRsNevTTdp
+mVWo4LCjihsEXl56lThZIz5GGWmWznRUI7txZzoCS5NaR+zcaxvtV3Um7pHKd4kZpWaUVrVXRJB
EHIWBBjxYdtPMLXw2llzECz1MvlXM9ibb8xjAmefunOXU9zCY4uqQTnJRblqIFVy5gY3jZczcSP9
6Ie4d1b31sERXV4E9irXyLHBU+zcfCw++S22KBfAsl19r4yqwxl0GGXz1h6LbtgBh0s/avoIThGW
OC5M9mpIPdbrfOyiFtW6HDPo2fmWLL7JDoN8hYBCZRdG6A9t23NEm9ljBbEAgyt8XpD10lY8XpNa
zl+quh6yeAoGfITU4mifrLr09+Y6GJ/7ymrmvcIv+VYXWq3tq7yu3uHCN+xV7vj7UtV6Fs/I0d7x
pO2vRj6YV/3Ye5dmMAc7bKLEfTDPzQfqZXsfDEV938gFjL3nwUXrGr4e4jEflWtOQ4T+HmsHkg2y
/8p+6nrlXuqlvuwc2FhhunTNR8EiKfe4ydM2a81m/NKYbrbuNX/2Z9q4efapzmTxSJt3CUKzIMLF
TecJmNhjV0UuEutApDLfWiJliszGzLYGtd0zqmljsxn8Go9Kyx3CcjbFU781q6AMy+8dO3yMaSK1
X1Y/yz4xh2355RLq0c5qkyQPtako74ZATLtlWPsvDFbNBxtDxi88MJjO67o676wi95tdabYzGNmq
tuoYhFLhRllv2MdpLdIgyhPTPBgqhSLtJGJpeFmzSkJ7CBhwY9kgi/uOVgvIuBIsc9j5sLf6QXUX
rtfp1a7Gt+ChDrrttbdYn0JoEKPPsE7redctiPyo8v1GXSZw5kA8jbp40Ny++iTWQLYx5R8Fi9KY
fh0sqJh3lcwrEfYK/FDUi2RgrrsW9RIVxrI970WOxWUD7MKM/MZPH/MyN+RuXbM1jch6pg8G0aTG
rDeZblLNbr44Yy+aPSyp9F2er40fpeAWg5sOxPBNkPbqaNaWMYcZaC0Tc61gccMmwHs+9J1CsQ6y
2jpSWKKcMSRpeT2LUlshPM8LW9xuQTT19lR+zBZkKqMaWbfyipp2yIsQrDQqC46y7F3HJsTMyqjG
y9Ic3OKi0BbzrfCRp49kZcpH7Ca3ysXKEPJJBUnRfuCWArqfyjVujc7L3olaH/WLlUn1zeDmNeEw
RdUgbMd6vLNVoua45naCcBjUYEe9SvxwKbJ52nfUSVno9IXf75bCQay9g30StuXcLTtPWmsfynnh
0MwSPzVDH9i2u1NGWSCnLQffRhooMyYgX0XHBhgJvKEfCACQMLHT93NXlGZYjMCConUhtkb6Wvvt
Lq0tkMdZgZpanZWGHQWa63xL7cJ/13MAJNfTVEyPM4vn3l61FRFkh1ldlFiFuCk7ZTSMZ/LlRhde
y9uUlvuu7CbZx6iAlGPku1qlDqYAORt7ykvG665CeeZaFgqIuZYYHLpA4ruboDGaz7PRrW5c5F33
RWomoHT6ASgjCBCDQyixCIFmA/MbOkUyVDGtTFWDhCg6yThfeEe7tJJsJ4nMsYM2T0ZQ720r8jD1
+yw2qe7QQFXjzu22SY8e1HMJTrSpPnb+ulxZWKg1saRjegPa3q6xP6DnctUqUy/DVrf7z26ytpc5
+5z5OvYdVahlrcJ1pEJmKwIsx04fzTS5tf3M1ENdevpBV2QcUTZT9YJBnK37tml5LVnVZTJGlrVy
QzCG8m3flda4J8U2h5B95zxxcnd39HFX+8Ig6oiQRzP/BcyqEPsxoV16a49BRwITFDKNgyphJwvf
W9tY6MPw3Sgnlx9qi99tZrogAvJxrWZOWnBPb/zRY5jrOLLUYqD5rX8oCg9fOk8t2ncvUfxvs+C/
PVqhBqfgiPdiWOpQ62+yAgHN/ZxgY3RQDWXP5nEzPqGHpxd7vIdaJ0L4UDoXkMg8xmlTr3s7bBUb
sROk9V+Fo5dv89GevxvawFh7BZihIivXACR4EtmAnlD+MJpV+wgNo8jCokFMIJS9We5rk4OOZ5da
7s5wMtXszLot8rgwOmwagt7WrFBHfQvEb7cst7ae5mpHRyIxLqwAqazYqXpxwLdDERyZUPThRBfE
Rm+iQ1PbWMtbzbVGBvxW7T0OaxF8LuABfm3ntXdjA0hCs5eQFN5jHAZwqu5Qycj0foYSifj7LsDU
Yt9ZU5mHpZaCkq0Khb/uuNaJFuEbYcmYEWN9t/RpYUZrDr7YHHplRyOOCQOFHELtkdtZCGpVjrAc
FJA677NlYkcPRKco7gXwmDLuSQCR9rS1dYlrp08YXLtFByoZZYMbCCIcajhOEQS7zuiBemSMHKM1
6REjyHsiujP7UxNmQx/c6SiIfpYy0D441eD0YacNxgIoyDaLUDPc7vsoNPeTPviVBRTYnd/kjsHD
XQapYTOlI7NeBUp7MEpTvzWs2phjaxlVEiE3sx5dsZbvTGWi3zGMFjjgQHarGTM2S7+XkzDer6Ne
ftP03A92lsBqMJS+aL+7tFatsKUWrELhlboKgTXjuJBVk/WUg9GpiGa5ysMmGfs0wk64O4KtVfUO
WxnfihuHoiSaR4sFbrXGlt5VhOJ4qPNkQTigopU2KbP83ExG+05TYkwjr9rEKtPW0L7VaQUWp5oS
92JIvOFbXbjeF8XxMoY5iAsbbs7Q9NEoHNzJ80yJLkS4yoWpSA+Mzqg/zk/ZJNr6YmZw9h0iScXi
TeRkXog8wEDEUYFkYA60951Wz2qHAwKfsep500VenTKxDuamhehaW+iwG11rU1BVIr8NoB2IEiRu
WbW7YpnWK+YsqLOg9le/mTLL+OxrykQOeZ2cS1310oucSmrvG33psT6Qc/VYJzPW2S2Brz0INftv
HTnoVtRVDcdfIj3pRHOBx8VFheTZvT2aoxWNQ5l9dmQ7yxCzhU6EJfqBVwBmisdmXDMvztEt+VJk
/nQUTgHqx1lLNw89WKnOXTPN+BwsSeeUYYqS61d/sOr7BQCzFi4L48NoMNMeoWqPxLxQSqtjBwtD
44IWrBYVjrnYse0PhXlw9aX51npImCCLkNRPemMtG3y6dcv7PrHZ/tmwyiHSIQx+Xeg6vFdZPfpf
K8zRvrdNI/PISBBkBL8LBiQCRgabw2Nh5ogP5c5HMQXeF1N6VX+RJTMFKJQBZ93ZVTncDIWvfLR1
OTQjN12HbzAiEKHwZJDB2wJXducpXwPkNXVOG86YAbw307zQAEYXxdtqxCk3tKeiwwSS1sB7+uzW
XyMCJzS1TS91dl6mYIbTEw/OSbO86L1u5SCyNsamMMaY0zspeR1PFnZGX+OqS4m1epLKj3RCjWtb
iOpurtugCGfb67GYytM1bsZuuUgq2T14djFtPtbOvWBoSj0h7HPs2ldLVabxAHWpjGlxnZSqbT1N
a+5O1hUNhDRKJ2fEMHfhcE9kSQLvGClmhomPEXxp94cetvVt1RnpvlxVEOlLYdwzqfCjIeusnTMY
K2mcnK8KOxeHVEdN1Ncpc8O1F8u+pyuw+1Fq/8fj8p/pU3v3s001/Ou/+PsjjSjs7DJ58td/XeeP
oh3a7/K/tl/7n3/2/Jf+dds9Ne+keHqS1w/d6b989ot8/r+vHz/Ih2d/2bFCpbofn4R6+zSMlfxx
Eb7p9i//b3/4j6cfn/JedU///OOxpbm1fVqat80f//7R5V///AOxk1+6Dtvn//uHNw81v/cuxxy3
a8XTi995ehjkP/+gt/UnA+4NZoVKD6uPfsf89PMn1p/0T7GxYEwMAmQTcm9aITN+6U+Y0fCfMNgA
xrT1Hv/4x9COP3+EEDr9T3wBQMLBOzX/+O97f/aW/vdb+0cz1nctQkDDP/+wT4Y+9DWZRjKl3nQM
+LxTV5olz22lhIaWYJOU2BbKuBaTzXEMvgHHNfej6ar6QcILK8IisKB4LMlkyLCmRRk6wyBx7/US
DOgSX6WXziyy3QA2lMmfN4KCrJRHkdpPhreH+nC7mJ0DDybVC7C1BatadFo6Razv5lZUYr3ruqRo
QmJEdU+Spn0wsfZ4l9O6z+HKlL4iS11vdSgBCGyjB19FSbIeDH0q9bBwc/dTNYKrjh1weVZI9qVF
5eyVZShr+EshYk1dVJX9ejmRhp0BnZ0iRHiSzI1AtdE9BdTwAujOGelJnPvaw7I6F24CT04IJ7/0
B5zdcCRMOMJUvRd07jlE9OmqgqKUFMsXu6Z8Awj7sEgtvUD9p7kRtnV0E1lBZame2tQJdkNg3Vtr
Qh3SToLo2a3XK4CG2CvyUYU2k4uBChvcV2KvZ7rSW0z8pSv9875obMI73vx1T1cIA+B2WPS5PTSz
9i0AqQN2zbqGkdNERqa9LxrSrKTsz7XuXrvqts4NRFXpKGzNy186t06WFVUBaO+gWRPtVGhM+xx0
aRjUkx0iB2GcGR6fNEN/3CUKsBuRm7SIDu7z64l6shZNc9qDsk11Bz5Of2M6fR8bc5pRWK0CopC5
nHm024eePtpfL3oa8hG8c8Xit4cA4m8IAojwXSYGChuFt/8lKP174/+60X+IM7241oaB2Vq+m472
8xts9KlLfRF0vEa17sHQU39YVwNKc2tQGDGQ6jRWqDnu16C6KaVMo6yZikevG8q4zjQzHOu6vW5W
2E8uye6ZmePLMESw22StkIvBL9w9ed0CYt6YeuRho//JFUN+lIKpoxkU8wXeO39v9vDjXQcU1RsD
B3jEKdGYsx/9oIKd6idrdskKTPdzVZ0TknxtRSEaAm3axyD6hRmbUMlgi3FoaYUk9qUoUkmZ3qlD
VZdT5Cyg4FejWHa/f80nY5Wft+ZBafKh6NLTP1nGrpu3JVbB7WGeiyJaGsT6W7045xtxStznMszs
QSaAfuU/pnLPF5Oc2xIUvtseMu8yHd/64jIROn2KYNe2xrES3W6u387NhaZ9GnsV2x1M3K6IA+27
ru0NEey1eohk8gGmQNi01h5fxcX4izbiJhAUwjuMcupAVez1ucNL8pBY7oWwdlU6HHv9L3u0d4qx
dzo81Ml6OZN/V97Btr/Kfof2XVJdd44TOnSaqsY4tMm9ldIkn9QbuJSwCOeorp2oXDuKB1pXct45
bb5PJUIACImcWdg/pEmf77vNDg0AK5x2JhGncCQRDIG25mV/KMD17aloMopVx7lvCry5is5TUW/1
6761CP706o2w8WekaLGE3jlOLS71ucpvchpIh0RT+qEvPNDDaf/QY+MbNpin7emoAB/7/Tp69Wvj
Y4NHJORC0oKT0IQD7aRyQ4iD8uG5hzZa3JzLj94H63uNrW/Y7eBffqKqpxMCedU9uG/v3Z9amH8r
p/xttvgsy/w/Zp//P+aUW673H/+dt73IKd+PMHefmnyQD89T0e3XfqaVrvvn5j+FqjDTU3Q7Nuzw
z7TSMf+khcH2J5ICg4Nl9j9ppW3+ufHpQa86sMVJMPm4f6eVlvMn8zGo5IjTk3t6zt/JKk+i+Y9F
Q0IJwh+ZNkCzW0rxy+E9JanVVE4Z7MxODPvZthkn4a0YqXl2DnOfnROgO4l6P67nk5yASUBmg3z6
+fVMKElNUDv+ri4h2IWaTFaMStLEPLMrTpExPy+06UUzH4cGe+qkZha932oot+4qfVH1BfjpoTr0
du7dyDT3jOsC1GweuR5U1dAo3cS4qsrAoj8Ln/AczfEkedgolWgw8dhIzcD5nmL8gIuCO3XcZJfp
a3nh97S03cJvjrVa63PwqO0B/hLEtmsBXWFJIQ7DxP60bl6EN/YYLwU7bDewPGt6UNpOLi/lFNSf
DCmyY5Ot+Z3GYOrxl4X/Wt5ivXJpViyiCihfUhSdnGiFnqGNhDTADqbx/Kby7OxeGq64ducWTxpj
0mGGQ+5daP9Mw23GcwY0kRTvh8Up6ljv3ORYdG394czXMl/7WgRhlM8gCYBkeL7kjK4pJg0cAGdH
3+39MvMuGqqjCE0ywL7JoiOQsQR7S6RItXXjAilfQ9mro3Oq7KQ5tzJf7DheELCfDU+BtB9b7/nX
wY4lnR3JC2oxe5YIuvYuVP+CSVU0o5Zz2abpWYf5F7tuuyZbAngjpwRqt8+vKeuaSeSqcc2ll28q
2tCx21TnTA1eLD1aIbgVE+ooBCgHTjLDOmgHZCmWrS3UCesG8UyZ3Xd6OTahYCz3uGib48FkNl53
0aKH0J+jiP/QZ/918RNUwClQnwP+ARZzCkUrOG1NkUBz7xac+phTlaCBQg583USBYRgfJszSvi6r
6XztjSn/YJe6Id4EKLNtOgtd+9Aoq3qq0gS0eZXVwAppsY3rPgOUFsRJPtDDTSiFGDOjDG/eMqWt
buein7NdWtrqfZXWev9BYU90b87K9sLaTs3vNgM/eYswA7m466IA+6EQy4LKxLL0er/zm1E5H/RJ
UYOS41BbX2hZOYjLSZh+GXv9NNCFE4bJQBwezpucRqDcaWM5aqHrrBUTcmQQ7ooyz3nEKrV3iH2Q
BTRAh+ZDaw6wFkINlFl9MfSwaW57u+o+WhCV3jA14f3QFmda/K1uXUemIQwoC34u5b7X3IFGCAR5
aTkbDP22yTwaZEzVQkbc9vdE56bfTWJy5MWqD9Vwl/XG+r1WndnGGgLUjwzQF21vwdHUdzTjfea3
cz4P4WTV0gjZldBLZiXNr/TyMAhpkA35mptyoIm2jtqyJ5Ak617MnfxSAtiTRI06G3lwevFlXjWa
rK2t54yNTaSEY0ZVgRkCBtb8I91THd+HDhR31PcEw7DuGRoc9dwS8mimARInlRYosS9W0xPYleiD
HYPB6OuDm0y2dtE5JllgbY7qWnqzfW3WA2oqXdbhUctIxkHUI+mqiwrINWAgVFVF2A0M4ULL6vG0
SKYsQ9m4BUcdJa07fRdtkOlvB8Kie6XXTgtcVvRV9pFZgbC+4LmD2Ac4ijm7yxy91Xc449TO28FI
igw0x5Tp39ZABPhmzKJt3qkuTwxEkQYjuG49BLe8A69nKSKYCOX8aeTpLYfUkdVmqDMPTGfnlthA
Ez3vg+YI49Vi7L16BKFhx/yYiX81yMkmSoKdiNDZYtVJWzJx8QuQTvvWmSm8xtJOHr1Jy8urEt2r
NF4nLXNiYKG2HkotKJx4GSbUjqFadNw4HU+oBAFdgV07dDI7rE6FZocYKiM5DotVA8cxHEoMAXvq
veGN9nWtVDvHIzUoIyPgIR44kMDdV7XvFoekX3wjpnkjS2BIri4gcS8wow1Z9TetM6VIezTZeEko
1bgXO+ibWPWVLWPLX4EVWYOrDkFfimK/LlWl3wojaxEiMgrzOLirzw7VpXoq+OOhTLahPSmCYX5m
ubryjcqaxjjKRmNYWTL9pEk7e2t1IGAM09fcaswN+OHN6bcFIuoQOcWSOBdQhf4Xc2e23DaSpeFX
mRdAB/bllgRJbaS8VFmybxC2ZQMJJNbE/vTzwdUTY0JsMTxX0xftiJIdKSQSmSf/8y9ucej9IfuM
nWQmd1RBo3YIxjlJd3Ze4e0z2ZUaNjh+j/putgZ9hDgYD+Oyjw0PQ5b2EaZRuG1AjFl4E6MXj7Rl
MunuHUemzTbDHsMK066t3I1oC5QERe0FkI6TFBvStnM0YycjZnZbZJl58HLMcLaIyQVeqBKF1obk
Tfr1Uuj+84yQ8CTNrqy3VSX0gZ3Qn/pQuHNUhvVUGy8yss3bQcwJ/KfMNh7KOWm+JKjVYEHOfj0f
HAv/F63sF/eZZpqGE43DoN0orYmHE+5Xk7MfUqt/kBgeNc9O7NWwDuooSkJYJSQhb+c2duA1TiL3
0y0vrZcbMB58hNxY+6py138UBdKFrTYbvbfJytLstoOgoUzOhC0++cbsKDw0iPPhI82q8iOXpLRh
OiJkptPstwnSfCOdsBqXbX4Hlaf8a6Z36TyYs0VvOm41UgaKwZACyluFZtKKqkru1TjzbvyiDzpC
1Bx/PGA5LDoAPYu6RxVSPhW9NCfsOpoeNDsevIOcLO0H23KgwROLtWpfJab1EtB+wQGP7AW1NwQs
XNpMVv9M8U0yj1fYVrFjG0YiIQhzi27o0DbazWwXyrqdvTwpSav3GmejoQ+z6s0SgZwdBg0qwVaI
oqm2ZmeCBGVuVcxbbA6s5MGqtPYH/YWi+oDQdvC2Wpx57xu6OfNCfhDdg6tq9wjrEj6GtBGrbxr+
7yONwM480LCFmIO+LP2pOZVst5GK68fAqxz/XkR00o+6sL1Z25tu3RjVpuvpxsDRn4XaO4IEuCGr
6oxkwspRG9VP1vdcnzVn08kOrFiw+7WbTEYuWLZfeTc9zDNrOwXKFMDFBY+YRWlwW8w6Teq2KM2H
knoDOwdVCuCMElb4o+dVlX4/RbUjnnAYaMoHuBCaPJVExmeHWAZaE2LY18/+htWuCvNRauMwg3mw
T2KOJow8uyHxYgiCkPiJFLa/BlvGDNvcbjxFtsdAHNQ2IIXND5267YxnToq2D2kPeO592TTVnG+k
Tpb4XTOIpHvGCMDJtnbWW+1BVIiKD1lm5Le5S171Lh+IvP2OaNUrHg03xq6qrbQOdZmHmhzovSv0
/G408LR9BALTo3Bg2T41Fefeth6sIr8VnpDYU4zp8BEvqnj6u01wXzr2WR1p7wpTqHdeH4+K9CPD
EndlrjlHrYnkFFIqSA3zD+wQPwaaFv/M6fXXD03pBnA7xqYFW+wrmeJLoMfqO16TdbTz5Jio56bC
lWtLyGQxvHNrW72LPJknnztDRE/C1uBoynpUKoy0oiMDtoaCHloJn/xTGWeO86XK4Dbsfah2lIbC
/dBCcoRGiG8vXb7MAP6BfuY/Tg0S0q2aq5jtqwpiDxeJ1kwfjWaSz0kFfX7rGIo9JYKlVm2dOs4w
k6AmMjcY44I+p7NOOEVJCEe3RV8VfLdF2v8Neahwd7hc++/48s1vnp4m9/WsQeSVozu9mFU/v4dn
lhF8H1nNx7RO0nlpsdSnNIKLhjlPOsofdl/GH9rAhUfQdjKuHoZO0DrWew6kjYkX/Tc8dan5usyT
VCE8ufF5KFo3gxKZt81HhafQMXX9ETMPDfHhvdGYTbsRTZtrYWJKmBDSIumBDm+Svxd6r7AVcTzu
5knsPekENWj4jvgYfXhW5uC8hkdjvZG+3tS3+JwO8a6fPDq6aR7oI2Zm7AVbDVaRs3Xw18IPONbB
+DQv0/ywZ6sjkjRhm9mYXt/a28KPhLzJUlsvwhgkoodJm6NyZoNPPsms4O1Kwmj/0jqrGXdGmmQ/
DR9qH4SwvHwZen9+hkob1FuHI6/csGoNPIfrmF+IdpL+tyu85mtZTljGVa1pPM8lSaJbL5mTb1zV
qvYYg3O7/abKBw+apQOl4oA9UJaGbj267RPrQfkvmd041Wddr83udokfMKZdE5EFgCcCRphpmCs7
dW5dZG1DzyFOINiNkE5SfqU0Kk8FHTL+Tm8lhHbZ0go+9knmJvcWGV0GfmcTKRKhkRdRdJj9Hnov
G5XpNNpWUmcHnJEkEfxwTBKpyDD3Iqa6RT29cbw5e0i6fviizbgn7MXQdX9roh7yU0C5+k0TZtPt
a5TC2T6ZSBwJG23K/vaiaLTCQFmjv7UmW/pbh/q13LlAGMnOM6QLOXdqu0fy01xz40Z5x67qDm7N
X88rb1Np9ggTrmqiH7oDpSfMRhU8TExgsNHrUe82dLOahWMU5TeTk6XZQdh5xvab59ZzL4XjhTO9
rC8xBsqfOWzsdleMkRygx3MN2WaV6L8srXXMLZwAbpCvRICrz6SgqeTxyGli2UWShq1EGrX33Anm
bQFLvtvUvjW+QJXI9W1cpqmzD3zNhC1rSyzaZKrsDb58PewL2vcJVC1l0FUxA6hhMNq97zrrRC0k
JFEdRN0qIsEDOXJAxbOHSSGn2YsjyuDBJigz2haNYw2wZ+aOurISZhWqSnnvPahv+MEGrY8hnGe0
oKGx5+0hrJYQUjPhuXDxWE0Q3Pp5F3el8aMtl0yzstC7cksTIkhvTBodcC3ddtbvMHGwP4P2WfZN
xHd8StrE++mY0JMxDawmSNNpYLzrnEo3d34mWB+zDWe8Q0c07uckTpPbCerKT1y62WqUJUaGhVkp
DpY9mk9t4I1D6LdaN+zSScAamHPhPcyl4Wf7FFNX444+ccctfjAG94gZrfRucwKNeQGImc1xV+rY
WsKDsLJ+19t1xZ2pnXsMKoZkYsPDoWQzQv7HiVfoFjp/x9MScBCMgw0PJ5y9WQ+Dhqi8xmkXt9Lk
CSgk8Xfa6HCJlcRD8mIb0dthVKr4K2A4d8xuNjPv0BYd5uIp8T3bAs3yt2JM+yBkqWbBZppSbImw
UJj9UId8ah2mVgcBtJqiUzcmPhnyJXfcuPiuS3+Ut67T6M5Ngn5Ou0lS14zoK1Bd71HTJzYsucKl
P8N/cMO2XWihv5CjPwK1/yNUfQZovwl9/z8EtdEa/waivQK1332tuq//dfox/NehE8WPr7/zJX79
03/zJZzgX0CNizcanAkIMQBC/wDbXPb+RaKEg0AJFcU/kPe/+RKa/i8gawfFG7wI/hWKWRCyf0Pb
mmH8yyWzfgGq6FYhpTX+BNw+h71QRIIBgXstCilc5uCdnsNegzVyUiLze1AL62vTLrcScAvz5rfJ
uQB8novBfg3j4KeGZgmNDFFpCwD5G4ZOY6vUpKr8B62t5N+WnlJSNm15aqqieIo1w34qoQTfWkau
P9XE115pTb9+ygBWiL90+MjUQLR4PrxGBJtyCic+FvrcHqBe5CHmzx/efsZLg4CYLc6VYOogl+eD
JGhlZGnEyRHlTrTVJi4p0myuuRydA+XLTAJbY4NnEGK+/Ln8Fr/NpAbtKQomkRz1cRg3WlHku9mf
81DzOSn//IGWljJ7NJglFrHnQ2VdzbIm6OSYTmn3PSh9ba/npBFf6UNcmjcYbDDZ6PSYOO6dD9Mm
PqUEzrLHsQe0S4ac3dPJ2iuMlpVA+9fE4S7B++ft4Lm17nYIIEINgD050s6ojooDkFNVl/syMn8M
apQhSn5/h7eCvx+mBJ3KOJe7JneDP1+LeAEtHhoWHVQakueP2wN4R9rgJ0fovN1d4udO2M2e/PL2
uzuH0P952oWERbOBFtgr/l2AkTz1kpksbjIvA8YZm8Ct3jvECWwmc7xGRbzwCunCsU7YqoCUvdVK
6ZhzCLBucoT73R261KJiVOOfWSL880wQHYlrZ+nzJa9mLuIwdc28SY/WPEaHxaQurPPpx6BHwz/H
GgfSfyCS8Q7+FyRnJIhBPvo6yhNMNxjq/B1BB6OerNL82BZZ1HM76NVNFCjjyo7x6iWh0wYB+ZXH
xFdmr3bFCJ917HQrdgxqFyQVefZC+g1c3C7332OQ1f/pB8145M4sL4jAM3s93mRYamhUIo4RPfww
SUucgS0/37299F4tBpgUv5ifiwgdOcDy1L/tULXsiBJO7fw4opy8nQGxtiUCiCujvP6efw1DpwY+
AjS1NQWoRHEM5BDlx8q16Z6MNhiHWY8v2IYH+6SNzUckXygea/WzgrP9GJnUduVcTvs/fVwHcBZC
BOLxZfdarRXhyKkkTTM52ok97ZJOe4no8Pzxm+MB4cGQYcnpZa2zB6Uyy64WfGABUWsY+jYinDz3
mmL69Zs7H2X1KJSpCG+sKTm2ZhYgr0G2GQ9+c+VZXp1gHCnLx0XdAUGKltv5+gim0Ze6UebHXDOJ
l3CH6Yskxm2HTN9/9/a7uTwUDv82DiqY/C8//20p6iVAXenp+XHKDfejZeFetKFsbz9lS5TrlXNs
2X7ONw1OMXZAHJ3osWFifT7Y3KgYK8cKk2fo1yPcvNt6tHHnbrkE6v1W1ggEfOr9K6XV65fGsFxl
+KipJrGxPB/WylCntvFYHn0j1jYWSoiNmrJr9kevZ5JRoFt4CwMMrvlqq/KTRXZmOOURsy6/2vYY
seZcktDibUkWEvHt2y/uwlySh8cn7NCoNMloOn8oL7VmZMtZdfQUATI7ZLPyk0zcLtoT++mfYm/2
Xyatc4/Yh+Bw+vbgr7dlipHFDHGJcQUcXg2OPBkwGL/5I+GiRgFOIGEpyaJJPxNNYH1JpJ5e8/R6
Nb1UPvbCVKHrzav0V9NrZrjb1nGujvEI9gs+Gr8D4Em58RvO49tP92q9MBQFCPcP6CyLa8v51KLJ
ST0XMeJxCXL6aQ/COFUgCumVSbzwRNQ3bFnI8SmJ15SrYeqm2cB4/DjT5MY0K8v3IDLxbaxF0fPb
T/TqfVF5cDuhpOMbh1++mrwyyBobWL87Nn4O7sZLuiMVQNvOvtbe2KSZXKngLjwahtzcvihYwZLW
DihkzlZOEqjuqGEYdasqAGGCDQasbEbvysf96jtYHg0Cr0dxAJNpHdbG0mtG2AHdkWrI+DpAM6cl
0ecPI1f6UzE3iBXLoHd3iIucK84G/8RLnW1oy+C0jPn+zOUcX60UB8RMgtubj3VPG/n96I30C5U/
OP77OMCgeb/cTs3NWINUP8RBY9pI8YuyhL2Oh2i+T+sqJx7DyNWwm2E509Q0G+mXOsJP8gtOqrOo
RC170LVbkpzwn3YaEpM3uQWEHDpdH33S3EKjPqb5CtpaRZUZNr1WqkNuxA3947pCWd+NwhiRng2+
2AZBmTpfmnTOp20V5fMTmRgie4fhIrcxU1TKvcdEXaQIwsal52WILsg2etVbyFH6vEu/iqwfsLXp
TTt6l6BhCB6z1FE/HdUg8kwCqZGFU/qVfWsWQde+X6DtOpwJnGhJXiK+5MZqc4R8qd2p5zifPS/M
ISTGD74fSXoxtHPTjaushNAhiZn8g0Dv/6Dro/zUtsCPu5SrgfiLWD5xS09Ux4zZwoQAmYyqxGOi
iP/aiWL2vyjq+SfN5OZwwPa2TfYKDlF8wOww6p6QBWTaAzh86t1iUhlr5W6aosh4nw6GU2/ITvb8
R0wAtGFPeqf31bInww+TvCC2qSxUWWMD0fnzTe3RSqH9Kco4pDeAKrqHp9Te9nSikQM3Q+rvIxMj
Ga0fDbmgkekzAH2VbIIO/vNOgegB13Y4b4VxEImvFdEjSLXJWEm2LVfoW62NAa0NpXSkF2OupWgx
IvWNCGL6HsPIjYzvt8fVrrXLZFdVdvCjB9aft7Sqe7EVLVv0IUqiKcetQqvso1b0zoCMyMOcdxMo
PsxdQoXoPSKEJqWjxqnP+5Y4+CNstMzr4nQDua/2IWTNltjCeCu/0eNW39wGJ8ctgZUSewqFMO99
1ghzQZBz3fwycg9KfsxeMJg3Gm4I0LQiXaodRhFAzRi3Jx3Ncztz9ug5pX4boZMK9sqBJLKl4+o5
OKGnVjZT9JBxfGc6yNFv4To7iFwd6Xf2RgR9O4RFW1s6gKWuyVDNQz1BqW/xKnKlR2Onl03TfZkm
o1Z7+rMWyR+Z1QhUsVY13EHVrZXaTJYzFve+M7hMvOaw3FN6JeK+oRWbHR1Xa+EqR2ouql3qp0l1
7EbpDFuISn28g4EUmbctLVhxcNKo0r66eLYv1vs0CcPS1Et56MG5W/ol0n0PfJP4CckhmgFLAHtA
ugtBgoWGJxEdHeYuaiuSuvnHmyn1hdzNTYtEs2qHRL/DPtp2Q7eXNV4UHFPRbuiQSQN1DqSbDKBK
jwpnM/QvfWX6zzE22nm/Ae9pik/0uN3oBV+MIn6eHMMcMFuTaI2J88GupLut0C1awCX+aKmvlayd
9gO5PjS3NagFziHzcgCHFnkuCtg0QdPYhDNJhi/YntbtNz1GgWkUe29E96yzFgcHzaPoMj0/aXpv
zTjFW4584sqdZVtn4ANAwVIjnc4xZR8VPf+J+bptXEKC6M3SWi4/Vi2If4hdR1ci1kuD+aaVmS3f
227jBLSihKHd8WkF3Z0r417cNEj5na3bJH75WE7RUHwf52Ie301N4cEuISjVx50BqenwY2qmsv+Z
icnsPwRZGbenNLVnbspUMtYBiWdi/shNnXYJW58zz39NxUxE1UbXYtXf1WQ0Nd8lPIvmnU7OgghJ
AjDTnao6Gdzl2PPzYZm6/KABytO7H2ZrOhgpbZIbA5FVd+wp65x9q2Rc/szrPOpQUrM9pz4tfyrZ
DoR9tB6i2LO/G7Mngq/wBux45yq97nbY9WGaURa+sTR4M9FaNykKQxqyBOk5OKMkjilRnXo9rQ1/
dOnM0AJ4YMPzoo2f0GkLNTPOTsh8gmZHIenboaf64FOe5D57NLr0F0xEKojeLSrr+yBXM3ZFpZvT
Ch0H39lROuT2DV4LAXQdZ66CbZDkWFa3pp6g/i50+2fRRs28GWj4G5vOykq5G2QqvnAKoOVHTlUX
W/rUyV3SkCaMa6clRGhOvsz39SD1d2PXWsHWr7ulfdKVmv2X3SYwwbAsmBG5shE91EaARwaEnCAL
/aHt9FNLwojEbEMUKmReYORM/mijK1Zx9dIOKjLCkh51tRnjCQwLx0PbfVdgndncBEiqjWI7anXW
7iOZBNOhieYgeWjGRB9Ik2wMa3xIWy/mAlt6uRvmZmNot/7I7WyrNwSdbIveRaA8t7VsbaKmxkCF
FKhGTIRAnbLnuTkyAOSY6LNjoys+VAFlGZu5nk2PiHWtkTwBR9kfOtxCmnewulI+MWG6XphaA4pv
dgJVnoIKO+dN2wyBF9pO7dY3whiM6DB4OA/feU3Sa+9zq8L0I6/16gsHifsukYsUlBg3oivSeOwE
fGbb+OJSneZ3UHeIu1CmlbYvHXr+B3uMe3x8RIJjz4H9Bbl922UZknqLbiScDXRpxWGsF9+TsoeB
e8h6qhYcVUual+zZHTwbwy+gu4wqSm40fC2TvQ0Lzw2l18sCp6Ali+weGAuzl0ADxtg3np/+nHoz
RUFHcNXH2FbYyzTV2PRkhi3HT9KM+OfR+9KiLUKx0YSA4LBqHLvJtQ+QO2pCp6epcj7WcdTLJQxU
sU0oN6nU/YiVxIuz1CZoAQs80lOBA1LBSqicIcTzTAyHGmLkdDT0MS731VywZ0Ugrd3BzPuUz6JI
23ybp5TpYTOQDH4btFrySXh4K9ErLL2P0EqEv6nLukZpRArZixAGTgLYSuF4MbfRouiv5vhr5hp1
cTNRBhZ7GsE4XlhxC6/o7ZL/YgkOfxbEGLo47lvnlxirsKrZjNhrCJpkpQjtuU6TBpeAKb4C71wc
yV8ilejagjOtUH04wTHUFK87BlU+b0tLsJqcHPdK17iGJF0ciiu2i2wMxFZf6ZCKoRz7yXe744xr
B9Wfrj/rkT7fCWUX/4hR/iPAaSx3olVtD56yeJb5KAC4DZ5PoDLdfoiF2R99rcbZhDItPc2am90Z
lhsf9W40i5ux8qDb0suPcNGIc/OHh4XPY91kxnt4EtBq3n6nFy6meLiDiKPdJUF13dmosDLQwTL6
4zSUkE2jwb6zexFdQRYujULEAVx3WhqLBeL5g8NT0dq5ZZS5l9FGg/a6h5Jv795+lgtXUloz9LkW
N1hEmCtAXMBs6SbTGY7mAFoiQDEOepPWt/AU6udOqfSPr6SU6Xi96qipqZPW7PVhCjBQbIlmHPBV
2Ka8KM4Frd7OUKLDP300Fg36ajB94F3+OJ/ACS5WOUsbco7ecPPMlYLRWVm0pHBqG7wI+seIgcLb
g76+B3PRROKzJJuhAzFXyzX28qg2jTg42t0YTEf4sEoctLaQze1skbmxU32LQ7IMOIyPkt6Zd+UX
ONc/0hHgbaJ85AYOLAV6srzw35DEDs+fGic57ej6DQZwHr7QU65xEVUG9lypWnjWqYoQ+r394K+X
KxdwuhAoVQD4vLWU1EmcCHSlJNOAVbYrskZtmpJj509Hcejb0JQiK5k26Xo30M1oGt3Sj45R1s57
RMMwapYK4+1RXu1vi8U0Mk50VAFRDWuXTNkDkOhB7xGHIPVtROtqS6mD7VUhzSvf36tpWw21goQg
2pNxPE3e0Rs641jr0OWAiYorp9DrUXAyZjnQ4KcnBS5/vij8uMprSH7BsSJY/bbu+pgsxqC9smO9
njYAf5BIliAdbHMN8PaBJGVYNvGp6pNhO5UElobKrrVxI+sg/fT2O7rwSAiTwAXpEkEwWK9zr/fM
jFtLfNJkrDePBV37/AjQal85Vl+Ns2BL7FgEnxko8a3VLjLDg8GSw+AAp6De4+NlfCmsZL5yzL3+
as9HWS0DtxZ13AWUCVauf+7sYtyZtghucq2M/kpTqFtzlA6Ht2fw1Zg0pH6fweXnv+0UszvnAVKe
5NSavY+6TNsZ6ofmEcyF48q8V37cXhnx0gKhBQUyH4AU8mGdj5iNcLaWC8TJhxfXbU0Mje+IojTF
zUBG1/e3H+/ViwOOpO2/RK1gmWwhrTx7vMkcUiKJ9OQkcs84eUabIeHJxurn28NcmEUIM8sugZkI
piWrA1Qlo/AN0SenInHjE9bIJZdHo3hcDLd2udlO+ER0g3Xlg74wkwtNh+IL7RnlwWpUgL6sKacu
OXlFVNw2TkHOqxi9EKPyaxXscmCcFWDLPPqoD9kObTpTq5dGB8MwqnZOTgG3ok2j6dlxQi8oNvlM
nl5jluKK9OvSi6PssUwuHFQI63geJBpU06WZnMbc8p5j3zE+Z7Ded2+/t4uj0DZHrPtLZ7la/RAp
sRmyvORkzGatbuDBu9FjMM168qcbCPO3YPBQ78CG6U2dr8Petfsmw9X3VDtWfYv53LyzprT580+L
UbhfsL/rixXK+ShVqxINfZI4QSCKbwI4IRt3TIsjgVfXSpxLC4LlgJZ54QTQCDofSuLZxT1tECdH
bz60EqamjRBlo+zusw4D+O3XdGmhL20F99e3xQ3qfDDEAF7jO5M44Y1mP+rxUH+fSSiAKmte65Zc
WhHUbez3xvK61v2mQhYIaVrJ9cKwYlCUpo/UJ+J4kv6vt5/p4kBcn2jBsm3QLzl/Jmmj6rBaW5yi
qGiBHzXP/WTpA5Edfz7OQtzgMOZCSFz5ahyu/XahpekpL7PuyZvcEVuKGZ+1Py3Klrwd6jHOYf6A
D3g+zoyHkTl3LAgvIeozTgxzj/9Q8vFPn4ZWt0fYO/rC5S2tRlG4BQOX1NnJb8bxQda9/pC7mbzC
vnq93ihPYSMRFIwDGb73589C+0YPGsCTk4pl+nkWfb13uhIyktTmfvv2E10ba7lL/HYAp2goNd+d
s1MvTJQKuFmFpFwNO/Dia5kxr5ccrHiAZ5gfS0bLOpuPFKAUT+5RnNrcij5JDE/3tOS8P73cYeOz
oAJcizkQX11+cmwj8fLI0xPuk8rbGS5BQx8aiFA9kZGzb12pNy8+FK8KVqgDlWG9N+iREaPctNjz
4DeHyEIxNzE698pRu+yc5+cfHCE2BL6jhSykr1aEudwvnI5tIerFCDYJ6wCBsXD6m0b3S2jgQ/qQ
aol2su1yVPvRyP3oyq9wYaGgeYcPhUUddeg6L8NRZFLaU52ePEXTDwRxxhi8K9PyyYjJfgvfXpbL
snv1wJjTL7csjpN1yo4d29WQaNgG252l9oBygCou3ra2naV3LrrE+7hQKBYDEKa3R77wQn1yKrlC
GiAe/O/8gxD9knqYJ+kpnQg4DWpD7LrBnK6s0kujkFUEDQr6i/uKsoHQj3YIqZ4nAV3uyUU1hN+j
P4r4yuf9+pwkTgKcY5lGLuXrhROBvEfOyDxq1jB/dFu7+oiLTLR1I2rEig5WcGXAS8uE7Z5vDw8S
WHOrHTL3pmGOB02cKgVXEzPIfk+CRXDXgk9e2YyXN7FeI7DmuFNy3SOBYVVuFMWc1qkdiVMWq27P
NxFDOzxWval/QijSh+mMm93bi+Pi0y0vjDMAQ4r18TzQT5RCE+mJ2Bt7j5qnuCMZBC87y1OHt4e6
9AWAnpATRKwVp455vg4b0XIZG9nHOtHKj25Sy/u61fK7oS30sDec1EFNWQV3KvP63dtDX3xK3C2W
BwWd91bXzZHGno2uKz2Nhqu+WEGbQjZXc0tWvRW119C4i0sU5wrMuNhf2OHOH5TE03ryGePkdz5x
05VVhcmcZTtcaYt7rEbtz28/3cVl89t4q2WTVw19FtowJ5TPNuif/BF3uH7nY5re0XrPH1BU51eu
1pdm1ORtBmRRAIyhQjg7ZbHESQgjWRptUTTdI8DHFb5PuuJzlGDodWXvXFnVUNBxSPw+2mrp0AWh
P49p9cloVGWHY4H5MfSF6F3apeOhSIsEVgR9yanF/XqjPKt4QnFwrbJYxSD++9dALLEA5xDu1rdS
hIEzjrweJzFqaD0spFe81FlCe6P1LBqIaB57uS1caA804cvhfeOYEXkbVXyTk+F7Ozb6vEtcsgOu
bPGXVsDiysUxxkZlrwNbfJ9UsSjV09NkdMkuK9NB7Qs0SQKOjNkhey68bxz21ZU75cVFYFNB8W+X
Tsxq4QGFRlHXQeXpHHWaccX4NKeRvqvJgr2yd1w6XbgpU2UtzGxIeefLrfZR5fote4c1IiDuowKl
49Tr+7c/pEs7FFdxiCe/SpM1zbYtFdJNnNpOJUD9SU9c9VHSyn8wbRzgZjyB763Ibm+MOoqvsPIu
zqQDjQ0zXy7o65Qyu8l0VMNGesqCzNkFaq53sYl9Lhj3NTe05aWsDxkAbNPCrBUgf82/5QDrBGV4
dprH5geJEe6uVfX8Q9WW+RmkYjokmBl8Lv2SGJ2qVFdoZRe/IYvyZ3HbIS3YXJbyb+W5JBmXn0TZ
iSzd4KBpeYsKAjv2ZGuOVUO8gGifvNwhCr0ejJcxdz4jA7T3ld9ZHxuClmDgOMN8ZQe99OIRMJB0
ZNIXcteUvgzXWDqZlEg61nXNpsEvfh9Vc/sVj5oeYEEWX2hyqw8aJrJXJuTi0HSIOHtdSMPr6mxA
fhiUOu03r8SbepukXkpHPoW2EZI1MRShBoUau1c988pQ5kHQXfm0Lu0dZOOadI4seIbrokMjVYHL
gEpP5pwZjzXksL+RppCSOGpxqPTEOQRJb01X6o5LZyT0b2QPAB7LN32+DII6HcEKqvQkC8wFcBuw
y4VLkWiPPbjerVUY2pWP+9InhrkTuzizTfWxOpXjKRkzCBbpqbEMzOVJfSvRkI8aERqYBMhr1c6l
abVNAB1gTDpX7uqA7OdIz30ZcGQljc84Q/1NZTHMw4Csmv0wDMHPhJvWp7d3sIvTitAOYAcUE5up
82lFaNG5An3dqeuXIISZNKNuY0IBOizaum5vdYb6++0hL80rN1N9wawoWdfzOrYpORmIB0/daBWP
XhKPU1g1cZ/AXiZW5P8wmIOoaQFoIc+slo2IyRSeipbLPQlkn5yObuS+HIX8hkVQnOzeHux1l5yy
g8FIbSRymf7fajbHoCBJwWc2sdCIt1qaDVucAOIdBKF56xrxtpe2gfmAKvAuNpNwmj3A6lh55UYb
k2uQ8aWNm44JJwS8T8CG1Ypaug6dJ/IMKlCXfSa/qT1lZUIXjXrHP1nZWD+SJRq5G/IuqwfHB7K8
Uma8Ft0sE8JeBRmYk4o9/Hx51ShPagePshNWYWTJoM0eH4gkmMK0FvNj5Qea2EKce9carf2gCc/Y
6InRwWMfhmv3wEv7JowMUGuuZHQUly/ht3OkRyBeW3GTnVI78ff0IYgYtWcy+LrKn/Zdl+BnMea4
p5ale21dLO99fYQuglLs8c3FI3u1LlTTTbHUMnkiXbQoN+xa9nPrp92z1jpYDSHtVwer7/A0nYeq
xaa7qEeMaGpEuFc2tUu7DLcpUAzEAyzU1ZpIh1xm2dxlJ6PD2gt7DNDwLTEWizn+BD65b7M4+qlp
Up+v1H6XRkaGbJoLMeY1DNryXIXGfnaa+SvEJVWFnuw6rbUJRYAph5/dQLyb0xLq8PZXeWm/QYy6
NGhQT/v2Uir+9uLtMSgne9A4OZxSPhhjPWyRudcfelN4V+4dl54R+R9LjMKMR11dOzR3TgTMQsBR
yDR7/HdIPqRnegvPQLtXefIpLXr9yrxefrz/HXNV6SrHh9hc4UNOdJa4H6b4A9S24j4qq/z27Ym8
dFaAWtJhI/UUDtDym/w2kSUkZQyLWDsRznfjZjCzacY5v8MYwjML3ISHTmuuVDsXx0THhrspOiko
OOdjRoGFomUizGYoYIdt7BYPuw1fOGKbzMJ8sfeuHfuX9gkKyqW4ImHAWWO0oya6OrPM7DQKR99F
eWULIumj+sY0M/d+8AQZY4pTMtSC5lqr4OL6WWLLF8yDLsvy899mOOk9Pe5N1o8WN3elHp0w7odE
5nbvNRGpcMqv4RwXL8qL0+L/jLia3yLwpIHHRXYqTBQANqUX9h44E0Fgae483OvC2Ss+5+YYHMy2
nw9YMJlXtqRLVzUfngLV/UKbWbejwWwNBVc4O5l54RzIxak2PiZQV+DGi68Vc3XKnH/El+dTK3HG
mOtcYddfeNneAdvHytL1w1jrkweiJZN93/4KIZtQD7z93Vz8Qn8bevVW3cTnAhUZNDPoZWHi78rk
79rHNHGje4sM4u3RLk7nIlhfPhranas3GgvVN7aS8jRpc+ThnddTWVX1MF5DNy49Frxt6GoBPVUs
l89n1GwB5LGo4mz3K0IIU9cZsalxjBxAocFt8UotcXE4qvFFH+YCTq92n8qsZpGSInciTcKIN6KQ
9RM0fvVTc6NO/h/WJHe7pZG2dGqsVdkoieDTilljq+skhjcojrZzOSZX1uR/c3ZeO3IbbZi+IgLM
4bTjzEjNUbalE8K2ZOZQzOTV71PzL3bVZKOJNnwgH011FSt84Q03p4RgsiQq0D5Z8qvhNjVl6MWZ
39LTUPdm1Bb62Sii9vPQOG7zHzIoQkFI1GAm0YRYBCHYeVHS7OrM70oj/dya7fS9NrzoTxQ9TKwX
KCH8hyoTCZvsuwM0JFddBBsBJn6IIsyZjxSOQ4yfIzrltUDjcbRU9mU0mR9E0ExP9w/AjVX1oEWS
zEibGB6O633ZonrkGgXBFs63wbBDsCejeQhceufiXLeRX9yKcOFEviXjLo/+UoiaGzuwa53qT43x
36Hr7eYlNrPsWUzFdLbDWj+1epC/TwBCVzurVsUBdTLnz0xrio3ddOOpxE+YjhGUfa65Zf/XbgIl
4wbN/KQ3x+oZ+TcA7kGuQl2o49n40hZ18+P+Ut94r5CqkeV5UKRsq8WZxFGAa2UeiOmos/6tlSGs
uzpWjzkkl1cgpsEJCo/Tb9wEN244ypaS4sjZVAHMXn9gPJ68shtVPnAxT8qhjpwWkPWAsu/x/vRu
1Z644aC/UuSRCi2L2ArQs6OURZ37Y4198BHvBhpwNnbUX+e2JF2GlIQpaC/2SW8lR8KG/BCJEEIu
gh0XBEzFk12Myof7v+rWd5ZdM6RlydphPFxPf669QJBB5z4wKO3Yih4FZQXL+zNUQPUZ8Hv1/f6A
t4IEj3iW4h/u6Jxm+UF+C0v0YMBtc+aeIgLC+bRoEc+q9OmZfTFIXpi6T2kAI9nZQdJQWbEvqpIW
G9O+tde4Kgk96cfwCCzeNfpLgBk8jjVl1flLLOa/XMxEnxSzdz5XVmyf2G5bFH25kxZ5m2cYsluP
UyKM68VSo4JrKgNdZ9/NjelTF6r2/K6ifF/jCtGmB7Rt/oDvpSAzWXThtEMYyZi/3V/8W1+b4IxS
NjhmmvqLO7QaoMZZI6d61Kba3lVDYVoo/43WL6cu+vadN3fWlkXMraU2qeyRp4G+Xckf1bUR2alp
Z36jZP1XPZmV51xNzIsz9RVydCrKYcCPT/cnenNQyvWUmmk8I71zvcnG0ZoMVDJz39F7fGiVUjmr
UwyvIVPFk6aP7Xf8CtuNTfW2dZdfGJwWxUzKIUDUF1tbyVo08tDV9nFcLv+g2BvDX3KGb/VcDmfV
CMXexTYUJhnCpSaOgTZiQMjiOtWzNrfREZNK81xW0I/vL8bNmwclUwr7hNyUcBY3T1AquB4b8AUL
F0Zbr7TeARDREO9dMAF7BcvzS2DAc8T9MjyYekMTFONrEOfBvhQTnpJqlGy8q7d2ImkJmTQhBBom
i5+E72U16JHIfdrMzoDxJtB3VqeTNOpYrXllejxgNxbi1gmUbQeZTfPvsl6htWUU2J4Ob3KqtJNV
C/3ZAzLzDC5XnHA4zg9oH9p7nMCDcAf7eNraILe2JR6nVIEJBlFrWVwBWTwgUE3X2bexUS8OQ0ef
btcbBqw26FXz2Zsi68Lm2gs46sifUPi2oY/vuFTqfa2k4iVp6unfaAQDuxtrt/wZtGGFsKk+ZD/v
bxq5V6/3MqdOZjiy26jTcLw+QWjKoPgdAGjrKnXo9pD3tK8onpvzxkldB1gwC2Q/k5uRIueyA5Em
IxIcsrfWCqp26A9aFo9g1ZUvGg4V3q+HZwXXGTS73HYMtth2At1J2HM20MPMtENUVUvUsM0QAdCH
wwrWDTSFyi1A8LjEbRhVkZtFTFccdUnsYoMyP0Dm2lIvk8/U4iPpqgaqh64hQcWqRKQbDbOlvEAD
HOMlWLiVewBGguJ1ESMGmytFnh1g/Esiveql/V/3l3N9oHjNcJWQqQ3h8RK/4RJXAA2LUx+klfMB
0+hwPhZ6r4Z/VkpdUYtEPOGfRnFinpa2bZrjoJTTw+yYN+PFNyKEJgGL8kf+FlCIiI5ErAyp78RT
dsxSux1owuPexYnRJhBPAnH9UWT69/uTX19hPGiADyTkkzOyDJ2cMA5LQhXSunrUgz1SWnN4HBs3
n85WzvB4MpvVFnVhfYMwKJQMfN2ABaHueD3ZAiXBSh/54vgNzz8pB857p7f6MxK54j2Jefyn8Hpv
4zPfmClQXRp0NFqkftJiUASo7arrKHra5oBoPR7VGhzErJg8eKheDDM3U939/dW9cS/IeJRIUeNJ
hQN5PdEkwt8jnSmxzCqCEocu750U6WpDGDs3V7ov90e7NUOaGhJNyYVnGur1aIJqQBm4OcmlPRiI
HRSqvpvdUfnqYm/sU21vlY0L4sb86EAij2daXK+Au65HLIFS2JUXZL6mt6r9PLeqGI4t7ZfqG/yy
+uHn1iGhgtQEMZBy67LDP5tJZ026UfhGhjWCCqfL7/MatjSlrLNJl+Lrw+sJNlklnwAqR3168dCh
soVIuJsVPuq72dPcGsYu9/TpV2E3zbjHPHZTyPHGwQA3AYhYorsQvV5EfEoWaUk8d4UPDFxXDtUY
vAYQBXe5PWVPVt9577xM07bgeTdeScoDXMBUJMAJLXsx1CoiwLNz4XMB6V8V+Nt/CxFNz/dX8+Yo
KCehHQnlayXEo9Wh2SXwyPxyLMtjZDQ4KCvDVph44wywdhANWD8Jx1vsSAQ/8aUQYwk0g3z4ZMbg
jXZDbCX6adbdSD81+qRt2WGtBwX/CkHdo5vC3Jb9FJTnUT/HcwyF5tj6hMa4+dlANuXXHAXW56zs
bOvw6FrCpyDjAyQqWUtLUkVSSAlT1Sj9zraVY1eZ3QmPAGWjj3JrWlJgF5ISbpwkA9enuwhNM4ls
l1FyTGrxpRl2Vl4GiEHUlIpn3Tj9h1lJGAcQEBlwLL5dMknHXHROfFsZjEuEy82TUU4bz8D6iPH3
Tfn6kFcBPV9ckmhq02WrU+FjvZ68FAFWk0HY97yzuQ7ctonHP4PQDbSHb0o5LKUTRIKhcC57rVUA
VnM0vMpHAqp/tcJEe6E1PqJkZHup8vj2AGYELx3zPhpEy8Fi/LEDPYyEX9v9P12Vd+cpfJxXi/gg
O0+eNA/C9HJ3CJRKJq8faj/pRGHsKH2LP6eGyt/x/q64sQsJrbEihHPOrliyeqagMMOMgpav4xq/
6ysnfMFv6189qwofO/QtqPd6OG5gavg6MFvAZMsLZCpNZIPSefCjMvw+ChcHE7X5aFu4DrfZtEVZ
Wse+b/f9WwxGXXhJ4sxbUaio84y+Vio2eLVAxd9dTfAd4vn23hd9HnkoB4hcHIfCG7ba8OvDwGUJ
pZjeHg8rFZ3rE+4WQPuLVEyccDSDC7f+A4+YbyF4qr2whteiUsXGGV8tL48aUEeJc6HAQGJ2PWJn
GdAthKdcotpBhWU0j4qO+01UuLxvs/ZoxPA2Gs6XZDAa67u4wTS1gSxdacoFCxP1iQSthSsdt/MT
D75d7VDztzdGXEVEFJwJ+N4SQZ1m02JF47FTywwHSB/piNk+jKWitDucJ52ftRrhWnf/bKzeVEbj
3ZZJE5Mjlr5eTZqwBigKyZ7pJ+zbxk75aHbTFuDw1pyIDdDI5GBx6OUm/i03GYc6NLgFYn8Y5+GA
6zreWLmrvChZMTwaJDAhSQvjvEst9eWlkkVWUiCvm/iiHKsXkDzZcdIGfaOFLj/CVcbJKGgzynyO
wGdFqOO2D3oLNTm/o7zypQQwiuwn7oj2rs3DoPh7KOJUzXCSCrXwXYdrULnDPk33tpQ0bi0scSzN
LpYPWZDFwkaKGoTpCKaekmNQHjtdlM0B1SGrvySe3f2HzQI8k3iWe5Syovw1v31Gr+mtzrF6svkC
oLWuqmV8wICibTden1uz4kWQADoiMVoS1+MM9ZRP4GwA1GROgmBrF7s/Y1ef91oQK+Z/GgzsCAU4
UrslfjpoAw1GB4MBAu2pGnhJeITbXH+asaPckjVdHzcuEQwrgGubKIWsEJf4DOZRSMG9nyrzGKMt
hQj+7D3atXpbO55u4IDyTVhEKEMceq09YCnVYpgIo8uq2xhFJCP5ByJt/KrbefLwqeNr8dzRJ6MC
oi0Dr7xCwYv6WO7TrZA8oMEplFObl6gY3r+v1rc/iBVKZJBIuFohy1xvjT7Be9GqqV3WWdsLpNO0
XNkhPFdOB6ev4nAnhKxz3B909cixnpwxvheJKtNcnDJ7JkuNRR76YWkqfqwquHChEoguT50/zVXz
XUd7biPKvDFRek26vMaoVK/aZAktkgRvyMg38SI5tnVlfi89MXzi5cASKUBpZmOS60PHjpQ2FDRc
QUAb8gf9drgrt/TGcaBBkY7UPg5e6TT/KGo4fcH6B7Gy+yu6nh29EDowLtA94O/O4pETpYq9JLg5
Px8Vpdzreq1Wh6GaFIEknBMlu9jKxZZtw/ozQrYGESNh3uRZS7p/4pmZbedthseRFbwg94vIYTaZ
7SdcYo1dix8Tco5drG28FeszbyKzwXmn0UeEtAQ/ocPYIZJI28EbZjCpXgI8c3Tq08MrCiIUHCQh
IF27pRqXXQDHmx06mKkz/2qNKP43K4rum2sWAjAqLfTP98dbbBd6xKR0Bk0lUMBIoyxP/AwaslH0
crxwpwZ7TfbvXIT+DlHrbAkzLxZQDsWO1GlfAXt1YNhc70wV8JRaufZ0KRD0/lzHpU1FdY434q5b
o9CIwX6FX0y5bXHI2xnZwqKdxotqNtRLeH+OiWlkGxvflHfvb5GDnIw80FSJwaZABl28oVYwjHUZ
WdNF8nnSvaElQj/iXosYbSw4Kwevb5xx7whn+jds9QpjMlKn9yHJoeEPKMt+18LS+VSqrRhxcsxx
J4uNLEChMG4ylh8pF2UXggjDVRNXSixGVRQvX8wyUdpL03NC9uWQi+xE99kczvpklNFJxXTTflVG
Y7IP3qxWz6EZATkSwUDqh+unE4bvE9tpoktauU1x9KqpHvahWquslEny9qQCu5meC0/kX1Osq+dd
UFfG+Ngef1s7oPxE/VS4OFKLTzTruAxG2MddRFc0z0FWeUctz7BI9RJxrHOhP0YIkuNRNAfeQ0uG
XH9ZlcFnUTGVfNAuxiDMvWZU1lGCG3GQMpKtfbHeFq6mE+7watMkXoY8dCZ6ewpm7aKmbbvrQlAP
M86Vh/uHVi7QYvO5gMbpNrIFEbNaLKDpRBnyVaNxwfUCI624HoPTgDfvEe8sZa9P3b9totnlaeqh
0N0f+sbxYiFlgOUAXlq1/Q1l6PN4zMaLsIr8UChF+FHVM2djhyyueL4YZU0wVxTuwBdQiry+KjgI
qj0i03DxzOGLHaPpOOKVK4roV4gIxm4KtjKb9bRMnZNHi1ACKGjhXg+Ie+Rg14WiYZNYVE9NUnzF
I3eLEndzkDflKYokMqy7HgTD8q5NbKFfwhYIfxdq0Yn7Yt7YHOsbndq4TgWXChO+5Eu9vDarWkOh
d34BBBGUp76aG2sHuJr6OHram2zCG5+KIhqkeNTOAOYuJ+U4rQgmHKwvY+Rp3zuEdJ8NaPEvIBbC
i4CafxrTKdl4i2/METwsw0JdAWS1FBdSLK2Z0I01LyTFyk/TrYOvM07fBT6Wk3gsCmcvAurmtJnS
6IVO1aJdZA2TFteJa16QNJLG3fhEm7jhYo5Zq4eAptzGCVvEVP8bTzbgpJYCdRG5i34L4NLcHsKA
gswlCdLhgKNzvnfGBknjsu92KB2PH++f6PUHlBHxm0UErUcaj9fjxWUMcRCtjAuxsNPvg8mo2mdH
cYv6WfMaR7xr4OkA1s+kgeP9odf3mIXYM88AQSQQ9iXsslUJ8YZZsy6xmEoMb9Xgb4DQgKXASZ3H
Opw+mbAZ96PWb0ke3VhkiSoFmksFAJaocT3phI52OLmI2tFPHQ5VErToG2N1DdrU3RXFaD/8Uama
cFNbNCLk67DYRBCyRQURlmqXg+csFPL0nM5xtDfiLO13op/6f+8v7fquYTw0FkmEAdCSClxPcPKw
aM7iVrmw+uaubQt0QVyx1X5YQjzZrAwDhUpOjL7HSlAP687USW3lYimWj4XlfGj66q/BUv+1WiPc
uXH7OY7c5uCo0+ugWU9uMo4bm2hRw/nfT4C6wiFlttx71zMFNw7gk8jG70y7iw5YsNrD57QkGUDJ
2HPbZFehK5CfcSeIgl+dpiFi7Kho+27cu+tzRHZHI4aci7SWLvr175hNXURpnIa+JwK8J+uu0ujT
N9VfdgUBt0pgLprRKLaKLOvpS5M8ki8qlSRFSznP3vFGGqV57Jf2ZD9BDmimo1nllYr9uG5PiC2r
9l+GPlnWrsKI+2uhCfPXo3uNVgaFVUM2onisF3UKx6lVJx6Ap0VowV2aVEuOViGGjR29PrLUkmTp
H2ceNtwSY5WMTpBm4IX9QtHV3ZAML/SO3J3XKy/gCLZqBevzw2jUx4BD4LlC1Hj9NbmsWpGEbe7j
vlJ8T43CPLpeMjzdX7m3bOQ6kpPDsHhIeiFHuay7R7ghmLOOQ3CcuLONtTKrl+7qmsLoucPl+he+
sOp88IqhQg1bwdZheAlRxMCutUBbz67U3tnbOSY7nxGl8n6GdEm0neYBP94njSrKw6R5ofHMjeMk
G9yNW0tEtZnXl7aBbB1cL1GedE5ZdF7uJ1pn72n+K3sH7+mN471+6gE4SfM9CEfgjVfFyhHZyckL
Ct/B4gorSNc+DEFm7ytg0Kf7X2M1IYp6oLekbjLba8XI7IIZ/3rclf1W8+L90EfK3kW3fKOZuron
GIWzwp4iB6L/t7ivyiDpCi0bKg5sHp9EbRBK1JOtSG/xBOF8IfpTZ+sP6tJKgSipZ0G8BF2baS42
tGEMmY2SifBbLIX3jdLBujW18fjwEpJfkQ9jqUrVclmyzPIxTidsXPwh0Pp927QhaWcVb1y1qz3B
XOQtSyeQ9xSd5uudhz+FFYt4YC4o0j/Nk51cMkKbA5WfrabjeigEkt5iTXi60N4WyzbOSE/33lz5
89DY56YznUMf2tAWlejhB4QACOoJ9AyqdxIBdz0rKjGpgdi88DsNU2a+TYoKCm51x0RMIz7GQxcg
ezPrj8a3clgsn3AafEMSLmaotkmhY+WN5bxuQKhrp+TYD8H8PUij/OTlmfIgW4mdyICAFgilybVW
xfO4FbISUQhfdbPqyQWlfY7StD1iX/9g2+9tKBZTYj/pGFM1vF7S0dI6M6s1hoq16klNEBZsYrM7
4lqtvksQnvz46PZHU4VgiModGR5y09fjmU6VeEpgCB94sn0sc6s45ZryIMj0f7OiQsgRAPJPCeV6
FEt0Zpz1nvARTFQPoavlu2yw55OlT9VG3Lq+EpkQZUjaZDifQma7HsrRUntoZ1f4s6UFf4G0Gj40
7TRv3PHrK/F6lMVnouUVBgrSSz40EWsf20477o1Er3H2Adf6U7GGfzq7T77+h4+FSYq8q/hky8RO
OIWlQeyu/Tl0w5dBGoAYWPI8voJsd0As5JFoLCydfy2zDZSotmu/Q4iUo5xgCBXF08M3IhGJhDZL
6TFoh4u3OMAbRtQuG70JknRvInbpuyIcXxytMz7cX7YbNyLm0zTQJO+YJ2KxxwEuhhDXZuGHvRd+
zupZfZ606F04xf1GdHRzJGoKUPIl9nZZyo0p21lF6wjEmNXu4DZuvNOixN1PMf2F+5O6sc+lBj/3
LmgZCd++3ueEMa3R50ntt2Oo7PNKL056aHz6D4NQiZTVBLqvywg2V+3ObqKi9jWZ2bf5POzaSds6
TKs4+W0nEPpKtghFyMV9XvfYvlRdz4bjpD6LCtsZMWHCRLAmnsO82DIsvvWVdAmUkVEspqfycP9W
r3BiqlpeNzGrOBgT4sCpU06FErevXW+V3caeuPWhQA6CRpMiIhTsrkczoJoG+TTX0L+N6hyHKn61
Fu5l97/U7Tn9v1GW2LDAg5qGxmrtN3FcHyjzF3uR4K5VRuGv+yPdmg8dBIIYAjMDDMD1fOAgtjOF
ydqvlbh/TobZ3IfNGBz/wyhkiHwktt8K8hzqRYkQoVf7FdJ2h1qb/tFyTI7+wyBSLIduCBH7MlKP
azEo4ZA2fqBHmNEO7XCOJuvxIJ3gmZePjwNCcIX9RXnQ9Tq3bHwAE+4Pzegt79nE21E//4fZQICV
HDfe8mVSi5lea89B3qAUW8/zzktH1d7VRSG2pFNv7gBgtW+cMpohci/+dn5az2ohdMUsWz5NB1ID
Z4fF4sP5LHe2hCwAskccizfvepSss8a4N5GWw63POAZVg/2dAxTj4UUjR5OiOkhRQabQF6P0YKOt
2kbALuu1fZLEysGousdvOIIR8CTSzUP+uxgl7BMbyyIL1gDOSB/0OFb/gQlnfAznNn0euYT+uj8r
GU9dJemUlZgPfT7KXVTVF4+rW/SlM7qAsWenUrunMmqF8nmIpm6+BMNUiksxBoF9ih0Mnp9oRLfh
wyE6lUMqwTjck4IAnb5e1iFnyUezr/y0bijRRmGo/aoyXGz2sMOUPxEY6rZuwPUrQtbDiFIvmT2z
DChML8HtbzI5ZkQw3b4oFDM/gWOYz7jzQVt29DzfKgevx5S6VxK0TeWGSGlxEtQOomgCTM4PJ3WI
Dp6aCfuPbDb68Kti1orxV5Um4UYRQ/7N6297Pab8Tb+dvrAZ+pGab+u3naq/TymOHewob/+cUmLQ
+9tofdDldcJVT8dduvkuvqLrzo2poPHow9hSDmMNijoTYbXxQN5aRLYqpiPUyqj5LCYU91rbq43o
/MlIv+Vm0+3mJHnfzfpzl5Rbwe2t1ZPuWvS4oR/ry3S/LLU5paTb+VhlNi8Iiv0Nsnk6uzNe1vcX
bzWSvL3Y0XAQaGvxxFx/J8Wg8le1Y+u7ZaUcEtRCISQZzS6ep3pjqNV34t7iRQYtbRLOrLgX+STK
2MYa2A8KVL/SxOsOSVttHbAbEyIKBAAOzEqipxcXciPGXov1okf5JBb6Lmzjn2Ma5HhkWzhWP7x4
VMdtAAucZRqdiz1hYrIsBlfvASHZJSz1Cq4qjnyeVu0F3rtbU1vdl2+IetBxZCPy/ljcl8RNVt3k
5uDr7sAz0AE1LPZo+9v1E+aYFm3jqcHWkVZd/02Q8nUbgch6aQlEpRon7xDFrhV2dMJrgE+s+naW
xceeUsu+0YLuPMzWlt7CKnOlQszGhKjH2abvugi2ATfNkRhyA5QvNskacRbZiZucsIIzfT2rnb8z
I4gf7X7SMONu5k2S0s+kztdnwQ1HQSe3dvzOhRtxpgMUWmc02TVsw3pl2lJeWp8Hqq7IL7N36JbR
A70ebhy6Pg3b0oXc3Kv7NtLsnapv3o7rjyYtGmjCw5Hj7C3TFsVA38wzktnPIqjlh9pt2Z1O27gF
3rUIh20ccnm8ru59hGHpW9GMg1IgybrXk6q0RPrtTIaP9aF5iEogT/bk1ifdGlVc7IS+b7qYfjJF
4KdG6FtvwWrfIDr4pp9NM5BbZilvY0dgOPLOmX1E3urw5A41QzRG02bvaHPVFtbIeOpinIs7xun+
ZbA6nQwNaARsCrVn0ijjeuamFuEQHJQaKuVuVZ2S3oi0k1dFkX7kpPbjgWfXcvdWNGbzsVIa80Gx
HYmYAknH6oO7lhZmi4RR2ERRpdabfjJjhmqlnvtBi4iloqHRPuMmvdVkWX1qYGdgcsgV+I9O6OKm
bbvci+fZtuBIKfWTrgSp/WyVVkabkjfymBYxPrKDcIBGmK2OEadJpmwc76/66hDJHyFNDCVbyyE0
vl51BZREPmWpRYEB4R2upOxlLix9o7ewOkRQAJCPJl+hxqoDy7weJW+q2e1dxNGGSCtfhslJDxV1
/0Nnbdpe3hxKtluBznPJeosDRKeEpEVzA9/yWnM6tZid5fsQJ9x5b3bowe4eXT9pGgRkmFfsjYd+
PTPHEE4+9q3jj14V7uwQqWURx9VG0rcKnqS4HckeyFKqKCtp7Er3aDalruP31OleHbfW/3EAsjxX
A16IXl6oP+7Par2IbAqyZXCXLCQf7npWWa8Yc9u5nh9NbgoNBTmEPQ3d7KON7NqjNx6vE0V32a2X
XP6lF0mtWxmu003gw6UvUFlXpvqgVHV1VBvTwr0ak3Kgkoqb60dNiewM8Xtz3ljfG/Ol+UTHU8q+
y+bN9XyTynLpp7BpSjTfn0qt6w5xXrrH3ummjVL8G3f86oY3iH6pWfM603YGE309lm1kkm0xpK91
oIl2F+HgXp0TPrzxmqqiq492zIV7wN0Xz5SaSKE9qXVdm+eqnybliRsxIxewwgYmxiDtqhMjSqav
aLwU9UlJ4iHY6UVrp+/q2ah7cJue9W/dCKvclVavTQM08rzvd7aoEKGOUs/ovtVTbDIKguj1Iemy
rj1MWVIi0DRxmsxdGtbQKmF5FcGX1DSD4UlNSzfc1Vwoym7Q7OY8UaAO9sgKmcY5NdvxVctbe/gY
eHYQPCcdcLn32qCI+qKFoq4PjVehpzEWsWk8F7pVJphem20OgC4z8z/gt03zqTbrYNxPyTzmXzoH
cu65DtUwPCZ628wH1SIv2rmZPf6FvkuR7FWDA3GM8xyBwCqBuHt083B0d4M7G+Jj2ug9RvW1bSlP
qAoH/Z5zNoQn1lU1j3OKXM/HrqB11+y0aRq8k4qha/1HhP+7m+wysjEDCREhWvO1VgaB0aCq9V+T
vnbzH6PedfkHJa6pA4dVmAZfRoGfU7/HKz4KXlwjLroPwair0yfPKJsJTEqshc/zUGvVrkKeqjoD
cLKIf4k87Y8AZ93y6f55Xt/y/9eIkcCM6uTSz6p3Yi6Y0qheI0Thjw2mV7tKD5vjo6PAtIetRy0A
TQFCs+udnVtNXmVdNrySiHcfq9zsj0mkb3WZ1iEK3SVyLgOKrNSEWIwSGGYz9Yq84O1MP2BlVH6p
VdR3j0Wn4KtjNoVnUVRO+j8fnR21cdYOSS32hrEkzqEBEdcYHSWvikiGcZ9Mg7mLXGEXG1nC+q6n
s4BcKxL1dOpo8V6voihTU+14tV6HtOWQ9aWe/ZtBCP7G7gdHVGeaVW18OPknr68khmRGTI/SJej0
6yGNSMdqVBjpq5LOpX7SGxFkxwJKcP8eXYjZfXg3kuYgCckmecPrLl6XuKRI46qII+TIVx+zftJO
Qf4o551wjj4/KBkZUvI/3iLmKMYhnGE7Bn5qmO25Ahv5qezm/klF8+6IHzR4vkc3CAPywaRiiOwE
LOJH3UzMBFeYwIc2p5+9BP8K3KAetIyT04JOCUqD1+pNeuv6W+WUoArbjpNXbzDNV2OO7L2jhM7G
J1pvQppBFP8heoBkIPm5HgWweoMRYp6+kp8aPwYh5m+RgSuLUbn5SVGrYiN1dFc7kHIXHXH2Bc1c
RIOvxytGbUa5ra9eyyGz3mmE+P0hwA/hD7pV0QszVS9cCv2vZtTGjUrbraFlC4K9IjHrywpOmoX5
WPemeC1g4/ZPVZEhqIsgyYxh0WQ45XlCtKR9GTSIdOeZTtkGC2B9N9MXRZIJRyigB9A9r6eehfpM
1cAeXk29mF7Qug52OYWZjQ96axTE7WV6JQdZQlqDlCK+bWXj6xu8U+RK/GusqnlLKml9k1Bz4Coh
ZOQIIFd+PZkCyBiMoH58TeriXRQozj5twwTrHEg190/bm03x9aUlod1k5KQuoIOX1Zw5NoVRG8n0
iufkXIDED6NPwp66du9ks14cen2Y3Q9VE9bqkfjDEh/G1G613QBVZfgrzBXqZ2KYi3CXWJ3iHq3A
Gd5bQ6hYP70IM5iH71iU+WD12NJAgd+7uPQUJws1op7plQBIViIz9WnU2u7VdYhm7i/N+vCi/0d8
yVliV9OIuP4IoaH23Qyt7pWItq93DbzhpyIa+p8l7dcvij3Uzen+iDc+O8cPxDv8a4naXpSbjCCt
h9RK5tc+7foX6Ir5fqK+eHBnR9tYxxsb2SOLlNx8ZHZA0FxPLqhTJTTbNH9VJ1V7asM52kN4TTeW
cB1kEGBwxaJ8TyWU1Ot6FCdWjVmBTPvaib570hOz+gZj0joq1AV3HmqWh6zrpo12yq2pAcGWkunI
Fa1SV6kIH45ey6AVRPwqLvK9To106+Dc+FjcOFS0EE7hrV8GMmHdd4mSFMVrXFFO8GhknMEiFftB
NdIP5jRXPzqEAPIdpLHhHNTDy6iaww8zCbOXDJ/Gd3TP62NYAnOzzXxL3WK1BhQrpbiyxIxAxnsT
Wfy97+HFkz45nfba5wVFAsttdqri6M/39+t6FFlCBxoKhoia5fKE0JWDYBbiGB9NYHbnONWOLrj7
ja26VKrk6FFCJ0qVfCSJRF3sooSct0z1tvMzPZ/snWcSuP5C4qFr3oezJdRL0ZHSPtGSnqDkzY5b
nTPFnd0XERahvg+6JGmP+EbP4260h57yyTzlW8Juq+0gVZV4RtnlFB1Bf15vdVujSdjVdefrii52
SWyAs0PUZ6foqb6x9dbLLmkGlNjA/lMrXtZSQRGQgMHj9umk1PveicqzkaTe4dGPK48sI8hBpJjN
9YQyxIZxWRa9P5oNGBNPj85UT/NHoz3JMJa4HJDGlAvfnqffNqpqpo0Gll71Z8XWXso+zQ9qNykb
W2h1lb+NAhuEOiHulEsss4DTBk6+ZhRynF2XWH93xvxUCoxn7CDcMmxdbwWKWGwE+hOySbcs01lD
QvKZGRq1bi+Id0YKHcRqREilOzP+uP+Vbo4le+XSlwpbk8XZKIMGCidyl75SJKiL15G5LxXeDc+m
4Ht/qPW2Y1rSUgfVMmCsS+o5fnlZhwiD5g9taO81NQwO8Sy2usSrJ4NPBfYXAjEKJFzii1d3TrOh
1WcWD0+58jB0xUR9plM+twbUndooq5Nmx1sksJtTo3KrykRxnQyPths1lA41f56m5mQU1ASjtNsq
0d0chZACDgn4Zt756xOldW3YRKWp+ZFh5/uuKcQ7owu3jC1ujwKEBnFySdpY1MPtdpxGAZ4TX6vW
2gdJIp4VpdliWN0cBZ43txAEihW6MrUiJDonl31XO+j3J9zLolW2oCA3NwP8LUl9IaNeghHzKS3s
nmTDx0Vq3ut5/GqrwRdc0r8kZXXpi+Axq05eGjbf/x9vWcaP1MTCH4cvlFTtjyLE6qTzwupgFd0W
GnzVtZAjgROg501iuLLmaZBP7sxJ0XxjwIyz192nOCyenAghEEPMX8Vc/gi64CN+Dw8qSLzNkdWE
CUv5gK6m/LK/3bhNVlttErM/EEIIznrXT2CMveIpI2V8NJ5lkhJeBbiG9IIC+PVQacu2mGc2SdR5
+h6jbHdXegbVyKHdymNu7UcuXIDgPCNEJIt7UKXg3NCu1bH19HAl9HLlxYZFfb5/Bd66bW0yawmD
I5tfQpPi0eysqRa6XweOe8SG51cAPOLghulWk31pqMZnAhFEYZu+LpASmhbXaweZo6mCrpz9wkgj
9EtHsEdTpe+z0inOA3YWr90cjZeu1/pTpbXBiXpn9VS04UAZ1NlSUlovLyBx4kjkOIjGIGld/5q8
MCbLnM3ZH61w2heZh9j2XBgPBzYkomCwJGaH/u1ScZreTx0iM6r7Bct6CNv+hzWKLXmC9VS4FtmP
iO7QQFipYNLyTSnKGJMfKpVy0sIeHzS3NTd2yiriQLoELAbtbkk453G+XrAgiDot8iLHj4X9fnKt
Sw+Vcxch30X7eWuzrKZk0W1BlhqGJJggIBnXg3kjcqJ90lg+klrmYchNbG9yY0ty89Yo0ColxJDu
Dt/oehSAv33ijb3lW7Uldrbeeycz7bb40TdHoWgLbxU4AgiP61FctwaMA0/Ah+YeQxpWDBzuw+Dz
/YN8YxSpTSEfSWQBaJhdj1IBuzBnSKJ+aJTzASN47di3yni4P8rquqAlBxcGmV6J116F0OPktc2o
JC4KWU37WWR0jWIjbf9BF6XbODq3hkLbCYImn0dCNK8n5MYIOtf8ED/v+mJXznp/dkyajLGX1I92
oZkVgCbpgEpMRPZ7PRRl0wwlqZxOo5JGB/xX0R5R0Sdv8nkLFnbjM2F4JFmh9NfZdouh4rJsc6Wh
qRmqGL52gdZdNLedHn315YRgD8ELINGhU3s9oTqi3hcbMRPyzO8xttDP/4ezM1tyG8nS9KuU5T2q
sS9tXXUBgGSEpBCpUEq53MC0JXbAsS/382TzYvN5VM20CNLIib7JxUIKh2/Hz/L//zEGD9kBd35t
9lAKN4BMooUcviYCB+cDVT06LmlcxkcDtaGdK/RvNaJ0r42ocCh4/3g+pCjVReg/NHFK3kIj5zxV
zzRSTD4piNo93z7ZFxvDBSE/pRG7OVSottVmKjtDOuZrdRxVijhth4ixoyvTnUMNp5AVOctOEtRQ
cyAMJTV5SSZTK9xC3R7c91PbLnUodDc+NbTcm4OBsp8JYluvnSML0hRhsuRT/Dld6tn94NDuUn8T
o581/Vakal7tlqpBJ87GExYB9VL9vWjzMfpNmyax+onRU8utNWW0fD0bbeNRWIrb+vQ8gHXj93Y3
0/sZ+eTqQA/XvAtLb1kKv3bVWAl12v3MQW7j3O+jvuhsX9OzydzV6jwZ+9Kb+mbvad1UHmIaPc5v
htG1m4PnROU+RRnNWXwqRbP+vJT1Ov0Obo9asd3M7ps4T8zmAT1ZL3mcvLz+q8Cc/MAXN7T9OmVu
/M6rEjPdS638ofdnc1XTcBJAc57nmRDkQ5SbSXJYJq0l3aSkS/tOn1yLzg0kmOl4q1XF7Btd5P1Z
lwN3F1/bU1EvoJmFn9ZV+dFOwLIGszD13K/RPa7e4ZXM7b4xs/VZLTrnj1ybipqvLUQSzqti/uma
5EF27lKt+kd7NKz+IaW3rx7AYlN0H6GLBp1mJxK2vrMBY4jvXTnkHwC9aBqKJniR+6q36PpbtjQD
O2Yakm1vllZM02Hu6By1zzMY7g8RgS5aFmi8jR+mVBv/UEhYA/vhWbeKwEuUyPxBJjVWA3udi+Uv
es45epDRVaUPqrkUXVDYWeQ8r3iL3r4ZTTEGVTmu48HSKit76G1nRlmgrJdJeeJ1h5pptmZ8qlmi
9KvnTFG+U0kAJvvGzY3fE6syjQCeYiF23pSXzgc1XwqI62OUPMeT4hWBsDuhoCClNk04OtmkcjCG
UQ+nOUloiwoN3Xyb52OuvSmnaEmJeRcvO/UQrpcHs63y1WczFBAFndO4QYlWwRKAW8iSv9Yl7t3A
i9vyWxR31bMd00DNt3Abu0DEU/Y8LMas/lqsg/G0qHNBE2dOmuYhrWarWbBUllKHdIat18e+V8ue
Dgzkej5Yq1lkYZ+YSnrUzELJDhlhcnwA8GInu1WpXX23JP0AwERuw2+N0Dp9T65DtwI1yyaxn+tM
qAfgLoMeaLmTND61e28+UB7KFj9Ji/VP9AjtUXYv4T75ZhOZRZgimfPnqNF4KeyAdwgf/YFZD12j
0axQ0N3e2rV9p9o/NK0p1SAxWj0HauLpp8ZQU/ukqXVX5z7ksu73nHurBbaVxzpAuELr93Vnqt9u
m8KLl9cmoyRV8aEqgxXdJiy0SZ2mQqnbY0wKa997In2wUkX/3PZI+t4e6orVlQgmcKFoxtMpe+Pn
0XnESvSua4+W6O2HZJzKwBg1I7w9yoXrKl0iWeOC543Z3VbSqp6yFw2w22NDHPQGRHsL45AoB+j5
HuHz77dHu5wToCVymKwc/jge3/mb2ChepBZTNhy9elrQI7NrX43VZnd7lMscsszuoLEJ21AKPmxR
iZDInCFmq46LUlaTrykVTYMaEUOujTJNH/zcNdxk1+XlUH7XvEVqV+ZKBIwon+ruXVXk9bwvGsiy
T7lTWINPF+vo1ZULYB9UpWGTEjRL9Or5WiC4EFGIGftj7o2uFZbTpL61Zm9+ZcN1uFtw0KkP8IZT
nyZZfT6O3hnzImDYIc8JiVTkyVj6QEOzT1RwzN0MDmof20MV3zlYFyViVEeB9hsANWUTpS3PpUiT
OeonYqLGGaNHx/maaRO92+IO6nFeAZVIetvX20F5NTsKZCYkeFAFSESjgrSZb6wiVrUK235fCW0+
mLJZHYpPH28fscvZ4Q+TEngJjizwmeeL2hqrUUqttPeGGyl7WzGNtxlV0NASrrkvcv1tkSKZ43WT
8WqvEk+coBy9T/wZPMzzgY2h4SE0eu/91LB+MVi3tx2t6O54/RdWAR06Uh/ESrL53kWPRaK/ppls
xXvfDlH2wcudbK+ZQvmtTwBAoc6wfrq9nJdmlQtLGp3nRCInthxNTXDJksibjlhflae+zcIM/9FP
hvle39grQxHgUV3C+8cObcuuccy6JbM6HEtrGUN06fJPqGYab0WtDHdqk1eHIsMMapGKIVT/871S
kmbxpsQcjm0az07AdSOlY8XxgIOlto29v72I22ZqvBTk0SnOyUYxBB+m/J6fkn2LKHpVX5zp2GPR
yiPUTYX2WGthoQjp0tot6Ab+2mNltY7u18aoNp9ck569oBtF5iD/raXxAx3RqZhMWpLey8VcuPd8
HqBtrBEmWbabPf88d1L6Hlz+eHQULQ2MKcPZo4z2LtU9Sk5WAz1zVu5VGK68OCQkYQFBOSexpsuP
+mlNEgOVj4XC6xEzNSQ+HW+sU8Sa3Fn7y62W7xonStIYLyPypUB3My/X+agPlIQDQ6nXI21YvTQc
ltWM77gGV0b7F+vFkXDji3ThUqarRu5sPUKQXB7SdADEGqXpO7hAX2+fqcs9k0xJ0qwyWkaUamPn
vJrGtuUSzUdebuUDWo2x9UjOXA+r0jXKPXIwzRIU+dQmwasHpthOFpln/EXP9nzfCicGcgJS9Uj6
QYSk1BU/0ZQpHFSvPmpNUzxM0gm+PeiF2UMCHHcIlUoeEP4pf/7TYXFWRLnrMV6OVbF4z+m4xm8r
xfKQ60vHd12Zoyh/e8ArG0lykqgWE0Gf1616qmYOHeFUxYAs/lPsZGiaoAn+KYr69HB7qMuLwLNB
npKNJNfvbeuUdhVpxuqUy7FT3eStnuWoEJbpvU4J11aQdwm+MGqml6m22jRijZBmOZpRsnx2rLQL
Y80qDuqQReGAQvYdINiVBaR9JBpiOjeBk7p5DvvV7pCRqNSjVng2PVnFgNdKM7usne81zrmygAyF
zI3UU5eIwvPDQSuesU67Rj0a8RTtkDQ3H0wje3VGlOwHt41UJTVDbOVmQkZZFEmF4PXRmnrzMZ+8
5YkEyD2dhytzQeOPfCuGGGTQtro7VV1HebrVjp0DWiIv+hlm6VyGt4/cSye0s4QOk5HZXQRgMfwU
D8+XbHLSWHGdSD2O1AyNMBIG4LmabAUigvWsflVmF0h7Dyj5w9ImjbcH+t/FMakWoXgPS6vqeaBH
3vx5ceZl/aJPVeHsKtUZrID2oJN7bPVKLQLVBjL9Jo/a9psTpXb/pm7S0f1EwkyoaIulVCoNK0my
/ZKMyivbw/PoUr2QbZpB07GcW+REjzpbMVaNdjTL1HlPbIOufy5SiUrUtN9uL+iV2yXJjlxh4kJS
YZvDMbclRiRTtWNRq/C2NQvQrA+3zjiRKG67XVtkun3HFbw8KryJFJZJIckedNsqqdsjXzbPFX1j
lFw/6G4Kjmk1uztHRX75+Ukhmw2NmmWUdF19M7Nc18YqR6Th6Nn1+LWwunHPwTWeq5Vk0DK39m8m
fb0ftUU170BZLy0I8RFAUgJtdCiwI+dndIgMIEMJZxQRDfGuaBft85AD2J0WMn+3t+/KUjIUdWAS
qdCftnBGHpxe6WqGioxiejI4Km9SfXAeb49y+WTjEUjcJA4nweVWt8rp0aymDbxxJFvahpU1Wfty
rtynWW/jj3lqF989esfvbw96OTUUuVFVA8MK8xMqw/kqorRctHWlG0eqMF5gt3n62fUS69UOtURC
sUtIwlNG33ZIW0RmLjWto440dUzf0ZmXq+5O9pPdOPewv5fHgrQLoFOMJE41/30+oXJ2PKFQBD16
avK1Xb3+UR3Esp+S7l4974qVRI0OAgj1KeQKMZjnQyU2WVmzMawj6PVcoacxBL9sl2cIPz1qJv0e
w9ScBOwjmippb+xkXbuwsZv6qHqN2+70dBbLb2k6eyiVjqascM2mmj3EzpiemiWPl3BpleY7PZ/j
9IMDTiR+0JHYKHd2paYJFCWXhs/aUKaeD2aliaA/Fd1yz9WRC3Z+w7ng8PDQiOMMkGw6nyX67FU0
ubVxbLv0r7pvjMAxh0cRQQDS0+7LMiaPS97S00y548JeOZoSlE8oi0siAWHnA9tFt06kivWj4dX2
u9VUlC+F1Wp3LsALDm8zPyrtPAJosjDONl03osjSrm5rHaFEuQFJc+t94dpDGGd9/0Fzuu6oouJ7
WKyhDuZlEifaDqRhbff3+sRdnlzZtpg3HaeScqQm7cNPTixB3JAiQ+AeHdpO+GQrlaCdm5qU95rv
XnvrJfNPXkYeQKm2dT5Ub9dxGVFLO5qKm+4MmltQSqCecHuUKxMCUkzMSAKLhh1b7O2y5kIobmHh
EpE4Lq00Poz6SkfshLNze6jLZ8iRVXwcV5mXu6hHI+6We4PorKMWO0q4xEP/ydbyMYhblyyg5iYw
AmdtycLZKMQdOsflOWVsKnkYbk4radnzxZwKVaSqzthZmnrhSgcJgh09DW/P8Opi0s8A4i11O7Sq
z0dxxoKONd1oHdNVDIeYpr3vEgKxPc3o78UClzeeCTkSCC5bNYAcOx+qaZWZlqqqdVyAZKIdyhvx
7KVl91vCsQ1zwyi/F202/B6RaYv9OLa9ewqm1yYrG/RyaqiNXrwXZmomI2fHOgqYDh9nJRmf0FqM
f7NL617G7Mr958lFrI8DChL7oldJ3ZpIVUS6fUTQZ3QeonVUHD9vbA92pJNlTlB7yfS57tK2xHmd
i/Ggel3aPNmtRsepBkBWdSfiu7b+OMy8YkTwMjl0vv5mvjgogLb20Yy7hTx7UVKrXH4VXbMza9vy
u0j72nnxXquLVwv9gpWHBgVsRCMNBTL/fOiVlieT7FBzxHV2gzFVIxDpcXtI2364M8treyx1V3hD
WX5YAOdDdRROSFImznGsZt0H00TTlN5GoySPzOfbd+cSpsW0EK7hQOGBkO3ZjNVP9GRv4snhPPWj
EsKMm35kRYNKY6mU64dJ65bFd9ahOC5Tns4hLNso3/d1Pzx3WWnPByPXk3uZEjno+cMjQ3ocL7II
pBC3OKqxivuuqRP3OKmt+b4ey/FpBk326+25XxmFGAcBR/RQZYuozY7aaSzgkAze0ZmGGcxJ1dV/
jpa93DHAV3ZT8hggQhFls1kb2JFdJ86wKqXLi1LmwI6W5XmytGmvJbZ5Z0bS4disG2ZQLhk+MkLK
m3fSyczVGUbVPRZuP34arSR6C7yOmqdTqL5qRsPnV68gQjbAgaGPAMkwN5a3UupGJ6flHm0nKnzR
FxD13P5eQ/RrC/hSzCOVLt/lzQIOY2fEnpt7x7yshl3kDkOg1U6JIK96r73VlSPxwlgDFCSlxbaa
q5YVO7HTFN6xm5slnHohAhTv7skMXBtFdlsAx8eqoYV1fr+Ttp3ngezP0erpfdIjrhdmpHkeXr05
1DuQu5YYWeoQG1s5a0lF5TKPT7yK1qGqp8FXjegeueXKXABTcQo4b9iPrWtmoyeMzAaSUGIyimBI
nfwxx0Ley4ldeDHc0xeRX8rGOGfbBqluNmlOSUvdk1m6wxouGK31k5Z3FXmxflZcWknR+yyEry20
oOl0FW6v3YPsLmbX7D6gYq7PzzTNBLFAYqAtApxzum9LmQkl8y3M3B+piuiK39DD1gtp9+Tx3/lQ
KQ9FRLLqyXWnGhSE6lTUVVLLKj+1CJmcemxLSsNdu1d9b5iQ4UJdYSm+1nTsbJ9qB0kFX4vj4nmd
U4teQcrYi8ynDhXRealBYOataCOANEaspCgs0M/T83Pdyr5NOf1Fn9PM6uuHVq91a2eibDS9ndG0
cnxVI1P8x9Sq6YpmlbbYbxUz1Zxj6hV185jSSCGChjKhLFXpi0fpbu3Wxacbxih8BYnSvA1j8ILm
V62nF8+PVx48XCMIh5RIKSLChNiERaPRgsQmPjvqetnv+w6yRRmDmn7lKA4A5pc0Pqb1UsVrxNFA
k2RxjwNuRmgbZRz2JWL1t0e5sKhyFOhD8PCkG7R1+DpF0XSIV+7RrYfsZNMUyS/H2HxbGPO8i6ai
+/32eBfXSSr7W9R5Sd+wiNvHwjMbr+an2jEb0nrf6AjjJq1pvXpWktWIK0t2gwS6vTFAFtQQFXkL
/djGThvWTib28N6Ut5aYlUdLb+5pNVyuIpGq1IQAg63xtMvb/XP8lqnKYLedcaTLk3miy56X+AmI
8M9xZCixrw60jb69jnIGZy8hSTeg0VI7QcJ9tymwpfN6kRsjjmJblk5oOaL5YU5LIg52hZE/NJYy
W3taO8z2nYTOi6jgZmjIP+BmQU/LBP7mUQToJzvfed6x7OZheS9mr/iWO1X+e+tMebx3cn34k6ZG
1AuLfI5ndCQ9NFwGLxp+iL7slEevoEGVb9iF4oWcSRdInwHe41Niu51+ICxt1zBNTQeqZjP34g/D
KWPk6oZssQKRt0O6q8kpteGQWnX/0Yts+69IH53foLAao58u6CD6KiDBL2NHgXh/e+FfXuPN9IEr
UleDFULQt9Vb1hRtGWykR47oBgi/oap3zLzJMv1s8ayvxrh8rtwxXFDv/9bWY/eH2dri3mux3XyZ
JsRzJKsEnBz/8fy4tQlYK+QdvKOS5elh6lutpTqtx3mw9Hl+J9l68TK5+FtkB6UIveRbb7Y7moy+
6trOO3oxKMOJ0MyHI/unPZemXynNoar0D7HLU3N7nS8MhUs6BCwQ+VCCe/tijq1TqlaeZqcprYff
J6UufNSM9c+3R7lwveQocCY0oEcY8m1612pW2nrlVXbqRiU/OKWmvqvmNd+T4roXX13YCAJ3BiJV
QMqAdNrWRnhTVyKzRuKl8OgmYc9/zHnsBBGU/H4Ykzv24XJisFxlcosXREd0YTNanFRzHQsRn9pp
FAEZBCrNhTDea+Xw6paEpD/AZ5MgZ1JklfTz01jOMyp59LA4ZXNNkadpy/1YIBpze6cuzwOzQESR
5ATZSKLG81EUknW1XjW8UW1UBPgdyWOdxd7h9ihXlk1GTDwe1LFJV28Sj03i1E4+JTnLlhtxKGpP
/Omu0Hn9rKsSNbw92oURp2jCG8iMHDSCqWicz8mK0skuJ95d1YpX3ypRVvMa5VsrxrdKNtYHYJj3
dBevTJA3Cqg2sjTybdwMOWAr7DXv8xMwd/EYWT2lr6VXCm5XH41/3J7flT3zZPWEh1gyEV/A4z89
i4kzx6YaC0Sj6i5+8hCn/jUzy3r3+lEovuq8v1LFZbuK5EgSpVec8rRqKzC5UlF2qHPUd/bq2lxk
+RXdSq4VOenzvUriTKsQLihP+uBGe/gp9pc4sbI/XzsXtGFMYFJSiJxU8GYUxRN5nFkRKyZMsMQI
4vnx2NxrhHlp0hnFYlMgiyFnub2xq6Ouet1V1akujPVQwuraeUu+7hGc6h9NRZ/9Bv3wt31T2vdg
MJdH3pB6BBgkIhJJ6DhfxmjSBKDjpDzVmjNOz3pb2tl7uDH6fGoJJatfF10MX20RWdmrhd5fOjIY
qKhQNSTDJT/tp9PYiaLTsqmrT0ViT25QC49GdDTZff0Vo3pOUQinhR1EwOh8nCJdImd14/oUjei1
ALEvA6tE/MwrbOfVRlFKLvB+8XKh27r1Ao2srIFt9/WpEuuwJztin+qsr+94fJd5UqnsAEUKqRv8
CnA25zNKu8wYFKWoT2OWTw92bub7xFGiA7FYutMnYYdlCS6V/LgbzDSe2o3uZL6vsHl3zPPlGwpr
n6tOXVtWMLanZ0GflTylU58ErXYOU1PZfjkl1c5Q2ijUcupor76OaHexhWSjoWpv8/tlbFqzaDNx
atqxDgEffqjoffE/mBQxLe+1VAS5qMNWemEWbjmIE4yYOFgNLwsqL4JSqkdiV65q93B7UleuICxB
cMXED2Act8EKMcXaLq0jTtwUI+B1MnYp1e29VwBydFcyC+BU4y+3B700n8hH4P4QIwG+IIl3foQw
2xEii1KcKNK9IEIM0wp0XEv3zo5dOSFktshgQ+KiQ9MWbqEBG56tRW1OdV+pf6V2VT+XuV197mjw
t9NF+mpoKkwxKE48pQCa0M3buCWu3k6WMbniBFzdeCMltffFNLuhat/LRV6UBhgJs0I6EuuFw7rx
w9u2AfcZMzOyMMaui4tmDAhDYCc1eo6OSVqU6id7gbjtjUn/yKmtf7+9h1cODslkSF5A0TCg27Re
N+jNuK5Zd8LE1cYOc93qO0ObhvKNV2uieUTaQHmuatWq78TzL/Tls6BLQmcokPJ2SA9wq6CeJGkG
JmiwTkVDHw2H98kSiKgifiDiN+h/NumjJwBGvUsQOG//Es68Ogd1KrPuY+Ws0M78vLZX+y/N7urm
LR3aveXQz3rTSU6PWj3eXqjtIYQawFFgjyS+QsZO54d9mKAejKtWnEan6sJxzd/ESnSqzPg3asev
zRPJwQDgkMSRYdqFzqqu1YPmrFl1SupOo+NrMdKDVX1t9MIoSDdjpCSUiVBpM6WuEHpfVn17onuh
HViW4h04ap8sT9QBSIn+zpOzPexyOBB7BNgEFtTo5Ar/9FYLE+Sm6y7dKRWKc+hNnpjCG7UdjKox
mNy5OHTL5O7a1o4DfWmSO1Zka60YHj4bPhLeEc/4VvRmHBstXzvRn5Ixiki3QnhoI3Xc3z4ml6Nw
j1+UHrCKmOSN7bA75H+NNR5OqNS4Tw1ksfJhLpvpnoP8Uhb5+fboUN1pEEHPC1lStbdugt0VSuUN
w3Qib0MXHd3IZvfQeav6Br3ZtdoX7pr9YVpKo31IWgQn1hD6EvKxIAN6tJJcdegaUgs6FN9CxOmv
2Wio6wFeWzYH7jghMbOMqM1AsfSyzB9y210PcVTaX3NHLX9NI5IGftkmGZ2W3dj7fUELFpqPqnwy
7M7OXukTMVmyBoS9ALZk38FNNcXIofrNTTWfak/5Ux/N5JDUmX3nhl/QleQoLlYQCQGG4pqfH1Cj
iXW3TMVCynTUtF07W73pN4DelnBVKlSfvHkmXaXMvYdabzzH1akwuP2HzIrdbk+f6wxBlpYsnz+j
baOEFJqM6ZWRkey9wEnm2lLYJYmyCfZE405k41ZxGj0XX7vUnPdKOVC4fznH//Ft/s/4R00QANi+
6v75X/z/t1osMB+SfvO//3xKyWZ19V/9f8m/9v/+2Plf+udR/Kg+9u2PH/3TF7H9k2d/kd//7/HD
L/2Xs//ZVX3aLx+GH+3y/KMbiv5lEL5U/sn/3x/+7cfLb/l1ET/+8cu3esB08dtiWLO//PtHj9//
8YuEIAALgnFCul+WHWXfpv/4ebx//+H3X0p+z//+X8WX6vvfHjv5r+7uL/rxpev/8Yuu/R1TA+1K
ItZorizjhemH/Inm/R2XE8oieAzKQpQBfvlbVUNL/Mcvtvp32XgSVDPUGzxT6Xd09SB/ZHl/54mk
VEXoQd5MqrH93w8+28r/3tq/Veg212nVd/xizvF/mw4kOPBJQXeSSwIZgE7g5giZbU6udkzXUK9n
sGYYkYeut980WTv6kWnf45tcG04KzdManlqotY1/e7uRcXGyhpmnJTsBh9Uf+6L3W7WMdl2m3wug
zt+Zf00PJwHcu0zEkE49v8Z5B/SxsQo1dBT+MU1a/2QtBRa5mIHgdR34i6he+kcvKeK9p6/3GqSe
PwH/Gp/qItPlCwDSbp4AyIwUF0Wp0vRI2I+N2ihBlYG9/+kU/ntTf95EuUmbTcReAZKSWBcq59tR
EG3R9FFjE8VUhZne1fuhskVQqulyx+RcWVAZx3BkiO0xkPLnPz3cregy1xDLGuam2z/0nrLuSqvx
fHepiwctTbQALKq16ydlDY1oqu/M9EVwajtV8qv4iTLQ50POxzddVG8aawKdQ/VxDDK70J5tPsnw
84HL5idW2R6aFsVBX0UZ/gkpljWSezw0MpudfESA0BiCnBj30zrVSRbE4whrvxwUCs26uXxPo8H5
pgqQ43cero2T+3IYdJSpEdOSq0ea4vzbM29NhrKl3XhWCm9HG6w2aJAk23nIvJ/KWXX9WVWeIlgh
Ich4lPHGzHrkcENAqZXiyL1JH3R3KEIlipTH20dIHpHtukphNOIc0vKISp5/20yLLoSyozVUtKTz
p8YRh3jo+mBEYj7tKLI1qROFLZ1a7niCVywC0GhAyi8NqLDG5wPXZlpFi2OsMBGcYQ9Sen1sxolG
feP8XR27j7eneXFTmBulXVnYQkeHCuX5aF1ZT56SzyZYPjDYld56pzKy0QgFa3cnprm4+nIo/D/U
OYABQbw9H0qL7K7RutUMa1Efqshd6dfZlHfmcx6ycaReVEzwYmUpBU96EzSukTDtNonMcO57ZAW0
vtllZvvds9o0cES7BiuAmjsm4GLH5JgAavGMJC1rS1RBOaXLxjazQnpo4HJWRfM0Qi0KvbyNQ7fS
ul9v79kmPfXvSdJiBowGAQpk1POVLPNhNhubAdMyX/yCLG3QlnEakuBPw37J/+jGeH472E3/seRS
PZRVZ+wUq8of/icfwuGhPEoimq09/xDLnspldhUztFZlfRiyrnmKC8fYTQUqk6UmyjfKoPT7uEOS
Y0U567HNp2o3jDyqt7/kctsljYCnmwIDgcz2ttpCiKQpc6nHQI3SBst3qM1+55qF6Xtomvh5r8f3
TO+FiZC1OoJzOrZJzeItLMKuDJDrOLShriBOnbtRMBc1IEYQGoFdZMnOmMzqECvyG9x4p5YzRhng
zd5I1i6wI4h0xBJqmDjGe6Np2reeHRshepD9nQNzZXVAe0syFZGsFJk636ahMSvY36YaDkPxjFjS
+iE2ovK5EPYfdQ8Om+yCm9wZ8+JdlMguvKmXxaEhwOYimoDxIqq6aljnTfN2hP/tY2UBk2NVf1WT
+VutcFA8t4n2sXm3T+BLTu/MfMvhpaXhTEiq3+ZZtvU6WarOZXHVzmGZ3eYT5SZij9I0w64whn1a
KNouBYUWRnpdhn1moghP5d4HJGztrBntkEGUdtgCE3rIazHsUKftfU9M9yhoV5eKEE5eIJT1LLl9
P7kQy1KTphuRpc+Ar5PfVegQThwaauMowrxOH5sYgZWu+IGrmN9hTl05w/S94Fjw3kiZps0NdlIv
1aaOber7bngPPS0BYLW0b0QHjCPW4nwf8xD+OlvCCG9f2cuXhx36aWRpVX+adSeWQe8b+skPU5vv
KHSJYKjGbKdUy5fbI107/jxy0IwkdI7A5nykprZKrVkHNZzVut81rcCdmFFLjDUtOSCgkL6JdNog
3x702qb+POhmet5ke33lMGgKB/mgmcJ5qKLq26qaJ1s4pu/mSxPO8ei8XRPxWheCwy/xTYRXKKmT
lzuf8DA4XQaymLsnDCNsMC3voKdWj2QKxj18GuvOIbq2laS6SXMTwUAQ2ly2pZvsoiE1GJpl5QRO
HuUHep59pYZ5T2/mytPH1GR0SLJKFkA38YsC3aluef7hdiMMlObxGFbV2BC6mOXBW1Cxa+zaOczu
WIUQ9ZMd3TQlHRPu5e393SRE5CPMl1CwlCIXAGa3XCEqjWVdJboatm7X+sYoLDDkjkvn2rzYObVw
j8oAEqEvB/oQVYDLvYUelOnSJUcjr9W9SUvDNzWR8uOdD5NLsDV9tg2pAa42np2x2X3aBJtpBo40
HOkl5dNm77F1xQd9WXVyenSWTpdyekz0lGY6Fsk+1EOphraYwEq7m5C5dvVsqPE4BzjTF0VkvRjs
RCo0h5ODKijOdrwTNnpE2aI4H5LSi49RVXZ34oprVw9bDFwJrjU1mI17RIIqcRySVGGZ2UQU5ug+
2OXypPRe7VsqHTrhG6K5jazLTmv6e4qsL7nS7fqDvZfsFZmP29Yt3HQlJIF1EJJksh+RohXvNBUh
JnNyS1+JimRnFeMcVDJGi52pfdMb0fyeP7YGBdpsoTDokjiKwn60OxO4MlHbHdt07b6CLeHjwCTC
B94sEPWhdk7iQQtpFkC7VCdL92afzfvO6r07yK1L31hCWCC2ycFkOezcFMlMd1fkNF6ptNz6MXoF
AF6n6INmrKf90rr27vbpv3zPgIlJVD6QSmru22aTE9Z/ycFoh6iYRQFaIyJQ22p+jFoanemN9uRB
u6AuHn++Pa5csvNNZ1zpGbCi4Pu2wY0JqQaFZAJVa9HT59hT62CEe3K4PcrlyWYUhNWpigEyZ/c2
q9kowjIjSwsH7P7JFbYTeMaQB3SO6x+jXEpe10n5IKzouzu77h0zf7mXcnR8fQl9QkN2s5eIrZaI
GrO2npJ4eK2WHia5G38qKpyDuMnusTEvjQfJXLo4gLmUzr2+OaaTVlBtSTo9LGuc6aZBvcxaK4GX
XWZhapXxbu1S804kcW0jpQoAjiMJOeh150tsRCA0MjmoWpnTU4zXFnZ58TpxVPl4YBokxxp1T5QE
t1D+wTJIileDHtLsqdppVu3slmYZHjMqE+HtM3N52eVQEsEDOA5K6+bFNLIpjaj7sVciW0KtFONh
XtU+HOrXJzPlrGgvCUMQdxKe/PnadTH6g2ax6OGorut+KvKvlJPiELUDEmDLeE+L9erMXmSLABkC
BtnchtWO1n60Kj1ssi4LuoYQVPcy6mN0bb9jMa/4HbJxLtsFEA8fcnsW9bXJW8OCbDBXQ76fonrc
Ja6CS6m5i79M5RyuoPhOeVWLMPZiiNBi0eldrKj3+lPc/ZTNNdQV0XhlX+thN6lo4LnChfpZwzjo
1SVwlWoOe3iKPs9j+jsKgVooyrkOtLa9Bzq/dj8ltxa8JTYB/bTz7R55yhy3yjW43Hr24FLfmfXj
mriqb2nj6o9xde/aXLNAPOwQoYhXMO+bqSux1ose4koogFzBPkezszPcLFRF8jHKlXR3++pcm6An
W6W7vCSwVTbn2V3yWUsjjPqwpOmjoc7RriyiISiH6oOVKyMBBdz022Nee8DwoUmG0jlV6kGdL2oK
lbcifyUfkiUG16eIN7qejIfaMNsPFCdGn0KBerAb170z8tXFpc0FrwtUTApA5yM3UobKEpkeZgLE
Sj20y66ctCockjrZsZn37tS16wuughwAlCb8tI2lnfo5MyeF1TWiLtsZ5WDtU6tK9prD2b69qC/8
ws3zTMCAR2CyrMAGNnMzIlWfrCrlznTK/CT65rFXFSD5LSzmUjZdUTSxL5YKqL7mPS1C9d61Ouos
aLz8H+rOa8ltZFvTT4Qd8OYWAMkiWaWSVCV7k1FqSfAmkfBPPx+0J86oKIYYfe4movuq1QKRyFy5
zG/IivQmpMbx37kJKN+UKxCZJ1eLVqfdW+uc301mKQ562bjxaGUfdJFYd7qTGh9MbU3PWdsXe6dP
zLDWfXyXAPGGqgyYFSiaRRqsjWOWp96xMtfu7OBqGi1e74eJZdxC8l9ZcGDf4LtQ3dgYFBdl2jjW
ZrHObK10qorYbU31ji5Hs0tlst44Ob9YYn8s+P971uU1WmSV3iapSRGiLO0eMdUhWoEY0LF05XHO
5y4OVtXvW0uz90JYzn4E4LPP86I80kXErkhaw6HsW9yEurE+yyUd+J3jLTm6K3ueJYHnhnY4KdMl
bV+UZgdxn1ppYp+e/HJ97gocOXuGZ8T3db3F3b/6vA0ajD/XBmq6+ASel2jFtCVwSO2Kd5U+9Xeo
HTv7bqisvS2nW+IHVz/5Bram7cFbXpqqaVhhBb2rGbHqjOQhX8o2gh7m7Ua1zDfO2K/ge/nJiVub
BRmtFngar+OHZueTlm9tlqqr+o9rKso8TFdLez8745RETZFmbwvYbm+DXn8/FfMYO0WR3VkCCces
lO3n1pjDVJo/8kEZD90cqDKslO3aUdqWFdukT5V1aqHfRJpoUjpjbb8LoIzGGuZqU0SJOQ/hWs1M
aYRoJyeaXTGiPaTVax1J2XofdSBQayRT4ZyEJpE7NKDxrqG5quntHGTdKShRoGDOZA1P0qNbEtIx
RZKfnNze12uZPpYlsiQh3o7uiwNlLA8XxzLGeHKaUh4Mr64dkKLmAK49MAY/dJYEirDjFf2XQJTF
T2PEZCWeh6Q9SDsLPmmp5X/yp3567+Tm8Mar3eVzZW42zoSxbt8ixIFStdabn1AxdoEsTk43EDBb
ZUWZlvdfp1zKJ31xjP0kTf43ZZT2m7b22i/Bkhnv+4FcL5xWsaMftOq72piXOupdC1RWlaTqe+IM
WYkAhxB45tg2x1RRfBzaBKbpjfvlym1KE4AoDMwJZbI/RjPkEN4gFa1GJjJ3+Oh8liXUJtRCjdh3
izocmU7feOa1/Q+ciuOGafxmfPB6TyZodvjYF+uxVa3TsWbnhpZKl52abwonXX0UIC5YxmCh/5DG
cKQUvjn2NN0GQknd6uqASFrzecX5aP/36+xKiwFqDTELhDJDJ97v9WuZqV4PQzvqsUL2NLbQSjrr
VWretUlwrxpveOyrqo5a3UfnfUlA61hLENk0/k4LCWKUZOW0k0Dhj9Pq9AdhDrdoJde+NUL5gBdR
JtqEA1//wNVXM9Lasx6LpGrghsHPpfvtRk3fd2Euiul+RG3ixqpsAeYiAG2wEeCa4ApAcF987GlA
FNoblRGjNM64eyX27Eob1/m0Htt/YACj5NziS/fB8TFcDu1qTj6MuY9y21KJpwmIZR9mxdC8NeYe
28S//7pfkr6Xvw6eAz1+8FPgyi9+XWX2vWwNoccYtQ5JpMa5R2LV6OYRsf/ZPw+TYXwuqObtqDIt
cBHob+QYc1myDGnzZZ/rtO1+Om5d3SeZ26Zhomzs4+auCKnE1JcUAOu7dk2zNhQkKt+kprwPc5vZ
3wcLgY0br3PlIgMZSXOLOL+JnF0EewxIW1VXMz02vH32XrZ8Ve1gR7OvZ/tA3cTBX9lPJtQuaAbM
O4FyX/Q0WWdDLNXKp1XYupfeLCMP22yGaKn7tig89JlqjvXfP9mVE033lIEuiDc6ApeOOSgljbL2
eqoNmSX0axsVrYBNjv1g32K3Xqh2/GoIMESEbgOKA3r/pQ6K58lmXFFMjYHElHGyJC26CFwd3tQb
oaWZAjFCJdDyX6k0K/88T3q91+SSf/VUcwthe6XN9Kuio6jDtANWx+vTm6sp6IRTkijWgSTGgAYd
q3Q94Vy6hDk+1efRz2XkpohDtU7e39hbf+JCQIdC1IHGDC8NsJD5+vmTlztmn9LAtTrX+17h7PGE
05NzVmIqDkHlWO9wUKe1XVTdB98vhqd2bRlZ9S1LBdUF3Yp6Dp3MpYpR+nIj+F7b+RzfX3Ab4AyX
W3GF/Svyht6XVknj0Or5g93NB1Pz01OZ5Le0Rq5V+yDisJlg5MGXuAxqQdWBT1/oqcxKtDHzMhPl
xlUeMr1SEXYcfAH6SKHXWyGcxBiRRzumG3lLKf1KbAWoswHGwIgAd7j4JKbTwg1hhIAzGyc8m0rw
99No3v39xF3ZeBuKlVsNlYVNHv31h3c9WFiqnMzYKV3jXbOYS9wmyxCWYz/vYZLUcaGP3bG2s+Q4
yOkWt+Ha45HWZSq5qbIDUH79eCZFKVYjyorXka6cWOc1rvXGi3NRFXt7LJ048EYvQk3nuYUP9Pbv
L39t22+dJUoztD2A2l6scVqCHs4GOnWZWN2wlKV7HvQxiBesSgDQ+svdNhWgHTn7O7+cy73j5Sh0
CErLfMICo2mxS7Yy573fTm389x93JQBTQmywWrrbm3Tb66XJgnG1m8Qy48VrxzhdTWOjr9lHSzFW
KqxyDJf1ptnStYcyRQEAuRkkMBp//VAkVYBCYRtKPNzhZFu8sYZ63Weeld2Vw+qdl1so/At18l9h
GNg/U+KtPtu8hF4/MbeDdJwh59GXtQKQe3W+N/UZ18+qk/epl1rbeHEAUJ5WwMG1MdwMyJ6LoHsp
g3wKNQd5h78v/JVwAzQf1Ab/kD1cggPKqnaHRraonMxZ96R57nDQxvaDajv3YFZl9+8TZsrhgOuO
upiW8UVTpkhoeFllbcWZ4VS7vHWokQZySTcY/Fthfvu7LjIiWLmov3DaiPaX+BkcA/FOD0orZnzc
nzMHZgVEnjyaZiOPkXNZw2ZSTpR3uMwM1dof29Stb0Tza1uMjAzcJgsM9GLLAX5DIWSJoxTyvBz5
oJace1j3+up9qPXNs9HItajNm29//6JXHwlSacOlcKAu+17wepp5tnGQcda0f1PjV0Qa04EsSfwm
BtSypGE/Bbd0Xa9GFyLLBhSF1vgHERXtt6wrEH+LrcISR1kW7a6YB/csxbIefJkZYTE2/o4vVqah
6HN/vwKkCxMkbWN3qYOdntvubrI8GWkeH+jvi3Jtm3PbE/i4+TfSxuvvAM0RVZ8qtWJ7MUCDBGV1
57Vihqo9IpSTz8G/H9+T4sDrwctrw3tf4pPYCspeC/PXV/CPBqyByM2NTQihaQ/Can9kbjGfis0b
rS0adRQVAaEd/fqhnp0pDEQSkh1Ox78vw5WUEw4fs0vmbMDPL1NOp8VemKIYOCagxVWYwMdUucS9
Z9U3FvzaLiS/A2TqgYsBD/56wRN0/bIMrF4stcS79+yyoMcLh6y3kdiWvaOfEyu7hfm59lCQPMxq
NmzWH3ZBORDlLLF7O9bsetotc3JY+67YI6tlAqNonoEoPf/7BQX35hHKEcyHOPz6NWdjLPO6y23y
CK+MJmkz78b4OixUdssa+ArmjIyFWRuqDYxEmHq/flZmpYljdJNFX0u3vrrJiO+SHpyHPBmioB0I
bFWQ7VJKzkPn4UA20zy+h0ap7xHu7M92XiLjwoj32JLY7lCBKgH90ptemvRG6L2W6JBQgsBHDxx+
80Wig8FNUhSqt2JfWzzG4skLhvXdCR0zGYmxKE6DsyLd3aTGDnDcLbf4bR0u4z5gWaiaRP9N5//1
OtWNXQ9Jk9jkkgvs0Z6YOyh9fD8PCjUf2gkPepU/u/68/C9OF5qpCN8ytsXDcduevwX7dKLZ5YiS
B6cOTRHdT87ejF8DhUP/v3kU4iCoP2Hx5F+qMNqNlaRCstOVqLvI1/EzKlNz2fmy6nd/3+K/Zo9/
rCe8LxDBaK1AXLl4Lb+E7TDTV2ysXL0x2mEAnK7WXaAZ31K/lg9zGuQnOct/mKiZZDDOEjkrvmfl
aoIrHHZ6o2GLphRC9rUFh4C4a5SdHrqU8+CDyumccF0cErfSwyYVU6Rp0r7xFtdCA4K21JuwAVBo
uHgJ1MXKNclHe5u7z/u0q4DP1rY8SU920ZAoWJBzZ9zIdi60jX7le4BUN5DUJg4MYu710lm49CHL
NrF0csjOBZErrASYkdlrsrhjoBpbpf1xQBbigPNneR6b5paZwpWQT3DCMhywCpOBS3sNBFhMUXjs
lFabFICkqn1sfe9LNlfZDWGj62+7aZHpDMK2Md/rt6WzG8y5MO0Yj2Gwtz1D+taZf6KD6u/doukP
3jAPkV4tVN4uksyodZs3zsW1RgelPc0UIBAQhi83q2OD/tYF3xkyR3EEiIPGtmj8cHSm6Y7d50ep
J7O9axfafdPTvq8yJwDtF4gTAr3WjfTv+s/Z9hzSIMCGLi9cfGNSLSuomdNmaiOr92B3GI0WTmbv
xDV5QOiM47pHHM7eTfRcj6VldRF6Z0G0cLfe+EJXsiAwBjoXMnfIn/zFzFiF1qOXEhe5P5xXgwC1
Lo324Ghjt8ubmyKMfO+LwMEnAKi2qRihdnVxOTZpiT5mUnEdMzkNfVMrjnmKNSRyX7cUWK7t8o23
t03bkNa4zLNV4i31ZHZ23OmCIOKkhF4H7cJZare22Par/3ir3x61LfJvUb6eyoX5EAcqR804hCOs
70w1yfjvUfdaqbhJKP/iKiJmql8cJs8XnvInUrWlXvoXl0ZQBOKnCBWQwKMaC6KkYdRHPbHqg28t
cxhotJqzAbQlqh7pwR+KW0zga82irXcC641pt89Q/fWrp3On5LxdcFCiXYC/IAdTCyq5Mju5N92q
+ycTix32a70+TNBwjmmn0kM+9eaNaH5tI9PPh4xBmOF4XfwQZ4Hv1TXbscrbiZmczB+oqMvQrUGJ
NGlxy3Th6jnehAjxhKM3hzrq6zdvLUc4EjnMuNXf2jhXYDc6f020yTkMS472TV/h6iKdwoebnMsH
vKCCfTar4mPaTem/xjwS2WDmABj5NY64yAPbDNnRFV/PmGloFiHXtx5UicuqVF6zdxAPLm9cY1fu
TsZADD42AsFWSV+8fN47ZS8lRWyX6mE9uVmo2rWItKb5QndwM00d5Y1nXjvQvwDYBh1BttP23387
ZdoyNq1qRivWrSQ5VWU9xRBLu8jL5K1b+te9dHmioTkRoTmttEIvnuXZK5a1RgfIkC7wTod1xEhY
zTviVxeiLa1it6FHHRR9EDcL+Wo5VEYEBF7bd5ouYxrayc4sDO/k9G17rGtZ3fs2BEif8dC+kLUW
M5Qvw9E267spdfA/TiYrWuyyOUinSnHotfx9qnnysYRKuU+z2gSr4t1qsl1JjG3GG7CvtynpHzXZ
avt1PtirBeCxymKTVnOMFLd7kDSY4hYDpINZpMuxG9b+RjS7dl7JxX/ZojBRv5SKgrYU+J2d2gBL
PXUY2ka9TVytCQczF1Qnuv6/OCI2zWxULzZhrEvz02J0vcy0JfFBeUuEOwgiDU0CvrMVRthk1i2Z
/2sr+/vzLo6k1eqrkwKnhn40zGE/dtau09J7wDj9UdlT8WborJRp3NLdcHLfapnLrbv10vgXk0rA
Va+PCYJpjMl0ABjgg4ufvlP7p3who/XXZfrAuLZ4qNhNUSa9ZD/lwS1M17VJMQRo2vYIQ4CJvsQl
a12HRjmVQ7zmQxDqosm+CNLwU1MG8zGt/SnqldnfVbMt9pPdm3cSNsVLtgA78+ruPtj0cbNJedE0
deWbMSvquxv36LWtt7FsqZVo+rNMr1coN3L2/CJNWh6gCN2x/o6aBYWS56iD3ADwredPoVjyCkza
bO79ntkD5Gr9XpkuhuiLlz9MEqVHPXHVbiTRfrrxC7fe9uU3xDSR5eOCAQZ4cbcYCp0Qj6cyXNGy
GtHlEiv1yvyOKjNmO127xoA//E9lUrh7S6MNjPBm+aiLtLtxq17bTBA+kQXa/BsA1L9eKqfojR7d
DTO2Dcr2Hqggmv6FffRXkZzcwXUPw2h/Wckg99kyMz38+0Jsf/0f6/Db4y8Sqyp1uiUJANHNs7I/
CLoUEFtoYobklh/+/qhfYMM/nsUUZIsNm9DU5bxhzBEPTxuAWVhlx5O5oA4/6RCubac5DrBX3ie+
qe7Ndq3Jc/LlkOh1emx9br25Fs57qpnvlZk/BZSTJ7CauN4as/eZvBC4Ln6JbxgBLS+YNwKZz10R
VbalQnMq+nskS40vel0aO6NWJUmkRzLhFM1hDkZQO2ZS3wumo3vEEvy9rCvr3mEUfXIGU+6H0hx2
puFO0d+X49d47XI5fLrUEP3BffwBfN2E1GtjACvJZTW8S1PIvhD3PCDAqNAgCmDdj+3gncxqkQ/5
uKL+nLbTec0Qx8ose31EEXrcMV7C2F16Xjy0w/pRTq75mAxtfbBcPOzDLF9+rAWQWmf0bg1Wrm0d
SCDoe5MXbbbkr3cuvajJMCvfiHvBT1+qtDuAty4OjDy6G1fLtWQIdg3PAHyyaUC8fpRjY6s3jEzR
Frww98x4slDLh+pNSyc/9Oahjhf4ujd8ca6+HxECSSpeEKnv1w9FqqAy7IEpjeOVw94anerjNHkv
BnCxGyXitScBu9i+6SaEfVnDG5VHAaXxpK6b8Pty7ZMIRvNt4Vm3coKrT2LOzSQUsBnArdfvBNlF
wtMlME992R7Nqm52MLnEzvQm7cb+vvooF11nADL0Yy67tKukXQeQjm+GNRgEXFnuPUUKlKW+vNH4
v7I94OgwY4UNATXsUim9Why6nIIxSKeS/tgnVnJwjKaLgKjCvS4YqC7azVHXlfdDlAg6KBqk3MZ/
bH9bJX7dBmbsTn6waxO7BI3lzCHKyLdau9e6gQx3mOBtDiW4J11EToXISCAWJilj0NWHxQVUmYEd
2emp7j5omdXtZvjge03rpq95Wssw9TetAj8tYqgq6oDsJU3gIAHOiFRIzK3t7Fep+ffemOjvGzM3
gUZbzQ/00ehO4KVwYG6UHDLVfv170LuWu4CHYTTH+BMVwMvrzmjN7L9IC1hHzV0G5yJsNZXcd2WX
nEbRkh0PeR16qsz3sliWg4sM3L1dVk0k2ryK9Snv466arAc1IpypYdv48e8/8UqrAf8tOtmg1w0q
z4vsjk6WsRFtgZUvQKhtb+5OeaqLf3/kf3vKHwfRRzpr0htOx9Ck2ilNyzyy0Re4K1LtFrnkSobB
vmHgvClZsGMvUp1yotvWU88DeXDgf3vFeFByaMEAecEuc03xjnw2fx/UFlrKfVrdOJxXzgkUIubO
m28ijbCLvasPC/t6QQRh7jpcqZssP612/482derw9y939Umk5ZtJLunYJUXa6C0wJBuKJ22S5qmx
vOnQDSmNc8ua/ps2/Su1sP/fdMCQyv5tPTedsVe6Xx+zH339Uv0u+PXr//ivwBc+eP8BwLM1FHFh
2kwT/kfgSzf/syErYNRss+9f6lr/V+DLtP5jBVvfhCCDhiTJ9v8IfPn/gecNZJLyiQrGRODn3wh8
Ad7bttFv2RSdhE0piYLIcEAy0S56fbN5Q5UqkfvtXVumydxGhmT8+wGyfN4SKhZnehxmp+4+TjQZ
rDeVXGokPMy+SPUJRSKFJ3Ho9olnHKy0TYNz6gzd99a31+rdiFpvehJd2y9fsflttTcI0UkvTgX6
MDWqOozT70ewJYYRLqJsvulQtYedXDKwsovs9QQzVB3HG9F2c8XIfcvsfe6Ot74Yq8fAU9p0ACPU
kUnht/FN5l7x5LhLNkVrNmrTzyFj4LvzAlTBd+gaJ9Vj3zOE3JzrbBFaA6/62Whab/zQWpmeHfwa
szuFu7I5+CfTKwMPXVVY9mloGkulnvVBNu2xY6oGos6t5EeJNKVz11jZ6t7VFVH43lWeKo70KZrq
0I9T+iQbrRbHUc/5+73J9NsT0C25wtvsfXHOGTDaZaip1mwOIp3U/G3AyXAM9UquGMXPgfSiVSuL
YGc7ha3t58ab39qjOfn3mmb548HrO73hPstdJ1rqGXNlkRSNQSmor/b70XRbY6fSyftkI9K/nqkY
8uFXq6eMBUxshl+NhbIGSWiaREPaSyxMgaSnd1TnOBXUQqFHghEoPLN+bB0zbGkXpvd9Xnm0grQE
9G6jCyoN2iYaoCek4bTmVLklAFjEB6Zh1/jeFIRtNq8gGDKBILaN2gjsvCpYkX7QC6sIkwDPtU9a
s7Y/dEesGawYsvkQMB+q+GvbN9ohtxZDtZFAH/o7Wqd6vjeMIhAxCeiyhmpsbC6+Mpnm48qfEYiW
wO2PhAL/FdEWs82w5B6fosrI0xdkvRYjDCZzfZnTyl6itS2c9GMzdxnwwXVOP2aL9Hw0Avqy2+uQ
K6szBhTdvRztwvmi8mnBXCgQxbGygB7TxYUn+9XGf4Pdmnt99WYwVJ4hqCyGZt/NbvOUqnQoH/qg
nevv0k4M9SOvm6oBx5Mm697A4qI51UyK7JMvNR0rBc+RT+B+kj5kVKDnh0zaGhwPgsM/W0u1PsPg
nj0nwuMhL95onW5PH+3JFv7ZQR9FHSFmry/CGtd535oyNQ4k5sI6W/Xcp3sYqI1kd+OrdA9WbVow
r+l0ykEEEOTbCvdtLCbpW2MrGzub+8K7sezN4kMaVFkdm5mNqUte6MZ6Z5kMDfXQdjpvdUJ3rWoa
N42XICEDPSx1yzeIsnXLvaUmE5aZO/J5wTCmGh1HFPaaZ2+ZGpiDip9UhiVSY0YV9gXIi1PdDcGp
kI3yn7GcTLI+NLKVSICxjBqOaibBZCSppZsuwIL4xZR1ojlzmflPRT4MJpaCADrCam2bbmczMTWf
gH/bL5BXOhX3CjfA2Or1wXmSba/XH5fUtR5ML3PWY7Vq7XRE+rC9CzwBBwuPqUEcBp0qeVeKZJ4i
FYzImexKY3C675kz53T0Z8SnQZwDGQaiCko0srsBzDSeC5W4n9GlWneZ7RbVCZEhLY0IuRLrGETi
0VbtG6fjdaxE34vGbMaoKsc8h0djLMZuBXiXRoledsEhXxvNfR6ku3ThOox9tc977E1jv9Kt53VE
TCy0UBGyTybm9BPAgnZx944+2RkonbxLP3f+IrcvYerlnWemTXFnZYH1Q7a05YAuNv1Z6DqqrTn6
49QdmejVAYvnpN17CPKk+BpXjR2SjEwpwlaqX7H8WIL0jNyeZYSwaHB50IzVekldySeyu2Apd7W2
smiNiaeGhe5HjzTUWr+QltO9oeE35++wPaspzBdk+kNDev2HspWiht66PBueeHCCpQ8VKRNzLKhi
g5/bGTLpwYdqKjCpt5NgN2SLFWJX/Kbsx/dD2h6TckpOcGFP7iT9sO9WFRZdg8COle87We/WTH40
9EG79zVxtOoKAbHR/W4AOX80nVpDMbAUD75eap8hSBWxlmcagVjL4PoX7Z3jdPhLNdnHXMNVLV/d
et2Jus5ZoUEUP3OZJ7GVuF+Xev1sIYhIklnlYTYO5VM+bIQwa1pOmt2Uu8JwQwrpd1ldf6lK+VKW
efmggTspYkezvhegzX4muvewpPr7pHSHe3vog3sGtnPE5hxDrasexMwH1ubscyFxd7OGuYy01EkO
tec8eXLywzrzDvZoHWbUucIiUJ+kO75JUIAblOXGXusB2RQzso21uSMTNKPBT2Iu8uKU6+lBkRzc
rUkmwqq2dNoIGBR3fh1Cr3hrZh5QQX24t8xppCfY1z+HpuYP2N3ByD13l9am/rVptOxHJW2goWyL
aK0F8ivmP8lknMe8M9+Og4SvorS1CbuqAL4ulqNWtU646s5u7ed1ZwyJoDpT3lEKbg2Zqqh0qrPR
qCl2+p4kvbRqME11c1wDozqDz9baGIc75m6GYlJiLvZZ6Q2+evakJANXR0ZWzcfWzSEaacF3ZnLq
K1seHXcdD6WoTpYzxQhbzjEB6mDNSnuYEdy+G5ciViNPSwrz3NDYPyISub6XeZaHYydUZCzNboa9
tx+AioRK2ecFiNPHtkIDjk4Gji8LsalORH/0BZT5nIwrBKKVLKHTFT8RMs92kN3o/erTF3vymvtE
jM4HEShxbA3vn2UsGG3peG/9cMfKKiIHsO7nGdPe7y6ovDzCnGXcaav5FBhrfxh1zY5oB9WfWODs
GyOxCsxludet2nzvTJP9XEJw3iHmeK40WW3KW1zImsmaDQss1aXbz0lfnDAvPS+wg3AmSYojXPMh
nqvReEHNc/X4DQUvK6Vu/aiLwIn0xqjDapDlGQyfSa7R5WdjwSyi8VWUOX66byC3R5bmZfsOTmxY
r+pHoVcgvg3p7glDQTi5i3rIa4E791CjIT0te7B8c5gs2YPeWV+ywUuidtbBkAnDO9qSiLYZYs3v
JNBKtmM292GdrsdlbGebQA6cPYcZwDeZRKTE+gKL3vsKq+aTNncyXGGulTTHWhllhXvs9eCjP9rH
Jsm/IRmOuL/waLN286NK9eY0dMFxTuGlDLMFNLqw32ZO+tih7IYKSNcEoeyCDzrH8m5KdLWb9Q3B
g+Mnl5/7cyzdxIOmId/NiZscu1I+BpieAWgHiGTZyz1HeWcV6y7xuy+1b+BxuXRQovjbaUyCCU7s
eY5mbf7Z+s6JWAgspE5CiWlWDFk0oqg94X/7NK6WuEsaY0XrND8I0Z0wlHwDKaT7Oq2a/T1dtJdJ
B/oK7/PBL627wEX0Fxj6rhkW52urgjqkDQ9ayl1eChPaNN2aZNlrnsC+bTQkP7CAm9nlO+KFOK7L
0O37gm9MaowpW1HoO7pqQdhZ1kNdCAuBQCYwZW3HQaW/9FJ71ppEO0J/fBmqxP9s2uUIBnB9W5Qd
PeXEeacWl0SM7NQLavcOVgxJec54DgYFvnBBsOyMpPXVg12tzv0weI+zUBlmk1VShbo7OO8a1yP/
HDObO6hVMSSjiiON3B8+r89Jo1syqnWVxFAnH9sVNKarV8Udt0AR91LcGegQFYlwol5bl0+V5T+g
a476QTF2zwmds++6KIe4aOv1rGQw9miaCeuL6J27rFdfsFI8a5UGmFZk8wmvWmsnxDjv1jLRf1Tm
6BcRHf7pThtmkUU0BJJPqhAfuE/fZ529AFIocwhyqTuT4skl6hE6J1oXMMdb9CQjy2kculPi2Kjq
M/HJPy1thZHsOv9sHP3OGAYrFNJVT0uiWc+lURhHNxt5ez8z3XU/6H6cz0p+aKT0whzJ3EdU4oMH
30qDF5CxwWMyZ9k7zXY1FXa9H+i7cdS0t7Ota29GZJxi9Kjf+obqiGq2/g5J8c92Xvkhr7Zz+zzZ
mz75nqk0cbcA5I26zj+T4n2DQWqhQKQt5l2SW5hbrI9SE3AI7I/YmD4lWSA+mW45TYdg6uZ/CF9v
GCDKvZuny3kRdt5FHXHngSymDOcxOzSzZnwssoT8htT5GSUL8ZNYMD1O2LX/WNrxaRTZflpM74Ag
WM4xHOyg3o+FzujD+F6P1p1r9V+9yrO+QOcsosIeAIU6w3jfpjo7qk6lfKzA8ZNx+MsO02g3DWU7
fJVrW0ZBg6shq5kek9lP/unRuY/yeknuhnX6RyR2BcLcrdBaIGf8Ohgk17rdP6UVmV+d+igP1/X7
xW3f5Vp6RyU1AH5fk9BR1nEy9DKs5fRGeuq5lv29lYyPedqjJWq36gMMBfORob4WQ0x5qqCjACMd
I1NyTfNy+qEIsmd6pGQdreGfylTPUdSusxYqOrJUh6JbM1Qb1D4f8i8kvz6ptilR1hgFcWw76nP/
rS+yZ3dMtN3Yew+OST4M7jf90Y1uEWaqDqK1y9KnxS2WKfQyMf+DCL63S4uFGaUQNhtgyspvhTLa
z8WsqMoq3YiqavqWDLlzzk2I+1Ei9fKA74J3KN2F20eMCeulz/nj0PfcJaOYQjR0mofeFkXYq/7L
TCp0gAfzecLMIBvcEfwigmNTjYb4otx9aRpfg6qAL+aXWGNW2p7SPiT3/SJEzeOB24n8XZF5b7M6
yOj25p/RJHtApwunCwSzu+rZ7efh3E1LEDYzxa1X54SNUZ6WnsBfLkV9aHQA8pkxFyKkkn6a5Gj1
pOs+Yhrw25O9G9BgOzcT9VoxSVh5wXrWTW0J4f7DzCvrx8TRjxC9jk4pnT6uZ3VczFTuhOt/G2tV
PWUy4GcXdvWOgHI2tC5eveJTlxc7GaQf0d77iTU8KY2oj6RJ+sl1korwlLBmmJdFM6P3iMHuYbb5
ZTkcnnznZd4owobzjHtBo5YH1DyOs26pL5h7iliDOOWI/q3eENszu7hjMj291xT4mrBZybnx8M0O
WuqPoQ83NJJ9uv4UljIQsfBOQZe7USHLJczMxY0klJ3QLfXyXjlT9dmu+kP1f8g7s93IsWw9v0qh
73eZ8wC4D2AyRikUmkJKpW4IKZUiN2duzrzya/j1/CT+mDV0VdttnzJgwLBvEqVUZSjE2MNa//qH
buRINczb2RGHwlnqIG+zvcFD3M1+WQd0TtQS+kAAOya2082MUdu5UUANdqkfYlWGlTV8hbuursw8
1WzMf4erRqpqU/vYSm50LA+qIEuLb2YWX/VJ8k3ioD0NuE2FoNNJwXDFc68jlJJ6zH0iXT3CmAPK
zDQ13UYjC3CTtbN9myFW/oYztNrFnRzfKlG018SDDqHFZx0FblyZeArZdrErnSGBNOrY/XUxcxNz
05/nhLR3xsI5imvlZ3vgrfSIMQMSfCtp4XxX8daa5zSoatr+Jhmz66Y3qm+GVZ1SZ6a1J5VnU0vj
Oo3jbhMBW52LmK5JTnXL6WLO79FMsY+S2nmRlKpx6Lrj1SSr4dTo841KVf7qrD7WeC6eY33GjcoX
2reedXvgDHoe4rz9blhztBWFBjtfNClNlDO95Oa8r/IJOxbPbp9tp6HNn0ctSJVsQ9zdeTy47zSz
BlM90dx7Q1I4OfPcbnQvK05gh8V5HvkDn4gy1FwkYmZnv7LRX0gS+WQG+TXi6pPU4cV0KVXGMaVZ
u8zTHlzSNa5obTkR43d3zo27CdO8bacVRzLb6EwLeIxChoWKPiUWjgozpDks43y5HYuqOqnBjU+Y
6syMdLJ4CTpk5AeSQKwLSJ6PEUt0slIr2bWMQ0NhN3CrLbUEuVM/KdLb9n3W++RtR/GjUgseN42Z
TUnQQy0JBiMSG3MUDi0sqTvuppRVRMSJbcTXkAcxLqyr6oupGEQyomi2uNmeUA/AssLpmPF7lG1n
EJFtTpr1Lp0idV5pDOfZUtHWLWFpzlbMGZe1L5Oa3avYdb/3GlOdHtMOiq1sj58iKzGa73NvdB4j
P/I2oyIiR403auliPuLUQQXZ+UzWUoBpP5hTgdWlO1OCt0Nb10Edx9ZxQs30kHhj/mAkboQdcG8q
O8jm2txVUDd29Vx3Q7jkzoQxS5EwoZvlwaoh2HGvgz5ydxrVsfRkezNlSdmuzltiZ8UeihYxp7sU
0+PXLKqaQwy9NZjW8NjOybTQ9dIvszN+6xahXXCWy9oAXMf/6AvojFunyNKzbSyvSUaeVDZbL0WG
6RIF4pNjNGJr04TexV1Et2R4+8jp8StGoxpm9WsXK4xzlQN7IXOawPTlfnD7ozUqim62RiA6e4T8
5vVRqM0Nv0KMuNTvm0+TAuJWZFl/pqa17kSZqAvRDN/lYkmgMXeyA1VGxbGR5XKuRt0uQ6ys6WgW
5+i1Rv9QdVCmx9jxgHz8mYrU/kTLcUjbhKZmKt+dwXrwqzQ/d112rlQyHWnS4q2X2RxyRKd+j61x
OeD7Q8qur11LAQULe8VdvgidIrc8Yt8dNlUZb4nySC/4VJKAVc4CmtrgulddmdleiI5B3rmO4qI0
G00czHYu7cBurP7DddoILuBiOWVQARusptDF0e3T7H7wJu07mCECv1zq/hRW6UrcgWxNEiXOuXUo
+9L4lHNvYpFNe7CxjGa1NyiGo122ds8ljUDOrXIXk3n5WhgNntG4qgQVfsKb3hZZgm43dthWZh6T
+F7pHCVNxF5Ae0QrEho2LYRZJ4h86lTHjsXua4+rc6zvJ0tV10kJggqNBUhcs0B7GcKLrZokF1NG
GMO9iFLS85SeGYFVqeGM9YidBJk7FzYqgt65QH+RZpg4c1NtKimHEYMVexrxjeiyaZcjS7obuva5
9vLmWprim1dMhDrPEO/xXBIsaSoqcWcOk7U68EzmI1o47bkxZf+dNBY5BEbUKnZIMqD+rVpbvRi1
VpaBnfd2yFB0Wat3nVXKoZdessp2rjMaCMoPbblHoIMAy28SSqS4YTG5kRG9ONp8FoZF/Ikj613n
iX7DXIU7qSIS4iGTfpkQrMF6LkHcqqAdW8K/WuxQjk1VUUpqbnsufZxs0XC8DIY3S8y9NRAwCTmr
3IDd514wT+lDFvVgWQPhdWWSXluGml5pN/xD1WjF2Y6Ss8ftsYXwY1yripWoZdqlaLybLpck1ao9
K5GgFNE8WG7Ubtnh0aEsLetpgQzOH0V3EO50Tc6yhclu1e5q0OTY6cVHqlVfUrv1t7YAfKV+/raW
StMyMFmotWsClVTgGq0EmkGLiySz2xbSQacTz5OVbKG9YkZuOhnhHVp9MCZsyAxQmsCtK+/UmEZ6
zEwjxqUMb/5tiVmFGAV1hRd7/hfp+1/VFF81tWoOeACN7Agn3yS5wZi8BxHsvdncix7xKxCXNWVU
Brj2Ft5QYd2bnZei3ZK/fbWKhDb4QCVh23U4FXXUn6k/3zgR84+ofmyXwlxRy3LneLU6zGnzmEza
C/rOaksoC+g0syx2lCXv42K8NGmmHiDyyK+JK4ExnCXfcvy5WK1nEU+5jOI7oeW+Tqx8qS5Rt7gt
ALcPL7dJvaQM6nQRDxYCktOYj8nRhBhzbym8+4I+dwbWVz3jpmKv7LwyuXKLJTvCQ8y2ytYwfBnb
2Qtc1buHxqvbaD/reHBCMBzHj0xzEgrxYq7nYFohn8DyZ7cEqMFJLdDrwXS3nD8t4nfMCl+NOWq/
YMrUFntHzt6NNXTrIAla4kkoRpvBqNlyB+THD3GVv2PSlWqhA702o1/nGnBrSIZ2soy09EZ5HVl5
CfbnGPwONhBvuWV5uJxjXRkPO9iAYJqLLPfIhbozFBr9tSd8wggmxmPPCRayLzWZUDfGwFW60YBf
D23XA2t0pZ5udb+WT21sFl6YtpP2Zrfjt16saWY+BgsesJqgFSzaonvPc42bxxkhku25+rwuNCnq
br3Uc5dtY8hlO9eeDA0OfopuNGhZMIxKv8uzNkqORrdgzkn6cii96siTa++VNk5fUhiXMXVtK986
qB67VNXUjA0c3GvH8AFKTRIr3qe87+94l3IEiOWoD0pXM8PFyLJLztCwDHT40iEw4KY3nPF6hszb
BqwCM7Qa3z/UemokmwSmJvCwSpcDCQvwIvt0kdBgknf6uKvewYWsz1tCHAlCMfttAfpN5nvlGlfY
UpUbYcCb0zv8lay4rW5H20qPeg6SFCbTiL3WMA/iJdKj7GZVK39Oqeve+NnU7CgJje891zFaFy/M
zEQ/1V6PcSMl2LmDxh1k2thfXIHXFpyIGsP9DHRQzksIst0+ASgXOfeqoV1zAIeLVnSB3TnRl76H
zhssnds9IsWLPmIty91Np3KxbudRQXTr8C4M+sWfxbXodZGF1JHeu9bzWV5B6I8E6n6KnRq//Xxo
w4lZ63I1TONwp6aWcZWvqDm1NJ+2Mhure3jr4j3J1DH2Cp4y2FdgJ4P9EEelfZM48qjX0r1vXX8M
iQNNtz6jIh30Q1+9niub9zIJdE2isreJwJhFzfb8Ufr6bONskU+nlOn7vluKZAyTUjp4ChfZe2cx
+9lY5ura79hPOVARz6l61PAYveq7ZR9hfLRh1sVdUChdMLwazPYBljW7loH0GcQ8DVqjfatF+qXV
pLabrQFHVq1WOW541bhNZqafvlv4oUtxgD9a8lLiMHdOXHM4ZqvBTaIVcqvnhXFiwyMiEY3K26Aq
vaesHh+ycjZeO0fJc1ZqpzTVNna6mFuntY+eDgdgmO4y0Uog1ti7i6b2i+em2k3GXDpsS+tDY0QX
FO3sfh8r46s3lR0Xknrz5/FSaM2LbqfYM/aMFfS2AvEVZKpsI3iBXGiNtY8mTQvqnr2icVVtc9rf
bZ3bMrRGzJj71rYDYfhEFHPyP6as0i02tgudTtZlJ0bhX3WLnmrq0ueqAPZfusU4m0OZEGvUWirw
ae0pCPSuyULIXzzKZbZEvVVL5U17nPMkQF/a3EI0+wotyD5C8BiWMIPEDwYMH1ULioY7KAT7Bf2r
Jh2gsEu1lqLEMZ/EUl5XZntdxYt2FrOwqBrB0x5oDBl7jmVvPvVqnEIgqM+SS9S80cFYm0BomuCV
zTR9rRqD+e2AQ0zqwRpSi0W5nUaRc9U1M/N/tthBxwSxRGOoM1av8F+htbXjD3PUFzdQqsqm0KVJ
4dZlt1FdUmHArHxMMY5j7NVBGcBI/BFTaDrEpGehRdhFEF3vds+6h99hMLSlye+AmEqI/ozJX35j
jKrnYqG04TIxXzrcTTb1DOiBc9lMaSReFHF2z0ksOLs0MC+M0SQ2+GYqxnCeATCVY2+zOEnXoyxm
itQWTbhUMfuUWmsZ6pRY4TKjXjK2MVmKA2c89gUDDqqL5bLvuXsZ0t/aso42yLAVljJ4FysTeacr
5auX4faOS6G9iwqPc8BXnEk4i3/hlrFvi2JpYJhF8VdzMtSL6YCdu8IJkHThxiEW7cYwMuNhjAv/
JmZwDx7plg+tYXc7noN+XJQdvfSTRrzBoLvMDKLHIjI+MWe7j4R16N0BUCkyik+Gea0XjH07nqRf
xfcO/S7DKativefLGQrGSZHBtZG+lx9d9h6rIH7otKyfeRB9v1s6Z7kl6yGVm2bIGrYSCocnxMUy
HEXm3A59/5wbVvao1TO4VDUNBd+hoZzJRbAi6x5umzpFU0+vBkOZqWKZxp65s+1ugFxdOZAVpN7k
uHPTXOUMDJueBNAcT5owzxSsG+JEu8ce8AT+dDNlZ1tbmggJVjrj8lpV6FzV0HIBYK1vN3dzjXPk
KSqxQLjQ6tUxgNTkGgyy0h7LKqz0BJdAaRYXXDl0yCl5h6TJcoZZ7afcFPuqQzgTDjDFU95wPY7A
5BOYQJTqKGcbdti7aXe6Cp1FY15dLtB3QA5azDB1oWf5NXNP4t84Z5zrWupoKpbcGJm7LDZWgRPb
byuVk1vhMrkCyrSa8o1VIAcN2alxFjZxVjzNuMrlG7PyzDMRE+Y3MWuAiSNOo7vITNRz6pUAxKOF
yewU9f3JiRUUgWqcza+1U+Nf58cREkl3IqarInwTXhS8ii+M9Vtr70X9/D02R/O2wUc3D7NCUlvU
Vr80d0OuWccaP8Uk4Gfm9TbFJKA+aXqn8BEl84JutxfNewkBDXXYZLGZKyngFnk1rBDILzjbEIxc
thXqf50LTlHMv0sX2lJQIBHkI8C39lgDPpiUwP0A84BBGGQdRmE+4U160sC7mWBJebXrv+ij3QI4
jMy+NwxOq5dWZf2p87IRJ4ekWOAKcEFEO2FU/RiUg9t8zRqDvTZn4wfvogGf5IxZJ2nYz4RxJHSx
8/oaMGTqKqvZ6FZE0a2ruZXbzk18NPkePeSKieofOoSN5kp5C8TYuOKjDmp7Gsod4jWn2M+ZN8XX
rGqabSwk6bYSvfHOdZE06UHprsFB4nnCudI0GETbptCplOJ09InoIMHKvk9zRXENKzv5XAQuR3Fv
+i8L1fUQ1tXYNDcz1hD5oW5G+dCbZukdFk9r6UaVoeaAwW/3jROuO8VGChcA2noSFrDmasbjRcQ0
Gi44tZPdxJ+NqRnWm+ZXLSFtCYGEu2akOQtzA+ejIxw4UjHyPvH0AMoc8uR0ctBVTjSwE735i+/G
RsKpWIxOMLoF/qwL5tJkflm92QRO0dotXpgKbzZX723/PEK0O8Gpq/wDzx7y0NJI2e6Zr+DwZ8Tx
gpUWVJr8DawryZiClnr3MI9W529p1AcGqFWRYDiuT7LcLYMq7G9lxrH70I4SRBQmD06Nb41vSAMA
MiIsIcS+rrzP24ET2kio1HedXvbzFjPXWYWRPTJxswWxLSFiLE3+NUUEj9FEoGkQlY2HlIbi4c90
R2R9RdXF1Xy0r+UVh3/0i3jwLxFc/9+Mw11DGOGh/usA3Nu2U9XwE5aPqq9/+g8/bbtKVV3/0y+J
uH/kx/76Ur8yZC3vZ4yHsPPCkQb/81Uv8msEruX8zOm05l3YfGBwZX+PwLVsInCRyNEPkq+Any20
2l8jcC3rZzyM8Lhd/RKhSONj/VcicH9oBP5AkIUADiuan4WqffWhM/6J117PRQmumTtPyl4HhLkI
HE21oUqT7KZafGNrOOln0sDyzDz3vOjFsotAeztY6oHUh5s+ma0P6h+OdrlgKDB1xv1ICsU9AbMg
+bM3HZlGdA9AWOUeubZ9SxS4fZsPkASYpp+QzyeBm0/tZulxwY+ZdV/3S/Qt18x7t06TTVE2L0VC
t2SszhmuFn+AwsXQAiKPrL36sZjjI8GsX/XBvK9ri5hQp623YzkwH2JUTP1m3sd5+t5X+WtU4Hcy
e2w+bfQu1DJQsXSx4lgdxLZ8wa5Ao/bw8dr0s+UZt5wnIylekatOwC4eyhjxlqwsjD7/7IF+cci0
znJhACxMdaR5IR3KaL/MCs9WQ9X6S9Fk71L3Lu1sHWrhE4xn8MOnln7FElda7wqsT2ozSMvkOunb
CmzZ8DZRo7SNnno2BhVLudegpu76hHeX6kz5p0l7jmLeZl5El97JnUAX0glKk4fVlPlnBDa36Xzt
WSvUvJ+HdmXr6N3WjfljtNIPV0AOyjV+b62R9S0Okk4YuSMooF3etcukYcVF4UvoVfIRYxEJx6Ts
DxZThdeRvJmXOHUThupDf5cPecJVXWOzU4lNTQokhRekPL9ndtOq2LrCeUQdfQywCe3AhkxHMhOm
kp/vLlr97tiV/tLXrADpxktoLXm9axbYi44mP0Cg731XXOkjv7SbyAKRe/JZiuRTmvGnrEcjhKF0
Au71YCbwiGLXAv5TfXTUplkc5CCmLctEMsyJtUM81g8uPT56ed0+zIsyyYXipqeMZtQ58euzF0BV
h2GF/qgaQfk21QrIxAZTJC+x9kPF5HjQsaVMid688kot25WtNL8QhNIGccICi6N2v2jjcyTyOXTb
IUGMSLNMkk8AvcJEu+icRTvYZ1lbzbdSIMqpIZYAXFn3dH81TG79PqvSjzGdntOG953V1XJTj2J6
gmmUBlSJIojXu8RcyosDzXHb50IeqPwZfsvqrlR4plKgtgHGsdy9ZtdufBwtVzLWJWrSd7HUj2XP
p1+lPIMM+kv445mXNegWB9i90MsBJlKXYs2fXI9ZfaeNw83g5Ccdw5TNsgbzRKtzkFutA9+SxQ5L
kiiQyd5jnZsEacXStWEib4QY45NfeEcfd00ggfKuMV15v6TO2eDTDNRcv4jJoNUeYJ2bFXTzjqYf
5P8wLdVr0y7P2InkwawZzxGXLfkrZR/QjxIIB70+V6W1k3Ev9/jVsuwsLCfqNmNHSK+9tNDHVoJZ
dKk7zpe0AaskV3GbC2LrLX53pfU3sZefFvhFoTv7l9ao76qB9YS28dws/E7ayE9PkqIOiWChw4y7
ceMaDI4qO/0UdX/T5FW7AYctKMkNDJU0hmWdWmd3ThO9/jj/aOmcwCrX1gI751BprKI8Wp4FFIBQ
66JqHSeQEtpA9dV1PuMmp4HEPcYmW1S+t4Z1rwkoYagtq9uyKC0k5e600YjQCODowv4XGh1lg+M/
Fs12WCkdt/p4yAzQ4Gh14dD5foyp0XHp4DTCTIcB1qiXUlcvTHs1GmKO/NlvvA2e8Y8u8Fxggkoh
reXBFPbKr52MrZCFt+FMfc4cVg+Rm5do4BbARJGlUKqXPuGmqKM3y0k+C3tUxypvU85NgO0fr11C
pt5oi30cevcSZUu8Vb2WYZKdvUOOxuG8KtpNG1PijmQE7JKRmr4bzT12z8+RTD/BypELRFiu+8N4
00AqZyTFls1LcBAcbk5ktJ6agn/P7Xn22/HGjCJYSIprybPSV/iaL6QvGFedl4Awi+W5bqkuAew5
rW1vDs2xbwDn8YdWu9IXabNLXTIqwzZd1I2PXfdOajMe+4Mhw2nwzmZt3gN/Ercd149+Ub42In1K
m6jnLGAtQG+LN27PR2tFjRnoI0eRvWRY/uTOWY/j/JAvZfdoZrW7Nbq0Dhk7QiTjOsAe7SUnIuJq
1NOPGmAhaPrOCMceRQNSXvMqh7V+iA1rIlbV0y+U+EQSjib8rcW6H83M39u58I8uEsQYfkU4tjWf
beRcENMzkINKEIyC9dJ2VPxDiedydTfZ2evE2wpxpIYwZcv3mFzVMDbKU9rMz6JzzrDqm31qDO5B
eqAT4M7Qx2L1guOKH8qUJ8Eg57sf89dAtsfSz19ZBy/lxKJG/X3xC/8bRfKH5rnT1jAWTm/JxN2c
l+ghmkpg5Pk5zuuXqJ3pPKZU3ZglnToMIS5lR3znpoHiXMlPocEzbaDqcgkWr7qIYIQ5mP4l8YeI
10dfIRixa6iS+Hdg8TQxbh5r2Mkx71HnMQ9zxMDEnZ+naoyuMuYegFZFei+ymKtUj68dLRGXcZ6Z
HViKt2BnH/kUf2JkuIOK+5H1nDJ1lfQHUefVYa7hzpkJ786DiB6OkgCz0gI6s7TF2Da2K9iffLBc
WPC7yZbB92PkIYn005fsNiX47PSRO1A67BlssN8HU1wVUBxDvxCXnjDDoO/RHtC9825gnYFss/bB
YrOQ0UoQE3oDpgXirDkgZ6Nan2AyVJuhi2nRwbVRvlp2BGNi0K1nnYgwDD9Xqc9YJ/PGquS7ba66
AZHf1aWJORvsJcWcn4595UeKCeIZfaed8fPpGjmOsuiSQIfrpN0G/qLqrWezMZbGNfcqX+pz3Onw
6fKEKA2/nBAF0HP17fQsSy96A47nl8nbl7W+a4HEoKOOJex/pjUatVWIXIknbHDkGJCD8J2vyFto
OWcjLYIdSCG4NXL4NoX+Vs3EQadD9VpUEkm2b+87qApbdDEfK9GgnDiusozTXxNuvG0Y3MO+LqsD
3kXqBtdnc4dPB6xwy0cTa3JCpph/BkbN0nStKQ9Si7MbX67hjPtERyOr3WupC+xm6Cfpsms6HqaD
gXHISPduGHl/YBZJgE4qY2wzcBkAgQQSgmOgmfJdFRw7ecHFO3W2YGDNv/Q6jrNYZ7ifu8njIIye
zEQWKjxCBsjr/eKY8UdVZ6/xyAR+WEvsJC+cm86E5saRla0W7sBDUzGiQfMuXmJSTjtlBWNdP0Id
UPCX98t7pIADkBuJ91jjMrPqApxDsNHzyJqOPw5DaSVE5kbGFT4Qn105jBiSoSKi6Hke6qg7jJOB
ZALEfSsxv9r4du7vho4VbOBWcR2X3G/rwQL1vQ2aCco3o7TLAgbCWwFVaaRjbaSB13KjuInSdOIx
Zo55BZDf/SL+/D/QsP7Ltnb9Wd+qegaeSrr23/7jrz97VUr+6YstE7Zuvu+/q/nhewte91tftv6f
/95v/qq9vMz197//7VvVl936arGsyj91mC7Wlv+OZvW6L99gqSna1d/+U/6PGtZfXu63htX5Gd8y
uKMOlgKrhfA/GlYb4SYyWhxmyJnAlOAfDav1M3WsyWST7+Nb4tDl/tawmj87vAhIB5a/zCsM4680
rNh3AmH8sWFdQzHpek2LS8Il1GX9/h/cqJqK3EOhp+rJHtKHaWl25SCT64aUrq1jp++07DU7WdI4
Qil67yAK7bLSrTZc386NY9T1W6a187ZrVn9xL7fPCBUWtH5U4qU5OTd46EHzapZnC0h8q7Ky3/Wq
45xPFNUP1LT9MOFKvpgUXrYWIXzwx+qkz5Pc56gC9otR0Q611v3cLs5u1LM30y3nYwGTL0QT1O+K
gau+INZjg3Nds3FFmh+wesh2CyQHuE7czRk9VSjqDEecmrNhqZLrpcSifp7F3p3XDjWm2MCTi3NX
yjM0G8Vdn7/rs3nvgbpKlX4U6CCkS5W7/oUfac8WoVpoMYudVy1fW6axQZs1j72fn4RGxILJoBRZ
/dplzsWhM0t3N+DKyIUDNzztiTtOysgNVSRODI+gWpXad8OLrsauw+JALE7oQh4/SDt7J5fYD9uk
ekzxqKbcbPawYBhwQG9ApuP0nDfkr7g/7lXZoebs4Eh5Cb9OAYMgaC3rm2nIYkeISn6UhUxuvQ7V
TdBVy3wd2ShVnHmgdKZo+dH1AjtSVE2uty98PjxlRfppqp1znzU0wM50VzevWkcP3+blaz7Qvljj
elGOPJ2GfIvAkjlQoXqEy3xN0mS9NUr+b/ixRTA2KTf7IL796H2w8xpCMMKbBFgX9VADoWM03rwE
xVopPzxY2EtUvlTLep17mXNGQSxZEhP8zbnTMxKDEEDAuaGoXHV3k9S4gfjUDJ8yCh5uGkJbm0OV
pZ8rQpDNvEUdm+iA4Pgq9GOdoCytuvvRm5Al1+/yEjcG3BDMo4iml2Yx9RNKr+owerZ1ntcVNZnt
DfbTIvCroT/9gOldOB9M1xYKnaB1C+Mhp+p6J1SsuZdL/1LjpWfI3sMpHVphI99rbBto75B5whU+
11P52kbqEYJ6EZpp+djybtOGi1Yr7hDMoWkdJ8iHSmTb1Cje3T77mNO+ggaSJxtpmSJwzXa6Kqvc
2lkr/OEn3G/F6nigKKRnig4sC9H6FtN+UtPJqGxKXP2e6qXc20XF5FxSJWUZFyH4ujxXGp1DZdh5
GAvD2Ffz0H+kXKZXoCn5HXGRVZjO+Z2h7EM3iVW2Vj6qmW2Iru/TnnXkn94ERb5/tV04RXUUP9i1
I/DxFaxtQrqC2tHKvRR4yEUFzV2bThnijvEmlcnrgiPkhtFjdchTHvNUQ1YIE0tHaNKN1SYSc3xy
SF+io+nzvYkz5mizeiabz1aD2r3L3TU61ergDCDnuZVGW+6XFg2qn0WQAuw23lY+7MY0ZlmNBMGH
WsYL2GYzbhovXXaLpNAA37u4CSyCQsKI7rCG2neQixlkHZzWeNNiTQV1zj7Ncrum9EJpuGhQsDPi
BX6UKz8avbVm1t1+U1hs1nho7DuXU9U0WGDkEVmbvAWR8nGMC3p0PBsj5t00PlDJ2k/xpJ0tI9Cb
OFpNpdFHh6qeo2B2SEKc3ekxgfkYaG3yMcjxBtuqTxycLGbT4x2nSAeRg9JMSifeeBiBwLvmv+CR
Dndj537UWXnbA08FfZHeGM0MxcBs5J6Rw3y9TDSZOghYYGWgGJkFzdmbKYc8e+DALkFJKumh+fSo
IuvZbq56WDLQq8r6liCM5eBNUfOC6Ua+9by6PBVDqd7riqNqkLRuqq3vBXouZHj06GPV7jsz/a7X
3ldfQdgqMfm8anv11EsnYQhS3ORpU++9wnz4cYn//17N/M8qmf+k+ve3P9U+fPHWdn//G9yRn384
RWIZ4RKwSIjqb5UK1f/PGqNKLIYcihIUO3zrV/cJ3fiZDtmEtMaABE3qioj/WqrwLUZROIUQfYIr
hY2F32813N0vJQjlH9Vg/L369eufyr64q+Cktn//2w/n039UKlgPORQ9SHwoh3g18hL/XKkIj4LZ
FaS2laNe3CNRpmVEjX4YbQTox0Ifi6MzyuLSeyK+0uemXzjcXMLcxJJdMNkZrjRZkBCltG1joZmF
Et/ot7VM637D0MC+UlUkz45I3Qdj9MrHwWu9Cu9XFf1v2Jr8y/L4j9Xxv90O36mF1Pefbt7q9qdd
X368ddSuP2rm32voX6rm37/8v6OkdjUPKxKWyb+eAN285W/zG5W0kvl//c//pc3Wr/Zqfvt4o8A+
vL1Xxdtv5XX7xyX7+2v/o8KmerUN08bYj5EdK/C3kZDNksYZxVkNCC3TZcn8umyttYzWGBRhZfVj
jGT8vmz5lompIqvdw+iKeBPrryzbf/IFWk1XdAt/IxdGKIEZ2j+NEGefBD+j1NSTEzV7u9GuC8vZ
AJRtKiKo+ce7rKj3aTX/LyaXuLD/d4U9fkQYQBmkpeKPbvyTcafj60bTdWb3BB6xVS7YHyxb6Wdb
scKIml5scU2HZ7MMN01MKQsBDGF8O0IF4VrESna/zlZbq72yJofZa/HKzbAlJO9QGsNDyi7K034T
M/Sni78bq3e9sPeMv0Intu+LPLtUNR767c7BMhZvsi2o7QUm1Y3vgF759oIxQ8Ud6MDHn/Zm6nzF
CCMJcF+/aB0aCijpKojG9D2x6j3OMWcfTsBsyTcTAvNxUN4lLvItffhX7tInwhKOJjKcXMoP6uog
S+DEqOlhcHq4UUPtYzXincfcvUgaxPUlGU8eB6pRiufxmCnvdvSRN5VGlJBX52ygsm+mjoeVocl2
7M3Ui6sU//eOw2nrLNmp1KJvKAQZU0UjMA5uAyTyUKYrok+y0dq7Y/3iR9G2NpfXae7soE1EstMm
BGXLwBTQfFrrbYgWzG5MJcLOYpJBaDSOCNAf/xt557VkN3Zm6Sc6GnhzC4/j0zGZvEHQJbz3ePr+
kCV1s9gt1ehmoiMmqAolk8cAG3v/dq31R7mjy+B20xaufdEfG6SoK6U8A5yCDo0oSrq6MPv/aEf/
UxP7obr1Xyb2QyGItq1AA9MA20Rq+GcT2/ZtOS6wxV5mYC8ErBI2taqXwERWtE3VhzUaM0vW5hsA
+edJi09onrsK3CpAlNd0mpDWaZ6aQfdyyqtS3VSUa/rPcbF8Kmg2DsyHSQ5qIEUD+geRC8TdUVMl
IGJ+IEvwU2qIaytDJ6+LKwh2UHOJ6pc9LLmEPZBpZxmovBgxxnWOrDFeTi34tMNMmLI/Kpqpbl1n
zqx3X/naU5XMFiVg1SHMOx8Q30hjAzGRZLKLQvXzRHMUWkxwEi0iuHPbg86YDuWXee90joAR9rBt
XJs3pJKPaCtcKQoHULQeTK28l5J+BuF5i+Xl1jBHFlyOUxSHU5srL0laB+D5XqYu9kSSuTUq7zpH
Z0mUa85oWmpglyn+ruiIjZflPW4yB7iIXVByahEJbMTBk4syNKrxyKY9J1v0F1phCNX/d9sgiTKy
UGBQGLn6u1jZlHddidh1/9IJ5nOjmc+ZQKRWGB4wwc+dQEY3iwTOi+o2Q3aBrGI1Xf0YMUtdqQBd
LDeoUn7XZueUirhQx96uECk10qVBC3qumjso2WdG4jppoZ+brQ1HNCOEAl7DQVxOXduGH80tfbqU
SxWu6mQP+owgh/62yjqpHCrVjNIllnUyfT2lObVX+CBR0R2jJXOAI3+L6E+ADz/XufaAnhGd2vlT
xzz7ZpS5qIXwtARKCsd6GBjkWvsoa3jSQjFekMCRT9AP6X8u++pTYZyqYFXHS2NONnkuRzsHXFaH
9UDc3/SXWJ5upTwihk1GDTlB6jb3kMB+FedLaUo+HbvNHkRaVp1kcUJQ+QAG234CfXaL5iao8x+m
oZP5U2dddBKL753EXUiHowamRxkWMG71PdsT9qHWwkbGIUR/NSNPxvf+VujRJHGvHOGFTF2Ufguf
ENYoNVCN/QvLfRmHnFEWqh+vqt0rVdC2640JyYERxQ+kT3cgWu4ha/wBHslhYRnZH01Vv5GiuqbC
oNSEKn1DQQZUk9cpShAxbLpHDdookXiox9feqELCxpc2Sr/vB0XiBEOl9DqIkNFqhmg6XDvIZr8E
EP9DjPg/3aMs4OvRL5XA7Oz7/pdillJIra7l2/CSZAzbQmPMn6XRWbs5h+r6V4O3xN+U8HbXLqHC
DdGYoSAoR/5mLSeoCej+4GGVejiSR3u6xUjhoWHA6mloUd/QgdVP6hmsLNK6MSQMMl9xihJLjyr3
L+58/7JfTTfFwP2Gd6lYVQD88hvwRFbzWJfnaX6ZYY5uWRseTESsdl/bVtp5MjRqXwQfheJ3usI4
xCaYB7QQkKgsOVIAQ1GC167ZIF/JvmD6RMdk1M910n5equqeVfGpxbZKUxXW5ggzor6rknlP1e4V
jfkTia1dpdJLeZgetYHbrNbxtRyz697o6Ar53CHQEWfxj7Js/SlWHWMdLzLPRqAJ1OPMJW259Rlf
QmRUEnxTqaFpHiNatOptbxvR+knkNfDAmrcYCIrCC6xDgcWXDnSmtfMiJyeGnc9/4RJ/t5Qy2RDT
ICjSIoan6h9Km7/sKMYOU/tMWFbtIAcdfl0uoj8e3f/nWSgisSbL9ssu3uv2f9JCfE7Lujucf/bD
zz+F9/9459/De0n/G6gtEZVQlUGOmk6k/vfwXlL+JihAwBTzI13dTdrfw/uD8Tek3ZDW3MF7uyLn
L2npAY1FUH0oY1MNZ6D6vxng83l/OnoaQo372QMnSEmei/wosf+yRwCxNqoC/ubE/Bna2+BbTG8l
zXSWw17rbajepg2dqCYzcjeiThtucDpfEcKT8Qpjb3pVbQh0VKME6NfQP5u5FL1PhzVXLF1LYBw1
VQFZK4EcbBMkJ/ch66JjikxVawlgRjmSjCVhZDqzuUuzT+61rm+BUunad40JrNfxgLxZqSi5y8T3
Avh6Z89DwnBYRekeVLmAKbCk37t5hCWijjRqK1Ouv6ozVxHVIDLtuTGp+bUy2u0W5SR+s6K60Lkl
KkW3ed00JM0k4+fHtfSRDlOzIyc3XGGm8I58xPawqvy0ILrxUOsIuLQQp8LJLHI+1RhlxY3iEcgn
mmc1M+DS7aIPaBhtur6AoekmWtyjyM3VE4Woslbjz3KjAX7AizDU9QDJ6EDsuoHa3kW8s/5gK1m+
wpdm4uKGlqNVFan0uFGaO8PhLJ+HUmreUrWO3sRFXGiOggSAJaQhyn6Xoma7GAptbDMTJXtTYiWz
SrUa3TiOqXZB4HGhR0L0a+rlmKVjuU/SqNpXUaoj+9BL0fOw6OXgzLBmgrWL9RajP2boE7X5ozrN
uWxRAlU+QeVL7nMuFaUFemps9uZo/9pAn/+SNYIe9Ij93ZNl6p9FMTq8TlEeB/rWm2E+xczYpeqC
al8ZHfV+IdiGttqA6f8Ce1H5ka7MgbbXVO5vi6Z6YITNN0EWlusyJxtBnjLf9IqSvTpuqOy1RnlX
BNBpRr6qoSjM0huSJfl9WcbobR6ZrA5Pn4CeOYA9AvoCPcloRPsZhiMBenJd0sy4oMZWf0b0Sfjc
Jsn6AmtNuwuoMVidwUuUXMk/oa5Omx0NblBEBNuj0A0u7OgDwVRJ1e9gGL5SrF3YZtuElrSWu+bS
TS/4nxtFmp7BplPlMgIUqbi9oVwk6OhCIqHc2PechwpeJTS4XBhsMSqbN2An5LnFYb2ojRjfy3yM
v2wGKqAfzXxp4GxK8oZMwNblFwL7/CLTXXgoGCV1XFOQOOI2pL6SgDoZVJngHGGgE7qCld+XvXFB
gBr8YVYhHlIADphmvXpCQqLxVmkU7jjP7p5I6gESKlicHStj7gVUQJ0rjm8t3/cm/lUb1uQSEdH8
iCCv+QzOnCiGZ0KQ5ml+2cVCKPTKyqdiTZnUvh20wpuLIc7suOiYAZXE3dg6pdDVQRL3C1RGjqmI
VlCCcMiIfNUETxHGSI74iSFFlz7uddo4Cg5flOcL5dXpeFiQeBmYqfSE6kp9klR1raFGLfmzkEj1
Z7QjkqeEuQEPQzn3p06Lc7TJqvhYo5LyUndRRss5mge0rbYxhMp22MVQ+ouapuMuFiGe0ahCw6Tv
lA0wmNTex60Yz42+VY9tPonMI861IMbOhMyPE72lkSHKC632VYUBcdSSOHqRV3RdY1XJnaop578Y
o/Gb7PeH+cZVMQUQ/Q7FNH4PjIGa9GIFIvakiHHxCWlASvDUJ7TCMkbwOYMYnSA0aPakyeDpKnH6
3EANo3E4jJ/VLEVV9jBMfgQD9TVX2iswh8buDpr0VGZ69lnos/wkEz97WdVs4aK20FMZ0FoCRKnN
v9Bm/kOE/b/CQEOjzkREytmjEqYQCP4eAUsKQabcNKdxmdZXo1KwmikSb+/Lto1fkn0Nu75dUDP5
WN19nZFw4PTta5/sT6Hpei1IDxJPZjtUj1JBl0tZku6eL5lwX3BLl0mmV4ZAiMjsw1hNQSXsj11a
UU840Jg5KsjNFVazb5Bt3yr9vmnGffuk+0ZK9i0l7psLTlD+TFmPHUfBpT6N+zaMVzYkBmw89uIw
XyR4d6Ci2LhNmhwuqxAR+A1p0KeDfod/kTX0enLlh9lKGGapwSAiR4gmjgijkJHTdltCsN4GwWXu
RuLACJwRxYN153V1HKpIQHCi4ywNR0FHUA3o3anC7ptr5FRacUqEL3l6yrav6FGoSHRmDY2tx0z+
3IFkHJp3sHIH5mXhTbVBtmn62iWDaR6r7mu1vLRy5S5lKNW3bPkGutqSiyskLauBYLR+FunBjkjl
xoxwfjUnsj/SFJwq0jbNucp2Rb/lK7W3LoZ1BYZu0J+1uXOH9KbCZgFPbLfjBLXUTSMbfFmYl96u
iSCd4HY+xt8aYGVk3PlneUbt05u2t0PxCuFPEe45Qg9o3tATjszvhhSs33S2zJzeRtMz1gvcO+Bn
zN3cSXuMFETd2Slk0+2kk5G8glV3piy2GTdvq6sMsmhXIRRoLSsNAbogvVTVdC2nhdnq6nFq5RO2
ixEauh1XuQ1TDajTo4oUTkLTMtF2YlCnm0qooVgLByaXDs4wz0LQGMnwCt+2cekasHSGeD7sLLQM
xqNPcCISDlRkdqpEnQdE2Lop17LbkJIzyStWJHvRcvxsqtN5LDanJ9Ya4hh4EBvdSJWLmYhehgqP
mu7FtzdNJqFIJfl9m+fPQiV9L1bBIer5IW1mSmvsuVwad+yqFzDewdL2p7mDSjnUx7kZVcNqos/i
GCxVfS2UDmuXCjea9TGjAdGLVcZAl6pgKZ/AtsPdVJRv24hM6zofAbrbhZbZInTNUYzQEN1M6p6I
uZzVba6OcyoliAxLa+duKMxjy6lhqW0X6EaZClaUye6AMNAVtd476rFWZKxXoV581H/O2Wain7UC
3m+h/oABnml923CsoT5W+hOD4MmrvmXlcdG/9qhAS4q9Gt9k/VnoHImqtCGf69mbsu818pkHEyoo
0GQEV92KhqFkAbYkkUU2C737nmHPFdoCK8oqegeug7nvomM0fnF43RoCs5ZRzGNlz9lDU3vsMqFJ
Q6l7M+VTBKixUl5h+XmHaJcKvfbCW4ziBxqspVme9OhJlZkdRDkwl5yyP6YoTQ/gQPHI03Qb485q
FYEuD1wzOSSFTOW3ZL0jfSu9JpJhx5MeFjFygGkYC8QfK75w5JRwUjIKH8PrZrqLJoMWHaxBvBlQ
sMcW9EX3Q49DpbjIL6t4z43Y6r52gAPV7Ieh+NtPCmKon9uwpexqYqCSI0n3QgJa3l45gWo/BLUJ
6+EkpbcJ0Jg8P3UIUhJuBlL2aJT5WRYKZ0TkNtuZVq1k7RBXRHlgQLmb6hCIKDB0VSSW5LTz5DnQ
dTdal1BGxG2CC7tJ6F6JXkf0ubW9q8uvTXFV1NIXxvdhq/nHA5IAXyACEl3GTo1A9tzNNnODuN7e
NYYHnTL3xDaJD6hD7Trf7dFAgEotXAnhtSR+Vru7Ga+nTPzcdXSC5Rik+DstbzspiHuzEJ0md5hG
EOz5J7nbwMO5abM4YpE8oALqpsgk/YgRPoqTE6WtQy8GlXlFdrYunquYTKUJungPV0QGaTSvAlXU
Eg27FNILIflhCmYNbWImbC9vYl9aYAHCVTCCXfVHpOuXzsiyvitIv+qD1wjhULWulHxtM7ApkI3U
vyiwkBz+Kc37cK3keQpTeAwdAKDxW7kHBmMTy2JdnJY6YiNl3QzD0zDYSKnZiqpF425t6CAM1a1T
Vgb+NrowfUFizCSeWcg85PIyIKJ+bIaU4KKOCtCokKnzT/AfTf/wERTQS69QPyFSABaP4GqvZSeB
UatYt4NxQzO5vg2IEwVD1SvHZBbQpEbdh+iKQU7dBHe9NhHDbPJudfI4e8BGf0Lyhj2yR8VJyg4b
vFQ3T+1IRyhZj6vw2BSntE9DI41IQdBJkPOfev2tbtxadvMJmcecMV16xewjnMQxFpm8naDLFE9R
EAEUsVDxCORy9SYpCYomcfUeBdlSQ2nDklAyvAp5V3pb88zYKCumZC5cDuV40WpXW78Y8uesezjM
RoimvKVANBdl0RGRiykf47U8kdz+lCg5ypCR40DIKTOrzejmZIlmZknJ80gPqT3ls36VuhjyD6Iq
/eSMMIe0TT4EjEYONZOezlS9DDwdfUBUe1iPRkTHof+xpbjjwx2V7zIZwlqNHir9hYwHDTnRlVB7
GifNL8suKAWUGtvhtBn6k9gDk94AHye9pWXPNTLY0xZ9SermJC+PYvuubZ/0tbdzE0wVnGM42MJf
1DlFah6/VPvYiwa9dkYA05emUf/fuopoHDPKBejyKdNnQocN9cGmoNA4fiEW2i45bHAfiFvqzn3c
4PHpNUh1J3hxQwD4UbP5t8pXz3XJ/35vS/+plf1/1/D2f9bXr+XP/veP2q/mf1mH2wTsIOn/ssD1
hG7x1/wfnMb+/zgp2OlxoKv9sLfy61+rXv/5cf+oegEBpWBP4VGnf/zBZvxH1UveZ4TIsoZ+HHWt
X6pekvo3itICo+lhIBoa5aj/bGrzT+g1stMk6l0aOIp/q6lNB/lPG5Don/aUAWh0N5K/1LqISRQ9
nTL5koXpqT3218MN5TCrcUjtjYt03P+qXI2r5uqNNXloJwbrUXzaYXe36CG9Tl7kVpf1dQ0id/FQ
UrmRPx0lu3P6Y3bOvxb0Gy3ZtPB9Taj44ylzY2fxNBudSDt3mAPlakf0RdwpUOyRnxdH8hsnf4yO
EAP85ZTYq90G7al3FRtewkl2kvAQ4C8dMUiDLgSq6gm+cmz93M+c1T14daAdm6f4KDsMibv2fgok
6iI6Tdh4jUd5/BpD1LBET3aGAJAU43/JdyzjnF/0oL1KR/3GnNHrekkcLVSc7Vhc03AKGq8Mer/w
FPcQjEfjWD9E98O1eMqP5rW+lEF7HAJ4U7bIfaLV7zKq2tftKGRiI3pH5QWUv0H/Gwtj5S/RnZKN
tXwrj0OouMAA+VjZ662fods7kfeM6Iwt+pqTupIbvWs26+o1gfZxGYorBnyC0/pMuQ2YPhH2nivc
mTBwRAHXp8VtQ1MIRr9yEg/+eLi5EA5OYGL8LtDeuhM6MZ5sa458zM+6O3u6n4eiP9+rYOJd82P5
kHibbz6AquxDhr0+QOmyc788UoDI/cmmM+CvDtPB7cjKjskxOxqe/C4e83v+Q/pufiFS4jp6p7PG
Zzu2Z4ew0p5c9difZ0+71aHiRRZS/34TCF7pJMF4Rg7jtp5Xp3UET3CIaKzW0W7Zo3Auf2yfCKaI
N+Id5w8e1e6ugtO5zC28mpc+zJ+aF+SgwuVd8AZbDXWHcVdeek9Oky8Fma+GmQv2zc297KJcVKfw
IzlEt5yULX3S73rY8W0UdH1kqb0tv1fH1IEt4aeO8Aop9Sid5tdDWDqrI3Gxhjt8Z2off4RAeSxP
cjgGOK5VtI2r8ije2Yl+5KZe4bacE4Hf/RhPxYt4T8nIoIpY2YMerj4pNuBL/+Clt/wpu2Rn6Vic
tUt9Mh6zi84J6M5ZmByrI4L1p19K8v9DSw3M+T856lTXfz3qc41go1a34gWSlAvzcvEGB318uw9G
S7carqFz3t8HP/V0TmURNuHmKK7gIjjtHJ7lECUzt/xKidMubOJ6Z/BQU7QFO7c+MSfCG63Zpm4J
48pKA9HpQk6YlwdioA9W9j11mcVj5zYcXJu5HR6QAtfgecvs8uGkMDfZZ14lf9AhswGS+0tQP6gn
MQAf4cQ+U9X8fXwA7I8jGgb9z+1b+TIFwyn38xcQykuQ+uuNcR3sfmrQ0+nxYOv24ROiI/xuCKK3
xNPC4qSEuR059YvxFl+kULzG6dlgL120GxsyjEPpeXtUH3W396ajfin1IA6nY3xGwf4aeb2n3FRf
ru8Gr44sxt1Y4mXxgTKzvZf9PHiTjXYyv3+nGG9/fSus7xVWgRkCFrG/w+i54+DI1o/3jPfPDmeS
10Y2wmP2aiHJb6PBH6rH+cyIAT/DsBpX9Om8xVG9KSwaiyGgLhmfnXoVckSByX48nOJXdpzT2F81
SwghGNmatV/cD2z4WfF5KJfDqTozpsMZXWZwuOPJvBe2yt8QsvMGz3CNR0W3Ct9kO0i+5KsOpQQH
+pXL4A5btarwcFuP+/cWl/VbfNMYtQCuha/M3NpLXI5A2Aa1q/iEdO7i5BZcPae7DnbqFLbmds5s
K7Z4grlkw4r3cm+2ZqvzVn/E1fQu8qnWaL3HeITJwepbi1OFqmM6JBVmmPGqNhAe2yCz9Wf9LXY6
tl/6uePTVQdcNx7owDbOuDXD1p3oUQ9Hi5q8fwgaPiQ5Ni+xM9r/+hgRlf25lfhfLvO3ktysIzwp
07G+tK522XBltQ0vyhqcNihBBPBMUGf2OsewuQOWEqGhc8KTABjB4sz89uA8IZrnja7KjwiSW59A
HHmrW1o/KpsRFhbDc+zIn1hJ3SHnPq7BeBo5hoM3efuRJa1yFueL4Wv+5OGaLaC7Xuz2eMXe7TyG
vu/bZneS/IMDPNqGWuZOvFvzyTFD4xhhqDrPwJRHLtIylvBlPBbh/oF9oLHHBLu8Ll7LTwlGs3V7
/oyIbp4Mn+EEFgo7H7/Iv+77uQ9Up+bv6B+F+aPCB7VuHaAh6Up8TRbO9sLN7h/eumKYsVkG548b
yQgUAA1hDBLHcApnY1eSiPrKxbBnG+XdTyN3J7F9NG6GrXVl0XDisof14s45G179NXvm81lXyUJC
xNVckN0ebRFXdEo35Y9mE1Uc+TyWmz11uBcvkWu4LZe0vvNY7MbhAH6Dyh8/RbGVvPSnlr1DWcDR
WLnCOdhayNBlO7UUbOfiVTxOk21qegln1lEwfIZPh4hYhY3uIJDvMFvLWu0DT2b/t33NRosD5sde
jO8A6YZjBKjOQUDzldPIoQvBXXn7Vq5dk/eJTs2XVNxDWVrqGa1xJ3KicL+dPVQavPGEIqrHm/ii
yGeBeMXB2rce/AYWrwq3z0wqOK4sB8MnPINnTzzhR35zTsL+2O4b1dH8w21/0rqzBkDX2bCQ27zO
L9zOfiq5eipxbLjKfqdoZCH9YyVYhZwzu6+FamVcNNTSj0VGoJqgDnld/IBARNNQVWLDcjmBdBp8
LdCCAa+MFqlrBocTNuh0uM9BHwBC9/bvUojy9jMSO5mbfGxMEVcxc6GZ3fidZh9CyMp8m+TqnLx9
S1RnbFNQ7DsZ64IitZtgPCK38weWmLjDpmVp9+72efuchHuW6iQ+5gq5XWyQjqvX2d+KzzyEgp0n
4JXbb2aohp0HFIjfJD6jGTjF+06FTORLx8k7BJ0XRPZ8MsM+SPz9OAy8BF6DhSYj7mAlDEkIdTHR
9iFIwuG7ghk2z7utKvyRJZXY0vutoo/mVKyozDboHEToMIGaTZXP5Sy6woPxMj8oV2waz7p0xEvp
7OvdcDHU5gLCX4dPs3IH3SasXmQTI3noMVqVX+zrYae8Bh4IBxJT7888l/kq8u7d8Mu8pwmZuudG
2CKZq5pwFJwLwmjBNy7qd43jKzysvoGLoUvsNF+R3sKs1byH6W6f2AFE/YimY3ioffFsBA7h/s2m
pXtwsgkkiF9twraAArzTeMx0sWO+WwwN13Rqh2DOLljkwWNhHeEof9g24WOHL56Ixdo9z35aV7T/
PqwMmh84OJn4s+HWaTMjK88mOWA10Zq3JytyqH66aAslLCPhzu71uJTpnBBbIEZtoSf7mPyor/tS
t0ekiOyCZcB68u+NaxKSG372HBFiN7fSbwlUEkfGPpGFnzbtUt3Kh/XnEuyBAsohbkq40gVYDo56
5Iu8zLyapTWdyErcgnOcX+IjLX/G1gX89Vh55TE/0nPzi/XMIKDkBvbx0l/6nwnR8uqZvmYhOcrQ
Nqt8oUXopwHX4lENshVL8NhgVuLMfmsvVnohK7JgPxMl1X7jQb0jgiK4Jc7JSClSq7Q7oqI97DqQ
n7R2sv/x0C//cbBjcgbTbtw9bkFP0am89TJel7NmZ57hDO7mmj4TaZyF6r3V8/GSK5OVMC4rss1r
E8g+uqeE7LkthM1JvUbPFI8HfhCe9JdWe6HMrZ0JxNwEWJJV+gaphOpTnSULsFKWxXBMV3ueMCYh
g8fC+oX1ZaNQ3rghaucz5+4+H5AYs9IXJZSI4OQvyg/jmUE7PsvDa7OnmMvR3tKf5rU7affSj93C
Q9k0pX5Mi9+OH2hIu5R8fFwkYeYehzILR3Vj/+C23CfKY3bMryPypdIuLDrZTmR9HwKaG5bq8wur
tXvrTmz6FT5pbQ1M/jin5xhtURs+tT97tDR4/n3xVWkDlLnT0PyC4mTC2z5LTxF9K/YJP9TPvJiY
b3+8hz3pIwzriBfpubCGdbjnYebHczP5QACJX5XldPhCeMoGPPTnKOgdw4qfqdxKYQrsxGeEks2U
ijdKrs539Pis6PvszN7ifqXCiFHoLMMyOIlco27rrmJplsbu6p2GvTvwt9XZw1DwmpbyETWCqOQr
wD+W6JqSc5Fe0jbxJU8UfX677kX19x6zOrQ2Xb455XKk72WYhp2bXDfVW95Xr3Mjvm6PbiPk/Um/
Wr6h4PMljq3BN3EVlgl+MDg8SJ7mtd5+GajvAMm04h/FY3FdY1/xapzbHtYRBGHWGBhmNwGJ6EV3
2e2Y9djL3NIBtMh3CZ7Iayje+/gcHhx71/462DKOlou390ODoCD/7Q8Aroi3B9v75t6Om/3ynvl7
PLsv156CMGqOywFpiItubOH1gI3SrOkI89XqcNn7RWFQLCRluKfVyjBIROckAkjv8/+QvvE+Od7F
dFarJpLeo7rDKbNxaiSjiJsyWBifmhNJcR8sOmmoT/mdi6UAz4WgIYOR38NBkyA6xR8aXvtcY/zN
sPAXv+Pyga36+ytxv/ZyU7kBJTCP7KPnNmS9cEqz23/aPGR+McoGvjdzJ98IIPZZOFJ/r78MfrKb
YXdfZVIAjDJhwXmiqv/eEzEePERX3Myd8S0ELhZv4IIJpLwkFI7pNQv3GBs0bOpJFhmI4izcDN0P
t/lJqo2H2dPFA1HFv46/gX/+kzR2//0vFSt6qGm51o14IUgl0iyhDVNYwq+7P4hTXLS4V3xIRQMI
T67zxSpOdqIWROUIm4ZyI+ETUxGIz/Ywd3PioLjv8dYSMgqECgccTLyCSC2JyNTabtFLdIku3dm8
dSGqCeHsi1Q4TCJWJlw5IkH1fFSpGfWfiufVjYMhjIj3kBTHYkOq2As1QXnsL4U3nbqg4j84ALvT
uAwn5gdgEUfPeJr2tI0rnF6X18W66zih0u9faLXdGID21P/c3YD4vPs3tA6c3FUD0apxAf2Dflqs
7xOHu8Qf7KbKtOht4/qx83g7he0MNS+Ab7HxzzBDMMHwZO3MScBDE2fufgV5q9MBa0iX76i9iwS+
1I8c5Bx2u1mxeBSWKNLtLmUjsZwJUfl+m8qJvXp0zskz+j1o9XanBADNmx3MBK/ZY7ToYfH26Eal
0EDUbEmfNmePDfbyneQ2Xo8h2xcCX+offM1DRenjdhKCT4nBY9bKE+lxIwremfF+x0p+6DWOu1VT
ypqw6MjkEkljyReGovgjBSKYKk/cOmYAbXB3+nR42Dhosru48pHWYajitacAx+yv2Evarn5GnpV6
KA/i/Bfin87b40jTqYgQ9xibbIF7oFlgq8PNvDcX4TV7oOuVCoR62WXmeO9GRLIOsW2XBGHMTkCC
iC3YOfueZK6H05FqnQBceS8QL+wx7CzoCtiI4mHR7OTY7QYk2FNbkmvO7MxzJDC3OIC3PUQciX/2
EE92W8FjNHFzLFyBC9oDw4WFG0NcK7akwWrsIR3zyvdKDkFdI5/3pATpdUzqbrmwY2d05K7xHa4t
NmkvOZSYGZgLxLP/+rSCS/8np3VvfPxyWoGMqHmRGPol+ine0Duj2UmcTLz3IjxuT4yOki6gzpw9
kDUwjXtoKXrV/XCbqTIPb2qYPqn3+kRV7WH7DhX/Nr/D3PDkAB/vGkeDkCS5Ib7n7tFDdI+P8PxO
zUn05eP2XlPfZGSGvbkSVc7VS0ONwHA4k0ATxpAahxMhMUmchzb/rSDW0O7dSX/ZjtT3nD7Eabr5
sWaLpGek+EgxL284R0y/I1xR3GNfuajEhdJdehuO5RkvREAr4csib6TI2VKa0II+NB+YpTl/n1ar
DVtPObUn81aE2HesOOVzKm/yTbr2Jz0k9Xb3BD/zzT9gUf/P2jr/Czs2Hy3df85HPI3z13T4tSfz
8YY/+jHITjJnU/4DgYy+KsXQP9oxqE4yWQV0Mr2Vf7AP/w5CloW/0b9RNSQ+BF2DUU8T5e/UWInJ
7DBv1B1xBlZfU4x/h2Moyn/uB0KGNUF9QXKEtGjCfjB/qzGtuT4qZSc1jjj3C7W2CZC+PUH0Uih+
malcdxaylA22Ta3AHHSjNi/WoREAEI9RJ1CQXGIUASumgWO3hjoi5koTeir0s1IAAxF6u3GcJ1EI
PpiRK10mxtEF5F7eOtDr+yrgO5bvXZwBCALGAacfPV+RFGiYELMWEvjrCC9RSOx79ZFJCM3soJ/c
M8lQQRsepN1oQFcQGalkNY2ISWSOWG7L+oScgai3VTho6YK7aDraxxEdrqDqi+TcpaVSWYxMSWJH
WZR0J2ZtVciobgaOR1nfMecZcDUxahUNzGpf05uwDdeNcZPXpRYArZmxhi6c2SnZQxat6Vu8HJi0
o3TrPDGJREaYSeVjk8WMPsmI31Hf3PixGiIFibC2VNbHLVq0+8rwaPkpQvp7/GGO2QFZvBiJumNS
zQf1iPT+HHuF1mk945yYkteuNZqIOdODgAglCFxe48Na44UnQ5JsRoVK4nVkZqcBmxKc1wTVM6g2
wAJ+PiZy8lAlJlhtIZaHAI3OIboPXSsTRMjlcJRj3aiCTKYfvbRtpXzTGH4KsEocpPcKcCM1cTO7
F7KkoZvCKjupljIZShRRf+qyiYh12ZhXm04dWsyNIVdesi3N9yQf0Bqo4I5/VmNpDooITgd9uuaq
yisidQAEtpJl3Kd21baqHKFrFa96XkTE8mq97XILhRULI/N5x0yarShVdo0CQWRIwPof7J3JcuRG
1qVfpV/AZZgcw6YXgZgZZHCeNjAmk8Q8wzE9fX+gVFWZ+ZdKJmtrs1r0RibLVFBBDO7X7z3nO+O5
yzy7XRHqaPdrpNJF6HvOwBxnTNsYmDRp638x2dB/HmwsL82CitVd/sXQNONryP7DXmOVkccjMjPb
CeN4G0L93BnAsGrYaBoIsJTQNrZgBKEEellkMoytRn+tIFFUDmZ1USSlc1M5JeHWboWKt9CLh2m5
csYUjX9Vvi7Dln/pOv/4rgsRyEZIr+nGLzZiq5sCkipw6YRajWQ7ScwgvQ7i1nW500mK1s6zB1pD
o5Y1+8poX9F7auOFWRkpobA1mgh8yAwBvNaaG1CW0fBpd3b46Y3SRDvlFXvhpdadEaXI0ZO80Rvf
SRKylAwcukVUfBLzeWkSLHxFygYNzSivOM21Kl2Hhut9eJNE2VXN3Wvee3a9wic05Uhc9MXOF+nB
Yy6F+JiQ+d7UhNtd5bZHTA0Yv4qU2pYf4YPMRsk1BkG4U3naaytYIXj0/qKuWEzPv15GezGI4caW
Hoapn8sLINROP0T4jkjjkbdl3vTPiL0e0ihGBBlm3UFqsNqLJsLvCgF0K9LOecs01V47mHMPdh93
D4EeCZiD/YQYEkuvU3dEEAqj/6tb/u++KjhYnlDoUXLBGf9YCYkGzbE9Kux0vYZeVRhwMTU9+wtZ
07+5ILjGEBGwc0BxMH8Z8nlkVkBmKThDNoZ6irjnmyGp5m2pNGNHeC7NGvY+Hi9jKP/qZvyb989G
peDatoMeAen1z7+h5zWRS44Bz/Qo7UOBCXsPiMrDED5V967o9SszNxhhxECWprnlgE0sALFl5TYv
53mjpd5HkIfiZE1IhMC1GMcRm8Hlf35kjAWA9fMjg9wGqQ0TGlczuSE/f0s3Kca8tJkAZ27CpkWE
yVqFbXBXKcUONU8tBwB3RKFFjrGxztBVb4LenP3aSZ+9sB32fWxbz4bF4gbBXlxBfIJL7/b53o7d
aT86mdqFhaHf6FEQhb8Lhf5WFXeuPoq7rvn46KBI/Cqs+VFX87//VKPzX1jM/S50p6L684LuFL8V
7yU0sf91W76n7Y+V3T8//YfaxtR/4/lHIIMzbMGbUF/9obZZ/gaEhKEhd1msYlRW/yjvnN8o4RyJ
4BCOxO/A8T/KO5O/Yqm2WKk1nGYLL+UX0sl/Ip/8ovZy0NlIa3GZubDgTN7UXx5BQ/PmUsiMILT8
M7EeRo1qLl1SqTm+osEsmxBeK12WjNMh86oChfwP1+3fiAD0n49j//MbLC/JD1slTpvUJGOZ1bsK
EL+B/iro6eO3Hi6B4zfp2gV1pV5zu/M7W1954vvXF/hbz/GfPp0/PcP/N1K0/8LHHJf+D7fqf1go
Tx/f3opfYIbLJ35/rE0bNs8/Tyqm/DqOwDhlxbW9hRz4z0fZ+m2pgXjI4YVIXg5kXf94lM3fCKq3
lk2CA5DNq/C3HuVfDvZoilHPeiCETHhCX8j9n5+kpuvdMsxT3SeJoms2CWF93zPPJMUvd9z0UhNj
uHKSLn3JnXJCFDs1CRSGVABqaGyO/ElYfldJrNOjq7LsIe6G4BtKSwSODWK5a8KEU8svChHMoO5h
CIf4wVZG1ozlSktFesIJlBbbsMlnyM2tTpLYJGaipJIGTxk/MwERFto6acaaFwyfWe3JhyLzkvuk
L9L7oOgjzM2zcO5KZ7DIaeyt6pTnitSpqYuvRK8m4BZ9HJ4UKbP2lho4YBS0xJzoYnlxezlBpjP1
IICj3njFmvjf8CpqZ4cX2G7tB9UbGs01URTjbq4Uvgy9H2krWbCkyVHKQJO5BF5Spk9D+hLG1Xdi
y1IICBOKCp1Axk0tFlJ5n2sufhWgySnRHIP2as2TeenYI3GzkX5FLLKMNsJKgJuRMjttXYTEmwIw
cgjspUTC43YIqYLMoLhkkZNE+Mmpp61GdNaxAvtnbk0jj15lBoAXg2U/LfnoeidAWdcw6czIzUxf
D4ukW/On9VthiRomK4pWOld6Ntz1iYvYv5WLVUIgXY7U1MJrJbEy9a0Ogug6mnQt2DntIG+JDEcu
7Aa5t2PNtcZVEM1Jt4KVNmzyrDRhgJBCfE4IdM2IrnbI3TO/6NDSytSTFdhhAc5kMF+CcQG+kshc
Cr908ppUY4XboyQrV+Nox2zB09PPHDr49zgCPHYEoJ/pcNmF/cHlqpGLzWICwVKlSNUJDT1wSISI
W3kq/0bcTCW2tpbM1cYaCV/A9Bt69PZgwCbrBKwsWj9SG2/idtbbVRfEpqSkd4N7zZzrT6KhAWxY
PehHwsDS9t6q5vwuc7KEST3sP31lm0twzSzd53EiTm8Xttgo9/+vFtv/WFr8F66mxrLm/XnBcAeU
9u3HMuHrv/+jAWT8ZoJFw2AHYsrVcJT/o0RgXaU6hJvjaGB7qGVZf/9VItAaol3EJ1EEfS3G/1hX
+XlUzmSOWFQeGj/4b62rVKI/16kQ1XEDwu6hlvfw/S3f4sctulWyGZNOEL5uijz0ZzMlyDoKNPOj
yGhmMOEg1tav4tbI3/S8aDXfahPGkW6YlNtM6mGFtL4b0LvZcOo5xZNqu8nLUTGYyjXy4MuQL0B+
gdAMsoYq990d0yLYjg2ZTQSnKVjlR08Jgu38CJ66PJhaEDwYlpN6nGEavOBEbrlVw7zTjnAfcMSw
x3ztdbVex5slLK94t/OCFw/ajBvx1uid1xXFlZ47lroja2qku+BOHchPo7NtAoTDjr3k08yboTd9
rwZuVSuzG/d55qj2FgZhx9wiiaQJGrkxcD16BPjKT1NXPWtjRO0N3jMimevGFTpWKFAC+gJzAvuB
CHhk6Xqss1wVcKrG2thNnUO+o54E+AMzDwYV9nLlzkAWcyKsX8NwnO4L08wvcl2dpjzD4jSMmLbJ
Rnxvhf1YBtA1mJH2HHhORtbBiQQPO5ofKo5u6gylGBjYDLf6kj1WYK8EcurlvpuUl8LIh4c5ajE7
uS2zJU83N5KMJSxSAGSd+SlILa4p8PPLNrWO+PMuwq57G4eriZTcgjyUNGcKVDvMsIBpHGKyYCC7
Rg64DkmsGNguwz1hv97MHUQmmKCQOJCmpBVZu/VlxRVGF5iX9XFo2vM8RRbTATCXK2dA8MsivyVN
PcFr3KnjOLZXc2DIbesszTmpFGvhlD5DxcfxjAeV1pZ+0joSVXkwAmfaR6m8G/iSK12Fj3YUgdqI
RHqTGz02C9i0K2IQSRxpml0+kmozAukHjm09dKKp/B6bLRnjUbDrFxNY3QXHLEnYaafWuEzHzPb2
cWBqJwdKKV2gtdHkj1XaobXxakDmjZKxb6uxqsmBqCKwTUZ5tO2GedVUA4eqsS9p3oft0JMvbOkg
PYhnJHBDcxoEyWOz47N9GRuAATQar8LCTiTWGdO6J+dGEAlGR6GhLwux1+NBWLnLBEg2t/HSiHEg
wWz7ZryCe86Im7u/SubyqjfxEHPv11HikT8RwVa3p9u+LvdOFaMbg967oyX8wC665QTM0C3Ih+um
QfdQ5jqSsghGfQzgYCWg0B8keS7MEnKYK5lro8WV0zHC/ncRFISGt4p/OK0jAxKE7WtFPLY4aLV+
FTf1oRr7szeFyejrMUjbolsbBQTbhpM2M6OI9JtKwVXurPmNndw8wYoa1yY9amx6+GYdu7Iu7SWU
wErRhASkaiwJ6shm0tlg8hpYoFOrodm2hYr8OcdXIHWm/YnArK4szzfyCTNc43rXRhxa/QYmg11u
rXZ8S/Xs+2Dqxbbqcv2K81NW7K1STKeyr/RdkuF+8aeIT9cFVlcMpWIzCNIMjmSedeFutnFDidyS
8Kq6Q2J02BqVoVP8EMNr0jWugdn1yC3qYsFi0J6uF4DvZOJqSkM80QMxmvk5r8WnLhRRjdUnwdcG
I95Y2Ob1VHb37di76yga71OMU/5SakZd96DVBLG5LLcnTQbHsLGeCUbOxLfcrMliAwzcuOWBEE1a
j66Gi0wPCvO99bD9aUNB11o03qXhcndKVkOCvQmOCEpxTUrIsYmrqxhj2AVL+kpVmUUuFLnEKSw1
FjWPDKK+s2itczdDGzZyZeqfdDG9tZ2h3jD7+qMZ8uCziZzXzCNKqffo2pspfAqtgg02Bk9BP13q
qSYOI5l/D8YS5qwFXn1IevOqZMqHYLu0StNvMX+/lYEozmExMKKTOaNMOFPkel+bor+a0rBBpZ+6
tHccoW8J2uXJUqXrd7SBCN5BFgScEb2EbNZVOlzoyXzZWr254ZXir+xRe9LrGuESuBNxo4c12m/H
QjPCBxU0sjunC9Yu9G2ik/aplAwaQFkpNxqwf2s706rkFYb27gCAn3wkO3IH8vhYNexBfGLS91l2
5Hpu2TNCAmf8eHLuiGh8kcHw7MjSOU3eI47DfenW27GvK1jY7WmmqJ+S+aA8Wz3nCW5Wx1OHosHK
exiXUWZWn2Fos6FCXvRNybNf1o9ho3UQNUbX121wapFB374lXFXF7yx2BLRGobwcPcO6JUSG/NWe
3I5sQy+PKyjaNr2OWR+mNLsBj7yS+rjrAowaDpmEWlWfyWOips5t7VW29e3kkfITmbe2+1Z1OKNx
xK7Httk3c3Cu65b0BtXuqW4DH+U/5hU9Kr95oTpXDirzCDFhp2PNz25S48BJbTtm0EOCox52pFcX
lAIlob/DpYjVCRc/+kZdPEyTvLIrca67iBlS0RxyI/xg/R3CgxPYhW/I6BwzCtg2XnJyxWel35At
tnJa3I/2+NR7M4NXO8EAHngbgs1RJ8XpzgKrEa+HOn2vWCrL6t4wv7lDginPWjXJd0V3OhzLM+XB
VmPgBRacUtsfLWqLIrynGuc1o0+BYzph+t62ui+ieG93V424y0XzVKtDbCR7xW7ttcE6nD9cAuMb
KNq2g7iTiOosGdBvqyt7ZvF5nQlgVKwojs32bqOdcq84k17yyl5TUvoZNt2Y/mY9kyVCoKVXsB7H
yTptUfjG/bE1xn2n1zvbecfXd3Zj8zoi8z2tXT83Wh6jihLjRYpTTuAovmMmdi70zbn3LnO1rIpP
S4y1jec68zaG9b3RDNYpI75miMT1Co9jWaGdnhHXB6Yv6UC6oj55GYb9IBxAD5SdV96QKeGTeXhk
VLIFz7AqRu9cuTg+0nyv7Ou6jRJyt0odSW9iXBalkqt68HhWSNm5STjbMJ6ncPYH2SBnSVw07ZA3
9lqQH2ZzJzm/jr25i+igQjTi4ZneqzLsj2C8wV0G4w4U93kYI3RmgBA7bnbFThzO7c1cC+MgLfzw
9MFI6pkoTV21Heq2vSyTjne/6J4JhcP/XZWAUmyGgCmIi7i5McjYzJuzEyXlvs/1GhvnfDbc9kJv
+guj2zQm00HDKTUw17nDElkCJzDz6nE0vZ7Qc+5AyhQSgCgnv9L6dKb02vPGQ8hHSGr1MLrndyHF
iD9JqfbMPWKfYyuKwuaioTG4Gqrp5GrRXW3CgZHsd7x/hyzblV1iMv4aOCgOlS/T4tkqhug4DC1P
txWE8QpWHuoObSSgCmNzZNgHx0meypAucTEwbJwicKzeDmo3kLT2YMns3uD/XDT4fYWtkSzkPlqx
WnsTnBwCqq3upjaWJ97M1pUyt3GBlKjG3sW0dign4si0ifvLhSEUCD8RUQrsGH5eufs4LqftHMLa
J1AAPLnvDTys8bjPbMQsGS0WJhWbIUcDFOTbSmjPZky5OerrYKrucqu8SjivEjNjPrRa87R8ym6y
R21M7+JEvHoSM13f3Qpd++xE/zB4cOsaSoKVx/SQFG2EORRTZ4gIdwDQt3WGDHOsL7VMh6CQH51Y
Z6/XQOyNxp1utbRIkSCV39qM1wvgFlSB/ELLbJ4A+1VvxxdPDS9u41yGSoPmSu5RPHpbYYS7Iq4e
8HdfWQrYZxnaRDUgzK2aAv1nB2h2cCRqQVsglnElKqO5Zs3VmKX3GjIppmcHI7Y25GL7mlCQLcLK
RtodSm7kEp4I/8FS5FbV47izPLxvfdwwYxvrfdBgOaSorwfIrlO8UR0ScTO7CeFQFeaLG4y4nKtN
N4abPIgokSKNL4semaD3bVK6x5B0BZFXdUj6+F4qTlRJ9DK7NkaiYmr3RaW9QcpdjwZSPRKKXFbH
JEDtFdjrqP2MOutYEushau/NacW9Fzj3YdbvbLgQRZ4x67bHbzK9CIhFx6cND8DQgalE3pnw7HEN
qGEdmPNF4qG0nqU8iiFNLuyRAtuS2KxMGBasv+G8j7rUqGnNPGsD9JgKPZeRb52hYlQObMJxplto
IQe9ta7mqDgFDQcIKhVWmQ0BHa9ZaoMkDWBrJRvDoQXeo0SW2QmIzzGaz6W2ULSegTtvzO6TEMWN
Ij02Bs8UM2gksoniDycM18gqzhq0gbzosJJTHAcDVVWo3cwG012JuZTdLQ3dFQPAtZaTl541l8IW
j20HOWu8q2UETInzSvg2UE+uR5BvoW1Db+jXSTc8lr2JcDpj95hpOt6Toc3+MLohx5bq3LdRiNJV
fNrmuDHcBrU72JKghbVg66PM1lnE0YrzS529p6FnqVPgSMo8LS055ARNO3EgMt3kyVEpwV8uwgco
NnOJOiuKBTN2V43zbQQJYKQTWnnAiM2Ag8+cT9qH0ybGuz504S3QWYtfXI/tNxhv+auntbnlm0xd
P5ugYFmvk4TtJTe96c6aMgdzQDhN9WU0eAkYiqU/J4g0S/3ek3XLyr/08CBb6OeeYxwuEKm36MJt
E1IGVVZDZMLSCzS++oJENFhilQZBi5jwq3eoTyF9RJ6G6DVzy5xzidWg7v/qOWpKLVOFr16km7QE
p+dfjUpn6VlqZTBuHRtsLT2zpalJTvAVo1P6nEvHUxkgfMyvNqj6aolC6SD2YxQTYvN6LDYR3ARw
rJGFo8PNZWmv4q8u6ygEUpoqb5BcCbtg4M/Fpbr66s8SMGY/hF9dW5b98ErGtI/X6quvOywtXitX
i77iq/1rmKoF9L10hWd3GHG91El8xRcb7kOhEEeSd5qSDjk7d7nj8NDES685Gav0ntA7+UBbcvgU
cmlKz1pD/J4eFWnsM3xCppB9NbGHUWN7lZlMii10ewo4cnNmKneL7Ih1XTsk8YW9hM7KlIiCxOo5
cXJWbuzbIKvkPbEXPSvL1IPz0is5iFPSeoRfgLIjr7C1iwFXnjbn6YacTBIdpR1LnMrEBZwtC+7m
GpyUc3aJWqTTVJXqgsrShZ6nO6r0yZIpaTe5U7as44MECUKC+p3eEedLSQBsa4nanOdV6/bhW5zm
4lFvMiTdmZPG2t0wyHhZ9SztZSB8C2KtkcC3GMT8XsYy4wEk6lwicNEK4U/DhHbh/zdEu+nwnZAF
mzbinzdEX9/yb790RJcP/DFdMn+jEwqUc8Hbe4AFGI3+PjQ1jN80DdEbf65ZEDF1xkn/AnNS90IG
/foPCLmS9FH/aIkK3f0NodwCyV/YnSg0/t7YlL7nTz1RSViEhMxLT9bg5gPL+GVwyhpFqr0FAr5J
g6WbkudFfPSMxRdM+iXNFj1y2ZNXOli7z5aczye6RzkP5RDr4YDXcnCG76OZTIh9wVzVRy/XtFH3
2bbdD1moJdQFZmUeXWVRDhNF2E5ZPsZe4LYZ/BXKxDlJbP3V8MY0u0YD0zVbPdFZv9x4YrMJUjM8
eKJIOcMH7HeXYQwQam3V6aw2DJWeraooKLyEmtytG2Y5jMspT3N0xUay1GlFN0LWDitPay4MTnno
nXUUgCDUw0nUN0HeFmm4ioUQKCSIf3EXDYWy907kFOnOhiMCcKUOX8t5KQtIMLiMuz66n4XeX0RS
a+/GxqVIrWKykCimjpwfXb5Yq+6adsY8FICErnL6T/AuGFMs2id9uBi4uLheLKxmwqnfHI1LDM5k
PgQsKfu4Hpod6UfJpaaps4jpEWaGImI+JxZW96J2k0ajtScnT11wvC3WsWa+MFwDHF1p7kVB+N+1
kWvBJrG0byDacN9otdoXrFSbKTKfPGcG+yDt/kicYvEZjRDpgroyd2nTw4nyBrrBLefDknA1PDdO
9yxzF2tYR/GblND8az9j/ESjRw6l1SFMs1MDY0lXAQ1fEUNipg+jTUdtmzotN2rVVFoJxKadZ+9l
iNy0vfDSlo+gFUsM+hGNcrzRW/HLN5bjG2SBJVCdmrA/MyisqE3Di2V2MOybNK+zK2h410WtBeHG
tVXF5mOnjd+XYBtX5F+kxkpHDDqv6MMZ9gO8u2jVjt19aiOddBOOMZpLnMBIthInP0jlSU7OL1q9
TeH1NcV/aPEJq7B6sXGZeXq3cWxk9tYWYJ3bRPTkmhrDzWwVnA6m3q3NuyhqDHelpOpf+iZwrb0J
wSg4zklkJlRBdQnAo41T56RnzrdIizTrIMxApUdZaREGGrN5pTui7kq7kM42JByalT0E1bcP8rna
Z25xY8yEbDZR1X3AD5SHFObvY2rN7SqpoG8V0oT3PxXUkTadNNqotNhd4fqG1lAEypJY03U2xNOW
uoNtbTbHon1vwTrH0IwiFDrZiM1ucJIZrpSznMHhjCKjH1MbBwtHFJTcTDRgCeicm3kP5pPVh7em
UV3V4Cp3VtJ9mG1FQjY84ZVR1uaT4MeVz6071+VFRWIXFhddS49UFUHxLawTcEYqs5C5OpOV2WtG
JbK+yJjwNuvYyQTn7k4OyXufEbvlk1x+JcpSpPCZesnJW6mBOSDD5tpHw/sKDTGK1+XkvMelAf+1
rU4sUDqckLnlnkYkO+HKC+u4PUAHl0/WmB8tfs9iO6RK+9ZPBRPo1dA3Mb7zyRy/sxZUzqqZncxd
u2QmhqskYyS6DXPcMsiHCX7YiNnsv2hrNT2ioJ3XS4Jw863PelxagVmIetP35NBDyZtTubItTZYE
yrsBVt26B1vcNKJe9ZWyaN/b8tQVun6zJHdu5JSXTKIdtUN5mewKRgcvE5LbeNfRfvOdvtXWGvGc
VkIOrjKVIu3c0g6RUHm46of5gcHDWZQNbkWzandGqi9Q2+yDRu90QfQkGRuBcC5caOYX8JKto1XH
4t1VsWThDEs4JdKutYNugSnbNvps0f+usYTSrftIQ8ZVehpPr3VXPLWil9s4d6ZjVpclMxHPodcA
nWEu+b1T2fmFKb8Po4gv+w5gCwfUesOjYT0N0G2BPMbzESE1SAd4iIwkyhESgmn16QlR3LwGcdru
M5L/vLiMbllvg5PHEMKvg1GngTXZeDFdTe4Wdv8BwnwHcRLGb9KF5VZozvzKRC7O1kkQJMRRFBk9
ADu9cem0HpMxP+vS+BzrPAWo4gbYdNygPOVdPR8HpnrbMpDGbTq76rm2y2HHSuseiFoIjy6ppA/m
mIUbyTJIwGhkDQed8LtzzBbTbKqBYES/MORb2kvvxZwKGnNGPFz3nBhuJqveWczpt45em3s6hHR9
0ayemM0AeogKDxaezUXsfa3lmzig23sAmCRFXDlDe18QCIe1uEaourFm+elG4y3JgRadHa3fNUlw
iiYsIUHPtSjLfVkZbxWdRpJer8GKYcBkv8zrQrszGiDJBYabsb4Iod4BxRy3NPAHkHzmvE1oLpEy
0e0TELpb8ltoqmRj52ux3HZGSReZ20a0wXRrTKzxU2rTwK7BG2jOwdJnKBRAtR49a+BHDR3TmsHy
dlHshJdj4Gpbdn1WiygLjsw4O5/DTvjN0pU6zvMMMWNCdh31TnmpZwBPypxYcA9vZCan97APhxt3
mA9NHN1z1gMVKoyzrEJSkcvhXsU9+e7MGAZI49EMnUZ9gsW+SatqFbQapAfztW2adZiQoVZWJOEw
vUio2MmKfQprHO5KO8eNfnSMhE3ahsUTx+Flkpn6qm6S28ihL5gMx8idk43WhPrKVOWjQTYE8bu+
bIWFF7ZOiK5IL5Lamw5jWhnGapFn7IxyfkjiSl+55QRY09Gu7cHldxm3XmnS/JrwpfLdYG0uPL+x
twmAo15HOcmpjaFwyrpkabdRGnj3qUekwNzH03Mm6vDRrTl9+abVTvNWr0KaEEWfWPhSR6cxtx5T
sehANLBgvkR/LfOB2GZv4J3PVSErTH45Uym7Mddu3zZ+p2ZewyJpondjCKFPdHqpdQw2TLWqlYJC
QBZS5kf5lG5jT9dZrFPtgiCW/MkdaBd62kwIXzPTQCCeOUc3zhtUbfUpNw/MpxmxJCo/oyyPWqqM
Sh0Nj4zQpjC0rWyYw0B3bJ2tVXriRhSsLqtWH2b0NV2S2ztkqONbP01uTtC2ISgk54QoJxIXC/oW
cxqbBJIYvfPUh3btbfSuT6Bi9214rRldd55bOhhdGJtn1UhmvGQokEo5TDXzxajqgWt4Fn9sZQ4g
KFOfr71ksq6qqB7XfUoE8TymDD/CVNHR46ajOfGgt9DEaoPM2nQDYNOKTtilEVk42/KEY6HVq0dC
3bKbYUpvmsoQ5zTU8P6aPLsz1f6uN6rpQjJMu5ykuo3F+FJjtLmhJ8ImV6ZnSsDxZKnahQMQpoQt
ZV2xzSr6qigUVl2nV3S7m0fGAdjpPO9kaHO0G60o37SlBVybFsyZqoXkc6e4YrwznENeaL8stb0W
m1z9YP4gYvEtc/ToGDkcdCMHzEEjDuAVhzfpJvVatgjlOeF2h7Gsp3VgsHGuhnEo7rmt/UseqRbn
vfc+klK6ZeCT7stWPlWiba44ApmHQS3TVru40zUeVGdy6M6mVdtsLCBKA+mzHbOS2SKWhrc2OrmS
/cTvZZXsOTKb102dzXcDgqWjGZnmejIAjOuT3El7BClkspfIeJqA0EbFkx5UwW6wHTRIiQ7YoYq9
7ZhMcuP1gs3V674PyrwBlF4955gGfCenAdLpeEkGLb8JAlFt9HwM373E8E4lQ7JnGWHrDUtqP7su
n2OsA0xqQvd2HhmZx0X+3MXqO/K1AxroyIerPr1obb9N+iHeZ2FufSvTtjxKUanbTunNpmgC+MOd
43wrTanOTcSs3kubFthR4DB3DAN5Vwy8YqFddndKm7MLMYKRX1m9pz7lJKatFHm/S3UNVE7nsKcZ
LUZP4l1eJ6JUz1k94HKyNVhsZVwzqrTw0kq+tpuV453WD4csVsA5Kkt/zzQXFJhriBcrW6JW0zra
lJML4gum7LmvNFK7DCuHtzZpL3GeG8ydMgi4bvHUm6O+G03mI8IFUjZEDgGW4bRJsPIcGE8rv3IM
3NbBDITFmWG/aU5J1qge7+o+HmMiXwhcWGVeE1yMgd7vqk7lN0yd1m7jKh9ZInMhu9Tm69QuJ+LN
VHwUsUgfZhqJfow1CSK+cxtVaQupU7arqQrAZ9PGLaNOX49JiQnDieQFk2ZM2T2+1VjUB80BEaeS
6jnG2nXTNXAEtLy+GM3wMsxtnC02nXWXs+YelU96LmlmbaqmGn1hht6bZJbtu656obEYXed6aF9U
s05fvTXBErF1+KllAuKLw2ZTBtNDUHrHdMiGfVIyWaRtRI0vcMok+pit7aKpVmPWoO0IJSDliVj3
+75PIjB2Sm/7lSoma6vTwtxPbDTfk6JMwbvq8XWZ19Etx3ROl4HjtVdYzd4xuhi+ShbXiHQj0mJK
4Z2KQOAsZxQEo1gh8ZmZsQyTqFhBQM7HDHIvhBzik9LrW4QVht8NZA64oaQNIHLGwHUWXrpJOTPa
ws/SKx3rmIUCZzJjb1+j6PPdAYRubHQgFjCo3hZL/RMPSEoto3rXnIA3tNbXceoRgAxIHawKr+cB
tSFYkQrnrdm0j4RRTHTtQ86hiCQ4e1dMbTMLx2/B8MGXo/VRh8VzAnUfoU8DQQdu9CrFGvWN+0VH
vfs6KMfPLYf+Zx7nQ1CGDBznLNomhAruRN9XDGdmOz9YVZJBAUpzODioN+CkIepY0/hjSAGcH4hq
NGYbLxjNo5Uy04tNWt2anZzCnhCGQAaXlqHdGgaU7wQv35WK3IcyxhSvld6h8nACTb3yx9qFlZKm
XKnCu/ECCYRQ9cFmruM3+iQ5uz4aJ5sYEySsYPuKZF6anActzF773GJaW3dte+4171GQz0GzMHLO
E2XsReAFFfSW2c2G7B0LUriPZKcu3dax9wbNgtfAmQc/zkS5HvN5JybvolJkHQs7ib/1y+7c0VpX
RH7f0VU/ZbZTnQJdpNvQcvJ7nBkLdL59bJU3nBX7wHpSvfmd88GbWwmEDMV70UbF28Bo/EQIA+No
M4FIXjLN8ekyypUgF5AEr9k9Iu3YEK0qniKtiXdEStpvSFQkaS4WaCCjPmV9NPosMogTjNkMqe3N
huwlkg84hL+apa5WyuqebWv8ziMS8FqY5blq/w91Z9KbN6626b/S6L0+iKTGRW/eybMdO7FdyUZw
TiWaZ0qi9Ov7YuzzoeKqTnAa6EUDBRhO2RZfisMz3IN0zkyyuNd5AyvZU2hyqbY4+bryvnuJt3wK
KOogEDhH+ymew127wp7apgQ9jBykjXbUv+a66g0V7TE/yN71DzgX1I9mLjXnNnL+xdjpC1K24MDF
69AQBPzQdRLrR5FGlxVVlKODcxpWCBXKWbWPJgaESTqYPSIH3go0Ixb9Yz9TGnHMhtdEs2z39EGr
y66UZMDu982E2SkWbnpqXfYDEqHOSPtu+7NIJMoZa+RBI6Az3zg1d2XU1zvTyuY4OL7ZhUqNZ63b
00JeZyzXttg9S/vtFojE9bKGz4RHBOVePd52bVdf6GrwrqtItfvWoh3R+U3CL01OAhx32XezcpdX
UdgfxjlorjWV9WOYxNhb8eH2EU0oN/Of8BOBDTtssOTrDbDWFIdcugqhwbExL5UW5nYEu3Put6I+
9PX2x7T120mt2GTlWwFLs5XeNydNnL1bO959NfVoC7gK4Heq65s2w9lKkf5eNjqXH/PGbU+jRJV5
Rsgf0eXNCsBH5IR95wxnfR555NWc8SF5xhEIKcyLBYt7GvuowUf1+Zpgq9fXjXMBSlLsh1x+pwIV
kUIg/oBnwq4CHrxze5nswqwx93j+oTOkk+9yLuKrZlbBOVxZfS5Fgdb60FNgj4cPgSxCKi3S3S8U
+LkDx/pyIX66jSMNZROyk9zVAeWOi4VC48Gjorl3F7Rd2D/U5U0z3ePbAp60Ri4+6QDRDTXt/spE
REf02JLDptbwMAON2tPTeuSCRurbWbcj/NyQZmQ37uOgQRguc75w4zlH2S3uVRSm7QWkU3WqC/9u
beqLLouKK5EaKPF0M6mehsSOnA/k9hpaygpW4BiVUX5eGCpLmL3C8Md06FDKThx1gmJ67Y+PbWqe
VvAXYO1y+QVPla9VG9zJOkHCfvOXJ63j0a6t8UKKfDqjCH5nNoydysD7BkS43GsgmMdlCEp63qGm
4oON0IAv0yUel/l1gvUitnlF+KGsUJUH63A2pma52ACK7me9UkH0shcgkIm6JGfXyRXU0dTsZpAW
aEAF8CCvQbrSbswajNrKqZy2D0lKJR5Ua0KLO5wl/i4jvn/rHT44+DFi8oMyCHDHdV8W/ZhQN4vn
7KkPFTiwxBLM1rgomj9AGAVk0K5RBjP2OvpjAfzR7zuKuM8VjaZP+cx6A/zWOeZikgl7Z0jp68Az
NeSEUSZcM+5GNULcSConJa+MlnU+hXXHkTe6FVnKshYfO9id4pujKdfdh8Gy4KI6YNnGpQdOdtvx
eI2zzIyHJFeDmlDpjZOpg2k6SHkJMDgmbYy1wNtt9RXibGJA+5tDU2yXThFAulzSFVtIb2EvYRca
1OYarNOk8MpJ5J3GPvL7HATgVJcZTjFYJ031M6e0/IHKf3wejvl6jlT5p3rDoWleA8K0+iaZwsdK
JBsWFxTg0qUaHprUv+w98TWRIHfKSoCEqMsRvEH456zF9sRCWB6p3xZngWvozwZQDJ/FiEdIWVDq
gPpuTqPZpHeUZY35RhN1N3Ex0hLdt/nW2LA8wr/WAbD3BG550PdynFCzWgcTnsc1heS9m8zNQ04B
CUnkuanqj82wdFcuBaF9OVK2HIe0fi6niC5qjSnFzdJttCUyDAccgcpLhosmrU/nyNXZPpl5fq5Q
9a77MHkZotJ7mHLHf+jECiIrW6+NJEQM+qD5rL2C2EL7H03akRZwSGYcShKVs6lrPtQ4vl6UsRNS
7qRk/rRh/3Whusg/0eIc/pBbtn5XcKrPQpkX6051IL7w3fqjKlDFSrVB/25OBRagmX+xiKT4Hg94
cdE6B+NLz6AdxU1khm7c+WYRfxoZSI6QrfPXlzpYa3le53Mlj4TivX+uJi9Lz1j0cfGU57Qvd7lu
zXiRZ7UYkCPq+kFdGYlVyjHwRYKuT94PJBCSxg8pctBSxG0QFkqa3RwXxzjnQAADNY/tqYQpUoBY
b6fmU+mBtKemVubcqmjllXjm4m7Rr9vWn6cZ0HrCojRcluuoX15oBSUoFfJuTnqLMwygku24Tduz
ydoPlKYv09VdUbJX4S5c2+FcbFRqa5qnF3CsAVp1DSjBZXUv6VHk3i7LI6JOv1nOsE5G1zKljO1z
2u3kUiJrlUY38ewWt/Q7ELjJUD8dhjt8Brx9P5v6TC5eeiorDH7wCHHuBn9qDx1FSTDUQJR2nO50
VwMx9xdJ10U41o21vGrcrfuy1Vn4B5L/4XUvPAj7m1q+ZMCjLw0lUgSxM6qydHOp8taYT6RTHJ1H
vUkvUSuoAWp1ekD8bYL1ssPnDbEnQPcIG7Jk9uXgqRrEjAs7AaNssfOT8gEC2ZctTcRHGgPXtRAX
y5p108k38Na3YQAqNhCWuwnNX0Lw5jjLINlXox7DfZ2vSAChMHE3+2xdyPmOt+uoVJ1AGCnq8d6a
U8On5POMmRoYzNShjGsIbz8H/fhtbKkxV4MOrjvVIf40EjgTpSAd1sn2RptNf5276E4vJFzFlOsT
ETqis64xl1GedaAvahyOWnWLpgRqWxopxDm/7cvxfOiC+ErAD8bowC36u5hm941HdwBEaowmRxkP
aHamndi380jbR6/5zuGK/uSECXbIEZciyfR9TwMfWJasHpRX3ATY88ybf5nTzhsgE2JbnDWfe6ft
KT6HL35Hndr7YdgaF+mDWDM0NRc3u6/CAtXQ2ZNngUGDWVpbpjhuj6uMy6/dVlyM8fzSdGBtoUOd
w6dXy45qQKJTFIxc8y/O2/p5HkIY0VufwHha7zxnhMsU6ghnXSoEh0GVVJHgrC/nUzf4H5Fh8ARw
4RrB1kWoc1WY5bBuJRrK8fptCdLHGhehW7LE9NqvV9QS02U7rNGmkQ6Jb4MkTLHr5R3uchsrVP6E
g3dWRxe9odc0jFzaVY9GBb56aKhp5dxOAvSwEF19ZZx+OWYe5zMbOnI+gjDpP85z+ZADCSSD9eZT
RG9zhw0Y8lad3C5SbJ9RHqnbi2YKn5tCuTt3jTrsppf6pnYkSWCC6Kn0xq/pgPs0kJdb4HntcRBD
eCSBK8ANqfWQE811tfPHEEh1PicT4VvRPmVljUFEJBD4FsvLUgiseBwi98OaFdEu4Ai5alRT36S6
w6Y6Df7VhD5NGohEn5qIu0CV802Ah5I1vd4uVJqc+ICUo8HJ2lLZLRbG1I4bAGpmgTrpNQ4YNlNe
GiAgB5DoAPX6Mss+zR63GMCyeR5u15EwKd35YxJcQctfki/DMCf+UVcYAV71SbXu5ll43Ltq3CfL
kpozx6grd+lIPeKOaLf3luAySGqZP9L4yFB6BbgSnJfrAp+QjDDrvyYwmK4GdFICKq1y7F6trf8f
8IT/f6Ouxb8EapxB72+qlwZa9Tfyh1dwh/2VV6iGI8R/wWH38KV7Eyn6b4K7E0roa66LDIPA0OIH
6OLfYI1I/ZcfqtAFpOH6UH+hsf8bq+HH/wWdVkQ/tIssC/4/Ya9ZahrxT9o2FoPiSxGisADB3lOo
vUjrTfETda3FBTF2/WK5YSezKoDpA5egHI4hOArjWBg6EXSqvMWoqBqXKLlYahX0T0k0193tX/At
/8R0t8/6eSz45oWCYbjkktij/zyW0PepYHmhuOllSjZ0rJSb6ctB54vzqOuwC25U2Y4p2HOCy6nC
Qbufi+eceOUTuzbnrNJ12V44UeysZ/Gcq+h+pMi/Xfx6nH+bMkQBJA4gsYcugU+1/OdhzoaqE9It
FcQwF8aYgHhnIAk0anmGQpqDORV5WpwRRrM5ZxFkGGzgs9w+/+fDgEzLmwPuw4S9my219u1qoqq6
qdMyb74OlEozGDR1AZ2kDtrwNC3aBMNhaMCoXIFOqPQlUV8bff31OMQ7pI/04F5a70br/O1b6NHP
85EUusDHeYkv6zJKMnFJXZkQLaDcGrtXXZ5u8pPOoV0Q06LVAjIjKztYP0QNJmnc9fo/Hw7SXj5e
6xzryo3Zbn8lY5rYT5OlUOFlR5Ld3E+pIkltMXwFlNEaeF7eKd2WklyP0FlFBgwq1yfyh2Xelvft
WKj1/NdDQpWCZ/5lZXtuLMBUwQwVgt3Mhvt5TNRcjFpiMpSVs7qI7xBW2tD/ihcHmahd4dEZt7iR
eJnNl1zNXjjjKAjAmfLeVjR3Qb8E+vOiw7584Qboi+9wABed7DDmhWkHXYXSe7R3cPR2i3O306mZ
zlwMzJzunA59vT2ZBtDPdxV2TvUpddvN/1z0rf0LLJvg48g1V0QMwO1XqDCYh8vkY41YVkKJoUub
7UmtPKGl7V55wJnGrYhhhNQFNRFYGaXmz1KZHgpKEjhcrfzIUlNB6k4upZgqxhiN8nELa3EodXQo
ttI+OvG3nO+ipk9GbCTCONuWncAOdYqPcKtaPisRPSV/Cg4pP2gKL23Xg0rSccyxjcThmWBSEIyb
h3omwzWHbnTn9ctUj6t+Fi3tN2w5Al3wyyFOcPwp4wYUAc+S2XEsEysCkBbsKtSZEEjPZM/HoIGt
MHbVGWXGYueXGBm2h2mO7f/rSlQCbgc/z+y/BYIg5zyqsX3eLkpPb2FK473eDACJOggWde/EKpWQ
AXrqDe1FF3iABSh8e37n2/eTlyS9i0NKPnxwxRyk7e3baPOehSROG2W8KsRLefJ9UsJ2pCm536Yg
356SdfBBNEVbJnDHLBq6wxGQbbLz5pJlVC3tFVUC1oufxzOmzAAOxo4i7IR63HQp2kmx8DKiVqYe
lJ3LnLtQ7JlYIPHocmH/q/nEc6aL7anf0rF8acqgI0lMi4L31FEu4ctMY4aXXo51zZSQbAL22r19
1yK3xgSF+YoI7AUNpJhmdior/yEaVbU9zV0z6NsY3bbvAWfl+FhF29K9AMB1zTX721NMjlc6T3ro
sS4+9GLLKMvnS5zxQqfSsU82WQwdi7JLE6Lo7PcQ0tZ85rNR8revbJhKjKIEQA//MZAYIp86MOkI
KTfZOj0FsioYd/U6/Mxr1vYlbJOGEutQlOPS3XdycUoUgh1XjHjoAPXu1gNSVhFbQ7fuxDr2wNXy
qaMo7YPbON7yWBFlE9IiJLDQL44v8SaPdXUj2xiXyQQG6ogUel1V7dWqRQAohuRuGT/MfkGN9Jjn
rsa2LMVbzFz3s6NByI0tBwZCE7HvzGfp4CuOhgzVkNjHAxSk56dlrYcW6K7A+5PUm2MII0wY15Rz
5daqL6jY2CEXbCiVH0wbbOSsRTcvNS1yCfwpBoeTt+wvF+3E+cGtuhSDT5BT5fYEPKthrpetYjFI
17M/5vWsIBQ9PWqy3YdI5BvrsJLsL7rxXp52CliBLgOMl8K4zR+2LhmYpbwJQu+8SFIoyMcQ6g0r
zqe6wpdyNtThdiNqaMX3162m9Gx/yRuqks1LJRrU3kfyX+FARRuarnyZ4JhbI9IMUKc4cc7Yl557
yWDPtnZgwRYDKm1/CAcc3jkNKm/+MnP+AfXMlraKzwvP5MlDM0trNVcGdlFXHYJW36jmFT7rCOdx
hmpI54rv9NEibfXKNfygfVfPIBZ3S2rxcFMRlOoe8syQP3Vycssz0VMZjnZxVglMZD3VUpPjGJxj
ckG18X/CkrphscuqVrbXSQ/Mp9+/vacN0Akj4addzvfazOH88PqB86wM4Yb6yLDENyie9ERFgN2m
f4XwU6bnoUzzUBx8tRAujdXaoEsf9W23NUdKixOMp5Q19Gc7iN65EcPQoMhCMBUN93qMq+I86EyQ
WQW4idLEOG3OValh4mH5URWqPse0skO8HRI5N3ySlBqoWeU46L77XZ6kT146SAacFHXBW3ndEirx
eVF6AruAhDxLSSIm2cjUPOZb2AYA5bNhaC1+laIa0rtARNarPu4BQEGvTZ0ZTewURF2/i+ZIrFc6
zIfyBeUnuwwpe/f+RVqOkBVO9Nfr+EH33sivZqAdeadV4TcsiWVJSia09rGnrPZJg8cu8IZhQydm
C8K+vVbTnOfXLNimvxjMIBCYBlNJHZJlEtFrip2IDU3njFh4nwW5Pei6UUvuOsWF5DiHJvbGCn+g
19utzSffzGdZp3D+Pmh/ENkHmkLJ8nXbRntpN660q8fDhJMz++1Cp1id0ENpnMXuI7goCEoc2fsz
v/B2BxdZa6OFt5tCwrplaw60cfnJlR7zSKcKzQSMghvK7uhF6MCe5PXU2j3hbsJeyEWf25u1WUZ7
iTZQ3nhdlYZ+zlR5ZP9sqderr1UyTxA0NW6Sy4spGCtmPXAye26GoELwOl2bRYZ7l1lHncofBs1z
aEn9+Mta2h0Vt8auB6AhMId3TRQ5zGVRuUQyWJvDFj34Dao4sDzJoovvPjoEY/qA3/RWDY8Q0nsn
2C9wcPpTJtoSv7vBGxd2Jd2zlNOWrpzk+iNrMHzgIV3geB5G9mCkLouE79srrXsa8iewuS2/EIrc
BgWu9gUPdeH/8KHE6/1XhrVdNwQ3duvljReA7JhlyXo6vj0hLN3G84GXSgQjj9Bh7S3qI61UwqtS
BozFaQ1aez3VPXBH/VjKwemqp2GY7GEVQ0Byiy+ZTOysQz0ZOC73k6kSVBEhqq3LgAQpMjh0Nf0Z
qB1BTyvs3Uw3bGFdALqt+RGsvgUvHTE++ym6fKmYSIQgA8zQXHTwxAeJhMZQvGxNrwYBH9wvmQrK
bb7rCNCcDn+92eHPTQCYA8AF/sZMNVlonw+Arkm+gHYbe9iCr3Mj8jLXX7txjabH1VGKzQikGYqj
KSqHvodXa3sM52B87KA7zwaGyuaNeh9knirzW+zLufvzqdVMsl4DGvcXbwFILhHKrfZUOe2HrLOY
sPjjMvTB/IDeB0DCy5lyfALOsLJ/MBmA6bdXaFy0bCJyLAcJS5qHIzAs8gwOjNaDZSVVbFeF7zZ2
Xea9skN7+xPAc9Buuhg63TI0X1HFlLAZx5ot4vRZy58RbQ7I6NCqoh/mm/Z1PTdja19dGrt2F72l
yV1WBwxL1Yo4QOXzj8eRI/InSzKohUXet03xfRizoZcHwnwrYMEKsR+zoO4JzncpplJeVVU6AoHc
uXnpAgZWTpjeEvy3+VM4O0PzR5zRsfgWxjwP5+rG9fRZHI4dNNaucsl2+qJEWmYHDmDo5nNhuopP
DJMQ6N/gEX4eiiKdy+cic3vqnqbONzJ/4Ph4toMmHOPpA8az2/rcN62iXDUN2WYJD0MpCcPmnjej
bjJdknvsythvse/Y2hX9rSMLOsqqR5Ouki/1NtTYOQP1riZzCMvEhDGlpxkGMfXphW9oLFVrj6In
C+oDf9eHV5/pSjZ/Aiqc9bDvM7nRGmZuylBcWwGzonuIKFW41Sl2q9nXd15cmgg484zkKYddnvr3
gjZ6gylIPNrnu2kQ4SxNYdZ+51Wi885R3YLqdKylBC3YjXPuRjiL6whYbBSuGksCArlM4dswDiUe
7723eT3+AYhb0bSir9gW52ZsXcaW9Y2vB2wg4UfNw65WWeMMN4Np7MG3sLztiYde7fyQvIbOb0d2
l8uYYgGxjYP0SxME9oz35yAWy5E+6lq8jGPnZ0ilJWOf0jklJ6o/FvUKsp/DuUpxLfFHP34uZEmv
GG47EHf6oDF1yfVGo08CItcJ3areC6eDD7CPwnzR0XO0UQnfBzlsRqSJwfv4N9JHEMZBkniwuZt6
veQKwz1T7WUB89DSRn/8COV4D8GKsd4cXR0WVdlLnSxk5Mh4TVD9obF/yxvxgb+CvMvuRcdTbQaB
OOONJxZtzJXOQiGY3H7kKAXSInaWaF6uVzQm7F2vVtovCsK0TXell9rbO+BYm3JI1TJpzUlKL4HL
93ZcLH3RcCMg2mZPfQI/WL1mj+O8nw3XYz1KnT+QLCaICQelVzTDvhS5TVqGcLZH+zo6NsYsotpe
wCjOsFM5r0JO9mzx6Sl/SVaEj/QhaMsfMWlS22nZ0t5mGy6aDcQkKRgWUA3LFHJnjHSDtqe4m2bm
VDYd5NldUTtdM9NO9oqhPIc3kq2o2lNrM0c0mZr+XmnVS971xLRxarBqfDcprRS26IzAaOj1Gkfp
xnBGrmDO7by8pjEoUqQCR/MgGJsDiD/6w4CfNScb6mqssv2WxRu/pVpKW+fy9VjOiVtJkF4DZ5je
iIcMjrKXfAOFnvOsfj3ydFbFxDNvl2vSOTkPRt4E+NCuSeuNllWbRBtruHuNfJDGtmeeWtE8QWk/
Su2hql/D9TSpbU4IqOVHQrHS+zqvM2XrDcIYe9PBGJi4IKJR2EALLMU2tMcqd+LsClZ/ssovK33d
ZTvzmWCaGayQKP7oej2yVIcmjN30G1KxOvkYw+Utz7c8Q5aQXpszQy6KWT+1t/Oy3qNdSJ1CDOdY
j5fRN2oF7qe+TXrzJVvQpTWHLOU1onkBXehCzmmyPnVJWS/7DZPr7SzttNpwwh623jkbwbSY/HIV
Hqpa2Ee0+IubvnDczzKpRXOUcyZzh+p/vKSAhcQ0AtDroYm09EL6DbvZvFJ5dN6K3AGQGW/rillC
a7wXkVRGXjiN7ouvhYZPXHhbG541ysR9c6mrbQ4uNj0788daiSm5m9Pc7kuUQqFxnEEFJ8dONpSp
0JsZo6akrzHWATlLBabufG05sfRhpLvUqAPXpJfkNzY1S85cYZABu3JAOjsEj2HgjydV5YghX/tZ
P25f3zKutyibMMBGPa+Vgtd8BTqSvXC9CWGyhzSmy30Fdbh0QFC0tCpRXO+akEWJnrVN1JEVY7W8
rn/zGkPJ111l1s33zhdKSCyPnJJ0+fKaX5TJZkPNtzj3bUuE/mzD6t6tbRTuKN27nykbdF/7eYUp
AH7JvvfTppDDx18mnGqg53JJlplDW0assEOm57dwxIbWOSIUjAzW2VBc03GOirtWRtlk1UHcFh2E
eQsgKoD4s0cG5EGbBzkkCDw+9jrD5i/bOrHJTOKSSnZ9KZA1cicRl5SME94wjhqATNkzZT6J9Dvn
UsXRtUHDwuWsN4Ba92RlC3BbtwjQIaAAjLTbbvSHFiMbfO+XW15gt9xiJRDhoA55b3NhHQX95h6p
SZvxGxDuafxGLDEVX7Oo7+nWFxAY0dAZVl181QUEGrTiQi/DHyCC2e1N0Ntdm0/l61J2AD2aDTXI
bqltDcw0bRd8K0pFPH2WjPXMz3mraw9BNzX2/G672RWs8h8VpNCXQTuAPKPuCybG6ex0NL2xXggD
EQOxUZ/7fDOP0RDcagXQigxcwLejlPh6hrHjIsoT2TgDq3Fz0Qs6d6UP8GBHy9Gp6g9AOXteWPB6
D02uqhlO9RrOD3CbGHeyhvb4isVGLOo7kk2BEj0c/O3w70vaFp2Y9ra0a6AUPmWQYJFTMJytvrvm
mKKydOR147d28YFHaHnf9UREjXfWqGxBA6LXOPKwQKTge0yo5qlAcxQ0cnNpwEXaJUEluIqpecB3
CA4t7PgYy50pLjvcqF5rAAgAUjERAv2dF6c37B/k7iGM7WOhV30R6Xl2n7cuJ/GLleiC2zDvJNMW
VcRYn1KYL/OntzvVpavMXlQL5e/1mIQgPb9ig9ALPFaycbGTlq4Tc73Ui500Qm47TUkGhlVTXmaX
tzt+lf4/V6C9NQchV9AkBf1wVAtCsClMhgtQecSXCwG4qTmaWCG7zS9MuChcvZUByjKwkQYFCFwv
OCpfa3kUY4kctA7tIfKWLAJ8GEkp4BdZZCBpZWT8Qw6kggWsQQ2tZ2Gv5ogwGfofx8kwwqCnOpSO
VMTOczBsvBehgYMBZh7aKJW7EsgFX5qoZUwU83rfa1hDWc0LGZCl4COkDsppKPzR2ydZaZX9xgEJ
RgqARsYMkwtLtR8VNWhbobpm3tvutkJZSX3b8ip1ib2EQZ4ok6jP7VG3Xoz8TQPI9lX+0lSQfiBo
/gQyUrxXl/7dz02FSrEKTaKwm3xNytu0H9IzCGo+MIoxLQgqdm5V2VpDPPk1abUebDHl180NSWfz
52HAKxTUvQK0NIVCC+vnYdDsR7/eFTCM1zgjY4QUNObobrkgPBDiSJy8QzUMdhFxSDghsZfsMw9o
KK7Ib3tgInb77nrGd/cUYIsCZLMDJRMSl4PgDvmVFYxAUzF0kMswJsI3F+K7T0+cg6x8qQvIknzG
2OFKSGZYLf8uNv36k75vdCmAr8KnphoguetKiO0/f1LHL6AR50tyStCAZIeFNeoZ7YWCv8IoUTS2
haa3gDCs5ko1u6nXPRV8oPs2JpavtZFfD+vdMlChF0HnkiqgMyoJLd71uzpf5evUSkxZCV4wpZW6
7y4dsaUoSGRpcGsymoLE+ZkTnfXR1KS/a7i9a24xgDgOXcwSpJDKdrl+nhafSzNs0SA4CacX+sZE
uMvsarTH/vQkasg3UJVH/YFaKP8clkY/AUDiIkFwsfAvEBCclmuO3rw7QyS7WsHKu2b7vI2V2fa/
nila5n9dqSoK4C4jwwyODMl44b6TaQ2jijJ6supT2jmQ7wREcbR0+gwlq6bW1ccm7Gbzm97f3xZN
FPByIpxO0KmPA7jvP8+OrpRxwiWbTlO7udEtCPk8eEyK0vHvuGShMDIBbfpxjiYMKQmZkuqmp7WD
QDFYWE/+Zrf+kKL9y6HBHNClBe0T+yDhQy98N5xEUocjaxuperrxXdRSyT1O3N7IhNVG0FM32Xwf
dAC9CMh7sQ/iYrqHaoacTAZE+vNSl0nwLQYAeiOBmmLzFlDe3kuK3yDkqN8CaKMfgQFammvnNyfe
u867HTxuAJFEfhBAhB9bV4u/SOEjCuotcTsOpzKZovm+XEwRouWdGxTONtCsT9sabAZe0Za336Fc
A+72ysj/9utl9M4TgD53ELH7WfERb5aT5t0wPO25DgFNf8qNzC8N0c/9tCiMVKiq9CnQR2ob4liR
enbXFZq86ZVPh3egp5agPYVsZeJ9rwa6ee3hNyN7vxUZmfUoAEzi0v1DGfnnCcpij9ZtHFA5lv48
XXbjsmCYWvXo1Ql0g+sDeLtVnVWAmiekxzPb6PRReEFRD7LTJ89DzyfdI2DRfazaqvTvjBv55R0r
ux5f4UIYAqTf2g+vS+5/NFP9AfqhHv/X//wxlncrkQPLs3YQBJLyfZ9+GtZqDen2nroxrB91OIXZ
ETwxJZRM0Kq8rIVAXiKKabPutmTx9yqATnkuu6kXz+GqanBNiaop0NfLclpHHz+YRUzmCHYRep7X
bxCfDLyHC51s4Qu91txcmrqbH5bQhb0JThF1kpSKy2XOR/DQiOyMU9wgaJ+i9TuYtP8YqmVC0q7z
eELYtJbzWahNI2T938Iu/zAVdr28m4noh4VY6If8hyHZT8s6BRYxANsdT0Zsa37vjhX8nIoA1P+g
eHn9Rb75+XXoOvXj/8WDI4JudFpgx1jQ0l/3k7Z2APOsppNu6hIjVH/syaeDNDu5NXL0l14OzNOq
HEFu/fWT/2Eno8zNUg1jKxMT2IX8l50cNlInAJQnqrybbz5CLQifaTnX34DH6fgzHE6UvTQqTPjC
cxXDaE3oAf5mu/zDvBOuCD68CrkN3nt7tBSvPCda9ImEth9P/WRgs6P1VCCahSj3ct/FAS6kqsSa
+Ncf/5+e7AMHszeRy9y/uzJFb7olijp9EqTrmOrOCdqvI3t6n4+gMfEtjsTYHrsofhOY/z9uO/Gz
p86PwwvPO2W1eYQVAnp3AWA6NjVIpo2n0EeT65AGo7GwKhFTM5tqeBZOgVyZpCd8QuUiqc7GGWot
dt5lMl61rsvk/OdzQWUZHTok3glp34WxBUz5usmWkXOgbfzrMoqxo43q+LqXjtN9mwcTXG6RwQXo
1899HzdZayEX2ogUMQZMHEE/L8Gta1ygsdyEuBQsEYIkTfQJBvX4ael6xKVLehDAB1KI9TvsoJzi
+OvHC/uOf971MXRE4gI2gCSefLfr803kg9y68VSuuoonmN79fJzLMA8PHj3EvXBLF93gQoK43/eR
79wBqC+vQO1sy6XiHLqbNYo68OP7YdzRPJ6D06+H+PdVaqfH478oivjyboQTPNnOSTJGmOcr/J0y
iNY/NiOcizhOxPgHQoNgCaJoHn7zav5pbkAAChcbnZi4Mni3JjwQ71O8bsOpU0v/aUo1qokFm4my
taiDCqpAY57LWCv0WSEEX6H621yTZst7F9jURHlHtH527bdl9iLhRUa/ubz+IaqLbUjHyIh3gb29
u2i7bN42b8GxQudb+a9ZZTD4EFktsbBHHynY574sPue8+Ae1iuICyR2YKApwUP+bqfr7QRrbXAQX
LyUYzvtbVOpy7jqE8k7ovGQOa7mOkCAFUeBcNJJC4gGrChe2bF+AZrlMZYL9rYd54cOvl8o7lyJ7
rBBRgm8jD7Wr5f2xEneQ4PvY6U9T0G5w9MpJoX80VzTkAL4hxh2Oyfy17RckFxx3Tj43JXHQaQV7
hVB8uBVnrPnmcalRrTv/zdjsy3i300IvcBV5UhSFZEo/7/Ssrae+9tEOIBoJ1DGbo+qabuVw27tu
ekVoUT9OumgeHUTkuwO8OrpQKbCBM6wj629D3qMr+5sh/e3wIWHCJwB/Kg9EK3XTn4dk3LlF3p3p
ipZRYe87tsNjEo9edfCFSgPw/pF3NlVBjrJyZW4SmMUA7QLX1svqtogI4TTTN3M49/vWhCgHeU2x
HjU6lcN+q2v3NE2QB3837r/dHlyUQfjjTQeoGb0HnaLHMhbcB8hTL0GnikNIoSh/nMRUY1tdjWv4
oI3pzJ9apVRzh6WIsg+UJM3w2S9xotnJWjm0V34zm38fFXF4QFrhWtiweo/IpdjaOSqo89MIJiTE
HnysLDALCnCU38kE4f3LaQKiwe2ORM72VLX/m73zaG5kWdPzX1ForTpR3kRMaAFXBAG6Jtlkc1PB
duW9r1+vJ9nnzBAFXkC82kgRmt2Zvt2JzErzmddMNFamvvUgCcIzmKJmM+h6lt+f/mFv1pAHOw+c
Ni+tzP3uCIez2T2WASfqLB29NAOMH2Ul7Q9QQaP7SkFpsDoq2vnfSDproPXyNyjkD46jLQz+X5Fc
CChkLMfX/L3BuCgQb2z2tPt7/XLEvqwyFp40RMMFguyR/NM0bdEyKWtblK1PT+joRbAVjRoDD6Zm
oZI0X+hxckKa3bKzpt1jDxswLnJOcwDXM0jEfRVCNPU0DzatNeXZH8/QT/EL/k8cxg6sytxf+fVr
+quee/L932icYxAc/2c6cWRD9vSrbv7bAvDle/oBMcU//AMscgSRgPgGMCuykCLW/CMVqel/2bbI
YkUSa+nEQf8pFampfxlwAwwZ1LLGQ2fwR/+Y5yh/AX8nXKaQwImDifAZ+gHn8+BytjgZmo4Tj6mg
lwW00OaHv88EzLjTCph13ZI+yGXn6V8p1ba3qB7qq7aI/QuaF8BMSagXRp5MO5s+Mtod+SZLZSz4
KIpBZ++Q6rdlc9/Kle7KEkwaB2jdbW7qwwXSJiWaO4Oqu4aOElFDi7mTWxlpMbrldVKCOGyGEBAH
MhIFigrrlhrM0jFhPFAM3JGmNitNLXMYf0EjXfeT9VWicbWW0PvYNJ0Z/fbGXLmB1ZY9xdKo3IKt
lVDVM6vbFsmeS8vs0z1tAbwc8mwUZjldFTwpaVC/QLEIMGTgoazc2m6vvCFf08O/jJzuVynMH4LW
+uLLYMtCZfqpqa20MNMuRcVr5L6vXtTwWW3DezOw9kAntqhQusZYb/VgSyFUUa8Mabg18uzVM8uX
bCq/A/e7zNV2DSJz13vFPreGTdgXt5Zv3uIWdgulHbEbbbroPeUBA4SVZKKW4a176xbq031QFdTI
KiiVmXWt+sjphAhXjcoa+usuTobb3n6OCF81ABNVhTX94OxJL/ZdX2LqQacM3y+k3SBZwmADb+jf
O2NVQTWNXpqh/GI06ZNpT3sAjruRCIH+6VNfY76u4NaT149Gp679FkP5IrtDcmFjmV6AbbYPezP/
VgM5HzQ2iUT3s0PQJUVBvZe/acneL3/RO1zlZbSPy/yLmuPQUaT+zsrR7kmbcEkzYEc9mV8S2leB
kv4uyRgXSbRAmPG6oBLGXXqjloxo56vJGqML346QFzWAa8SrJrpxUJuxlZvWN9Zl5b2mcfYzQ05A
au4kNbqJ4KmPE0yveOkrF4Z622b1SqpAd3/rsi0ia18DZTIWDZDUbpTuyXdfoQ5exMj7gmVeTnrl
Og55mCRnqLg3z1IibSpp2gBaezS8h1xzUX74UikeslGD26qRKwGuC8LbUPK3EhLUCJaunV69xh36
GgjNtZrZmzKHL/zkZe1Wr6qXyfJWRWpcYKy2Rnn9auymSyvVX8LKvw282MXa+GaUFOAiOSOVsErK
pl5iKr2V4pe6Uy49cEagPJcWILBhZHdCe1l0FJxV9crRbf/aHpTLtMCyTn1lB+2mqt4onfwtVr9F
9hcl4DuVF5kHnAZM7W/Enu/kuL9HKmEFTsT14xK6N7C97BnpQzo3prHTbYRkimYPr+KSVscjoINV
jRjcYF3V6CHYcbuplC9O2z0pEQX4/spGj9rYEUJDz7XgB43Dvg3iXWV+taXoEmGUjRbXa11Q/TLN
VcNmDZzixUkSRNcy727ENc8Shy+wnQeluyjbL3r5Kx31lRZtKtwfMiPaDE0HxRpIsL01K4I7ud4L
6RCzcK5y0xkW8UWVZ8s+GpBOClCiz8AoW7D8MEzQ0htDqp4hDF8Ab3m0MmkNNnMvxSmmE5Jz1xXG
TjLvOr9kGVQ3d3xA5v4aBARYwPWYdRe1Ua+N4IWQ4BYcW73y68TtB/mrV3bXoGWfKAz/UGx0ZQgd
1lMG/bpr1ij5g/oKmbPvNnUB8qW40P3LIN7onZBc1yENqz7h8IA7ju48klHfYke6TKQ2wQIFFbEq
bKD2KAnVq++jPbqDOa18hIgmpDTYvpVsrq24AzZOFaWqvN8BOAyh4gZ8Pt7hN7htNYQvwEzuENz9
WUAw4kL3sN7CBkBWdRz3uo0Z9PcY5fQYASvdWgZfvoyLxHmyM+jptly8OB4oH3z+iquqSWDcW/LO
MZwbelP7cvSRze+laAdEzb5pPU4rLtWBq4fRz6DtbjzADMDzkoVdt9HOS4M7obC9gErB5rAuUv4q
Og1ITDSK+i3OpvvGSF7bvLuukyTYlUElrZsmky+IcLt9UyDjYqKOcg2uPPpiADy67UdNuVblZy9a
w/BMVpqlAvSD0B8+0qAJYa34CXu3VFw7tDa1c9U74WuCZNAiRg7lUlUE1LC+wK3rrknrwo3G/FFK
p3WMxUISp80ucyXK3DdRFm+bIY5ofgLnrCsPFRGv3zmJ7Fw4g4wmUJmvSz984s4HEDzeC0I/bBI3
IYpTI/u5DLrHXPewg6ysR/IexP75WLEFQAFy4D7NbsPUQEsn9BCrN5RuWafDZafmP/uu+zG12gN6
7niz9+XS8+MLO5MFMRmlfkV+LszCey0qPNACPNSbkNMxXGbdimNOrzJAigGBhCVwCh8bFfy6mowD
0rfVUwVTBVWXalj0irmm/vSEFl2Dym3kb21luIqmV/x2nlHZW6LPMlSRm6a20MKfVlkk/ZRjdZ12
ziKUJtfJ0GCMfW3cjI1QnjaS66xA68hB3M8UPgvd9Cy32m9pLBH0URx6MHiV8yD63gKkM2JBg74n
A97HifegTN5L3Ht3dDKvu8x57nXIxI56S6F3o+nNz2DYluoXP+8x6RA+cTxKD32pZ24kI+WjGZ2M
q49ko2grh26PPi96A2a6R8hfWURAglbS0Gtc38k9ZcqBJx/HpS6pr6tuQuSzNsoN/qDTEtUznLqc
xNvkidJeNYHNmR6bryhYaatOT7w9iCvAMWC691AHrkKT97uz/eLZ8BIeeL3sfoERszZ2xm4YsPBc
oUlvg+sMm0urCX5mZu8RTk170kLKLxNgz0hJu23mGfEeYZ0YQ/lRdkNdaTY2bBs85Rt7MUaQ+1tQ
VSBQcUNrOfJ+wgXfZgsUdNZZ5DfI6GUuBu76UvKfC3QJQ33vGwUoRMe71aw+pYUkXxJeGNxT9oPU
ODd1Um3hYyw1GcFmEAb50FQLGuMAXr47uWMu6sBv16oxXtt9eQ9GB5ihhIIU7rN3+CX6a61IH+Q4
A6IVrezAq5ZdCWmy0DLimuYLgi7iYmsSqm5VcWkaLVTwJqqmJZpO1jWqDMNVYw/JrV2J2xNZRw1p
akff5Eh33IGiZdW0y0I27mx/tLd9UDw32J6h8nlRy5H0ZaKT/4j4+jgtNAomsNqHHgd2bALWICXy
VV82SHsg2uMGqByjqGutoW79/h8pkHUF4NqwVFNhERKsRjlFXgplkEUptVvQ8WxrRK6GYrxSK/V7
WKcrtVN/Atx90gv8CMLMfcsxPpWM/e+ZQv+/RvZWTaoL/zrd+vYr/ZUdpFrif/+H6m3ofxlgAkmw
bRrhfxKqP6mWjpM52RQFd9HzkEXS9A/RW2Rdf6dWiopLtGiJIMylIlypfiaz+lMk/a/igyUaztRs
FcqoZH0KdOXDzKpoKBaEBtqjiJ0GkqtFxO+3E7JHvDh+4+B1kSSDCJP9spbCPXLpKaKXVjrdWIhT
+1vTQip3QWFYKl0VmW+od9HUFKtETUEgWmmWfhvVTrMAafsj6jex9c0GN461nxfnT7YmoW7X9n0G
/AuyKU1wNFLyxn5pOk0YTniVrQONqSoDcVWYpePIPxJ4Xfeo0AGBqkiXUitoiEAr/Q2CXE+rpd5B
WbQ4N0GI9F2MLy+eaBI1CQJwX4GF1WsUS/a2F+GxVNZZsG/kVuqvECjPgtWUQLnZWGAMUpHl2PWt
IYemvvVHbC8zqLYV5owFcNH81W5km8QgMFF5WWTkBcFasSSY8ZUVG1AE0KULVDcCJ4UocgvSH68c
YE/A7BEjffVyWscPBBrGICOyok1gTkMjlLACjaooT79mml12L+NQDxXKRT22BkhEpLiI9Ggwg/wM
YjXCIxNRxxQ9U1Mbr6cEi8I7Z/KclwGuZbElV+yCqyHENxKFJcPUkIPVDGn0DGTeyxihioh/TPEB
cU1FqrvUhfGb8nwyn01FPqviR5L3NjuD265AI4dkTIl07ibPsoAqREjmTYT1v9FUFRrBoFFbVV8p
WREEj1LvpWbpIkPfON3KhyRg4b1mNIPW7FHrjvmvHFpv/ENFshxLpCLKMDlIQZamF5EJr+V32eqS
es/dl7lTaFXB0oD29+jJRfOaWWaEn1OCyJYDIVBCtyRKdiWKNdE2RxEsvbICyECQXi3j2dHNSrvw
kV4sLjOqx/5FHagjkqCTHkOVdZK73hvhX6FSdFe0AF7RgST2XtBmU+40cKHbRu16iERp+6gWvfPc
yGnxHdO7G7UqrCcZmjHSkYAb7nKtSn8AY8Z5VkfuKAfT1FbPOICF1Q3U5OS5kAf5vqREt8q6wvk2
+Sqanz4c9JVRkF0uS8MB/IiM0aYPpXut6KZFh6jdbgwTKhH6aDQvvTEUd0nQ6y8qbGrue5xxvEXW
hvg4JpNGtdhWFo3E25j2ariLM1nakBcutazItsD0ZGEAjpXOQBDNaf5N7pivcc0hNZrkBxQAMJ9r
VXMPJ5p/QlerLzQmvnS1BkIr0YffONVVO7jK6jrPiPE4HPFahxwc34OgRzTXGaCoLmS1BFrmxUgm
r5MsRlXEyhMtWMbwx+LL0oACjqi44iD5XPWNvekcr46vwUPAwtCAvKNpq8MP/Elf2nGWKXIn8nXX
IZm4SiGzmd/8qB75vCNlbQCviUFkhgB0tsqmJJWuJyGITyG3Cq0bZPosc602PSUe0NbB71iDR7GQ
PLP40pmdc4uybfXdVmJEa4LYtIKlDUyk4V8K80cYfZWJU5vU8SOqpmMzQS9CBFHuFBmtsGYq0P3X
I/W27psATeNIIemVfVl97mF6QKhUNAJFtS9AkcfwhS3YsKAhXlMEv6rLWO8hiUjFBHcDFUxU2dMJ
CdJ8MTh90D2homEPZLYdODetRTJ8XxY2Vj3egL1Hs6i80kx+WX2mRrd6URbFptHyqpIvprIap3sC
AnzKnbJUEzgWTcrq4LmA4QUqELhdvnvhPsAniGbEwUPC80Hbn2Kg6I8cAQ0tp3d6BDMd+CZCwL8j
azZbbCFAE7aXeSb//PRwPILUHdFRUA0cbg7fLasBdVrUJoIjkRQ+DQSyOylx1F3VOvm1No76n8Ly
v2yJHxa1QcnQiqEKib+044iXW3QX3mER4NlGtP9HykgOoOqk8V9VVaZY1cGwA0S8ULv0zIiipvl+
Qd9GVDTKqpRkNVReZiOGcLBxK7QWpYqzwWShFaqxDuTKCICfXswPJ6frgERBGQCAmwUBIFvrDo67
RU9kwFYtBshiGmr7YNnUUH0lCh+tutemMzvmowmaCjAD0eNC9kIUfd8taWUmPsLyrbWgPwL6Hufz
tVrE5aYuCG5PT1BM4HAtRf8e+Sq6+RqwttlakupmHlc8WhhUgXehZIlbte7O9BDnR0CTua5M2QYU
xw1CAHc4oQxmGF3KlD2Ppuz3GMCy6+Dkvm7GpLvBXMjbnJ7Vh+OJpiUSM4rA6h2OBz8eSlxEbdqx
kPMK9Cp221AfnwG9IwRJMpf+G8vIGgpUK51tos/DARF9UGNYEEwwaiTKqlYkwyUtqubH6Yl99LnY
FqJFzJbGjepwHKMHFQ0Q3ltMqH99L4J+/K5UCG6fHuV417NoukM+JfBl0KQOR0Hks0vMvqIi2jmo
naVRKASRsy+kq8MCAfn6Cqx49uX0oDNQgLhIFKA1JBCE8DTj37CX73Z90mcObTEuRjXNkLpGoQty
iIxzJ34waJDqUehyHeCTDpCsxDuv0JJFIevW19O/4/jwCQcvAAHE/oQ/wjXs/eFDOcWCNYelODry
FP0if084TUvEHqvt6ZGOPybAbi4X0HuWgH7Pbmqb2CjMFUyCGz9zHozJQ7KkHpUzAOPj+YAMUule
qXSKuKBnWzND/rFDIZUajMObVztqDSkr8/Yj+LAz99YHEzLAMlg6K8ehm6MpuLMi3zAFxbjy8p09
Kj+DXvXPnO0P5oMDiSp6bjptN312thMa65RpIqiwkkeCgykUtVDPbm7VOGnGz8/IBJctTrZpkQuK
Gb/bk1EdmB00ZYwkxvJZAC9WE3JRZ/bBRzMi11Q42Kpo5c1mVBilhpdY7ywmrqdgIbdtE+/iLpvI
nfK67Faf3nYmsingZ8EQEpDMHmxzBN/MIaQ8atbtRq0aZ+1JU7I+PcrxHcK9QePUMUGosoRi0u9W
jpoVflUIXy2UPsPQOQOvhFYo+uW6OvSXlePQzxlRZpLPfLEPxyXOoscuNG7m0JBm6JRqbPHaBiuj
PySwv5ZZgkN0VhnNj1GRu3spB+JzerIfbHygwzAIHDY/BNHZnaGHzmhJNdwjKrP0OOpE1r4jT5Gd
+XIfbRQMCDWFcoQjmsuHa0ohE0UglNXorAXaFlnFn0RluYuwsXdmQh+O9AYhkxkMSPThSF0kV1Rx
MVCBAVzTZqKgt9CnWr+AF0iR8vTqiZ99GIPwblIIUQgNuA3nAKPB9KtWMWsGAy+pJpMJ8c/6AReI
Sp72t87ivwxXjz+VbiKjA3TaUDWDIs/hzCIrr7xJwsupRVd5KQ8epWIjd85MaQboEo+ZGMYxmJFj
aQYqgwfbPwiKIQkyi1KuN/XeqjV7GmfIk7dC/SPPnGU32qxp1FnBM32VCvV0uc4QHZUCC2Iyx8NY
gjbTU8RbMtk6s5E+XARx3UB8Ae0u4A7vD6dBpunV8JhpV5n4tHn080fTG84swvFRNCAZAE/g3mRf
zmGIUEO9wG5pJ8CGlPb5hDugL2vxSrHr4h7wevkc6qZ2dXozHU/NEO+pYYGwINF441u9u3d6JGfb
boptSIE0UANjTFco8wTu6VHEo3mwZRVNZhBZA8XF+XhDLr0bxUrwBJOGGg/NMat+YHATS7CPYypR
oZqWKI57qiFdByX2FnsYApp5ZmmPjgzIZpAl3OMoTzrA3g8/oDXVYdqYBeMDXty3PsYVIBoU8BrZ
SLd3anDrOT1j8S/OZgz3R0FfkgcWoNjs7mnxtQgDrvlFaSH09ah7uYcnRt76+nZSot65OD3c0WcE
KWUSFCG8bDGuqh5OUC20xoZ+g8ln0+NXhyY9JtjoQJ8e5WiHilG4UXngTR7eOSArqfrOLgIN5a04
hpmd5YprxHq9VHJVQak2LX6WntGd+XbHga7CfUAjSyWhZHhnHpFNjVehXiK6RKgUZ8rwHJrK18yx
ru2gfjDS7juqMEvd6h6CHLTH6SnPEOzcTIopChEUh0jaZfB+hyvbNFODC15iLAbJqNaSjrlp4GPr
GcMkuDVLymhW2UR3Zd32rlSr9UW7NOi8/Tz9M2bfl4BUAerKzyDHBVI6V72MlDzLHG1Kl5GV2Yui
6bGT0Kxh+flRTDRGReyrYvc7m6uQPYPa66RLAz27ZVgGBWIbsXJmSWeXgc7+AaWoEgEQu+FoMsuh
w0ztuYj6aulMneNvMs90Xps6xBNMUrVqBD+EX+amDkpDW/ftmEyvp2c5O5pifAc6KyEPBQriSLHL
311GhuoXdjAVaOdEvvSFl6NTF7mGOvZGov3bfC5aZTTeNpnM2qJqwNMmvuy70UxKZH42mOj3+bQh
YpYebcUY27iFafUYWJye21uc+O7eYTgAvoLfAwAP2qE+u+ng9HhVqBR4Lmq2lHMfdE6GZEdVW72L
tMTQXLaR5airWqnM8aF0+EFrPL9tPLcQ7Siv9cqZIgQL6YyYr5XsKfADOtACK0v1lYfOzFOUgmAN
FDE9zn7Q0S9SWmslsOsvY6JW8jqKlcLZmJ4yodTUUEvIgSLIevTnK/7/nuB/F5f3v24JPgS/AGAG
r+lrfdAY5C/96Qu+6TzzxkLU5Y52FLiL/2AwkY7/iygGVqPGY8GdIrbP337dqvUXFwtRAG+I+Dvi
j/7uFKryX/wzFGUtGvewEAkC/+d/HESQ9ey/31PxDq8ywWWGdUM15q1naTrWLI03qr4GoWIUrhN0
+ExqvYHWEyTCd4ty+2fHvx/l8Kn6ZxRoZlRlAJfOyZu+0ba6RknE9cl3UUnAlVnmYoslvcd8aMxW
TaYHn7o+/x6TQw6wlFcStOvhUZ/yABkrHRAjvQ4E9isMKCW5qD93xP8Mw2NAcxdwvGKYs/dQtDVr
/J8KF3siepkYi+nmSg6cfJXLaFKvfDwuST/QptqDJqWhNPlScqllGYanCDEa21IuBxULGyzh1d4B
P5YBIr2PzEZrXbWw9HCB1pa0H5GWAj6oGL66afEkjHbkwfZVS6HtplDw967rRjoTjs7ZruwOQjRx
VwriMIj/2RPU55PTYmSTu/Uk6bcSaDDELLMAsQs7UB9bk5rh2GPoWjeOt4lonlzoehFt0N4F7CGV
2BSc3kcf/iCYJhjf2wTKR5mJSVs0xFAKsz8JYD+E+OEbzjUO8qSmug5jqVwh/a0IoIXIQ6puOUX6
z8FG2gaB5HPNg+Ozo77FdxqlRiIhcbLfPyYGcKmuy6zMhSrXPyHCkV51KN6eeaAPH0g2GDEPz6PQ
RSdwJfQ5HEUKZXS3sEt1w6Ib0ZfKk0vZBDyEINI57tXRMeUWou5BAYzYxsSH/XAo3WhUpZYz4HFQ
QHfp0AxPDZyADGPZ7BGrDemn4lf07U9/1KNlZFQSLV5HTisv7uygjngdj2wg3/WNQPYXPIvJZYuO
8Jmg/GgdLfYMbTkRQgJdd2brSDO2Q6JAKd3QsezLAIHcNdaT0Q7MoP3ZGb0NRYRv0eXh5Z/FNF7h
xPpQ96UrNXX0EHj6rsap5wyNVuyu/4ot2BcM8lZwk6FfwX6Z3dx01ZNei4rCDT2oghXgvwuVAtJN
WjnVVdICRTv9mY42B9gUbgOGonFDijq7C0JeMccch9LN7f5W1cL9hGT0qpW6dTpIPwwUf85s/KN9
wYDkGKg1UGmjYzBfRa7DicobF7htQkwfI2+VaYHx+W/FKKIwZZLkc5QP97zVZijPII7uIktLEVNt
a3q7QFBPL96HcxHgHq5SPBXUWdnSChtWFKleF0lLbz1G/fdBseozg8yyo7ctQchg0oHgzbNoVx3O
xWvQo2NXMhddm5Y9xculSuCH4bzyNVVGU4Bj4gv01AI8UNtwU2LxuAalaK4+P1u6EIohNopoHR/+
DjXrElTz+HJ9gVwQIkfaZsqMc32yubK+OAGUp9gaikyTgG94OEwICA+NOKbLC0BuRHN/EQXdWk37
e7yDH4KyQNhUg3kl564fCnMl5WXwB0BPcH+XuQK8xIFL8G/MnYuM9Rfwq3npWDf82KPqUrj4qj5g
hiZt9HI8F099tJ1o1IliLfYghPOHM0d1JjTlikGKogEALHXZkobDOab6BzcmlCECCBOqOlWGWWhT
13acR9DVXa8C4tzGRfiALnp5OdRWdOZyFv/U7DITL7osGmiQ+OZCNpBovK6t2sLtcpiCXgZOlLpu
tipUnHXagQIVtrEj8Iyx+PShAZQHPg+2kEOQA27ucC090/ciHTdL1+zr7lvUGtllVvuSW7R1sdII
03at1ee/anbwFQooyWWiCy6yZ4Rndo74aAdrAKlKsyyaG0RaRP2zHyLJppY3uZO7ql/+BigcrYux
S9Zeg3B83MI2Ob1Rj+5zkTvQ6GL63EtHGhy1Z6O8k0iAkgHkxMsKJB4G7Gzf68hr+os4xWQY+LQ+
Pp4e92jvMq4jquWAEji68+JYY9Ccjfo2c3vSpivT4tQmjm+ceR11caPOVlN0JimfiDYbL//hZx1M
lFKGdkzdpJWax9K2x60zJu0FysHSDiuObmk3Y78N0iBA4d9Kri3at5j3EgyYbTp9Y+HGrW6nRrFM
DAivK+S/0RcZc+fBavXnVE/Gu1jiGSSJ6VxTrflIMXodTtQ3qwHTxktNapsFfgbtSpKM9g4tpW4d
YxyH1mkn77J2CnaejPairUvhWmsAUQV2FrpNw50U+63npskQX8MCQFlw4l779GfQZCANCmkk/zcP
XiUHpRHVGjMXoXEDoQ1i9TLqvp0e5K37N/sKjGKJTprIdJXZFYJnBQK38ZC5lZf88IvwZjARlAhD
vNodpQtXNApvA026x+xuHVG8XfSe6Qatv1G1OEMpHp7aAE1sKGhAnP5pRzcOaS9YDgrhJN9corPo
ovXCLrfRiQEENrRUgatqNRUaAnxqpCBj5HMCVG4BPVTsMwfv6FqdjTxbE6jykd32cubCnwYX2xlo
vse4s6YIY/87HxmkBREiTSPnKObtJrWX2z5z7Wow0BkuIR6ZgXFmKT840TQUEKTjGgVuPM/uY63Q
EI8XJ7pu8XtFLnWlTd7X09/ro0HQOtBsHfqpYsqz21GWjDKUYTW7lWKXUFdUzJf7XjnzbT7aFRQo
QDVQXSZZmH0bU6t8lBEjvg3Bxcaz9fg5QCRghS9bfhVF+Kz1ftMt4krCFfzzExQ8dl0E8/JR77dD
aKNNMroEQaaHX3UBgZWq3rg4PcoHjwzZKqJNorJEA2gWM+ETOsIKDvGkRBB7l6GpeM2tiMOxH+rL
yscX9/R4HywoH4wqDAOC55PFZ31XcKVdPpSqGaWuBJ3BNTQklarO19wot/FgaLN2pXYW70w2nmtr
i8B9dvUAaqJE5sAxIg+bjewkdtL1eZe4E2KQK6PWNDDBE0Bp4Jr3Jh917VtZBVMuLFEqLc4hVz7Y
rwfDi1vg3cQBLCNM0ELDk0p9QF27jGEsV+d6BB98TizheU2ZIuW1eS80Hjy18GqDUehFXQxEnhcR
FSfcKFVsO7WqOXOhHC8qlyUXCjofxEswBw9nNUkDUXUeJG7On0GyyuE+KcY3247QJG1hzqJBod/Q
Bs6FcYm9/exmUoRiFW1f4lI6l7PN20MK6nJThgVXxjfc0Q7SwpZ0U7YV3J0iwwCzq+Vr+AtnboW3
Jv7hXqJdSW2PyIWXDB2Rw2mD9e1RVfZytyxhPF7FKRAhMMG6Je2GpNR+qXxeMpBKKuu7oQ3qK9IA
o172I3K/69QfnKchmfCJsQauDXOszG9VrXQU6nVdwoYSV1BEfMahgnRmI+mAtRDlUGsamy/Ql0BC
g14nbVFRN/OXQ981yka1o/or4vPtFomq/AWTlLBfFnZRwL3qoSyT52A/j9ThN4TJ7WAhYdb0Ettp
9ev0Jzne5jQeCZwpFpHs0c49XJm+SYfI66LCxSRF/oYMZiFgJPm306Mcx6pAMEWnCoYN1YB5kyjr
JoR8kfd2JQocnj/sMcCxF56WPQBsK9Dctc9iIMROPvzkIuMBPwiYzkKrZfYSlHJYB5AVMry69HZr
Qva4HHHvXXE+/EtExCNA8JidIyqHTFoFzfqGps65IO143uJH8HwTpIgcZbbhU2wGYhUjYxcPMqJz
2JHlZVtO9hbn5Ameu+UrOxnl9Z+nl3vW5BUlHtAHBOjEhqRZjH34VU3Y9T6K26nbhFa8iYpcvubv
SCvdwl916JvmOsQw9QU/WESY8hoboTKa3NM/4viq4TeQk4H24iWm3XH4G+AtVakcTLwciMg8JJoV
bpGVbNZWX0awiQK4rhT1ox08lH6jx7F1ZvyPF+HdD5jtgLwmkik9HLdbbcjvsLiN7gbdiNfYmEur
yDCKnQ9aeCPFGl5peg6GAlvCTwcFh4swO15eM2I4id6hW4btq99k9hcDJNOZN/r4DNN3BeLyVt07
hro0NeXtTpXFLtOC27rT5YWCWM+ZyOPjUZDiePuiR0qHCL/2rWA6US3X5VWjpOpt5Y32mQfquCjE
1sWWEnwUBRjwzLNto3VOXel2SRgVpUBw9T64H7AEXNFOkK4aA9J62Q7dLTLkxlWWJTgd10P8y9YT
bT0Nkgkr2IgvUMJGJx+HqzNw1o/W4P2Pm22pFv5R5Cg1n9POJ9Bi2XgnedY5dTsRWsyuLpUStwXA
x3rTKDs8OQHuBWWrsAQZnjCPmlZm+6mMQ8S/gjNZ9nH4wWKboFwMA6UYbujDkTy4Y3GrIz0yTqGy
hBqL9RZMinURVi+NlZ3LAc4NN7uWJJVXjceF4eTEW2rABFZm5Xtb4NDR1vHQSjl9BX04HggeoLqC
jjRXvKox9ysR/E5dsLP+Y6qBsIHTbgq7nIaqNGrW/854b9hPnhF6IofLKYh1sIcZD20OaZ/0vrWO
R71YAi0fXej856DyH8xPUF/gaAgoD6izw/GyrJYB4dNaCsJsWppmG6xtI3+dlKneWVOab05P763K
PduY4DwA7jkqyBljrocs+bkae/gNurx13cKM4t9NYS/9ptnkfnYjyaG/6CaC1zDeR1J5GXpIx6W4
tChIW+c+IDwJSc422oRmtkpyzEyS3CUUW8EXDM58enFNzH8qcmca2QNg3CPkRufRe+gKLXbRxkWU
gvKDpt3Qssfne2ycFRZczpmPL87+0Yjo4fLuIhWNu+/hx4DMosCoNGNXk6ve1SxJVKjCeCnX0ZWP
0eklPngypROzPnNlfnAp0fKj+QY2zoScKv78XabS+fmUSfkQuyP8VVzYo3JV50Fz5iWbgUrfYgoA
kURS4jABvZnFMpIlT33uBbHbxJmNdoGJ62QW1DdD41gXfTWFl6pnTa9JE2orR2nla7kbnK2RVPGq
0FGuCZPKODPzDy5KIcAnEAk0BcmfDmdeO0hu4ywQu1ZuyFsta4hwsJVYaYl9rsn54VCCLwERCy3w
+dYvE+yrmpzZx40eulhgkPj6TbptYufp9Cn74HNyX9FOJXgVpZ/ZPkrVEvhTbUfkKl6KdxnaRU1s
n5Mw/eDqQBaJDgRJPUyTOVIdsyY8R7DFdNOOnWN3inPfRp0MVMlDlQZlhYfTs/pg/TAmYkAhP0ej
bnZV0VfvyAe1yHV8Rb+kATJssIIcLxG1P6ek/eFQzIy+Bypn9B4Pd0WLV9gQqk3kBmk38coAsZpG
Td2abaSfeT/fukGzQw/cHzwuED/dMuYfq0azcaR/HLo6Nge/bHxS14ibKVujQFi1itP6opIF8TMb
g41ZmvrVhCDvVqOBuNMQsbgLQl1fj1TEfmqWLxxLsQ+CGw9pQQYGutYSpG/MOMGILfO6m3hC58Pw
BmdJ2wz1cion69Of6YPNR0sOjQPyNI1KgVjbd3dJK5sxzkBO6A40OlZmB8gXLmD86auSeqOtIOgv
0LXWPDVQcEULk64I3bxEICg3CnPdGfjADXqUu4U53kvBiDwVhf8zl9jx1qDXKJgZgjABiHAWgNi+
2WaW4ocutkPxS5mn33ulHS+AbZyNY4/zT8GUUGnQiP4+5MPDlUSNPJADIVXUYozo9q2tbxStUS/b
vASIiZnUsszL5sbo6SD0iM8sISKco2wcf036MyDDaMIAtT2CnnSkdiXApNCtwB5t0OBr1sZgnBOB
niv+kjkyjE5xlxsFP5M5JbZtof/jMxG4CSA5QgBfUtZVJHsraQLWT6vGvJYQuXxKpqB3c8vx1xgs
v/heYeynvtMWYz1WO21EG+f0Zj5GG/HD+MyUHgzKzvzH4TdQ6L3gwaKKbyB5WwnLFXS7UGMy0knF
+TQbrjMVHS04ainKGJN1MRWAPKcqnNbYin4aCCR+DaAPHk/udnKbw19jmEOvl7mJJFptGt+8cZQ3
HcnQKhhi4/r0zI9jEb46w1GPJl47OsYGHCATxbjYldnjVExryB4tnav/Rdp5NMdthOv6Dx1UIYct
0swwiCIVrQ1Kpi3knPHrzwPejQZEDa58NtpYck83OnzhDTNmRrZeqAqsPwTMKIAcldp2sm5UsVcm
qoEstkFt83qWct/Fw6zU6UlOLMGbJhkpPtaFusswnqHlP6iz8BhoQW7P1SyfzEhpPt2e/M4hJ6cx
RUqc6KQDeLn+BcbY930khylROJpZCj26M/7NvdPAlHdvD7W+xdfXPxB+yiwwh2hq0Ny4HkrBEFWf
3141WW7vhEg37/Kh6FAUNFOv1Yba7rvyj7EogD050cBKZUCL74BDho7wFbZdyWmWFVx3BalxaVIe
XZU7iTgqNGt7mTqxCCBiO7eiNtGdVJMTDx/CDYn5NOemeLEiExU6VBlKpEe60QXUTCAvCvFFbxW0
xmK1XT2JaxqfpvBA6+BeqqTq6+113/vEMPt432i1g/zZBH4R1gr4giI8vWTzh9RU64fEHCob1KZ6
oBa+c4XC9nxrQZuoJxjrf//tQVRRPq70LE9OSq0nCxKeMIoMtUcZ7faM3sdjoOjosBjg+Fe062bT
EowJi1QVhGIKpMFA1UNbjdt/E1l84t7KDkbb27drp08Cs8fLsO2tIJItRhpYohMZZADvVyVmjmtk
dNQcm2YDSbuhz9SDV3/vowFUIEVZpWLNbYKEm6FVj5NFyFmUsV9VeujrFtGtgqaQd3s13/rS24NJ
TiASc/I0KVvwsGjFEjozARtEkD5FHX56TfeBAPQh0GRviIwz9vCXNqU2Gkjobhgvq43dVLYfzLh1
i5Cq+9h8UIPpi4E45sFvk3cuDeSkEc3FDAcQ7OZgGQZKswR7ySmj9OmksWo4+lRJNsbWo6vnqeaP
MB4/LJpcXphi6PXYP54ModeB04RHNYSdvI4KLWkUaCeCZRoB1zu8brFiS5tVxH2YKy+GvXiPh/ZP
JHvSj2E7voyJJrrAwmkMAFt1Ur2b7jDvbTwFHVE/SmmM3V6gdcB3305DmH/tR4Nd3hzuAtwHhBYu
nqQy1AtwD8suKhFdQgS2L1Wu0D2OLP1bKUfDGYbNfwia+CgUDkR2zooqul6PAQWlSBz4PNZYkcxL
teqg06QfxCa7k1wF2YFCK1BElOtRgrIgAhZmRqFtgqmaWX8V4ay7VKMhhHHsndkcRDsZUaNsS1U5
WOO3WbxbZNJMOqtwpIn4r8efkjwUrHIgy8wkEETRM7xFHM/0y4gjVCWaXq1AJ+AD6z1SnAU3kFUn
T9QEPzdjdVqkwK8ghnatZOcSUIs4vZPN7K5T0/sWTAp69q9dWj0Y4fAAcNGpxfRZrMZf2lw9QFhy
Kjn2NC38HJbTx1kMP0iYNoORcUDNwC/OktNkoQBlyWgApd/yunxdo1YD3UmS4zsguz6p3KNicj5w
UUwFvE5HtCEA5IzFmiqZl3Q1QlQ0BKsGJFOD+ym07qBsPo4dZl65fMkF6SOSjRdxDl+FdLxHtskT
+uhJTmeEKLWSSzBzebudUS8RAlTOg6mdggmhppWBjELhRWjrT7f3/e79iGnG2nYGemlt9j3OqmE9
jhzEqKAfGiuofuYdgm99Z1mfbw+196qRgIFWo4wHi2oz1BRbyGul6/spSPBUrTlG8TE7Qvvvj6Iy
DiUGIolNKIhXbgIKDQfeIrTqu5GdBHdcLv/DC71q/yAZQg8AKNz1Tq4nJZMRDMHnt5dQrw3ExBXy
KbvcXrGdj8NBhHeFlhIx5VuH+bc4oJpw7S5o4kLsQkltqarZNpGl9NPqqCO7EwkwEh16Wjqrh8v6
fPw2kjY0aOGq3AzzKqg9CIhsinjCXpQyTdwkrcqDXGHnKxHfIQFBRkxirKwz/228OMlw2MCy/LQ0
SuHCVjD8cGyOeKf7o3BPUq02aYpu7jsKCTgWEUWe8h4R0yzXdC8ceHNvf6XdUWC9i/8v8N/uBYMo
dczWtSv0ub7XYwTuyPfyg6rP7l6g7gjpCwQOrLDrFePFXuAd9smpT6TQV7t8dsewqDzNqELv9oTe
ilWbexqYm6FhVQdgmA90PdYwiPGISUOEcDDXg00/I68x98Vq6txIVfTUC1hgeLFspI0PNKzTnIUi
MRoXmMkkdoNg870hiGptc07K2OVlTb81kVx/ThfrHy1YFk+YOu3rFOt15qWGAFivmK3sEU8iabDr
yhjUu16roF7zN7pPoTgiZB9J4zCepllPiPUNaQ4dlczu1QCNit8QHFAUHVWruOPE19JzIDeW6iES
N3zXmxiyLzKAY3eqtQGRqRjW1egU0qCfML7hKcTnVf5LJG9P7L5U80surYRStcGDZyhVgBZNBkai
MMr8qalnXy6gpDrt1KPgWtJQQ8cePAbIQzn7UXXozfBX5+mshwu/tbMQfXdaM9e/Z5UovnR6CT3L
7LrmG36J7d/LQovWCXJD0dGPrNqfSA6d+JdII2iZpnqKmGm9bVVa0jmWPOh/KWmivDTkQag1D2Oa
OsWgjxHqsnhl2rOhl88N8M9zn0tVgoxfLz2waP1yh8V9+KVOzfoyU+/9mOtR4/VzVNKMX+THmqKU
LyIecMZdPl61puXJgmwvUc408FT4prQTpgtmIES5e3u/7SQGq3IJxRK69tR0NltbQIm+LkUtPuUa
teHKMv/tlTa0zSb5KDYVinEt3ja3h9w7s0TeUJdXiCN9uusd3iDfSWJJUd3ocsGdWmHxoliPDmTb
9m5VjtGbWxiR7vaWw4aK9aR9fBpJ9ghm8Fg8LZU2+bIUzI/LKNX+7WntXRLowDIfkwUVt1UIURzF
sdWYltJRDjNTtp9aUpEZc/PL7ZH2vhkJowhiayUyWpsFLIZ8oVo1Yayu44UjhIr5IhQz9fV8Hk81
qd7fmb4EBxfT3nrChgFXQyGY+HX9Ub+9GlkvD0FcAXeGtizfsT+Hi4LH+qlMplcabOLBJtlZTSrF
GqAWHilgyJtwtQl6Qyr0ljQcCUrHSrVV4Cz+Z4F/dDCxvaIhQ9HloTwN2mHbNDblpWlxe+elN5v8
c4Di7Ek0GwnXhNhwYrU2bGz/Ik9pkwiJ9VC/b+Sq9aCjR/fhIB7RUXY+7tWvWRfmt3U286Q2xIBm
xjSNXIBl52i5mrtDmAIFToX8Yqlcd7c31O5iK4B31i4vkdtmzK7jnjQazn/bZ5anaggX9NWsIXZY
Kgf3zc42QnSHyA2qjUqndhPscO+HSGEXxLxLmp3BoYt+mCSF09Vq64mtlh6cyr1a9dWAm/cUjYB+
kkEInwwUg1drhNFHhsd01cg0bd1Ma6/OxYoST42R5KQMNj1P4VImReHL1ag4Hf4rHjS6gyBsPaOb
Z54C+ircw2NP/Wdzhkf0MvRUIvFZyR7u0HQVRerih5xNSABYRu51rVqfRLQLz3LVH52urdfVWsFH
kAeDY0rGMDi3hXJgUFORGDJXiFhglo6VTWkhyJzWDzi+/Lug06rOsa+nzddgTC7gUx4I6Bx2hyt0
1V+TVH435OCS6fmTIQ4OguifZTwAD+6AnYcCoQvADuBlQXJuWZkDVKmwXrtGI57pTpMUlofW/pEh
2c4oyMexDpQ8EafcQudSIPBiIdAiamZztDFiK0+pmUoHc3lP9UNyClgCbbCVecwxuz7XYqZAZo9J
oxsBSPVYW7mnp116zpHIvdAfNh7waa5eyiILPLGJNE/WG/GUt/Gv22f9/QFcG5ckgQZXJZ2SzVkf
gx711KCmCBjJ5UOqteW5FhT5RIpY/qxrxTj/38Zbf89v95nYy2GDI0TgY8UzY5YJsmta0tCro1mj
LNDUBxT4NzGi65OF3AvVLUot1LcQlLwesCiUqVIWSfXNnl6JG4gpfGgU+5AiX8Dc9h/aaqg+A9mI
KWu3GkYPy9LmqJ4nyuyokREoroHV0UBoVij3XdSas7sAr2wRYtdHE0fCBFDJMrcGdsaKlov2kAbS
S1BxUrDfjafEQdUxkR9MRM1qaq19EuIN1Yit2/aT8rO3NKyu27xoEN8DlvyPhRPlT7jO+ffYKDvZ
loBWlPi3JM3gdku7XJpIlWs/QWl4dAtxROlFTcmAbUnAWGieMvHlzfPdBtncmXdmEaT5OcDZxnJi
VulhiLsM5wIdgznNELTFljJVq1x9QkDG0eqwzFxTUyrYa/mkp+5Eoep5So0+9uY5/pZqQlt5YhBM
mWMEgvh9Dgb1eUKgvLKrYpqQNI4xQHTp6o/G0Ep+hv5O7uqIfAMMGvLpkV+fPAxN3qhOiutm4KS9
qAwe3flDUc/3DxkR7IpBXSUHUQfeXPaykCXg9AwLaQP5kip4e9kCkiw4lJRK4qjzjPVdOc8+HQQ0
aNsUoWlVRimtj+Mnsw6Gu9gSltAtWry2S5w/bh+Ft4L3ZmsCvqBPhgjaWzXmemsmUyN3cW1afmu0
s12HogPasbSVQnPLyJAcwuIX+I4qDbRRAJ2X2lrVMwMVPMOLPoNgxta3MopPbE/v9m/buRYgOdNd
Wl3miJvXW/K3Y2pU9SwFvEU+NiIP46IYM4rR4nMRl+o3SeD43h7u3fNH6ErRC91HzcLRbhvChl2d
RFG9AKMIi9FhW5nOEiXDo6lSGJwS/NeboEUfQvprqpbu4Du8C7HWwZkifRf62O9QdMuUK/0QtfEJ
jn9k50r4UR+Lr1KKh1vVV780dfh4e7a7A9IGJnJGA5Bb53pxsbMx67EaeMiGKsAFqOg+6Si5udZM
3VWtNd3uTdTKbw/67l0D5E+zkFeeRSZg396DuN4X0cAsxV4nghkzyymC+WhPv9s36yjEMLwlCoC0
bWHRQmjZEkKmVodSdQk1kTKukEVe1M69NwZ4Utye1bpUV0doHY/CFUVsivYopV4vZTHRwsyiek3r
jA91CQuYIpP5GOjFbNMINpwBC+a1jXHUxdldzt8G3lwt9RA2U2+Q/yR5LNr5Eg5+MLRHSOCd5eRl
JgoHyw8YbIu5wyKxHeR4BsBQFv1JWJCp7xYMD3Vxnh5T7ZAJ+D4sgbxMJLhWoFecwhYWJoQhrndB
HZ2CSpbPep8pL1U4KXdVyE5tzbi6dHOfneZBC+6l0CjdIEaBK7ES4fPtD7uzvhrtUOJeGBz0uTdV
3WpKaiEqwoiAeH4tsHH6EGuSeLk9yJv88Gb7XI2y2T6oGWmNYMIgxoIsRsfdShxZaP+laANbh+fD
pi9zserJT0IaFJT83LmcE8egw2lbQeJEndl49NZUd0xFL9BXStUceXNMByLmWZ9E8Xlsk49dThMF
AKQd13heAoe4p8aie23XtQcHYm/HAEVYe4sgPziD1wei7qshMOQ0OrWtoNqjVrReqotfpLIfXFRJ
j0h677NlNgx6K6jsrs440rY/jq66gLGMEZ6iof7HiDPZTWZV+ZhCQXfzQHvRlDn1wJFh6K3ilGHC
I/ZnHd7VoGh/jPldfwtqbSsygituKyePMUtXwvwPTxb2xp6gjHhkifhNBPJINSTTiQGz5ahesHMD
rR0BNAhWQBtsm+sFJ4EMc6ljo8Zt91yEifzZCvv8kwRm4LMUqbVT9BSL7awygqPdu/OOMDQVGM4p
HaOtkTm1oAWTyTg6jUZ5H0pLZKerC2M6ZvS1DSqKHQ5oRTZ9n4yeeyp4zgzjouj1K+WNf2ocwdKx
xkgoH37pUUp7NyPmE4afdEEwZTFFt236RygVCUpQ9U9DK1uvz4vOC/H5un0Odw47hGCy3xV7uPZD
r9ew70tdmy3WcCrkzrcMLM0sCeGG/zAKySPfCZAFcsnXo1DzxO4lDMLTSBrpsqNl+IazeXAAdz8K
GDhaRBAqOBbXo/RpmtJQRA0JcAymeHmEh1yaSZdcZ2rdUuDwR0HtYCvsLiA8jlV1AjzMttOWinFu
DYYSnlrVeq07YKFaeCjC+r5KQCDNKQcPQ4147R1eTw3tYjUxgSCg/JBUT2qtS3YrLaIXFlHvFziK
uhRXUg84oPBFqOrOqZtM9HRdiD8BVhudccCDb5pV7WlYOtWlOygRwzbGcp9UBQ5oac+fQnaoXre7
OqAbEDCgqI342PXvTpI4DjpB5JP0FuqNmMZwI0W//sPuogy7ls3Xm3fzlFRpiSlWzSCi3nYYduWa
hwFJ5f75KETJMDAo2VCZ24yiGF2KL/vIh14QrMCGpHH6NSq4Pcp77BdfeoXOrOI/UCi3EWqOhLka
GB03aSgmX+txUS+ZSLcJC0EkeajRuODFoFKMoJyXanpG18UAMQC0MgUZfx6nGROptAHdUhT1QQVh
L0YBuYt9KHEBBfZtzIfgqJ6HsNF93pL+J+gyBbeEbMFocqnvRK1NyKZ5WyAdqPasZ1APe91Pkqo9
WqV1sTfRgwk9HVVE6grvBXyXBcOgPu0Ef8bl7ymMp4c6FMzzIuaqryWYwhYVbk+RFfyiR5X/ClT8
yOJlmJ4rrZSeb3+ynT2Ozh+R/VvDAUHW6z0eWu3YtGYp+FU21y6CW5IdBVBt/nSUFU9JtA2kalWD
3Dx2bSnBuFhQgtIzebJF/BUvUZYeCWy8v0IZhfVcb1DOk7rJj1Rx1tMC6VUfAKDsNtU8n2OU+hxZ
jidcKaXREQt5OjhZlPjefU6GXb0WVq8/uAObJWzjWWm0qQv8rEdcKpYeKiWvXmkNmaInqul4qsAp
W3aFE5ji9HmbvWiBMQ12k2uTZI/iwiNcGeILwLv5GdyYwCMsPumJZX0KBzX9MeEsp3oWoFuaQouc
f8a5Tn6tFX1enMroZ91Zhlj80WdSPrm1as4CpaQuVy9TM+G7atHAzZwgSOXezZQl+Zxgbx7AckT/
347zKMD8mEJX5bYSmvxurJVh4AYD3myOKchNAhYmCx+HuYsfmrwP/ppGIVqrPtXPOEQX2E4TiI22
DHb2eegr9Ys0TvmvopOLv5MqROF7CUVtpEupDWxnKyYvEOK/U7WzPsQIHuluW4gMFVDmntjlOn5h
2AZWPkrhEOCXIY1eE7PmBJRpG/8URix4bOQI4m+hXPZfdRzqLgpkkK9SuVSL3SjsgVMSycVpkLse
xBA419dJlfonPS4sgJia3pxn8NbPOa6uGigkWXiQGjUOPAUwzznqgSnbsiBmP3BqHXHkVNvnTJUW
uw7E9tmkmeREWv6Q9jksg8bsMeiul4qCSzEGn/Wh1u65XYzPGbXR5zpJAi+nXNS6TWHN9yVtcOvc
CUms2inyaILboCov/l0ZKf6pmGnEsUNOhG9cbqakCui3CS2u5oE1+vC+wx9SsQy120tS/yEZonQ+
NVolqM7/ZJjWTkUtgyuJjQhudqVaz0KqFx8GsdC+ZKiW5Gigj8HHqba6lxA8FhreZgqaWsoFLFNJ
uMMvZqYLz2Oc519vn/535TQcoVYi+5szJU4Tm9MfNpYx4RwX+GGLZmgQIdjQl5J8Mlr9y5+PBJJn
ZaSiiUFmf32bEVnUMraGVMcRH7mv2uhX16f1B9Fq44PQc29OAMZkEYdPWl7boLBMwjAapoiRSA38
Osyb+6UKNKfthe+35/QeGQ/cFqUyFHBWpzKK/teTSs3KNAU2qF+FLbJN6I9/Fgwa/9wNypmHZPWK
whNFBHCMSc4AbzLNj67Wt/lcv1nrj+AHIGu9tno2l9xYKUDrxsDy81Bf/GzSsdOcrMkvkdWX5/4e
4nRj64E5OlrQ/iwSk+IG3m33jdD9G1o/EmG8xzHzr9jU7/VI0X/1eOSd20SpDl75ne9CIQmuIZks
hnLbxZpqY1HFkr3WCe1waiLzn6zNew++9JHbyM5ro9LmBbYFU4TW2yZjNsMAIJeCCXOAmbo7YAh2
KXvDcKlmiyhDZMqE+cjyx9p862ZgD4C9RF8L/Nr1ZgiDeMS/YC1NG6H4feik2Q7lZDzzd/X/sJSw
nqgfcXDRgt4cJkPqVAs3EMu30ki0+ziNbABENfqS3XJwmnb3OFEp+xvHQkDem+zH0tJ+RNvD8odm
BDVTgqXxLAFz+3aRLS8DdXEZeXw9QZMGtzZxvqyJJA6e8nXttnscSR1yPLRwsVvZrK0exuFMpcLy
lwRre4qG9MujyfTjhf41GrnN53oiO8m04uir7o68kjLWBBCowuZ0aWIeJQKW7X4H2dsriqa21ag2
74QBqdU0HsMvc5k0+FNq8sFHfh//AaxDph4OIjVlaRv/mSHyKk0IJ7cH9e7NVSXR37CO1Kf2TqVE
8M3Hxf2K8Pt61441vZq4mCy/EILYbRM9+An76wG0nXHQEN+dD1nI6gUHCmOLe1MJguoslS1fjfX6
A13Dkp0bH2GP1u/xbqe8oXPodlBqXH/Fb20ODQCFRcDBKAXSTkOj4MMhTdmjiJfqI7a3RxSw9Yrf
jievguYAdajNbQUChiaJJkBHlo+dcP1kzYjghFVXeWWJcZO6DLI7dEpuK60SPRXNeNTn37vquE3J
E9grWFJsXqBYW7II93HLDxRjvBjRZH2UE0OwexmZFvpdkMPEePp2+93bOxO/DbqVnBorKQD4xqAt
rcnXVg+Se8XIYx9eXv48W2oDx7lRXcHQP98eeHe2VELBaUIVIiu//ridPi0NMCU+Lv0zRESa0jWV
LDuLXd04cxeVn5Dker095k5FmRLMqsay9pLIJDY3QK9rSYC0EydEin6WGfkL6Xn0z6DqgtMr8+Aj
nLI09lCosm8kYXHXoOFrh0Kb+0GncUfPeWsjljTTPDG+aUJTf2y1Tv8gLwgW5GwRH9VM/VyrFnAg
msQ+7Xv5klFcA6aJ1irycAX/VOlfmyIPX27Pbnf7rloDsEpB62wR6moylVE5sqJaIaStLQK/uu9b
i0Aeu5nXOENXNZXC6F40QsVG1705kl/ZuX+o7vK44MxBALPl20XNYpBt8bx0ZdM9imKcPcaT2T82
hpo7CxY6j6I25A9mZ1h2i6a9XUf1+FEgj3MLKRVdPTWyS95P5nlEasye+yHwshx6dTrXOBWLACy7
xRzvZWER7REJrgAxzzOqW+hKLrn+GGdS6KF3IX7RzGGy26o1XAvRP08M28gVZdAoE7/F0RdZukdy
EBU1CU9JaYoX2twexrtU6FD8ooGqRl19MvOleFSxA/guSWF6uf21dq5QlBCR/wX2QOFrG0SLfVYL
YsOe0rp8eKzMwfLEOFLs26PsHO9V+p0OFQrY9DM3Gz7KtTiQzZqAUhMML8wnxE8rKXHDBmN3rKky
V8673C95TPzbI+/FsituBR1Qbm8Sk83tXcbSMA4ary0Q3fyClVI93ENel3vH1CcR7+20mn9kWiJd
qpADIUcp8OFsMjyYYROOPGOv/lXETf+pq7BHcJCAEh9MMSoLVKfbFknmWIov0WJgFnj7l++cI344
zCbuJaLwbaMinVNTwB6GNSsk5SyEWecYMoaYTVSX7iKrvatrCvJzxJC+YPVHmMK9U6QA8OW9W6t8
W9WfEMDHNDclQVoO4naWA9XuqjY7a1JwcAXvbUEAW5SKuIDA9irXV3DcmgayeExUiofQj0009UJM
uA+24HsKG5VQgvc1ANJAEm/Vp6c4j/N2aYjwmnGMfQn7o8YGfosg30SoljnxkAyf2qYJn1tLW+7G
IIuzcyxkMe0PoJ7kQOXcpXY3WfGn25/6DQi7efLXghnYKipKFJbWV+q3EKO0DCEJjMzyx053a8H6
MSUAD8U+94pQO1dlej+U2QcroEYSqi/5KP6dDstjNed3YVM99/XojVXsaGLxaaAwXnWKkxrTWZBK
T0baWLCg2YdsmF4ZXDg9jS0jNXOwvjsPKUW/FTYAeZN63CaBwOK+T6E8mD4JEsDXHnxKXvWq06ra
g2R1nWusONGDdVu3xnbd6K+DVyBXJpDf3CvZLKb9suimPxt9+zmIE+3JAjZRUPSeUqZbd1g2ggz5
GyK7/B1C39jYbW/9FBpKUnY9xPPTDPn8NQDb2LjqND0mVOdzO9Li5C9ZkBC8nFFO/ZalGs5KTYmm
qjMHgfw9DRLpiN27d+A1uL3wPQlGKC5eb4KpR9M+KmbT76yfWZYv90jh5peiAlZmDig3Yx6u21Hd
pJ4SwoS4vZQ7PdpVqwnjPJoGXLNbwmkWSIFRwS/xE/rBtpHU91LQnoSk+SyGJq1vqfCFPvtUWNJL
pAu/VKgzctweSfPu7iKD1hH50dvzfb0GEvLIYQoizV9C64M0Rmv9fuG9LOLQs4K6s43g39sT37t9
AN+TDq1RIHCm6xHHPkP7ibzYr6QRTaLcNJwy4gq6Pcobcma7U7nh8GSAbgyzeXvCYxFll57nrQvn
H5B4Tb/IG1zhwYu7cprHdpXSDK9oqFymtGjOAJB7x5Ii7YsZTJBZY0M96VJYn5ZlbdzGxXimlR09
zCg43iNOqPhZRfl20qPsAyrvf96wXEXWV0zQCjLBdOh6ldpFEYq2Uky/HuT0nhaf7Ivy2NpRKDcn
7MuExxD1joMrZffTECPDgIZxBsLlelDq4QtKLYvpU5lJqGDWuq2UtXYQIewdO1SAYE/RrgQnJF+P
oi9N1SjBaPqZZJY+LCadsuho+fVSJl9wxmwf4iW27vNiMD81WZ0dDL9XDaEIsgrOoFSwkomvx8do
scYGjvHTOUF6hXCMWBIH5xJkBLbRkfXJyOKRKGBcbNFIqZ7rvXzwI3ZXeoV9geTjddw2P4UqBno1
UP0wI1XCENZQzx0SHO7tQ3B7FEvcHDUNvOJE5dz0BaVpH/q2QEHAErr/Mhfwcpi0w9JB4Ol6Pana
zBRYWraq1GM90GOnF5qIuvyHuYBlQQOJkBYo2/UomZYqudoP7M04CrmQ9U8F6ogHl/Le1gSEB38Q
2tOqiX49iGwWHRLC3IZTVMhPmbnEHxaLQEyYzeSsZAYaIlOLEESNCpQF2uxgjnt5Kr0ufgF+TXBN
t6z/wFDSUkV9maMRGbXNY7DA+057zA5q0/zR6VbyXVXSqbQxWRIXOxY1IaWdG9bqHRknFtdY+VQh
rjtF8KsfqLnZllAOpgvQyKDXUWgokUoz8wjrUkJ9r7Fg/uqJmg1OWhvV04KBXOgoPX/aQlqvnRTD
yl+4PsMXxcraH7c/6l6aQqxN35gYDGT/pnIFKiOqhjojhimhiwNx14geeBWgbI7nhJza65RecybR
mD/dHnnv3VtJw3QUuYNgWFx/aSwha52GOq/QEkYfG+wh3FpPv0tN88nszZfIWI5AkTr/x+2D9PuI
mw2sZiYAF5F3CG1llzbKa2bIyxkimLOMi3BwJveCb7w4wIAh86uRim12ct30cZ/2vLLZKBTf86ac
artC59urW7QrMJRG5alFjbaYha+R3ll3I2qV7qSYqdOb/T+1ZPyxcyBkc571ley3mkxva+uNJZi9
QBPED1GBOxeFOtz9f2QdO9/1apTNvJchasJwvVhnRApOqIurPiqBOl3Ftv2I92v8JIj/IZ9Cl80E
wURRi7Rbud5L7N1RwIHU9JVyGUkEltnR1+LG7R37niTFAqKrg+3K+nCyiNfD6BgWSiVQRYpL8vCs
9VZEvJLX7hRJkccv6D4rTdGd5jZo3FadlbtSKdSf9B+HJ0kLsrsoFQRn6YFd3P5hO5cmicCKCiV7
FikqXv8u1GPVbihRrIkWvbG5JNvVjJJMqRc1J09zmmeKIPmDpnwzxWb4cnv093h9C4mndU2QTICh
v7WwyElEFpoZgU/KOGC4m4TjY4RFc+XEkDjcYsL40E3NNnwRpEmsqP8HY2wLGBqaQOiQtbDNguTE
FegYexgzZZGflBh3cw44WXZqZurBT9659eDVkhev/FBAkZu7x5gwAk/GtdpkyePj3Pf5XS3U/Vc8
yZEaGdBOMSh6+WIb6Ae8m52AgFYEfS1o64R428p6KkoUzXoEEqgb9f9IydQ7ybCYB0z8nVHe4I+c
cmNVwdWuN4SVZMmgL6bhSzMGrrZlVkpra2qV27c//fuzDvMUkOXK0eOG25aSxcxolLIdDD/Azt0V
hTR6iZImcTR1Mk4TKY+dW0H68seDro0WkEXAYFZAzPXk2IpVlUrYmKiB3GKrblrzx9KSvgW63DyU
1VK8NsakHwQGO9c5JUP4mGuxAo2xbYsHf6OY2lNk+Ahph3cUW9uXWaOuYIaSgs4qtdJaqoIPjQXe
ZJp06wNSIpVf6jQwW5POtWpUf54sUCLj2FPHXGGuWzxQ1JtBaLaK7mdWkJ2VtO5P2N7W3u3lfv9q
MgqUV7T5wHRBsbte7ipToxgfM93H/S47N8QSLqoiLup6EwlKeSQoezTcZuu2itV27CrdhwGkO61Y
NZ41gN4VjT5w5Xj48wid40+iRzdNQZTy7bv/VoeKM6ERFmHW/UmpmtPU0X/NKmE82D7vLxxGWYNz
7meMH7cdpqbVFewdWh3Hajl1laCdngclVIDfCYyHT/KDAdrAWeLpiFi4rtd10EORERw2Lz4FYZrd
158vCysrz+ZK90E/C06Nt4eTLGl5iVNjOGpDvB+K6QHlYEEhDW2rmlWGVA7Bo+bH5ShfoOQFF3FK
6+Tg0tmZ0SoGhGUGnXviuU3ISr0gDyFcaX4WCeF9GifyeQBC5Je1UR7c1jtDwailSbOiGGFgbR5W
tY/QnSgiKN6xUCKjt9QOLiSWW5XLURlod6hV5G71LQOatflOURvFbTNaql9ocekLI3K44SiPJwki
4cFmfP86yPiD6SIOGCsYYAvFponWdNGiqj7W2DHk7jJyEhlbvtv3xv4o0LjeRiHAv954q0dMjkKX
6k+LLt0BCPzVGtoRH2+n18HH4WypcLShVW05+aJEGoYRtoJaLml1PSKeN1XQWTNDvRuytEFpc1Bf
xlB+TSwl/pQqABNxm4n5VZZ1ilJNulsQK3H1TO380Ewzv2ob0e6QS3owgvHr7TXZudwou7H6YAWg
uW1p/dhu6QUwPhX6YLu41KgjB9eP4ZQKmXKPi8RRxL87HtEZDBbOyTsWM40/y0RjSvXxYFfuiWm0
kzALA2KKuKzMQj7+MZUAgSYwQ6TQ6H8C29x886wauRuA+QYLWNBGgjqdm3l8vr2KO0fljQKF/PAq
fbE9lUYyJHWVxYyiz+qLbmWzF2ZLh6cA78TtoXY2MdkxrHc6UuDKt9hX/M+zQkkMhZRJ01+mMqnc
LouP4vcdBgEKXTwPKH3TIadPfr1udW5MGrqwso8jsnAnWGbw0qZhRasLrZTUjlWh9My6mi5YnE3/
5mUz+8WkTpcGDYon+j7avaXTY9XiulwQ9skyNDCkFIOXOLJ7I1paB6Sl/lHLotn/0wWi40yNdC0k
c/6MzQ3ZKXXZ6ZUp+6lG5T6rglfTbML/MggVa0hMrA6h5vXySPWS9yg1yz6m4QO4u7L9oYd18fn2
VN4fFryYyR0RsKLyRDP/ehQ1D9MEhQPq1cj42TR3ImfpOvIPsBlIUcdH9oLvxTjpGf0+oHw9oDBC
H0+m/6XuPJrjxtY0/VcqajObRg28meh7F3CZ9BQpU+IGQUkUPHDgza/vB6q63cpkDnN0dxNVIZWK
Ik/i4JjPvMa0UNCQ+sulaGsKokn5MtV5eplcJxAIlWH0yPks5GQG0rt0TkK0p6bPJXZa8Mwt56Hr
6iawUgqnJKbVrhOo+L09L6+3Gx+TXt1Wk6ZLc9xF1NK1AQloWeGS5o3XDESYYpIHF4CBduZFn+Aw
MBaCBFSGOa+4ow6nBHMkB2AYHt9pjN4ifLbWV+pa8aQmm8OoEpTf0Qi/kEXd+ZtEuT/muuSZVVOd
OWNeb3w+CA4KW3mYTPGYL6g7pH7QSKwQ27NxP0WJ7mmLc64idaISzjDQE+gxwMJ5BXyKq7XoInri
tDJihARgQO3jKBncxm5I2wyBwsyCLmSB1dmVAGKNDKWinHm/px51s+7cmpiA845T0jpLyKcAEoRJ
bOkYuya1p8mD/ssnKRnEhlwGE0HOcty3lIWt1JvrU5j2k+VHy7Tss8qqzgQdr+NsRoEZjEzRpiJy
vH7koZ2h5qgbT84CWWgr815ZrZcpscjmVQUa1ZSXlyphwJmY6tQm2bTUt7rxpg90FJSiW9tHRaMz
iauwrvrOiIIuKvAjV6pzQ506pzidiOnBraJ4chRYYdygSWLhfU3DXPljRptMUdIM6+aeS93Qfz1D
+pH70XcClruxeg73pIKcdifNkxWa6lJfqENauMWY2GdCh5NPxfm+7frtAD56qlFZNjbATMmismyP
Vowgv0+rfVpOH7S5Ke7fPtR+8M4O8yKeauvuUQMigjze4CkVmgTQITsPpFRQV83sRc6gAmxeolCN
tfhi1Ub6UpQ4QMSm86WKASVMElHsyxnRX2LF3lfkXr+QMw0pinIs/F5Kv0FvVG9oDyrgiI16r/SK
uOzz8fNawNlwFAAPY1QOd1VlaQFMithFZST2FfTe/V4B3BJnUQV9YE12bz/wqfmlNEdwtvGH5ONm
t9YMmlhWSjVSW6hhUeRRSD2D8SAa0NPUlHNA1e2FHU8wx9pm4ElzAT+Bw2WT01UkvrXNcOnrCjH/
wfEs5tFPTLRN4lgTbgfnZo+wr7mfiL9C6Cy4D0xtcpfqk71vhlFzpXhdQmPFtacY9MlbZOgpY1cq
LoL9482As9B1zP1IM8buLp3Inve2OU7+sG4I0ileLqzVaT1wZXLtOkgW70UbYcJc5p7WIY1r1rbL
KLZZz3h7ZcZOXbTsqp4RLPgPobR9nLatFeYlrEwhrd1lkXHvrXQuP739ck4dWz/P1dHiF0qTsMbo
OnWO2rhtX2ofjd5Q7poo07wG2fsdEnaG54DE8t4e+cThD0gMsTqHXJrqxLZsfip/zHHt6J2VciyP
RnM9zAi4K0XX7d8e5cTpCOSOK92iQswZeRRaAb2dcxPKdDgWPd6ShSH2qVZfz8bcnTlGtnjzaNUd
jHS06spSQ0+9iDlG4tjwNLWa8N0A+S2t4JgsCV/eVpbaf2cSIWQQA29B6rF9igRJpG+6jFvHqOZd
5QiJRkR2DiR9ahIp8dNz27pKxnEFMmmSWOiCCmTeDsjeyFLlTRRaLnvJOAfEOzkUp8WGygEgfOym
nEhtGhtKYRFs5o3fOOojFOJs39VAH95eGSd6KqQ8Pw21LdCfFmBdFgNAYNMMJdOwbhwrEWEX1fm1
DrErnJ1IPEl18T2z5941xya5TG1ivaFqLbcp5PZqqMyvBSyCMzHR/+Vj0VRBfO4EH6gfKyfty5J9
oVWyvLMUnDn9xa5VNUhr2XRtCGVoXaTTcifKVW/dyGi6K3vSRec32GzszaUGz4Z4UvNn3svzuars
iZSRsv7WOQVzjGHVsRIR0lm8/JFXpCcmehZJKOr5anWsJ8VZ7xIJqJaskMDo0OmS7F4b5v2oJjfT
BqMe8vR+EdKFqVQfa6P3Fk2+7SzJm1ZUbt9+vT+Cx+P9SBBNo4N7nfx5a1399HppoltrV1A9tiUp
omk+TMuVY8Rj0Kc9ylh4OIWl2ol9jEmIK9Z62uME1/hEd0WwzNoUSKjrB3m5ZHupKPRbZ8jWa3My
gYVzSQSZuSqf/gOmggJA3MDZXOAPjVTzFAD50F3IROdAfydQY0w8xXCkszZw7bFC3bI2S2zluhlu
8nNfF9HVLtIzo5/JOjLo0dx7kjaqO0kt1/vEqcAjOikpfFkae3reZynppw5wQGz2RvqGBHVsWYFV
7bxkmWOGyQb76NoSgR811ndGpKPWVqxI49pS6pWbdJ9cmC/tWI1wsovcJT5FxrGVh7CF4XnmSNze
66v3TkkAlDXZE8f+4Xt3JAAvBVde2CXRNRd79WjmcfPYj8j+Cll+MVNL7EvYsKG2It749qo7NSfk
GnS/kLBCYvboulGnMc/MLDJDEp7FV9J5xdcnPWelfCKiom8AUnjjqRHxH12dgxJNHbVh+lA1RrZG
NEzX1VJ80KEwBFnv/DrIB+YYhmpAFS2yjOPu/cZiGNLWMsMhiawgmrXUb1REp9+euhN9LobB3kGn
qEr+dKyHVXaJpkgT/ZcqzwcXhaHCoyL9aVUbx1/476dpQY2ibY1LLa5RaLZvbMnwk2H++PYHeT27
uLGjwIhKEOQtJFAPF1CrdooZF5MazkvxmZRL9QwJbnDsFDZorao/s15f33gMB51q8ws1KWMdFR4a
Y9RpNVZqqK+SNLiUQQZ3LMrkSjVr/Zf7JIdjHS9PbgZUEXPKWZE8X5vm+M1SUZr8N+bPJhcmtsMG
9Vh3o6ij3GhNQIvLAn3THhw50BZRB1bbk1lZy7n8/tQEGvCSt0kE065vgdlPBz3utcuGpVXC2RK9
WyPldkcwVAWdoczB2492aijKUDJpPpVZADaHQ1VyidgCsld07ys5GFLQVXJv41JmRfmZoU6tQnN7
LA4RWITH3cFYr+FWY6BAwqTrd1otxGUbNSKIQchdRaJqzizD14kAdg2k9pA3Nt7iMfyN43rJk7Tm
0VaZwtZEcSpIcUklb+nLIJKb0pcg7Plz4ZzbAa8PTYZWqXRDUqUNdWzZCBY7Vbu4UEI84dtdjdmH
W+EFc2ZCT4/CfkYBCGG64+LF2ktLo9ipgvGtonv9QJ0EWYBzVmCnVggtQhIaFHngfR2tEDG0AnlP
XtsmoA8BallxuRT4rehNe+aBTq0QgILcvIT/yE0dbWZEpxVIV40SyllXuFk8m36bDKofk7+6Pfza
MwnOifgD5KyCAxkKVwZqTNuz/7TRNgDbOkkIQhdKn95LNlo6uhwbbo59QVCygBJXQ3nbN51I3cuN
vF7oatN4bWV1XjSJ6syKff38fBwieBRWNr2z4wZA1JFs0fOVQ+ohZrDU9gDALcf/DEZlABPp+Vf3
/uFwR9dCJdcKnEEdi8DOhh0kN2k4cV+GEHDfvz3S65UKmImNv4mpEJcdH2gdIgNlWTHSJoWxc5po
Cgqlas64tLxeqTTEuHmoGpIHQdo6fJt2VyFBWzsrOmxddZEaRRxWICMvKCCtZ672Ew+ELRbaRURl
nC4/oK8/LZwOfGGv1sYargai1Mg4D56M7veZhO7EemAUumU2vWVW6NHWsyPZGFAbXkOjSxoq88VN
lEe3ytiZvC20XH71JVEZApcCywDiOt5Uh9Mnhogp02Y1HFStCVELKVCp6aQPb4/yA3Z/GM0Cb0PT
CFFa8Ea0oA6HcaqmjMk25XAYukjzJqTRn9ZKNTS/mZATctslSXN/KgFvhm1aS5cZ6FURxm2dDJcJ
xrRp4NRcUTspysWI2qHUvltmW/s86pnWeGttrX6CMeBtk0xDhUvLCsC4N/sW6dsqtbsHVRq+Gtko
PmBIliluJIb1k1ov3eSWliRNgegk6JVaNhXFXWJPZFClkjUKysISCypvwdPOVv1BLiYFEp026U9G
N3B7zVu/xX97tl6vM5N8HowLdYONDn+0ArCOomdqjnI4d2W/a+dUJkdNks9vj3JCi4vbaqtn0rGg
KHIsqZAQ1sNvQ6c+miX6vumU3FbV2qLKh9RCdm2IRcogT1RG5uOX1sBbtcf+3skGjZprpC3XqWRM
V/kQ9Xf9mkfQDQFwndsM2+l/uHBYN5S8tsYKnlLHqI4VJlXRCqWnojwjWG+KxKP/YSNkPNnr7M+1
Lq2uIYEY2DVjgSdoFDnghLvCNCbqIJPe+w5g0ytKItGz0bVpuTlw9cWFMCOt3FtOT3SV9Y0GvCHt
AqOz0B7VGpE+0ygenV2cGgyQoEy7up2GPSU8Lxu2Zw2oq3JJAyvFNUUrGk/v6miv9VQBoVOr6i3c
ofU6tTrrQdZnbM7kpq86P7KwJXORQEsqDwnLIVBUFFA8JTKc2c1qeYQyNqrd9ZKJwssgwUI/LvPq
uTMqHGQ7WVI+p4R2N2mNq8t+KReqN8jWq4GNoHztTjnwdy/KEDl2u6TVZ7+wjWG81pyyI1fVEkRY
EtqRVIIpy7+9oF6HXkB8CF1BLQCV0o8xk5Ocp+pc5UuozWZ1tRFlfW1Kytu2l0DKlE4Cw7yr7rC+
Oadm+3rDMDL4DCqIpFyv6BtYstIGdmjNt4Y87lXwrr5mV+OZtXhiFPJtDQcXYgYLKYzDM4zwXJem
jIO5H7IJfdoVPwV9Nn8ZeYoxxrb3N0onIfPRgawYjYXaX7+Gcd2nVybgMy81S/vfeJafRzkKuvIG
/rnWtiuMpWbwy2apQ0eDJPb2inh9N/MsgD6IspgwZCkOZ2yy80lCTosZy6vGrdtUc/W8Wr2YE+7M
3axqrw8KEHqAEDkzNTJe9XCspmi1sVlUcB36QFkmmcviU0s+2l4WkrpyIkhFc93NclxdSXkLFTvR
JrxsYnmpJTfTJNsM+lXvn4VIxmvH1pNop0dL88Gh7p14rZAg1AmYhgiENY7kOu064AxYV+ptH0HE
9cdGyc5VkU/sKFbbVoPZ3BwA0h0+U55jQrVQHQ0XO7cvl6mPaeN0G1tXViuvsjspkMqFinySWP7b
r+7UYufQBLIDzMoCXHM4dFFNGa47Ga8u1mW/yODcU0KW/51RNijihqKzSbIPR4kBDFvpYi8hKSR1
VqOcfEmLziVmryOqjW1ApvsvZMrhKK3cljAj9YVMXks+rsbY7wBAFrsaVSGvdFCze3vuThA3qY3S
qNnqPwARj0P6aTWLdqAXG5ZAqq+KXh1rT0nXT7EWoebN5nZnQR7hLIrxEQqWc49dvdhZgDBdzR6r
h7Zauwu5jkfsxnCFkEYZTbm0BtM0qc1ebxtyF5F903s5+QAnqTpzBL2er+304TQlJgS2cNxJNjth
DXKjz2GrK1M4tVV+nSyp+RgZs4p78GCeSUlOgFa2zhZERtQukZPQt8X4U2BNcDNGyMXMCEk5QMOz
NL5Mky66nFX5gzlrWYjyCawUhBT3ZGulp9T6cJMK7UyUeupz0LDZ0pWtU089+PBzNEuUmfLcTyBh
K/EnsK0CxhHdv/taxO13SaKcBUhgKqtAa6blXaVYrYXpnPVc6YSuZ06014cnWfEmIEcYuBEsj0Lm
uUgNlsYPiXB6ilprDdcG6nV+uRTqL98GwIUoBnFrb1B14+jOsbIEY6qCocZxip/GRRr8DvjOmUzt
1PRS96eSRmywEdaPphevLccczWIKaQ28R6kn8oqRbu2yokIzF9drb1zO1qR7kjpeGH32hULNOSDc
ieSfJJt0lISU2Bq09eErVhfDGoslYVnnCDMZrCSMHNX4rtC1xqUqWtM+cbRwrobS66elu4wyDCLq
NO69Mh31MyfFtrAPo1s+DbU+MkoyPgoSh58mFxSNRskYwzI1tQfRidWfhjo+Q1E8sZIQjkeibet5
0uc4ukaUxoZ30TGK1KgN6v5x99iv2KK4sqR1Z57oVb9q40FuZcpN55Sk/7gKNk3wzImnGwCfZYOh
qVOmnwqhLd9NNU2ImON2rV0TXeaBkFUMSPDjbKOW5aAHEKozcrmmznWAe/FaukOsTR9xaFSkSxwL
sxb5haIigoUi86625frBQjboWzHWeEZVuO5mo8ySwV3MPJcsHV/F22NRveR42hpFgHMP35QsKklH
jAx7HMBmAVmn/XlG7/nrgA1QqPaJ/a6IjOLJlvL4Qq8n60YXknDRhqbtlqKdLfSxvWpLS13cLJcd
Hkqx9sBvAUknENXfvoCOl9X2YSkgU9sCbrQBBg4/bCuEZEbz0ISTXllesq4WUcu0nonujq8JRmEt
oYxCuR9NquOmfWS1m+pA1oSAxqCeDuQ4RSJqN0qXpwogydvP9ArsuQ1HZRzGGuD+DQV3+FAEY3af
bKgmNJG/GrHZh2tDaKIokrjU2rnY26vRgalstHf6nOh7WcY51Skzad8ZzZesnbhN1bijjgCBpJtL
66qc5QtnkJZz59yJ6VfpKm+YXsTB6f8fftICgF0yEo2GdWImt9bSpNdakTjv1N5sLxSppq3Wa1GL
u0VbP8DxXB4yq97aJQsQlUzPhOqtXa29Wx29DN6exVMfjQOYSiPZBWWYowOnWvBcN0TZhDNW8NAD
tSTM6/icV8SJzUL4wyhQC6jMHRcwrEbGZiYSmF0vbXGL5Ht3g4HV6A1pZdyIqDJv0LbNgwSx3jM5
6Cs8KKsEewKsmcCbAwY/pnRFpYqiH/4pYWGUH0uzdtxYkxF3aXN5eJyxHbuNOki1ehd9FrmJ4nM+
T2fe//Fxizgl3Q7ZpgUBV4kKy+HrxyjaUCdLG8Nxxeo8bc3usmkTaYc8xznJ8pNDbS2+TQZpA14f
DoWuqpT2Ntpta26/dPmiXSx1+sksRXJu92334s831fZQJskAyRUZARKjhyOhP16XwirHsInwOpUT
rH6sPNcezaWNgyZH/mVGis+PpqJ9n8vVGujaL3MJ+AwkxVtk5hDKa8dXixkz28roDOFqA7rQ0rLn
sujPHZ4n5nRLvW2durWMGfPRnGbG6kDIjAYotFUOjrKLPDKk4aok+fff3o2nhoLsZTCvdCLoTR9O
atKBxrNqcwB6UnCS6XFxWddLc4n1x8PbIx3vyG3qgISyL2gzwLw+WpOroc1TEoNUSCy58mKJBtVg
G/m+1TBz1late8AguA8BCZ0z4nxFbt6GRqSKGj1XBQ3Ho4fECU5rJ9EOYZwuA0ZkmuIaYoCo78St
qyRrRaE2qZrHLtmSb3ndmQPAs0FpxdWSOGIfqSS3bDcj1LQyxzNRX983UZWdSXpOvYvN5X0r7m/l
/e3rP+UgI82fKAFPGsoTWA4T2ftdG4sxACtsnHntx4cwWJMNY00swREBAOIo6yWUXwYM7JvQ6YXs
LToB0TBF5y7MHxfi4ZaFlkkhCe4BUSaE38MnouAJsiSutyr6nCdB3TriKQJYvkIIz5RLkAlN5eW5
4cSfq0VtFarqCmZFWZvEEdq6puYnTb6UONCmGeyUrlxx8RsgkYgRSrxb1sWIwSTl9RlkKC4u6Icr
yBPR1JCjQCjSiB0hmJWLFXcn0t5pHO8cq2irQOhaHEPabKc6wOcobV10Pqb3jKM/YmIdCzfKjMR2
I1OoZVBuZOxdjsbel0zDrsqjOQgKKBH9cN8ww9fl0GEzSB8gzrw0j1rhliz1u14fcQF5exsdhzy8
ORRWt3t9o4O+PtqdTJ/0zBBhUY+zL2u52E2Oi3GTUFLrzFjbOXP0+gitKM2TiNOYORZFR1RkAXZd
ihD4auuXjhr56P7mAI5o3AtLinxEQs/d3D8Eww5HhX5mYtbK3Q3M/zgjGQS8UGDbKU/YSUA/U73I
/dJsheNr4+rcGU3hDLRKpwwcb8SXkURs5a+GleBFvS5wTlJziZ5Q7VmnYDHT5bYZ8trY6XXfJaGu
IokbtZGZ064rVhHMiOwvF6bTpg8L7N7RlRKo30Ha9JHqVphBBJGTIK6mkXvPnpRpM8ZDJHaqT/Ma
Yr5V9jFUaqLBIbSmOM1RllBk5OpZ27mLm9i8BpOdastFm8/LV1kvR/pGZn2hb2aYi4x3FsPow3uJ
DYsV/To6NWe+AYPk7ZXz49Y/mFiHoIttgGIf1yfR4eFurJpeLiXR5dQyeJ2ZlNFNLodhvU9XkZcQ
RurcVeVWq4D4aXN0T3lRflx4F2j610bhIe2OoK68jvWLNqwp0D9qoe5Qlqg7LUlmWW7UjMPDADb4
TlbGJnC6tesDXYlMZYdOFpNVjlo+wQPfTB+maqnL+7ef8VVyzTnDitkMZDS6iryFw2dMkkHr86FN
wx5TbdhHoz6svq5JzX20OJKFw2TqCC+XEi6CAlpc64+zcApPzLDDgtrWFUrRUf1XTPi/v87/J36p
7/+a5O6f/8mfv9ZiAVmb9Ed//OdN+rWtu/p7/5/bt/33Xzv8pn/ejS9tP7Qvv908i+63cKi+Pfdp
XR1/z8GPYKS/P4n/3D8f/CGowGAu74aXdnl4IensfwzHZ97+5v/rF397+fFT3i/i5R+/f60H5Jv4
aTEf6/e/v3Tx7R+/05P+6V1tP//vL94+l3zfbf1b+Vz9r+634rn69ur7Xp67/h+/a8YfZO7c1BtE
mmLspjA8vfz4iv4HtMlNXhAiJGCQTQO8Qgc34ZuUPwC6bFp4G50c/W4CD6iwf3+JXG27Swk3ME+j
//+v5z94Z//zDn+jqHKPtU3f/eP3v0jV/7OBLApTQIg2Ei6Cg0DajoWlinEaJNXIZ29RhossvW5a
7TYW9ZdaqDTo1CKsovQ+1cwPQ2RfCq24tNbhRqDLqudXiiZMd5Xlz5ZQLE/i2Ey0+SVeNRx24mud
xrq5+rUdISfKXKlPUqTg0ZvWsTvqeo3ASP88pqpHD7TLAe+tXXddGUYGh8XyVL15VvUdrobZo5Pd
kV0gjjThECTY6oFZe/Wlg1pStzPsy8a+v6MrjVPXjRp7SXI9Qy/dNXpQ0hOPAyrfKoYvWLH2IS6s
bmcFSxYU1YUsUTEOcAMUw72Tv0sHP60f0LtOuR1qDBV8/C9tXGabnZqjoBE62Co9Fo+Zn/nFXRR/
bz5o8kNzY+C5EHv8quWGW6zX9PpD4xM3ydK45ZO97MRjW7ll7r6XFE+uvSb2uvQlUR6qx9Z23zfF
bS19VPPeNeyVSo6HwBYZzuoWqrhpsBhv7d2aeXCddlGceiKd3KRc/Ytivm6dBtPHd7W0w9GrGayr
SXGLqvC6DPPeXedjB0Mr3Rv+XL5KT9ITJ/WP3+Ufv2+/Js/9979+TZ7Vr/139eu//hm/Z8/Gjhvm
6/hd/2rsTMedJBU7ruV27MJoCZ1dk1+r9Gx1hyPWUF1t0FztshDlU3GbdQR8iDDXnxsVtWm/HF31
z+JZ17xxwLrm/eQnD5QJ8j5I1J2reDW6vdxaPk5ZaJdM0R1nt2KEU+KPBWyYuxZIwHpnajAn3vGz
LGXHrxhxl/Wd3e4tDazz4ppuqfIL+PxECubJ/zx7iCjDnHKxhl4vG76b3/PH2UNodnBc52n09DsX
Lr5n28+1HmwmpE+7st1n4qtq3xmCtvQSaPIuHkhWPHMO8Uxb7nnOJPK2KK/39ffwm/X3y33yJZJD
p7sv0yurosS+r66wohYY23CX0yQ2i4dY+hp3d6V5jQA4cfuOb6+Tj/P8MGtPRnV5b8phJv3JUo1B
xwP88ZS49wENe3LGJ6SXOEuxHyeI11iSP4wXeY69pZfqVy0+kdp8nwx7bcRQ1bMtlGuDigdGjcJy
++ZmTmRv85vxkIAzohstuhHXtPPmUL+s+2v73ZOByLmj+DrKUXdtf5kkQVyzv71Ffd9J9904eOUq
uT1XrHyf0fL+nrxPb2/80LeLS/t72Mx+Ld1OzzcSZG/Xcbk9K91b1zBN3oH5GhGfvZVxlfW7NXC0
a3RUi/fS3ZgE/ER1wf0u6JZgVhMEDi4L9TrHfSv9ZCeqmy+BLl1PHi1E4BRBp5Wwb7UdWrquLhmu
gVeEgFPQpJXXprJvrdLeSegNZXSGvsT24M/dZZtd5/11FQ8oe147BLIRdCU+m9MH4l5+jmM3jV31
o5O6zUPZfCcVcuPFK4s5sFS3fljN3kvE4KOqJ2wOmDtVv8w6eV99S+srNfGAC45elUpu3TuewpLy
evvbXRgXfDTeaObOFwoOUG4pe4r1lEeLl1gvziR96jPKKftCXCzaVUniXwhUe94nyidI4DzprgLj
VX2s5I9yEYjxarm1n9UsBYCA0ZDkqegiF1eamru4EA/m5FbhUNzLy/tM9XQRjvH1cGN9mjgPFbd+
V75zZJd/wddKP/6juhtuupsf/5v/99dXZI5X3eWsWrcDbaj//hcJ1u6lRrnd66YLDsb1av20TIJz
Kp9ldy0V3+792bXvG/0Wl0pl+cKyBwYuzV+6onSr7tYAob2onyS8B3U/HdhTjen22LVI2LoX8hf8
lfxYerBaCQbeBYaVrs6nsKqLLuuhG1vuhDGbvVxGKgkK6gIfwJwitGz7+WK52ToguByZf3Yy52oC
buSBWa0UnDxZGKgPxMzNF/IeRkZV1kVx3LOHGiMwZ1d3xIXu7EaO+BPAR1j4VZiPlnABjDjP5nX2
BS+rJu88vblJ6lsz/lhzPSKl5FR7O/MJD9ckXG/F4pa6Z6zerP5ZYY7Qr6UXj5IXzXOQgmcriZ1t
dQ2WXL3voZGW8mbS+dwqTlBdEozu0v6TbsD1053A6Y1QtdYgq3E2m8T3mChVZByxG29igC6IOG2u
foiU/AsX++es0B13RvBVt1MvNXK/HeT7sm+DaDA9WV/cdX0n46Nix6MXO3AKB8UbdOWiq8xAKsRV
gQmusdg+qYCPgEMwTd+n+NruPuXStCOlgSIio3vm3EsaGtiJom/OYhwUS/ouNSqcYWwnQC7f8ZDx
0+EVjVeqc1fOj0o8u/D7glzVA7lqKDVYlasKko5pXEMJEQhpfsJV5hYfMwh3xZ1VzB+R9v+mVvp1
rN8l1V/t0F+KV+/ES/XYty8vPaHo/wfxJ+pWb8Wf74cqxXzt58jzx3f8FXkqyh9YKyAPolEsBuK1
ldz+ijytP+iuwplG78WmXr2Bnf8VePIlwlHKvdYmzbJFl/8deMp/bFRJolgqy1RY0Fn9hcBzq4j/
HHbCuId0SdnRgsoBSPmofJXN+jrLS1m5tCUIGLIpuVxJY3xQi+PjBKXKh3c931uVPF0pEmHeT/P0
dxz8c9x7WJai/c4T8Cz0LCH9EwJvhb2fylJoIPZNWujCHRpTua2rdfiSdtH82GPwFf7iUDqRP70c
kHaIT+FnezgULnL63E0sfq3Kivdzj5B5XaAZ1sC5PvNUryZ1g5ziZEtNkgoYgf3hUIg8zi1CA4Di
DIAlvSJxKeUOFlmA04yaxo5SYJVnl0q4xInz0k0dpe23n/aIoMjM8pRU6AHy0oLVzWOOUweWZ5Jx
QtvKGFm9n5wp6TyjKgbDRzSXs0ppRBu2i1gvOwsKjREDe4PsnIuPGlpHGd1Ua/1mTg3gu2pqz0oD
HlYJt88HVpb2HbBcaravmAzAYgplNYnsKgiAN0LKxkupbMozzYofaPeD9U15kIHgE1D5JM07WmDN
kAmnUZLczaUqjVxE6RbDpdRTMxmtSsY0x+ldOUgd+XxVTutOHoUTu5NV6t+mMmqTd2mrJu+aphpz
r2nGWgpsWN+FP5SZ/Jh1tTV5Az86hWsL2RLDs+62dCxkYaypl9pdmyOPEC6JNmZukwn969uv+bBi
Z4HkIAFFpB7vMI4XdKwOVxqydeXCJtv8J/M8NHMZjWe2mwuPcwq6PpnO1UBODOjQAt785dlE6jHz
NwYfO9k1vWslkXe6AU0Qrzx/jAZfjfInO2ofa9vYZU3nOrX+eZLNS9mmsmf3gJarm3ibxE4azyx2
DsODQ4xZgJWFjbiqcGKCwz6cBcuQUFkeF0wKWiN9FJxkQRktL2uX21ezPqpe0XTFX2UXyienM/bj
9buxOegBsinY4Rue8XBMZGyrOcb43nVym6xJlfOwKrrxjMDcqVGoBmzNxg3HfCyCPKSG3WVqxNop
QFRpEzYWkdmZZ+bv1CjcAjovlg4GWOTDZ1lm3YzGahtlLOILBd8kH/+N4pziw/FbgvwB3Yx7bdOJ
5L47HKVxqlKaW+qAedo8l7o2PSlNq397e0Pwyo+HoZrBMPBfNqgP/dLDYWaqxnBAjK/IqHLYy8lE
H8gkMBIvplJgViTk+FMX46m1j3VdUv0iXy0jiJUxlkDri2K6HXqtVm8NbNMyd5Bzq77VSqPv9p2Z
LTH5b183F73ex7aXzW2feuqMcYqbdlZhkBSjRQIpsLC1a4A3fK8+NIsA5G8Irp5FVlZv7CLMnjst
q3K/ahN4zlZS6XdrE9NTWAshl34EKXsf5y0adE2VEm2OvBCwRKUxElnG2fwF+Yc889t+qkgTyjaL
2Vhiiu/EGGv7eQEx8InW1GJ5fW1J3XWRlMP6MGjNKn+IajwKduPQ9lSPHaX96swSNIC2LVfbk3sz
AziOKVWO816bjH61yNR7GgvAi9/XaFH57dgtJdx/w4539HfaT7KQxtLHQi/uAQUK467Ck0MOlta2
h8toFePq5xXmzYijddECeKRrEn9S53rxjVRHiUePlOS9ba4D0npG4kD/WhAQdRV9iYj7M4ySdmo/
VAgD1a0+uLLWSFzfCuTBYFJQSfG6EUcgWenkFlejotYuaFIxP3lnrBeUjqBsyl0sP9VYTudIeehD
RBJqSE2ozH1S+jFOEZSO8LTqKesb8bt+nrnyUu7s20VN6fvETGnsZqK3O17GIuXumq3j53kR+Us7
aWMXWHGWO0HNp//Qji2LAErgg9IvinTHD0O7L48UswzafCznnSpmsQT0c9ZPuZou8g1o1KQPlLnC
l8lZ5ipcdGiMF2rHIXyp2kv/X9SdyXbcxpauX6VeAL7oAs2kBkD2yZ5iktQES6Qk9D0QQODp75ey
fUqidMRyjaomXl62ZSSaiNj7338zBV5n5cUNAVxttzFyM09XIkvylgKD0FWj82u1Jj6+hNRXdOWz
Z8nyJUoTgBtq0jS9VC1uHsSYIKq+IryvfdZnWXir0qO23XWpl5mrXi/bzxIvmDzw8VLdpUZeKKRq
zlKHU1/0e3xnqowHj3Qz5FtSxjqy8RIIpeeWbohRPJRCaZXdQNmIbJJ2fLZeEDB52joZBrrbudSA
yJifGMURuYGc+EFTdpi0MX9pFadWWNPWDCj/7Z6hu9sOeRjXWs2+V/Uc0mntxp8gKvn2zmkLuyNe
WDNfvDmfaY71up4D2LCavYr1crgq27ly940VV90hi1olcbjDXACgc6rM0MzNyAzjtvNmkJ3CwNRe
+m60kSpx0nVcNRhrCQFJmQwzDNiumP7auHeocXFvRtmbz47WNs1N1Ks4ejCwdEoPmmqifVyazInG
RpIViiyhSsI+n02H3KzEwRcI/PA5m3qtD3M5k1Ybza4hMXbpq48Kv4hbKykSeKhm5HrD2ptaMYDK
RiLb2P3gOAAQjYGXcK3yBXvKxu4YCi5DsSWlCy9tbNF6DGJ06VpwSceFrl15zT6NAXYvFkEOcQCn
l0g8DMN6O6hhoDkBVpfuuLaqzju2TS/NwCxKv8KIXFZXRV8kJOradVIE80SQ3o2J+/65i27tzzgb
RcaWUKw02TjZnDwaRV3rYYOI6XNqDaDAtZXWa6vROYfH2c/WRuX3Wkg8bnN0jNb5wE+KLqOMBPag
gmweQWQpegv5atvu0qKTLNusA5KWonLuU6uz95rX+dPK0Qv7Mm+IziCX2i2BQ6smj1cpvtYE2qeN
fzCTou4uz16UIBOJ1Vl7U2+ie9tduGNZWvFnPx6NK81e3HZferUC2/KKXl8xshyXbV74S7OyRDO1
NzKCT7gXTmPHaN0n3wkdhwjxoHR6sAPhqaNeEtNDEFruGqGUSXEy5tKv1w271XZJK8MGDU4QoKW+
14+hyEpgCSsCenEX4xp3CKJ8GtJeJ8hsnGsk2ooSybxtHFibpXXhYJdwrNqJSYAUfnNblK2Zb5qq
c9ogLqepCAkSLKbAhFaYrjIvG5ygg7/3lbXQPynbcD7VTa0B6C4tAQ5uCXErlPMw6JRxDWMA12O6
FkxzrPIQE3rawcaJfT3UfabPYPOu+OjbuWGC6Uuv39SuhJeCgG+oQi0utRsltTpHLaidAT2u+WpX
Ux9tWpusuUBbEqCXPi07fT1lzWSuB8uKnzIOp+pgx2ZiIN0nxIYwKUe7jqPS91flqOr7yElBIjMj
TfhwijH9kA+z9+DPTfSVbOWsx/WvNfULuqnZA/NXabVdkib+2nsysffnOJKTooID/o57MWIxBT8s
cFJCPIMWH0eQqKjrLscx6i80FjUasdxtbpzGmagYI2k+FFEyeCSvld7zMrTNrdCK6oEcdtsIczMx
RYjDRNOGoq50uQL5UoCkum15pNhnBc5y42znW5zsOm17fiBXVuXW0yHpW1+uEq8bc/aXdnotpV3x
Jhy9zTk9NRjg7Org4g1kHeDKCkdaZ3CYXMhSelwTmVhgGqOu7Syqfo6pkc/XAk118zEciM34sPjn
4Y4r0SVe2YtRpSvHJyDdBKpHNBUUncLuf27Im7yxYrua7zXDzoouRE0/uKQSxGQrBsqIlRdgwqdY
ZWbhxKpYze48evu2Z2RbrGrTithlVW99HQnJKVdzG3tVue7z1HHK1bfC7h/BRv/NMef/MXDJOMdR
/L+/MZyfhpv3kC0+5T+iS9/+yJ/okmn+gb0L+SwEAtBLI0n+G10ynD+gCH7TquGTgVCJSvgveMn2
/0CmylwThisIAYX/v+Al2/0DuiuMLQjVMOLwSPwn8BJ/8Fxvf9eB84Pgd9iET4BCwNB+6w/f9yrv
iqKRYdSVZvIcJbXbnZ0DpL7WpHFOz4Gc0wex79BEd5YoPnsZwO4yGpzHI8hFmityZ/3IYMEXJjO4
yMo+KpnipoNe5LmehhH7HMN/Ivge6DLrcRbWlw+igbNTCvRDPaXch0XrxHaSmKgry82/FEOTHUmQ
T54mVy53MK5pUsHqS4/JBQuRmQNOOK8m+OpqqmZ5amQvAlw3tduoGbSLJnOBCTy3bzfCncqdqask
VK3THeyheun0k+Qe8vhjgR9XmtmvU1Yx2rxJ7FMTReVtvUBhEFYp9wAGoTNO9meyNst7u0/n60kn
GmbV1eZwxUBXvMRKmncjDLZbpAzOk0BephGQWkdbaNZqV2aTc5sVsbP3pTMcMp1BG0DIwJTYw1LP
B3WfNTfUx8zbRbWdB5gjO5su1p21P9btbppE9ORL076K7Jbzq1n15TxtJQSMDb5KeoBr/HJVLdnD
6DZwK7Q2LuTa0ZP5AiXpdCxNuNe1ZIo22nFyMYo+2kZOETq9eDVyNt5hMuabyhXzJaVhdRFhJhpS
NhaoTNMbz2poCyx93nA8Z7dT7p/MFN/ruaNoGMueW0AjGzhx3x/qqJsZM/UHpyS8Rad51DxuO+0E
eYBO9UETmrj0k4apYj3MW4I2qovZbBqkqFn8OC0UEpMjurClhX7IUvFMsqG40YYo4ihxrYs6Tppt
lML4mjzlMwWqenurqvY1gtB/xlSsXS4WjdqijNaUFPWnsTyhJ6IrFFl362ika03WQMKwP3xtfFNp
QdGMxnWpIjo9px6o8od5TZII9gvVoh+XWciFxzAUd15cjeEsJb1XHldbuYxdoFTM+xjm4WRM7nSa
JQ9O5kp/tPrlQeiFJDG4jI+y6tsDigMyjoU2reKiDpuGARVVgh5SQdqofLpB0aea0yGaahOFSmJ/
bKyp3faJAuztGv1ySdp5TfjespV1a65t5UTXWe21l41PQcHwMiurlZbNz5U5qx3ub+N1Xbk2tZma
DfK31SPy/SikmmF0VFpDGfS4wewiNbi7IjViugPhXnc+9KRwyP36VNnE8EC1UsRElGptLmayimfT
PYyw80KtgT/VpWn0UKJOwjmjV0cTPc0m1/zudbDPvMrGWFZtFxsPNmpPvLVSHQdO4REOXTTG3oBu
tKEne55cCp1qoHEpi1ZfF3F2N/uMPAK9mfzPfD2f/Ix+rl9mxPiED68sKoggU1VPSQM/At1KtU3s
mb9DtXb2q/+4eEk2rnWl+Ws1aQZLJEs2pWzbY+nG/h7MQQ+E25YDYx8nXy22yw6UMyidMNu+riCM
3pdpKg+6W3Pa13m2pt2SR2HY5TEy7awNJsP/4GRTe7TiDmLUOSul8jTFYD0ytT2OWRpT/Ybx9jTa
n5JqSULChJbAn2P8SI2+2YikaI+e2Zj3WoorXVzYF+ZSX0JpSZ8hid71df6spf24JkvVvHJtrcFR
Ok72SDzuF7WodeM4TH+oaz2XIWDBkg7MabZoA+S4KvC/CETLwLFTbh7gMUDLUte8wXrKLyJc2UM9
tt0XO1fqYe4R+TOZc+/PPdxCfxIfoygSa8BECngOoouu9G3WxHCeSyl237qR+l45+k1sZC+puQOq
6c/+xyRu2h9jbUeBkazKyIf3Ytmb2u9ftFhZ9aZMpguVjPkuacuchESg9ztzyJdry1NNMDXWnnna
GttXxBOyo71AdArOIZt10hn0fs3U7TFABb7sp0ctF9la15Eoiyys9Agn1AKIBPzlBh4lIxPm/wx+
5TE2zGo/OgK6y1CZO3/p7xkDXivDSRn9S5Mpcl5ejbkmb6YxjR/1iPD60dQ+9i0t2hwL7wY82dqg
6F2nMnqqhLtvzWnYdcok+Mv2d47tHaA3Dffukm3As8etNrl7d2hRsGr6EaF/CxkkVtBoYiddxaqt
N/GkHWbL/2pl2Y0w83zdtUgw1Rx/QkbUrDVjMq6ytG0OtpNCdCgFRhWdt7wOss1WXs86zRy8msyE
LsMR+YWW60S+mpED1+6cFwSu9bUz82cS4mLYAaX5QavwdtcLsnaHefqS2sweYQ0mO2kTQLOYmkDd
n3oXPS6Va81xVWC39lE2MQa7EeABUyA7wCtPHEh6nPeZhyApXvL2wmvGSzAtdXBLBpyWccsi2xhO
QsK0meZJ4C5Xhpdn1yN4tO+0g7GuTWnt1TJBk4zoiTee9IrtDGNP32CyABm4qJOvBMfIB2FYza6w
p2lLa6hf1VPxse5Na0v0mbt3+snaO0n3laauIAryzFqY/dq7z5vIRqIsGHW3aXzUECtv+8Glp6ao
zleRFom7liDSq9gfmxs4sG4QD5XaKi8p78SQ69up9J0DHXp0WWJAvGnbsdnjB1EfEyNSey2FMTBP
/RCA7WkPGCdgcFZPEyLfjNNuWNKRqMPUXh78OIVl5HlN/8X21ALrQyGj7FBwhi7nxAvYgQtPYbAP
mA36YVFpw4lR/Qh9JCVpfFDT56qxgGXJ8o6PmV7El2WWQ+3CtyGe5AWdpbWxS2cnRh1hbqG3e32A
/eWaI6zk5F40tf05nzDCgSnr7QvdKi8kRhHrsbdnLKlwkOh4+PALCuAL3dKi6zlTYtdSZK0SrC12
oFDxx15bKPW8PQy+42yqo+POQW5rGwc1sG65odXgPJHr0SFPx32bVbvOz44jWsiwXdi8Jw2tT5IV
l3TsYcpWcKhlA8fCmfsVUbCrNB+Li9ojeqLtq20+zgdiI5tbJR33doywi5zLqd7Q47xquraPyGJa
wJ/0Wd2o4ZgOcUCw29ZqoBpk8fOc99ZazPWlnlZXXjwvkMLUcSAzLKz5kLej6B6NfLmUANB2zdjP
0bv+bF0cLt0Q0jN98hkLhVouta3ZM0upWzh6GEdrENvUUq3wmcFV1X9NmB6vEnDigDWySXHKWGnd
SC6JF6/HfHpptY9DUyUpa9SYLz2OspW1dCWMCnWnlLhjHrNx6NkCMjGJw83si2zMHyQixdAp6g9e
4kFIcKm6IBl5qmi2aXXtq6QDhBPbPqZdhkbbhVk/MMZU4NJVLD93hjlhfTE0IRazJFQC+SnLW8Uu
NTjD1XKvmdFrLf2TcA7KHC8hLFHwWwYmu3p5Bzuae5BHi9wfOfCco4JhmX42hUugKE+FEQeNBeOo
8aMF9UC6tWPjQ665OwNm+gpuorqmLf+cTPNxTgYJ9aR01pObnAbbWuf6+JFUk/t6KD7LLv4a5S2p
9dkuqcBJG8k8DsZ3oJASge2kt1E0jeHSlOWFpuM7YEmK31GOF0oRN8cY6QxPYJzpAH8nY7ruJ+rr
gpcfOLnw7n3eNx2BDBvHyjexfEwsGDONYbSnRcUbmaRXscAFdjbT0K1Jq6qt4qGq2xLyZHuKXfOQ
zVCE2VOVKIfbGao30TP7YbTrg0GgwbW2xNOjed46NRn6zYs2WB/kUmkMuoz0QmM1exQ7Tc9rmsdd
17UfGpGaa2PwAAtSUjmRFlxVAvRTMyqxU0lsZyFfnv/UtOhM+1IzvxZLJj4W4IJzrYUJ8elU/LzU
eli3MdalmN+Gxdxc5XyK9BdzshIF1JMqiZ2EE8DtvkgLd6p4bIvwjOHA+Lc3FqPjtdIzSQFXQUfr
UmJRHOOFu8OuQrssJRMm1+nltS5z72HwYMbTc+hXbiciCqPFW4Pv48vN/3bVefjkklHYPxoZCJnr
y+vSGA2M9It6K4dWO2oCHySMvMvLFqr8g5frJfiV02zN2kWC0dwpa+Zn+2x23koYHbRMM0jRwwQZ
xNcBXafvrSZe4aI76sKbvjmPh4z+ruooPTSEpmAWXqWH3ku3SmbPxCPV1/htQ0rL5SGvzruTkvkm
h+OKec9VCon82NsoJJOuNS6Z6zmBmKCEnsW0rLtL5Y4fc13iDDovl/05vnYGNtrLrBh2/TJl+xEm
LceACXYWHYdpqNdF3c6PTEnoLdrpSzVm8LxQjAU2RD05VRT7HXqGKZbkn7TdvCUE4JLEqLuhLbIN
naTDcm5s1kn6VEioiEvZxwCYXXQtmfg89aqPadB99jfN7pEuDi8FRruhZ8XcV0EAhU9yUj/XH+yi
hAoHGbfwna/S8O/NOr/jRFwxAyeLVnP3jHHqoDMd/YFcsRYOv806LpTCXQ5jdqgHUbCglmGBd1Yw
DcstCCbe21XxCacbkK2ElGX8WSkivCFd6+livsLrPgPvqyHNinCqxFavokOFqH+lGRIJj9fE6xjh
56NxFu5ZAKe9ECuRjw0nscfmmrknE2w0BP4/5LUXIvO4SMyJes235n1joOuFT+2DH2p3UjnJehHi
soA2xQYWrfqz+bDCgX09RO5zxNfHeeMUlwCWag1z+nUwxxPF0fVY6tGNC9PLFOkRVtazmSESB/vd
MUgyV54XRVQmmbFNDP3Rzl0P+nZFbe6Z0brtJpisXX3C7Q0qXJLol5YDIZKit9hSdjZfvLRUhx5v
Bh7iqGjqipL+Xoyfx8zw+IrnhgkVQYveXlVa9lR73nAp3H7cum0BuVIuGV98o/BzKBdz2zm2rOiI
8oLogjJ60hZpPS6qV0icUu2YZnhSxImYVlnM/BFMcNkSPuPvsdVpHsyRNRaVvTXyGc55zAZOkamk
kXBcqTSc/VI8llox2ZvRT5+SbAAYWNilA3hITslflbpyWkttakyHPzTl+Iq3fLmPs5qozRpoNW88
cyUV5XGlERrqMUwNkcrVF+jN7X01Du7KZbR5a+rYRut5re/Z9dIPlXBgc7a6Rr4i09IAPLMN8Dru
rwbM3kkS1bVPU5QPt+PAiIMprviqlfR9ObOsSz/z5w9tH1c7PS4EZGqxVAFOIWfYPWsfUznru0Ff
8j2LUV6zoEw7NFXpQXU0mEH0dhndE+SqWQH5M/Xawf/zburq7OPYI+Qyl07sRGJmfGW9dlf77YIh
OJxJs6evx5FSrAnQJnQgj4jg1SN962W9xsg1LTau4WZMLJslufXNguKxc/LQn436WGg9fFCrd166
xnKPxtj7B54ieR+J61ah3UsuuvQsRHn2zB4ZAAPUVnaZrhtPRUQoeM28QudQ4RpjpesWfscxz2dP
D0s5MVTT3BQBwuwCLYvcuO7MrlhXdYzgpu+s8QIfD+fZUaV+2cUDXuFSFCu3zdtDHvtMikuj35vV
DFeaWecGG4fswbHjT8zi0tvZVZ+wH8vD2na1besn3V5EsbUqfCsOp4TtKm8r+/wK7TWEFKq/euXE
46q1ysuSCmWV6sB00bKvkc3JYQnNkhbfWQhkkPzY5AMGJAPCgWSFEYXxWYyud6DQJ0jWFcsuJbB7
R4JOs02qEaU8tJfnqiVutYqKUK/wQddii8oSPE27qZh1+KE9l8lB08/jUg3Tg1qvm50/dtpLMypU
QbU5bp0uaWBTQ+Z4YGYr7mE3fck0n93KleRhVrF1t+C2EEgQmnCau/gGXhpShGzWVgapTbuWJLyb
2ZjaW9ts3Ed2l+LRlyL9EGPrfKXrc7KtGQrfRWPMHlAYGuAloWt7otaLU9U6V6aNV/p6mKtpWZVT
NN3nJHSygAxbQzpQ4GEWijQrr4y5sR4tkRiXmAqUCdxrmw6sjjId9VhrXM+WPblrm5HQRV6POMFk
tpZtXVfVN7E+13c2qA2wgCjG56m2CTlPUxE/TRxbmOiwJdxj/IABkfCIlAZmsmJzbTnxcCysvz3X
/9Fs4LeU0h9EUf92inC+3r+0U/87hE/Qi84Omf9+OrCt0Tz9x/348jnthy59Hb4nof71p/8lgDrb
DBp8x+ic/h4SIItiEgAdEvWZTlDveRLwNwfV+gO3O+ccCO7DUyXs/l9DAsv8Axvgs+4ZFxTxTwYE
/H9+nA8gfIJGj5WA4K/8AO8NkSptWngqDDbCNvKXoC0dm1Ma94Z+Gvf0jRvIHxeLazyKobzpbORk
8YiNrHt5zntcI7s8CnpTWB3EE5TXmubQ+NlXJCKwt+antEmu9GR5kLMzA2G6BwIGtrLrd1AP4I6b
L9gVHjpbvwMXTwIt50ywS/GZASnTNhAuy/jqwPczKE+nbcEYY1tn2QvWAM6XRkoKb1BL42Gu/HEr
RFtdMcgUB8gQQzhlhrWfAYoDDrjxNOQUx5ZZzB91FZmrmfTxUDM07zapnJe8/0TlU1/HXYakpXFe
G/0chJMJAxpFT063P0lyP93kGhgw2dlnJ+GGwwc4ChbS3iHTJOyGzrmbVX4f66J+xTgG18V4IK0a
V7mrIRvFpi6sc7xJ67ZJmLSRDHLwi51euY9tCf9ejT6EJoLCw9IjmEpBjwwtvbnpgEGsbGbKOAp2
lAys0H9aonZbqygNpdMnr6KI1l3Nf9q704G9pA8qs7mobLSPhj6FaLi3S+Pu404//+BNmuIak3yV
VXMz2OmXKv88ADGheQ8J9tjCk6XaVfvpzI3Qk4MSKZD4sZ/yo5dVe8/qwq489cOwrz2Gnnq10Trw
D7FcpSk9nkISlEXJScWS/6C+SmwwSr9jXl00/Ysg+aUyxxu+k+e5gf7UxKHhPQGBbhafATARDUux
7VHsaO79GWzSKh+T2gpctaTW7kM8Oi+MRJNBPI83Vauq5yZzeB2WJLIzYO9rXnuLowmF97I2IDrt
gQbzkzWYA3VgdFU2+b5big4LJv3jDOHvIVLNPa22vpujLLsG6IpldXCj7Ispj32SbTppbcoCIS8+
f/AuCvfepjnCH+Jzl/fFDQocsevH9JBJEULnhVbSEoKMbxvEGTyvOj9GDmBUn+u61UJ9IcCcn5Vv
qJuaY4kdbAF/4tI1Eef1rbiYO7PcW7ayw1Snbnfb3g28Ib62F0qhOMfiyPanJ3Kb3PCfz3d/u4f/
L9yd2TEZePrsWP9+g0Yb8PIf+/6sTO2/35v/68/+uT0L8QfGNTjjQ40mMAI/4b+3aP4Nrm24vmAu
drYrtNhB/9qiTecPEws1rDyw+jr7lvCH/tKnnv/VWWtAqCu/EFvnfzTHPTNovxviQviFQQ5nnoOA
Hd/65kvzHU/fIKzEb8Vor1x9CPPR7oOpTqBw5C/lmHRbvzZmqu53chC+mVK8verZYIhxN5pd/a2F
L/8AtX2WiJXRDIx7PPChBOUrDUZ5kHZ6pUgVQN9ubbOyuIlF4oZ9ie4Pp/OHjC15xaEDG6jK7D+l
BP+o3vi3VcT3RcR//l/7onm1v/2Y6yr+9P1X/O2///MD1nDPgTrgmjihwlbG/+5fXzD/yv+DT/hs
wI3i408d9V+fsGYICAyML856FgcRyNk64K9vWDPtP3CkoDoAAbdxWyPv4G+exF/ikj+V8L+mbL/N
LsH0xrUYoVFokMaLPPHMI//uK3bJAhdkpIqH2av9i4ocnifCers7UcxnX129+mCnFrhIzXhyR2M+
76HudGyCfEuzHXc4fhjdsv7uCf71K7+XwPzIqEf6gigIkgQ2Ur7u475Ouff9jyqh4cRxqg0PHHbI
OnNGj/TayY1Uvbkx53Z853o/1lt/XY83gSyA8s59u6gSaSP84nR8wHJhXKNsAzHKeuMdQ4jzr/6v
pfvnVQxct21u6Bxn/eZRJ1GTG1GVyAc9MRcOpsRjPuIo6447EmGSecNFyXa4YmQiGb534ztChZ+u
f7Ymw3wG7vxZ7OO+keCkeYazke8xZa5IEu0HFT+rFgKTV3rjo2bDOajqKLo121q/7WwUwr9/qW+N
ujCkIeQTNj2Wnx5ifv3N9TVb9IvBrniqBn+iroHxN5qzd2Ppg3FV49KIHWxmgoL38xUirKcxx5n8
97/hpxftUVsbhoBqj18wB/6PH1Y15EQSFvFw6kwzCn1itFYD+UDvXOV8Iz+86PNVWLRkiOO4Jr4J
cL5bU/PMjNpIoCi0DjN4pnFYcCSj2DK1St651M/rl/BPjkLEAxZSF/NtqwCPfMLRUqkTLKFlj9ZG
22p1ZO313PMP0hQkItcM9578QXtygEi252EXjX6VPkZxZDLHtYr3bD9/1J7wofOboPSRxaKjwjTP
/dP3y5fBPsSIsZtOjqV9HDk/111U7bJZ3M6FFiRpY/1ZKP1b4cnPD5wIQegJMKrYFG3jzcqCi2NL
pynUqZ6zYY3nqL+KzcnFiyB9zyX5p0vhzYqGDft8zyPKyn/zBQ2tUL2AnnYqxhLbIZj6q8VHLD7b
vfnOXf1YYPAYz2kAKEOgnqF2gcL442OsGsRRCdOYE2IqhnGurx0QznZg0kLc1RAB1mc32gCbNmv9
+2Xyq5s8+3bR6OLR674VD2XDCNKEW+oJ2rZNHuuorVCQFBtbqOSdS/201XOTAp4eFRnqqZ8y+eY4
qVJ/MedTZEcXbp8/ITqBVu2mdH299fL7+/rpw+RiHJr4E2K+BvPO/PGJuo3pFhJh1inHhCaFjQIa
mGPLs2tU2VwsqVYSjujV72x8v7gqDpb06+y9nC5v3QG7ZclV5Sb6acnL6CWfqlcr7Zicpqa200ao
3a7SrK+/v9OfNjqqCsELRPTDzVL0/nin/ApbSr+FcxcjrvaBd5np1cXuH18FW12qEIAQqvC3StlK
TpgMDdEC4Svx14lgNO/hZLT5/VWMX3wjPDcM3yhRBI/wDRwSqdqSjZDOKcPkoMTFtonhYQ/NTZGO
F7JbG9bzQB3sM9MsTvi9rzNd7WaSnUFGg/a9lLVfLI5zjYDjLUUYLNLzsv1ud2+tpNGKunROaE+C
PoUkUM8rc6n+J3eNBpqjEkXoWcT343VU7k4L/qDOKUlWZrrHa9U6ppfe/WSvrVsegrlvX3EWgbRf
4RHwzt7zq5v8/uJvVkptuIVfdr1zqvxLe7xw3as4eSeV6edLmOY3xq1FpCCH15tLSKuq9ELLhkdr
1s/TnK7clLkLyaxAnfb7L+jnFchHysKnooSMy9/9+Cj58tscHZZ/UoNauWPVhCXBFKumn2EsaRXR
6n4d/P6S32SIPxQBJGlR8KO9BMNzMNn78ZoMJ9APofE9eZ6ESYL0YvgST+AdZHW4GTgOkHWHf8zS
4pVRlNtmGJKvbVXoQxAbc+YyOrbtZ30s0Uzj6JXkuJjY1edSVA2z5sFAbxrZCX49s5enwzYRhcsQ
sc2LiQnloI5208qbbnQwjvGcYZUqBCtYTWs1Ir8UmVLQMyfFF0gm/levTsv3dr2fdyDuH+yNXvVM
uP6GcX63TJDitfFiTe6p6gtkHyUZQF3TT+8cHz/VtDxlNnLaBQwPEbO/WSQVge+d6fW82YiNFDXZ
WRnADMw8ECE67ZPWVgNZmvpyk0U5xAcD1493NJw/707452GWZVLo0JW/bVYWzXPh8mnxSUymv59n
iKwoX/OdNtXVGhPD4p2N4ecHCxaCxtnUOZuxQTj/nu8ebG0vbWl0Q37SO1hV7mLroVPit/P77/fn
B8tV+N/j5ossFQ79j1cxZyOaM7PPTwnHdoylbiM2mWqjXT5JcQPnpTvGFWI8q51JII/j5p3d4ZfX
PzemmInRBH87E767y04Ju1hcYELMy9KrZpDPWluZx7Sm4nFKzV9N88zo1Kq1pzaBSfv7u39rXE/t
xe2THYqZBFfHdfHH25+LydMSpjWnIrGDSde2nLXd0Y31dj2TCfkhS+I0wPYwuxgtiginXYpdqwz7
nW/rF+8aT0ZQe0xDEVnZb36GGTW2aBDinxAnLNs5BU81x/o9x4lfXoXYNiYALvvV2+SPaSF0oHX5
ouqWxMS+mOdDo2fmO9DVL6/C5utzhIPAvcXLiql0K+Hl+ckZYAdPDDNXWYkl4u/f3Fs3+vObo7Az
8GJGjk+59+Z4HiM5RFLq2Qk9qtcFed1fQoZhWoHgCTvq8gY91GTCCLT9x3pqk0uEfeUDAY54jvk9
3FTyiBH+RV8JYJdfXX3UWui9kGMhnlTqq5FrJvI+EngDMXRqXaS5+NhHOfR9abTNO6fIL1YBN4OR
wfluzr37j5+hOcdYXkdjdiqXttiORFuHM4yhoNcMIxgVs3YSol/KyrxtJFyQ3z/Kt+aOfz5KYumw
ywDlxMr3x6vXZV+kDU34qSo6QWhomQWDBou800nnyhsj28IicndTC4O0FZO4qmWk7uYIL9E4j5L/
wVrASRYjaIcBm/32WThOa/hTWWUnv9Ddfa+nNR5sdrX9/U3/vJufFTlgzufrALK9KZxRu6Jfl0t6
WpiVhVE+JygU43KfliXtdS3md673i4fsns8NQCeo/6zxN0YDGO13fK5df2Kg9YyqsAvqxIT0Zzhq
v8yW82QM8knafbySNTQoNG4ohnXZHy18A945TX+CaABlcM8BWrTxPiCH7s3dJ2npFpD8hxPOJ0Yb
wMnuD3RN0In8Ptny1fePPLgKUqhdwklM4lOSYpH4+1fw/9k7sx65kWRL/5WL+84C9+VxYss9lYuU
qqoXQlldxX1x0ul08mL++3weEepWprqlaWAGmAFuvSQqUxF0kr6YHTt2zrvyJ5kgo+Ash8EEVEPy
+27WC4v3XHmRNPhBvJ1qIT8Tq2ZXs91NUBcnpAtbcA5/aGgJD6r6VU7e8jG13D/bBLnJRT5RqUt+
gp4dtRi+Ceg4CwywgTQLIvcUhpN3q8HBfq5t4lT9GnHa32ZTX/4ajiM96GmAINFmiGJ0/8ZhdFpo
rUtwl8W1+DUUiy83TrlCDVxqr74X7YRWriNtyOKII9yFUe7RPT8raNJNWNPGuGbK+QjpZZEbC8c3
1CNh9W2Ix+1fXZjTsHAROPgoqC/YaJQF9QNaOc4j2BtMj8Ir/I/u2Ht64wUwfrZDl4nf8azL/+g4
UT/WTUc5VcDjRfqNnG2h32Mt4bMHqXhSs9X+3jaD87LEiUbAbuqg0aLqnqNYF5b5FxcfI+ideZXc
dBi+wfUasj/oG245lQK3e/XWpfvYObn3NxlZnoftReO+egoO7tYNtf+KuQsUjtWWwwZmD0w9xL8J
Zlfm0m0hvfyPPokaqhfzlABnTavaQPgdPlpjt2gA2T5BjjpfLdo68r78DT5KesoT/ruI8Z8kIt8s
wu8aKu+/TMP0bRHj+O9PRQwnDBGDRVIH4BabWFTyv1bhjn9BFps4FCkh3Ag4a7+WMOxf2ElMLIFu
NiEcOBbr5WsNgz+SO4PuE7ITD5g19e8UMd7pm4ArU1thEJyTjI4OTXOMfhMsAmPV7EMdPEOGv3Nz
VCDH8XURA+5RUXK5VqhhSMgLW4xjEb703A/epD4jVwLrM1qQIm1CjlQdvTgxelCi3Iak+Ic48j9P
VoNklQRLOD7e/55p/3ku4hKp/usC8P94nf7jbhrflM3+8bm/F3/JPlDQZo4A6/Jmv047ir9YQjD5
YPjxyt2EU+pr8Tf4JabEgJgZgBRYkYHevxZ/+RNf46Ph7nOokFT8O1PuCCn/4zTgcERCi5MSNAGP
JS5mot1vphzN8d1swSjeCZldewtqiQuWgHnqrYhxus4+yMtqPwf5c+JAU1jD+VLZtFV5QQWKmleH
YKVNVdOpSc8jNIMg/r+ogf3/WXN4ZPhRgCpwrdCAYsUbYeh/Pdn+62n/vH962e/+5398/nOUfw5w
w5AMfzP5/ulXnuYhbDAU4yiMkgPHIBkG6DmLZAe/MP9oB2c0zEa09/8+Dz3vF4hm1CQoYJqN0dTa
zvMQnhh4KVklhc0jPcH/d+bhsbj8TbHpnw7824k4EPsMNYf2llZv9CKC4DKjC2xfdD18Tgn/vJgV
/MhA3QW19Vj66oUiwm7KkNkM/PLaxiB2M2CgTIh/PylI54gcTcl4X6EP9nsc63SrLESfsJ1NN65r
RJJ0+NkbMKhDWaS7XhyYYPGw+B/sCsvmslj/qoPsN9/Kic2IoW+tOjXd1svWrpunuY8omlR5CtcY
XY1IdT5M87rfYsqLeP/c7uYkyZE8SQoEUhUm8U+DC/Es17SmFlOhkY6AVVxHjt46LSx+He2HFrXY
JvYPiWo/V2XeP1CxXiBZ0qCzFsPHzve+5ENx3zbhk50DMAb2sPVEjPhQmd93+AOtXfEik+KxtJxb
dCFpEoAKHizrvqlGLPhUPGxV4M27uOyJQNwSxliUXPj2hAzgCCW9b/6yMY0zTZAOhFgXf4r1dllt
vfN8gVqviicwBPvPMa+/YLIHlKpp7o8tOiUNSTTWQ3DAgxAm1UizWB9gERwt2W3bI7vqKDR5x+rG
6zOOrzZ5rtL6qkviD5ML+7yRnf5zGMVfhPQYRgYZ9LdquZJOvRsrCMNt/KWnazCtgIhdxCm2JZU5
tI+S/ZxGH9qi/mtCyxIG/CShdDXdxo2G/gPNCnSv1EjulmUd7bzcRuJ2zCS05cWGYAvT9x5fimZL
mj3g8+BFGxrbkHW19WU3OtHz7LxGCItsp3wsrlHCeUZciwYI4ufeZM1qp3nHU7eWn4ti/dTk0cVY
ZDzlKYTz3+ruYcn97lYO8/ywBhXaNBZtm2s7/jYSs140PTMuqv9QLfIxEjahxMhl7wcquobyhgAY
Ekc3o7PcRpbdXlhKfxplv2ydSsZw03vkut1p09HE37v1JRHnh6ocP6bOukfbHw3paVMOf7VTcQBt
2ZaehIXNDY6Tt53afK8IWPOsv+ronBiW38F8NhUdOR30s3FpH2XrXOC6gppOfyMylw7Z3xREwqTU
+2Bo9lYKXovhQ4rqrCgDFkfyoOnCjIYHtAMuZqQKkuKQ3FcTbRDkAqH34hfBXauLfUoGRE+x84EY
x91I+mps/JxbpS6GT/8HY5P/Bylnxnr+X2//2y/tl7+92ezNvz/zcwJIu6i9Gp8/sl5TF/y6uaPu
wkZ/Diti7xe2ebJiYAGYV9RF/76d+84vqB5CpzCEHf7wbzF/fZPs/yOqgOgLeoWGBOENcSm8n3dR
RdyvttXhavIMJLuuy+uY523u79TYKiE/NXEwhWjYCD1XyCh0k9O3DyVyqQIiZZmBrh8UyqtLu5Gu
KhEDamhpmv0r2O9ZZF+QSHrll1oCiRVIMNGt2H1IlD9k7iWkVicZr+hKQ4jpzsvSKm638RohLvIY
utj5PNuAm1wmqNDzWp/TFr4bti4TOiX3JVVAjzaaADMg5z5Tua6K7XlYNFElAp2u0hnQp6fRLRmG
5xh9MrfawuMRtCs57Ui9DmnvZPTJnVMH69doX67x6tCsWrT2kP5EQTLkTX77mAkpHVNSC4kigJbh
aLwN3hrCg77144zeqKzFC6BfR0U5HXec2FSEW5Fl7cbCoUm8WjpYNcxP7CZaDejVT8WLKkIUIzZz
UMQ8EtnA6kHpT7pp2+3hl87lcqUsmeEWMMB7bXzYolOc0LsXp1D+L0HrR94A1uYigrRcN7OHYDm6
iDYyRLT3CQqY+VwzLnjL0Hn2mHe57HtjVnohItuiSV113Wj4RN3e0FyiR29ujDFFtTgq+hu4kNN9
wgbGjK61bPOF4dDZXFrnmSKhWUJJIxdKS00m3Uvw5TR6trwqGkf6VFJpOzert7ZTdFGlVucHBwMP
9s0d+m9l/7eBEGmaD6AQnL67EtlA/AdEilKMSwNzYSl1G+u65SFU0kCxt37Z0ba+FYHfctvCaJHW
m0EI7VsXtS4cS6D2YpvxF9NUcNt56Qbi9ZtF/3BaQ99SykwK+M3K4pVHDqUoEy5CE4GS9/aVD5UM
QqSch5cV50hD3w78dJ2v7XJWYbATeRfKfM+RWi3zVcfRxCS3ZDXL8tIhrgp/VpE0KPSb4VDPNqwO
smqAVZhnb4dTBLl0E63TTyO8D6aGLu2MRlInnBerQWZCm0el5hxfv0fLrftQ3epiajl0fvxY3uUx
wI6YtcUhysgIcRuGghnoN3kMEVpRTv0YfYo6TJuaezWw15QXw4Bglf+Y8ELQZMsm5mO9btwKq9YB
tRugblNSjP15OaTrZH6oeUFPGZWyPpAcUqVaPAux9VrFr50np6xC6CX1qru4qZzw8cd38Ra05SZg
QcI2Yjnb7MXf8fcCJ2FvCnpUNVwBN3YTqtXjMfrT3CXLBQCb8NR1YrVjp39W5yUTeP8qSSUBBw32
QD3Oe79nE3r7U756GTWEcFrSj5OijE1gMoaCd5jSC87Fo0KZNeB3A90CNImPkDPuWuxLW+8eNxus
6+FFZWalKhoG15mAqnPMvKBxCeXIIaeenHzoJswu8TuBpMLfiOs7vjMcBP2QqJ+tEbtwpzC0+i1F
6EP3T32LNnF0Qa9T3TaYFUy0aOETwrxONmNfpqE4LG4XmIU7jjXDXPQS8c2J10/sOwtqIIwIwSGz
Kq2iMHtSaumQlw8+6vMvB6UrwqQiinPaoXoqAdyJ50YLf0PGyHyLEqH5aluSG8wbeFJmY9F93vDL
mO4vc3u6NfdcFgnrXnej4GN+hzls/kda0J6y3IzQSuZ+04WtLV7ZRFuecDuu7NT71R5zl6bWGrYB
rGgsATgAB2xgvQoZ0Djqi6slA06PHsu+wFH8ou2jTKWPfYWBsPWlO22QdZRhBv5RC0nP6G/KkTVf
7S0tz/szXDqJE0Bd0tdbXZap2yFyizYEq4ENdqXhOqNrojajjv20576SEouFZ1/RihIheHkcp0C/
wnpu+9Gco9AdM2BVd3FpBzws9WxDNy2msA6SDaoq02jvOc498RqW0uI1nb8qM/ZT4YfgtKNqmXX6
qWlsyuoiq0aFgUpRa+l+RMPKvNwCheiy/izVHKNPCaHEKRGLwHrRDFjCk5tuEOlCeuSxTRHmFYcf
L0vTlvV2lwMxZO1xBHHUsjjehTN5mNrjusbypZv8gqbGdIUy3yIZdNzzoLhqHlmoqpVJM7elw48O
TUdGd/4nXlGMQuy8spEWXZ6xOawRIh54i3KOhvlZDandjLupHipmVUInKQ+8H6gnXwRNmSH8qStv
CPzn0tFBQc2WGl/fBc+yC1y5Ptm6HLOnWZeBDm/p0F/QIt4E5Ai4f3qnA9T1xqC665Aw4QKn/6Er
wMzv7jTbydBM3IPEpNmzA19ZC8YeRaOYB5Sx0fZ+6B3cPvGjakfVyfzz+bRz0PTgjq2sL6dkS9XD
ngUaT0vL++B4JKyiqFBkdKGgUZAhNNKWGCFGlB7iYfwDee+ZhevQc88Z6znrhAqxVUsxhtdB5Wdp
sm8aZ231RRM4rRceIB+b5Ug9eXV/xqt9VzgiZA1hfNKnbEOgRrneYMTfHiM92tXsSUH1HIWr3yGS
lqqFKNBtmZxknafQMPX9piy2EhsAlC5ip8yd4MZbvJldee0E0i3/5ukG9mwY9hQNqQW73wd6mObR
db4Uw6dAujM3j5ee+VGPIh2TO9mroH9i84079mtKMnr+I6mTqF8utBvPufXHYkubgDhx9OSFF+7c
KRFvaYZVnC6NbiWSA2JISz+6s+Iy9K9AAAiuf0KFMEW3b2IF3McBySEsU43Eig206e2z1QFKwL0r
3GdnGXDl3dJzvSJwg30CerElJmhlILwr15rl3F8Mi+367scfL+R30QojYB07x3YX2yzm90HCMDiY
iYv5OcMgNwo+z7bWwXKwEqdhyldARmrB+XOQvGu4s+btRlHjLXr/744jocEcm3mDCRvc7e2TqATa
/qEQ/fNpb3QDBLuqS1Y+x/4BNpPmtdDOm5gFwaonHEHI2sS9Px7Gu3CDZBFeLj4CiN1jcod6x9th
lNUkhzz0Rl7ICPuWiq2TYEGDXMjUuvFfoSwbEJvS11GU/SR1+e5NcGEiHQr9TAWewru4kQLbUHXV
2j/nVkEv/QObRcRxotLE4sd586GncVi6KyzJ1fKSpg585Z88AULn95MSrlXAqoLj5hLJvn8Gcx13
yJ0l/XOXT5rtj24+s7IQ5uHtXdYSaTnnIq66gV+eg5imQTVV3eb0U882nZYouaLbVdH4QOZiYa16
B8LHkZfLwBwIfo8WOfd0+mKPQDInQ60heplOeB0M8SYXvSX1x8Kyuqn8IFER6ixgkYoK7lXs534V
3rgtBUp1Pad+KF4DKzaBA268KP/uatrCi+EJioWZxb09TOVyTYZkTG57KyXoPJS57TKU4pSOyWRo
TCAUzrM5qU7bf6mYfa8jDYxcZkxmUY63KtBekV5Ujm0ODcctjKQ0lbIwSA6uGtfuU6vXgTMGcymf
M/50Anb2gDAgCJmoJH/DdrBhsH4XkGrdrKtJEw+2g4yWg4w9NhP3bdpJNI7SmirJsJVlxj0eAk+S
09ziTrJi7SuX1NAxUlQ2FK3uftUrsfPjVlMii+spXDDULkOr/8Rz6Thp18K87AP5ZMUQUPzIGUJ3
illmxEoDC8dUnGjwSvTagr+trjRwAu3u5rxC1d5mKMW0+gysNnAcXq/xkPNlgV5y/ol7SlUtVhf/
8vwBh2XNREERySSTxGzmAafekvHVRP8FMWKTO4RUSvoGSEBHB+GBSw56EwGiI2yuOvSacjEa5scZ
hYmUCbSkDmvOU1BVE2ugRMEWuicgMGe1g8Y/l/N17g7DYS14VvkBOc4lC/BgafyqVr/qyK2W7Gaa
ukJOW7cuo1TscR8gHrFlEqzYz6pWzn8huX2M3h258IyssutK1OnLKrW9bdYi7uM/WlnLHA+9ogSr
jU5LYwWUYX+Sa+X10t6kOWCxddus2VCEFcLoi0BGubDKOP8LKanBxasQ4koyPvq1XHV0PSSJidtK
hCOj7LKJW0x8EThXBXvHi+XbqxLXVmmAaeS27ZIge9Cjhyt4OjbZehN2WVX09ziD6GR5ZsWs8FHR
EPTx4L2gSRsGK1RZX6w4pqWkss0VBEuznuxISp5nk/XYL+xK5XXcJ2Ea/Zy7pfAqLhRlg0kUztnN
+X1TmjDhUXsKp/wgMt9yPpWtyTI7dwIdnkdyCqF/vHF/t3tCmsTEGTojoQpOO+82blELZ0YlM386
nR8gBoR2HnekH4NZK04vP0SNEtdEq8rJIxH1Zm3/eAzfHR60ZHJsUBmivy/0TEfgt5GSKKKuVIOl
Hm13qvVjbndhdYc4TbW+WK1HrnNok7zmWPvxZd/x4jg1uBi9HJiyexTIQ/cdz6iE4RYUiRye8oIm
sOzCaZIC9XkqOr229rOPW/x454h8RHbAcXKBTBRrsVqCm6RC7B1RvRydtexy7lfe9r4RdRT3Byeb
CVwvR7ixvOt8LR2iPna1FJdDy6mFesrg4gBaitLOy/nC7f2hcg44RfYT6Q+pnlPjMAd4icaJl1Jq
+EkO4lNpexM9wT2mhxJAle0VStP7g8oJxTxnYT09Je0aOsOXUvsDcV4xjBPv2+scLrpxEJ1hQ2iL
BQuJbQnH1hl2Best/ih15vM7UByTqTo2Yp0vqKPZ/IMOF+Oo3KFeYCwZimgyoEN5+mIKYGU5XMvJ
0f68T6wBgBUZG5v1hTKlE6I1k0vUxKqrMEWdsEQpdRQ8bImUmdmakFkp/D9FhFpfcOOsBSPJ+l7T
DomNVR/M17pHFLTe21Y1+LiCzJxC6bbPXTRMGgwA7GRCTabH2aa/JMNPlHXAGUA57kaMyeTE2Sbg
vJkoDOkF7bfgpqeP43jvsnBsDORBM9rNj+fg+0CWBBAOo9GzMK0c38GuJTTpJEVT4dHzUXbtfyWj
r/Tjig4Ka83ELOzecDcCnoZ20Uv5Gdj1fumBhFLHBerCXQuM/X342OHZgXRLEz8CMNfrS3Ba64tX
R0wBzBEUVySAZ0/48X3/k+vCAKPiS4uMaf58F7QhvxgWs7/6jzYKz+sLCggGx53dzuyPo/aA0qGC
Ofzux9c1FJu3c9/A3HAUEPQ3RY73cTukGFzXZrS3FBYKA/coReNBcT2Fq2xQuduhK0prj7WHLaP7
4EHU5GzFZijRvRtND0IZDVddroWzbNyROOhXIIZ4nn/WgvuO9Ec4jbMfYDb0DDjXkJ7f7U+Jtpup
8L38UafxRJaIRpGZCP4QjvHvxABlluyMKNfwqVQjmM22zRZd/kH+hy/C1TkVSVEvXvttXsi6bHee
11ti3g19ZB70j5/tO2iD4ZIHQXHi6cIOB8l9u42Pwi5j3TbBQ7BgY+9uwyI3swj5CnqUt/3x4Chm
gXpc4E5us1zYuJhzslQYBJCX/Hgw300wOmloBydLNP/Rd/p2MCZMkB1Y+2MbTgVryZ6gV1LkDsaI
a40x/hOPYzsX68uPr3skVn2bmh6bv8iGoiMd5ru0P8l0tg6Db3SrhCWv2kEZ+LVttaDhzJWBgQ/X
rptUbGJPRJ0fzzFXNnrmwJAJ3kdo9MW43CSIB+NJBa5yQuSaXoQLWmqONkCoq5ZsKu6dLF/luot0
0xE4+AgrB8VfP76pwEQBb26K1kcOSt6tY+KF98s18RcsCVWpHs+IbNJ3SfhhcgRCtfsiWsO+v1SA
mYiStlUoquyyaF1KzFscWEwpLhtnwd3IwXUIBRV5S90xj4Grntbej1JrCyoLtZUWtpHUlXK8TvAu
ESF9UNYGJxJE+q4i6YeVd+FLi+D3k4KhYuMXdAwW3BkKLUG2n5vKwQCoc/xBMjz+lq8xau6bNRrL
DCGwxe5r7yJEHy5YKDqHtmr3dZUjYnQ9CSWt5xVVUF++nl/HuuAYh9n5tJgXN44tpf0LCqVdxs1l
tYNGizrh0iBsDbP5jCXX1PO58YkiEbqQvdVzptzWXmfGJ5IwWOYL8ry4WTExqmK/tTAEsvvOIQrW
RMPwQDA0GX6y+3132lCOxf8PYDfA0eG7uYnydIbGOLJ28ATMCl07kNfXOk8T1ilQsHmGkVOn8oom
vuCnm+/3lzeLAllL2io4z+N3sSaxVlEC8/ePZyjTd5GILBAKiVGa3xTHEpePIQujQH2dl/6T2z9y
td9MY3iVpvPMlL5QO3kf+OTSL0tnFeohCzOTVZU18RsYqZdNJYY7c7rqZMdwVnIzAeTAC3RXnzmy
txLRkVScczOc1Q1uiMORyQVT7A548e2pJnAO55eO9vLndAwGG0YlzUG0J1rB8arnmdX4talxDNkk
G1RXI9VClk5sOZXhTjpLZOF8jeFOWhWbumjzxvrJDvnddh2CBXoegIkp09MT+3aH1HVYQYvu0Sc6
bVGkIz6v/Fys9khXxWu1oPF5FYatx2xB8LLVj3Mz/DQBeB+QomuNEx99TWHk0tv5vuKWOhqC1FLr
j00rLQg77GVcY0aMma06iZmPP97PvsNmac3lbmitNlWyBALT23ufrSDMOrTxPuZ+WmBAhkkgCdvG
WUCvCBlxZ1NfZpr2IdKMMhUUodnrao22IBjFgPgWBZufLc7vmA4U7XgEJh6kNvD9kTXqWi5d1+Qf
M7ormFCLVyF/jExhaALxU4A2UyTSj7018UyQwjUB0no8ZzjW/OouyJfZnLxgFDzGcA3IrsfCMm/v
tFEi3tisL1E5umV/sUa8iycxp5Sft3QBmnLrKQAVxM6swjFEZP/xXNdC88RMc0w1mBK1kxB50I+u
FsrvDQqkiGpFdhrdYuAo7WWbWVEf7EY4iyxtEeEziwkB/TJkcWoWR5wDkwdWP14GDsOLJ8skm/oE
3v34db+PBVj0FJUpyCM2A7fafpdfTtIp7IQ6wfM5s2yGSKpDV9gKrckoWDB9R57crPYfX/ftqRmY
Mg9kbli8ANU2U+7dCnP7pYjTqNMPi2UnGsppSvWlfqE40lTQc/5O4Hk47WHf1vLBW98c0UfBJfo+
MeVh/jgGD347pZEfdeOOI/Uh7zpoFJsK5NOzN3nQ90O7C3Jf6e6ycaXBq6qANpYrOhQRy4YAPpkf
fY0NGX2/1DV5Y549aOv5BDgox0NNnh5dU8ALUsgcwZZeNngrvGUaQX8P3cnjdyW7DNkecKTJHyeJ
hG9+4xOMlt61nGlpdlHNTsxXcTSuDCMGHreenZHCDKZS5TSpl9kpylXvVbn2pdyidD54KZqTx4Fi
CWhuLNJIxVjo9dt4j+Y1qbt71cwDyOyuX1dqQJsKvAKre629MeGap8JfS2FjSA/BkCUJ+tqnBzGT
Fenlc6MhH0GEQ9bB9j5QuVXFco3cTRhOB0nfhy9uUIinaPmYAXdyA60vxOhDIalynhnua4aikCck
TO3GEfRK6UuErc1Bpojfw+Yy0GPv51SaQqprW3pp7LrYe4FWjBqqHlaKtxlVPl7YasA9+yonDFjT
hxrTBQdSp/JrdM4lYStIU17PgIKPKdXQ8Pe0js1QCq8NqN9UwCQcSed3UK0VyNaGEEu06dN5HSd2
FQKKttU85v1eeN7qefeTLeNeG/kX2pquvMpZYQlYQ2bGt4LSwcNxEvoVUwJaaV65pc0tA9vNuJCM
NiCnt4OUib4+4SmNpMSsGBF8nUIWkRIvxm2dZLL2qVz8pcE8NkCDC2MRX/AQfadHOBqNutprrMsK
lwp+eS5g4PLjoOlfIA4S6UsK+VR0dtlkRWN2ZyuXivlmSNHidS+wd1NTdN/bQuv8Y46ayzi8uOiw
c/UemJan0UdTMC+YHabMzCuEJc18r2Pf/E15S+JvZdFL5/YcpFDxJ2S607IUwaWF9C8a0q4/hsWH
UuQVY8R9t+ejP1nPxyPoH7EK6zliy+IkoE2Eswp4/u165urQVHTdPSgiAX/YrTBnkAwemiATyA23
HQ6zG0+GoOvbE0vgTCeIT8ShJZ+cALfNBiVpU6YN+0xELxa0iRj91ZSp021Q4aKxbHdGTGEtUCMW
9lI3EHcTSGjdjg49q0XF288hHVzpfrR5uoqClKlv4GnBgXAmZiV2DmqnEVGmaMGGzH6/nqhkAV/B
v8vViFINjfuFdsQ+9wcLhfqeSm12gQVJRRWPCkNC6kPe4IGRx+lS87HGUgbOreVocO1zZRlnh5oq
8KYbwPXAeou2T6M91dO5RzrWcbwm+frBxa0FLXOpZMY2xps7WsQulqvPDzQYZIz3uRPN7edzGJd5
PUzVg/YCTHo3ncWsh+FxCvFytzIJ66lEcWaEuHFqWB/BOqTDh7WvYFFtYqwtYU60ZSJyRumd4Pdu
zIuuuRnMToxyZriY4PEcQ45rllqF3FrNZDA19s6myz6EoWwGZmefKEnx4Bw/ntkKZTDS9/5Q+mvg
iMtqGU31xBWLqRCR5HhDugsUiFZxAUSw8PEz6SI9Ba+Qij1e4rmydKa+uD3hEue+DXbfbz16N0jG
pC3C8rfRAZFs9y5WuXV31VYEMNH2DGgnTDmsBfvVoqD+E2/2t0kDGBH1c7oM0IjhOHVo/H67DgYT
GSISvd5jWGVKmyccwa4nIpOYm2can3Ey9GR+DpC9jZK5vAsox3SNgMiP+lVvL6+UpbvGj/W9i1Cp
SegE7S9owJ6CZbbzQj9mRWMzjASNQTOaJjJFhf8dcOEoAPLtpsCCpOwcoJxD2wUZ3LtDHigW2688
KHlt/rQ0dzUtXHoWu4LdgNZGjNC8coaQjYpntk9mSRSNtpSZwSQ6hph6nq2UgNKofACfocy0yfkc
yzVJK1ObKo91xyw6VvQmi2n5ZerirFFPFSYGzI5z6a/gAMaoOGPjXn4WoAOA8ly/vVMOIzBR9nPK
qcDV7yN0P5cY98Lm+dBmHTXNPeFI3HYHQhGm/X4EguItUOI0J81aU9G6P2/hCZ2QaK0vIydYc4Ul
NO5Mm96epulWpiibHDAmKvksy0VDqUXsA8PtfMjXlxFuCPE2KDxw51QXhgWJK6e5gqll6sfIh44E
OydpzO8SPzV1EQc9Vn70nSwaHx10UgfU/idgZuhe02C+JJywks431Zg74tV3JRF44zcVXyU4PICj
2jgy6TiuOhYFbCiOhksIT8sjPhZzaRAra7ZB/4BOjlQ4smvGCDHfCT6wPVL137SAI8utiyQW6DiN
FJi7XNQKS3sIdzrzFrxVM50W06bSirzqMLm9AXftYIRgZs85CM8j2veqeu5nqLpXp9hfN5UhEhSG
LmOmNsyh9TANWdM1OGMdidKVhPBWbJfJGqlha15DjwSvQZN73za3H2jLkDLiZgiL7lrNnHd4BauG
ZLJDkACLlo29AmJNN9namIxmLBOTIIRVyFni2/3C78LaJnakfH6EQM8A9SBUxZYwOtgaRldlKEwG
I7VrE5pEWrT5jrpFnVy22EImy3XpDEe88TTgSDgxw5K4j/O0R5ibXNO2q9E8OHdMI7qP27oeyFty
RIx9Gm2rycLNo/SybPoQ2LibqIsY35gaBUaR+1QM5so3BY8i0hnjWk4Pb2pxkIoeq6LS2bSNYEQW
1sEt6sWUV7poAauV7GasQDwU5iR7LNSMmd2VW3ZhfpXDkyaw69dp4gJMSs0jtek/4tOc+IZJueCE
J15Vz1q2OxR5M2sYXoawN7DrOYrB5rsV1c0SpS0DczoOVffy/DChyfjrsI/hzq/ywJYes8EPq2VC
wPPHXXsakU/2+KNfbBvKv92HNBogGiQ1NtbF1ovCnnHpuDHVS6lNYWGrZRj1T8iw6jDcnTLXqE0N
I4VDkil2/p+uXkc+C8Zh3rr0NVvqmVB0rp5VDg6O9iXdb6vUiDw4fZ8fVAxm/tyDoFbE0IE7GBJ+
6Bo+BU7govVugsxpc4RoT+0A58WIGVOEtUkvMsfqd91im/WSnV6YxuyCmz7BD0lPMbC6HKbagNWb
8TTXJrX6V/NS0l5143L6qGzZdVV2jEbOUUKtZlM2ciRc1oOqbTakA+h+gTPVmOOF/UzVypnta0FZ
YQkxY4c80e3OdxzMWDxg9jZpuJj3WBaYLQkEoJLutgsnZITr4zYysyzZDzj7e60fCMSiCP9Lzug1
jW/qnqgFZ8s8o69gU9hNXl33ruWLfldDelfJvSQJZU5KFZj3VcahgBEwn1BBa0EamuUdMBfBYmLo
+xCbZl7TC93uToUr9LlAp5RtKg1nLpu7LgEbKweXqS04bCjUFttEmJ16oZjIOz4zoquBtroCZysa
O2B4c48M4vz0VmmN3HLWC3u6WvsxfoAXghs79jVmOE7pGzgfM1L2hiYFEAeci+bJIcCMWuHa+86p
YZzCFk4VKj2NhbkQro2+S6vac5Txyux9RZyxoEQ0TVk0XX8tVwAJM+4U+0TuqUqH3izoU0VKpLnZ
mLy2dhYMtkKdfEEM0GV3cqsE3x4ZLiJDp2scI56qo3MVKhQCTststmbMPoJNMQ8rGONGI4Pl1A89
/wwcYuOc1jKaACG8uqKrzAz2KPHg7ldgusB4IfPaUHAHRJT4v/OajFYq+i6aK3U+8Nteoe7E1C9t
TqJDVIBxZMmG8C/HCC2Y4AjHlTaweLWIhq0g427ZQk5wzlCopK9uQuJw0T6gsG82LOFgtdrcIbhi
/nYOx8+VOiu0K9VsO+WWdfyyoJcorxCBS3lD5/E0pzPNPVaHdYqYqvd0fl9TDeMHWtxU+uTFwACW
2bBzytCmiQPXOV8e5iYHDLw7U9fqzBNmmzzx2VSfmwk6twNhrnFIEVZwKARUWuTEbGKetDAVy1x5
xIj6iFfmQ2bYC/MJehphajOn2Z6PD5mtn/+Ly6xT821Dp+JQXvZonvBUVRSCAG6DkUaJ+SLMG7Po
euw2mA2Z6f95rcEDxOuSrF2cwlw9LpPzDcqYIiOzxm6OxM+6NdvCCAlDvJ63GKoWLAAvKQ3qeT4u
03o2V4bA5PP0zzt2M80ht3wiSFQnpF70sVlFbmHZDF+F0F3bB0zCSw5B1TVm2TmnCltde+Y6Pdbm
fMl0OiCHtjNvAerVMVw90RWKITVFKJSFDUn1jBgIhG34XNCiZTNvskCa/+sw7jXLvGzM6T/FozkG
zvXj6rQDovDBGT8cQcTlVNJe/ek466JogS8uJo/qzMG1YsnmEEyzYUueo/nSzWiVvKi0D+CJo6gZ
a6O1uUoppFmidY0JAu6WYa1YqY0fmE+HUDrWl0KnYxpcjeyatsa4qEph0Zzv+zyJzg/jvLIDvzM0
h/FUF411hNnhV8DkvAknEcvQo82QRVjuspniDWGMA4U62uYutLYrV9U8v8N8Cv5ajBA4uBe6Y5vu
RsveiupbOh6reaLvQKTzn0DwbJa7OkVTxiezElH4u88viWVPGJpQqeeN+4pWnRRjV4nErrXJiPz5
VMDhARIVg3uaTXeqYz6WTubVuBlI+++jqemJzdoMAT9wm5i5CLN6AKzwuxTF4bu5EKXBr1oP0bjd
ENTmR+IXUOoAvv1Uf/EUlNrfDdGVG/NibRbqgOLs/+LsvJbkNpZ1/USIgDe3bcfTDyXeIDgSBY+C
d0+/v0LV7BCHEdTZ52qFuMhuNFCoyvxdlk/Qk1zu4BC5VJ4Q75QtQ2dzu2i+lGMmcTqHIaFcLvNy
5cpVsBEFRM9/aKAoUTBg0zXy4B+zTGKTgxtLyPj3cMrbbgIeHeoHkoGmiW5u7zb+ZelJy66r60E4
T3PGMSMYMhkQi3tyCm7NC54YuXJ6BlSLDO3flDv5vVp3v7+KX3pJKTmCJSemQbIObzMXAzM1fAbU
2o+hU7Fc9KtTpKwG2o6dH88XMkrXa61e2Eox46mqjH5/MT+D4jS2kPRwDaZvEpTGQfGmlcwRSra9
F0+PqbdImeoyUWWxw+z9wDbj9OVVrGfpDvn9F//yLMi2JeSSKh9Y3ALj+rmjtocQ71Tkjo+eOnCD
DjituNcU7ui26Bl0LTBlY5S6PxJVt//+Mt7+fqmtYHcP8HmBzv+iVhhna+qTai4fscUo1DL1eQxA
2BmnI20/aveT7uV//81vk/SQdUhVByGQSK9ASd72tu2UJYhNY+MhrXrZQhJTSd9zDvO26eQIbbbg
F0SIkhZhnK3sNcewlfsxUITc1d04SOLPVpPnCK1/f21vlyiOAO6FB1BBhDaZrm8ejt9vyACC2HzQ
HbanVH/DGFGvqyU61wnHqmaDKt+XG7P3/wK9vM0B4z6RdU+stGVB1qLVewv9kHsbIjbvHoqpcDdE
o+qeoAWczI9rMrTueBqtITC/l4UvTzbLYdT993ZEkp8coxaHBjB0whiN/MabytSx/0N8/4bgwb/j
MnYggLYkPAUbgPz//7WttD5edy9PsxuH5OH2BemexIYGEdHn//65vDElwtFGcrjFnvGBTpLcoZ+/
ijlvOCzazX2YmQO8pV8dZrUzJAZ62DU+hZwcbJ0BnubqD5tnAfqzTHlEOTUky2xET0vgVvN8roFx
AuY3t7uVZi6FPMJRLYbhN6pCp7/dWBeULPzy2Bguv/8Nb1980klIrbF9QlB5bL/ImdifJ3T3UfD4
6m1Tr3VjUHOA5YQ5DUaYMYL6Ea8pAjDyXD0e6u8vYk/o+zew5JMXEjFqgI0P/dgvAjDO0Eli3+tj
3omSQ21qexF2j9EUlfFzsiwGsWSDseLG+7ApQ5/2KGc+EvDyUMCXMiop8NamuDZba4p/mnhIiu+p
YWFKYuhrb00IU8KR2hZL82pI/QCT8CDPZstOwOIAguG9XARurE9d9rYVOB72Oka98680tiySZRqQ
v9cg4u0LqhHkdK/qFo3rsSQEHznOGC5npvRNHhl9YSiwIp/asLXTGdIaX/XG2xOGlG96a/VLAJtP
CQalLD3izws6xrAaMMVyKGyRS4flVKzSQWZOrcHgTJGk41hdC0dIYUgS9vK9L+2UCZTnwKMIbE6m
5zBw6a5rU7R9Z+CD1Hz+/dPbk6R/enoyf5CJLqiFkZDQtP38GpDPmLozvOqjxtQb9fOpmegkkWD7
JlMRnXIuIzjPDgoN35lSVGvwslXO0iIfJUDHlEYpwN/cQQotlZVN/+wKEk98MRc7MedT24Z+/F+U
7VvGlpAExDDstRiJkFS9lfcxJroBLje7B7qoxqv/wmKfOvUFPw9thbZS6jd1Y1In14kjkz5OHRDp
FEi91+/v789CDPBtNDE+ziYfnxQzKd4KZJhp6nUBpN5DsBlkjYCixpWTnIwFsCU9/H/VIYGJ7NVz
4K1JfmYbfbOxwc60NIJe9aCpS102tqooxEqfUaGy0xrQvL//sW+ZBbYApn5EIXszIP8vRWExtVIi
MjcPWZoHbDQVHZ//7fX7ywBJ6vsg6iXHF1sTPumb/+P3Iz4nQ26H84k/IvDtp9OjLtd0WEMrvdfu
gJkNQTZyPxmXKstDYnHb2phj/0sP9csN4DEjrcIcgZnJZHv++QJ8MEsfV3/PjFx/3z3cvbPTx2xi
DBLO4YioWkycXdYHX39/A+QP/PfLTJYl6nM0EpwJpJC9fQGKZXZxYybrfc7msn0Ow7EPL2nvxyAL
XHRn9Bffxi/7H4v8TTaezNCEOiG8Cimw1IG9LXIKz5mcrRLdPeaatB2fArcR6zPh7vl2q2n7mrwI
5+tgdZI/572RPZY+3rPYziXo2uYj3VIfIAncjrhFwJkujEWTEIvWBcCk7Dh2QoJkzYBcHGzrdXI4
WroDg2fwPMHfSu3F72/r2xoOIS4LGzkrKj/6jLckUewxl17YVn4/RJOzn1jMW2HyB8cccd9jXTCm
9tX+5K1g8y8jPrLJlI0d0sn/eMhvtxRSNukwCK3mqiDR3jY9czlECeHr+T05ltSQzA+FSVE1pMKe
fv/jf/06di4oI7yAKNspHn9e03nmebClm3dHMkcAOpPbEmJ0y4lSeXDb/yYIvV9KMw5d2ig2MdIr
ZFb0m6/s+3hhovjQ3mmpcb5b9pakarbnsZ8lwSOt5FN5n64DZrJjV/u92zzZ47A15QWfcGx2hNOj
yJgeNESmPUUkgrrsTGixQPGWMgba0BomEc8RjjOBuem9t41DGR98PlXWboxJoKqD85W8STP3srvh
lJelaelXkpFJYwgDfEgISICidq6mVGIyb5wkhxJklaTshzTp+Ouh0maJepa9SI42ETxQxCXATKZq
uLpoBQTaVEknUzXZVHKBlcmyjgUl34i0m7LNPJZxC690xEmE/ihTbM9UG9KjRrK5vFA8NBIL67CH
8SW6/RBJ7YGFTc0of5IMSnh1CfW5L1FhDd/E3iZfOBGHG8VJF5cSr1K9SymbzZc1qfz+EnaGmwyH
maldKxPPK7w/0W3ebniuFSJgmvPM784B5jfn4iW4zN+rm6XbIr0d58pmq9EajVAL0qy2Z81WA6bJ
PtLegQYFSILoSHByV7uatWeu+TXGILdaRyXO0z0nCZ/yZgYtIYn2jSbghDvLmItsRzb/rejTJbVb
u5n7oQxZSbgpgNVcqhqws+YfqsswP3QbIRjfB3fOsVZ5SZkxWYHbjYWpSvmVAHLZvlxry+YGGqMt
PYEoEbr60vBaRf5dZTdzdJ+NQT9+zolJwA0HqO1t0UmVJRiPaooYk6nfFSQcDvnEOead64JOMb2h
+o7EKguOAyi/354ns5GwbJJhzXwe1yGFJgVqNxJk+0hAp4NveaBpZ1EWmH8O/BGw2VDkJpOjklqS
eTXgBeMgUK4s3h+bgtJL3xicd0nhY409aeRXSwVsxdZq7DMeEUC+VKU7ye4JsMN96sx2LtJju43F
9mXuVq7LaQ1r/lGhFyUxIs231Hte+JztGUJ3HP8CNrHcZ5jYaXxHQkzV2BfDaIz1OXC3xRjIVd0j
V7zNlVxlgWu8RziZb8xdOPWKfNSwNAZ7qfTEvLRTHGEme9oAkJTFSlfuW3RuTS6gEALIru2iGWh2
Q/aC61ZFfjd9CMJiYB61hnXZeSWq06ldQBdw0eq72VfyAa38g1rWo7/wyhb7izuZALvJaZtCm+nk
02DKZagY8tgAZL9pDNsgOHZSGiIFChT4IlmYSj2a23bumag+iXbYTk0bewDTZFZJ0Fx7x/y8mJPu
bLaVN4IblmmS4pXs4ukpKJxkRlKmlaP1knLY6l+qlli4+hjOzBICFXciCdzEnygIT73qjPkKja+T
103OOVJblyacHM+r5fa3ewaGXTFr7pZDfZu0bb7LCWhMTwVHFd+toHrwRU4vjRaXjJzcnrVI1kWn
DHRMoktiPi8D1QWEjTb+J0k7fGoqO0jPwvGmCtxYIeuKFvHDRWLv47yVPEBwIXmHtgVHB5Q4dyZK
Toq62WyTsOp7V9mzqnaUyqgI1Jy/LwWJ7YvOuhlm6ETv1KGoYoNf92UagO9C8aeWRPaZwualj14m
/I3IFbVRZnUcsolWi/B4GQuRmkV+rCOD9IlDZLhII1r1ss3q83aIvXPWNfxCTBZP9xDnayy8A65h
iyRJ3WKqR/O6tvddr+cusMkHqPC5ZWqnxBLC5VlhJ4VPHLLyFMiHVBItijPWTLbSZbh1JwGKZJF0
5DT6++GmQCpN8Dp7/6S3BwVnjrklU49c0hJ4rr7SI3RoZ1iXddvHZZkcm4bgxeeoNYIca2ZNAzwe
a6OT7hsLlQH3W23i2IFdqnTM/rL9SlUf/Ory3Cnf/11su9VoXree936qC/n3HdX0k5wmb0CtAKOk
NFlb+gGZ5iIBA3sr0y37mPdMNq1RROzHnBsM1DRzuMlzTeMmhRh2/kbpktbNkUtjchNYh0eHMgOG
pFApPYPaVwgXRTN4GSXtaZxRP3qmgFofJMFGnQ6L9EcTj1LrVNpo5SgT1H9ZSgC1qG9XtRsiFtk4
aAFUQTYC66hgQ+XHxWPNHon7VapYAuUDouOsrMfcCFfzofV3fqcZmvBbh48r/ZrAaNaHEYjB+FHm
fqjNxmU5yVNdM2ENmi8ORA2ez25COSkTDdAM5KM0x0/2xIrVRq8IWsjAcIblD0gwTqK6cC6Gj9pQ
HF0llu9dUrAAappZnieg024ZHjH9xEl98oEax/48miZ5NOdBSeTVso2UFV9XAvq4JzOIHeA2a+0R
zSFRaRuDoZNWYLCGp6scY7uUnZDPlyfEhesNWReOeqGD10l2oFil8kaTgmSL5pTNqkMsvYo4/YuW
b0QGvn6MXw2OKxv5xF7jjqqo0sIizEBS4xLNidwycTfKFQNNw3vn1YyGLu6JsZP7rJMPIwsGPUa6
fBogPQdxypQ9qFMJRbFNNycOuQXbRkKEk1TpSQseUB7JqpKJqPsnUh/yiZzoEoWt0kEKC7UgiTlM
dB2hko6YHAVcVQ8xypuvziMSrmEODdTHCNjU7qSKp06Vh0gS5G6h6cZEkbukFyG4UHSjXp5btqsp
21mmDKiCVIE8vapsUTj7BMhNqVXZSLmQwXAn2eTBjG6ZFoxc4ZIZoQzGUauZjGDZjefqncullLo9
QKI4qEgZDVZw78KhbgVJqWbsuy+VetjCR9X+POQEA2DmTxG2fXB8U7K8DsPo+ulznEy1J3A/SM87
OYRSg0QLIFluJSMx8p0O8BQPCkJTlajXuKc2ORsu1fRRE79yFOOEYCvGaZYex96V3JK21eRK+GRR
XvD8CTP2WvHenDNmcTC2EdICmVWBdhc6cd+t9TuGQH/rxlMYZlvp32qwwkjmgQkvCdkMhBG3+bSD
zZySRX0cJjaj+biasIdQw0pJ5zDDjC2d7yEL4UCYb1kO7FM7W62r12Ix5MqxOJJZOfoma7MjJzTO
26PUOKXLU690K1hf6yE804Qsojm5WZn0+Z+/7yffYhTk/5FwiV2OVEAiXd5iFJvnLyJL6vKuKhtk
4Ei+VT2/SZJyVZyZNrT8n74YTxItPPAMkLkHTfYWiisLZ2hDsaV3eZm24ctKp0C47dQQQkIYQ2ss
VX2uOSrY5n//xW9pF+BxGtrQhaGDX2H6yhtzlGGE5EFWdXrDTNwmdG8BJQc/uYuIWUEsDq8+BuF1
s93OQryxEWhc1kc3Wx0CXXzO1M5+KPatZTAJ3yjeIUMb5+b97y/yrRIW+SuTR5gtFiCXMH9N/VmR
WARBMzlXrYZRGrhFJ6Z1uYRLzXBpSuNC8kqTBvkhXsIg/LQMU9M0V1GSc5Yd7KoDBu9EZojkiFIL
VfOhYhk4RCWqqLo2rcqS6J2sNOryMHpduZCyQ6XqpGdGh0jQXr0t3o6o//5nkij1M0YGW20xbQx7
AxGdGCffwicmehLW5mRfBjnnI6R0SmqX2Diy1FuS3AbCE1rCljJq/+M2R0ucnIn1ZUaKraLUfIeK
m/4x6CzjxRrZVMhm2skInQynld/gm+g+D1WA4jw9maTsGsMxTTfRPXZogVfzWAVp6uY4dE3pMKnn
cgxI3CXwhc5uHoeUlD46l5WNULFLaHak8NidmgkrY4RXwuZwl2fEi47GEWVTtwaR3NFmTdeGVBmG
TaV57zWPgjKwqK6Avr39nYxNtN/n1auc4LnYYg87b+AyJ7Q4xxOjZt371o6pq6/bSJrCExKgtaKB
QR7SlIfaKzKRX8s1quNHS3bdiD29yJg7ZuNNTbQyH74PnQbjdSZRA88ItwTt5kTm53pr9rjsCC2f
48wozrrW8vo+XIyv60qCjjj2Tkc4KSOKSmF8dmfT9EjuE1G3lpeCCBg7uGahV7LXzyu2Ayzd27CW
yTmb+h7mbtdoV4qNiPFUBX+ROJPm14QWpAW0K2psgKeuHWaW3aayKDUTNSOszfGUGyvv8Gla+oDR
h4Oz0skf2RmRGt5WJPeM3WfEKhsmLLONiM34gOAnz1oCg0Rg9iTejk3xfUyX2Xyh+rXD27HpLMbH
FUtcjnBDSMZhnXSApWqasjAdeSBdEY9r8TCFjUwQUq4IneqpawGDR0qZoPq2aRPSSj0UjaymJyxH
Y08VO3tjdbCp8Ka/1YuU5DVcWRr4M4YGfyX4qzvNjphIcstDI3/+j1eMwImf3zEwYEBgtnYCr13E
CW9JJcyBNYqFxrudmO7jTAfkk4nIP1to+YiGZCeMbwLSpz2YwVLUZdQ1JITYMWO+StJAT4u1ZOBh
Az7KU0NC0MM8D4Sru6OVfC7LkdDpiHE+86MdVD2J9Ivr35ncA/LMEW67SXGHwhIcrziW0dCbp7Hj
/0uvlV0Y4l1eEFp9ZzQEP11HDBjZKRXZ9D3uizW/OF4247ezre4jgQuZOLfNYJbHbgu9FUG6b8+3
PsLB8iKcOGpObZwEwzEbFlSQJ2soFus+iurmyQhWRgCY+IoIra/S+TTTDW6HOg2bE+iMiO4SD+8O
idV18EA8QU1UPhLWkB9bBJ/KerQex86dZjwwjv3N8qPsrly83j+AEuVPXRUxHGDIrOelWpJDMXTf
/TRtnw3LLp5K11iswza4yE0OMG1xNZF4lZLN+QBcBY98Wjx3yyJC57uqNx9w+xh/R1PiXIn4q04r
CvwzYtrkGHh9eMNvtc6mkbIHCfCPzz7xLYceqQlZVdH2MGyxmxyiMli/mKW7XdAPuOI4WWX/bsra
5n3sNN1jgsPnUqyD93EIDecaR6Y4i7yRYX6AB/fw7fXVpHM4WWC3MsQmeCTXO7lpyPT8bDae9+dq
h+mXuB+6DyvM9kNCAtdt2TOd8oD0zT2JTFjUS/N29pfcxTWy5cut6QzjvcBL8o4RqNZ5m7v8zGx6
m+SuqUkOGGPWvxumr31qR3d+X7nmcEdOV/o0B2ZV4O3I2zMDL7Z7vFvRJ4Knyjsrib33IZJcJhYQ
aHpAohzemyguv5Te2H2JSHa7ou0xjuAk8Y3XjQ2nCaDbEbjIcAFNQ/eGCeL1p4bRWuIohd8XZ52M
74mdiYdINCAeNI2fkAPbaLs75zoHwn60ncQ4MaR3+1F0jOFL/IwUoDU2TmIqOkCp2HqxCBG7CcRa
3DiZt77bbGN49JO+uVrpNN2mM7O3nHhbETFnIeO7OuG+J6w3XM5E/dZ8ixWfDXrX+6Zx10Mehl1w
Ccsi/gd563Pki/HF4ni7Io6LDgWREtjJPPbDrDA/u2zAZ2MpwndeEgQ3zpYJErp6fgCwsPc5pJjH
pD/j6D2JUNTfxyr3sgMebPHA0qRNiBrG1nt2jY2MXC7qi8J6SIiy+b5krnHX2h0+M9qdW4/t5IMQ
GWZV0uqfSbPZDmKb8u9pXWTlcbZrJNveXIOUxBb2adLQkKZODo5XxuG+sKFWzsHmf/IDB08BtoT5
77DaRvvHagQjk3Ka/LYYm5E9I90KRh+vw4eZwwYmu6+vIyHyhxAY+pOPws8+xJWwiuJoZFNKhwx+
vkyXMqn6P61gqJ9SirWzMSMMOcVTYGaHBGjujNP0ec6JxFtG8TXd7OGWUPe/pt559sH9ib8ulosx
BszQjuz2QuPTGLfW0BbRA1hddcMPK50j5VHzREWRRheozXiCR7c5klNGHGMTjRu21xrh5QGyyvyO
+mA5zpHHpBm3Mf40ksGmHewytz5wVeXf/lZ7N3lquPdiW9tvGOSMu4KWhpfLXR4T15nvxqzPUUv4
XnUiQ6P9c+bsuLdWz/9CUlv7oYpb0z3VaTFc/HX2n22rr7pTHBvdXTB4AYH1FMQ/jLRKVzxlzUCS
iE1Mv5zinT22izMSnxP3zakpvKA+RAH+5vAPdDXh0e67lXw87vDdOFX2yRQzeujN7xlKXxvn0UYk
dAHFMD8mMAHToQ6rmB8k2EtQkH7E+G98sIhB+yGcle0nypwHElVzprXYg3k3M23gHDpj9RkjKCjb
soXfY0ckXwrkAP1BSHnHgbvQfLKinJm0i0UweRZ35TURYfbN9cf+JmBw3ovbI/Fx4yEge2WmO/Q3
m8HycR3zamLuvZBx195ldlafiPMCBXOL+JRnTfZ32KTtkcI3/NCBpDF8wU1uynBbaOj7ATeHndxX
28R8j2x94sL/ynu/+qvdLMbAJgTlicJh726d4YwmNONfwdHdFe4QPeGUcc9r5nUXp52T6uDNGTNQ
PcN7cJvFPwSN+Y0UH/d+KRbchiWjR+bIkjpr3t1T1jXlH5trp8Rfe4wUqYohumncqfvsk3ZEZltR
ZE9GYthHDmHxse6W6caPjO3WZDe7zusa37h8d34KJtf4mIbTRL4duGd5WfIiq69FEqb5DyXpBiWU
MtYtY67aqdgsmU6Sba0E4pRPqdko1LIjE0Fl2oIdJRkmId0uqgwLhXrogBOtn+tnqe35qOXTBRsK
/ZyCPcOBScnFDWYwMkLPAwF4ZXRcymRmEmeARZc6NmcMAn/FU+lZFFeyKVV83kYyzVgfzGbErXMA
RICfW7Ihab/GXlQt0yvQstVIOyj7sULdRrVXu39p7BXqgjTMY18R7Hpax2naHlGmJN1NF0NvkIOV
NGtz4K3z66e8GodpPCSRN+TnkVEZ6dnoO6c7GUYNoGHE9Rr+MElJjO9IbbcqnDMFJZ5BxP98aaHf
6w/u3Mb5H4OXiIGxsgT3ZB/Js4wtC2C2KG3zHtJ38fwrQQtJmx1GUlXJ+53JkF/PA1rKkHCdthAH
IiYSzEHxnHNwHYj5kB6cfoFx0wxnHpX4wkaLSuekEKNoz1xrt61ZIxQvWTX8IHO3GJFiooL3/n6N
u7ObsHic4ZeTu9X0ecXCQDTXuIgh2cHdis3/TkEWZOcxn0fjiq6lqN/rYPpqgxoXPI4EblCxJBHi
sZAeJOU2Bulk9f/Qs0qZjbnOsl1YvEpCMYj9cTk/qdI4Mw0Jo2l6ASk5HsQD1qi2/6DD6rSNKIrd
0vfPscPh1z1RS4GWz9pBo4gTZ7Q3xmNuodGvyZUssYbvVMSisRFWeKvwQUmCkJS1cyValYxSUCpl
WedSXkVGnfQzKkoiVX+m6Rjt9hGzLWO5GZkkCWHl3FV9hNbgK3flpNxHbVZLiI0uSELX5oxFglAi
ZbzQHJK6msIJeba1kkhr9FAzO5MlmTNcinFdys0nXKzbNJi8ybiF63MycnYCbo240n2vnf0uZqyW
+GdgAHaX39MX4386TDDAZnO3JUyhmI427sMG6wRR7LzkamxDTVp5jzovVSadUECL460zXUldxAEK
FEDr2DJIxO7sCUUGod8FPsSrtiqINpQWwDadgXs1BarwOt8MuenatzbYVQoln9h0B8OZyaGF9YMM
80RAWcZh7QWsHl/Ci7tGVyoR0vCWZp20zYNgaAYBCNu8EfFytUQ3rmTNK6S1de1lQfQRGJNNAN+O
Hk/KXjrZ9obu2hAF8O2hdqiJMIkp14UGkR3Fw9SikRzUq1pYPaZXWBayGgC1isUGJTWlkXygMQVL
6T3khduA/2nUMdj18Nq/SWchYUN/Sa0lv1YzJl9qn7jomJ6VEUDJpbg2JiO8YDVUIDx3b0CAYWiU
y7GV6oeXVWUljhuEicDGMqdJJaNtWvcLoYMyoXJAP2Omxyync8Di5C0MJNPsnuahtdPMb6eJHmVx
o9RsDiUJbsvzQgJZ/6K9gyLKsKJpZUUPKpVxFXPfrj3RKrseIcrWaD2RMbku33K2BfOzSYhtw+4c
pXl1wc84Td/o2rLvtQzaneHLI6tgMls5krq7OB04fd+1ufucbklePmQ++eaXjn7M/6D2ksGH2YdQ
23H1IanwbBseTkUGxg3m/yLp6qXTNKM2sk/Ki1VNDMT1DnY5sFFod6029k67Hp1ZUCzJuhklX09g
BEYqxBKVT/yP0ux2vLXetzlYrOgvkVJKvxTeIBv9TknX9Eu7m8sVCtTHplR14POWRNDQuPbwsVpF
XH1vbMLQxgOA2rKah9UlUzg7qv1Ihx4pjQ0pvvJycE1P23WtQhQxcVC7Df3gniDVRDOiD3WLuqJo
KgnWh2vMWqB9XP5QzKjVi4Q75ap49G0PpFT8gTqxC4RWbFz14srT3g53W7YDoMIfzrEpWSOlZ1J7
tD7m1wDCpomK1fnRe+g2KrzFhON/0IZZ7ChS56JoIHsNZKZ+SQasvZwShMneZ7WVkc0r7VyaDVe8
c68AFJMgRuQFs3IIVEMv/+K4Ux0xc2tQdSmHN7iXvERrWeWb2kzk2I3vdMxPVxE4IEBGd30nwI80
qqllAmwmjx/RNvLHqzReQv/l8aPdIaK2FwEZMtnVwtAPtRH7yAV42/GlStkPyn6ZLJBNhH6kpwhF
MI9LrZdB0W55NkvxgsP8qe3Zn1bi3G+XFbqL3NECAJjxeLUocj84a9arXXJsHbeTX8qdAGhQ1jyK
QV2bSOYw1IgBRHuwSpGx02uHgkp8fE10XWPJ605YNznIZiW0UM9Nh0joh63cZIK8dz637RK53fhz
LI/nTHk3AhHshMDOQGLZH9nxauIEDRLZcVFGFL97nkC3Jwi4WzGN3U2c1b0znomnEWV5B/wZtt3V
6hn4BB8d+ctCNqZfsfiv5IQVJlZJtL6I+YsqlVa3iRBT5OkjigSCiw6FU2IdvdGc2KYU/I7bST4H
TbGsSvGFO2lzLOuyGf7qS0uM9iencys3O3nmtAbzxbJWGTZmEkLJnVEcupgi6Tp51dBRwEv2vKR8
/ODvR45R9vKgVVEBCQ2o9OHtGmVtpKMklp9K7qG8gTjyZQXQ7GxYjAyRe2WqXE51eMGS+Xh2HWni
hEhU8YCT2OqAxA3SIkRzg56D2Lo7QYYwl7btkjh3MDdpsK0gnssTszkFkMTcMoboibEQtKanxEmX
oDjp0QA6CyMKCUuwv+SkKpURstv9TdbLWL3QdToNTvyYZMayoQkisVW033oLLdVZMA9lWk/Q5y6/
Qlc6jnr+WWUEzvDC0I99ee1ytSQRgqVdREiNqrMf9Bn3ynQ7uetq46x2n6tMkUwpIAhikYIsfQOL
LpdSOW8upUBIjJ18Q/M4lcRatgTymG26PW+0hz3hFnZGTigPmZd9jj6QtCWWS7rH+Y5uNOPx1TIJ
zUNrmRDEpyTcbUX468gBHS1n9CScYoxSqapal9OguucxO65J6/KhKAjHcp4ERR/z4eocVwFOVI5g
/l0iKoarM2a0HIHoF2L5ZWlgxgmE34BgkltU+0Q/McNjoDoiF27B32octwJRF4gzqsSKSUt7Ga2l
hTgLGahzOxlOFvSn1+w85kHxXCw1YamlaOHClMVEnYhThMXLuzewLHAF2qnr9ZUkq1fG4cBD5qtb
2N33ovB2k7sqbQFhOh6gUmSKbu1ZZHrNdI0tiXjEPDJYZ4g7AuSvYRTDMVwzjGC7I7mmHKMqk6+N
EpGFpSlfMn1fCRmXbwriAvkaLvEg315zZjvxDlFPdoR5WrpmrqqjOtuA0qXWYgWMnM+BY261QLbo
5CSw6jWjOw/y7vcGpCdv8lZv+5kK3tQiS0YrSHenbpNWAoN761TjaIX/UB1pInqpTxvyVNp11SGv
32lGoqnfTk+cX1oV7bdaARNYOONiokYuyoquN2xDmZz58dK0rgdoVUqEoNU6AauazwpXR+66mmN1
VybbdHg1+URSJ/aQSoyd8sjRWzZKJLm3jyZpcUg4lRO5zMnS8E4qwRJBg9tcEV05s3Xb7NW3Vgca
jcPwoPs0s9j5ziPZaFyAutFqyUUoFLlH6o9sJQtSQSO2Mnm/Pk2lnEy6Xj58013Amw4IwCmhtp64
AjzfowzyYcQjR/UKijca/mHdIpSbB+YP+3VzSGC2gPGBnJhyqte6eg4OU1vlsvBkdEsXJjIDSamr
E1Vy64M8onfiqyLl+9f/BXwgH5HWaCGelQe01XtpyNSB0E088hTUS9H2uI7yy2sYuVJwkB4jl2ut
nNipkv925LZTQaHbNPi+VxWdUv4OzQIEoAWXSkaYksbCI9JaLyXhIehfLnV1DvgK0ACj3MdabZsU
LPVOK++9uS4yo0DeTClYUZZkdIRyq42wOXC/E1vITkzPcZusQOIoJIvJQIetw8lPkCvwBmHF07jI
h7GyRfNhAgSbT9Gx5zrAQDe9m4dagotQNvlRWbxHZm3wmbJdk9ey1zC6WpyiGbHeScYHI4wb4jnp
kdwokTX9F7oWZqrIzX/YKzYF2iROCIJ59EAHA4aactzwbGhGpelde+org2WLlX9PAJ0XWyp5VLGr
j27GU1Jlusr71KaMUKIMU8JStORU9y2oBgvG36ERpUPUyR2qiup3dXClKv3EbaQUMlc7Ba6pqQEb
pbyJjTtLTbIiYo/+Rytj9LkA1bajZWqt63tnpM4i97YdbtFvnKo1FyQh/A6dEaDVICg+pHRVlU8x
2VTtCzJzWv6AjUw+XgV3mVmzw2QqfEJPHDCbYqop8Ire2HqiTdOxeCIfxdzmY2sukUXVI9sZkXdS
sKZKbTgFKbvRrjFnC5tVZkGZ5N4g/ZWnKZFYsoy1kLfLk0nhc56Ty5q4iC2WudIocpCvMkE6YSzR
sw530FEK6ELl/q5agVDt8vpW46OQx3kKisVTD/xdzB8scWovjyFwou8efTXE0bKp5b2TTmbRikgt
EdUbEEMVZF2i8C/VABkLwoFHxrxYHhjx6Mwi1IdI1dvS8/wahfDvsQ6I1vaXTokS0RnJW9Q7BebF
Gn4P2Wp9JrBcmsVfHcFKSEQvJmt93eBL/zV/5VXno/SIvKZ0iWo5aAiTiYYr2UUMJMD/We2aNw25
NEk+BDZDEBbzkvqGPA+1fk8tZBVbzSyzgZtH6o98JspJR53oIZl3jL7XyT4d3u7+sWL7Fh8wRFTr
u7IlQz48KMXq1nVSPKvtPvp0VCNR9CgGnRSWtbQp1hkd49ZNd1ZTUatccLt1E0NhjETKPvW+F8xC
agx1PFKrcrFeda17jZbgVeQt13iKoKmTZWU3yVdVt0qOP8uyQahZKHqz0hlK2utQq8pNeKGMoUoR
t1BQ2eYgQxcYTeWEPQcp/rLmimRBXhHpXtJeYHlhOizEd8QFGJO+2j7KcH2/03JZmGX5gxJ/Xczu
yhSB0FpPYHQywbtESsR7qVS9vmz+uX0q1YnJU6w6sDEetUM+IL+Kl1hO91DiegULaLWmeomCHOif
prR1ZZnRmb5MlcHNLz81qGronZOWObctWxkHdb+bbLRvDbx04+d6WyeXgi5MJpVPsqlKChmlFBHL
TAr5mWY48g96VdZo+4XB8MwARmzISUc+KltIvBH3ZN/M3hBQOupeUmvKVX1g7S3+OCInTM5pa7lD
8YntThbmpDvLGx6arnyk1goxAhjKHM0wRuUR4DDV+3haYs7hLw5Y90AlVEiC9kW7riyim4JBbOKA
3E1u7lqGrl+KICE87iUC0+Xt04JnUu5l7dcraWhXp2vAm1k4PXi5BiBUdJPWl0dLn4znKhzw/ME7
7aWohpy16l4aW3mEqar6QhWXMivwsFaiS51VMONecM2jmOt+nZ6NFJCXjjKsLWu52ywGyDDWwq/K
cXtskP0v3hN2MfLOJFa6xU2Z/lg6kxrqEhS1nX8cCtQ1/jW1/ckLsThZyWheh4Dw5oMHijyOx9wf
1vZHYjdiWk44GLfiiVbbKk9+w5Td8WtP3KMbnmwMLwTXetvmBOcmBhy6blPQ+CeJRlmPfU6W1P3U
IopKr1FJJ/5+TafRua3XWpTPNcvoH8+A1n0u/TGaLqT6bvCaebX6wPFIp+7E3I5/mE3biSdccXF1
jSeuDxWVg6Jb8N4RM+WdiVtwr2B+6fh+6Vhbl8qOV/PaCHPe7m2iSE6FyG0U9cIOqAsStl/kJm4k
1sOAQ3o8mfOC/svp0/mu8yZfgNTQ31kP9UZ2BwavJvcvJKpERM7Y2yzuw6zczO7i9tEwQJaEjADL
Lm45G8yRy4QxPhrMHyjXI9pcFP2HDApwMQ5eHc+Fw6gvs3YC2FqDYLrjuHXzitQpzPuJuVwIy9zl
KDJmCuX/Q96Z7UaOZNn2VxL5zrhG43zRVUCT9FmSa5bCXwhNwXme+fV3eSgqKyP6dnXnY6OBArIy
JflImh07Z++13ZjUdvTbEeuD6QtuAw0zui6MiwCZsSxdJUoHy9mDJ4o709UGVUyLPzCzGo9ZaebN
S2kUqFqcITLGAy7SvlyDDJYFYWyZ2MaAL2BI43Y5VqTJVruajqd+6WRtqRyMEvjim82iXL1VwjQT
eqAK/u5TvqB3SldRPw364LbIzCs6w5ACXs1sZOYE6vwJGwrjK9f4wXn6rm7mEjlL6g027qij12gu
sTv2llaejIXy6mxxm6jDf8TzfDYOLTUMlQuUMdK8RiTDJ+M2ujOXGkkYKbMoQgUYQsVzbujb8MxV
nd0cNynkg89lWUHEwrr6Q/z9o1D+LPE/XQgx1o3hyabTzuHgs0Qqw7MlcPOJ75SfIU6fBPhPNfUE
YCK9/JQTfz5I8jm/ZPUb2Jw/H0VVF4v3RHoTU50fs4wk10abO4z7IJj9T5Hyjw3ns+X5OSINwA19
X5uBOnGxWijphdcDw+CdWEBWiKSRy2I8BEPdCPs46Uuh2Ku0UxlexLF1PiItKkq/j5Y8qhIZ8fdC
9I8z27k4mtSa1a3Fe1Hed5UdFK9xl5rB+0hIOgZJMYj8pss6HSZDe/Y2fr7b+Uff6ft/+lTXx/MY
02E2MtFJhkFt9mixk82rku5ib8MWVMJJ8wHgnvsT6SeNJ/5elYS8SYmGg3jmuLgw+qSyN/PUIc0M
hCR07lirfZjh82UaTe5Ob3CcaEnoVceWkgL37dHUimB57ik8JNIOhJSDhzOMfsFK61KcIS8yk4mq
bMo2i0GS3VotD2/VW6Q+qjMcoqZn+VPwUs5R6YDdjuOQ3EavrgY42FMujGrVN3VTu4impIKVjUTO
q2pyasRP8xgmlACGna6hLTVroxujbON0M/IkeACWg3A9knepUGpx1eKw8gejnhgZZdnXFPPqI5jw
dFtKu39j8+kq31rEvAocI8C7M0c8aWZF3YEmImz9ZqjGjyGmB7flXFfeRnQxr/Jk0PZ2MgyrfnS4
ETv6y/p7RYBv4bdkMzabaMimt0ZHUubaixxjb2z76rUOK0gwMxogH1e3dddgVj4A39QvAGBohbuM
STSvpZHXV6YxJa/Ixesjq1vGt5zoEdS+XHuIqkbZWgHrPI7RedjKTB3xYnPIFidk0axqWVV2T9Ty
4b7ly88aNyh7zfJDtJ47Sff7HefFtIcAGqH6aBz8Kowg+PDSqpWvjCBS41JyzCvAjI+J6kUMtGu3
aWI65Ko5mJvQotJzY8Za5s4wljjF5GKHCWIw2b4uRY4CKZSmBqKL+R06igyAxywxYslE1JeENDAt
LqxMpn7CAYm5XV3urDzW/ETVxoskCNVnW5TWCb5R/BZHab9H+agdx0nlKnPMYO1UUqBfyvS9HNvU
9jr69pMrRdDswVSUX9nb2BkGTEtfFVUv1lHIfcdR76FHef8ccB4ikHlMrgvh5OtOds7GMMS01uD7
n2Quo8cgNkzPcNJ4PSpLcBslaHesUWZMYns5eeBQ6qtC11hSYyUafBR2eb3Rcit+n0pFvWvtNppW
6SCaN7Svk+WjbKQBqEfKULlVGrKyBKATvbrBB0nKE+zhTEmrK7ubmnYlepnn/uAUGkJTEQ8bbOLj
S+JwFvOLsBWe1IMBYcikHxJowJcGe/xhCXt0g9Fs3KlFna37JCA7nUyAHYy1EE1kN47BDu1mH65Y
l8o7u5/DCwijrb2qqOBuxjAe32XVhZzeBpuJvJZUbePzRrQ77Rz8eS0mApCYRCe28CowvJc8LabV
MFjW9dDlb5kC1/g+sQdCr/mLtX2eD3yL2TNfCkUUwVYog9k/ODNiJuPSHicLRyHH78Ux7w2bb2hK
vfOvxOEGVDuCXgTrDFAxOSl9JHv6NWWgaqtlphWMz7LLpyN+qLS7lCMWkh3ynErd0UdL1dd5JvEg
8WxntI3HEJ9F0ruWyt3G2iJpGXf+RIJ0fhRC5nCZUIwSDpD76ayYzqJhASSsLznGRA+gJOo40VAP
7gHnsL9nzTz6eRH01uUkEsEkuhRCXIxzyGi3GPCxbuQcL9cl6BHLFanRXseJg8edwAQZOQ0CRSRp
biIYsG9n7HQlqRXMinxSVToMM31Yix2XQaZdJ31mLD+CE//P2/R/w4/yR8pG+/d/49/fyopuTRh1
v/zr3+/LnP/92/lv/vidn//i75fxW1O26AX+5W9tPsqrl/yj/fWXfnpknv3Hq/Nfupef/mVVnIPt
b/qPZr79IBWh+/4qeB/n3/zv/vC3j++Pcj9XH3/7/Y0s5u78aGFcFr//+NHu/W+/qxqUhT/SSM6P
/+OH5zfwt98x78dtl7+0v+3a7KV4/w9/+vHSdjyKML4Ae8GxwelAs80zdgMt34+fQIDB3iDg4MAk
gepTlE0X/e13pjpf+HJxQ8EAO2cVqbyUtsRO8Pmz82PB0EEXQ7QLj/iPD+GnL/OfX+6fI1Tkz1YL
2zTJIMVrw0ZPkrZlnZ/pzzQvR0P3j+BB3da0H/cySwHg1ApKCr8iyobKtkYUHeRxs1YTjRRibOdq
I9IXYu3BhjaNzbGuFa8J59ddZIbXZ+q25wzy1kHmnHhDl6DEiaRzP3Dfvw31pHpGpc6xW+hzgSyv
vYQ/ml59/yr+0jX77z1q45cM+cBvyHE+Xvrfym+/3XUvHV9b/PY/4QqUgi/rP78C717iovvtOv5o
mo/fuAJ/u4zr/gMt/p8vxe+P8XkpEu/0BdOQrtmaPMcVgqD4x7V4/hEncJKsqaoNLok/LkXd+oLf
yLEEIbVwPhyDaMkfV6JufrGwX+nkj3Oi4M//2oV4fvY/g3E0KR02zfM1Lzjc/AeiCNYWjRHvEG2i
RUO6OcZPPOe6bvMLK+5qlAqLcJNlDleZ2kWIozgXT4cFn+TaHpJNlPETZFnRFnkFMDNVOyGrNN1e
1Cu9QOdCU++g58s+aMK1KMVdX2anscm+6ZXuzYZ16E1lH04FnhIyZBksJu99IndUa48YiwAWB1O3
kn357EQYptXK8c7/JyEh2qeHUmHJD19zwtAwHS2DZxKe4A6a9Qrw4CNPHeJfTGVa1ZTYq1SEmU+Y
3g1v+ErTi1MsJNGsqfCTIAhRPcStG2no3TivMrxeyCNhfnS5zMuyTbIUkBxTB0cbeQVx8s0GeUfL
o9FA1NbPWZWfHCj1hRrsu15r3TEJ9vNgrdWIp8+79FUYjbPJAy1cDWpRfb6suEUR29QG6PyiQr8c
PjjKkczYa0aM6Wqwy9M4m1eMMgW68vg9Csig1Xkli5goMEyHpmgnHhnTV9d6HdiuQsvdm0b6btIC
Vmgl78D4E69MX5s8zL281hGPVP2VXqpPeav4VjqeBnN+bFu+uTjFVzTn0eu44MmFX+0FsqlWcxZX
HnLUq3YhgQej+iovsmvFWZ6Wkc9JcgJ2bRsoSt/f9F11nYq69RJm3xSAi+Oxr2sbSQ6gZ6sXzdR3
e/zOc81QBBXoc3du1mQ9AvHBJLCHvIBAAdwy6V8tMbjWqFAMIqDkQBO/Bu00EzWQVauwl8rKYV66
jyi7OVDJ0MV6cGMiJ0/Mofdi/Fz7hoizXRxE3S2cvG5NAInEuKFNe44ylx3dKN9qG91PI3NazXBr
kdzwEhRi8fDQSy8t0PcoTt+tDHD098HMp1PU8HGbrgG2bZg0IkVEW08P9kkjBJAAfQMImHaErm2U
jIA3M++uZnK6OeFzadL2oPm/cLGbBkVOpa5GTaU8cnZ0HHxdLU5LNYx+YZhrenl7jAu3WdJcW4Jv
P6q761y9mkPmRXV6+tPq9WNr+vNW9PNOBI7MdgCE6kCx2PBMepE/70RmIUo97K1wY2fYMqzS2MyJ
uTXiVOOCyi7+9ZP9Eob349nYkA1d8qxYaH5+tqFXVfoNQbixwAa6ZuhsSJLZKGXxLJPVEqRXdFe9
rhtoB6Xt83/x5OqvS935rbKomqQdGfAhf4EnFbmqlSX68Q0jndczisA3ldmT88QChx/x84sgdtcJ
sgu7yC+UxVr/65fwCwXt+4eNdoQlnZVW2L86fAGz6XltqOEmHQZ47vlFGJm7us69Wc9WZZD+Fx+3
9XMC8feP25JQVIV6znjiPf/8cReaaBvw6iHeIh2jTWN60fzYpMeu4pZvYAYw6Hfuad06nB7Hx0Q3
L7vqVdbNligcLyUAwQ4YM3TFgTLm0SkVP+8PGLAf7dJe9xJbTVVf5U69Wd6VDmtundHinquVSjIA
2ijtBjE2VsLR2lVl/JKM7Y5RxSGosbPW+krY0YdZT7ZPyXmaMtoazMQv5rpkXitanQNOhxJUBZMP
xCyKxpdac+7zkFUzFVpzkORGgOrX3626eU7OMEnAre2m6tWbSNdbF/NcvMlCjC3lvDzKmuXTlo/p
bN9Hi3ic65iLrLGvpGHPXmlH+4LDUFkpW+YMPzBpf6ky+t9YzXN7/+eV1L9nry9FDMny82Bwrv75
/c+qSapfzqxGrMgC3/W5MvlH0aQ6X4BGqqZDTJnjgHLkmv5RwOvyi8kNfiZMn8ssqv8/qibN+QLv
w+GmQ/tuoY0z/kr5fq7O/wkTtKRKyUZLBAunZB2Dsv3zbVX3dVwXXQDkI4mGm7ToMlbOIVFgRyEz
d//0ofx/Fmh5PgH9/HQO+m0otlC0+SiYGfzydEae6ARTRV6HQe15cbr4lbzYiP5X25eXtqL3HcLC
IsZtDVritdVyDtBZKIerOZlNbcuWHWDS6Y3kSFM1zFZh1PaO7/RVcqP3uqn6iGxi4QWakx9avctL
Ly+qcTf0oii8mOg8NMkID57TgCRTV58DgzLLlA3Rm4FaJnhLk/zRiBoElGqTaDep2ZTXzpgPvJYa
ZxHTMmvwdLKOB1+BDPPcBFWIDL1XCpCpveN4rY5L0Q1iTj+uaArpeF0ayJOj0Yz05tmKHlvHMFVP
qBlHIZK/cSiTs6cID3ioltPvshSKjLQarsImK5/aKcgP5Vglt2GB0H6baLPOJkzt1bsd45LAE4Mu
FVfp6/p6oB2ApxgNwPCRWGltrjp16U4hoYHHCNuntoa4aDzbba/M7tBk0sTZKUfTU5aifhQjntyt
0ubD4NLomG8IPS5yv5iZC3k2w8uvknTKp9ghYA9srZ3R3S4ECo1QLPXMSjeOJ13ErepK8vKe5DxM
aNCnLn/N8zke16UOye/s5yTMsYVUMHikZKg3oxLm2lbvEObQGFX7m2TUqKLqsc87T+tjG7y9pQ9i
M04ms6pibOwDV20lXLuZHQCYMqq4Xmzct+ALMQWaimWeIvQE0s07qb/QW8HNlKE9Dlcm4bzNumjm
+noeu+E1acZedzG6dr1bxswkvFxvB04L7HkPzF6axUuXid52XS/RpgtHWkHlOM4PXTUWfOeFjncO
NOxwHIIIdws0v6bGz1iSzIAvfV2YiC43Gki5j7gSZYEKvxv9VAKlubAbMLr0Q23zPUyURHXnbBb3
RSjb2BcR2tfVXA0tCT6CHl2kAtV51kcjNV05RzJxNVodkhRuazyBvppqBMkmFXtTNqIDn2PFWGDJ
GcBVoY9OvsvnVs92pg5A1eMyUV5t9MG4eRSlPXdZIVKdi/OIbzYKoPynCAlpTKm0dvENKTXKV4PF
AchFVBAoNrHNyxQzxFk7HhLcVo/Tq81pJ6VNmtLarQzZUPsvGq7KWuGEgI1nTul8qSkkN7A44zeS
JKucUVjG3czLuKeoHeutGUettZKq1DW3VBAZeaOAU8EwJOvUtXTG/p6Du+a4LF1NudI0G62mURIy
kYKfv8qZtEQrgtfr90Ub+sVTA7Vnvlgz/sO2EXcvlWlbtMdFWFqQqEZOcfN5rCd7JpokucZWuAKW
pH2MhBl2l0k1W+16qpq23CyRGht7vHBEIDP9GldyKoD8GXHdveHQMDsPH6PQLru5TWtAXYONegkI
JeLcdlkauouZeVpM5YzsShp57ExrfrTiVtxXnJxuQ3APrSeabLg2HIbtK6xOkrzFVMNl+X0p/kvb
+H+v43asPoq7rvn46C5fqv8BbTe6YP9ioy7ey6b5aaPm93902r4AJNVsxxEw1Q0wKRTdPzptXwAa
sk06THLIwYDN+tNGbdhg7PkRCirK4j82avZwqmBxfiB2Ohu1+1/ZqL/zUP+8U9Mesc7XvEW9gGzj
V7INaCeFRSQFyBKU4hUHn3WtTyUnXQyx3iKgQbRsFztsqvbDYGXdNuhr5SGoq4taEyHjeI6a3YwV
Eu9BPg9HC9Gjqw9T/DgxM/JiQ7dXIRccfESn8JJpeMtFc1rCbEAbPt+gKmAsgGdvNZEu4S2yTHcZ
4TmegOTrDqHenBo1PlEDf63GJfGLUjvMU/AgzEhDlTxHm6BuDqqdM1qbiofKVPsrhk8fAZsgFFTY
A+AVBHbap3pmyoURyNpLWXYbTXbzSs1Va5UorU1fZuredEXc8lJgm8JNGsuxIbVxOof5MSQigEoe
Q2xBayygCfnyCyu4E7P3jiZzE4bwfjp2h65RlfUc9gXyTROqwdiEZOpq76W+BH7MeN5NjXzT29Fw
n2TVrRZW70GqPOkD4bhuGxvfQDDs7SmO7vFY6VsW4a1TymyrpE7tVWiy96Agi8Nfv2v/NxbfKnXi
v7ipz43an6vv8x/8uKvpP4ICAjDMQVU3zwHfnze188XQMKs5pgG/3Tkfp/95UztfxLmBwBiF6eVn
O/OfPUuNZUIXGhhsTqJC+ys3tTTtc4H9p9uaZB347YANDIPn4x+/VMRJiGUBSziEIGa/+7bPPSeb
V9NoPQf4mtaaVe+dpt0IbaNVaDgmvVvp08mKk96DO2qeC8Ho3jHmfkb0FKUPY1KulJqrPZzcMbqf
ZQR9NTI2ON/JqdZCjx3M9Bz8sbjypnUc37ezBthE73aDSpgBmy56mBDvc4wmZ9j19DJl+tzhxrrQ
nNem6fegOhCzBqmrT03q6xQrZZj68Zn6cpS9s5vMIXM5alwWBWS9dLptqRIK/UlRW7ejGZUp1q7G
0EDfaTmSv5nRPIqfZCBrb5wyiIXKSmkuURwA3uWYniZ7kc1fJxVRfNKkGwLW1jWTgabIXb0NnodZ
2cq0Q+aQ9KvYCMB4ntANuoh71OrUdQ4R1vazmcL6o/rQvvbFO/ATumRPA6hef06ltrUcxp8tsXCt
2e6bXjzUWb4p2vGhT/W3BUGOmzrpQ7ns5Wz7sZM6YAS7i6wVDC3hfCjadHBSZuQDTC/VWfc6k/CR
U73nJNFWH2+1KdiPxHo9WrXmtfa95Rw56vM+DZv4WRVr7HRsEPl4hZr3m5RO4ZJY0U2NDqmJxFbR
rE1Nj0VMp4iAkpuMFvhjWdn1Pbk7/aUIyscORQZ1xSnkjbZCPKsYwjNxrtirfYdirWzukqj18paq
cAnHzIUtGPombVg3aMptVsqV5bzia75M2+XQZdPgV1OF1Grc04zBcT1rOypcd7Dr+LHpWwR0eb4w
VQRHa5fXzRw8jnpCAkPdjx929RSwIRnT/MKO5YeBfd0n2XUjRy+rb9gpXQV4gpIFvqNNoZ/nnC/y
itMNgvzlAogne5l+b+lO+zj1xcOcpfA38iLfxiUAnzoJCsbUAq5YqW4mmo8kEftWMXhG8YCAZjWq
l0D3bqRZHcxAGTw0TB7ifyBZzhW6RMgedMn7eAuo5KZygsey5COdazdN93om3TbNhOuYm7HMd0Ge
0Nu7rMxdYCYYvIQrIn07KaUfKnCFZf5gc3Eb1ntCX7osD6mVH2lCg8SufNs4GLJfs50dzqYyx2nv
mcfexdnbEh4Y3j7I6sCvXppa2q/koPvmcFpyVIg3pp7staj3p3LTgyDC0svB80Dkz5krwutX58Oo
dK9kUXIUgCeRN9eB5L9ruYu3KGB6TIJZWLizQjmZCpABMJYGsS0d05ey2XR64rKXhsOyMki4X3QU
wjTwg4ZU46n2bIvmdpFdgPZya6e6r83wprJ2Gn1oKxiknxvqNm9L0wvxcCOxqCtXDmFPz2vi9Kh8
m2IrPhh2cq2mzaVW99/GOD6hqo0YpSfPJcDSzTn/pB60K0cCrukJj/KLxJjf1KUOnxe8zDek7BSb
jLw1n5O7BG+k3kf6MOw5i7XHfHH6dVMXuguPjzuNM4kHHhVCiNNcy9a4a7TyFuTgZeo0myRLim8p
Us1H0k5G1e1D3YV8xmkD9ohDq3zyqri9TUPag220D0W7HSLlsmeeAnfDbaz2xFZOyyI3K0INXkFE
bLOgOzSzchd0wHas5Cs4Ew/EXLea7CFcF3QzPGitKh1+e/RFXGIcsJINuK+wfgkmmA9lYXkEmBwL
7RuWO39MzOm5PzNaFrQ0PRo1rWPAYobRO6Hzk3vWskl34bg7bycEVzjHWtJjGwwv+SJOY59aF2oT
BV5U2OWKASZy5FQ4m7bgyq3x1xGjbCh+Wx/TpJ2/hyqELvk7Z07Pcy7pIzKT3SRAUdk8FsGY1dY8
p8yIZuZkvzINa1XXT9Kqn8Hec6AMnpt8T1iyfVvH7xVI7jDILC9FhjNz3yXbgfulYs5g+op1jMVe
70LO2JtOe6Mj2oXcLRWLZn2YqUbzcDjBYwT3bwdbxLn7tBXAXFS3Kht30V44DrrA2VZaPHuMJ910
zHzknhyv9MtsjCGxLLg+1Ggj5ueWJU5ayldBBWrVwFjaXE83BhrGVYbn1J3t8VYN7FUyNhfSXi6q
PLmNDPOO9h1AU5GV2aHK7Surik/tNBGO2k8XNm+PVgntkrtYXtCj6E0kNNFeisVf7BvMP1/zOCba
EDBRbPt9e6Hrd2eoRo1kKBLhidBhUPaDq3QpaJkzrcc5Ombi2uWubS7a8Dno6pMCISeq94z8kNfV
6EMaugo28urcjyyge0p4heZlY5Wob6bsKwSYnVk/5FnzjONidlkYD7ZKLT0yPl8Vwmrod9PPqsxs
HTmddWVWsML1pqAVjdxs6Uh+bfGQQUK5kTz3Tl8qOEphCKh8WqAWXnGo34BD8JB7AByDKjzwLc/O
uz4367CWgE0b202MLvSiLNv0Q3yYknrXQx8K0epwxVoeI7UBPEobIrpOZr/S069kDN8HY/GqZ9Vh
aqzUHfPAzxNCKrmClcVcl1053PWFuo5S+11OKQtWqL93pkOsiFPx9rq9zt3vhi30HqZd5nqWqnIg
KTUAWsil4hS2J6yF3eXrZNKVm6dFWyGucfUxe1bDedpNdYstVTJgtRVUtzlvRgz3OKR3peN0XqfE
a9VyVonVPBtafq+owY0KlWdddxUTrcBx4Z7NXrVk8UZnuYq6BR+wA7aQVt+iHfAIrINp02sMLPsK
aXX/2JkDcjOQTFFV9y5WsskVkmJlKVeprR6Iyjz2yQ5FR+KKET1PbfHp1LNrFume3OUtPZ5zE+cA
XYeCAWldvGNfY7bXBusks84Qe9+c4mPZSObVygeeVZdjpO/M8Y2a13eVloNV64/SnG6VqFxNSKu/
anoKzdi8S+vuqxDfEPpt+vIbhub92B7U8CU0eg+I6W4UvTcp49aqsw0cOlaEi0o0tNouo+pysE+B
3IvhUeWODgodks9qrPbG/FQ4xaoW8zZNtg5AuQKqEWJwX3EetZmsrfGlze0VtqE1QLuYPxymkH3M
5LvT/Ukg68oM9FfTdlQjtowcBAQ1XycK+dRkhi8Dwys127U5xBr2NG8l+D1XmtYBLaxnDbErlP4u
GW1zFTf48YPkG94lH0fTIdTHixhSGXEAw1US7VTdOiDeZg6diyvaaH7c629NX3vOJHTiBcF8d8pa
0DsUQbWtyMjyJETB2ihUbuEbM4XCbE+vRVVvxwV4UIPKVLXlXsbmLgszwoSXCUtR+YDke9XZ9a3a
XsqGyyCSN338DXW1Tzw0q61APCn32lJcO6qM/SW3mWx1Ket8D0oe4pnZrYIY9JnWBKvCGNdEbT/q
Q7OLqaauFObbOQNu1WMk3IC5Zw9V8m2Tn4/h6SqE9Q1pdq49Zu7uxDeSnCdfnejdvN1rxmUPI4Kl
R/sG/++hHHkjKIs8lN3WrUP89vbM/jqb2q9LzvjukN8YVfOKsgNANkBNwCPlIU6U26xwTtPcrRZV
OcpGPXZzuhvLd6Os/cDgTJFHernPBEQI9t3WSO765aE4AwYbPtay3Wmp4wNO05jf2peYZ1C7N4+d
vmxjZ34yovExteRlFqsHdguQcLmblOJAh8OPZXQpy3IrFTm56tIfpraWaMEHoJnN5CqmlYO90dcR
GSIsx7Ja4Zs91BhhKr0HGWbObt2QJlL2JHQsW0dJfc5A9zMfPJg3v81ZWgCTXwwFfMW2A25rDt2D
nU8Uwb2IVoSDbBIdn58I8ZMn3UtLXw/Ju3ijpm2+mgW7APBIcQU1T2cJGYpN3GqtxyBZL3wF+apv
qqmKTtSSs6so9QHFbbwNJREHlapt6V0ZuywJ/bgL7ui8hNfZpBTe0DbVQ7M0rLtRSbjskRC+9DiB
RyQFpBJrfaCD7xiVuyxCp8jeEMrFT0zbNwtnjbuPM0HNhxEVytNkl8G1IjkFDpp0s6Wb1nOg7ZZG
q7ZWb9xPinJl00jlssfG51UlffFGGRFkCXNwZbFsz2FJPlaClW1FylNENJWXFFZwQuV4nQilgVhK
KQ/D8jgn1rKWBKXusrRjXJpC8rR1XCVluU+d4NZqUPOWZXUVxWVFQVtcM/4lPqN4jxNjlTWd9E2d
jJM6ThUvyYsX1UwShI9h+64aS7u1Sfb1pFC9MaaIw5O8eABslI1dKu0F4wQYa21GfRDHXk1e6oXZ
sZ01oQIBUCh7Y9DvpQKzTDPtEp+x2BoFCupJvgyy1dZl0dfbmKmLP9bAegG/50zNGg1Oj7Wp1IYl
sEogeQOracFU8CWtK8g/rrkcgf3twArftMI55hSBURy4ajq8W0vtjvrSu2YTMgWRH1qR4kcxj1aP
4eZ8s8je8mRODUncGMfCMja9BT39sahjxY85BW+6jq8tWArTq4y8Xc8NShHVgOvZifZUNfJ5bNRb
rZLbubVQ4tarTiuOE1f2IY2/wWn42oh+OzrWNyBhflqkHw1ot7gNXkA+bGX+ZjuP4ag+amp712T6
vTHl0R45/RvjlhejaU8lcERL6W9jQvo8RZfHHATlqoHwVYXcCiJezU5E8Tx1O6zovobGO47fc073
h8gsY9/GmeQOg2ZiSzIwdvfIvGl4Li3lRNIvTw201XWJtQteUeYnNhBWRWHkstzIaoq2WnaqULMy
jTqLLozuWFoMwAw41D4sv0sFPt6VRAvu5Xa5djgyLKW4Je/ZRYq0l1O1z+P+NUItS6jNUrHImJNf
Q4/LEtoZE+akMHxCxHMHzPYqMNqrCjm5kVFSVcs7mbuIexqJ6pMU6DqNfLwgFrNGSrd5XM22oLmZ
bDiu32bVsO5S5iTIil9GZdj2WA0ukLN/iyl21DA5ZPWAUHx4dzDa+SVgLHfB2JwtxbONjoOOauXR
jKZ0h2Xe2M8NUB5XE3bnFpWTIJkC5AOcM1FPcdJd49vfGgt2ofN2ghtwlYE1I2LofIoNfViM2ORb
BD3lJShJ1wijOzGyJ1SLtYqrfod3cmvpGpm+tR8hTKDb6ZXNFf6hl2qYKKq4Gyj99dixyEAJTlk0
NyiHIii/QBFHzc0M+IXZA65eKirrRdPYk7oe6CQbYlfteo1mR1QzEiL9+IXQh+sY+wCk8PS6aaIr
0HBepymPaG8Hr1Sqmn0XObgbUbxuw7bqL2CiRhSk027Ad6HiJuu6J+qi/sKp5RsdcrdTFh8bCfV2
hEtcDKFxNczjxEymOgPOtDkGCHsuUQBumJhpKnu6scYwC/0Ro9ANPi1oIaK502r0F4nQ5ueuknv8
iXSrHBUr+hAVZ1TiKzaelTO9JxNirLy7X7Tqapimj7LQO1bMsb4KtUqpPENv5ocwMEcA1WFOB4oQ
UwoN4snns7UGdaGV1OWWbre4rYPiwMvuvES0dyhQuBK4SVYYOScIV9ORqKDVUIAVhDoIiKs4Znzz
ipPTFK8vIxGvYU2VG9HZhY/WwPT17vyRL5lvj7UX4lOMMqwHRrmydfo1PZi+C4MuzxXQaUCQHJa1
ZH6uMntHV11fF3rLNKoa9b0JGPL/sXdmS44jV7b9lf6AhgxwOKZXkOA8xDzkCywiMwIz4JiHr+9F
qXW7qqRbar23lVmZlUyZjCBBwM8+e6/d0N9zAs41BwCh2NobYlt0xBNNHspwJyd2o2n2VDeqWbNv
0G8sk2ytqczlWwWMPymmn7VVbYAOZRjPySre5IvSkcwju7G7YVWHjVHomC3DiAY+MuSKjoTIvnCT
z15dgeKXMhFwv36HPVb40cj5pbOLbUNtm4/1e770Vjs9z0Uyf2i5Hn1nJTpof6kLbZfU0U82C8k2
UmZIeQo1EjdrzsDN9JCrhlWifRjyF8tgmq7CVQQ4w6eb9rF34pXeTTuvTJztUB2w+XybCSoITv6g
sJL7qSo3ZroAxokYyzA/nwkWvGqmvi+05kHVN5p7pXH7H0If2PB3Fzfb2xmFmHJAgXScHjF3ryti
69Jqt0aTP7nmT7Nj45/kQZebDx6gv3VRm2egSb/EWPMUJcwyNNkxYUO6E4RHUlmfa2Fs9QnNah74
X4eOSz+/vS9xnjw0hX4uHG/a6NEgfY3sxGsevkPCOsES84qH2i530WhtuAkYVxQrou0IoPlWpZPl
O05t/FhaOG1tapXBoKdrVecX2U7nJPxU5mOyOK2fLYh1jfmGg6qx3gSCHWLftBQrd0gvyQSahseS
1sXaWivDQNbtwFlkeUP6ODgOG28DIQRTzcGpePzlBiOBUT8CrGSMS6x3TS96n/pN0lec01HwfTdz
HxIcF2ln/5gni/2q7QV2I5KV0RUO+kp9TK2nNnLW1uRsOp6xPZJCGSXHvGKPY6P7JGhBrZ7uIh2/
JKc9UYyICULuwXPsZg866QhZhO7R1ylMmxsSzR81SSkZTxulYRkou/dWu7bI1XPku0oENk+e2ZoI
uoERatO1dG5leUtIQRV4xPEtju4LDVKrCMj5opRE37cvmD2QsCzrrdbobx0dAczpGTr+fBmjx8lx
D61j7e1YB/eZrNJhO3ivQC5QQfT7vqh+ZHgWVsMQBiCD915n8qXuHituF+H8lNrhulqs1ch7n07d
eRjkFqIe9jlvW04/2fX/aD3oG+EbAVAfNyvs/a+UWUdDGc36Yl3Ac7JJ2tpOf8imbhNjFO6DTDzG
05coPnL3bc4Hquh+dW5xBE0fGIRo7Oy9TZ7RNvSC6hvkaV0upIpGgnLWpm0ZGwzjIj1tkw05AlvZ
Hovom2pRPzOKc0PKqor0rdt7/AY8WuKaNaHMVzFGP0MnPqhSd6PFr46dbRh3eedkdBDxj1gQO86L
vTbc5Qbycmb3zEJyRyGBX1v2nVU+uuZH3kOMnuMAzuRDkTPaN1Lb9mLofFat1xZAfcj05qelGRh2
vp6As5YL8nWt9ff2Mn4WMvpVGbDGp1bd5a5AwpF3VqGfFu56dZnswf2ytSji8tDo4lUZsW/Xr/Vw
KVmRhOOLYSYbFVEz+NzXGdzk13K8jh3QouKlmife3HYl7aW4W7QeoLEs99r0kA3sKabW3toYyvPM
PchkOMHbQC2O1oP5liyURKrxKRc/8hHW9+A8DK3cYmX2CTetjfAYWe8ycXelwvndec5zb1VgRMb8
VLbpNqlzqPxXws/Vk5HApdG0XZ06vsGuuSBI7YSPSRoeCZ+As9FYz86b1IqCJaMyWwge/YTjyrs6
puFQC3kQPozyqezBvgoBtTAJou5HLw4z0m+3J2bFFA7YaiTooR9YABnNiVlKGsdC4Q7nrUOmjA+Z
u4eaiuPyUHJCjqG8c1hMgrJ8yZcrDMmNpf/QeIynJ1UdpsjZAZdfxdOTHNLzmAS5DjEtBBjALg2b
SJJFa7eu1zmXzG00lFq1S5ZfoTmtPSAweVX49fTqSjxhAvJD3p5Rm8GxIkIvF8NijOTQo5fRHbEc
sgTmNjV3sUwuTX22MtZbVTatUjmuEzS2xB3W2Hf3Tm1db0nS8HXEJIRlJtDrI2R8Kz/b+kur7aoO
0WhjJoZfqa+pfDFbNmJBIngGKuehLvi/GtWZlOBTypYZm/lGo4XbL7SXxkiDjjai1VAkwKcFEPLt
rMwdnjEC6biamksjuG6jLUCvdzOFpQTSTfMRWnzMS6ey3LpJv0Io7kxuLAm3KUFMZ1nLCez84tIp
QUK2Ke5udkW2GOxGsMmT+zzSaFgDgS/YEEp28Tns+NhzXud5pHty6XcZIxhHKApAlj2ObZ+9wbo1
UszjPWsUwrUgqdNCx4VD1e7TELuCIaF3mNc5CMX7MMxh/utusZdzy4CWn5SBdJv3p3bpql2pqWsX
hx+jXf0wNQbcrn/FxFC/pkNeHjBycCw0MnWeveY9m94WfWl9vW1/VnlyaooFZ1l2A7Ktkl4Fbrzu
dHdTaNcs7PybVO7NM4Zujbuw7av5Gur8yvMPrayZhOUKVHzyLKWOxLGTstd2U7ulOSbxZ9a5N+H3
KWO+IENsBUWaBEXPvk3hB+bAXwaF9zIbL3V6MUXoc0T3Fw0yHtcnBNFNKE5Ale6M9udoansgxnvh
fuCTfEjRYkVyF+Ltcp0mcJaZs0y9adCTM8C/+X6+oRHfxHgsrUe0biokzPZodwvRBnIFFqERTFrd
45Kn8Qqn4TvM+HXuvbuDOinbXHuK9VsdJnSn0h/B6gv48VmfzV9l9CmRkNc9aqUnsJnFoZPAny4v
6AUmipSaVpkcToN+K97TyS6O1q6w2uwKIT17t5fQphpC3PHdwgTNxiTASOeiSHjaO3M2XyeHfVDb
v2dLuYqzhSJ6856CNOXrdvIVtrRa5uJMfcVySKYy6IC0AcprkOc4pbga4POUKxlqCA8DDYFxdnaD
o3lsnDNWv432WWnepVxY8Gq6vOSZ58Jz6IYnQK8fts43vPSmBwN1aPKa776r93Maav6cRR0LMHR/
D5Fy1XRsRiY4pB7M/c7S7F279O7BZkRxlm5VWx8zO3i2b8aEVITEEg12sXe8+dz2Zh0YTmSvIYpO
KINxfa+xdVt6po/eip89QdcreqQCzqB0vk9ttEsx+N8XxiYkvs/x+jrG0LtnbaQmODE/CA4Br4uj
mZFzIjrP/ch3u3kkYS7Zr0d6Er4yGHpcQt5yTI2o2+LM0w7gpg0rABSYbRwE+LUsmp1yptdo4tOo
RzkFsnkdR3enxdYHDYcbKDRsuKV4weDJCCY28O79TCxXe6j3rI43kcsV2MZ70tF0nOgXiNx+ngJl
q8Q0HVICVwq30GnKGn2dL5q+9biS7oAWHI2KEjQ/L6NoX2ZWvtEVbnt/SPP8FSOeTAOBSrJtWzj1
xJdSkiV1YZLLh830lGS9Er7TxoiXWczrrlPqgEc7D2Cv0fFhWnbALsc89pLfiT6+GaUWF264CiHC
bMJQVRRglQ+kDsqHisABCf/QgYohiFSXaRfQyyqenVads7EwA0ZNHFYOkXdDMdsMCrQf3RDs0WO9
e6xRXQJ0feNuJEcTrYBMdZRk5Cyx+6lYsFOIZL6v4QHHvsQlvlGC6RivuOsXpvGYhepn72KKvNCC
aCI2RJX5PhZO/T3cpN5IGONKAU5Z51ndfC+JnvletPRffAcHHiRmf6VsygnMrEFdKVK2xPh0z0QL
DCwO88BYdcMHMcBEgAFYU0wBS81f8MhIFcS5uGts52XwkMhAltETEWabuC/Nd3bxbKwr1V8BnmuB
xK3st+VoAJHUc5o0Eu8tymLOuXk3/sCB+xWXtex2pT1apxpixEcDufMYYYT4UmU6Fv5cc7LXDcwo
o7bzwq6gCmKpUdrsuD9BgS93oy7Lk60hOlXhjs+i4944WYeybr66wVBXy4uZHFlK8ryl1kDxaELr
0QbJuW7U97HGuQwzcn8x8tl6G0qvrlZG23rfejKZFYZebdiKvNkge4xWkKQVLcdMNFsVa+i+IRqE
40dstZiD8zn/aqSTPfZdqB6GcmpZo5CjS8blRxeWxUYvlvzLS6ukWbeIRSxkB0Xgv0jK9J7Au0PT
Akc3sgAeH7LHdDe4lI7gaV959SjejbIX11oPxXvHXLNXWM3IlC/1VjSWuBTMD5xwFCeqaoZDgFcU
oH+X1ZKn4hiyBaUQ3OZ7bVSnNPWQB8fY3ap6SgLploDXvIa1Spgpe1vqZ3y8GvvESbq/FF26Abtt
mqFsbC9X7MjeZ95oxjZdNCcYVGOdQyI4G53zwQGFmkMUz9JrC/Tz1RkmEkYNaJbWmNuNjWEVsVJZ
9rHBjHtxM3gPg+qwyJiMFKanabjbyccxTtjDZz5GVrMFScDMElIy0ZhNqRNtc+VpFpHxYIDf9jmc
ORVYDJa6DGAz4WGtcrFjYM2OzK494xWRJAOqObrrEYCDXhrDHWk/fr/OpeUlNUDyknSjqddgJ3xj
+Pp8lRnlMtFtaUgmCaQp/dUNw6XZ1EUy7WSRuz+GrIsGjBLFUq95imkPIsMP5DjaL6qVJmSGOfxV
NDc3ecnqid5BI0jwWZVIFKF3AQZpnZqcvqYudVw+lsTaQ4a8m8Ia6CqrzCQIITAgbdgGk2LlGK8y
DwnbAy+lQcRWuXGxs6zXYNKGyGCo/SuaVvuASsHU4DsrKNIZdfTv1BrWjqRZXhBfMufUvXdUNBPW
G9Oj3qRDUI14iSLHdnYuQfGHMJ+Se8V8Qd1qcUk5SK4g8YffiQIpACkscs+Eme4mT81bKtNWRtno
Gxg9rHPDBZVYCfh0NCm9jZkjD+lovQJkq6+yo4hH0ALB7VqYAb+W4L0Owx0iUneswZG93W6FG2i4
2VVA6Xke9YEPgWuCIhdBLI8ebh/nKVeRbPQ9fVLzk93bqC5TYYDOwl2ToE/c643o71GqlMYCngCB
79InYK8pO2ocP9WkpdZ5VzzHbBJCd6SNMy/GY0gN1QFSXc03glalyTXcLwkimV21220qxe6X7xBL
lRoaqG9wzP+VjvF8RpD7rHr25q2rtt4CftUHVYgYOy3lxaEIufRT+sP4HhaUOzaZvgM+wiU8mtvZ
k5uFtpK941Qo/i5Bj0qvDzVz9r0qZX9mdSk3Rj3NZ3Nu54CAGd+xFHQLMR/7gSoZ+yyATV7nwZp2
BYLYi1ulKE7KE7LHrDD1F5MtCQ5/ClI57wzZ3dRNySZOIKF0In6Yi8a8zny2ZEIszQxYJzm7PJ5e
KPTJ7y3b60+DdMJX/PR6YBnZm4G6sCo0WLXLNFW7pio23iABWg8NFA9Ojc9wst48oQPrGG/iaDXn
/Ys7mrED3DyyJ7+2CQsgTHdq10AgW1lTJs4pzBgfaoi+4fjDHilnK+FK1pULa9KrYxn4tQpUIPbJ
lNOM5qWtaWBssuUHQg/6TEWIIAxNfQXzFQfGaPdI6MIIJtUsQG/YpzMxzKEI1EQnXq3pITvjAijI
UNIg4lADBf867nhocBAps1Zt5n7YF6h5gE1wVSO+/BBRZpDYo6WLnm5mEOjKXvZhlHx0ocBeYBYE
2X0ap7hrQgcn3RHhPOnqIvwqI8M9zYO5r3HYrBdTw8+T5mvdq5yVro/6gQsUZirhjs8i83BtspS8
YuUweaHG2eZLTPHtaAjtoouY37vKdmHXNygw0WTT2jGwBJrMiNF57sIrVxtzedLWOa6nMHnocDxy
xHSHKkiVSHYd5w9YeKP7mudNu6ux3M1g4gc+lsg1nGHdtiKmT86BWyKyvkMywt52oVTauGvGctqn
FJPjBe0JSUinTV8VMwLurzoRa9rhpu+xqJOrzBd7VZFG9mmixWQNLms6YIxloxPz9yWcj5fBOLmu
qu8yAlWf7eTw1lVAl69zrtW/Zto2v7M8rw4e1KMscCINk6k53DawU/QDH4Z11biTbwAF5QcxDEmF
RcaK77W5xJ0dGd1x7JHJR/CUu2Ua2vcuWiKQ1RanaRNvtkeI7YyGVQXFKDhFx9M7DNxb/3elIRh2
WD2e+nBavvOMugAvDAdWFotHfaLQEoY9B96Wfqu+rKYmmGckC4pssM2yyljWzVJjcC1Gt7kSVtpR
cQREmkfS3obGdwB2SF/aOJVnsL8l9VnzfJ0qTD1N4jzASzY3k2Om77FLFGtlMbYee62v1tR5Bo0W
Lz/qcFKkWTxMWimNXrkzdS96y0XlT4neINB1zhFPMc7F8d60ozcUeCwJ+txc8jo1t10p+uukh+yn
k8zxnhu7V7sKMBscLaMOtKpv703t9mCYhpynkFNwJ4X7javNLTExLbN7gZ5ECCjutFNsGvKzoSfo
HJsi4vkZ1azZS2Q8lyoY/9aHcL+kKViuwdbJWik7LVcTHMggs1LjlZvJZ89Wcc9amAJTpIVgHDW4
/qAQziH4Pocm8ZTvwmgt44ftzd69G53zkNVHfPSsu7CIi4MdRc2vojR5OoWnOluI3Ie+Y3ccARqw
P45xe5ov2rGO0Ckl7n1vOlogjkTT+bpB+d4IpKFMunXXeBTYxeEy8aV3zahhD0T3JAcU6yc7CfnO
kyPc4lrMiQJVjvWTFs/wBSxPvMsRMties6KfSO/oGgf71F47ypByneekHXRZw3l3aZs0mh2JwBdA
RapfuYsR3bnmwZENdU/I66oZWR5XzbLPHcR7WrUpf5THbKGwtbcin9rqU+j2L7ToNlDTeDWBkm/N
X/+XGvjfAHgEAZ7/f2rA/8qJZRa/zeze/sDfUgM3mgnZfs+GKUDwhhjr30ID4i+kw0nserpw6RYm
A/D/QgOW8RdLJ2H6G6zOf/w9NOD9RZLhZSer/y3PK/+d0MDvk/fOXzMJZGg9i3JtmxDCHxIDFCVN
OeBui4AKD3PMdAyj/WufyyOwzG4jlnb7m/fln8V2eRt+l1G4pSAIHblCuiQf5B8zCkkVVWNKmzTP
QzKRRoYlE11ZS59Ysz4KjzOa6hUPBvPV662futk8UH8H1o2WvUYzN01vfcWckQmTruy6favMmUkd
c2sgW/dv4B64Uf8cR0Qhwx9+WAP+g7j1cNsWQWNshr+PGAMZC23EXsEzdUTko/GdM3ad4SPBe+Dz
mZacOuN017mdeGqYPO+zJNs2cTMyBS3Pc1XaJI5LdoEm5ZXYq7jfTayGCE+3l9yM360E1y2OqHlF
JNj8wWbintQEC6cF1zfcsMPiXqOEzsw6MzftOElMXI4ZDH00PIMXNdd0JjLbhMlO6B73ZhaFn5Po
LhMnNOaem5lVM7gfGKXGvAXYrkX0h2CC6tiYNUdz1tAuIcUTmWBnrXNuXjVOBajT7YGB5mhPbQy5
tbRbdx1zY76vu0G7j8LI3niiTDZeiTjc34bnenEkBUE6hawdvFXb3YQFByes2NTvkHbKvlrcB5s+
0qZ1J9iDWL2G21+7OcSTx9Zt8JYW5WvcSW/vuA6lgurRam9N2Ua3glrC0oiT9xZ7VLZ1aIo7EZbz
9ukYvhhTRBHoxG22nniDdI8boHQFu5cmUdB16hbDmnbwhvo5mgv9gZbEMaArsQwMbSCiMObi05OU
sYazueXz83Z1VfVXKt1gEQ6ldQbAvYdV+2tMtOIu98LkRFK5p5kBQW2bMPz7tMJkW5ZbW8wAdEV3
tW7tLQ+ByNeogTu6M+lmsK/xIytbgTzbwgxm89Axd/iJCPGDo1/xDZTPCZXb6Zx5e28RHzjQyXBX
xrKa0RXJyZVFYIBWQzJpgv5Gz6fLoveTGMStpbE5GrIK9VfdJqKMvSXtVVhPSE6vSjf8Tu04+oU8
99HOXc5aLy9o8wKoCtmhqO4X0gnrIgLrh7+K8dE1qnWNcWoVGTJdN0Mcbcgu/iydJfmAnPsCtNK8
mmy1TgRZ261QmnmMcXo6S5W/1XarP2YzWmesO+g0kRW2awWG+Nz0HHTFXy0SVgpYsXQU66xQXTwM
kST+eKwyecfUc0Y3n5yT7bWEw5A2G2RuGgwcjbKvMaTFpy6hQ8yoLMLIDd4nKIzpJQyx1VLSaH06
hDawn8/WSu8naLtTfFdZOU52C9BrWngeqhlooVqfHvBUAuQ0o3zTdDPhlXCXxBixlN2M68bo2nVI
yWUAbnLXNMUUuExGD7nEaWr1ytoK6lMvmu4ttA4743tPw/F9Pt9sW03MDmUe4nArcFP6zKBt2fbH
xmbzWFjzeEZflcB9YncN6DrcduBnOctq/SfdzVfbwMSochIxXQyJW8xnig2fJRq6NFt58srR2baV
2wewmlhGEH3o7gdQSivWFxuzceVWt/GzjiNca980RBu0CV1DWT/Vv4YJSTtqpP0ehu1LQZB+N8cl
tvNEeZxhFW6waCQHJMv+YxGFuhgZXcROY7+mpkifGdna+9bsw0vVGtGZWxC9ZwOlybR1lkELZOZa
dl7FSIJSTx7N/TFrJctArtV7VStWBAm0JJFmw8qpaDUNbWtGoqUfd0hKYyVC9YHK126rtOq+0dIM
P5md6GpJUvoycXqsml31Vqv4x1xMvJd999DNurGNW0seC2uAF6npV+L1T5qQr5Olv1AlWdiM6io6
Z3kd7zKJ9rQS6WDg2dKng5ULY0/IpF3n3CC/jKnE+8sXeKeMEHsJxzVEglIVwKWGNDLo9qu5Eoc+
OTpsjeY1dMZ8ZzqK73VbDJJBoDZ3ulmiDKS0bLMKyRLaguZaXVVt6TFPgVqtKfbq3x3Co8kmD3uJ
szDGU7wqw05/oqlo4p1tym+p+mK3wAgNdDI66cmJjG3nhBjcoHqSZxVrIJXVUaqx2k1E5pG+aE3/
BKdTbUwtCUFx0qfoTznaUdGZDVXiSJRlbnfrsIpAWYLKvKepNmM6y+cdxCZtHzE2w/Dqxc8lSeop
sNw+fGqd3mDBRU/muprVeAnrKT50S1veRyn0Ti7rveF6aYaTXJk+tIN5o1GCsO7jSWwi22TULCzH
WhceInAXW95d1YQcftsiP/QpkCflwUQnQYHgh5t4AEtwzohUfdeVHO4aNBVvU4bo61Y+bPReY4gX
KVsMIdmvYO7r2fIQ9/JOfRh/g9P2Xqqm9QKNZ/xHNzjVUdDczW4COfUo4hhgqeptteVAjj5XGUWO
S3oorioN5ac247cNzXHZTXJ4FNCLDyDbe7bdpgwUClCgvP4rLqL80k5FRZvUaNwWGgcSPnjTEFju
WvYnm9YqXhtGc5QHcJc8Dap4Nyelvopydibl5KZnyocidqiAadH2RygQuaffV5pgczBpOMvA0+NA
UWALff773arQyS19WfU0ZnlFfaX6ILlkI23HQxaeXJ5AZCVH0hq0l+KUGXhI9mmarfMmHx+Z2tRG
6xL8Yu6wtJfQyx66Amo4X4jwpHWe+Wpy7iCQUJZXy63lLvbsZ4dOFBc7zIi7odP0mHWw454Mlci9
5uS8+b1DvsXlkXGkpljy4FVyW4n0mz9m7smIVscaQslL0nKVcs/WppEeqmKyRt1nNMWcT4EqQpsp
3d3cTT0EGTPOwc21aGFLnK4xxU5nWaPNCvsb3V3izasWKq2L6W62WhJqudE6rF2jcxMb+Lhy4a1b
G9OXVqSEWf8qiCqL1B4UrMvYWCzse0290YQc7uoFpzeVK+ExnsLmFA1T+hppybJpCUWuMh59x2aY
oFDUXj9t3LpJD5gVFLGTJDyOmd1+adNNbB2LqApEUY3nkZa6rQn55UFi+uvGnrauMnocW6PcD4hz
q0XqYutRaLGia5F96mjpaxNdeedy66G+t6vXTlqlxwpm25VYgr1yO1OepO22dNXN3XaxnDtWOqx4
pgp/gJt9WcDuNjRl6DsnLtmWYwbpycL5UYfrFEQJXz5jrtaUjsyrcajLHd3WxsWYchw/VnKKJVvE
snGeRratZI/YestB/CqrsTrAvvFtqzBfFBrCPUG/mxpYIUs2v5qImokFN3I4jBCY9Yyje5zeO2xS
cHwO0O+wbfNQW1z3wlM0fRnAY1EHEFXcGev62Dk3G+QYnUovtb9CkzVZOzUCGHnkvbode2wrnb0V
IVOcfoq2zbtYlOPdSOwjARSABWWxHY9Mxtij0SWpOloeokKVpG9OE3JwFAS8TFQoFOO8uRhzxGFQ
y1Pu29VdaBRPsiXWKIxSZ7+QWluztw5Cm5NHFh7nOm/xHIgm6BwtP5mYNdMWDYz8UL5PDSxNVWMT
hNaHjaUcbEsYxGAoewHV5Bgo4vRbNf2CLGv+ynr7owi7p7lS9wtz2BmrzU8W5R/kIOIn6kTwbUeC
9UrxpDhgYx6O33I5dTYyOmkE+O1rpLlkRTE2J8mCi2+Ee0ONxzDu0ySsV5ah6BbMrZ62jQ6z3TwX
a2oLspVTT+q6FMsj2GR3A203BY80kYwhilAm8o5P8qaCNmeV6+oBkT5ezQVPT9krqqWr8JdmJ4mv
WnJcNyfF7GIpzea4BQAIRLHm4cV9AQM1mr3mx2WrnigbiU8ZWdmthScmwqphRfWwxy1BvaaFiypS
FIUvfV36Jok6DqKuuKNdXvrovXIDRwev/dLtotsCJlWju0GAsx7GSf3Ch4cnfe5aRiaH/E46+JNF
ymq0TQyWnX4xPGCOJYtShEHnh6O0djcB/r7KImHlkHebKHWXY0lIA3eo1sSnmR1MOUqGrbaxVlmu
EUtzDGw73B8rW7Ih0eRJNWZxFyd54Rsd7oc0zbsDwiSQei0DqtS18JbKZDll0+Tis65el7z81Otl
XJs1w41vIpr6RLGGzwgmsw/gK38UXdRXPi4vLtTJavBPNS4G6b6SK0o9+/WcdzeDoDTxJlpRv+tr
b+fhDYEhWZFn0XsWZkU6Ki49xkvKor8jijkCUNLciZMKEOPSsYgX4DbWTau/1+33GE0YmwsXd69K
pvdxHLzrBAz3J9LRgsZVsSLkdAT7jsiygWa7mbKq2CaWfKCUr1uhQN43mffJYucx7+LoIKubIrzg
hu5m5zHBLb0TLLTeptJOtjXj+FTYz53n0g9skdnN6/lCmbS+djwCL3FKrs3zHFpOCukWKzgqKM4c
86uTVxh7d1b5KhUOaw1R/Wr7pXjMolumvrT0rYwySioae81DZcGTZBELKvrQbxJ+srr3DvxM7yA8
obAiGRrVlUFdPDTOdNvrl4tfTPODVeHScFOnfa9ExoTsRjbjcEbyE+AVXqbbmDlZN08by/nm1tPN
z8e5A0LIDYsX+gqPy1okVCauiDTeuq7TAwUnxYYLiEKiNNt6E8dffTqNIr91pxFac8IHD27ReSxD
Hlkepgtb2M+Vk+9k1PGhh/ZySham1kX38HlzX1xozng0q1h74bzN4sW05z3h9fCnQxxgZePJOpg6
Za8qa1+bG2o+w4SmqnheOR5dFxWz+VqzRnVIbXT+lTSV/tyyh9uyONXOC9rGnoU4zUFNRYsvc+zX
Ys7q52LS/9ikxAb/Tz78X8mH8k+Zf89NH/Uf8+/0w9uf+JuASNnfX26cSnatGBvFDSLydw0RpsM/
yIF/5/7hAwexbJnwSIRjuyhYyFf/rSJqpvwLEqLr6n//S+1/R0b8PYrPlrQYSgN9DJiQC3X+Bkb5
Lbe7srtBylETwQKK/h0vbrvpl6h+6vSJ1dSfK4i3v+t/ICf//VowkkwEUKRE7/az/Px4SOgOgHD+
n7OuJyZdadziS8pGs9BO7gbhuBsa0fot8lL/mKVVv7KaePkXyMGbGPoPr8xrGgi5ENJvCu9vX9md
zLoYRGIy58IhQ3mgSLcw/8WL/NO3koi4dF366YXNVfDbFylYe5tZxYsklossRu49HM7Zsv7zN/HG
n/rH3+U3L/OHT8wYqpauZl5mbIbk0pcRUgEQkSclNU5WKmz7bTU5csbjz3PKyrPXZJnvY87m1z//
SW5Qq3/yk0jp8o8EJs+1/dtfeKT/A3Aan+e4ohhhTf7krK1Q0lbW1uDfRrNik7xCgl3lq27t3o8r
d1V8piuCpr6zd//F1fVPP2Pzf36aPwjiZanT8qflSKwjfRU1SjNOPflvfsYOyC0bLhgAS2Cd0v2D
rCzlTJ0FzqjAFsraaBRzXKBGmIC2WZ//+dv7x9/HsXGQAAWSIBSBAhl/eHfRiqJCdMyremJhgM2I
g8YdgZg/fxXT/eNly+s4jukYXLNsMvha/v5TvI3jSkt5HZ4/FB1LbY6Xnah6rGEyjsOSXAq99VuV
mPLTFLgAmORCE6RORBNnxoHG7Yj36zoWfWscUUgmnrFqe/PMZPfZUNeANoSuy6tF1UhEl6AyklXj
xRAadYnkREOLcNpjkycT55G2ym2g/squ7onOd9ZKzjOIl5sPgkC3lgv3DMEwwpeaKY59AA8ubuzc
s6w/pWKhn4c2Qo69WlY7q1vbsrEZic7L9ej287NDt7mN+kPIcY1Y0uWkN/n3VmVJ6+3iZlLpI2ZA
gqbNWHcSWmBdeYSVSu8lBLEZXnuzh/Dck/cSPpUnw42wnWjpz6JkLiRjoYz3pehu5+lcUZdFssf4
L+rOZDluJb3Cr+IXgCMxA9sq1MziTFHkBiGKEhIzEgkkhqf3V9cOR9gLR3jhhbfdfftKBSDzH875
zsAwv7N+oD8J2kTGesbudRPYD56X99sGsqmmU/alsxWIiw6EfqJAmAtpZZsO3tnenTV+LyVT9+cs
7Smn3smHE7qHejxmq2VdqzXENFvi/fr2iFyzH+Iqu9nWhwwW0GxSZBGSCRLjRpgA19yzI3WAqW6W
HSUVVa8oZjc64AOKLpm18PeNwwWggEXvJRhkDNUvt3D9cdfXZv1njctyvaw0eQ4d7BWW7ZoNRUd2
zqOD0QaLS7BEj+S7NI/D5IZPvV0GX7DoAU9V1VDdYsnYTUwIQDGVEiOWb2GRryZxGdz8lVgrxsT3
c9AO/VzX9abz5PRa+p5/Q9xN623MFEbRRtq4tNFgOtVv7k9kHZNt1EfuNQPmd+lIqMoWNkVuUe+3
lWb5febVVrrhg81QLndMhHZdmKGFHoas+gB1h8Z8dNEEbicr6v7Ce12uqKDT31nW6UdZrzdfbj5n
LHzD0TxMS9e8L5XggEVSmT3krgvbPWzK6EmzQls3bqPx74S5ZV5mM6jvSXd5d1qAuBAlqKze2xDJ
Ld9XxubM7oW+Uedz5s5oQ/vqfuhI5qKtjYa70SXpdmsCbZ6ckUZ4w9psunczd75tpfLxpQd6xfzX
EfotQtV8IuwY7aJThUGGjB6CQofkEVjuAgJla+VGPC2yHn3IUn2XgvVoMF+sJMCjNuNFfyCh+4b7
qUKL2JwKRgiueDoZXdrud2h7RlzaGN+Y5UXrp9O5yj7wmkUPkzINFfcwTMAvw0p8QvMH6yHGPATK
Stv2HKeG7zLtiBdrZyv4NawLKvO4bwux4dcvkIl3yxuvVPVNkBybK0YxIG/kUnSEcXFQ3jO+5Wcq
vJTRL2cIpf7KY9gqouHwQLc6uKZ+jSfIDdzh52Ki+toRzeUnOW/Mc93MnSEJva//NK6M0Now6uO9
XVCr8eOI2waoUU5w9FRRY7Lw1h4jOvSJY4mjHcll2ylQAE7j1juvDFdvt/STrrejM6LqzwEm46lZ
l3LcOrLDiTD5IaeA7ZvH2ZbenFQ45v8IYY2oJV0H+tZi2TMJaEgJ73LYGzcd7pSj0yX3odxrlcXe
bvLjHD5SkPrepjH+Lfqv40N46oquKcEft4s+yrpTaeK02o/Oqe56Okpf9bivgll4B29V/QoSyAp/
xCsmU8YxuXmR2hMSrpkrJPMi46qtIsWm2sm26G9RkoXBaSRx8dgLOysc/fqBRhYhh8+oDmVamvbU
i532FRP/URVHsSA627p9NbtHrw1vD0wMzZhkgdfp7crZx9uM5vvFqMIm7ii3PLVtRCNwL/XI+Dhv
A1zHbW3PiHMRNocbb3BT9MpLmzOeyxCmwFQamVHVauUG0mEnxGbpgf1vhhHOIiC2MMRiQi6dOqKR
m2DA+4B+NIDW56DvgEHL1Hfcy+rwOydBtcyai0BW+J+8kSLNXWe0ms7Ud1u08K6/kwhBGfc1ORYh
mzlPvK/91rEueNl8NhdFa1a2bJyohd13bxSYGZIcacw9BHAr2GVlUUU7IfgFkjYivmfHlGMccLOx
gN5mw2DjWBRF4Nz5JbiEHfN8cPOtkG4F/KBwhtegtAXUKMrpd39Wc3j0ZpzGz1aA7ZAgsEbNe+kI
FnVGEjONp8jgXuXLQcbVcW/D7MvJ7d1hMwWh4I82LDw7HoorxyoOnYhtHIYapz0Svrq+2LCOSAMx
qf9SFSVTwz51GorGRfUJy7KY2dnM8v4Gbaj6ApmXmf6ifwqrpK8Bf21r7nPU9WujgRPlvafPwOmk
d0tp9HBw8HdTm6UJHUIi/eoB1XHwcxiabrmzpKVbTjILFl9aeC6YUi05BvNwKPfYv71/T4f4vyDe
mj840MnEAXir/2UPD/DXgL/8/wH71qGE+x8VL78g8/2XjpV/4N8bVtf51xChi+CNdFzXjSOq0v/Q
vLj/CjrTZeUShNSLnks38B+YelJ/7JBwqdABQ/8PKvM/u1XkMA6DkIgulpbFp3b+3zSrDtqb/9Jz
hMhO6FT5tzj0rBEOs//W/YASR2mVOj4GRrjTUH3YpdizQlU5ruENBRDBcAnhI7Hl70crOvlV9mAm
lVOjp2t1URWO7cZrPpWAhmDHWFnX1sdZv1gs7uFOOh0uuVsTsBm1eGqycTkCiqheUGNAD4PNcUNn
nVVZ+5uosLgZBb4L0Dcc4ODUE5859Rn5/SGo1/ktjSyDzw33TBrohP8VOkvShJIhLWYInxjE2eB2
I7YUFv91aONqDP36idDH6Wjq7qPzNJKNQiZm1GWSZvqhIYTeLycv6VMp7mwHrboifXXDkFnuRDiw
5ei6Q+B2EuY6BKfaoOXs4hhiBk9ok6lsuuCE/wZDGe3asHnNqjne1tV0dUSjHwtjKYZ0GcRyu2/P
Tda4JxCEsHvJLT8Gcc2eCFVg0guFcFhV1rFMNRIWNPoc6BLcTkmVsilDKfcRS+hDO6UwaXqXZAt2
mQGjaFX8sCOGaOTJr6+VaoNLbnUpDh4UkU4cMeh0/zGIr3een49/hzE6DiAIn5vMnL1gUFtZQxDt
yd8pFC7muXXu3MBezkVN/jamQbI4sikEiFBGfxROnQrJPbXY2EKi45Sa31TpfZOw2LPC0BBA+j44
rx1Mp3SNf/nW+gCpzGzBYjl7g7kQD0fJqo7R6c6a/dtAFK4/Ih8XAEv/OLumJPa3/fQEqlDAw7wG
bhWfyPxAxEES8hZdRIyvdDy5bIqxprHtMG1OvHBZ+gAAq45RfH7Je/szlsradRYcVYiqsIuYmC9I
OrmKLfhDxfBYRHH/aYtqpWxT1VFOChOv8hECVanEuhsZRqDBrwKf/I1ltNjWXVbZiVephLR23Mk8
R7Li7yb8ScoO7qDTn7Omfg/QsvCy8SyQO8FYKnr7bdbUc55P51FLbHCKKy/zjsyKbrwahNB2b69H
UA1qdzvcH5o5x0Pdjr3PZ0HSBZ+np38Mc+VHLLVhWlX5pC44/vs3Mw5A+NEO8GlBEgPBw6+Pe4SZ
LNh/3JLIXovRORhEHJJCDyUyy0Xd5NED2yf3d2ENDZAOhzlCNuqdJ8Zu7wnyQjH2LsOWO3q4s8Xs
nqlPPGbivQp3Lc67XX0zbA3T1idUGGptU9hnj9nuRlNiX4vUDZ6qQeMfiGXwPZXLfVwPO4AeB0Y6
xFNVFvDMyDGJ8AsBeKwKduCX6jevxc5RI92EB5IVj3VH9RM5/nKegOtuU8MUbXLH+VCuBFhtxhEE
xuoP8yMv912onfFlzTIH2K7V6l2sCyAJ+sZUGI5kR8LfjF2qjyU9sEIFQKEiDOOGeMbzSE4FkQR4
iqppOpCpJTewLQacOgXa9fBXGKjwYoxiqZgTIeyg6Ln2/UhLuJDkg/EPac5o99jIgtV6yh2NZcAU
nERs6bZymtNdnwdvgVw+1tt97DrRIS7r9JSZcFfectCCKH4m1MBg5Akt7n+/SVhbh3sYNxywxZzd
5drCoh2l8VnhtcPSktn+fdulGGskx4Us/PSx7XBOouTloYDeyAMLFFv8t2OBUnegGE1efvp94F5X
RLikHQRXEWIr1RgM+fcaRjxoKVw4Dby5Ym4IbTfj+GCgndxBpRiOcs5hYylcL+zmEtCr6l5GfvWG
LD7aWv+UpZDS2c537P/jsNspIFcH19X2Hf7+8CC4b7AUg+nZmXoYkad4IHhk5e28wmV9ZQgFYFrR
Ev3k9aZCDKIB2tF+TfWulPZDHdcfyzKe5Lq+ltwTWR+e507sWIduiSPeeSN4HVJHijjYsozbYjMC
ExXozRjoryD0NhgS+WPndynK5dFz7qs5eszi/EyLvFFm5Ktsn9IC//VA47bxbcBgaPYnqA0+wRAj
SErrYTDvkydfUCfAMFqevLEffqPvqdhhEeHFKIfavHrMQhIYJ+QE0MQmDqftMnrfgjTGwv4yRXRd
2OxhPBvQ/+FClU+hdMVD3LbuHQhE+LIVupet64xDsswUzvHc4kVG+PFKyvh3W5NyOgjiq7t5Ovgq
NvxhiVPZEJgLGMNX5mJsw4KO2d1uEPIvb1h0jP2idBJfdTmEJ1HvWJDBvR888q34gqCwFx02mLJP
HwjF8FBI8ifXMyMC2tLL0hDQSs65u7H1lB2rocyvDsCocoOgtj7IBSFDOKnouWuj7JdFtf0jiDBq
bKAcDAevr3NkJCyFr7Nrl+eYtc91dYX9c8DmPw+L+yXDJdtmugi++hLTn0bEcsDkR83AHCHc6cHx
jxZKfBDyYopPWJCXo2oq9UpgSEyQmugetL41t5JdHZ9h0BzKrla8c7f/LHBQwvY4JnNcAf0YozUY
Ihk8lgUcFUuzSgp8dA2ROUvQ5h9I/D342+S2LCiRNkGFYKvHX7XTAuUY7KPf64ohg5Opx3Yjx/oO
6V/+OXH07wEovrQAvLDFDl9pk+FEbyBo1lW5sIVc7VOGqWMftnG/s4Kg/jJGxlderM/WF+mGR8RI
BT20OKm8wgjS+9EzE4bwvoJUvF30Ghxx092nkfyoU4fRVbd+NH5943/1fBCj2PQ9Yr9pKcXrVMyE
0JZxdRxxfewbf27f67r1yeteYx66VFdrMi7Q8nxNT+s4RXezFCiFOq40yNHWHiHOsOENynZdM6x3
WVv3h2nFBYJg6KGIgYXjHBfg9sYp2Hjs8bYF+q4CiuGRmKDqPUDJVPo3vybh1JC5cgZoHw0O8L3X
RfM5HTDqEU4Mu1JLAC4FU9rjiK5p57jRUzmEct/rujyMMIQRGsUQD6omP4z2VP+obYfROG3PxkxA
L3PTp4lWXX2I+yqBjkuJ1191hlQG6dmYTJ5/tQayC9ZBvoVElYeO/6La+hNt7ktV3vQ3IGwGwCY6
280ySB8zO4UIGjFYw6PAOAJsEm3s8rqupf/+T6bNki+HuGqL3xFKQADOY3PWjTSPrY4egqVFPFqS
br6t8+GrWNPpftW2NW0nbL87v4saEHjZ49Cb8j3EdvfmYn9+CDq0khFJMFTOkDrIBW5fK37Fuzhz
hiT3hYIZG5bJaBZUzM6EssGPDeUl0J/BpPN3mUagGyNr766IgwYadhyQNQnpM542oFt+3O1Jdrzv
YwfG5G2+OEFACIAM8pL6XfcczuvJKxfwoNkpIPyTasDb6SDawhM9O0X0M5/n98nvIEIJGF8+xd2c
obE0RMUIsGPRcnOrwSUmEt4w3ZA/ChBeCwzqjVHj0zTCqUihYzKVPNuLQL43pcmEL+SwruNz1AUY
Xyok3tZONb/FGCZaigvx2zi/Xdl/1lb0ObYpbAY4gCZq35hM/Y0WZ4/rCrUsX2szRfew8pg2aOva
GHKCouGMYIKBDEQVMrML/LK3VQHiLhuIqfOcTVn9x0xVkLDqmc9qHP27rkTCjbWsuGjgrveaGSUn
vJegMvnHUU/RlIUUSaHUVytjyI6i6iHMxIeluX/nGpen5zk8Lc46/kh5dSSL450QLsgLNqfYiveR
Cxkuo90e8MgytvMX6JPQ+2aI4B0gFtFgg5I6S8piqa7hELlH0+X2Y4e+54heGL/iKhGST/cWBnGX
1KcPG1f95+B790gciLucZueAA6jkPWqmA1SV7LnG1v1rWlCZr2UBj1eMf1wJKqOZwxuAORsTux9B
5qbhxGAhXnZxoZptvPruA/qEezcan2ZcPgBVCvtXmFfdngJK/ilI+AF/JIqvBjXd3BjOr5BPx5h3
0RTNG9mse1D28DHlgXCFG89lw6WA5Ku0p21YdvM9WtLvoLE7wof6AbYEN6krsGI2JQbr3g/+SBs3
12IgAgu2RZNCPrS0FcNHDy0pVPjUPedN+ycdUcCty+JcYzd7005/yVOvRbCpv4oCGyvcEMBD3YJz
2i6v7ISyXzHYQ9JpJ12s2xZn5Ta1I3iYS1D/Ys2rMUP1+d5ELHXcfNpRejpbFigSzGO4n8I6sFAa
RPVx6b0jkQ7XIFynF7hKT0GEtTJs1FPryxfmsD+JkLkGPbmJDNG/sMMp/GD5jlSGo1W0Z643ubGY
8p5JK/KuUL26E8dRfpEu3PlID0EiahGwz6juUk3lFqtmZaEEwAVLqvue9rNIaq8NfpFFOnygDkzc
ARCuayWFiUM6+GHXQlmWnf+jJsRrSxuEucs9Vr7cNmMfH3vun0Pl81ETOmU2401PO2VvrJ2s8xwt
T06VfwVeCminjsoDUK1fpmXShBcl8stfwwTcq5vdEJiEI/a+TxmtO44iiBtMviFT2gDq7kRA2pYq
yYnlnExTAW9/cI+29cvUFpouVGSTFxxzpzvPtQVTKqh+DbMJNr1TVKfIm6hmrYr7JEMhi02yPOaT
7776IS+w7ffRnoH1pSd1C8+HgiLS2WLLkPj3mPcnF375hfVZce+t1byLQybMRTNGF3IlXuKStgaB
frxh6PoZTWl8jEwUHEv2GbQ6t0ydwuZsjddH16rf0NJg7/e6K6Jsk/D3ObOO/zF6Lfs4y0DkRE5V
sqCr1WVFKL5DtBg3mEkY1qIpontGWgJrWdQUy7X3xtayAo9ha8ovxzoNutJY2sPmzgpRafYaNfcQ
1sPTMKKeTrx1hfDG8odo3hvJrbJRKza1Ix9zNigbZect3k5KjsFvzF3LNf8nhmSBqlSQvSDy5a72
gzd4M93Rdar6K23t/hVHr7NTa9786WsXVJ+3NPtw9spkcVIAny6exhg/bOI6bsqZ45b7Fpj2T4W1
76Nz6/EX8gMDfdT/UzijOEEqGhgHhWpvFaSE4FPJsLYQPGekuAlNCeUIZ26ddpLdWURLu08rt0Q6
sa5fpeysg7ICYiCQWKebtLK6Zx4N/tsq7sgVzEEGLsFstuOowC41JnzBusKoHB/SExwB93lwGZ0m
vTXXx8HAp1vGueHJLD2wSH98dI3qHunGo7u2ERNuGVyhs4VeqFrYjZYRoXhLgUNTzZoCpEW/bcku
2zXkBexZB+WnKLfEq4ns/JpWDrx1KyyvBYjppcaoE6WFPhdpRsRBb9XmJwsdczfM8XLyRCtOi/CJ
rFAHtg75NjOD2SO7YlY+TxytzQyVfGwcOEgYQHyD2wnlJdLljVgG2mYEdV9eqLoDJUwDAxwdcgiv
6nmU609X1NdsGtW9qLpo57Ylb2Z203u1g/2t0p7Rtl1w/ZPAW4MGaMiC2Lazrl7mav7qSotwFWi4
L5V2b2D6MLaTOEs/yEkAew8Qe0oceutbTw8JQFo1cc/twoxQM4KBmBDeLx5iK6fMPpw8QgqchyRb
0OBcYysccL9Y7g01UTgf6VjpY4ZchhOq43fzcuIeOugkqfhK/YXgOH6eC/Wm3CweTpuhq14wGHxY
ZAxgNrYZHJk6UQbSUBYsZwuKWCJ06FKKGptoWAXYaKmjG7WogE1RWkTbebON5K+3vPmkpiqLCcnD
GJKSFpTY+DeSeWFyMRgRHYN2rN7d0ZbHJq+hRRT2eul5uS/pIPOHMvPm55xgmfeoEg+96iBt6y7l
YFbrfDunBSPJrMl3lo9+BA2JczeJ1fAWrsu9H5Y+PV0jn9pW1WexQsr0Mgx9En0fmsi48Pgghj9M
aVIQ5vN6JoHIIXfM6pMCg39QuNZBAKJ8WMgTwOa9VehZXbcE6TfP6WvXsBGkTEvSkTphW0wlvuSY
rKJ+JUIZI5+1YagIcEho69TbNL7/TKdBKbK4cqwM87FOCfaObRrJGbjX1OZk59yQsTmLIOKK4j2R
JumWyeC2gCqsBGuLvCTVQsUupm6rm18qO83uyNh09iPr4hNbIrjq9CEfAbT2anDXY9/I/lJP8B8o
fR8DYd+XMqxeO1/TL3U545Nuik6BX1F44vYGJKHci+OlXJ+zFudhWCBjVvny0C4UkjShDs6roU4K
J2P4iVcYHcawbDAh732oPoldm1/IqL7ThcmczKlw2XXVRPmwkiPSN8b/EM4E0Sg2PuFGp5AAC8Pe
vyorbBie/Jwdn/UcuQV5kq7nbGoTw1qTBJ1itZ+8ub0FIKx7KHURQeBxfHBt5J7aVk9xPjCWHh7g
f17F2j1MMZXwIvBpKmJZvRtVXlkO51Y37oJ6/MErTe8o/afaWMMmjcVPGrNzPFGE4xnhuDGHNsrb
v8wwEh1bL00dZtStKvtOgSnmURXsG+nBz157yG8c4e+2iM/o0p6Fjx0FgNdfaO0xRsq6IR2+YzkI
GDMJVnQEyp2/7KZI9+lUPkPWMsAm0ukd5Gd5PzhKoEStAPoYfP2BLT86xikTy+ibNsCtz60FMcXi
h4yrGDpKu2c2skVTixZjDDCMS31BPdPT1nfmPhjsIPFFWJ/dvmep6d+BioWyU4xk2Y3Ly7Law27J
lp9e78NLFM1fu9cgBkR6yDtiPqsFzYg1RYeJcfQxLxp1mbvG2plOnpdwGa+LrqcjFg7OFKiklzIO
P8JgSr8dppxTur4B5VCvWVCxqMsr175gtPqiNbdBbTEnYBnHXbLkBFT4xD9T/xJCZdCJ40Hnv+7z
XMLatvxmudOjKHuGtwXMqXGykFCHQ/4g8pUjp19sV5NcKdq9Nv0ybqqwJCbTlCMkgaUzsv4CeUA+
ZcsKFL4uKRTOdnGzKOBfvoa3gTTifngx+UrYmG/RFUypn25XVXXfwRB7922RWeU5jQpyuvBZRh+2
wTxAmIzd/oa9FkeJcvr8ayia+ezobNoay8ZoPI9E2nZEE/8AsYboeJ1RIMHE5l15F2BDbqL4Qp4j
y0UgvG6ok9CyC82sTXjenaA1eWlClW292RUHTK2Cb3WI77NM1y9TU8rLWucody2QEzsC3UViUjNi
yfPY3jRlYe9Zt4dEMtDmRSKTF9ENBRzTIjiR6Zz4ssBJC5P8aQRL4IfeZyf9iokKAYAixpJIdNcS
fg8khWxm/JmDWP6MeVG/j4yUH0INZsZCFcLjb8J9B+JjEyzAX+MFuHi64vlbbw7KWHbRdiHC5QDh
6hM6xtNgm+K0dviYUEtkz+CWYJHT2ICmY8DZrOVbmiLqSrsh3KdsyRwqME7XqcCHondliIOz9Kqz
Ken0bIwFbPNNEtuEx9gpoPLZYc9R1Uy4iyGNEr9Qz7YKmLnJJ3sW8W9j9Iwp1QLmu3L/ETvvm82y
Ej4XNHxyzjSshEQ06fhUj8tj7RccG+6tWCmD+2Xop53XItzh0KsQ+VjOwc1XedJZ8UZ/88ZL6mx7
iGOtKz4kGEzg6K9jtJ76Jn5q5OT+ZeileGSo5xKh+IJkU1a7EeOQ3KR+/xotM3FVQnxnE0zGypBK
sJnc4th6qCerFA7MHHb30MX+eCu3MTRX96FnxeMF2CgnMCjM71d0bBtS9LYjwcKfTN3xHs+4A1PS
upKWamSjHatJgvHmKi9t/ziCYG0DjX/Wg5gC3/y5t4ZTqlN2RTFNM8c97FEDFqebpYebmUQoa1qR
Oag2Ch6Hehq3dVqP+8BkRAp1GYEIc1/igw2Dn7HVBpwxIv074njgEq+tn4LQNe4TrvNlY8Pgfi7V
WP1k7dYkKwUtLXKDMyf/u3ZYlyvrNxhcf+dGTf4Bih70SDoeurb5jni7udYx5lmbVZFZ4uRsT8qm
Vce0pY8eVhUfaP1fY5vpv9dT+rR59M31V+EXAsBjrzDl0+aKWGyBstyAmBO6f/FA/lxvT3AIobH6
veuBYqmeBWJg3jaUNROEsGiqUuhRVkWIHjt4QovWhxqVy6HTWiehARi7kkKoA7K327r8jUf+LZib
84RSGFXhMUO+goAGB+VA4MNe1f2PiO0Qcl8IWxjA1d6NU3azynoMPfhrNx1S/eDMtaHVzo/EJCyb
zHMXsrWi6VNPInyx3UH8mIoiwIelwsShQXhuwPlQjJSotyJ2GzCG5B2rRvmsFjQZNiuqJ4zAgEmH
NiT/Ir7Z0XE+zpkNt1ugECNQoHrVFIpJTYJQMtexdYqGuHghQEzvee9QiMBan7dAGJZ9jeUv4dxz
sRAFJNYEioRmy/nNbelgwpq433uWmTfIdAGlDx+yyl/cyAoubo04NejLu05CpJ46ST1b6R/Zepu+
kbkACuGPYw8nm3SP/VLn3Vsvoyv5EC7mGeoXHOgOuK027Ulwcn6NQeDu+jkioimz751MtL8bHw3Z
iB9mCzsFzEBILzh0okXjFjf3UZD7F5LZb6QT8o7r7DnlD37OdLxdytsOSwPzTAS7Y9rLxrvExCNz
SROV1BXvA8Rkllkh95c7XBGLeWcVqOnYgeqz5qF5pS0EiDw5rxYhTZvObx8bWwOvh8a2yWLtE8WG
02Zc2FZJ+Itej+jOdVNmu/W4o0VqiGVwUnoka/4djE5OYkIzpE9Bi4S1sxpx6Jn5loH1bY1Y2Rv+
39hsFlCICxVfnaZH+hhB+GBHrG7eRva4pOL8GMbxD/I3GFkNPbquaAna9meUzeh2LSaxTuWiJCSm
b+7lOU6n3aDTndG2TGpGxttWOa9K1ttmKC5KBTFQMhLkn7K1CO659Nvd6mDpLwT5YOUEXNHON7nN
eZr2NxdPnQGIHdMkRFW4KQf2ET3WJmO5GpNIRW82PsUmKM+5bu9yQwaBCvJrHvqCrWhdkl0BXW0/
TTWL4NB7MyxLQL9bxUOqGiuBAsno1ip7pqKNG52HmZlyTHs058tHzcoi4ws98QthePTsbUjMAE2J
u82dOkaXxOrPY0lznHTqHWxZjN9LAbhXz9nwXMZrR80K7WZXtDMTUycddn7Tktw12cWMRyn89BkI
XmxtGFgPwV7D65p5ZRhsu8SmUH1Ebe+9RK0s2F7P3dFD44tkrLlFJozFvcqR4FYw27aAR4ttvaBT
EorZ7wAc8NjVNlrVuL+MC/eVJFMticE98BC1iAiT9Abs2KV3xOP4Md2OujIlLiYIRxYWAfvGunHg
EreY/UPbyS5p2J/ttbEOjWRAWUYfGtIQfyrJzQrjA/joSFQNpyw5Ae51AnQAS/2Yyf5bQ2rToBWH
WR0KZLJhANTUXBiwbaWzvLqKTzxn3WsHgNm6nzYPCLsR1Wd19fHMbjv7Z9UxT47UiwV+Gkkj76el
6c+Y/g4Bou2p2E8O01XlHAY0wYGx74c5mvatgWtKnvo7n+t5AmUKQQSxVuecSh0wUDM7sZikBrpR
8B01qtx1YBRnDMB8/iyDK7lrhnIhY8JlksA9pjtO6RVprKqdU0dOVm7ZX2GBE4AvpYhYDmaoxAlS
B27g7xSQCQJuiCQY1GGdoNnFBuiFe6IdYLxgnaUdhuyfa2b7LAjT6mBTaJ7W1rMfHAACvDM1FOY2
nIl1xR+9AzEmtgxKHw3N8qEsq/leDoDwp248Fj7bIcZK/IZCvK2TdZDt3DziGR629hhxXHmRJL1W
tUkXI+tHe7MkzjBC+QOycbyp2a/25HyGYY4wpLXLE9+GV97lWa0esY572wEq+mlQI5V/y22Gd/Jr
DnzrwNH4gJiQWA6Wotzb3htwfA6vXFY/uS0QCTTtuqWTiQ+yJyBPsxPEOV5BLe/WJNTiT9R4y0Me
YgVDKD/SPOZL4hF0w8g6DN5Rd/IBV+z1mKWrG5y/vWlcQ1pw98OlRSFd7hA7RC/RXzQRAwh36pJR
EdDB4Hlbcizu/NY+pqFKvADPoB3l3/Qtu161BH4v8THL9Rl2pNpF5bwCnBgBz+q0gOzvEgLsMhf7
GS/2yc2BJpgpwclzQ251cVIZWse+fGzz27lY/FlUvJeIkScTSI7afCW33L2GBCdGUMBqreULKhT4
HCBXCPDLzTUIvL0vmOzD5w9ty37SdHV0N9FzSdiA5YFIrWamsin+d5ifI/s8StY+jx95EtZDR6Pw
4dqaRntI++gwgga75J7OnfuJec9tC8NSfkxCFF/dX5e2jhViPUdHY4TeWsvincoCOpyP/n47xzm0
hmF5YxN+0RlLfMfmWivcG3i7irI7nL4v8ZTWlzFFIOtj/N4ynKE3S3OLKgaZuFtdMjr8tki3KEAf
AyL7wlw9r1b+gwSJw6yzQ9QHj7kXPjs5NqWVoR+JNQDoMjt+yRzFumowwc4u4JPmvsQX6yl0ToLn
ha1Wir+hHRVwfq2wf7db4hmELYEK+25UvGGqBJhjpMyKPYvoMb6vI6beq3KxeAoUYln41Gp8/NBd
625kIGNz62GVzsg2I0ITnFxAvJD0BUPoULXSQxMag/I2fJHJ6qg1eI37pUlaCRG6N5l4m0G/FQl9
vh9jayz4nP02jZ6xJvGliwAn7LC2T1ioszOVJNKz2L3NsATnksHN+kcSHQYmN0LwuybtUDmA1ErS
OJVX78LbYJPoBfIQFwoiyzP3vg6rrRb2Q9jie0aF020aizCVOL15w29HrIu93HOyUyiz/ipROwLX
hpiN/+QdbZwkEmB4Rz5GS+D+G3PnsSS50WbZV+kXAA3uDocwG/sXgZCpdYkNLDMrC1prPH0fJMc4
lUV2VXM3G9LIEpERATg+ce+5/XIqmzy8nQmMKly2DgnQfsRdbyYZHcsoYwwz7rxTJNWTwargPHsD
IHk7gdrUViZsOI13PLoxOYamjhwhLjikyM1ZlZVX5gQNMy0f1/nnvnVEebJcyABqBK5sKrYDHuRh
LDGx9zhPU0PymHHVpJJDwWbEQAgNlvimuUNmxjpz2U2M2zdlFu6tcLl28dos9roaHhbcpELdCWMG
qVESyGlmD4RL49HRJaEgwcKWmKRLBx45ZvuaERcte8MznIEZ9C7jqmq76GBEXm+AlMS5H5XzS25M
RL44WPxrDfZBRUzWkq6+GBzq1aJecL+0aBBHZy7vqCftc6c3e54+hXEBRFkfMvl+S5GTW1m1JEst
Cf3em+6Lme6tM5k0u9O0cwKz9gGXIOyTTOorI2QHPlget9SI4kn0pu+oGADsouR+jskd8pz6vKpK
49BgiSHiLYffpLL8SwiTy3eIdbooYiq+uho/V7Yaj4llEkIbtOXWDIlK6JdmObCtc6/itn4bWCZg
RgrHHZza+MYYWrnRnM8Ebpi71gsw/vTUdFEI1b1tj8bgjft8WCtXi6qMAU1w4ZnjVxav7RFNJ49P
x1BbQw0eWAkzJCnSZja/jOFNzzx2m2As2qY9+5agtMwrxHQYhWU1PbRULWe81iMGSizD0UxCwezi
+2WKFCDWt5qdTjgfGgm613aG9IFKf/JnRseAVZR300Rxc1uXuLdnZNt8q5BSwsYcz7Upl0v4p+Hi
20AQd54b6JNlV5RGXg9jW/QYh8jHvVWZluemJ8fLCpWm2kzoWwjcmR2cfTYsGCZf823ept03OBQV
/XMSuA96kDeUkTiZiw7CFQVjx5IUvigEjxm/FaQUhG3ZFtK2uTVYCrOuYAe6Nfjpgf1i4p4VIJ2y
klH9tQpgWPsZouDvcqg1hxpSrk3kzWj4Km2h5I2iSZy3qi2pj6r2sumiId5386r6ALCAUTIuVXiT
ynK5rWTBWMa1bIqxEqQnmvw6qtYUAJjYlBsxhUy85CYpsomNdrWpd5WqnD33c7PtveW10sA89BIN
myZ30GxYeEDuIMq1R9j0pCS4N7IAjObQr8T94t32tmi3CF/Nc6thP7az4gKCbGqNwqObRA9iMN/b
eul0Hij5UJVedh2NlEPzkF6MllfdioEUcWIvnsvauiasRG0SkMl+7sr6DPM64RMBa+q8JBBXhozN
Iou/GS/jF8Cr4lJ0MQlGJFAHrrhRCVGpQ1nuVOFcFy6jd2f4HFHTEveyUyAr2244N/l24qR+Lr3w
U9Kwwo6idssk4CKwvdPUZztTMtejNiRBc7K7jRiMdN/zdAQOa6vwrA57KFGTjmlyZuN8gWe6TToY
M1RBLqFIozoPE81rouBdd0bDV9nO+6o0AxJ9R2cvIhA6RF9nO7Ap5hnBsPquJliE2jwKxHPrJD26
hioYnpbEcFZjfvLcpQn90QxJdduogNBBRWptR3EbIRlpgguRVViDILtgbiPaFB0IKQdhOxxSOhfg
YmXCk61P3uw8hgVkV3elsgjV0/M1Vou3UoNgrYwT9IoLMymJrJ2ualxF7dig4rMujLK5Dwr9QoAl
j+jCom9sPEXWqBsY+ykxqkdbshvG7rRcpUkMvaSGXwDRAjherncV+Jphg8jeltvenTL3OWscFgMK
9JPfLAU0faPJv0wdlV0UxtBzGzlA4TCykxoLvZMSIHdZiOt+bPqRJI9IX9gjo+cNzX34JSJfhIzD
0n5KQa9u0qnITkxMYJFjydwGPBOxR17nkSkf8zSjsI9ixD41VFbynwkOGkSwV4YhvzBmvTPZBZ3h
83KZiw3GNwxlBsrnuPQe84rLJC3n/ExWbnKcdOH5Qa6Wz1EsGXuwM35DQVFeWvmcPMTIZVlLGMap
kDWfRyWe8Tm9Vh7VrwtF/5rIsC991luXtCvzJ1PK4IiEurmdEf8cWlQsLzY9wqmv6vraNCvrBnW9
PJeEgF60fLjXnMrsLpoMC13KN5k2xXhykjR9AQyLIhhlhjcJIrl6pnxqbvqLQi7RVW7M+S7Mm+1s
h8muaYRHMI9nfkom5yWJhu58GJk32xmqboLecKbp2SNRzLrNuzAdj2mdqa+YPKetE5fRPferz5YU
HkZsmyfU0Rc4i76T3Hta8Giez2TAoSoZEgh2fQVmV1vT21igAIuzuWDINO/LoG+w4czfDGfooMFV
5a3XV0j6sf7xxBLZrTPMzBZNl6yQEgoVbdps3yclfzHEfQJ7zZLwcSeFb9Lqr52VpuRwE0XWdm7/
zeGAIwscATKtNLcXQ36GVO0iqkPsSHlVQU/cCZW8lKHBImG0CDyJ2rcWiFJ3ZACVE8bZO/d0YJJ4
rBC4DlAxlurV12RgxTgaMbcNTsxtlc+PuJEWxI6x9j2tT9JwyyvmQda5ovNBWsC9PyfLF2JjSXUz
Z69l0lLcAyLkUdBm9nxsR/tr1HveRb6uOdypKB7zzLY2S4hpYBn4UosU6YnjhJzf8fBW2mr2B5k/
MTplCLwUptwz2UOK1eNCOqgA82ShjGU/tiaq+zzKnGNXYrzbTKotdqjF8qMaBs1CHRrc6CzOF3oP
NsadfRKqP+9qic6qCqz+aJs6OBfkMxycziDelUaW6YcITnigEr9fsUO1l+AtdNwriV2X+QRRzelK
AyxcMIgmYx2dpqTZJZF7EyydQGbiGAfuiIUV1BI8SBCWr4XrAdyKkFVSLmTHZXETMm0RXZsUXM9o
AFFCSma9DlN16j4xY6mKjB1UBZ6Cofg0BHZ4UNJDzTsyZeTcJpyemQmFkd2Y9znLez80Qs9vbbu9
y1rvzFOYd4t4uiyd6DVeYByzjEwuWIYSvga+fZeglgCQXtDvKFiDR+jjYNaQRfjDlL7qbHzCJP8C
gQBn41j3p1Z707EzgNpPixZ7gAYPtnDnpykyrlFgM5CGYt3HhCQmpfll8ECqBtQGfmyu4uHaO9lF
cVVk1r3nAUAZnRb4bZoToowJiNm6frQpIg4FyLndUJd3ksf07dim7SEnH34nIuL9lGGX5sZFCkU4
WTY+4vq+RW2g/YQJIqrZdQM7M401gVitERJXrBB2Y03ebf1+cRSFvlOoNgCzz8uujKjUpGQCRUg2
+/HOdddswxb/HoB9w6R9jYHeeL0iQU2Y3QkNZ3yk1ubYsRf3CScWYdBVzTivNOpjTVqx79kpcZ0B
EOvIMPRRN4m+iDquSTfEXoDitnuPTVPFK/oZ5xin1pcwx0s3lOmlacTmVd8bgoA8K+BzIT4659mz
90wsFqWmokEWQlve9Zw3SHDxL6bbcMFW1Q/0uEBAwfyI6maUtbpuXZT2KiRQ0TdgvD0hGx+PzVBN
F5ReDRs143UZonU2JJTPRX1dtTW1zpzkzJXWWivMAQYtarwg/nD+E/X7rwx919Vbcd81b28dXr2f
DXpAg18h9CE8jbr/XMavDbOT793Pv2t9vb9+W/uf919GYb197p4//AezrLibb/u3Zr57a/us+8//
+ZNKvP7O/+0v/tfb/4Y8oyA1/MLG12fhcxM//+jjW//Enz4+6f5hm5j0uDXfbXcuPrn/6+OTf0BD
FpYnpCUsjdXvLx+fZf0hhS0FLjsB1hof4F8+Pgsfn9I2f8p0Xdd2xL/y8cGo/mjjk5bSXNMKFiUM
bZO/j1//AQVjjXEw9pDn/DEMk+sBgt5WG9TwvtuU5oHyCZ1UlQYOKwfHst8Y8+B+SVWfC5TStOm2
W9uC1blOrxorDlp/RksFeX/JRQB8qls+C8vAGaK5GpikE5bIw43/7fjphJGamnBq0OSToHO3KDoB
ns2hBVbzfZUSRcK97Y3VwS0miY8+gIeKTBd4wOwrL0SXJPhyqNmmpySag4suWHhZ9t4pJKuqcsyT
ozOH6MqALQtQlj6FEsBKukYdPhafhpzoIEdfS5VfR7r7bAC3n0aXaGpW1gy9vbxFX5zu1wW0xhMm
w2kXyHwXVdMxwPktW3Hk9yHsT9SwAzmLdNWlgUN3p7qbyTPVi5ZPjVeyjDUj4jgYbCJhB9LQ7HBq
HplyPdedcxUYoDvd5LyqPZatE0WVjcU86XaL4E/2zohiuNq1RcbHQB80EcjTosZc/7FDo4XXPHLN
caBw4o+Q5hkwpqoab+P06jN2kv1c5Kemtoppn7OmVThwOhcsZ8xDJ4v0V1lP3peMh/Q+7hJ2jWU7
TXpblrS/tuGGn5hQhp9FXaILxhVtvI1yZk0umGxfDg2dJgcPu8rJlIItlWqwp4gIRMOmqnLmYN5g
po8xtrKrxDVKliWhImSIxztxCZVznqXYFGWKx2pMB/zy0o7iu85Gah/jJZi3xHVjEOAgYxphJ0O1
bwR4BgSLVN5baBbxXUheDoJfFjHnSE4YbfC4ZKPe5bemTY4x6wlzP86UxXi07+E2ZuwTyGj4bsZe
yuE+BMdUFBAoMgIJdlpaxfc5IraAK59nY0iAXqpZEbqoIU+dU7bHus1oNYo2ep27AqW8oZGnUtmk
1yGLIlgj1Wto9SNT+qD/DjaSkMbacvZtkCPp8kQ+u2fOVEJ/dKcS+wJ+vJg6qYMlx7QhKL91NHGf
o7GrPqHi6wniaoh6wBKkPHr/ZESaX7Z8wZ4tgEciBX2aFi/7hAyCuFasWLjnGciBB1Su85WZY/up
mXP9Mhe89IbjeabOStriQquE6X+drjw+5EwaPW0ya/YXhfeqKCm4xiLJvMvLB+HnubPmZGZR+9KG
S+/6ZI2R5JkAICh3SOa8eJ9RLQ1+XHkj+WFdMu6myYRYbjlrbG81EcIxWoHpY87lrQ+QCqiCKnwF
F2Vm5W9sbcZXRzXkUIqcmMWXNEkFK5exLQ41pkIE1I5R9YfIxUW5dxrmlkdUJOhXi5lxP9YaK2jO
p3ZWn7l4eI+cToy9a0a/m3myHBgnPMZpBMYhLy9gtiTxCWmQ3Z7KzkndS1Hk2i/0kkIu7BvMU+CG
eYZLbgA0gQ7c+M3McsWgXglDTGkJHrnDOHU5TvygQfsZ0ZcE+DQo4Ngjmoa1m1DFBHiFqc7XrTWV
LuNAfE29GJgtFtmIMiRqFVqrAltRu80jj9FdMY1hdBUKbustH1XtbMa2VcdEcdmdWaKiDLNKc236
JUyKyvLW9tl2ezTpqeMSXq2Madz3I/U/sste2XsCDJHGR4zXqh1elmD6xABhvI6FYwmU6vk8bTlh
bdIkSX9SR3dBWkpCOwuw84ka91UsOE34WSoUlQTKsOhj99t2W7BTLFET22T4gVjMqy9qr3W7U9UH
nfC9rEiifTl5zmevxH9zjIYZkV8zukG7r+tsECeMzmh6YLfXhL17BaxF7WoDWdfMpOyMMKFivMhD
yBy7AIPMIexbt7+ZKPqvZogbJgKcpgt3GXu88miPI1LcSbCV2Dd1xxLFFQGZz5LYAHEgx6xdOyEz
g5cRheTmaWXr6mLquvgNkUXTslVtyRV17DK3L5xBimjHziQ5YTyciF4fchR0Tli51o6Zoa33yCqo
FJMmBRo80ls/4x0aLoKazKCN9EAKwjW2yRkyFapM/uAgGCC1aM+XiZEOc1E6EVLjuCVbs4snv2vo
o06GZ/bZKnzDcZjbE3l+NDDW16ZIrHCXhINJuJE5N6xyCnx8Khns836qEI6NRmpfjK3Okq0ZRPib
eaijwjdEn6LiHzBEE13YsINnA4WyXXO2tr7Hc4f/g8Oq2sK16Mi7dUfp+GPUuKtOHNz0pvVU+3Xu
HTyBHnQLOGIxtjzfTYLU2TJZIbopsFDcbZCGRAgpVMTEwAZ6gnuhrAlGDbOl/Ja39fDSK2ZQKPR6
e8WWBuBW6J3fIKzg8BrAYc34hIag31rMp1oh72uPv1zkEVM8M4mA4WvVs8LPsvwIuFkrJkvZfME0
d/xkoWwg9babtotok3LbJqN80YywiKEPxtXkPYoYcVXYnmcDkgdUUUGRHfIyj2MCsbRxO8t8wagR
luEX7TyFZCthb7f6b9DR54zO2JoeeTwp+s0QEejGtUPv1UIeatE2dPP1PBsAj6J+lHiWRBOw6HY0
iepZz66LD9i+dyqL4PiyQ7UtRw2pEul49eoWbtvsQHiX6pAHLGJABQXK2LA3Mk8RAvIFK2rOqAx1
pOPjqQOH4KF/pIJ21XcdjLDsnZDRr1FP6qsclSYSwXKInihnGysmINmRo48onpxliiu+M1pnwKaq
gWkGjX+KM2EpiQ+rELGDy9Q1I9olLZ27skX0TCZk2r5iQe/tjTP2fH1dbZPGTTfIl6RsydOI0Ixu
R+w0snro1TgNsuxONXWd+0x70K2UZETCCnCWgKvJ8RAwINJhASnztS9ui6kGIrAI62yoFIJwNAeh
jb86HfdzBTXb5wFN3sWoyvo2YnOHFrxPoq/cs963pV1GxHCLvUKO4eqONI1AITgPxyEh2DOa7jJS
LG/XOOZnx9OMar0FR9WOlTZN/WS6wbwjwqo+QzhA7YEgRbCgzSs8FgEMHq7hHLccxvQWztBiMkAC
7brIF9SSTK74Z4efwDEcP8ubFdvi6dj6k6b3r9qq/7FZ+rFX+s8vm6//D9sqm17jf26rtm9F/tyk
P3ZV6x/4s6sS+g+hNfgCm1xrTR4O+L8/uyoXzKdLdKEF50E4K2Pyr65KO384WvJrUsIMtPjXX12V
tv7gr1tBgjhp4HBa4t/QUX4C+XlsXXhlXklajm1xq37sqZAdsZJDI0KQ1Ro1V3sIv7sK1W5c/45N
+JHCwqHoKldAc7EcUwil3J/ZhAJ0hGsicnRXb3ot84OZR/EFyaIewpywOkTB1D0yWHQPFtahix++
kZs/uZ3/VfQ5ioCiAw26trU/giffX96hgwSoCgOGD/3jO2X1NwNfJ3A5ttIwuhEycjGHc1/saYgg
DRkxUQ58AnOUEIICCYHNUCjuHTU4r2HiBDfS8hrcZdnMSY3ltUZ8LhpsP6TdgNyTS5IXBwf91fd6
rMkqKeyIVSg+KgoJI8tZAg+lHDcR/LvvU1DyfMvJJhZMHTtxH3aYtf0GqPsLBuLhE8ND+cgwnX6P
XJ2TN3Bm78Yiix5//akQG/tPH4tFGpRFgqKikvj4scyVic8BbZU/xh41dm9aBNEMGo71XGmoBOBn
rE/UIuI5a222tA7a/BEjIEpXHieq/raQnIdCF1LW3ogyHMJtHFavrZje+6kqD3xdJK7DGDHUyYFq
Vr3SIGsYcDrtHoJO4qmPyG5+0X1UZ3sDxe10dLuq/Dz1LjPE2A7AN6POxErpQiQlW8EgONFzIRIk
/cyeM3XafEfYOow7xm/R1TC1tQRjzy7jmvoiScncdfL2ROMAP9JIiJHc5F5l99vJlvjJ05H9HYZy
K2q2Ecmuju8hGX82M1Rum8KeWbG3vXTsy4VRNwLH2Ji+jrO26lPdgppfcKA5J0T0PGDjZnIcOCZe
TMWx9N09DqQwvCEZepLUUG707DQOwDhZSo1dCTPG4NuESEjEjcVS79JuRStULQrZrbkgpvWjhtzm
baJjanv6Zdan3jy2QDeWpNL6rKzRtF0RZWRal+xMbfQslp3dxWgBzR2r/0JsJd5ZKhWXxdAxFpMn
X3m/tj5HdGmzCeeZHN/ip3bGyyAkv2i/xG4V72N2N7ApuCgYN5uMMU6BUog2gyFt5a5jn1tcJyJZ
VW85sxPE7GOmthlgs2tpFwQeq8wZPX8krgH/YjC0wUu/WFG8tzrlhL4tghz+hbaBeiy4MKOtk3po
aU3glqyhUkCDgC4w1BhpQFqpCSFk+A3F9J/Oo5XsKxyF88bUP42TWhYw6WAClglLxzvYEf1Za7f1
dYrlfoHL2U07cNzlfgBoQcREH3z/9b23on1/4AuvB5JnOZZpm579zsf6eOd1wghjhMfMrJKQbPqm
tM4hqsRn0srFoRRe8psTUPzDCehp4b4vA3l4aPXxBW1cPyVJhATqFKgKOgvBVjMVGIeb0n3u6wl7
h1ysbacRaZC5bZ6yulIv5chibj/NkP1zlHT7BXvbOcmQofMbTK5YP/CPHwg5GC7pdAhHTKZ95sef
b3aNQgd2DgxSEOpBbC4LFFqSHV4I9Juykg8JyJpjQYODeXUCFKE6CzdSbnSHX38167Pg40/Cg9rU
OCQ9HtpqHXf+OGksjLYwWdSYhNWgM/GHZMRH56yz6V+/jvj7NaApDiyeRp5jwez+6fQVxHePeEJN
n5USVoY68VDa5VbrvBkMXNgnJdpmRUfEnNgsc8wj2rIjhJiiHxEZpmQxf66nLIDYZ+LFQ41j0SkY
jG+2fZnjlf31j/tPP63NCBY1Dh8KxcfHj8XVjnaGgJ82GpbqRaiyPQRTkO9jp4juYxQlv/kaxPqN
/7/vwYFTqF1pS0QB0nS5UX66RfGaliC+5SpKzqwn9CcwBdmJ4HZgdKm2dj1itM+Zq17PqlTPwDso
+0fUR/tfv/GP1wP1ChWLCVmZTBttIn9YH6I/TJ6jRVeiEkntW64x3oLllBvSeueHX7+K+KeXERTe
zNeh33FAfHwZMWIzS4aYCGjO+YLJJP6jnLzGu7jP5tfeqoJ91zYL6/K1fw8L6AsT3AFishJSwPew
iRBjYpJ7Dntko7+5PT8el+tnYHkmZ5YlpQtCz/vp9GAvL3EcRbUPYCY41do1doRMgQRNh8ewT5Od
i0V/G9S4otB3tPe//mz+6dXpI11T2zajf+un4jFucHVZ4FhQY3UC3E9GvHEJE5TVbxS222UqifYb
JOgzxk5wh2ET/AmB/HMRc/PnVfdjAfmxUPrz/YPjR0KnOK31O2Twh2sAfHtEdcc1ALS2WPyuCsS4
6ZIa+USFPiNIMpZzczvsfv3G35HdP94DPJlMyIHS0xyNDP9+uvYUsDvZVKjMoEeV5MHj63/EiMNw
jt02KdhcMz5cMNAQuZ0wF5wAce1jjVd1W+psqfasmKNp++uf6uNJsH4YmiSBtWfxNJmZ3k9HNfNb
hlWe0ftBVRR+IXrih0y2fFZmLec5I5DffPh/Owl4QQBoqLbfq3f1c/WuhrZv4Ub1aw6W8JclNraU
7mKfsubcpYLZgNG43T1DfJeNawgQUDbGv3uAvr9rxF0kmdLMOQ4OsY/3J945O1tBuX5WRfkxRMtw
qRqVMicSxUOfOc0BmuNL3wpnb+UtKN/YCR+TMA0INlOEyORlekoaq3jWA7T/X38jLNM+npXCXOMY
lCmY0wnFSfjxh8vKkNq1yUDVyRT/W4HiJwSQ1FSljyQwfY110q8heMlynciJYR4oFBliG4vUCnm1
u9Kf52I2Nn009om/OFH/lQwn5G1dbVjFFrw9XLTWnBHqUwdk/W8uKcv8WJ+8f7yCDSLHjE1Orun+
dKVjC0XM5dm131bjTVjDRqLSbhHimhlRRJjltg5SLLSJ3QpBI48x34GXw2BIUHyUTqmPgic9L1HK
NWzflQtBU7FCII4KX/VGZJ39mqOhiKEwIYXbQt5TDsYYEX22iadLdshcpgNQx+wQQkDG2OZ9SkIz
vHB4MAW71HCRpvZm7NxEBBtRvFITfteRF322jIlRUYFrHvC+rhBC5xA+QVFN1fyKLxS6ZDe68sRU
KmfslwNqYGYPTaEpbIZgLuk3X6x6NK8B2rqoZeBP8g4INwrOU3gsa1qOGJyt2QUxrO2R7VJbCXky
S/wGGC5kBUjAk1gEXPj290llQLlPoiJyNo21fsfFPEOdJxsEPwYtB+bkAoNLezbPU7dngwE4m8rc
/b6ELuHc0Bm8R1v03ripaQmnbdimWOR1VzdvDMCd3Fc618u2yoz4jPUMhXqIaxTJft89TFqVn7Mg
bt/cUNULrrC80FuSXZM35lVecOLmslxmqjOwOfiC4wsVYQyAmpLrwbRY+u9tVkQI2DIFtiAxgzTc
J64MWKuWYr4u+ky8IXSbXlwRRVf03oN64M14T0NbpHQXhM5domEg3rLwiOvYImDI2l1u9Khzgi6H
UScns0uJ8EOEtalCzsjNWC38TDx5avcqq1T8GXWQh4dDzHyVcMHQqXSoqertJCPvQJMFcoDYVUbI
opgXMDpanYomw3+E+Rm5LIS49NsMIfrJInHHBN2lg9U5LzBEjcAt/LSaB4yVmoBAqOtt8uSyK35O
BqzOPqsu84ucYvGN3mSuAS7my3cbaMvnKI26ApP4JKYTGYXo8dCVFp8acgtguQGRK6Xwbo0MJfiW
TWJyhjQxrLBj8mkjqhi9iaHEMl1BaEC2ZTDCdE68L+d11cQyq82dlLurtNSZTl07wLgpV88Np26z
k5UOh/PQGsx6a9gtIIIW8H0ILkgQywJ8ySZ5sktTnLw6LuljScc6Jeg6iBnCtsTb6F0zPlN22qTb
GGc4V2VQW5BTgoguV9hl/Wznadf62gkqQj9EjCaVS46FXlVN9Xcrm6Jnt1SIlPS0bvXmGFMgTjQY
rZsQbyfCJ7Zh6S7Fw+mezY0N1b1OU+M0zJIVZBplYNE66oiXAH/2tHHYpVRnvHOgTP2sQ3FIo5nC
rlc8+7ZNNUHs7FBisS5YFPMABAE4wg5W1a57NK0r008722q364Ji2icJu8ZNarSh2pPF7nFJd6X8
TP8/JkAqA3WVcplOmwbaan6U9mB226ZDLrpb7cJya2FfevB6xICsYFLvquQ7crc05yaCVW7rim8w
7i5qo0xbGOnogOH0WC5/YR7Kz4RGIxlAZQR0b9GJ/TTilRy2dtczgyJ0InyO4fIjFEXQ7p1g1Tlf
PYPN7BbEkHxliVvdGkPNErHsxqU59GndPUTZwj5YzkFx3mBByXfMdZi12w3ZArAQuJ9gXHhfpKHc
753nBZ9zXSwPZZ7164c7EZzVKK99mOeF8AeJiH51QWOV3+g45AnZOq7xRegVCEMEDtghaBAKHB1y
jD0LdE26mBLysgth6O3shc8HTXnGxqcaasYTFagHEHos/53GbbF4TDX6WQn0476aeboAkBPtvLPm
BKWSlLrhKlmG/CKOhYbm5XYRSdxeaZ4rottuUOpn96Y5khZcZYiAsUM2mvkQ7LoSHx/yHr/Hpcum
TlfsVbtiiPx2ssUV2HWFVMHJw6NY1svfLVAV+VZuWW9TOplnMceHt+VAF9ZlHDbIljkzughPW1UE
exAODfCrzMo2Ydout8YoizdoKcknYYXW95atKK6oqS6+uHkzIvpe0ph9cRCbkKEUF96WLAJcCCye
WFRFJpTDmMy0O3ankTqfBhNVMByj4tqVVRf4ZQ3dyDcbz76bgnp+ApcwOD4Dg+nTkJEDcja3XDFH
q0XnuAMHBiELMqBwt+wbs+w4iYUYWY2CvGfHPy7fOT7FlZcEzAbqlvwyEKKr1GFJVAd6tDIxeI4k
5wH+rfGDb8wS9SuiyTJF2aLDKpXIjpEfXESR3ZJNCI+EpVhpI1lAL5lDHrWzyFdFkb4Wy+IgJclY
pjn+PC1Gsh1EY82HuA5zdVkWGfZ81Vgriy8swgvClj2ePlmHVN+bICHuS7Mf1lQ7EXF2iAhukeXa
inhae7hNS93vEd3YTygzjbuFDO7utGQ54LSp5TkYyYjYg0T1fX8A7bzLxtK4YG1ZxUcrSGuows1d
jIC9wMUWIimt20vCg9u3nNjXT6Ieb5qBfo6K5gxZG1u135R+a/PzsUWgR16LPoavq4Drpza5nkRF
Vj0UKVgBRM4T8XuoZkKvt30lum+mU99bscZbGYm0OTHsMV+xPkwPsZoY4g4m7NHf/UTm31tZBgUW
/btyLbmWdh+r0S6imC9SVmepnYfeoeJBda290H6ijLe7o+3aDES9Kvaw4Ug8bI7pQk6omrR2fQJr
kqfcVPjIRlcMt15BZjeaZJNhJveC7W4Ym7yTnUX0phHh5FuP/ER0lJHbzHRicph9ZkYzBaNhRN/G
DjHODto12GjZS1DRoaqyl7pBaHu2IAYA+oOq4NiblLubQRgs7oZhDu5RjmEnG8s5fAi4ZJ5b8ooU
0KNefWeEan7JlpDw59Sr+/wdMoV1E9TNtI0Wq4t8K3C9FA0qBfsRbwKSHzskIZHIIhyHRPM0X3Bb
kPYnwML7eTGQmlBAJTvgB5RUSF2HbdJi8G2cqzJBKVVTqpKtamGzoXCDFmuGtrrxqKGojrsK9ael
LBx9LYwm2CUc8TIRw2vnkWW+azCklRun9UxjW4S6IBRjNAYwEUgfVshB3BFO248lYgEAiIhsymC3
RgJ96r0GaFSvnUr5ecfA1C9aL/saYnOnoNIlsetSD+LgkoT8HWheYKFIH6x9V5YjdzN8Q0DQvHbl
x6QvBT567O7aW1YvLOOb7IKnAGbHGsEHrPsUg+GGdrO6pMLTAo2RkRqb0YtK719PM9ZNkC0chm7S
+duskYALLNtB2fmpYMUeCh6kxGZR7VWOcc5QttjJDntRmiTmlV108jcDpX/onxVDBJPmmR0f4XYf
bw8BSRlGCFm05jLPVzCV6gPINmsrVGHuIzvPjr8+ItbJ0ccTQisadtpDZxV3Oj/djkFMGkhd8xQr
UF49DgloAG9ChlGLSlEu5/auS5KWbwRT2K9f+aep7ntXx4ljM9SSpqet9xHoD3MTC3DZyD6tJWak
Ss8yDwZz0prD2cwCejOx2yaoHVeBEfXBI/SOcavTesETGlXnv/5J/j7A0asTEqYuGxaPs+njZ25A
2qBjR0vSlhgtW7gAO28ch+NgYQpwIhRc5gzh59cvuiZc/PzJM9+V74MSMv5+3jKk1uCANxxaX2Xt
8I04U2KpMW1xOI8xtOF9Z+A/AmCCSuxQ2BMw0cCL5ueoA/Tp11QeEFkq2RQYNZeQuU49IR0iwvur
dBpqYQu6W7dPK2F8MVVLISaBhRBxhDA7Six8Hum8S0tPXXoahiWOOrxlrMDIed6GVYPNRxXuVG1w
G2RQY2URbt2kaiYfa2pgb0N2YO0BF0TLRsk0iLU1idDeIUMLfheE+PcHhnYUql72aK7JHfnT7DPJ
wSVSxI7/zd6ZLMeNZFn0X3qPNMzu2CJmzhQHkbmBiUwJ8wzH9PV9wKzuEoMshmWv23JTlpUSIgKA
+/P37j13pZoi+E6TIQXgnBVgu7++IZ/cD0ELEV49HX6dbt7RU8CVOxDgCs6bgauE8onC1UAXDPzw
NrAHFirqxoYE6WY49R0/vvUurwJKaBrb0v0gYJ5DD/vjiPLQNSNj5znjsAntRK4qb/HWJ95woqXy
yfVsVAQ2DVvb1O3jMYbeN+VsNwxUgtCbr9j0auwIxRhcd4YiCixnwqCd+Hk/3kZmWcS5uBZTHNdd
UmV+75QLBd9bVN1bSHOD0FAyWedJBjP2T28jbQI4ahZbJKqFt27Yb6tKH0MUVS7rtzYZIyAbPGes
4o32pHLO1I5DJAhNPGyGsshvv770xzYVhzYakXRkKVM4hLz/ijqitVnvERL0Yye3SuGUNVQ1rnJd
L5++vtQnNxCgq8dIgL2KMOXl///tW+rwiEhOIh5NiHm6i1RoBn6JSnqDnQcYfpS2j//8gmCClhvH
3AWdyfsLZp2ma025kD0xT21RKeV76OX5fS1cLEHukJy4nrlsPO83Jgz82Afw3YplBHb0OpbF5Lau
zvPS5Ih+V2ldWAzAcoxvNcFBO6MlbWeXDmq6ryBiYBesPftRAxW9BGvXsFncNImqbeD06sqd8eHj
WbIiPr8zqm9JpzmIDCtQp/5UepVOPlxrnOrQf9J4dQjdtWlaouKRx498rqLWmCxaGSHdxrNGjSkM
6ZhDZ+3AMRJOGJ6Ng2ahiU8sCFm4l068Cx83Nha0JUzVWTrkdMrf3zTCsRDWAo1ciTYAxCpzazfq
U/WrC1KXs2o4gsJFT/D1k/LJi84qauoOygLGc8frdUXgo2ob4ixG/JX+zCzmzIqS+fKfXwXNkGO4
vOdL4/3oq5WIYzCwdSsXus9tQ0YodmNxqjJY/pajh9C1bRfCHrW4w0Tj/VUayj+lt0EPZUmWW+MN
9ZJYnK0LHIQErrsnbtgnK4igKHBwzaDs4ql5fz12JjJGO9lTcMTJZQBe+B4YKlHig0x/ff0DGksl
efTdhEdYKxNFi93HPFqtWDIEzQn4ObQB/qQj25zjT6CXzIHjEFcd5juIHze0UXM/72qISnFkXvVF
Pm0DJu4RsCIJjejEh/rkrZeGy8LGsQ7hkWO+/wH6ufHqOB2xWYdacE3mU7WXU1I+dkY1qZWrD+5G
VkGu+1CBkmee78J3TFDFJz7Gcpmj34Z5DrM1Sg4UL+Ko5ii60Iqg6qmVp3A9wFu0zYc2zZHzEsgl
mCi12rNIQfz6OtTZn7LpPeD1cWS8cjjgtylTKcMT9fInL7Nk/mss0z6Tn+jop2n7VubCahFpaMGP
wg6ng9W61hna7nnjxRwPcRnoJ36IjzXRogZh4kIfjAGbfXQakZkmszGMsGgWc3IIgzBbGzbUOhqt
9UqwzW1mXLkXEeTG169vwSffFk8Z1YLF2YRPcPTmhSPbTeIBbxrKVL+JGIVeayZuixBPwD4pbfWy
BLX++Pqi5serSihTBt+UPy2ZJ79//IiHDJdeE6uKWzYgLx1ldleUazBBWkoH6ClpRyJiVHvMPQJK
XgUQFG/zBXCh7nsCg2Jc2TW+29WEVYqUj9AmM8GWKsP3nxZDQluwMq6Q92IKTKX9M+ocVmbLCGjP
hM7obEUE1RpDS8bhO+JvJe8xbKfLfA7aEyXEx7UGNQL1io5ghVf9uBGjZUQHlJIenKYwJDc2sEvq
Rcw9QVwevv5dP1zq7TwtKDk9gSx1kbP+Xq2kQQJEs5TIwM3ufq61cQdKG5dOFDn/9IGlQOFkiRRB
ZwYhj1+SWObgxwcaXrTH4/Vg1MEBP16x0jUD+GFrBEB4qvYbsczt9uvv+FGjwcMqjUWv5ViOzWd4
/yWDxLKcAJMTnqZMvyORhCPURF+5wQe3n6fZvckK8lq1mYkYUwkG9Elb3hpYan3VhQIoVN1eEVjN
8vH1J/uwIbt8MnrQvMOLOtg9eqh1L7dAnBvzCrBGcBlJ5Z47YWqdfX0VvJ3HiyYHF4Rri2hY0Ee3
jzYvJ1VmXpcmSMISVd42NjwtWnWiwq6CMUw+Iaovn/QRg/CqdUZSaoIiGZg4WiURU7gFQRsOTPsy
wLRsyT68leZPehHypQTmZ2yiYijkpRnMxC8Mqa7faVrdX+ey7Wr80HoS+hR/NAgCE1IBvcPF0WOA
0I8O9lCboIfLsIPHLJiqrDvaT9FmbPO62Rq9kpekfARExwnofb6eRnQVJ5v0Vx8YB6ftdG7pGAIc
e24NA0mmmTdIj2yRE5nlKjqRZA1U4r6MMrJamogMhLOwXnKYhka1pOdy3mwPQ+oS4uCS0zgdKk8L
mH+x1mu4OizV7hUzRvEtlxMxPnPIA/HLqgfnwavH/i9HlnOxj/5OWhWEXJ+ZTTNFELrGytpyHmf6
NLhuUBEDGMc/AuinfzKRaT2/10LElLkaaXDDHqgBwsIsg4uYk8QuhBb+dERIEEur4z/yjSpLfjQh
w5YxeUsuKgP7F3Nb83weTfScWpNW3sYl0qWAfJgVlwxSjORsTlL8Fi5CKeQ2VtjdMUUDKKVzeEVW
ML3BOBELK193JwKACYbk0Cdi19XW42CBN2rtqrkrHAhCsGMBXq2dnq7lduiK+bGoCv2h7GzJUQ4X
C6JaHgbpd64OWAodKHHFCqXLdUie7St0h1HfAGCc/uzmYEHH1VX+oKmaBJ6IHF9i4tzUgkPLSTWH
NW/qAYq1AS7cgPqWGIHZSAF5mmGx11ELNXt6IgBg07qCCWwnOr5ToWEGY2WOFgtIOuECRF1i/oLX
07SrgA6F4vTHEgfYVZNwjHSjgQeKE8f3BrO8REEHxRJMENPDPE+HEINOsUgu8lKrDnVXEbGA2myY
EPUoZWOCLXSQaEEorB1ZRuNLxejUuoBf7G11Yt3sjZqaOiHhwiUgI4nt5qlhlbsp3UgSkR7V6hJ1
UMHWBBBUMeouN22GpXOtQGKA8zAb75tHbMZ94o2kxpEyGLzojOVe2rkfAG2gBH7KqdVcQhuNGXk7
8k8UNTGwBuLCamchspMa4QPN19aNQe8XLahmPuD+rkCdzPUrZxt1yFPLwiSWgx9aRwA3Xqmkga22
PQz4wp5pOneOzQ/Ttx067mYQst5GjFa5xZNWZquC4hwTrkSwDD6bV9KP8tr7yynd+imbR858XWQR
DVyYRnVuQOz5OQ19yFrgRj0vdOtGKaw4KD1+HxewXqj5AdJayJeAi0qn17dgoh2stxSfV5xsAqKn
tBIVHWeC0DyxR31cj5fep4mQ1EXTQobE+42CMPac/EqKfDxi/eL5lDuEGfOp/ehD7UY3CZ+IR0MJ
RSYCsfeX6YKAnGkXdFOjMCUzXlbun5gdyWwKNHnGs9TemJnExmdX0y6LyvqZwT3PDJFCEF5QcM2z
We/HCd0J9vZkx0T2GRKa9lByG5oTe9TH0wibB6m/eE4ks6EP/YU6nDx9atkamAcNxU5ROD0WrmRq
kSBVOmeCloBhd8fxGwtP8K1mTHuAHhrfDkWYqnNt8rxLaYrSOPEzflK6cHLHP8/nQuv01sX9rdFC
9UnYtCBNy8wT66VbjO+lXbTPZRmdKD7fCq53hw5uGKUuymKybhbJ1vsbhhihxL3dwtpiYEomKIJ6
6k2Z/KTV416r0at3pZrkimFReIk3vQQcZKsTvfCPmzi8BpqQb0WMgWjs/YfAbmixXSIWy3NT2w0T
IG1Zj8+W09lXvaqME4eaTy/HgZc5i8Gzevydx562qhQ0d/uot65CPc9fRntOQbIsziMvDk7czg8t
GX5jTteux/FO4Ms5Gnek7C8aYEvi5TT87jLNq8bX8mK6JG443AReIPaEI8hvLYOoTQM4PD3xoH84
YSwfgKYdglHT4/c9qhI90hM5auN1EhW2vVjlggCIWfxwkuQn6mwH7u6YPX5dmn22EiDCs2kq2CYi
laMvLY2MiFpqwJVZOC3OZitY8878Fan5fkRggXI0ZNY/RXdfX9b55OYaBvg+lJkc40yxvFu/vTuB
N2mRzfx1NTQyjlcxUpDRV40N/HjwhIIE1rfPdB+ycGcnDi1oV4/jizkI2OB5v+1vsBPU91hLzLuO
ZJbOB44zKwhGlfHgakZQQwB0rpY0llsdzSLMe33MMpI9BqDv2lzpL2DObMyXCPZ2Gb3Eh6Lyoh+g
+kMET5yWz4e+8C7nuJfR1rR7MBVTl+Q3hBdNve/iGIXUTiYaxZWTx+skI5hiUzdJ8WMSwCHQjlnV
i0MICezIcbAJNrbRm3QaACM/BtJtrgYw7c5OWGH/i8Y6yV1mCyhn1Q1eE17CFxrr2z6PZL6iDSe8
rev2Mfsqvr9TzYPPbgVPnMvh1uRmHB9OmKt0rmPVPHZjBmTbNS/GnG+n9QPqJvQSxYnH/JPrcQii
c8txj9madXR8x+ASExFaUsZ4RodjzA40tE4CQhVpgtmarAL91PL5caXGrsPEVPIFPbB2RysXzipH
MwbM/Fk1z1cj25ofVlZ5he6k/VF2UbqN8M/DNDemLY2xZmNwssZc5D5VbD17pGBy0yckYyZEPpwa
dn764djuYeRw5pby6PfQ6oHwM5uzUW2M8XcrYv6fdL2gj+W684nT9idLDBJW3nNkH4yQj80CncqH
SLME1/IgAMZ1XV9UatbPkWySrghjdxeU0XRiITc/u+Octy1GmVQbQh4tMqpMolhz+IbkuWJdqicO
JOdF6kb2trJNcOuqhSKxFUNmfieaHKsjLHfdNwBXwKSC20KSTIF3AmIbbS2/CQlmqGRgZcw3k/o7
gqfujgAfoD5Na9fj1tTy/BCNFfJcunNq0xPvSyhXlZS/0NkyAFVa38kTpdtHzf1SpZgGzEVKRItb
+X5J63lxR7LXiBF3VfMY05fa0qEmenghjkBNIQ8XTYFGphk6sCjDyY7yr7Nxw7jtRVN7zf7rNfaT
WpLPIyEocfLW9WP/SWNUgYcS2cB7wNmPWpYBlM9cLDxxusc7fNQR5URv2tRBjLWwJR8jlkjNhhra
DsNKD6d4rwy9JJ4I7entJAr8826BLnI1QE/5AfaBwAfDHQegJSqHbDQadkmovBUdoGYCyLBLN/+m
U2eIs9qmCOdo3hqAecU03tI/Gr+bNcnqhMfjCPRtxIgx0vUIEl3ABPU8DdPZJo3GLf/i/Gv8TM1R
cCTXneIbdtvkQkxedJNmqHMBQ0dYUpEXp+XOam3xXZ9ztI6FI8FDoihyf4FsyubtBPyFV8NMnFNT
z7cu+ruiDo0cc1b2e7r6Nqbu9w9M2AkoEzGyawTCJPW4GvZVCE3WgDpm7tHxCeM7LTrzGxg0r1sv
eOX8jNhk91eSmdBle7sIbylDWnsLZL5UF1ow5j+KCdcyp31Bu8Lj06uNaCEU3AmRkE/Pjho3f1sc
/t/B/1+L5OU/O/g3sG6K91y05Q/8LxeNASXyFZ3Nk6n2Mq/5FxfN+EMIWmEQztC2mOyB/3bwe3/Q
VMfMwFuLh80Q5r8d/OIPToW8SfTbMXktLbT/AcLd/P1QwZL7j76kDx1JpnBsBFyfenPZC46WZI7x
mJjjBHEHEtVzMbdPVei2O82YnYtunryz2MiLc1YWb0eNKHZMKfE1C4G7049mAYQUVOhZUZCg9NtP
+K9P+rtj6niv4INJ0n/5YMQMs1cffTBBxnwyZLa+rseqPi/YsUIqI4A2y9l+5TB0OFGOHC+TiJtY
HA3mkourkgXo/Vto60MTtyMhMVTdCpmrbM4aS+sev/5ax3U2Wy7NZ/xIDkKipdY+ugrY11BWjVzH
ltIvxmBmYk1HgWgizTIfMOWF+OFq86aaIAh/fekP52frTSDDyRlew/JNj75hIK26h5kabqzZTf9E
S5qdtZMoEcCz8/hNZhU7dE3D1nMTrPutpJqeI2XucmzIV5lo3esOwc/z/+FTAbFxSPvT2QePVz9R
UXlbQQhAarS0Lcd+sa+NskVFSbl2H9eqPa8mILGZKQJSoFX/PS0QRTuLW0FhQFo3lshP9hqW+/D7
mrz8VstR/s2vaphvm/xv5xI5CzmHtOrWkLrlloB4IpESu/kxlmrc55WtPZMjo365MfDAvtdvAfW6
5+zgJRNSELtf/0bH1RofBp00CwUvKE62txv724dxZ/reUdsgTyDMhKqQsPtNBWJ504YlIkgnm3zP
G80TdcOHtWG5LGcBQKjUiMy4j54XU5BaG5NMumH7whOU9dZ6VrDk/LQE20p7mTZEAQ0nLAa4FdwK
CJ5tdwX6Id3gJqnONPh8D/ownhoBH68NfDBGOAxe0Q5QxS7UyN8PjbOyNKw8RHQFEg5p0wVL8heO
BTsMuDljUZ2qbI4fBoTRvK5o09FDLUfz99czVWUpRl7JphQBSRkW+O7Zycrrr+/y8QKEtNJeVjw6
+hKB7dtR+be7XLha48VpkG7GFCmG7+LvWGXKyr99fZkPD5PBnJZykCEmRTh3+P2XKWIWCJSpUGhp
tV+WZmQfCjfAJJcS/bDjBhPriabz5uurvjlc371QXPaN5UmPwUJ5tdzT375dZxeeU+uxDdB91oI9
Z17tl22MUbEtJyiV+UBaCrGOmYPORmsmWFFFCWC3mQcTQ49EWESKgQ3g2PCa7i7V6ijaldYgVoQi
41xtHVAgONam6lsjiF30BTadb0nihBc8RdZ1MiTGbe1YLdTzjmY1bKagvcAHbkB2U86U+VWuL5Ov
oBx3Cu/IrtUTs7ziZ3SWiPZo3HSFVW1rzeyxzRBT+Jb8hXYb9kP3CCjTvdK1fCi2fWSWZzwnDJtG
4cEETO2I3Ng0TnEdm0pkd62MM0jARh2a62JQVY+wB4n/7dgXhCC4NFd3loETiplSnxFV75BjDd4i
ewS/EQeoqzStXxtJtOSs6p2FpU4bxIsGDLhZ01IgvFrVh7YifQToaf2Y2QlErbwp2vXX9/SzJ4k1
yTJYJ4XBCvX+lmI9m80AIdiagcVCNsmC3WJO37hI2tfWnPVXxNMUm68vurzbH54jRGYL4mGRpRwV
ywPjU2WFlbPGiegSUZYT01rAdCcT8ZTS5pPvRzWwKKwN/vl7mPnbIwvIPaVo8rgUbwUjA5IugihK
V5VV2WdUZhPNGC07sUt/dlFYOi4wCzSGmNaPftQw7INxTt21UXrdJdOja1yTWCyBL651QWXido3+
z39Tug60HRgCo2J6ox/99kUx7UVaONl80Ti2tx43fIUjoNhaMFdPbCoflm6DhXuRT7jLGZES6P3X
axM7Lw10nrg65QTyLEm2Cc3OrS37+mDk+Xjiekt5ffy84CJ8k1oicsNS8v6CmXDqUhGcvM7djtIm
l94vOQ/ZSxzN8b1Cr/Nky0INO71sjBmgZT1/0wMxElUDhk+scJ6VO5fhSAnastFvIHHim6K7Px3a
QpOnhHGfPN1ommg9O9iH2HuXPeK3O0F6ezVoS5ZjwZT5Qqk4X9XkbK7cCrb/P36RwA6gfzAM4GH6
sTy0R4/j1UUIcIjxoj9ILT4kmsZch1X5xE347B7QFeCNRfm6OHvef6spMlvSoYgGa2cnuFDoVPyZ
5hRgnDYG199lyTnGpP7EVT/5LaHBLNwJEAhLb/v9VWFxxuDdZ7FWIi02aUSXtzHbyVfhaO6+/i0/
PtWcHSyBUAf+O+2to9ZdNM4ig97gAvZHy5Mgp9zUM6RSO8EGYqRd9g+VjSxHiEfoErnoG/nfRw81
rvsU6xkkeYabzrbVpu7CY4c98YR89q2AetGdXVZ39w2p/dvDiONDqzy7ddaxC3efWG+1wwGorizX
K5HO1vLE9ThrcUveL+6sLQiBcHzQSqLkfX/LspQyNjMLxBcuSZLrJB4LNKJV3ERbyzOIviWYvjA2
TAI80GkoZ7FMAi/9JnBLNZuWKSd9YxfJcRn3wLnxDgekvoFdWIF6pnbQ0Ujt0zDpH70GAqRP1Hn2
GgfltCPXcfjVYme/RliRmdsaMfrgZxY4gy1eJFX7rUSMuwGpHV+Nc978icWXWkUTNlS5imwPWkZt
9lwn4+j6th4u0YF6o34GrDFPix3I8QfLHF6CkpILIiniVA7QSX3OkUx/tWmNjStud/7QKlVDb7PS
X2nUBleBSf4bBchM5J1siKmiPasVYLVqAaZWtoad+I4+li9OaXfBmScygKFJHEw3RGEvuVAucMpt
m8YTbdM8aq5srYFZmhCgAWA5xafok2Eozi2Vlin6iXD8aXa1IMqP/tiP0sL3shlVZd5zQOi/Z+k0
has0G4zwQmWk2dBamsaXoG+gmLRQY8lgdGcSYlFMdN8jgqmqbTdbHN/I3MmRScTYlVaka8/pDlaa
Q7k0WksHj5yZAkNPlr8SYqB9q1KPALeyDvggg5Pi8VfNRCYfWZj8G8pA5zVvguiXa/YD3yuNQ7Ul
rzr8Rq4TMl+zRu7R0Eh7pFzrCGzGw7TkNMyFRGFQYw7HGUdOy5BqVkhGk5mMq9A2kC0kc9tpft+N
2DEZKOviAu1AoA7Kld1DBjOXlq3CQO1bpJaddWZh0b2dJQoJi0z7XT26w7luZEXh54YNLbnyPCIx
vbgFCk8Ce3DOHRyNFRUnFK1pXpJQp1ADfM695T8UFRbmVRJY6krJskNcqjXiPtELrVrHi2L0cpB5
eSBUPfrLLE0v3RE8GxDrMrhYdZK6OMQ4XsHMWHp427uzec+FyKQf26Z8HMZi/sZjHRNuEVX9z7ps
PLVLyaMskCuxsYElDuprPNoiO1FhyM9ebA+dvqRXIO3jBTLGj5cZDALZAVhPSqItd2y75qVytWFD
qUEWjj4M6zhtxYl66mPXg+KNWQPmVixkHGWPZj7IPWpwkaW5rgotgouUzzUcRnNeywnXVt5h6AaO
FIJvI1W7QpV+7dmluDa52Wvp4C/GHjX5X+8Xy9ZztM4h+OcES6d8mfccbU2dBqeORrS7hpQw31R9
B22Akcjt11f5eIBHK0G3ie8NIpShxNFlvBT6gi06i2R5qzhXdkTeZ4ecxuwBxE8ML39EjijWfQK7
0mjI3OGsAchFkgNYu2hOhZpYn1BYb7/+YMt2+P7rw0ZD6MlJlxY+fe/3y3ycuQOiMGaLekNinq4G
XNIWapttKUG0IOrhxBUHxiquM4MAkH448TR+GNFQe7LJcHkWLZOJ1PK4/razQT/USbHEYpoHfXhV
xSz4dP2qQ6EYRAJ1VtsZXabvaqm4EXEnDljP23xR87Z/IsPJn77+Paw3I9+7X4T+MPMwTJ0WJgxY
aO8/kIEomIw+K6Rs6NWZDT3B2aYuZ0F83xjFiUKYYnPXCKWuiK/gDGJWPEM+OkXrLORB/qufaJGu
gP6Kw5gaBAzmb+Hk1owMlXk0ReUqRlNXH+DMcOQtGLOfhZX0FIqsOqtWVWg5j6nSdegSKaquwqhR
ReWt0ezNJAoZVhPzVJIpbLCNQvprMWlNjvs9csLCxYowGbAsUtMilr1T8VVmmtGSoMj81M9lSqip
nWvua1XgNifptB7Gg+UiWcHh0gwPkgwOiwFwh8ywsofwYHAfnqzKyjqiKUOSpJoa2SP/cdzmr3VY
4jfMJ6UjUZrGjI0t1qSx6CVGIyvtrUWI1LWDhvfBnQfixg1Io9eKhdeClOcapFUmkz6v49Ft7ltB
/2CjzDE39lB2NGbzjn6Zl41b3PQsLEROj8IiwSbSs8dahSRAj6ipdh11SHVGfh9JQDXofIts+q4O
VyO4f2dlqbq7yXotSK/KSsTOX9CV9e6ebGndepi9yDH3NRmdSNWnJtE3cMmFOmPTbg/zENRXcIvc
/gJJEUSX1GKys56ysbQPmLnqZjdFhGVvBYQF49ZMpYKcai+MlIYwK9QOEoKEQzxZtSqzNrome9sj
VoKcgns9HB1Jv4LRAjcydOs1AAns6mVcGfUaoSNJVY2lt69REAyojqfwVfD8oKdMY+eFInfhvOOM
N/3SJk4ROxGbZBHpCDQiDTxUljRBsorKGEW1nAYyL9126GnL5SmdAY+gYp8FnsCAoY468r7cZdkf
p2zXTaVsMRfm6GPrQSCkb7JxW8VxST67AJyAPC9I002njUrfzgVPKKQKsFh+ZPfiOpliSaCwk+SA
WIMuQv9ndu0jFUOrI1UHwQqsg+iDTgumaTXz9hnbJovzh84qtXwD7N2hvNP66ieSxTLaIwtQiJsK
w8To6aYweWDDZM2uJkPkIsF+sgTfhtK88KA2DaAdtXZfjHakGCZOJiEsQ6TvO1G0v7p56NWaZ3AE
wY+1/iEyCp4/ph7aC344cmkLAhEAxrArpvsSiPkTCv9hr+Ue3pA48EZ9Tc699TRjdXtWnYKw1anA
tUm2ZnSwntqGsrAjKVRfTqpaDYVLn2oeqwLKrEbzcG2N2fg0a+j0VqHH04adyy53dTMulU0on7RS
I+5EtalXrHXPXuSPVas/qLYLW2jHVn02znaCBrjVbkOs1wvjJO5fDDciZ2ogkO85rT3tHgYK1F+q
Su027yzMrzGtmTvedDIhBrfPntNEuk+96al7x0jSX0Pv9pdNWJEnr7UVRl24lfMD5v3wJetQHftk
t6p8lSB9HNH7RWR38JoB7ZrAjxJHWxuSnQK2D7AG6eBnRBuO0DYIJkGhjYLF85ex0sa0Q4IBzCAz
Yt7KzLgm2SNgt0XjkO8Kqv4/EdekcM3TejqT/VDxajhhYh4W5XixUR3hbr4pY/najg6prMMCJzrH
lW3325nT5E0w1sMTQhkXyKhbyAfgRM5ZW9cG9KiMfEW/jubw0ujR/gMBEsa0QjknMyTdrYmZO81F
fdYWk+Xs2VfIexnKwSwOIenSMTIsQRhP2ufxVV40kCaajlPfypKZNDaNSwDdujBQNlVVWT5CtNIB
XHo2HDHT7Nu/LE1jOZNhol33LJLhhuM+AZkdP6xaIVECxaaNqf44dJoHMoI3syEzizCyVWza0SNc
IQud/dwQpwjdZdqVMVz49aCnDKtCWabptbC7ghrG68ZpN3seevSpxjU4lEr7zp0mwbQkcajiJxgo
sx2CIkgi7o049SE/eU+KM4Jf1WFC8qVMaAdkeeJGYNmU+9AHBVtWqMrsr9iY9YIeJ2GCHTT+21pn
rrA2VFFc1FM8W6QMzbbjt8oeg1VnAyNb63anNZvBKlBd4MobX0LXLIncoW5+Cox6fmkiLej3UQkw
2O8Ig8Inb7bqYrTrktESExWd8BltEujeEO6LBjSO7CTUbjhzxlPedFWzjwprSWww854c3SAeEByg
zaTrmzMw+LuK/f/R+n8tir//PFpfzT9fo6PROn/gX3B8+YdEgI88jHAx+gUW9e3fo3XD/IOuD/Nz
FjOcwXgX/z1aN/5ggsP0FVQA8FxaX/87WrclcHymkGCVl+SxpVd4NEr/arROX5NP9q7ONemEEKrB
X8R1GCkf973CVGo4CIvVAkm+I3D6uiXCaE9W4EMCJvhQTx76l4SOfUN5hQhb/OB1kTdxrotNpnnJ
upEvup3exgzhwpFDf2W3Fz36W87s9uVcOsUVVtFzkScFMWMDi3shrsB06b7TloeZksjuLTRu7Xie
Ne2+igzHn71N4iSZ75Wsv+WlViQMFHEdOPmfbq6/lkOwt7sG1Yl3KVrrTAfbFZn9VtmEzT9G3s9y
PO+9x27W905wFg5A/OILg3WPOPc20Se/Bp2mg8IKpp1HFFBtOa9e9cKnI67sUiebyA+MeZPH+U0H
U043041kJYqZU/TFYUqhZKkt8+BzMObopKZVMt/N2SVhunQrgsF3tNck1R9mJHEDXALpVf5Y53vN
ux/ohzCNuE6a57nAOcY7XLEXzqwBYXQWjuXlZK8aN94J9wVk+KQew7xihuQPxBp68eVoXZndWa2D
Z5UFER7OTy3U7gvo7auc/PnMvpm0YG1o7X0T/pDOYrlYhdkdQrkV0eJ7A8HZxAmXYdrNEM0bJzLX
stEvI7vaz3oIFseznUtB40NzmtdgDM9aq4/8HgjZNA4XQh+uo6nxmfTu+zh+SZvtmP4oq9TyUyjq
ELTIlI/XprmDpHZLOvfe6zVWxWsbIsUqHPLuwOwyuQ25bESZinnL6m8aYlpoH9FuWFXDTdadLbrT
ou+3VM8FmWhedIhUedFD61ulWrhyguYbaNKVMG7IFd5EAip709yEbn/XyFT5tTPtWovzWUWyiU9o
7fNYhqCB3Ok2LOW5RXAPth3pF3Le6t3srUaSKKtB/9YC6KeOTJ8o+LqVyTHTno1fhv7TRt23ZnG+
nJJHvc13YZ+tWjCRTf+9oh926Kp0lTgp03eKvnrCY4tAmERRaCIJDiNBE+Xgdb3vdMU5yPtk1bfl
tTtdWq76lYjxCt7QumjwoHTlLlCx76TPCLrXPWg0zLLnsWp9uzhH2Mz+Cjagg1b0Aw7jQxN6+zAh
34ZZlqP3N21SgRWXFy3HLGkZG7eNVzRhImPe2kb2vTPVXRAXB/Z8kH9yPU3dlTfdl/NETrdz2wrI
IFV2yGxtP1jD5VTqr17mPEeT8Zo0T6RGtXR4AszSXt4c7PIRr9FZTxpnXlw3jrhTBMr7o4ejWucx
dPu9TIPboM9/RaHDXSEHDJiLYfCUK3Yy50rNffdDmM2r15Rn0dvNwEUTgRSIyToaNXuZW9Zn+Kaf
2Qm/e5KXRHOsXyCefmKaRBIqe2+TgYJl7r2hT3luatlGNeE6CfMbb442+ihvRzKWttA8q9UM5X9r
DOOdSMJnz0nnNeY2ca1NFvXdLA9RiShzCWwHOaeF2zHKrhmOkr7VNw8T71Ezsjbo2V6nK1YUz3O1
iR3nKQ2KfR0wLaitu7h7NYIJqmM+r1H++2MVvRiyvopIPTSpsmnLzeC0MkHog8ZUTg/s+TpTzviN
dXRYG2K6MApea8Z8fw263Ehwcr4guTkT9V0ZaRcxlgcOpZ69q6cHVaSrGUkq8x5BxZCTe1fadyki
QjHH8cbusOyRiVD7etDekfFHiNVkEkZfXNdVupvJAAfHI89kRvvYDat5HzQi35SG5m7niFdTgGCn
loz/TM32vJQeABms7H2pEc91IUt7undy/XuTTTeM6s8T4VwZBd4x+1xpWJaqPv7ZRaDmhoDUCM/9
2WBoXI2U2Ot2SqK9N5kcsjKZnDU2zFhSI2968rKfrc6jxYntC+8xlni/XfJm+yapt27trsXE22Rr
wUUAxfEKTTBFeR+2fmUvGpOgBuYBY4A1teiuutqOL+Mc50dKgLuMLdfXLa0/mJLAd72yHgSsukMC
TOwgqVnvtAYgomhG9JaafhlMQfDUKfy1rjvGj1RTw9aZouqWByRBbRfGF4IoDYihDF/D1ib1LAMv
WUiyZbKQ6GjUyyDNJjdgV0xAKBvzpWi8LYNEbp4m15qKdiESW5a1V0cHcWYksN0UYRh3IS3OTcNh
eQNSqvxvys5st3Em29KvclD3LJDBGei6EUXNsuTZ6RvCmbZJBuchOD19f8rqRvWfwMHfB3llpAeJ
IiNi773Wt/bGUpPKWH3WffwIu21nwsjczOKhSyvzFFk9Jpu2BgnOinVt3ZTHZvCd8q4F2bEBFTL8
TDR6BEtuzcZ+RsSPsBZIpbJFeeeO3kLtNzSXzlxUODtPmj3V+0m6rI9U3sHEgfm2/cXi3Sp1fZ14
Yu2PaDuzup8gua25yKDWyHUh2S/LCGUsrdBRnPqTOfvRT4m+sUcaZq6fvOYxlBLdPMVTrfbW7D6m
2VyeLZLHf/V0j1c15N9DRKeaxA3bgw011evZoGC2Gg7/Ks2N7QgsfMN151jgiJ8FtHJy/AxuWOeW
rFJ1V9vSyO4t8yiwahJl7LoAANzcfhtaNhIZ2+JSluLDNPJpa9dUbF2S7IrGe2LwcbF1D4xEZTcn
pXNQcF9Qx4HDjWczaOVElGg1/xSSpOc5ntKjZ48Rhgdv3hWcu7YdH3WgNed52mK7bdPlO+5TY01z
nJxFp31dyvJzcOJ7gnX0EK8Eq4HIz+QBP5tpt+/i+ZwUxv2iuRvTLHe9rZ5EC+zdYkeJll+Tm71X
Dac0rd62XPY0zbegCbeOp1bptImsEzMd5vG3M5N9SDt762fgiShjpDGiZ4mCsUsOS+Glq6pV2zy6
qUuac2VnB38qLrGvgny8NJ29K0uNhlC9jUwnBKAHA4+DW0c6oZbxaFhGfce15wSBPVb6hzov3R9V
1A3HZVjiGM8z93+iDxSxGt67riAtcoXzEolJ0fp0AHQr2rs04bdZLKZNW0KK7hPyz1f9aJVp2DeL
XqyX0cfFv3R1s0LIZO9ilymRllappM42/AOxHe6RQ7LzEx7tFCR6hImsdbIgiXt9W9UkWyNYZWdE
55JvugHpB2JlfevEub8RwMUYVvV2aHbCCDpiJ+g1NstxSCztwUh8uVXjYu8UOMIThCn5TgXXPFQk
KIfMajkldekSPQL8LGkJz1Rnni5NKyjxOF9s8uT3TW3rO5lPzWtrISyzRqjAK31Ih2DWynJX6/X8
JJfZOLe+rQ6d1dvfBeFRNzZtfw/A8MMeS7Q7OXS0Ow9K4mqKK84zBVXlnaQVsFHw8Z/oSet7k7e+
gizm3leKQ4ocYnufG269w2ZHaatBYV4iQWK3mRAnMRJWPRpjcWiJEc8CtzFn4mpi09zRyNxNuRMf
Bj99E103WRuj1+1XIxdpsAxGsu5cJa++M9FroB9kKtZoF8or3oZnZ1D+3gKRzYcKhTNuI44pNEEC
A0g85gkMQ4v0zVdTFrDITLIzTXMcMV8XC0dFlJMfCx2OldYY8W1x6hTBQYU6T6Um3+hkefvJsBnj
EX5AW6vM6+FzyWtrNw0a9WzSv9tOr7Mgmho4TGWdReU9pL69taeKgDpwra3jbZoWUqyuHZp4KIlc
nIotV1JbmbF2RsV1RybTi5URbUfGkqCPya00TNOR43u3psnCvGsmikFl0Tt6/03O2PgGwjilunGC
ZnfNZi/f66p68sbi2USKL3tSjqyJ5al6Yl89mJ0X6uWAMp7JZkj35odGCAzde2NDV6oOG71awlHi
ZSXhOmhUGbg2+ECf9XIlZXSGuHyG7Lr3mYdoC/bWbKxD34lfqoy8wCK6dKi+OABi0MfSmRykB94k
E0Bv8HGBa4+t12XURagGwcV32yAT3k9/ckg0tpk4OXOaHuRs1U9CNLhZ6Kc9LXlK0rJDFI0zUvkR
Lyk2FfFH61q2z0u++A9ZBk+7jBcv6HPnQGjNWhEIsIkidIdNq2jDZdz4HvkAK2RBdUg65iF2rY2o
/YfZeK9SutD1zdHfbiPaJ+wooYuezioBlztyojEq6pUCs4EzGk83V28QamNXC402xLdxqW2JIYjv
gMd/qg6PCl22cp3kekuuE7e6YevayFOV4gtzeMPUAGN21NHnYlCo6Iu4GQ5yzqHsE1qBgDs+eIa4
i7UOubiurnUyElTq2t4299FAp12Cw7lFFmRFpFo6CSG8ZTeF+QDOa0X6VLlhd3CJ6bA5X4k43dmp
ab7qLUtClzhMn42sc0hO0O27nK5UWHR5c0nMdMArn6cMemLvSCnHQ2CQbL0h3VJC9c2tHXCb5KCl
efk8aZof4lRLrrnIZYBd3H01czVvHb1ttz1zGCz7y+S/NgTIXCE1DM8SDeWjayux0wESbBTt5xQs
qm+/ChvVRzI08pyXmv9Y5oAuGhKACeuCbkQ5M6J30tPidSSq+CnOCQmc3Lz/OXC+OPSL0g46ysJu
oxqjf/YHV11UVsqDlnj5uxNnUx4M2TBsrbKlJWv7hX/nj07/1tsiesxaGT8Qq8FGRHQW51wRpcWT
MmfzfXEsfO63vHXG7QIygumT8U3MWRQIUbpPdtuIjVdm011m1/pxMVJKMJcb03EL4zESzU3o12rn
33ChonUbKPqpLZAZ1Cz12B/7GzmjcU4s+stxsSyqNg+/9iuO9oibhgb8oLfWI9S65A1MApJFM5m7
V+XbcFLRbIoXGgjTvo3JbkLsXIVQ2Jhvo06a4rTtgfW14mEyAClTxyobRP+ccWkGNmav8wNatclL
Li0rbJwyvvrkLn8ra/CNFREwGUTdalHcWm6C1NVuhkBEwtgsyqUyJHZ5PmZ+zJ7AtODQTQPjlKoM
y6YzQzmWp4S7NvWnPczAgKBMRtYMvbKJpoTVO0+F1l7ZZ7sVQeptENnRSirrkZRCSpgM2AjxrDs4
CLRvG8ygZrkYn34B7cOE5tFkZhrQLC6+ZpX2d0Mu92lUDGFJgR4q2yDcFedh5mdvVSTyrXCTzehb
oTRZs2FM3Uscpiss4Ry7sh9lNdmU5uKtLYq7+iZzUZoeP3kWMZ86KKHVULaKcwO62rpchmOOcLZI
vhd6JSTIrAalv6ok2vsqD0fLUCvRDXRRxYLkMYrWfW4eJlz1q3Rc+Ll8PFUi3wyZC0GZAsysizXV
6K1+vMe0TeAcI5CdEyl/PQ/3zvIsEWLMOd0G+kmedUMuJE96CtN8MauKYItlr7vVzm7JrFKoTCj4
jPos6q9eXJaKkxbjETJnizu6Hi7tc8dmIKdXgTbSyXAbuMDe2vePabMxRZPzDDGF6vT4SxrlRhbu
Vw2r/bkstHM3jW3oNoiO/QLssCE6TtmCeiqT9YVKas+l/IROL0gSJiIr7gClxtOHI5wrixxrfA/q
wqw/Z6YEev0WaQtyRtolMhrGoKyoBPrmVpTJwWNByOytA6mfAwIp1o6mvTBdCVGiUJP69VG1izrq
mWNsbqrmLnL8sPXwHy9ZAfyhoEloQ5XXWyaX3snMN7GUPxrHuMRZTUII5M9UsWfGWjYHdKC9dVFW
1pZdx8PUUWbgmwu1gaOUcXCozZAw4GaHCEUDtVR19/FCskTTeSwtxKYb3ROCkFOk4CpnWfXSEn/r
194HGWSMDsoy3Rp6dh6yna/oSjCQg5q/nI1Wh7ZBLrD0z3GkmwFRBNmukQxE6wjJdWfWtFv8+WeU
6yek9M4dazb80rI7WqhyEB9UPkwWIVd0eoPcTk46faDQiS35ES+Sm9Bpqtelmr6J67Y3y63w1Ntc
hkzh7hgRHfyY4PpZfuRMwk5Qg0+q00oaZ4ZxUaXjn6fRnC5Z17pbYAJrkczHqo5ClSrBrmR/6w4S
mNz1zw73Ae6mR5/kmxdzxOBvwY8Dp9aTK1jn0HMH2a70pGZsQHzASaPj9AiwYQjiBsNOj/2hzZat
k8b3BWFKK3MQLzO1NnN9/84UMderLBadlkyXcfAvNwUYbYKAn5Fq5Fuf+OGjA/F01ZfJvluqjRdx
l7bJdDXywn4qaC+mHi6ZuFiWwMoTd1uRPb0R1Sy36Clu1JXKu9eS7Fczxlfy+A68khf2xPNN7VS4
3gdp5fS1ZsFSKNkbsdvub1G+uNNShHalHtpadW0in/YixHXoB+mW4RmqY4Qj4Wx5R58TT1NO8zub
lcHZPg0HWkEnRRIORwpdMiCa2+uQGvWFo8HZ6LvjjQm1hkNhrr1R3me+5h7w+X4ZQ5KFaJR+OTYY
Huby3uOUwx5BiHavmS2LZDupDWCL6h6xIVCYvFL5qjIGDznbIg61XdunOffjS6WJdAfsk2SHEaUe
2J8qwDUasHFdc5hHQVo7LwjcYFWg2BVuXV/ZeLZlo/sEL3j2pbcJNS5Zg11bXgynePRshuOD+TnU
y+9diU8kIk6FWzQDfOJm61I2z7Y7ZbuYWDOQABuIJWBtxLpXzYvpvKdwLy8Q6sxLooDiVWtX3A8J
g0v9Q6MP9+hV9siE0msORrtAY20N65HZcbYFmDg8lVFXrRZvUhdZmhou9GzfovU424kCCCG9H3Bq
OBim7UtDS4w2Owsv8zBKpjGPV7mPnoMoWt4pc2epT9naJ2IepFOSHZM6IpH7MhAhepA3wEWbuSvP
HQiQB+7OyE53Kgu1LA+EdEyfI+6cc1ChKYupICODRze08wi+fTCrVe0BjEifb2SHYGgRNbSaDG27
D+VCQUzb9RUNf3dOusReWSTLB12jjFWGf6Zlzc0kYpDI8ppAUO2bxa4FvjXVDvOKt6wB7IN02z6W
VafWUaqsXWn5CR0Djl1V33Vntkt75Q0z+6CsvxONhJ0qa1CTkbaQ1YvcOEJ1VHqJZh8YWjKRsF0g
Pn3xC5bFEVjsaXJic5+p7K2dY/04KKc9ZNm4L4q43kliX1cqWnCbk5i3ZmYBAUp1xpen5/12FOqU
3y47k/qYOro5DGneh8Y8h4MwuZbtT/SqskJ5yFCytMfT6HGTp5ELzlW2m8KzhrXZivhQGN0v0r+6
Jxk5XwlxR0NsHRQd5DEptc2gEnak2IdsLRWbZNnrBqT7ovvZePZHVjd+kPmD+VR74xO3wVUVTrqu
zfiL0484kXV+MAFTHCdbO8YDCZR6TAuYDNg0xMwSc+SIQj3P0ChLa5UobdyDQyDnYKGArEjGyOR0
Fa5xceL4VVMzLQer2NpLLAmbFIciTstV23AWIKH4JOR4sApnDDQBcZO8ngIlF6XsJE2WKjsETXbI
OmJITHlO1MEtdm72VGZnRqkXytQ1ZJ4N03uHvd/JN24Dbr4qgtLV3BWp8WJdUP3SM9zgnjxbenIZ
LOMe/35OKDLKkHYho8r2Lyb8n9UyTtPGz780cpkKbvxKr0g7n4osqNJuZ+r9FV7Ao90X8R6B38Vo
m0NLUENgiflOZYyNGv0zclJW+jS1t+ig40DyDRf3xpbKnJ6QDpJ5UQfP69x911v9m6P2ziXXBskx
epzZe/QBbpVzeiEi6bO0UvPkdZaP0rSoQxHb42XW4iOK1mxVu8trH9v4geqKjfuu0PJ7P+7BZ7Js
Lf5BM+dd2Vtyvfjd1pn8w+h3/prLnwbGWK66Zr4fPP2Ca/c06s8NIoyhJG2kGLdFRgaQncdh0XaP
fKwrDkpFEA0ckrrIv87gXlY1vsaBAJaYhOSLVS1HNWOA5dOMYxpi5cKu4UZITRMkDLgusdALGsB5
tY9t/9Vl21z1zCDdVkdncCVrma1ce1V26oREvV2GSiJAMHn4layWS2rwSI0m5L1Mufaensqb31T3
1cB7mSYf9R3DqHjbLBre4knbFrb/w+RXKu7p0YQt16vPAVkZ6OZ1a29y5873i03sJBuQaecmagJS
ajc5VWOteO6NHwRPQ9Z2fo5J9B6ztzn1CKcedYTxNLdnp9TO1qQOzIMDTyfBAylRmkbHKvIatmIp
OQLCOYeNGbb02h4xZvVbqxIeaLeG9ptDqZzry6PPYPepQR7yWJPyGqAoNp7M6nfQmh1HYB9svTpS
LB+s0gM87UcFugbqOww34xo/zr2k/qBDTRqUaBAfG4u2jystxgbrffklS6PB8BZN05Kv8yph4x7m
cSWbFg1+YQTCmpHsSC8gS9M+1KrM900h1/6gLuimOVHpcNjaPAdGWmn3mWoPWh7ftzKhn25dEi3P
Dm1SbLVMJ5XO74+gJJKDb2njZvLi16xOLnOb7Y0YGGOdT25I+85dxTSSAtkB8Sj06VjQQ3yWVfOt
67RUZ9T46Kj5A9roP7qsgEiXe5pcZW5t8fDVR030O2kRMTksD4WAHkWlcj90lrxP+oQBmq/xnuqU
w5TwtVOddBvCvS5LI1YJMVxauqAY+9UjVdbth7KKdoogbBt1OedyJsJ5tRGd2Fpz+eAR3CR6+AfZ
Z9cnG471u97LWFlYuvYp3iMEMVsdg29Kuw2+A1NuZ+Oj1KluSL4b8hvBlzEEbnXswawm1pOTdReT
5TxOmrtUQCfsqcDMsb59atYPROBdiJbKCnqViRetd2JE/TG1zIhxDTeR4t3pvtikzlMSz0HWEnoJ
LNnO7hIr3sTtXg7rfDrZbrK14l8+ZTjpYgHZWhR06ClbsbLzbzz77LYT78oP0ca/Of20MftfUFR0
s35DhfcRzdpVH2/aAnMdQxlZEjpAWRG2/SnPRKCnH2WSBzXlpmQZRhEsnS7sJVsdTZncgf6Ts1wM
KdnqPn7D9IAiZl27uCsaO42eaixVTPHp3GWW4QaOyvX94lFqr6La0R9k7saPbdw1V/Q3/OGlGfZd
q/lbpBwiEGab/tT9yNqWijtaU6xDQduNRsikHgtCQ2uB+WOqe8fMi6ybloC3Oifzua5Vd0DJPG77
wa7DqiitF7JMKd6mjqVeokpd+0BqwympL5YsjR+2yxNs13NP4zaPvzsS0fZ6xhItLb16VUY/zJxX
8Xa20qsfyEJ2giWXlxym9ypL5c1rbZGuMLkY4qXorhgyM3hYg8DznK9No2OQZ781frRzi+pRttqz
26MAopX6A2tJWBMbRewki2gl1H0HUo3N6oWBebWtZqwS0VhGq4IyoSTIHNYwhgRu5wO4rGadRfkv
IZ0rw7oXMVh7kSTfOCEoMcjE6ductiCVvHIees87+BF93XqyLz72fmaS5kVPeVo6NFkYxXmWojdW
+XRNIjI9YXKrqF9IEaVLHY3TqtF5WkZ0j0wxLFGNoAj6+3nEx+JVxbUd+93iA17LrUtju+8k9jyY
o3aQZn9aUEVKe2zpEYwZH+Wi7eJMXvPKcTkXxo+TTo6g2b+RjDET2LjcgsMTlG65tqE/Oq6Ibn9s
JvNa6Mna0+hKV6YZjBPzRsWYxsjOAAp1uoTqp519t4bSAp3DfUCVipKEFq95y5akEv3uEVZyOdna
YkRrLiBfMohzsr44nOaERSZacmeZ6t7rEXiDh92aU/auSIonxLH+UlHy09QrjtdOesDbW27NUttF
sd2vxmTalZqxNa1m4y7xwXcY+5BcxEQ7PsrIf+FgeGcamuSEkF4nHVBNMt+RprGaI3tapUVxAgZ/
iivT4+mD6+W4tzXZKNYI7NfROM+rEpHsrmp4o5i/3+rFJZB0OMC4uQ0UIxDy/lqvyBWtbUqWqH+f
6+Iio46930seCW/TgqZB1jtED8pcAj0X76U1761eXfpSbmJ6Fbg9voWl6ZtY+E9phXaia8iOgV6H
d2BtqWbrESC4c0lw3fTFZELsFn6Q4N9cgeCAkwWOrDCvQ9HtHVkAyO3iD1yDHrRW7d1QM3afzviW
Bi6xUv6eetNE9tQ1mYwLGtY7occXbYzWTte/Ca27lEO70dz5wfV/+mqDGfqOcSHpzCRr2g5Su5yA
mxz4c0/tk+nDDgzBl804FCFvY/BM6kMcCJzgmnHOGVBbHS2WQuyxrQcowB9m9ei5ewTzO4wl91Px
KDJt3ffOTQpgx4zJ7BbFekvZFmX72J+ODXyJMBmBak+JzdylTG8kFChxRnSRKaA4adC1WpaKMRKV
LR1lDrd636FRbtytdH3iODMqd5/AOV2ipieq61NbihPSj0dbpaG2wG+t1ADZlm5d35kMZOS8SSb6
5gN7WmDEPVS/+YCu9DNu+wMsiAdGa2tXemd6HAfK1Zl5GHNN6ssVMYoV+KgCHEszr92y2sJc2Cq/
85gFteSc9VA7kC/TYEfVzC3HBJJjWL5qquGkPP0TcOwKzfoz6NufkVscZ3/4gpP7qWnRVldRvHaQ
EQRCtb96T95rtkUvSrUP5F2yKzig/0eUVvHJlx1jKNxFSjLR+9axaoSW+wWQ8rmdsjv8ebeOVyHu
2rw59X1/ScZFD4p2QMHgF4FfsY6qpTpWCS3IakLiUsv8jUPuXm/aj1wlb2MXmcwh3OM0Gi/z0HyX
DHJXggYe7W/tSefRNmhAbZf5a7E7GAYVq2QsvEB5zgft4xtE2FIhFIsre/FBePPV87DfkTZ/U2W4
ubFhqD8iUU9m3mK2QLJ0t/YsTrIsLrTs3IDg1Aowb33SCpRLSQb/NDHm7xTGOws+bobRU+tcZzKb
d/U61uJT29UYeOmYrTrRz4w2cPG6ig5eNWt7rxn0lYNChlt5OqRQWILBonOLNsXY1I5/MbBGnqIs
SQKuEXZAJw8qof1c+h5BVPKkNIJNyB0ArS+T0My85JgmgJ6rmqlYLMyK+9E4EggngxanRNC3Nf1u
nlW2B21bo+3Zts5gBZFIv23pP86WojktBX27YuvHw3vvqLVnncqaEczccqETma7doX0v2+lkUSck
wNrmaGXVSDIc+wVd/5ohqU2Xg/xysoJB+ZXJB2j+ZxtR/LGEWrDORG7/NDX9GwgYa6rxMYLnprCu
f4hUnlJcHEwj4ttA6mffiR+V3gQ2k1PZ24HGs4CaqGGFe1ugZK/HnEOUKYoT0muEDOkepNaVj+uo
+UjRGCldZW6ta527STCTyNE84Akk6v2iurOf3E39S+pKa907zl6K+hAv7a5phgePvMW9XvNo2Ub0
ZPcO4giFCGY2EDX648ExpzdbNnAeJoFrutcfl3omabk4GtNwh4fyCZ/Z1jfxEiUY2umIrcbC0ba9
xiknNn9E1X2roXWr/WWDMVVnEsk8q0geGnrTtORWVuLfG+gaCV15jZ38vVkSc9uP8rHTsl8DgsPI
/TI5NnQMeUfbZP5hH0S/1cZtne1nu0atwNQ1y8+3x0JWmxy/F1wmxVzPVw8p/YAxzKz13FLX6gw5
arnCkLIxZ6SGMz2jvkjFobSVfvDG7JS4SMI8PXxO/MC42LcJO2K0OLtvEieBy5NED63OG0WSqh/E
3Kdf2KyXXaFM7Stzc3Iuk6F8XJA/fpuJxw4jcOJk7ETFmCZ3aWGPhCTbhsWode5f8XuOd6hoEeV7
+oyiQMnjrPXefl4ac+MlZXcCfpucCjtLfkZl0rKlU7eaER4ig3HmpohgcWsk9pH1mEVvREB8wA86
t7b8cBtmSaKvSLdsMSetNFeEyAHr05As7TnHTnXnmoW+N7rhpSu5jHpEFzQEMvPiEhbJcFwo82AQ
rchAM/ts4zZgzQ2TWNsshrWelLNOSuNSdcnr7A2I2JyXLkVhaqRlcyuiri5cp7VWsr5BxaifGulo
98qn8WlisCXAuE5d6Cv6WdbZtcnsVawApNCA2NFH0rZMlIuwsRZzlw79tUndhzbx0ofRgeVe0QPv
IJofWoTSJM52ycrN1V3lGG9p2h8r8YsE2yAdqECYzGDIGXvm8TLbZjNCdWZUWNrePP08Rj6W3ZPh
xBuXmUvsXCt32DEUXzUc7FzjSxuZLSbaTiptPZvNuyl/ovinh/zCcxvQD/YRCy3vGozGjdLo9sW3
CHt8/2w08/JhujfnK5JT26mcIGLAzmnRPQAHxJUg72JZ76FTIGGKEQyK9JV0zf5WvTSsKjGRsF1o
YaXAM4gcS7tWcMtbFj6Rri2xr4ri2tz8GF6qQpNoxLcMfePGrDhYa4gdxzxZT0v1mpTboU6PVTrf
y1szacKOG46a1+3nzqfCnW551cNjrvxTNHj+Ku6xxCxeSl72IuMwBiGzbpOMnhS62Wuka94LncFk
Yy4+5/4aU54/6puhvM0B0K1lNUTtwTLdNe7U0MhuZ5Y2dYLGY2slcNUljxZHh52cgRVigzZel749
dj3a3NLepnOMWFn6n75giaS9QpiMgXF4xnB3lk5Da15bjlo1bvF2bDPNWaiLMw+P8URycyfwQOFb
RhoWfSaCCWCPzlXzh3OjkpPbf6WdjjDH4ohk2YSQqyn/YMvl0SHEc66mt3KpwqpE4uqxpTMqz8jR
JCobL9k6L4xfrvzV1h0qdOGfR5fzv+ILG8noyuaQnddtH9Q6qIUozyULyeiFKVGedyjpVqzN+Apx
PpFOXIWxHz/NfUwmmWe6X0VbY0Ki37bGjHxg/H9uU/2FCXcSKCsfUVzbBTZn0n15FYxpfzsL/kce
i0v9VT727ddXf/6o/9ftR39VzN/TOOl/WwH+89U5/dWiSvru//yuv/wQhoH/8/fXH/3HX74IS4Kf
53v11c4PX53K//0H4q/q9p3/v//5X1+/f8vTXH/96x+/KlX2t98WcybFJPH7v/af//qHh+f5v/dY
bD7a6uu/9l3+UX52f/7Yv50WmvNPAb3JADjoQuwFfft/nRaa+0/HAXMKPN6Hy257eDDKityNf/3D
Ef802e1wPni20Enu+4/TwjH4L4vfJ5iXAn/DoPs/cFr8zuv7j3sWfwUWaiwb+HhdBrKApv7qnpVV
mRgWKWYBHrTuvpO+sbdaYne9nukUWbx7v027UKgF0UCt2VuB4+BORrk4ECuLbrkd117tJI+xnlm7
hd3JG93+xHE2u58M929IWL9DIv98tVwX14C2SBDKb1LW/2M+Hr2awYBWmsEUGd1LVCIpC2qihJ4g
EVMTV1ZNI0D6eyFq1NAjZ5CHBG3ltOpdiRgjhSUQQiEpNjIxvZ1pk5eRJ3nPIdVXEoFtuigW5pld
eELjpjdFfwfxk0Jyxl+4EpZc7hOH1pWqFlqWXnTbzhhOsOq3owspo9BvKtEh6p+TxqaRKrBBXw3B
gSXNXVpPZRvl735GFPXfuOJ/A6P+emX4LIWjQwkg4gyL9l8/x37MMXKBZwjiiiQH6plTklGxDAZ4
5l1CoyZI2CrpznmjuU9jQcYXVLzxoa7diqZqmSLI4xsYss2JEZZOLXDO4LBE2m4X6xkz49+84j/w
5bc77+Yh4sXaJkRFPtO/vmJYZ53XAe8LWsRuj30ZoVSrbPGrB3zVIlS1k4Mu6ug5tW/NhEotpLvA
Fdy4UsW0q+MGp+No6vML5uT+JeJAnAaK7bFj3tglD1gxJ7BgSk2A0GYDc8gw14HNqn6jiUzyPeLM
2NLDUF5ITdSEMOnRCHNjJJ/8rWwIsPbb5YpsekqiuZ/zdTdN9f0y9n0YabUioUvDc4PFLXkC0hu9
KdPAQkEq9gMH2vpD6bxsJBsMNhe/Vthc44TwnoLtKKE83M2G1312eY0tlbh7XntVtPN6WBi5m6Ri
X2G415eKIBjkdr2R/g3g4DcE9I8bxqaR4+j8uz1Qf/j4taZoWzZiUoDNJsUejwNj5UqnXZm5FzFU
iNGthqNgQgsdjEtkxP7GJTPlQY6Q5gJN4+PodAqwdrhSE7hIjhD1PDVDjLQ0h5d5ofjGEOmYPUMM
Ihfk2Z9rNtdmicAxjkY9n1VUYawq23HV1imfESJcsgA7FVP6Dicoc1kS2Lm6aY0BrQC9ZgoMRYzV
uNQUpqcKhzpKCx65Lk7OZZsjq4kJpnykPjG91RTNbWDqEp9vN8RVxpuaZ3R8ozafXEZvRm1xjvci
XOzIUPGS6ygLsk5QDsVFd3ZVZTsbkYv6btFwEwNTSA7VOHKaSuldZ2uk680pKfiGgDmLeU2Fc4H9
CfxelQrtUnYvVEMthedjg7Y23pR15L46uNxR71c2vhnvltPkphpt/agfgwZielsY3guQF/VrhsYY
/dsM+d9Ca2+f6p+fuo88nMwA+FVwOv/60MHuyBzd6EWgcu6rFC7bKTN9566BT71dEATD7ci7n9WS
6H/DXfqDqPHv5933fGj1pvCRM/zBaSjQY0bIrkXQibpCK1FPPyQnl2Nri2PH2f/Wdmu2NjlKPHMc
83xcPSJVyVnzGyv0a+6SsdPLv+GDihsw448r4hgIMngEeOdQ9f96RYyJ4Hgvnw1OoKkZJpY7bGXd
tauI1iktoXHZmJipAjtDAmYPGn1fLf7f7J3HcuRKkkX/ZfZ4Bi22AFIzqYtqA6MqaK3x9XPAet3N
TNZjTu3Gxsa6razbWKyAiggP9+vnJj/8HNvPPCB002ncWiFeVFwl9aPNiKCfRI+gLKvAyMmQJ0Nq
J5nyShjAkbsmsfkp4Lj8daWfYb/G726Ay4dnrNPJqRxbqIztR2IBD1cP5fuZnkXjsPAkeczWXizd
ZF7Q1E4UVdaDmKT0BUdxdREXFP3TaG5B0YKusI2+Naj6UV3hzzQVL9RYKhEBkL1c0D04LJN+iijs
jMbk9AgYqIdlPa0gkkRvRjjV50oGEcGDILnQeJj3iWaMjmRRl+hzSvl2WIjFLq/G8Y0cSoXcbpj6
HWUNcrH9xaRXqGFF3QhvZRJNvP3Yqi5S5vVjL0lT5IRRMeypd7ChY7W1U2CEXWtJMtDYjWJpVidk
DUY2UqyMrAGIqm2KZ+bOghgaoczE6gqE2rSuYlYqValHkFJkfxMvohs5lGQyzTIOiyRLJuVajcnM
GJU2gC0Z9TOxCX+Ueko/GGIZVxpr3fWimEWyGwMyBN+/yd/t4bOzmy6L8EWJco56XttIzWJIPxLg
DipFciupa2hIrRtLLFPBYAmuNtWR44+luFOGCU2kSLtq7GNiH7YtSYtUfB4bKVrin6XaVaoiMUcQ
ZhdUcdzvr1U5xI19zGaDPmBQwYasidrHV/kpEqv9blRolmX76NL4viwVcycIHNJBQS2zSNeXfE3K
CkEMBt8BpTy0Do9lF/dbCyHTSp4w4kjEWWckzNVUtGMbxLBkrapwPyUW+mJfNn6g0KH70KNu2JK8
XBZBJCzYs7VHmILReQNRapUaLeIXoRROvYwv00rVdDZGetokYmNNJmz/zLkRKGebwFa4QSmWL31q
Y1uxVaFb01WC6M6g1ZBO6Qdy6V0ZT4usRYfgt/qbyHZ2ao5Lcyx0sEhxMRwg2EBxGsSm/ShKL0wM
5USdirWUqdGliq/9Qhir1pGMbhMDF1+jF0NvZD5AcVsQ0G8HwEAnyEOHHdm8cRWND+x0FRQUy4x+
FDCEYdQMJchApyj6V4Rv+rqzOmmZyv50Yk1WfnO7wJcUonyZCjIHk8Nnj0xFr8wRgBFKgpraiWHd
cWMl7oIG3w6a0qdwIrJGVKkVl+Rw6idQJ/4dfDy/goWNDrHTkO3Q9Y6E1bAS6YXq3dqa6I6zy0RF
OTyNlOynNJlmCBhSjByQQbTS0axd0d0Y3UK3SG/KxJjeADY/Z4lBrZpOg2w7jaNiLUJLOnG00X7z
vWEUjBE9CBxFh856eM8WKgFDqwtxzi6DzW3CWeXkD53PJuRHiLcF6arxDKQLmdZ1ve0D00txE9fc
zMxGrlUIffolJOHF78OahrxiJ7ZVfjvDa7HvLrpcA2JnVs+kw8w7AgRtiX0hnSjYFxFPa11r95IH
HCPq4XFgE9wCTi0sB9+R/kJJp+KtrwThDbvL8NHPdfMh6WNzpwiy8dI3KjX/wtK0s7iUAS8JOWJM
yrtI5OqA9NDUJDQeZkYL6MN8TOUueSgGKUOl2t2B7630JdU0mfydfkUyJ9pGUzzEvz7fP0pR/GPi
4SBZ8W0i439himI2HvjnFMUqfKHe0zxXn9MT86/8nZ7Q/kJiyEkAxAKmZNLHZPtFghD4EXEytmxU
Dg0CtpmV+XeCQtH/4vjGggTmHX6nMadJalq5yF3MP+IYqiPuARJm4VD0RwkKfutw8UPhCkVYnK8Q
42COuPPM+bTVeJMfRBin/aRoHWymTXGbXksP85kdt3majFx98RZv0y1SjTNpPZf4Vv0qXhs7aze+
a2fdW7NhkTjPbpONcJG8RW+Sq62TW/qwjdf+roHX9lwvRAeAglMurLXsFBt/TcC5mzbd28wowufS
8bfoN67Krf4cXKo/wzUF7zP52QrcNllL0FHuqtvmrN4KS/ILF42bLOn3cZIN+oOr4qxfeFfRRlnm
10g4FsnluCixVOdI65q36SJcqwjpl9lFftX/6DmtBnZ9NZ2Zq+GsvWs25bVwobzKW9WhcWHVnOmr
+FxblivaCdbxQtway8DBzeQy33KV58rOWHt3KdVa23o1f5LD9dFcIbHGAdVWqWLqdlK75rbc4vdC
9211YS21tfjDHy7KbWFdvrT7cJvyz/rnweW4tS7GOx7hGffwU15kS3CJdrgFWrZAXHph2Hh3L8E4
3JJJXnGBTu3cUl1bpIviTNwqZ4GL1fqSnNCtt82WkO0dSkd2uurfM29ZtYvgQVvnW2lpLeHnrdu9
h7aK1WPnPRnreKUCr3CHK2qvjWZ7S4oPNb1YYKXcGBdS/n6wLxMb6JG0Q3jZ75DFObqTLQkRua7h
DMZ+6piPzc2YoRXDPcfWHqazdB1eFbtyFSNL2ZRrzdWdiPvCSoLHEm2CjbFM1/nK31HPua2fhPN0
b14ywr21lOgXWwQbAk6Txw6Fc0Xn97WyLms7evPBvN7Hu+6iX5k/xz3tNt29dU2l4F7ZNTfVBR6f
EhJc7INEGgCo/tnCWjwPl9JCdIsVW/myfTa347bJHNeiB2snXQg3fJ+dEwbZRYjWaCnZ+Z7fd0NH
tv2lvqMoIqKssMMVCqNHohIbv7PLsLSDxlbOeWhp5ujusIauhcpQuh28Jcx4IV2SwKaCs0QZi/n8
i+YObrkK3IbQcn+ZOrbq5NfRklP80lgnb8vmls4v/U7OXM7wvcljeuL8BkB14Tlo+RbygoqywVWU
T+l+2mXL5gJ0HYE8hVrmG5+R6AybgQZ51LBk3+lPnI/idtUuJf2hnbtfmp/sI/ZoYRi002gU15xB
WQ/KvrEvX+ulgcRxkexU23Bsr3Yb0VF+dFfjjfYj5fie0WdIgYQTmp2MgNscRMEulqk/koUpOesq
X2BaNsoOACUxOUtRorPVDTQIwj3qyM1vZ2DRuBZfBxV8E9+uuPBWamWPz+V2us9E8olb4IKuxClq
673mt+3lENtBxubFbWzLDYBk4znZhhfabfmTHMCaFnLv3GBdapbjNjtTV/S7i+/aj3Ih1y6x7E3h
ZjTgKMv6AnaHjUx62mt3dLY6lFxdRLgxy9GSmnZmkEGq7ESFIai6gop+w7DxefITp6c/Md7r061K
wbxbKbfVlils6z+wxaPno8uvoMcZwD2An5hY1+7zS/XNpFdgMSzr2pG3ZYiGYmMk++Q5vBE2+gpp
HZDgcjX8pEzlUJS/R7Nh0WZtx1fCgkm9CciQonVTnnm+4gOezbJ6r6OPd9L3orpHb6K68aqAKQhN
Z1qr+kI29xiMZS+9YIf62qA9JfTsaseJuH4kFWani/66dExKFq4e7BQaJ6YFhCy+CHqG6QGNpfsZ
CRjnT0g3JTg9Pb1gr16YLJWlctNSMQ0uB1C83VZexHcogqVHdYeeNftRppv0vr0PJ3Ar1HvWBSdM
ajQrcV/hmvxk6CvUvvUdBXldv2vipSXez1KzNWIKsUHkt6gTF/Pa6YHmK21aUXijTGw986zHG+S0
5rq/6W+MO74pJ+PrPm+uxc6pC5usWLVtrmL3xthImkMGATW4uRz7t8A8860rX3D7+/pevIJp3C3n
xldhGdnNCnnWWmnd7IdwaV7X6zdkymBwRXcmA+8F9dnYz5ax7UNJvx5V7KXm9XvJv4Yzf0G2bNDs
7Mlof2BNBw3IWMk68D8QN8Nr5IwryB2pbWxCF+GbS/FzMS6QGzvGPqJ5zg5u+XceEie4Cuhgy/sl
k0NyhWBbLVq6x+jrecFo28afcdHRMhdsWDeo73Fmu1dCeidWpU6fKD3do01GCchuqrqsb2A/jM4V
7hLdTh8tFUsOOLn78EHMHqSLqnmS/I3ROK1/Vv9UGnR0xatW/bAutHjXblPrTBVXbrmgKn8B/KIb
nB/dYtG/pvVCj2gDdiLARbZ6709v3V5KIKEVsuuzUC6KPT1jLO4On/1gsLDG/OCqXTbA8nBHBvIW
ipfsWHSSvc6SHzO7U+H2owa+F9yg38+n7RtIjIhTLHoIEQjY0bbd9G7hlC/mtXlOngQfuH1JCxLk
3xf+aPbJdjzzLjQndcsXKEsbhuKlIh5aJGfIlkkmCetio7O7qE/Bpn0pSrvftS/KZb9Wd2gT+s5G
MBhf5meIF8uHXruU1hj6ufKSe4X8gNBmWPE/ONSLpDFmAjEhNkyaNd8qWe+wJYOz1syFEa/KYhOF
W2+iRAGs4b6nIPDWbjBAgBNhCGS6tx6SkmGZG6ttsOUj42vu9jBtaFNu16H7bK6DwZbyJb3pvb71
mksx31JsHRr3TUT7pf7Cv/9RWH6bQxVPj4uBBzH56j0/f07f6+O/9L8xHCc+/SYcp2iZ1e/jQTTO
b/wdjcuE1RZJFY7YtHQrlAv/XS2UqRbOfmPE1dg/cArnt/6OxlXrL07LOlR7wm3toFzIj1BMijBy
SXJSLNT+KBg/PpgbqoEz42yuQKVJB0l9GIpTR2jg9ft8IFVg7XQgrXdC2UbnRi4EO5CZituEmuF4
ftHsLbGuZ21FZ+daaJxIRhx5U2jcqsGhgz94JBQvlaNDQeOlyCVRb7A7xzkqqvDJQ/54poxi93Ok
vSi3TTl4MkctIJkJfsNuOQWtKq33H5taQIzno2y+guWhrpsOSiSRsRRe08Y8nbAmmtPan1M3XCht
8JaBPRfenZJxlF/u9Frxeg7ydtm10VKIBGVFzwwmNw7QtdJJTa84kT45PjDNz8bUOX/JnOzIF33U
fD8dmCjtmJ0nUzXJqSqlU7A2xDy4ESRRQHU65rR9jIqLhuAhjKEw5rKv2KzBCqJYBLqIttGSwVda
9bFW/Uob/tFs/795CJdnt5l/nvY37+Nr8J4k7/Xnif/xS79mvoZMwML+QoTpjSgAO4x/TXyVn2DU
ZZLbl8ALq3MF4+95Lyh/GRJpf141LhMqNG7938dwXie/x1y1NFWZU3dk2f5AKHB4CEcZYGqsOybk
dVjo1GsZ6PMhfIYuyZ4le3YLhw2di1nRWN8z38fBcj49md9UNOYZ8Z8Z8/dQpJbJ/vFf/aOQ9Onz
zdQ+TZlM3lyZC0CnWCBLoMbafzoKc8NQ8ERnGJaSOcH9aZQyL8cOSLpgU4RCUV7V6iITfPPX9vaP
9bav90JuhX8cJoMm8xaO6m2tyD14yexJPQ6Eqx447Lqpw1Or4bzuHj4ycvE6FHTNovxPkvjwZlQy
xv2U0LxmGuNb2Z6VVNCHTKV3jFYjWbX9ydgWuEDmY3KmIVptCS01P3dzgmIRy9Ypv5QLEcJicPP9
Uz5c/eZ3iVaFTYlqPqZMhn68TAe1lrI70QSYgqorm/Qmn6v5lhn0pE7U0fVqgsjvxzyqNP4aVKYi
hh0TRb2vLsJB1jdeNCc42CM2Qy7km0aUa1oajHqlmWkBVrnsF2Yc9Rty2KJTSfp5FujDCtsKWAg6
+C5fw4z8++uaJ+PRW7I0g20GG2dNY74evaWql0erqTMOeZkAzk8Yw9VIr76yaJKG6FOMUNHlNIlj
jyaN0vWUDDc6bmk2xZL83owETmWq0p/heFutJiPwbc80EEUZNTmeUpzh5WhVYF1P5L5NVZ6uO7kb
MlZ6SnyREKoLrxZk8JBKKKcnnvnX75xbwymCtUHFmEE8vrXB6wQTFSBnIAbzkqJZScYout8/wd8+
QMxb59yirhAmHX7mExU+Gt4VuuM0cVrQKoO2nn4BtJy4xMkxXm3fj/d10cMzkoILc5j/WB+1409r
hKqGZWEMGtMqSAynLzs20HTUIVTStfb9UL97gHM6ldy/arJiKIe3VkGZFotSwjhCnzJyRCQV20g+
5QB3VFn5mBqEiUQjVBd5VerRE5TaogkioFsQGi1QfAFHdqQZ7PqVqrpTJpHEm0zOiTSsLUUpVJZt
a8yHKdO4oF4qA7TjhNzvO2+BQU2/KeKbJqBRMBib9DJILaC5sItWNQIXuias0M19OsYwYIOrbYJr
1LJBXCSRQtHMh7IvJyaQQ8tLTqyHX5dDi9od29SHvIXbPHyYYgeHow0GxKSJEqNsA8iB8AGlhQU9
pVVMnVxKu49jRJp//BZ1CnW6jqYOp1hl/oA/fTBypeg1wiTEVqMCS7LskZbSv3tiGvxmUWUbxule
pyyInGL++adRemBHVYYyx+kwxGb/Au03DQpsAvhHjtmPwdJjgTsx6O+eqUEQglmXJkniR0D+adBC
a8SO7TJw0kCliRt25Bns8/gm6eRyXYVSeA8kKVmaRhZu/vihsk8TchgGJw6KCoe3i3MPrnMgWZyx
HVtHyACB1Aae3N+P8pu5DgdbA57OpkFQdbRTmQ20EsUgM4qNpgGGTB7o7kROX0RAV78f6iNY+rxd
E89JfCIWlQ2+EdM4/kzGgICkKcATVNITFipu0A4uaJto1VcojvW8vvGNpl4KZhFejlV2i8iIQgSm
rqsMU6lVgchkM8gJdHkzi/7wcf+6OAP4Nr5gCgvF4eOmu7QE0svFTa0WXPXTlO69ehRPzJQPA52v
z+A/wxy91ZwSqD41oooLhjVCf2gl0HYYuQMDml5i0Qs2tYbNqJh3422Z+HO5BCEieqD2KhxGzW0q
73WwLNwScFrYVJY0wwPSR3YP8iCsaVcdbRG2TPvpQuE0s0yjNF1IrfX+/bv8sqkTYxMXy/OyzdTX
raPHxRo9ArOdVKrvkHGtsHwb9MS6Y+IiPUdD9NJ4WUj8I8dibucGfqs9zV2ijT8Q/e11kDwWjeBL
0MYtHViVhKw/xtmAvplckW6SrBZEe8w1qXRafOoGzFD7nmqB2lHu9SFnqGRh4S9prY9Kvpxoy/z+
Bj92nsMXhbEudfg5eps9neeJ82niI9dLe6MeNbtsJexLwrx/5LZwNgsDa0sAkrucazoHbVK14MDT
X4cAAkMLjpxHB1Raa+qJlWieHUcXNGtOZEudBRraLKj+fEG1XPpWDKeV8Ccf7vBs+ymUmmCP5eQv
dHrCTwx3JL7gg+EUpXLn5FGo0LNBH46XNrFaZ0xmGtFJWnfSWazr5GKHWHDw2ahwAaPMNoGeorGi
pMgVp6qtwDr7/j3Icwh1eNtMCRZ94llWX/F4Xo5mXM0nDOwmZEgYvRj7t02rN+ispPasDbLJHXCe
38vgfncCFXentxALNGluLooBByYMQ6TnAie5VVGk8TasSmpegmrdAsMr3UZT39HtnX1/0ceLKsdS
ZD6qzBSZVU3W0SSXtFwpJg8wgw6wY2llwiv94XBAsjw+8ZZ+OxLaCQ666OU16yiwacqyqLqSQoMg
ZD/TNC1XhQbp0wpE4cRIx7sv90RJWjRktgs+jGMtzkgHn6RhWojFlqStnzYD9fNlnmLBNoR0Un//
AL9865iPYWXL5zcH1aJ1NPkkTOTpnwOT39QwSdWAdg4LFEReLMyEduzvB/t6Z5TtDQlbTJP3Rfrx
8EO3inIw457FytMnQFowtSv4SV5pi4lWXcVmMu2kII5O7AQfJ+2DD5sJxhTjfEwSc1YUHA47qJPY
NALc1wGbZVNsb7t02Of4qiFa3EVhT6uTuoqC/oy47sSk+vLVMJ3IkumcU0lwIAA9HDoZtXa0gPE5
StApC+zCPMgcc2+/Dh/mDx8uQ+kEhsioWFFQ8R0OFXkF1pAyUUziZ7KLCpLSy1AYi6yoBTeO0IX2
BTSJ7welGeRo0ZAN+jswcCUDzMJhHa1dHaxmzWsbguCmr1dlm0QuKiZ/WyLjXOXwLCYsaoxIKaDg
NOpZCYTzQvLB5lZ+/OPEtRwmj1lH52uha4VcNHnQL9bzZtiV08A7pJYwCAC26hlAULa09LZ94ST4
Va4Kr4PHoy9T/AahV9C3IbandMjzV3zwuZm0u7AcYf5q8JnrR1NK7Mmt10laOALR9SVLSbHXUSQv
K05eID39N9Ke3iqoehwjIrrwgaDVtJJKI4wsQXsdUmX18WD+Pyn6X9KsL//npOjuPRufP+dDP/7+
r3yoKv2FEpaCBls9IB+OrP/KhyoKP0ELaenIIT9aoP6dD9X+IufNGzM52BqzXolP8G9VkqD+hcIJ
Wxv2h7lSQs/Vn6RDj6IiAneNXnKSAuyJHEoQJx1OZy8QwhGbsxdtyBBbP6BaG3SqoUHT9A/WkBTa
NW2YvbARyPq/Y/SKJCWzskE4gyQEhrpVzQmqC5KsdjaF9aRmfPz0KC9/fdCfdeGHS9uvCzTxAmZF
ByZFkHp4gXDawDTG7dsQ6NLckOtxagP0k3WONLSF8esb/p/mOSXybOStEZ9zsLFU8tiHo3XTUFW0
bVMc9SXfxY8suSuGuLj6/p7Uw6n7MQrW9WzwtI4oknb00INgjBVaMsmPjeAx4zSqN3Deu/PvR5mv
9dMC8WsUYJmsV8ixzWNpsynmgGzlkgqulEbLDguWc2sIaODRNX8XY1qwAGL5roLGP3F7h6+MPZeH
qJAaJAHBGinOJYDPgW1ZWl3dqxDWx95PVvTO95uK/vWlNFbliU33KK74NRQC5VlSJ9FiePQkp2wo
NCwf8D+mMdhpmwlHuKl87oXpp6iAifj+iX65MSp1zG0iQd38cPk+vDEko4kUiXRE0zp936gYDZgq
NVJdOiWhny/74NWxjTPEXPUwSIwoR2t7JMZxpZYBnBpJYouJwnRBOeEDaNw7uFlkO6vyxhMVvi9f
JTkDgk5SByRkWA+OwiaPo1g0QE/FvHB2Kpn6ov0p0U4Yn3iKvx1HZyCDIi8piqNgpbOo9OkR40xq
kD9oHgw6Pyyil+/f1XFyYi7ysD3OiUiyZ3yUR8NoUTTKDSAz9M4NrSyFjLOz1al4J8W3RaWCjcmB
Xqgr/BOh51RrPpd1rHebCQrQaKEog0iLz/l0+f11/e7uJbLWc/SEE/xxv1oXalkeWJBNo0nL0NZE
mEV23qkP6Ddf6pydp3bAnc/5j8MvVZwiaqcqzzjtqx5Ij5QPKqKnugBtr4z4Nn1/U1+mIc+aih7T
nnOsCJbjcDjV8mKBdP6MtIGI0Kvmk9TBWje1ra/l/ok1+veD6dSiCL5M7vBwMC2fq9Mlg/Vqmq1B
6TZXUpirKE8ERcatryxPfUpfp6PMLCTWY6OUqNEfjQjFCfajxHTsrL48jwLzoZYgbtFDh8cWtjfT
SmgeQmu0h5omSa8g/oLDbHRl6VARgU7kc7VjFt0FQl6dePRfvydZ4U3LusbrpkY1//xTWoPs05xu
hCbU+i1pjb4XHVlJxz87YHxkhnjBhJrEJcThRy9Y8sJgPnPBgqgpve9wXoJN3UUQzVe+F0bWiZs6
zlX8Gk9HmWGBKOI9Hy2ASu+JZabR5lCIgBe3XQfe36GbL/6pVjmKAE3x/YcInwckThV1owWNO8K9
GMBqc7HHyE8E2797yIpMlK0SjJEiOzp+wBz1TUj3wM7xOqrXfTe1w3oYFV8+ceOnBjraz/KoDbR+
Nv7IyihZ54QJkKaqU6vDl8iAPB+bs6qaMglikreH34zc9AhjOp5ulnWB5FaZInJEwZHmjqbQNlw3
ctjP+LAIwqBX5uhuv18uvq5OjG9RWUAkPy9OR283lxJjDBvWwNjAnhQXZGsJP7IBr90J6++HQifC
zRzspfMuwDtD7MOY/J/DmxVrIC7w1yKcNGCerRN8WFvqRBappLTPfNFtQ9O6ldUh1cFj1gaGAMMo
0a5C57f1JnkYG+JylUEXVHocRhDvF1i6DTbmL2b+QnxfZq9V4LfGOcTw1sNeLgiUwSbe8gsnjqbS
e2wK0sIwN+tc4oOOwXnWvTwgR+1hejsYC4/idTDgrbqnHbGuyHE1k5etxKqgkQDlew+8TBq1qXFh
4U3nQTFABmnxjzRJM3dVs7TktmwW3aA3WJVWg7JKTUsQHBio4Rs4Kqtxyb/6+k7JcXd1TSltqHD2
TRyvaqvAeqMBF6/bMu4QiIvDHJldIw5NuqosE5EP81x7IiBS0jO6Ryt5ldLk2NpKmdIfaatK16OO
HBIjgE3WpRwpfDvwQ4DO+xmD5SdXgdCN5EDE3Fer6DEqaMKesXJBDC2kC9LOUtejhTEC9aaKhimk
2YJftRuD5tRnla74yyJNwivDLJBa1nWad25UkWRyylAtRjdOpOkGY4TSX4lRQdGjLbL4qWvS9K2C
zgUoKqbzEFs0cuhOB+YGhqPhPYZpJLH747rm2y2zLdzKQaGbG0irJo5cA6AW/MEVrGTV3uqCre4p
4WMn6GK1w1sSixCHZnqlcjriwOqB4/gsn/cT4bGm83wCZsxj01O2DE3gAQcqrQo9liqov2lwvfSt
MDO2NK8j6Uoywiy3LYZIdyPTS0CZJZBWoqxBwkSqyX8uwT2DUlE9+kPzWJBwyMWisdhRaRjv4CXg
l+mVKk4B7QBUm5aqyoOCCL6ZdtK8L5niYGKBGiuFNNhw0XBoi6jVXAdVBphMkEbzIsLa9ioFHglb
PxanGO6h6g/0cfdyQcuq0RfhsI8QyGkWGDyhGkDi4VBdM3CSJXxxRl/d+60E1C1rmuJKyDE/d0ZF
r85quMezbSXp4NtMIXdy3acRONuUzktrVagSnZJo53EOuhvomncLUHjiTWxizr5AGwd6kZOobvhb
VQWaYUI202vMQCK2KixBAuj+a5w3IjLFQZukqyEyxUtDEKOXXoqaYJ8PoVVRVEzChBAhMc/xVJnL
UBwSKD3kmUF3rSSVCO79KStsbew9dN5jHbxrY+Ih/w/qASNEPARoxR+0WnQjOcIWkRTZZCF06CA0
sj7oMI27AtdRSybbQ+/qREsDpgJYa+s4zvFPSqqMDDePeHQtli4eE24Aq1f0KRB53WxkaiC1OZ1F
wgDttZz9UdwO/zssgSA/X3CWwyKhMKgPOFFewRYrDdB7s7dFcqan2eThGeCreEgWSRG7daaQ549p
DR6hP2LZ7mC0Zwp2GjbTs2RN2j3d4moPKZWe9RDoEtm8DE9PF31d8Rj0fW89xlM51feqF8FPamQP
TwFsp5kFU6XLuH2pmUU7dK4pW7MyyAGSBE6rZaXXHKCrJFWeIIiA1yuLib2GUkIpuJ4uRq+BaSXd
Kh3xSJc5dWQLLI9Qi5SYhQDzU+UBbB6WhOWSKMDQnYDEim4bTOjR4VAC6c6M6hTTZz0sIQzm6kMC
9uRn3uieSVWqnVqsGEogIYAC04fYErHp6FO5oOarZKwSQBJqPFX6rqMnwPOG2BGaPG1WgJW1ax96
Mj72uhJrjj4VEWZmPb2VTjf6QbLLkqYcwTLQSysBnGxKdSXLQVaQhUNAIOFKUFE+anFvocu7H8IL
YTIk3/GZZ1N81+uWb8Zrgn6C2AWtiVXBW6wMpW2ad/zUtOoxDahQl7YErivA1GeEobtsieVp1uh8
eSPgCPEEg0KqQcdoWeQaWhnH2yDXVJxCu2QYF1mYi2HhVJT4BLqwlLTXaT5Wjd5X6Y0Yxbj8FRv+
f97vv+Zg+p/Tfqv3Kn3Oxs+Jv/kXfuX9JHJ4lNnnZmcTgQMFt3/l/bS/SGfpMnVIGg5JWoj8zt86
SI1fQgihE2SigJaR2/0776caf1EjNGgiJs7ngP5nAujDAw3+f6Ksk8tgEMA1JP+OAkC2v5Rtfwod
VH2+gUujnvW41age5h2hOmiQ0S1teJWoZJw4SByGnh8j81To/UY5xnFRnaO1T8cVo2dtEHwwMezj
KXCyQBRfSp2G4IWvECVhfqlbzaY1m/i9Tts0PxF5HhVp5vHBUSEJUFBLIjg9Vhg2al3UhR7REWQY
4HYnWGSKg0EFOGZW+R/NKCXvKtAJYH3xRCNTU0j5qqn/1S/wj4nGwxD44zroyZ8TZFwMn8fRkbIT
86TEpxRmMHmAnajEwQNw4n6L3Ad65qfP8vJrCvXwwPwxlk5lai40o6GlcHH4zIu+6KdOgLiA/5ba
3SLlxBQg9iJh3ygyz5yW6uFEluPrB0an7VyoQb1EfH+sFsdZaWha/JqdZkp6TnH1oMWbpAFnSkc4
jnMV0W5xDmFXfPn+Xn/3XKmn855n0sCXzFmd6cYoFxJLegYX8lwfIi/aKoOQ0Lzi16dSWV+/ZpWM
GbkyDr8Up768xTFMqZ9D4o6TRNvVaf0WqW3TLie2eKWTYqQcUwXvrs+yE/PoNw+YFeSjpKByo8di
oqJtFJMsMn7wA+YeXTTEC7+TaLTyo7e0kqwNJw/thCB/XhX+c5L6+I5Qo0KSmMvTtE8cZdQGPI31
hKjfKcgRvGhSzpcasVKdGObrK5wVbwYwDnLx1KiPMv4ZtqGmXOBu18PAF3FDxu/BAxT/NgHPOJU+
OaoszjfF42MYojXWXqSLh5PDEKQ4K2UZBG+kRndGlwL5IFZuV5IUtjWeijoOZYDWSYNGrSKMNtys
xnRGYxAWJbahIGzR6Z6kin151CgjZkIGecuZZ3e0QMemCNIAoJPTBqUy7kSP0CdrrLjfh8hVVn86
Z+YSEyviLKQkh3Q0GAwJNRj8hDWx6LVdU4rhSvMVuiRrtS8evx/r6zc0b25ohj8ktlQwDx+3zgoU
MUdypw9ba6VEPd8QyDOOyt+P83VmIgDg2A+xkLcqHuOQGk8a8jADflxxaN+DwuNU1feam0wl3E/q
Tf6rKAzpbeoJ3SklwNf1lgwkQwKJYm2nwnZ4j01W+w0ezECioRG8lG2IA7w8YcPl6DL6qX1byGw9
39/vb54rDQ0qnQbI579OmlIyfT3zdPzX5Gm4FKYkuWPlNd3vR/my6lCAM1kC0BCJ6BzM+eefdm/o
SlM0ccd2Vkl0eKo4p3qlqW7jsPWcQTWLG4nJe6IucVyjpM5piYiyZ8IkaXP0aYej5pUAh6obkOIm
Fu1anuKb6yQdClykUPmuBRBH/qpD19Evsrzlgxpx2n0LM7LDtdhN1ibCrktZx210slBzpNFn+eBF
E0nT0YZO9ms8o+Sx1YwdkvYJtMOKfFsEd4sCW2BLcocjKqfLXTNkwaWX0lk/RlO2qaPOZxpP8Xto
WPhPagMmV1Dn2vDUvP4yCQykXghdUZrz6L6kLbshnMwI5okDTMm8r5oufZoAm+kLLEvDq4kEkrgP
Z+CKM4tWsUWdcD5YjBM97BkB4r1m9Nlabo0OgK2Ps62BV0S/UKvW8N06qQZUpVPBkhyTnp4NNNqu
tFurVynH8bAGdyQR85ZXfExOJ8fdtBwHs+mXfcZhzCkg9M4I8bGubdEfABDrg/nepVI2rBGh4cwy
5GXSLwsZapAtj3RKoMuLk61PdSZcUtoUXypx7jIogoGLsNrmeqik8FJUPJxi0xDSpYiRxKsh0U8v
9j2UenNIAx+rXYV/ES7+cJnHk0BxaAD7JPsqbaRd0RERYexoxo8RJrnnoagMzeL7aXT8XljVieNh
/pp0M1J2P9pzhgSrb4xO8Nw+TzpEIg7d5aqb66fyrPNuwdz4tGejy+XfB/9ENZFCM4KCw7kTDW3V
WMCigX6GOkh2WQA8JQ1jjpRcDDsEfxXA6C6TwsVE9qzBOEC59MKKpgzR62q7birlTB987RwvVdC8
vm4Fl1M9LZM4OFMGWbDnshCt8n2kOuxp3jWOlVPpKky8YBGkU4M0B62ezAGczJc3Vcu+CZ8muRNI
RVArIQ+JVVRe9MkiHArxua/HdT6U0YNYxX5F71Tc38AQyrBYIzNoo2HA7JxqXmfXI1Q1Vy/Lq3lJ
DJdlTu4Li53ispz+m7rzWI4cSbP1u8ze2wA45GI2iEBoapFkbmAkMxNaObQ//XxRPXOtKsdu9e3l
NSvLRaUgGQAcvzjnfJY/XbIMjVfrQ0rY54MRM+H2U85+krXlifPAI7Hbvg64gZ9rHP3FTGDC7HsP
c6ucmwKOA8wIw92NqTBIYwpE10JIat096/tlhw5MNaE5mvqbBCREAqPUH1x0BLCEgVrbLiWJG9QR
w/ew580D7aKspmfOE6II9Nhv+hbo3jis+YM5EepPUkCt0Q93rnCJD/Bh/1a62eakGD7Exto+djgS
npg1VGzsR2bXQdr1IKNKpzc3SCKXfTwmdyPaN3yZpY+Xwej74Jdq2WLyqAnnLZ6I6N40wA6TMJOL
B1qjlyRqeMt4b2Rx92A6DILQG2WXuoudkxjkzmUAvFNykWc+fOO2Xm21aW303ZlP3DODQ2dQIDw7
ezgw6v+Zxut3ctDIFR/GOXhT3FGPoPdaNM8jFv0mI8y2nE35PhideSDcToMbj18ROFr3yjCJu9LW
DzNP6ijPfH8O0ZZgF29IPN0FqgwIJrNJRVgrNz9XleM8toE5K/TdCa78KccBzhdTv5bVa/xNIyhN
95M/msUt2f9fXuo+ZYjiQgyA87qflkrL0IazTa6ENF/buaiTfZxY1q5liPxg5dDdcsNZyO1vJQtq
/aXmiXrMAX7ZT5kOW8h2jx4OoagsAnJsgkoXW9o3EmQaUFwuN+Kw5dTqCX4Y+QRzokajXojhhD1y
YKEPEjjeZJnySC4gqYvkzORE00LajsLZAggu6/dW0Dp5pElt/dYvg+aTLJySEyNJeI0IG+4GRMz7
SgtjXy4zuwzT1jfEty0n2mziwRTDOpmSC5arp1iSMDAw+exGuUsN/apy5zWnc4T5azmhEkQHLfES
sb5tw5mDK7RSQtpdURW7EtG0E2mG2T+sPND4fZvBJElW1std2/RgkjUwq3C5Qoxh2+koK0k2IP5K
RZOd2Nc4LHFnqZRudmiJBksYqDnpS4297OgFyROSwe4BKXn2I53c6lg35SUf+ueA0NytW1ncps5H
u+gPGMNlHvZwzr5T7fwIbF5ui5g+FZFub/mqPe5n2z4uGkgndujHBTSoWJv6bHS2+JbH+s5ZPLa2
SfZu6h9M5V78JCAdCUichvK0GskNh1QSeuMU4VwARGcCv3W7Olp6+z1JoLyWjnVnCiw3g9Pu8lq/
SG8AMWcs58RdbuokLnmbNi+JMOXeWYtf0Lu2rW+9B077aaTZS+DMTuheM/CrEYJnD1EYUTYhy0W7
flHfPS5SP/vQKneCVUdomQJiXNuSv1ETRpH3yaXlHivTOGRG+NgBNd+kvHgvTPtDZbbkU7AH2qgm
T7ZIpu4wJ3KFNNkTaZ5cKD9LbG0NY57WtbYwmQgGGliojtXMrgD9Ll/BcE6Lmxpbi4zlsKoauJA1
hCEWCre1GeSh18VzOMiWHc4gDyheRVjL/DmZ3T2ljqZAcLpo4TkZ4foQ2ZY8WWSPknDT3BUYMIJh
rqiEs59+mtpHqje4PqpD/X9l7PwoKDzYfVRi+TGUzvDmDKTVxTxnF9iE7YZoyZ3ZZnzriwgObHdA
+oIxnoS1PNmC0Hmzql+MdTprT4HNJUF6z/k8biynC5eW1C2yXHRPVA2mpp+9Zi9UXjHaJWG5k9m/
1UV86lUZ77MF+inuqgjuYrO5Bl1uHGcBpaau6RyT39+WXvniEcNebWzT4MJU3jO8cwCq/fiSD+ZO
OMkD4JE8ZEqxhKUzP8Ce+8KzzoLRzpILYv8hakX61YOy304WJ2Jds0/zVMIKRfTOFtJsAhCi/bJS
depSgOTBgFhmKetfkLLSK0oy+0V7mALXjNEisUj9McS6PpOWWe18OyifbBD0LzruuChWyrKtFSTT
tGw5htFMt0VSXJc9JKuADsPVGXJP/LSqAFq8yVBj7NfsJqtq/6ja9TElxtOcp6eqbi/D2D6SzZ+/
LUv3kCUZdpeUqFSr9b/MFdxkk5byyGbSYp615pGbEV1sdiqKywVqx5ARRJy7j6qbHg2nARo8Y1l1
gW82y43sOuJ5WvulKWgu/IDUmy65zwtCPoRz0cv0YKXAH8dxurXs4rbw2mcIrVScTC0OxTz9IkwZ
g0q7XtKEACFV15fJGq9IEBg+ALB+uaw8Vy6KJc+ZJF/BseZz0fRu2MAhxMqHMbWHQFnBfKLK8I4x
+dvXtYHcmXyQYXm94NXw7iVTv/UWcIYcOB3h0iBEjGQmOtRgkxrU9UsAZpbOBgGS6hH0FxZBaYrB
H/eitkf4iett1xOUpUgLkmPwzgHuEIOiv8dTRjQtQYps/9ycOgWgkJlZBqjKEpghqdWNr8eHmTzJ
DaOLKlyLcg3TLG7gwcSA2vXVhttAXqpjhH/wmTuj2KdAj6S98meG7LGwAFa1DmIR1VbI5QJvU+j6
h5Gxq2QaEOz8cQAPVaN4sFMV9pO8q6mjSc2Nn926u7hlzlDmmpFYBe1HMpvnCYrWHfSy8eAkNvwp
gLg4g8W3iS3NTVmt17VsfNs0VRyZDBjKqjga5XPsJYcYCsw6tZHdmefMSG+8NI9wAfM2JjR2wzLO
CLuia7YIFKIJQlU2pV8soMF28dmmREc5hqrDVdvecXYUgTYVKPKuYgynrNLcwpvxCet2922a7cVc
5jtHWffsb0PHeOocO94tHVhVKV5jurYZpzlKgnsqjZ0RXGPOinbLROOHVU6nPmvO2hB7Uh6ROo3A
UHsHEnex7ibPv2eq/GJU8Y+8tnfO4ERMjiIb8lfTeE+zU93pnrgOXRXvntLbTs4vjZ9xdPOGRRcQ
2ZNt7wZLFTvpl/fMT8vdMk5NZFWSQG3Jhh3/VUzFyeUgeWULcbS/zfOZgt2FDEoke0pAxyFYuAuy
Wu5TZ4JMNKunrusjEi/bnc88jejna8Ejmldj8NmpLcalFMYjKttbu2Lc5C7ibDZDTn5+AYJsZYFc
TzamtTI5Czur943Dds0cRE2ivht8z5j2RHGxkkk1SALYgvV+XfMzeUS4i0AiTXXz5a2O2Hhznl8a
rOobqulvJNLeY26r70ioTw+OxXbQgFTvVTpUlsgOco3FS0ZX8pz4wac7toyLvONkdI++K56dWOAj
YUC4uGQYej4sMQ3bdvK870ZAzljmtiz8vA6OuNQ3GStkJFFsIAdveme8/jEOJInFbCwjt/af3Rk7
WIonuKmJUV1whJ78Sj4XsMjTVJDZZncP7G8eiItpbjEnABho9Hcb/KEaQCGk7phuS+mBjiTj1Ovj
OKqS9l4UGQvlGKhV7npHirT9mhOXHizKYekBSpOh+V0WT96mb9xux7rloenyz0KRb7iK9A7aH/UW
ifpL6PfdL9ssHypWneHCHIn0k/a1N7DAd2v7o5HzAwGn9rH1V/kizKEKrRloVhlDFx3NfjlNs74b
PGfYCiuZdoimgFp2a+WFftp9wMG5WGV7A+oSPYIW8VbS9Wx5X2XkyXFw3HDf6fOSTe/DdTNaVyvn
HOUIQEjr4gWoRbaV6ZLSnTZf4DKW0zCQaOml2V03xHcAZE7zNI6E2+Xs+q8Q2GIlwEnYc7ExVQsB
3U+tTVOYeWhYWkW5ZJGeX7fbQV69sn4+eD42i5SThYgHL1orUV9KJ9chcw94bfVLUwnIb51/byR9
emP43XpqvM7aVRmXeWlMEZXunNzIqdsZRXwE8rdnMSTegSSzEy/FPqg8niB/jvd1Ke5zH8B0v74m
0/DaBFm/mVcyvjy15zTbGkNA3toiL+DHH5oRTanVdhep4yhwQMMVcHt4eVHkXKFeY+A9s+23N45W
953hvK11cBeMElitYR6Vz8ckfGL2y3GO8qR/sbV4MTNCsTufDE0/eYR2+FiNK4pcnb1jW4ZJyXMH
ePoylc2yaXrrGkx00nqJ/K69WQxFW0IHw6t6lw5/sI+8nT2qPTDsiDkGYeDol8ykr299p2GD7RK5
e7GUM0XdFByROT2Ydg0THKo9ExOgKS0QpWp+rcqKdLvSjBaTpnYpiEyczV9Du1yf3RZJlOG5Edkm
LWnYiACaUMWWQc9KHLFPj2oVDbjqeXZ3YlbEPRfOHLzQMA5PAQbZctMZoqi2AlUhp0qOxahE9oLQ
ySkpoB9dQqGbcB2Csj84xURaJmLyhyUBNtw3SEFCoXpKxk5m8tYqVcM0KxtscYoXZj5wRBzrB5Mc
51XgxzoII51vB4C8BDss3vIKiAXPEMD4eENOgCh3mTNa93FLrNBWIRVzj40sy2hwrMIntC8h2czo
5zFqR/O5mdLRvIzO4D275BHcw88BD5asd9qKnwN/fSBLxPhclsXedv4H5127yddPqfTd7CkMv52V
n9xkBctspnle7tDSD+8YEEbusF6GQYwmK8Er9+BY1bjzmGeJnmYhT29ikTwvtkkqH9/3spSPYGTC
Uo/31jWbD9HJZlW4a6vAuVvSktHH2uQ31iKKeAOiL/500ry4S3MAujmxCHlDWrPO/e3a2Z+d8slI
tOL5iPal5WxvZpu/pJ2NIbh3N5iK5oOak5OWELFqd2numlqdp3H6VmTIVvoO55vyrPfab189L2MI
V9aMwtvU+8zhD9JzxACGk1yfs2Cg0vfSb+guyNM0lTEdKs4Sol2d13L1y6eqTd6sigeWe4Pc54Kf
yRaNBKg7yJCqr4Nr2NQDBE1t0ngmXSq36QTLp0rqg9dPRyG7x2yUd4MmXAvWJrGc0vlsipxkVJCD
T2krKniYy1h/0JclnwTO+PeoZ4C2YVB/TFqLyW62bLJ1EA67hPmRAeV2TfxTOiMNXyZi9oVK1j1J
0ZxnOaZQFPP5xagT54kH/KNXy31GNX9XB9dMWD9oiijHP/NCI8zENWax87SCrj/yWoQWw4v1ua3o
8Uqt83vPG9eTp4Nv2qjFyYdDlMj8m811ODf2FT/nBfpVkKceaoq2Pup733gpGzr6EWRlNKdD9YLQ
51qAV86TmST8CK4J1JFN5nEZIHktjjvfoy5Kvwj9cr+cyZleR6zIYTnYr50JgDnNqvIOVTd1ODLo
G6AqE6UEW3Q4Y0aYd8uVzGydfTWNG8wYV0QKMcSpyRK/J7fR62+4LGzQZvXBZrvcKqd9mLtm/mhT
pk88MbtqgShhFXAiWY/UkYJIepzqYTySYE7K7RS3h6Z1phe5rCQaqsB9s8zBivCqjyAOtLmzA0J5
Qs8aoyKoisgLCDZnNBTa3WodJNSXzbSsRFyO7L2NVT+5U5YC1JTFSRs9rLWSvXB2DXjz0NuEyu/f
5nX+lct6t/oyjpA8kYE8WhYMUSnhr699vl+nzm2eEmVUYltZrroZWs3ESkLReLEdQJ8WwAZonEGO
HrBGxze7BqkigAhA1i3GnoQs5meCIIh0GO+RyTEZc9zyOBVxvR2QYJNxrJZpNxltfwDt6m0XwNyk
k1ulODarm9+qym2Bh0JpD5uUNLTGlclm9ZPkyTMK56bOR3ClFpFQ0infMdmm73V/tWea/byycvOM
Dyst1A7UifxJXobJkkAupLUkmfoIgjy1L3kf2xF7dCjTyPXMr/Y6aaZf6vJtE48UKjw7CFEXK825
IVc8XFec7kq5uKytK3etHicGSL43NKjUFlt4D0iTahL+R5sb8gCFkkmFYGrN8z07qLaGPPjQxrS6
NCc6Dai4/aSNT0jvVXNETEZarTaY7Z5MSEL2T0xqE0/vALYkdCtdq+85/+b8JoF9yVuzGGTyGVh1
tlwMPbjZEe5Gn0QGa4XXvhr+2EqQahGN4FjIz7L81tjwkmAXCSaLQYo5Gua+62LpHHlXuA0tkJtk
T0Zlu59JBSCxo+FPDthOWSeorujzI+XpisyqqvvDiArLfygniryTHUye3MVDX8yHZqiGb41bclPV
hcv/WKZF5qAOF7b8DEI8kZ9SJMiK8JVREnHTW6gET7Nay+pWdvZyX65jrnZyNOQB4IcbbCAIQpYf
mTsyz1bVanxWXQVltzL85udgid6+WyfXrqLcqWyHVZljJNsumcWyU0szdgfG8hXEotQ1RMTysgpC
3lyCSc/UBsVJZvHgR2g/+faEtaXd3ptaPKz2wkTW7z5B+e2lNe8h5D4uczG/NTnj58D8EnPOoLC/
U0W7m1QP02xoOW4CsztMjJgfNOPWrd+n5pmr/Z5S1abT+NMfCEUqvFm/9yXiW59p5Nr7DUUQszs6
LuYN0TrT+QzLTIZRzsDl2sSnO7tpPVrN7yqdSSoziHUMraQ3d3TxyDgnqQuEeD+ywD9MYia5dXCh
ZE6QR4JlR+pEd8dfsZ8YmRfPMhidVwNeyWF0lk9CVXh1p9o7EGYxR7RQSOLLzvJODd9rmBeezyVm
TBn1Cmx4gaMnCMq9bQyN+wCr1ve2WI84DRblrvvennAl1e268Ii4XSUvo2fUn4k9wy8o8myyT10/
V5JZw3XdujNnK58PeZ/R0Nvwe/xtnQ70BbAiaE/oG8eR6U4Z7JvGX+1L1uWAoLqWICjk1C3qSjl3
rncGMN+jHq6tutpxw/j9Tk7TYpy9qhfOXTxOnnuwmgwkuC2QGMS1JpjZnBLDPc+tIZsjlzfTpMRb
lgZOMfB9e16HbAzNCFtY1BzJvGu6wSoeqJgXUh3KtZSXYjE4ClyE03IHIZZNlIExcdjKFt0qBUx8
UdiHht1SB326Sx27NThd/MQPkbg28lKZepVPhZyVeQ4Gp4etmpV6PvhgYNsu/OcxMfn5WH3HJNJl
93Yv8+qm6FjrbI157GHOyDbpdRi4lSFuAre1sgP/MvgTAF7l2RwAxg5SAfqyFR2W5RXryWkqXolQ
dICW59C51CQHEUmECvPrGNRBJNXSAjQTaY/2mDawLBlv3JN9pQ7oyObrzue1G7AJhdiuA1TUbC8T
6s5bDaPuyC7uV+Dpb7xSabIowM+dkusdh/dwhkiCwtkvCYUO3D1yhavyA8tALZ1hX1mNjlKdNpte
KHtjdgG1EdbAY9pjp1DX5fu6sNfaOO4of4yEre3YmcdvcW315nWslr5VfZbOu35GlESXr1R+YARN
bYmPYL3Uqk0p6jLuBaeX3bm8alPDtHSD22pZl4OV+T1NV5A7tCGwU+OmWPMt9zKVe9XX/fN1rbIb
iZZ6W1QRcJtLv/7qRLFGo3IuSVwUnwupcA8CQ9nD1Gcz+ZwkgmwwgiRY74yn0SKqnFy0bIc8w2WQ
U3oZM68+3qxdQJQQLqdTxhHRnRYasr01lj/LROTbIoi7J0tZdDUM5IBXq1XPtH/qe8BFe0LDPXwv
snreGmVA9npt15vSc0ozNIg90dGawYiqkX4/a2VAgOxldqrNeEFIbs/3Hvcdum75za61lW3Y1Fqf
JVMEFmfeYG3ZcKwvBYvW17SQzUNhem9yZrAzm5UfVcsUP8Qx8v6ogD1eQavjZCDf3bPq9sZXymNY
P/h3OIvmmFEe18lYobKldV9MBAIN5d53i+Bzhh+6b6e5uZhz3d9CjyYumQkl3bdDHnp6Pe269NU0
YuAJ7fipAG5HSP2OXhYDEVg6opgNOdwGgydPyItaNkyq/fCyIou3ZmdBVVX1dUZKrFmzY5soo9Lp
4mxLFqD9OQosLhsR1J0Z9UXFHVbMLtHyHuGDYR4Li7Y/z+4DFndvqb0Ob3Pp85qQxoPgX7qRpnbv
RslmiAKj1if42SLYrqzMbudrRlsv6umH7XT9Q63T/l6o8ZSbHnMj0529AwMFplaOkgyKzNyxU6LU
tXxHYu+Hw+p3kWzW+ra3E2KlAd0zuURcqcmPh3Jc5aCEXIQ6CQePTr+nMYnQIm0M1PLstVnBtqRl
2D75DRV8dMjk1oDmzDrrlJkhTlWLMUllzSjPHTJY0MmaPCq+v7Wk7z1Jo6YdQFG5ZyEZsNRLY2uf
lkDHQ0+UxiaZa73TttHdJGJSnx4849u8mH6ORh0Alen0kZ4m2VydLhngNWEc66pZjp1LIeoUgXM2
M2ZZsTacvd3NGYxFHdsPi+XN723fWsE2nrqVdHPDecTeROWh2jLSuvZvGeD4YdHEh8nRB/o36GHG
CPvUWB7RhIjn1a2HB8VWjPI1g/ibtcgjAiPfdWUmv/Wmc+3cYkceE4c7EeND4z3GGQoAv8lLaKpT
cGhzINVj7jGhywKcKyRs88geizrV76jpmGonzB6N3FUPwgZ4kFL209H2efE0ytkkINxKbp0iI0VP
WilzHNe6Q/v/WrjX+apZVfl+dMxsazRoC5DjkRlDgU9v11uHItNyH6fFeK9b0kA2VRlz/6fBT6yD
/Y+qqH+WObk5qhvHjym3vNuuuRp02hEFqtePfB12eiy7F0BYqIL82UopbPLytHr9zsckFrLc3tmd
OCxxPR0dN9FMS52TZc3dRnoI7INmfe+tPI8QkrxUVfHlDMhMGuBhJtk6oVMbl8a5Iv8mjV4wtohi
NzqgjgiDqmEnqmt9I+DC12vdbpirLJeCbrwP9ZI+Mgqvz4tRPk5UzpNfYUVqetoJMbKOhP0XnJrF
4GZ1VlrmpBJreu4VJIRgmpIzOo+BC8GZGMwBL+CKGVY56SdtzM224BCNJm7iTTn3SKmMIEpG+9nD
LUM2m7/D2JRsWQgCDsjMl8HEmOJlOVH26/e2N3sgzSUk8Ib3USbnzN64cn3RfjtjbMtmJINVr9cK
rqSfnoSugm9xFVcMLPH78TdMGKL2VPU5MDQag3HmTRZ2Ti3OpaCtbqZZPC99O5yscV7PCa/nUKVj
cYA0mzKEX/q7vvMZKJEbCKC0Ss9+4dWbFKHmrV+2zNAZO6+2b+yZKdKE0HZtal+i/AsIR827qn3O
DIFciUM1AsVO3BFvwZ2trTxaRUXMPrOXm4TMlV1jVIwEM2wWZu8F56FWvAUBuD4asbde9Dp2L05M
E4uPqXgTrjiuqzg162hgosmb5sIUe2MM6ntG2Nv9ODrB2c0rHGbEHx86JfqX2LfNs+oM/9IkHVlr
5WScM9ElZ9OspxCr2YheOTfuUHiJmJCkjq0DazKWPkm9cYa8OrQrIkIcWNSMjc54QGURrWUd7CxL
EE1rF85wP7q1uPUz1hYJjf9zK1r/PkZxGpUmszCIZ6TpT5jNHg2r/fBlX1/6ktfhrl+n5uC1jRtl
9ppvhmUdPoOBLX+JqDqkueN4rqyzu9B63ayMuR+TOWUzrKukMzcTo96TuFolryUjG6BmiuLOLLax
4S17ZibmyZtJLE5jfoJaIcDKZyabO6je/cldlqANYSz6p6YgGoold/N95aRZDjzVwZNqihL/U1st
29TrccUNo2gOK8ElG+IZhmhFrnaovHWI0CZcgzwcpb7FV5g8sw8fI9hEdE8fMrkzzosS9ilhpmJt
5Nh5L3ZiGb9Sfw0Og6ImA45oGy+t4/YPs22LlzobrRtVe+qkB/0t7/zqZqHFepC5o05V7DaPolor
OIVJJY+u142KMbqlq83Mcmwr64nO3ljWG0b7ZeTQGBrhxBi/OZZuzSmPI9dkfp2oCUbKAJLZdTGS
bRqnrb9WAn3HKLB0DJF5KH7JIibvaBa8C3yfTcMwGNw2fTDl3PIYgIKwbbL82WpXxw5RxVn+Nms6
hxrY7M9D3xe4tzQ1W+loNGD0jTOSXw//0qA95gkaIafLhLlYx+ZepHQLz9XM6eeuKOMAdEr/rmOg
lyOgMZX5aqOpoHjK3eTk1zU0HQLd5MGqGTQYLX6zcMGgVG7tZXKaEM8ijjRg3clPY8iBo5BtCIsv
LU6WJIhG9nN3GgLSJ7aOXNhiSH1pA3aASTnVN80s4m+W1p/pAs7Ycdh9Fw7n2Jxll6Lwllu5GMXO
awXBtuQf0yXbzQ/bn4+D0ULICuDHeON7xk3ONHHJrE3WpAT7Z0AnusUuaGzatiJgpuzrOwfFFCGG
ieLUo9o+mLHoYGzCzGOvlEOpsuJmbyZVh8FvrRp+Jld4SJB8O5xc74sxXrZTXb3vHWeOcCn2N2U+
qY0qweLQGTAuJBsoJBuI+185wS5dVXW0aBo2cvG/Ai9B5ICYcl/hFfyWC0gjAV7VfosFTR0YR8FH
ihFC0OxeQwOX5J7PGx0Rerwz2O8F7encTDuNEWdXpJjmhOYiiXRot5othjhffXHPU0PvuXWrGWJe
LeobjRvz3scUzFR+TYQ+ca6yo/XYHlNBMfRiP2qzDAorbj6f8MQhP/ZJTY3O7xlRzyHNArnqDCZm
SFRoSJLD5EqptsSWTFGCsGTH+A8ITD3bjzNrxh0WCvZDno0Ia3G+TwTLCF7+17vPcrwDHdbwputs
PpiyLSkc/HoOcTO3b3J0WKi2je29KQfDMMqJtboZYic/zwZG0pCiL2bnRb+cjMa0FVP/kEpGmn25
MgMd60YfMwaw/0KJbV39CX+VXKLSccm98SR5SmjA+f0/iaSbZhzsSV2hQ1c5vfbVusBIcN386gZF
1GNTInBmXbvOwYuP6+wPHyzrPRbBQ4/5ewjogg9zHJfcsUuNwJXTcLkP2EhSjeEehbM0yNHatuWQ
ip/VAA5xW4Ddnv+pH/63jH0ATfjvd1zJX5gm/28ghP+fyCfodf/G9qd+/vz6+RfXH3/+n64/K/gH
6nf0e9e0TVwbPnJbZETDf/6HGfyD7AybeALHIg0LmsH/cf0REeYxxcJAb1FuEfxIuMb/MAjtfyAR
hmpI9iLacYl75d9gH/wuBr76zXzyfYiCgkog0a3/9c6cGUbiU+bxipu1YT/m6rvA6NKDWCiIWL6O
t9hEp4c2kWI/jARBIBB2Dn/6sJDvrTim/ybP64/vwXPNKx2GNJH/xaMlXWyWlSL2CuCzeWi00d16
plDnlsLtX7gVrtrmPz2If3wpPld+WoKGeLf/5lagBO6dyQgEkt+GOXhRIxatu6s5+e9/JPs3kbVF
bhLAi6svCq8CSTFXvfefnvhiiP3ZN/iZGky50aib5UAUJjh6HG/u7exVOf1A3OUy7Mg9hsuFhFUc
O7Y7X7zC8hu1zs5zjI523UpXtaDEtBs8F6u5oJKdakTFHfIKjVndTHuCOibUSq43FXATRcc7ZJ2v
CCuwo+077zQHNTXp1dFSmrKPkm6Yf3jY4iJMeQkqifyKhk59j/W+tS7OGml/RDRkJm57VvVg650S
MLU3VOdeGilDt/bJY3aY/guHzv+6OqTfAQgiAYpfDTC5f/3QFmkRlSiMZEOUzJfL+2sXT6I4/f2l
+Y0h41k8hzyNxPYQAkXc2u/6964bZysTBS02k+CDYMh6XmNW8it3zwvWfZJBBZv7qyQmPwSJad7N
fkUmqkKuXpjDuK0kIOvBZ8nNroG66u+/v9+sQnx75F+RmkQSi2cQK/nbE6msYihZNyYbzZty2/Zu
QUqDMKZd1ykYjWUunv/+C/4Wv3v9QEzb5Va9fiBYk5zfvQfVAnkgXkVoNVP2YlaFn28QA1eHBEfq
V1LYLaJsmrRvHnEYDaL7afxkLuBmkZlnzkTR6aQnawjiajcVFYTDUiEI3+Rlu374sbbSfWsVsPOQ
nyM4NNq28//9z4w9mQEySdowDX6PjR91nQ+I1bhxjOpFK6ZimY2CkrfuDRORH3//eV1f1n8+Q/i4
iGG7xgFCiQWicL2L//RoC7QHpZYeNodCoke0NfVYXa53tYjlvwgZ/iPK8PevhTHcDkgetK5mp79+
rRRFuHBH5nj1RBZMVJVtkO0mHvDIKUyxHjrfJbomDsyeaD3HTlC9qOB+SVbf26DKNB1W7YnB6toV
8EJMLIsvfbB4CNNQHIFZ7KQFFZDtz9awSxTmRrCWtwkdzIiWOUPabHsVu+45m6Z7ug5FHSuRD0RM
/AeiPOLeIH+hmjoRNmS/3g+2Gwd3/CY7Dr06n4vjExRiD6I9oQigVmZQw0E1uI2GyJmlxm3PTZIe
JrDu/12q/F/t1L8XXdfbGsc2FjjSNKm7fr9OhR90WOyohMmUi7uNaV19Sb61MAfwaTteUJSrt4QZ
HbvyfmCuPplMulnhBHcqWHMa8N6pQ6QC6lM1QfzWV7V773a5e++5k12DlZsLa6dSZryqyUhH6Tq/
+Pj7e+03GNgfzyZvegtfENl/2ON/qxyHUhUTvSHvkbrJq52z1hNk6rjZJv9F2ZntRqpkUfSLkJiH
VyDTTk/l8liuF1SugXmOgICv70X1SzltOXUfutXSvW0SCGI4Z++1A/TmepN5VEGhm58JpxfxaANz
qRwNmbPbJ9E6NQVN43RyL2iRykfL7ayY4xLdWtDfyB0//7HH0/f2wNndAnXG/OY5+tFvTfyBeWab
WAt6M7FRIHt3Rq/YfX6VbeV8+0mYOvsEKIievSGrjrzAMGfcFAIVkp6ODmdD/eDK6GnDU6sF6uyV
6G07K7X4R7473H5+7XfbpW3xMBz2a8wzfJLHmM5xWKYpQ74eiTpboBRY1MKzbrmxnSx9bFNZQZxk
eWD5xewQaZamoNzojjzxO96vEfwCH76lBboe3MuR/RG1vaNJm22Mlq1wZcaivyKRvAvtpSmbkAK0
e2Jl/uiCmAUJp3NxU7ErfTsPqbWZJksf08hcMshRS+ueC7cfwlbRm1DCq0+sSe+HEhgyZr2NSk/b
53jeEwybTC6CJLmqR8tpTE00sp37zwOWq7ANdBzQgVSQj3aDlQrwEM3cVTbAmxpnTF2oHrwT29sP
7wXPOqoKNgaGdTRgZ7/xqB9xL0HQL5GjlaigdS71+dD86CqeCUGTLQ2H52Mfbp0wRYN3hB3bA1Cz
yTbYOSKtTnx8H17FBw3PBtqxKUS8HQdOWmPjnpmOaCdVU+gIqzqfBdioz2/m/Tdu8Zl5LHm4FCEZ
Hj0y3VS546J5ipAO0EHGbbbv+FfPyqIkVQfi/lNQIPXBp2+duMG/d/B2esH3TroOCztjA4jl2zvs
1GyBCmcSW3r+uI5K7EH0JP1U2dLs2jXAL1eKNVoBAO6l/XOsggc2QUmUJHl74qPb5sujn0KuwEZ2
4djoGcc4fkeZ9GWRi28PG0V935IjbdndeWAv6gRg4e9Qf3stDiucRHnWBhuoY1w8TvRBUaRJKHyt
wRNfe0Cxu0ABEHFysCnqU27x9vms6xcI6nOEwlWRXNVWC00fqnr21InZS77U/JU7ZctahTqABY1K
TkY6kRzkyqS45qKOAmssiIGalgn+hlHScx+lGv+v9SM21yaGI6oK+tyjPljntk9n4sRn//65Ylpy
bBOmxHZIOyaRKBra85KYASEjbKublOQ6LRXyfLXc+sRX+X7eZPtguYxNV8ckf0xB5bRQIcqE66XV
nf4bb5W4oo6L9s0M/rR9I07Zu9+NGFLybJPaLbsUxs525/9sTQOnrq2VhLhwWeiDFloHdIQmrBFq
o6Gfihk8InJuexNuivM6azDan3c5gzUaGuQQBS0Ac1MZ615zIZABXqxdlewxHen7GRU8SmHfvJNj
MBxg2uhxacB9+a/ThWsAYcZ/yI7AhKL09ratyUch0zN4vWnpnk2gjpi1BvRB/UCcEKXZZD1Ule7s
DDRmJ7bo7wfTNq/bTBkcWt+fWdG20ZWUPHLRlXaEOgdzLwEkUaahTPr8No8nX9syaAFx7KBeGxAO
c7RcyaTOylGj2loX8qfR0KdNPPMUSvfvUv7vTMBBw+EUaG+HUIfm09EYKkpk4HWr48Zf64kSsRck
ZwuCNy2cFqXmcMOgWecTgMr8oAGJYseDwIkIAQydTpwWBAVFtshccGS8bhl1A+YgGhS0cLJZTd5X
JgOSrxuU3BS9G41uUBXg5V6HdW5vU1zB3R5HFVKaz5/e8YvivjjieiRxUFLjkzwaJBDKO6OXUx8V
HhKDdC2QeapMu6K63J74DN+/KLToG8qKjx8ohn+0fBW2Tb9n1SDAoSk8Vxq6hnYCD/j5Db074DDY
of3rxFDS3uWMcPSmiNpqXFlhcHSaqX9RFYpxgoNmDUyC68xfJqR9fqQHk7wnmrFlPp80poKsykYU
P0LS1AH4RcnHxUgWAh/QBjx7OfE6vT3XToyhB20M/FKE6bNlNYL2QQolVK4FgUCf38u7jTX3QuGB
ogFFcigtf7Oo/p25ZhCEfVGQ6lMVDxAjhx/jjJzUXnLvwh5tll7lmHeK1tFDkmFtdc3OOgEVef/W
+MBYZhFNc3rh4Ph2FpF15U30ljAWJROi/yTpmC9go35+px9chW3gBojiU+ZCRx8xFhIcWgjUEWpx
ZsGa4aBinfTdiat8dJmN40YmBFto8rHf3kwm2jwHWyii2lMJgbZIsOmLeuVwjzpQvQBdm74Mvhrv
Oi9XN01RqsdOudZ8NnRBV4ZszHwi70nBTjfd53w+Tn7XnU1Vp//pYT1eJ2tSubRnVz3dDwUUkWSY
YEuic8lxUmqOQy+Lw/kj9esJz3uXdFiEULjQvO2T6xwx+HNbNTiw5gSxdZSOSl2vEO79iAg0eEvj
PFUvCByVOCCIU3QYm356xQi8/sTnkm+cBdtFCzAFzWOVlk1M1w2TyedP8d0KR7wwJBcbjhfh4OD3
joZEuU4cfAw1IGge5+feq4M/Mveq87xP/AeZW2U8mGOrdkEeZK9JTQGlYYnoAY+s8lSM5jHzBlbx
tofwWNq38yebtaNXauDCLRpHRZZ5VyYhHDWiJsnciZZTt31cvGY1YzljEeA74Jh5TPXqFphXqVZR
2QtaR16BPQaX6QK24r0MGfaQOZvQHOCrb5ZdZ0oX5oasPfNWl6n5cOIdbCP1zXrEPEq4GqeBjdrv
/p05/pkZ1JglyYIwLoIejHwnoUveMF7mIACimss/I0o8UBdI2rs413MTX39mUPEijdpnCdLzJ/of
tsX6rMkTa//78cFvs6h6bPsg0zOPM4hqo58NlIxtlKLHlqRZ5Akud1/+cbqyBaHak8oJnwF1635d
lhonxOQLpLn0jS+7OcC39/nD+v8O783TwnbOKgflitIxsVNHxxdZS0OkKVwbFCwjHRxcOhQPgwpP
hKpmB5m0ZSNPwAU8hDaLxUshGoE6Gez2S50v+qOQrYmm0S3uazycOxU01SNOh7WKA03Oz4Y+qgfq
VMlD4th1GVvDYhDMlmFCZ0fNDSkbJRnSLi29bcdyqcK51tyWJcUq/AsHxcA14SQWuktD+1NbQ9XD
AXLI3Av8JHkSS6uYfLrGO4yGCH6ye0bqXTNjWbvMX20/TOvWgs4YZB4IAvZLdD2CunhlS+NfAPgy
lnAx2836QRXsd2728/1aALHc2Xq6muHcO1CULWaVb/TR03XfeFnzvXeYbahLGxlWHb2i2o17w5v2
Rr84P3uSVZnAkFTIGNDV4O4bJFZ0AlrSymLREg0cjU4t5is16VV+8OvF+e7Ayt3qclnzZNPBYJ5K
XX26gNBc9uFkzjOUvEkk3Zk5ZX5xXvSB3oRqQoUU1Sb1gjhxvOBxbBrkrHlRdHfSaodHBJggU1b6
c0PIcZQNBZ4L/O503J8sFpEuBkJQ/u7wen73MdlftcmYzVGqSz+jn782P3XlNjsTRQood7AFCLVl
6wJ0LvrhMrAaQm77ttV+90Lr4cTmDVaiQmMIW1OqmaRWmnQ/yqZC9WOOlZ/vxdSuWsh2wXvFBay+
IpYNvjqeBAnlL8z8VIgR2wmD8RO2RgGl2BJD9aN2kAeHYC7X66ZEHnY2SV3cUFBqvuGhKp77ri2x
fiyDgelD0rPbI98ldxc1BWiAxqKsfNlmPSokz0rq63YgnjdWynQlBewEz+0i6/omqPvR362Nxe5B
x2473Ehp1UtcoRZip4NzqEHIKoCSALru0QIlI7equ2tg7My2h3bRWgErSz1K73dL8jTV8NbEP9g2
5QYJcqXrRgC4A+OLZy0eLTqrqb2zyW9c2OcLdt/Q6YdSRAvdgbgvCwx5YnJyI/R0AQOorEpr2uNH
Nw/4nYbt4UHKAKIiwEmTAu0h+s3nMrabcbzU2sDukQgiaNmrOhEPHRpDOjZ1kX1rh06Q4byu0/ea
RHZAM57qs710veR6TjgxXSFjzB4nEx7xk5z0RYscq5uLHVmTYIf6ukxBKWV+I3f4NRHvNg7n7ygr
DaodkEOC4ZJad/eY44jSI9T+WCvr1ey+wnfn+M4ebfmtJt+7LLvRrM4QmUwP6IGHMdI6tvr8nLp5
EZNBrLdQ3niV4t9gezDV2sHIHe+FCFT5TXU+TIxtD0YoqIODPXQN4aDMXIPyQeqLa1+WiyvMsBNI
+jARBdlZVbIXjfKCuTdcbBvnlEA8NcbEQKmX1skW0BndtNzmytaRWnqDtC+6rjL1C1OvanGpY3+j
51oAv2mVb8FbmcrmLjf9pD3MnabcmC84sC5R93ttxBEYqEQycP6O+1EEZ0IDYBbWEBgQz7uqwrjV
W9MQ00YgL6ZSdEjUXJABoo0SLWNeIPMOjNTw9vgs5yXy/SX7pdIt3LPxE4Tsbu9duE2gXZkWBcNo
0ZLulbMVoqoEXcFtleK9ien4sE0u/dr8mWYgOSMLlhOCloGdSYhfK7uGve/vlhIPUcQ0UeBM6DII
alraFMle+l7WHfQMHCL0q6nuznW9zh+FMO0sdpqaFo+XWKUVMYXPJYhu0aM3DdRKTxk1HWQJBDNo
NgWMTGx2Ay418lUsesudHHHSICOPUMRaECJqxGrnqi/1niwOp7nz1n75TapVXu09Iaxvtlgysl9T
i8VjHvOgiEZlopjGAoWkqR1WhOwQCHRmRq+R6JzzCZzSWNrrbeMP2av0Kn++cgjmkecCBhjcPDHT
48kDjq7QV1AIxoXUUbjqLLvo+/L1z9q68z1Kcw6yZuqkQUikLZvJZY1TzT+bCtkjii0cWO3GNZUo
B/vadOkNuFixT2F4yHeal75qnfdaO9oZ/LNsVyQqrvncoR+oXWfDMCvlQ5N7t0o0D/5GFKc/ia3l
C5HrL5VdHjg17uay/K3nxd7U7YODFJXMni+t494AQ6dtGVRbIgMybFIjnVaGrgrONloVgtXnkcXd
7sbLxUiK+7bIb2bQNo5bvRYedo6hvV6Nl1YCK6gBCP40hAhrwzvY/AXYLXv0Qbu8xo9RKW/v5X4J
3HkweKr461YLEkEmuI0wbRLre4pjFFMSlesu0b9IxOs1VIRM3iW43kC0OIE6p9dwSSWVfxdzkqc7
pGRUo17fpomnYr3vz3JvfJBTvUfEGBvQm6+TuWLaBVVD8+6rraqD0Gyo+Kq+R2H5zH7jAS839UWR
zd91lJXn+uKdtcv63c2cXT8G16npXPL+7wiLfXQQejo5WItSmHd+l37d0ApOCcLp2nLqAfiVG4Q1
K90lowy2zvyHTIgLj917UuPurFPxaHTptZ2Z2I7VvJ5Za3YYleXTnZzvwSuczZOGkBmQyKBbj8lY
/DCGJuqFCTd06s7AlO0TmjzQMJq9Z1jflGbeGjiaCgKdQr3V782cEJMgaSLcV9SvtdjjNvFJknkq
2uzewjaWFb6FFA1VV52tu16r4NGvt27tfJuM+VnrcY4AdNOKn4Wofo0JDS41Ntdmoa7SotwFc8Z+
qP4CSEdGlWYcitSwvvs5L14tcAS1WeGWBNOXLJfzyhENQt5s6r9aBtCur9ZfufUdqfvZ7Cxf5pQI
AL6nULp5vLr6eSqd/m6GJzhR0HJb3MnmDIkFASUy8AWaByWBM6dHRmql2O86MbyY2tjG9ENvq3w4
bx1GRZHqkb7KVz78L/jRKsyqOJWlxxTXt+pODrByE0v8LGU5SSCMBb1UoyalMlQequ62uZ5Fp18N
CK33LMz+c8bQsQ/67Fwjozj3l/Eclp917nfDVQlvsvb8q96x21C0qIUrS7txixJb+OaGbXN1nrCP
OcvG8hfH3ixa6+F3YdYPyB3BsABNGccfWCi1Lhw7fCiHGSsUIdTCxlfftG2Cet5RT25jad9N1CG/
arOCqmEa3gKNgj1IiuC9QB1QGRjvA78zARFxVGQPyQYriMW49DDIsj44jCIDMqzrCyScbDRRlrsD
mv4wQ2hvIXUU67dixcccLdmSNzGu52CMhmwqbzy/d43d0lM8q6xtbQEY1fLzPNv9HczYWWKraGeS
q4dWPxNFatOw6DQjtkcj/5IEDir9mq8CVg56G2yi/iZBCpgNXjFrmq/Y8XobA9y42ju/JqglRAoz
sN3sjBlwQJOB15pNq584WdQ9iDTcLjt9HZB3U/admSN93HQhd238qHW7+dqbmbqz3Xkq9mWaUfgX
DfriyKjg3SELWaHS9hhofmU45b8jlUwYu1bbf/UmPq64r0qwOESwzExfm+l+7iy4jxN1oQvRgOph
9KxNFXdLwbaxzAThf7m3Qr1pYRX00VihUQe51MOpViwuuF2AXLIOEsSq4X1YCR43wqa0NAwIvTsh
/Zmlk0eGrdiGOMoYfnajrfhXat+9C5we4gZKBwiDA8uJCpHdg1DzJkTM+wyyuh3WoPb/LIlt1Xxq
w+SEaV+R+tsBVZKxNVv47zVvZnc7m2UNp4mi13TZeytysMWYrDurQu1x0zPBAt1gj+btaEull5Bs
ciO29BnY46RJ50/R9Ly+tpfpsz2hbQ0dr8pejUAzANmUYnjShDFd4U4nUgbd00L7MZE9t72OukCJ
OxbXnl+ztLuF2FwQqUdgMJi4FRgz7IM+6rwenN4adOMtMLygB8hprI9VgSAqRneRPHn92Lw6Wm6a
OPQa44eZZAH/U+rdF5uy+HW5WEZ9qKe1ZlsGssghW3pr7GUNjkG4iujgL9oeL0nsyzSQjNAeXQIF
XB2QjCf8c0oeeAFhjEKowjx3qfVV++yV3XSju9vYXTTBU6YPqW3V5BmH09jqPkAjLA+I5FZaUw6B
LuwzysT8zuRtBlFirKzsvpzYvtkO1kRoaX7ShH3SpYeinvJvqWos5MFFTvaTX7tI6ZRpyVfdTttb
fSgsPmwb8BZ0gvppLoHnQXTfurtobRwUGAlfI0CLxv9WBAh1wnXxQbpWTTcfRssAq43MoL7MMaDr
2AwQZ8VOkeRfwdHLIKYiRt82d2XxJXFnyGtrsaCdhxgz3ZDdAatzHpr5lXNGjp7FWoXYd1PZXhte
n/UhjrHsteP/8M0FaFqzBvtmH/e02inFk5jOHmIk1N3jaYtbI6maH2uA/TGcpGb+aN2kvUaGJI0o
mDTqaRob758aG+evuVGvnAy82vDP6tEmWmdIfCpjbDs7GSeFmW2cB45ie7FKA+iirVfWXmtbbDJA
s/AJdevkOOdph3zx1rK7oYsxdMufFGd0EcNXCu6xCze3/NnppTJajvIlcqT7LGCbC+lLYlWDeyT+
GH2TwJEpxheBgyXdwV5gbiJCyuMQhJ0V1hrHUAjfs8jOBwyM1T7Vl7TbbTFxZegmAGPCIMgpeyzL
uODJzG1NYfZfgVyRPpc/G+S6PCdYK5g1gLoz5XXlQB/Lrb8MWgUuUzBesATCKO9xqwBDhmW0Dkto
iXq+ygctK3fTQghINAmO7JGVKr4XDODJwU851HCU6ODX0KTXf80ehtF4Alj23HZ2CyYpqDwdo4fM
LlbID8AUtFn4sVcwAMJUUwp+mVm7Z7XnXBZjTf1kmIoMiRaeKZ1TKv0Nx7+udAnikKOs/JmrCXBh
g6ylIleKneOoa04RVhIbJkO+4AMfLKLLuJNC/QT/w9yPoj5hZ1sq+cSOVht3hp1s8DD89qwquD9g
ejXpA07w8bEd8X0g2axJI6ViwZjoC8HCHUDarGKhLZ7YZ65LqMZsqODAmCsVbAbIIOEwl8sYto6T
GWdO6+sbxIE1Uo0ekNfCxZEez2uQ3kIS3OjEMNvpQolygbI2OZxFxqCFqL3amrhE9mABbaw5jMRd
NnnXul1o6Y4UJ++lbwChhyih9R8L85m5n7pBf5HusP42l6l7TdLEHg+r6r1rMbuZF1pzmnxdshwr
dbUM4p4wIEFw45gzxLA7dVVc2F7aQ0gstgqXpRe/jUoaDIasz5d4Hqk+wS9z5Cs26ZwYIwghcAtU
T+jVmAKXYD8hxZlVTYMezeNKqoDvSmC/lFG7IUxIjgKwljTFV8oBtn6xsHQNfMrpCn/Uw5NS4mz9
Iqh5QwnXEzY3WTpZ2q6l5O8wrli/4lam6a0zdAwGd6QmCtMgB8UKEVWamA3WFd/NYFTfoOI5vwyd
RYb1SZrsma2OFVyjjK3MNV/P7NVtvxfYLK2dp6Y6Wipt7c9lvZQ/qT+615YqxQ20RMZUyZ7YpdA4
zD/8ueyvMTlRZEJO+FcPgMvhP0prWGJoGXm6jVho60EfNdrMYjXapMjLKBib4hIcirrmcHxCG/Gu
lcJFLM/0bZNmhUf39W3d3ZgCusgNp1OOnvluqHhQZd1mJ3rY72TJNl8A4SgOjQY8Af6xtMbUrGyg
1ENMU5F214vheqwEo/3cqI27mlUQMYrA+mI1lLWptTc76NEPplTUCdgdX/TIxGLA6Rz1bDZVn9eV
3/VO//42l2QM4oECgNRvH4FqWr+p2Q5Hy1a+Mpsh2zttctf4hTrRuPob1fqmgM2lHNSIvunjmyCA
4u2lUEgU5pAAXAnULCowH4P3J2htdi51WyAemdrY2TZ4beGKvetZQSRkmb6sJD7gIzax0Eye0K/G
1IIvoMrmAjAA9a6CokM7mMnj5w/mrxzo+OdyrEVJTnTl1oR9+3MVvfDKqKBAa3YGmajo6ZJ6QAnU
MJoHmWfDPoOmHxdMOBcuP37HZkJe5HryHED/j0u2L3eUqFIONpZ+DWbUhGJV2xmCfWytlTJOxWN/
MJpRlTN6XDSM9Am2V/1PO4VdIel5CzocmFH977GpgtesM8SJfu4HVyEz3bfo6pIy8E6/p1tD3RU5
hAQhkvyKwi45lRNgpc+f/vsOOG18ym2bcYWuGJnOb2+Gg0fQejnUfL80YbMSrb5HTzz8cmq4rQjP
g+tGNV60DhAyE7yr1z0AONJFzNouQ7Sy2t5VUxqXikSnRReeH62Jtl5S9Msuqsobz0blO/e2u8y7
lM1r/PnPf/9V8esdjDdbBmlAU+/tr89bov0aQm1Zu9k78L40ypWoA0cHJvnnlzrWIW2TC4c/nwwd
RE+6fdQOBqVvzGLG5dGtrbdv85QAuqDlezbdn63U81Nf8TbxHn0Wto7GCmcRatHAORplEnqfLMlb
iVwsk+ANetYmmLg7dAXDAWmOs+/lqt/NHqkPlMra2PImmITjUv9HpSw3jjwCR4kHtAq9/tH3qRtL
rTxq1ZFjSPFbg1+FuWVu9i41NsrujXtC+vH+ndpoSWlUUuyheXqsTlaJ7mRgRnD6yaH54tpj8612
J+9qtsvixLr00aVYLbapeXu1xyoTHxOuRJRHBSFNAXIj4oA2mVAHx6UeBCc+tfcfNAdaHqPu+rbr
cXNvxyqnJGVB9+uwwWCW8ofajkleyk5c5aPpFGcbI5QlIEA2Z769TFvOBSgKUAqawrUZNYGTPPvI
zJKdOUEf2snSMiB3264ab41V5rDLHIQhkJc0ZIZeqTT2gN3U35grtfJwwI7yxVx892Eai1Fj71+v
MqT7kD6tk+7OJ2a9D94Iti/QGnxs+GiOVdJal0OZnLIO6cPqxKZS2k3eGM1VYkj36b9+0Px5H70b
Owa8Aeb2vv6ZxvspGYhoxXlNSsF0ng0luECj7g49bmcSyLvixFz1fgKhm7zttpjWWefcoxdTJG3S
Sc6AkUwW5wxAidy4s8NOD2r/S75iGjoxY21bircziMOyQXedTRfCIPtoBpmEMXvGyDpVoc3mFGAm
94Xp99feYHhn5VhSVpOpuF8Mf6Vu2pTVqd7+eyGci1AHXZ+z7UcCDIpvHzFAJikQwwKmF039KyuM
4LJom4DSMNhxO06XctaQwarB3NIH9F9DkNrjVd35qQotPsMsctKU9E1gUP6za4B4pLMyjBQ9a4+W
CGwUEmC7ejGoqoNGaWgtVdlP8JjoBMa8sUFx+iSHHGh3QkJ2lr58sdhMeKGdl4u6htFDmZpuPahx
4CODirxE+FwjINsolmWn5WjBlbjOhLchR8rZuzfkioALFRwpxBaJhvolr3w7oKJYwnts6tQIETuk
T1IG5p91Tiiog/17HvMef3cii/HP2KwjeLegkOfIQpSKmxJfY1TDHvyNcxNmb2D5qo8hhpXBMwSp
FlWkKRwvCnS4q7FqJMh0GJP5izCb/oXqh7hNORTqMau8eMqkoCgLnLRDKkzJD/DGiDjsarUWdn0k
8uBbYsMFqj5pHBFA2bKrbwO5LkiXBwdugL5y5D6fqS4DWKdboUX5OonD2PnBL9sb2rt0QQK264xm
fVEFev9QE2tj7PVlpiBqemOf4IuccgrmnCZD8ImaGS5YMJ91w54fTbslxBiuHj3HfnKBr3hIGaZw
RimThoPS/CaswKrxOoCF3NgViO7d0qwKhgqnsyKaZNbcl9TDqPtRpLzi7oo/eTdRB8S2PUHbA4X4
R5N1f0BYDwFUpCp7KFJrNaCd+sBcJvCwZUfAOExdm4aLACkzYF73qlfQJCsJlc708Pl08376B3zD
ArqlhOr4jo++xl6ZeVDncHlJPBh3tPbNnTvjHfv8Kn+n97cfPXtFtnGIpLiQ62+z0D+zGlkaNWoO
err10g/xqLnlj4XnM5BQHOgHjuP5DuxTt1NaoqKGTOt4QviLwrJrIScO3mXhj+pasNWKOhqpoKHG
VL/CAoc0Ygi6WNSDuOCg3sW91vZxPVEu+fwWPpgn/wa1bhsfYrOOt9dd0nQ2X1kNeaRxbqyZyI3G
7IeLFCxUnFoMnc+v986vgCkHvxXaNEYqM+VxUt+ctnrmgzmMjFi7W8+db2TBnCXn65/qYoYgeQpl
8MEKzfUYALhzfOYd/2ghaItmkqaETxR/P9z9vjsczsJddD6H8dc5PLHBeT/o3l7qaM9B96zWBwKo
IzU+E90XUgk8MeCMD17Xm7vZfsI/A25JmUX17W4u9w97buXs7OzP/eXXEzfywbje7gRtK2Z+n1Xt
6PzcznDI+fq7qN+Nj+qqj5bb6dy5hOcfISeJxlidoTY50OhP4/VW2wcvn4+S9xsTro2/nLMYP+Gd
Z47SzIC5u0OYTSEyVMnkH/iWuv0gVv/Evb5/af+/BCmHbODeGd+7RFra0Isc/4yZPo+Isdn0B//V
6MBmVOc/HOfdzW54bDU0+5oe7TLk7BPz6qFPG+duIXpw15fZKZn1e2ky1/ItnfGOgYOKwtEhc3Vn
ZS9On0cIUyUULbxBA8SquEeCQnKOpaffq1ojdQEnCOk/Zibj3Ozc6//+CrHG23x57L/tv3WTf0Yq
7Tt6BrxICu6G2NFsnA920TwR5KafOMJ89AZpBzBKKKo5nJvefhOYxooW3CMGbi2fD8iUichRq3Vq
4tpOXkdzvcGYpA4RUFR6p61F6ONDYR1LUkbqSZ55a2pv4pJAoOWxNLlrtQCeuijhkvllrb/kne7f
13WX3WepbW4ZFSvlBccbUSpVmzDFoa8mwi6Zgz0gePHfSxowI/DveUx7FKGPsQFjQfsMHdJWBoQY
bGz+Tq/t+hMP/6OngjLVM7DT8LaPrSxSD0Zjoa1Em36qrxK38QDUTCDzDLd4HBifFlIHNZ4YXB+8
cuyJvA5OL5xcji2KPoThoLIocTqZdA5BD3hmAZB74t4++pK2Yk2Ak5SKqnu8duRGRYPOSsHLNzaA
LRrrhYpSuy84k9XuSBim2WXmLrGgZYVGCxc18otquiSdRx9PTP0fTIkmJmK0SmRCbx67t6Ncy8vR
+Ktl5rAMfM6kiIxEdTnzzSGL//OnS3EQKyH7Soqaf1XE/3y6FiJTZYCki8zR8/YNwWQhyqhLun3/
XbmN6wRMhUOVB3em83e9+/dSiKAc9vvMVdbKYX2dEGZhk+6+aNR8vhYErx3MNRu+lsPqHtCZ02fU
muDm8/v9e/g8+rS3wh+HYOYq6iFH27jOVShufM4fSpTuSPZqt1477WIjH0/GLtb87M+gMmuXpiRN
aeacf+XTsn8pX5Wb6sTgvwDRj22N9bet7MOw4v00kJ6QqTdZrGBoQuCSax6t5aKq8t2kb/q+ui+e
1GI0J0bKB58k1CaE8PTNWNu8o7tJjB5PsLEwPlpreaLP4d/Ts5xCi/L3ztDn4BEAQnbiGX4wPHEl
Gz5qbBa4dw7YqgVi6s8sOoA30G1Io7gaZY+Qzs/0EyddDtXvp2KaKLQeiJXGt3S8u6f1XGZ1Vmih
6tHXhI4BDDvMMs4zU1EhN9Onlo76aOuI2xB9lw95uQY7PbWIwcnGAIGAFZPAql0Nssk36F6tJ3FD
FOfD6m6qRBLHUHXKTdW7I/SDFExsv4Yd6UlrORcpGIcf5IEYPzp3tV5bXDr1ThOLeQPI3NM4MTou
VuOEjiNmsrGG62G0Oko1pepH4tZrtjVdaxFdZJnarcgMEOOGDKob/KzuN61svMu27ByU04mubsp+
Ra8/+b1xgzw8FbE9mVoWeaLvfktXtuTpQFRGYA31c0Deq5E80snCfZDCMZ6nVEEZQy7eb75YItA0
z2+Svcl0JmOv7rULMXe0JOkYFBdBkC2c1mn43lV66tohjn0rQcEzD1NI/RPGdlsCEdmlNojscHJS
hCY4dy7oziHD7NOlv86oKcH3HNcuiQEgjnxN/jwHGP91fvVWeAF+yZbL20PVRNtH7kE9RCy7SPfc
oKFlA1G10EMd1XcCEsTLQUo7ThqOywh0LBjn5Ua6xMbvF21CnF6VALPDgDCOp4F84iWmKT38cGFf
I2Jn6i52XoVJLHSrhr8aNMQqxtjShysEU75GlvZAAledNEQ6Sk2YIJsrUqQQthUdRl+7m1Tkk1op
ztYhRViIuJ1IU4NuwcUc1AnpwZ0/PcJfQWyl0Sfr41kV3aFyEq++ApsMoqqmLxyWVFZ/USNY16gf
oX/HpXCz60nmbrtDzS+vq54IirMRaRYSOFJw/AhJqv87o9LCu+XWrrwOwuXOrmTAWFXl6CBcnCZE
k6rXq1DNWouUwe6UvVv00v9FpUiVF4O5DCYsQGQ4juxI/0FLrpydr4Fu7VQqVST0ac7jnLYQ4gHi
VV2SEnMktKZCr7klClDFmMm4+KKLxWIQ2wk5VYyIBbGNSRdz1+pu9ZMZhQpb35akEKzz9qhb15jE
GcHM5IQapam6/Yqdst/Jbuyh9WMp81Fij2MR0WXu133tzna3Ee0m93zFlUW5ZjQ6Mjb9DPE6A7Gm
uZa11uU6abaISXVavg+DQTKBY3YCrnPpVuQg/O0NkffQdeFqgQ0Ptb6xKTKRvepE/+PsvJrjxs68
/1Vccw8vctha+wKd2MyZkm5Qkkgh54xP//4O7XdXje5qrNaumvGYIx4AJz3hH8rAjyd8L9CwhxCq
5MWtjaahsnPAVUcXcephJgc62VLXcRVa2X4qOuC9Ptt33ESV3T/5Vu6jrN1R4XbDKuyv8Uwx3zou
rO8BtJpqE3NJAsRKHfz9AIQi6Cr5yJhjmRSjpRUOqg95IsTZG7HL5z6PCcOtWjHya73uOSgruWWx
YPXj4IXY6fiv25Xn/dDHsXmtrVjFPLjvrQ9MQaCb2h1eDJsMbOp1ryCY+bWzab26ikxrD0aB53wF
yOiB6OmiewOAzYukDepjkPZk3HIfGwJNis2OZAsDWXwqlUsU6CttE8tYj4+Q6V/AReSv5+/aE5Eb
oTr0KPi61M3NWXJiwLQ10onMDpS+vUoIn26RjI7fz4+iHQ/D74ZRRDmQbAj62WG0ZNo+jPKGYZD7
2UzrZl2skhttjxTIWltn2/LGuVV20mN8MVwEW4SBtlgPbJONssm3xgaCiZvdjBf2BgzDwj15om1+
+GTiyX+LeKrCaisf+89V7Fpusv5AEm3zAZbFfYq34RpCz0I0cILzdTjgrBSW03DoQzFg6v54dPdf
V5uHh/Nf+/juPxxhFnCEow9mEC+BlWRh3Vpe+whbldH2/CCnZpRWjmYK4T/ug9lrKI3W0Cviti5o
QW6sEgsfNvgSQ+7Eq5ArEWdTocLUVJ+9SlQDkwvQBFrFUlLtjcaQt2Y0pPd1kefr8y903DCwiF5E
R1s2UEGYp62xkYGrR88F4CzeQK6P+8qq6Mz8R+9N5mXaDZBJEEeon0vcmfoLTJulpaUhcobDuBcO
IBxN0hsDra7PXfTbWgRnSJ8MG4VV11WR/AgbMcXMvFWwkCC196D8SH5w3wM0+SoFmokgMhT8naP7
5aaAq0Vq6U/h0gY5MdF0By2LgIqvA4/ycIPkgd1WA5Jy4Klq/WUEYwLMim94ZeZYmMLS0PWfGAng
xpu0HWGa6SsJZi9hD5ALd4D0uxHI4xfdDLVxNY5B9v38tJ1os6B9KQqKZKCi6jA7weAnj5bSAapX
YiPKMITUwWbWtQJ7LBvBSYOgDQ3Q27ZnVW451s27MXh2sskKNK0Ba9fx9zK1w/uuqyeB/VbHjJCx
wQM2UKZph9OclkKZNSCtWWUplTvJCeK9aXs2arlFCaWkbMuiXliNR8JddEnBr9AJxOOINGgurJlh
A9TClYS2Gse08+Mm1m4yr+7eK3zY7gmrsRjoUtVBO1cbi59ZzemKsmChP0nBYDYgvLRho2GILu0N
JW4fA5OKMsa36AFiBRxb+ub8PJxIzi2ekoYiqj42i3h2IFA5K9vBocOXCNQMcn7Tk62l7aq0svip
7toRSK2s/JwwHvwWkCpvYRip6cKpdOophPAORpGIZnLhzJpubYH8jo9+DCWC3pGuCN6BO/XdFL4m
GrHXKnaS8dvQ5LHphsU09JuUGsz3esriHwvfQ6y72WYGgyS6nvR1KN/OvkeXoOeHKRzS6lWDHmfR
4AODPuqVr2K9FGmFtVfsUt7EWTjeN1EwvLAgYOYosXRnZZ637qmAbGjfjhdkUvHWUTxzR1Nbv2no
1C+sNnGMzp8VPUKwWRy0aCjM9riMGBg1M/YQiAB/25ZeiuSOpG2RAPBX3ljVCx/nxJmCLDgqBkiu
CDW02Sx1bR9ZKU6mK1we0lsAu8VF2YzDxcIUHPHQTTDeouSGCgngzHmTeyr91Il8tMzDEMfClTfU
SBMoPsrOqCDjDgPSsTYz1zIbeGSJ3GWja9CC/+pPsrlwjB5/YVsW5WYwhkhE0G05PEUnKxlGDNqg
nLZO+yVUchs7hGZ8NSZDw/JJCV/Ov/sJaBMHNqAyhdoDJLC5KKfT4ggIuDtaYT9Ye1tSW7qTTYxb
dWT3U7BJK8f8aWpFppI4NtW9AWXhlxmnFYwus6VLbGm5foPgQ4+Tjqch/zGBFOVkzQX5CuBO+d1P
Kv9Bn0brR9Wb8rBpYfkuVs/FNjlcmrwHMihCYA3dmvmGLr0q1yp8a1ZW50gfyPn3b1zTykMZUSMo
g0S/IegsYTno3bqJjGjv2Va/1hL4rS5uPun9pCTjBSJNlIYmz1oofJ44b7h6qJgxrSxk1LYO53WM
Kkf1AxqbdYxPx4XmBVJ3M+b+0HDjWNqvcJTqx7rt/deKciQAeOzObpyxyoeF4OHEd1IpvgpUHgpG
BDGHD1Krch0No0pJG9O3C1S8TUhYjX5F5X0JzXnibgKZB2oWHWTAWUfoLFULR8gnyDPWU2Ru5cFu
LrPJTJ4MKw6fFERlWpft7++4DVo3tpX6LtEM/6pWzOLCyqpuDx43u42dxnHjsMz3khThAkbeFS80
CY7PYApg1KRpv8gECfN+cBOATmiQv1yNWi9/RUi+gUcoN1d5hJCWhb8VpNqu2INY1ZdUgo+rfgwt
UB82sQHdn1lY0uKZVE0azu6FVXUjBznKONsYvCccuCHBKqm0w+Gukf3wysMOjP67VTo/uqjrXxy5
q+VNB5rahs2W1ddZGGTZeqpTCyNTrAwR0/ArRVu4BI4PZeBtFmVXGkEG6lyzI8qqu2kKOClXWmwn
11Qx/LWpVOP/YUpsE9Qi1WFEFeadN6ckRW87eEm2n3dPcWrBveVieh+IWu6buhxIhr26cTPC8QWB
nmMFFMBnxFL0uVgLHBLzLBTAeyLhDbby6BJdGAgBXdVm1K0wS81/AS2MNgN+CMMWOvJ4lziA4fCh
0soXKAzmLkxr76GMJ4zhzx/Vpx6Lvrums1wcdvA88/BVLJYkFfuuQmkifY3vkP+UT9RXrNjRgG6r
0Q+9MiD9pCqHWIWFeRvL8bBBnsnae2VawMbz6yVs/IkDhfo/cpDo+gFMnsf90gC2Mg7g6UxROz2l
1F821AmNfWzTZzv/BU4MRRJJdwOlHMTV500rc1Q0pFm8epU7iFBUSDas1TCMseYwl/AOljiQD+8T
AbEzEYsSBwIQ48NzMvDa2isDvcFZNtHHO2iC6cahlRjtA8UvbmGDY54VBwXELSlvwHxUpgeBtHa0
tziqqM/k6RQ8lwAIFTeU2+Bes3MfeJXFD9e6hUeNa0dTeWlZ0fg2qRqC1w6xjgEvJ5WtW7trNHPb
AE35Bp5VeUNlpX5LoGe+KpLyU3UK+RXKnfytMutLOnzJdurKuNtgNxQiXpJNiIV4cdm7Ul9X/k64
O8lbL2y0h9qpZQM4lwyWqCl5dbfRQqhH8I+QWZES0NorqejozHVSGnTuUDjeh9JDkNzFiTMoW6yM
cQhCZB+tmzxLcYv1eyQ3qKslPp01KzY+HOCvr6FX4RMCfWX40Zt8PZx2hmYAM9pNbwYGlLhRpVC0
XHxZJcKFxiyB+vXa8CtROU52OpCWEWKpmTxrvmkuZfHHxy5dMnSHhIypOF9mBQPY7tCzdIqhfE5v
T+6sr3VcjrZFbKgX6Jb4UBqHeuFMOwED4R6UafAI1TbRmjxcVHE/tFNdEYY4I2w6A/jXtQFL/n6K
ZJO6LE6v6xoiJyA8qbvo6W2t6WW2u0RL1YdKdqYtoDF978PRIp2TS+c6Qz51IQL9hCrPVr5waqAx
LDAAhIazhyx6WcUsE6ydEeXKmlof7kE2S/2j7YuC3LjUjWYTDLL2OEKFeR7tPFQBaDoS0iTyYFQu
6jsDin7sAsfNnRKqse5MIhqs5T5zW1wKCMSg6t1oShdZIOYrSVorBlIW6EnbxJQw88Nho5dt6FxA
TvMfrSjO3uGAjuHKDh3tPZzI1dwpjqO7ajS9n3WTte3Wd8zxDgWX8pKbMNDJozTpo2ngsyzd2mL3
z76RKFEKpT8RNszDOc3wUqml1bCykCvYWLITrynXRpsMYMe30Le6W9DCGDBCSqMYZGh3OTHmddKZ
w25KVZyDlJz2yfnT8cSSprsG/FxoRIEMnoWYABp92zPLeqVPUrvGLrZ5pwykrKvU99yIZhtdrWAJ
r3t0JFtANwBXUPkBta3PT3+vDuGioEOCt5CU7j0rqi/h6RHNFNZS5HocTjKWraLZJ4NaoNQxW5jc
sLRVDIVmfYaO1MYbpPKdxoXyHHpB9E3CjJZzyUcYnh5r/wRqFp8JytXGTaBOynulKr/MSngtjtr0
bJTW+IF4ZPMQVfb0dn4mPsFwB8sDXAVAKEPjFETw8fNNfivQkQQ0Vl2UxUrDA8jaTX5T9rha4LWx
1ZVyDG+UCELJulCKDEWDavJ6BA+Gnjan3QaUSpFynFY5Ff4RT/ewze/SrtAWUpJPqcP5Q9K9p3/v
mBRj5qSWjI3B7GmQnvGcxiHdCX6NRgo+Fzth783CnstaWYM5/vSLKHrtJhnBI6jcBDsZ6Hl95SvQ
9nAyTUogsQrucHu5K2BA9C3CiXt0KInknc8UEoPyfMf7oV3i6wWoYRRm4m6NDpJdbFQ9oYFkS6AX
d46WT/pCuHpcSLdwxaFWKyTm4PjOSWW61WRWHwOjqbtU33eRQt8FM+utHVgd9ZbEXiMI2G1aCkWr
oKV26UCjhX9Hs3lhWRzFFOJJhJom1iPElnMSFy52kpbAe2WY9KtNM9RVjXoXqNKlH/rKTu0wgx7i
vTWih1lOKW21ZOnk+jy9Z7POM5igiwxd5++z/M/j+MxrSzyDWve3vQ9iEGFk1fxq+rqNa5afKivg
IwQRlkzDyUcippcVHFJAPdwLeMm6DrJp32eehXtvIN84On1Ir5WD66o32m2YeSWiOsOwS0oNsxOP
0h4NNRkaf4wbaq5XW3a3v0lL3GepspZbO0MPIZcb5MpzW72yq6p5Pf/hjw8pFUgk0kUkvUD85VnG
EkUIVNaOQWBTO7jsykO3afLW2qItWz7++VB8WMErBJQIQubw8kTJBjPeEDZdq2N5qSTmsC0aeOBA
2POFstUnWupwKknAgD+yhTFCYDYPx2osafTLEjs4OZvQxS37kZgNCktCHWKtxAFqsLmTUW9Hbsnt
yHMwiAwGzHko6/RY1KNpMGCTZ5VyxMVtfpOLpN1PeQKFvM/LN1UD6x/aTKftK/p9GqTSHcVv5d53
LLxXorC40MvO3w5x2iZIMWTyXjPHcp/hJnJdjnmxhB85KtPReEE5VePTgkam8XH4vnibjnieUWWP
rdH8kIMsydaoL0n3sQeeZMtd3Um7ZKhbGMcU0cILEmRkK336w0hIDb7/TmBSCoNq7J+GpvVxes0M
o1gPvS5fFIoNy6DsrSBFgCQxXtWm0H6eXx1HVzRvgB8Qdxjbj4rI7IomJKzw9o0R9om68FbBWfKu
aK1+70xqDNbSoUgyhUvHzslBqZ2yAQS/ZC5IjA9HE+oYK4Er7Zt70ji8IHNExND+M79M8TA9641d
LMBzj/HivCpxLpA3OFbIiM7qGmGO7iF1PkiHWpxfYH+gXBQVMb0LYsW59GI9X038hQRDQodwFHo2
vRwgcNEqFeSFSFoq+R+VLXggVgcFJUD/BEmzQ0DTEaDsE/Q9jZCxSlr9OwEaXdiUJ4IUFcF38drc
NMc63YaPUbGjo8IxIOz/hKRoGmFmHNnmOqLfdTkGPZCFdMDmdBvkU4AObRf0oHfacnghoKizDXo3
bbCR2gKAzOTbo4fVqoIYKtkoiIogKCi4nF+WpyZL0LtMBzKEyfPP1iW1hjimcwlGfKzs6zpM/ZdR
LZMVZM5g3zi1sfbiVL/NEVa7H3VAk+jIDNdm1dVbpKbGr+cf58RxTdmHsj9Fyk/7o8N93k5h3yPk
lq5w142+4l6LMLhvet9k3yGkOj/WcWGWCha3ITNF/4wugIj0fwvVRqQE2BscKr7jDZsgNC/h1mHM
O/ZoVtQZteHwK8sSaScbBYk02S2MLw6t2SGumkDldY414cM3+/RaEgMPRXwGz8sofYqMMtjoqNAA
/eZWLKaofxtpbt/hANNulLrQd1OYVYhkpepz3RvjQlB4YpOQO4DA4C9sk3mFRao67J+1ICNBAZXj
m5JxYaCuvrRJxEedv7So3yhEIIBI5xLYlj4FatA59IpJeTE8sutHdVSrL4rj03xUpCa1tnIjIe9C
6cBC3VCuA7fW4oR/TecyizPZjygop0m5OT8fJz4A9zamOzY9YmL42XQErS2Do2U6fIPiYoP46pUZ
l8b+/CgnVjhj8H0RIAAdPGcLw88ZLT3ExGe0UX6auhArvCQCjI0owsLePvVCgHbIzHR8A0AHH65v
O3foEDsce/gkOFdk4MBabch1T+ff6NQwNkwMh9IGZMr5d8N/AtU24dCbT+Bk7Vp38DC2l7y2Tnw3
ip8Uylk0AiorrrrfNmse5KrdhJQ4I8XPUICT640mYfkKRHdSFrbCMeIHPCEZPncFAwH0mEXKlYHg
T0D/HLQT9rGthNpqWinZXZYiY5rkCsqAkzat7Sy3blQNL8U4z6SV5+vOHR1Fad3KHeEwht8PA8Cv
pQrEiU8Bwp0HpItN625+nSkFmAV4WniQYyPTuvSs5A918s0fAqFh34weMeM+grp8W0Q4EW+aJOse
+U30Ny0WnIeAk4zRuG0NKKdoKjeWWwFAXsKqnFgXEJUFIh3shRAVn82YH1IzBHa4omZR7VsVLv6k
LV3tx5VxGkzUaDm/dUr2/KrDUfBycYCIthU2XRXS/t2AMG4xtWsVh0BQtWG4tpDyuo3yOrjN0cpN
1micB1+Ryn2bFElbm9Swl844sbFmZxzmkpoQJjAJJOYGP1mXV6BZdXSTcqt/KPRGSNCV8S80nKet
3o/tBSCijRSlH5gjdBsd7/FdT1lo4UA7JtLBPSD7FasE7OhRmi83ngQmVKa82MPspJn0y+nLfIdc
VbKhvRXdV1SHHzN/alDlRZs06sYRTHz/Htvqg4qL+sauOv1XJZdojICN2Zgl7sVDEyCVUljWwn0o
Zurwq0H7BkFEmZ//ssUPZxKpWwfTcSZRkoDBNnVu36Cn6lwl2oAPEtyynZT09kLD58SgCO+z06FN
4LGizxbpVGRdbbQoL9XexKGPDNYNajzNrhyw1i49KVvndAhX50/M42IwprwsEOxt2L5QXmcRcheY
saq3dbkaqrT+GrCInnJAcl/sotdvUXtEFg0FOOe7aQYIzFJtUZVVZiB8BTvZS17NoAl+1Ci83IIi
UAXmzBq/tmpmvi0854mvI9ApoG7A6xAkiZ//duiWwCDKyCjKld6Bfeagx9YvUfTpi61WfsqdpaY/
Cj0a7xXJH95GhOgE9VzHGdorGmMTAtVXL/I8TaNNRfR6WXlR/IEiY4q+UTQg7Hz+ecVnm60gVjuI
HkJHHMTmj2vlY1n0GY8bJlh/RzKE6AQ611YKUu2lz2rtm9WEqEkHINHOj3x8JKPHYSoKSB6iBNma
fagECpkgRYqegtwTQvrBrd9Q5WhB1S7c6qeGQspFNMJIhCHrHc4J6t7UBTWqOB009w1Cio5b2FHn
jujbLrzViennkkFihShVIEVmPYsAo0NfkulZWDnyoIDXc/vHpKn+peTII0rAKGGDBdcqeckV48Q7
si0EA47AhRrq7HMi6ZUgeCgj3KJU5cavO2ed6TiQO3rnL8Rjx+BACxAYYBRgdAA7CZUOv6edRSB8
EO9eYYSa2asCRPZHVkHUE56nKNzGg0YCrcJPdLaD5Rn9xuJsmi6KxERRX5IQwnSJ6LCdhVEkoW+b
0qU0UzvwV6jiVerex9oQuW2/LTeOr5aYw6Of+q0wo6xyO6D1Di4JRN8LZ8yJuaNVLHjbwmuN9XL4
WkXpgKJIvWIVD0bwSkTaXgkC6rWBGeEj6BJ5nU5R9HB+Gxxf+YRLYH1J+slpwMoeDmr7VPbwa0HC
pcy9TUE10tWiXv7z8Ixh6AgAKYYEhuTQ4TCD0vZQ6xxY2+GoQmEYzQdzmGCnQ1ahG0mTdo+4JixD
vSgvC9koWbARVsKiCIyiJBJFhFbuGNbeTulVStDnv4LYFofHkA6kikIVsBehZzDboXaik74UMtQe
/A2+mUkAIQFpovVoouvqNokZ7M4PeCJehUYrCwU5ciJmfFbgkHDgGHE5qFZqYMsdytCms8bTwXCQ
7FEmZxUFPQSDAHdZ2dV9zdq2SltOaOmVSYLCqGf5blYn1rdATuO70KtbBCvbZKEUeyJUY5kJIDgy
D0JHYPZdOPb9rpGwVU3zUtugMmduVRlsRYTiyDei5SCCWlvZWD7r5aWRDP22qrFgRGTefwToal7R
ml4CwR2LwdEvY6aYJSI90t/ZUZNKmYL+sIpwD+Y+BfxJ2/oZF0H0NTCK6SOPaQhvHUo03iYuIKFs
urxtnyhcpfnW82wcFBJaKahHoFv5JlWN9g7kvdbXdj0p8mqYwBIrNCB+Lkz4cYRJXEndgHWGXxtQ
hcMd0JeA3ORKlhBM6XAb6eqEJtNoDHu1HOMNcF8dWmMwbJXK7G9Lx2qMdScX2juSyOb2/LMcn9Xi
3ARP9hkh0KA7fJQCSV5icMQoa7/4DslXuXJa7Wc/lM1CXfH4cGEgIXlB8ZTemi1+/lswIgVWmGIb
ykBV760UJY7o+tK3OP86p0YB4cQqRZlH9MAPR6lVLwrKhmQorgMWRZfZmyFH//n8KMcfDZchmgXw
Dll73OSHo6hdjiaEqcSrMMirlQBMblHC9C9r1Xg/P9Lx+9AfMDUOB2FbTlR0OFJJ3iyk57GGjbPs
ytENavo4IWzOj3LiBAJQrVNHFFEQYe3s5G+wo9KU0oOP28fOTVgM/YcPUGRd1cg29SzNNz9pIhdO
Lq7J7dStEqXt1qivlis/q+h4oq5zlfghuvBxay3c8cdfG1CXQiSLhgmKL/MmEH0FxfOSBPKpXr57
caIigFlrj5EdN98WvsPxxkQDQ6jf0egDuzzfmBrqPxwhseQiTdiw/SYldiNFrS8Bf0abPhpwp5e4
01agYdW1Zwb1cwtM55XQWf1jlQU6fZDPAZ0o6OSBGzuc+igjMexpFHHdhfjcydOwN1U/Xsp2j3sz
RIcOaTjQfuGnPFvLvtSO4I0QYszUKn5xCALc0KY/g/QyIBZdjqhQIJkfN137rpFdrpHB6H6c/+7H
MwwyGvINnTD62ij8HL4qNGb4jlxZ8B3McBuMJIsUN1o0+sulr3riGuMdyYi4yaBdMOjhWDj4ceam
eBjaQY4dkJEnolofJo1y1eVGhlhvYBi/knyyQlcEMTfjyPW88mQd8JSOMy1+XXJHO2Sq7chaCPtO
PR2fQUTNn0j9+aRno+b1Sp2mVF1awq8ORcadCvf3uQFt+Yyse3UZyZ0crnwN9pKdhP4One5HO7Oh
kIwkEntfQ7Rg4bGOTyEwwGDsaTAQErEzDr8ZxhNJIDVxiv1Km4Bt09O9iRz3n15FYKyBNYNk569i
QRyOogxRI9Peylb0paQfRRLmV7TSJ9r9hrxQhDt6IYYSnEhxiFMyn78Q+ld6kdkAUpweS74u0vwd
WfsfV3BpToCDNYWMBIqPc6mnzJOwKuwRc4ehUFyAuEK7u7Kt9fnNIzbHQbxKvC6UXVg07OCjwneY
WNPgoX27SuxseCnjUHvR0CR7tbRa3oODNl3flKuLAXl2NC6n/M9nTddMcHicHZ/Z5uGshV7n5JlJ
jgVYRRRbnWxX2C0GMTlGTuff9CgpAgxCJsu0CWtMIqfDoagYpIFUo8OhqjnCVambqQoWVZcBkbLW
LCmiAkw6/rIkXxAT+Q8h0hwMZPcc8naJJwi5Ob4RfYvo3opqmgwEJVN7Z2XEAx4SQ6r5d2abYmI3
gu7+nlRUyFw71/T30AcUuAsMv/8+Ndp4RQ+53ZXIoaqrVDFVsPNpxhXjF8YI+Z/+9wREx5kaDuME
UOfkK+0j0AezgUFSysYTlhKt7kI+AKhFXRT3rUAZq+fAUxtjpfs9ohNe06N0Z1X9mF7qlgpOM+PA
W8HGRo1N9iWMmJu+U+AxN3ocrgMzV29ryfEitEC6+qpFLwkJ/CywP9Jg7C7MYkgkzI6iCTF8cKWQ
pTuzuhW6ThGqhj2Gi07VasGKTr70PbLC/soJcMSBCB9qrAffxzK77S3pW45K4ptveSpN7Gr80lq1
9u5HufStkEMjQ9LHCHK3VWPL4dxtpVscciX81fW+QDGQiKS87oTazbroGhQ+iWeQ5IvlCRkfsC6R
tJ/kINwNOgI8u9Q3g8kt1QINSDsvIPvjISevpVp1vqX4DfCCkMW+FJje6q7cyphZSSMsrrsm0DkU
FHQSAeOlA7ZIbTKa5qY1SrymkmhCxxnlWqZpwCk92tJNLb52aZ6qiJ7XEzJdTTQ8N0mp6msLUYEX
fBjSbN06DYYloG8ry83BopdrSC+0HAxlRLyohrZduP1YtK8T9obPqKHTXY6Kssm2CavEBwhYDPnG
wUMxv5wKpItQ6c1S+gEt+rJ4FFBcX3cob3cuq8w01ugq052qKhOXqyErEJYjeVSHtSnoauvYmpL3
aKoHNhG69qrrD7byVVOAnLi+Y+AyBISqfW2ddJLRFuyI6ij9xjZGZn3+DjyiHZ4cuS1fY93QwfQB
g2KFkPVdU6CXlVWj1KCqQwKWAESU1t3LDZKLqyywKkGWtxHiSMegEJbnMSIS7KfA9b3eekHhI8pX
WuDYt8VUddcaX5NfZ/nCVE7r9GkzwXHEE7eceqDkiTApYCFaAmsXY2iW51hrUJflyDt/8BwfsVxM
iiKicFG6m99MOiCAqU0IdpUSQsyKPm6wdYAJXpdhqD9MgzG+9EmBUAlug25KZWUhAj6GJQrdJUEv
oxqkiPTm8OSrkXpyio5yXYqiBXQ2J1uzb9N9afY2OIzJXKtx1O0Q+9VWmo1rGORlijc20CwFiIpL
HB9uOKK6x/Mf5sQ9SglUg//4L73wWWAAkGmiS68juy4X9l2eJcNTXcvOwuc/jop4fXIAykaCWAIw
8/D1KcSoqRxE6UrqaX3009bTHUyR5WfDN7ZWZryCJbqO7AlVSExfRx1YRunLd1XaLdSujgJVsNVQ
x4GCgzxXCJoPH0RRC7vpVVhMnjZ6PxxMIdZZPtVXpYm/0Z9+WrYC/QVcBQjQqQsdDtXrZZ8Qfwrn
gsLaFVri/Spq64+tC2jvieYSNVQIKqyuw1F0ZzSsmo4SzplNvO11X38Ow9pfyP1PfDagNULDzaLE
RTdxNoo5kOMW1Gcqr4vx6qimLfZmQvXUWsjgjhckIC3RuQPJcwIPU2l0yC2MuVeGzaaIQ2vcegWQ
3PNzcwy7YUawxaQ5iLqggNsfvlBr1EEdhfi3O2iQ4JaUUbdZTXI82ZvWy7zCzcuhLRFmwZfAlaKx
fys1s89Xg9FHQmi+bPet1ibdwkY58fbsEvCAVHQ4p+YdlDooE73qeiRGqszcQEq0N7GC8s/C2x/H
Rdw6REVURymSHi0aleZhqObC/KkPsTQYgvgJXRmo9k1RbmnkGrcUC50HZdCw4c4MKHKq1AR4TxTG
vaUk0QvfBvc06vXOs5Y4pkuhvf/zT4GwO31BR+iREO4fzpA3DVEVxTSTHB+rE1luiMId2DLnP8WJ
D85v/yzdEpeSJB2OEqtljTknlVsrUbCUc9r+Vk4SZWG5ndg+QIxwVeI/ovg626RGG5tdHymFMLyp
UMcBa2ekYXmReHq2NLdHFRDB0ReTC3ACoOORD4CX59znJdmE1cn3Ac4xr9HkjC9taAQXKp7u922r
xA++54dYWKjmm97FxnPZkS2f/7Sfqe5hXsOTUPUCFyDcW+YzGBSofnsheDwTbbHwcvQm+UsQt80P
cpEQ1Bec+drtyz6zr1AF016VvoyCy84Mx2SV2o3+5NGpeVHiHAPALG5lN1Hzdj821hBsEtQ6fyLI
CqZUpch7lThjUW+nqZff46bHFpW4lap6VKTpL9vrK3Wd+zkFxVCfzJfz73k8uTRaADfSaVAEjXu2
hJrIHAoFsOEKqdlozdWuo1scqV8UGCMLQx3nT/DS0UIleQK9hALJ4Wo1KCFDaWkYStNC9bKS1cl2
iyjXb22NxtmFxd/AhvdGueQpcmJkmCY0VqnyUD+YA4DNqhyRB8JcaFD75jWLEL/GXKPealapfVOD
eNjqXhm/nv+yx8cU5TMcHZhHziv5s3X4W8UZOeyaFYQgqj3VAEe93jDeUPQybmovnAgl4iUy8rFM
npCaRf+TAgZdT6b18APH5DxyosOkiGOlfErtCZNkBZ6nti19u9X2o6/5FT5tmvQYqA6UQTsukifL
yVosyZokuA97j2wnLyRUvRRwpE8xst5rDTPRGrABSrJ7Oj/lz7zOqseA24U2oBGEX3FscpD9xI3r
vob+jM9jRiMJOyypdbVWipJN4edxfD14sSm52EGWcLfaooISZkupsjZ1wDRr0jD9l2SNdXYR4Qet
u0S7aMiWFUal4RSPXyqpsgIBbfTai8EnTHAzkvX2T087MBVse1E4Ee5Q82CvMjAlxcAQb7Kprq8p
9LfQFTBQ1mEqrM+vkCPEASULW6BVmTT0BxxxvP+2QnyoVrYcdi01bSu5iVWIYUKjq7rAm6S8IOP2
oVBY6q2Xx6gDnh/76OpgbE5zogfqffStZ2sFvpfkw6hEPgVG2CUIBDh4qqP9K3P4j5/Df/of+f2/
zsv6n//FP//MMa4J/aCZ/eM/b8KfuILmv5r/En/sv/+1wz/0z7viI3tqqo+P5uZ7Mf83D/4gv//f
46+/N98P/oGiQdiMD+1HNT5+1G3SfA7Ck4p/83/7w799fP6W57H4+MdfmMtkjfhtPi49f/37R/v3
f/xFdPzbBxe//98/vP2e8udWVf69Cb8f/YmP73XDH3b+TuEP+C5qNhRaWWp//a3/+PyJ9ncuchE1
AChgZkSRKaMkEPzjL938uwGaxgRxgIIK/5Pzs87bzx+pfxfQcUpFHADIrIOL/f9vfjBH/zNnf8va
9D4Ps6bmF7Psfrv5OKkoTvKLTFrCQhN2Fi7LSBPSogyDVVBkgBHqMVr7at0tLP5P/Md8GBp+Gp8A
FVYyq8PVn/QqdlMemqv4E7SPplrLr6UpSzK3XFk9ekPevqjUs65aIy9kN2uybnA72cEGNLJxr0db
0pLfgpp7C8fXzia3H4XZt6km0pWRmelzEI9JehUbUKnxfJCNW6fv6BJTZJfwQ26HKN9oamf3LoKe
0tfUU5SnPglhrMXYCu7G3gKvFKSN8xTm0KFofRvyGj/K6KqMEdFZ6XVs33GsopD020r593z8/v1n
F4f4/iSaILoJOsiL5qoy9EMyA5goFTEP50PUb63JftKzF99gvf3HbOJ/H0hcuLMZOBhoNgNTwD3R
1wyEluPbWGDomtiuqaG62WsbojQXYstlg2LZ+WHntzHLWkTu4HBtGvlH0E4/DNtOy2Q4YyPhVQfh
Y0OFH8Nlz/K2Oo7vsNsaa+G8O2LziVHpHwhNEVFUnUvcl8R4ntMPHjKRrSOEAMJNnFjQTMZUvS/B
P2RubZkkobE6rWni5rth1It1wmZZSEf1ec8LXSKAsUgrkR7A9ZgDLuo0w7s2HSS3MXNYRLA2jBvK
o+rghtpQai7ajtRNR7DQt7bv98Nar5P0pgwjI7zwu8TBrLxp5WsYQw1wXK8a38K89x71Mm4fpDZ3
xsuiUjCo7GJh86rDIB53OvLgxbasTNCK0TRqNzX//42BruSVFXjm/SBpXe+mGq51XLyW8UOcNvJW
ThUFJeFKN0fsSaPxsfA7SpSwx1M4zNDxt1S9akqmXYJAj2PU0TdyUblcOCzESvxtpUJ+0gRMAEch
NI6F+eDhWUF1HMvfscW6nuI+pE+zfB09afxRDOqSfsjnBT8fC60dojbyHQOC6+FYKexW0ye7Rt5G
QTLDaWxzZddtc63hn3QfNbhYQT6QVrWlyrdSLBUb2ATVA5z36aJC+DkhtpPaa0MLcpynKwRTtSha
D/+PvfNYjhvZ1vULHeyAN1MAZeidJFKaIOQa3iOBTDz9/aAdcU+zyGCF5id6pm41UIk0K//1m9Km
g/3xQjrZKP6MChgN2BTTyAQOeP2mPnFSJbmjaaQabTnURVDOOOaQ5seG2T2ijl3a3cdPfG9wwB9R
Qm54IE2Qk7JBZOTMTGrG75E19uhUnv87Metm/qa6IW1CgDDMw3s9q46opQMd+1jygyIL09WXafPo
iWYtURf9mpd1uKDGdvCarefPOf1GGOn5PJqHj9/45DDbxmgLAsHcibAHtp0TasGq5qlIbL4mi+Ox
t3CnCy2nYbF//Jg3e9rG1YIeQHsSGynA2tefQs0YvlUrfJLVxvSDXJxph7/vU6+t031lUqp2nZzO
bN9vJEj8NtYEjWTyFjY3ipPv74D3aqaotVCHUIkcJFFrcXCCftM5tKL7andqXcNl9FILkqGs5sNI
iCBnimsVnz7+/e8MM9LkTSS9QdW0UF//flvNW8Blq4UWrjuRJCV2n+Vrvv/4KW+A6O0Xb0Qr1CKm
heHryRWydiq4mE4Hv2ad9YvKLdtdWaIbjzIr8cowT23727zI6iIxYRZjDYU0bS7r7CfoX37bVj7Z
cAIpAyJljGg/frl3h4DKDd4EWD3d3ddDoFqy3zKLUKe+yqbYIWLwghIn/funbIgfODSS1u0we/2U
Lh0IBgoGLUwLY7r32qUO6TNZzx//ltObCeO8MXFYNbjY0F09WeYe6iJjlYyzYWX1XnPH8gCtqT4m
vbXeSrdMj5YtSLCsveS/N4ZXF4YPapJtvVJ3coMFRN1UfCfr1SQM2sGFGB93vFmxp2qzMg+Zb9pD
YasgxlylvcEkRXvx1JaUuXTpORrqGzbS9gpIkejOb9gP7/F6iMe014Xtb4fNklsRBllVPBQwIPPS
LR41sVQIUqf0MAoLozGvG66Qg4hjabgyXitvujSqhZM1xc58gsh3DmTdVtLJ8cQK4x1pe9AUPs2d
w5sa08TcTzHfHYy70nXFQwoFbGuxrvO1XxndcGbVvTcZOAe3jY0i6s0xIxuZW41lQALzsajt6WVe
2biP/2jQ+MOks8Y4J6XuBrmhevl4Gr6zq+J3Q6UBRrWhUyeTIcChtHZaOuAWDqhxNRBAaqCpigmy
G3I4di40YZxtzuxl7zyVCQhoA2DErnralMCze5griUtTr9d5qC99+nWZ697YDdYCs8BBXQqSNK/n
4kfe4Dd8VFgFgEVkOJOqYJ3sIAN6jkW4Pa7zarX9uKDBOB1dt+kv06ZNHGSVeqftaIkalzj+W/Ol
VQvtHzVtqeNLjW7g2M+6/k8OCzE9EgPkG1FakiUbCbqqtEQDtf7ANWg1j4HoxwTPE6hIYMd2X8FM
TdZlb1S+/8lP7XoOR0nRczRs4aiL0awhCMh6HZtotNyhvRrJRXf2qgWAZ8cPVNyTTfHZ9KVF+qVm
4kOVVSIgE6OlBy6awhXh5An8L2VQZVDeZRkMoZLCwdWxXs7FxbyRyGwj6W3icdbxJkA4OY6sQKuE
o68s4cCcrpJ0WXaoqGeLSrbNoCw1IirqUo+JqluuCUtsrwIl9dsgKOyjKnEM9JXoLgrEO7f9pJt3
s7Vwwfx4cr9zXmyKMygetC/hNp/s5Mp00rGZIfqbeuP+okmz4KvQz2c6Uid3vG0/hbbJSbFp6aHZ
nhQmdjBIxden8Mo6rhooC/A+W1xoduRO57GftOoaBZ7lxj7hjFFeevqZ6967vxN2DrxbjEJJVHq9
nU5LKXKlAP7cQjNeDFONUYGn5RlyznuVKVcpNMFQVdmrTiULXOBqnXszcELnuHu7Wlqa/QJTmsSu
98oReGmougsuWls3D4455Hu/l/m9Oa7BRZeX5FvUami+oK2HAq/jgxYYmZ2GqjjbT3m7n7LICQcD
WzTZXvSTAVGBXuZTyeFK2gVnBLJpvKL14rlrl/R2VYEBUFs8y0l3z5ytb/qG8AUpU7fCnScDPZ4c
6/TGgqDNyJlFtuIcKzN17hr4Uxe6Sp1jsGJb6+Wz+4+rYf6BWHWE7Fcst0MryDRvsv6cQujtzOB1
6JJxim3l+Z/X/Rf+qQyVmITiUDRqzhDXLayKWsFK+nidvSHpb78an8FtcwXTZXt9PQGz0ewWbyEL
VWbmtLPKhWi0QWE0ZvSzeajJ2bxfuPAT0a7TuR2KhZQ7Yk9jNHKtva/Qde9w8yJndSyceolkkf0w
vdU7kO9og2bb/pkl+/ayy/v+uXrSdYMMfXLqLWVet9MEPLAs7Q8b7WkXVro2Rbkjy+nM4Lw964B3
aU4wJ0x43qedkbS2W9LWGZsVq4k7sQ5VjqLC+twr3f2ct5uImSiJH2e+yDbir2sYmv3bZgCLAU/Z
NxVWDew2SAQI5Jh/9ui97GmUsDubpd5ElSrxmYHrZUQaV6otf81uQmv0Z+zPZI4qxXG7M4TM94ac
GzRgJ/ACq+Pk5G2sVkISo7yQLX6HaS8BobRuGdpwyWVypp56b0ISCg+zAqsfPCTck2VoZS64QMCg
m41mPYpFIo+zCtlTbQR6FpTH1tSwE94MiZZjmieIteuarhU5cv40RHSdZEUimJ0fPHfN5AtpODjK
oQyairugJ1Z0j6Ce1CHluJlx/PjbvbN54f8LBAM4QgPh1Hai1lIsRQTv7s3G8oB1XXFsfYVdH3YY
h3awqxszEQUuCKZ9Tvbw9ihjrwDm+AOZM3AnR1lhrAOoBN0g4cMtjUxKsC9TUU9E6mpzrj2QmD5e
D0XqOL91a1k/ydkohvjjn//ODZSXgKBPC5P7EWfN681EOWUiuxmFh7Cb/BM9Xwe0JfXQJjif/XEY
j/Pqc1XQrWlHgNL80sHvJg3XUMXnfhllVDg4hh+TDgOsj9/sndFxyB0CIsM9BpbWyaTKVadXbpoS
YZYa61ex0Nndj61p3OSzNq6HpQuGdCfzfr5IAmXlFx2Xi+7zx+/wzoa+6SRArmmCvxWmKC3BJdTL
U5Bruw+ZICQdqPTcfeSdxeqaWw8Z/pG3TcPXn6DxScfx8SENFy9Iu9Ch7x5RZnp1qLWuPFO9vPsw
qigQB8SJBAOePKx2g4kuIy3Idm7xKi3876RtvyxI47/89eABcDJqyO45o4OTD1jibe0Y6baycEK7
yKDNksxT5WfA5zeyfk5DzHYR0AEb0vY7vd14VT4rG6NdKnE3D4duXYi0nkfrIs/b8ZuLyaR5QfJQ
EKvKqDYKcNGFqZb+MhchkJxO1XdfGOBp6L3/qfOU5CjdzUXE/8zacu/MHC8gHOCe/n5wwDtgsfPG
cKy22f+vUgFU0fEV6cRhBVl0l0+BCpFp2Gc2t+1jnpxLoITghXAkIYo5J5VZVffAHilP0WiJR+Om
tczN0fhstZl3TR07njkJzO0oP30goBmfYQsihD7/+mf1WamNFMNayD2gCTvZa8+mSaSItY7ikA4y
DXNiDK7pB5ZRWmF9OGG7VYQ50dZxV+brhVjgLjulXx/d0U/3vT+YYcD1+KLVrGs7mDD3LqZxOFNs
v7POXagiUCGZq9CDT6aqubbS6LxEC1suS1xLh/yoKf1vKYjbTKVLyhmzqVHQxb8enGwaNOFU3G2h
ODqXw+pkMLOHaffxzHpvgTuI9bBVBbt9c6CtJCzbC5agBA8kQTxIF3l/F1ibVUFNJObfPwzLps1y
gQ4fkeWvf5JcHb0eKqWFHXmG1znJ4RftCJZkt2lwpth/7xuxxHG9Y0PhYDj5RpgewU2CFB+ujo/b
uTGMF9VU2w8f/6B36kf4LXBRUX78ac68/kElAYIDElsmcO5NEaX+sG/XKYua8VGOuOzN+d8aLaGK
g/OHbyzEiT9G8q+f6KCX7eAuYs/HhTYsbdndOZMmz8zwt7MCmhDGMFBt/1xaT/Ybw0AXoUZOslng
ZqlrXkJq4Gp4O8PL0sPHY/j2S215UDRVNoY3J8zJJiAKjLw0qBXRRnWOocT0YQrR+8ze9k7VCYJH
UB34KpMdfcDrgSsVLgxtsuWtzKP2c8BhMkSUk16SZbocRWHn4VhUw6NepsXtUmf9lVPgNQPcjDQk
JYipLFzo3IP4WS5N8CThS9zY5lp8GfUmOUe5fmf4oXjSlEd+ujU4Tkq9am6tvA6YViNBE2GPvyea
kmkJaMcm5tePh//tFAYtwMsNSzEqcsh+r8fFdhIwEQOEZNQ91NANnT6luXXUWIPcjr4hfcr9ZXLC
jx/7TiX5+rknvxFNhpAtppkRiYHJzhms70XX4ZyKJ3rs+bXzqaIneigwZUbGMLl3wVx+r8tgRTaB
BGQ/T2hjVbm03z9+L845fvDrQ4kX21pL3FCgPpyqcWtX0VIOsOh19azvHka1atpnvVur6hLfFqd4
WpuZHBAzTY1/CPzMh2jIExfyIDlE3YPTzQ0udIOm3zZuVzn7IhO4VIDi+k+0+Vz7yIevvEOepuaX
whkUpgaeHOhWz9jGURkHzi6AFaiiVl8NM6QsyazQ75JCi3zcxCmhx2AoL2f8yZyYdhZm8TAHUZM4
62oU8SRLi8vB4uq/R6d1HkXAvSpal0U8AFIVZtikQ/Nzbo18vJqEs+UqOp1dEpphSSfiLRW5kQvT
+7ryQDw5a7fG7dSahKvACFHPlosccRcMBinGabKiwCaQsLsCO+xVBJke159yLZef0iTMC/2PkAN/
MXCuIbdMLskxk6JmQkrwAEtl+T3oFbySUU69wtNdF+MuHcrEC9WcFGKnC0FZpbejenYoFh4TQzTh
Ij2rP1iZPaVsSq3dRdNomQqy2Bw8LAZyv13Wt60VjTM1v+Ev2K76HZfpUJ9m3InbxrS+euRk/hrH
rjJj6cz2ZZrMLfZkzjwfmq4h1dbQOy8EIxwoPciihLI3TuvP3hLds4u8Jy8GizjuLjHRvEiugiYV
azgsFjHZRm159d5pCixRzWKYbIgFgx2EhpH4jwhcwVLRcnfLIfczmxwETNetQzbk1WONyPllhKjx
IlX9YPWiuBhydzB2flIPv/vRNH6Wc98+J4G23mN915aI3ibnl79IaLO4exf9bUdHoY4bE6FqZGtz
O14mFlfHqDbdmgZ5mk6fjFl4U1h5o/GlIWSIc7/xmDte0QUywuG/M0jBWsqrxJ0dmD6YW1bhYCCn
IzR0UQ+ukWjf9cFVcDUMX3uecuX/LLrBRj/np9mT1WxdbyVHtOl6sthuZJeL9001vjdg4NKu957b
HLCCh7a/TO7a7PQ8r1/6vsLEtUyKZo48P52MkJmewk933OQJJadpks6SGtcLsQZVWEh9up1VXv0o
i3q5rWxv+lEOqi0uvMUoLnp0gOHaSJf5aRjjU1sUmRH2Q547IXisYkO3pHGFamnwdo4rTGKErbbL
9q4hdXeXBTq29C5MkBZvmwTqOgHKWUNacA4Pcum75LstVw2DYqJOVJSuhKJHzL8ao5AuO0hcuNww
8FbnyZm1dMJF0BtAU70Fl2Bb+kN1KEQx/2rGAsZIPxqoDTsdI7bWaIBBALq6L1VdNG1c9SP6b41G
5Q/hkU9IHmQ+iKjDdXqNxhr7ggPhuETWdAumNTsJAbu+yvWeXIw+gP161Gan3NahImBjGNs8rA1l
XamEzvpGFpv/KQ2v+WQI7pvo/5xFRFj0LJfw4T0vXs1sQXO41PnvNjAWIlN0LXlxm7S9btA7L1Cl
kuCb3jbziw1PnC1iBfAOQbcQAYGtoZLOue45kR6I+k6r6taONGDITzpc6BexwRQCu6ARokTTkoIx
mVUWZ+QPf9H7heDdOXPGu9VwFMrK1TG/enOW3Ofs2phjj7l4BBBYHwKVVugsoYmoMO9XSx2gKHBi
oxKy58vet/OOTz4Y5AkaTXDXjG31cxqNbI6XYl12Tlcg4EtzbXlYh9z50c/VeKcvKEvCzp71H0sv
Km/zHSp1kPHN9HnkpCKpNi//EYOjP6tCN4k8tsf0ATYXkZ1a7owuITiLwxB3vr6Gbbu6dmzSl3lc
cGLuIkPOsojwOfAucdybhtjubYSSYkrc2LHnfrlKNFHLWC/y6lNqLb1/AOWyPxnmxK7n9mXxqPt9
9oMrGyB6ktj+d7hM5XOuxPRkm7Ncj7iUmggbPaDNTTM/PeP8nPzZfmp2dTaKwSP9O8SLnFxG39KS
f1qkdM8I/qzyybXW6oXNO/CvdSz2yEXquvbn5CZldiS7oYeLuChs9ie3+uxXmK7vE5apvHfTnNRH
BcPNvDPmphn35MfjYtDrFgaaKL2xvyskXZAQNkl9TcjpcE2goH+9pFLDvS7tIcUPho3Ud202a2yt
LvD7hKKFzjBvhfkdPLghR7JY0qtkKMf6UhQmXvwJPpNxEeTG7VQh+wwnxxqNo0nIBVuFlZR3o4Aq
FsMkghNGSpI9hRnYZAF5iK0zRmDh3QjiM9wQ4rGku6opZM5Y+uOgKukgPdV9nzzSB00sfjT+JvvM
n4x25w1W9nnx18E8JLB3hgJjtoqfeZkurDWlDfQz2dKwjBR+3hF5LTC9iltmnzqm/qrdjm6QZVEq
GvdHn3n1xL8z+zuj4/V3hsiyozNlQGo+M4ZAPWn0U7hmw7ocdLxWHkscePI920BOBeE1WCTVvTVX
4Vx5yc+UDfbLysX9l615uNG2iNhpO7qLeT+5ZltENpHL5o5jqXfDhu4ScfZBBalunBwNGsvqrP6h
Xmz/xfS2X6O5HBwhfQvvXhoGvVipJxV/3PQZtgyJR6AzSlkt7nStvUuVHeRRLp1JP5AMuaRHYczB
y2z6Ir8o+kHe+EwBkoezqg1uq8ao49qc6oB8po0wNDqNfYfiVZHbjPhyCVP4b2Q0dfrqhmW5Cmzy
DMev0cxOfbLvbS0vQi8D9MTyzK/EdZJ7wS9n8JavoJg2YdpF4j0F/lrM5IsXFfrMvic81XIqE6ZD
MDKjZxv/J8NZrO9KVpyVGXWehg+61AlU96RjhIXms9UmIjC72A0K89YdRXCnFdP02CVZduviYHqX
ZYanLhtMhz+ZysLTorYM+Tg0Q5CGci5snCNmeIxRoUb1jYLP78IOB5MiTvSFQ0I38nJGZSsVHkjO
PD6kqjK/liSAs0utqrTjUrjebUWeQBTYYqGbnekxcoXgn2J0te/CpKeprypz4D4StRUZHJp4aDZp
szdziqS9ZSmDgN1hIY7G1CC3oJww9x696f7RHXVZxM5kzukj6yPDJ2xKkzZqHXaisEw1/+uiyqy6
JNyiqa4qcgFn3DGFKq7wBxjgqVR6NRB2UBXlRYnfxI3A7smIOq8XTqRRRPShCbtguHHwhSLyoK/L
etc7FVFcveib6WBqSvgHz2zy7lL6RWmCAxZDutcS3SkOwTzYkJ6EmghJF/JzNWjFE0E6ARk49BNI
9h412wk9jHE+6y0ezMS6ODNZUkaJo3g/BWm5k05RqljMQfkMIwoJdhK0+hen9tJPTitr89JEpXTZ
Ss9YY6fsyJkvA1jgE1PlfvDKbIB16hdHAtCW4tInbfOmASajTYVFThXC2BBNvGAWO4Wz9CqxG93R
2yhofQBjJl/lsSl9SjQrkMxr5WjedSl1o955FRF011VLDm9IMSWoVzItSKOFeKxHo/YWf99SF/+a
5yn19qus0or8GMdsjqZw4DE3rZ/9M3tFwrtRndyQmaHfOom5bg+HyBBni2/+5LiUX1hMjiSJTlUP
rbU4YCNdfd8ZWZZcdGYyfNW7oLmDm10mu1pf+kO7zCW8BSLSRDh2xiyjlGp+N4iULjr9AKQitpjm
yOl0VV8Pq9DS3aonxrDrJkkqodsWY2wvVAGhrhxz3Vej8sb94NYl6i44aQ4rTJRsSWgxBPEEiuq/
SxoZDaBwrhOWomLbt5ds/QJXvr91YK5bx2xVSBlxWi/rh3LJym7n61Uy4/o5932YGD02FdAYbIUd
t+Lv/0+6DiVugrB5WodqKqQqxERpmslgouMymmcQzndazkAaOEdtigJoLac64rJC2zabC2eAcjpY
yNMvkdnc7VQGUco3EsbBdwCcF/3HOIjhMtPn8bLqZPLbdWX296gOJo26Z9N03CihW3PrXygyqRd6
M9RDSlPTzA6dVo6/vbJJUNTbZDqcuUe/d4ve9No0QhCpn9I7HCuhnLYmfjhXsRDT8jFexmL8p9FM
J6TtbZ65t79DWyN1a+OEQZTaKLoncCmGPGbZ2cBItkubmJtew0GprQF5cZX8lWQkbrlOwxZo1P3n
UvO7u14F9k445oxj/Yq8PUuCrg8rjQyWEv8h+8yIvAe0YIm2wbnQUfBjeT36UDT11h0xE1Ok1kCg
yriQBrLocP7wtXuyfvRINK06MwPfNixhjGJCi2vLf21iXj/VSzkdWVE81WrFlSYNLAvKqcDiEIfz
/eghzct9S6xR38pz7lZvn83k33iqnk6kE+2L1882iQYo/YZnD2uhLtty8Y9kCY1fR7P5Thmc3Msa
cGDUtL+WWDjYEsPvoENGU5u+4OsHy1wjEWlxKGS0RVxy36kvLT3pdyugZxY2qnqhGV6cGent+73G
jaC+wsChNQsxFRn464dqgxFU6/qHA1xYl4hYuBmsFD+tk2fX/IuzEQhvUUI2FiKaaEfDlABlOXmg
ngvZd1AhR61t9+2E0DC1SY1dJTUmZ5qbGLEnbU5Kn/u3zYWk504DlTN7DPS+2a+QdC8NKeAm2XmQ
RYtpUxX/7TYAJRrUFSgeuBrN+ut3XIrZ7zJTphQhnRsuJQC53l5nhbXXe+PXx8/avurJB2CSbRN9
4xG+iaNeNL2qZeNBgZrb9pqgsEE7FrYWEPOd4d8VTYGdPotVaingEZYqIQ4QOBR+/BJvhTbAN+g/
aGCSYsR14qTHAbfOcdONUmImaqovW3N1/WjIcvupNoblUet745tM5rWKG44djE0tk8IKbYX/S9P0
4Jwb8Ds4q49IklYB6bOQmf/Emf1r088tX+v+SBbmYjB3fbXaSIAoMLq19B/qrAXUrrPukLa9HxY9
gUiVsPp9L5L5OBTF/HUG/9uJbkzijwfq7XLZ3ouWEyQoFC2nHOvBlIGlJmZGUdVVLFcoDR65x7s0
9bVjtfbn+IZvNyMorfQZNlePjW118l0mbdZ7JiK98mbxnxXtqTCfprGketiuBKmiui5K4EWLML2/
9UPgJgLTB2UAM2JrHW6D8a+P4IqisLpEQW1d1HAYcNrGbZ+kkL8eUmYeCw5RDFLJN8w61y1WY6Ma
ZvZqfyqhUN8PRPjtia0YL/zKVecUOG93oK2Nh+EHLTBQnNPeQQkuoWkOR5roh/TOwTopborGi+wJ
ktnHv+2dRyEStlB4bho2JPuvR3CuzcGYcLCGBCTWeJ3GLUwYRHDtE3mmIfUOR4AnMFmob/9Yum3v
8q+vlXpozeZM55CWWX3liqZ7RshTdfQSG3z151QuYUJC7HUdaPpxWc1/zDlvY0iVetRNAMbCwyrK
HiBV9kJbd0A0yd4VNuJyINrlkkiJcy7G7w6PaeFXw0GLOOKktJsDCfczZTUBVhW/6RjNV0a7GHt8
oNaLj7/E2x2FZjTfmrQytjqPSvL18Mzo40rc7rKI5rRe3w04Qfi4ivXyV5ERJY88ba6+krBa4JYo
bdzS8N7K5u89TgPTbliHvo78GhZYbNGyMB+6LEiD48fv+IcQ8eosgCaBwSS2ahSgyLVO3tGa9DGp
9DWLVtqB6jnNJVZfC/KNIKqAq2WcarOqDq7RZMthkiYeGxCIRijCpZfEkoQuiSzdHWhVsMXv+65v
UfnhHLNQTraQx+n8aLfYsprDfi77idQjO8nN0ESQ1IUSG5rlsnas4UbU+ViSIpLK3ZjqmbzQRKLT
c9BKqW5HaQrzzEL500Q/+emIg7aeNyOAu+LJXpMkNdfVNqHqoqw7LFqvybjS/fIb2IPVxqsvSBQA
MPTKuFR21e05U7fMPeSMNwh7pMJXqyXlmHRo72kUXmF9q+gvPFl5oX4SuwxaWAT22kbuxKcPqb7E
t6JuTSAGkoFxiJJ5NtJNzLOnjz/qtkOf/jD20c1mkX+wnn4973rSG0rqzSzSdC56BJR6UTeo5QwX
8u1FYkvKw5QSCwSfKnLTmf979TNSfm6Q/RYVIumui1oE8jA2aszIQ7CHQ7762vpZDUkDtp039XHw
C+wSctG18dzR0YwyotW1OJUTSmyQjsTczb4s1jNMprejgegNgix9SsxESKV8/Zou2LYhaeNFdG7k
IRUj7S0ueLu/HXMWOtugj6prW0knkwlMxClYrIBImZcCgkMYiOaVDMMzs3Yb1NffFlbI5u+2WZxv
F5bXv0bjz80R+9lo6bosJmrOCLEJkTtVT017KFKJgflgEDc2Snu8HJy8dPYf/9I39QEyAcYTSTbk
JxKmTmbXojez1a+8gW222n60yWXwUJpd051NZyC8iWBlzQgOJn3B+48fvQ3i6Y8PNhcMnorO+VQi
gN3+IEjzpp+69Gu0oDy52TIAHtl0jAdcQ+ro4+e9M3W2WygeKZgMcT0/GeyEVQ6dFrBl6kr9Qlb2
L4XG/swX/cOke/2rNtE2N6FNm7lV5K8/acJNeKrUjGGfWzvPpT+gLs+CDdkfqBqyXTGWaRmP5IvM
EEZFQwo70lHVwQRbwJYgYLTWfNfmo/ip2UY1hTYNxCtP2K040lmonmGTyB+Jlgn2gXYEVR/NZX2E
v2beVp43eXtzyT3C0dfWGkNwZ+8bXj+BthMlEebxyppyWTwafui9PtagbY7XirtWdXgsYNip0+Nv
NO2JiNki+e1XVj8fUc246b5epBXs6MMmqHhhCVdxqUEKiCebjKIdwHNtx0GZpvaeg15iPclJ9Wwm
6KrjoevMB+4kS/upBf5RV9IsV1jmcp76HbRryTVllJURNt1EtFQ5p+PLCh3LiDNsSmVcZBkC09wF
tz9M5RpQUaxWe6dpiTdhQkkOQTyyWB5SiFYWAbVT9zNA/pIcMxMpzNeOVvOF43UT0eJZtg7/3S3+
z+8EvxN2rP9vLvHG7+QomvT7oF77nfA3/ut3Ypr/4dKBYxSkf5+r2L/8Ttz/oBDkz7mZcDvG3eR/
/U78/4Am4KCE/BRreACF//U7cf7jgW0AbSCkMdkajb/xOyH/5mQD2sTEWCZtnhTbk7C5fL1UW8BZ
0QQBQU6+9o162uirp4xMpyOtUudomVvi3lTre3+kI2kmt7OT6Uevxkm18DJrj3ezE5Wgz3FR1p8T
mm57/MvB1rwCUvKy6GHStNaeM3DZAb1aN51lTkd0St83t8x7r/C6S3fFknRqWz90Kvcrid+/Zu9Q
i+T7MJrVru18cYWbw3oPEtKDuSdWZA5NdmXmmrbr8tGgkenL4JISOb2XaQu2PTnmAbOki6lD6wLF
+d7Rgm+FamjrdivkQ3mtGbIMNXPSDpmLj0EiDG0/a5p1I93N+1brB1rGzdrGiZ+Qelwl9SHTx/JR
uinloQgK/1PKBXqnc43c9dx+vsjZT46WU9hGbI056P4AL9iMYQjrnzrNrJEBttqnzofehaNU33DY
pPNzOVIjVznewWFORXv0xUCOtO+lVSh7oa8XnRdonwT/xTac3bTQwcisndAnR981ck3o+kHivMo1
YqYxwzSyyNBZ4l7KjqNUvtRxOjq2DLWsaV8wCD40XqvtMra6bwTZ0lrBCXeE0mJrY+jOXvlkp7ON
Q2y7wscRPh0RpRdpsNP4oTjSJ7l2DY14DJO5qhW5eHm+SyY+nZ27NMlhOoBCCYNEw7DzDQzPhGc+
z8gdkRQqbFPLXh1lV/20lPW7rVa4Jqu7qzBr/Ae4HKg/00QfQdjob5Z1vTK6ByM9IveucZHAT6zt
K1pz5dTQhxM4wXuZUC/KyMYrSVH7XRP6FfYc4YrjANbfo3VYewg4vrKfVNo2F+Ps/Ox78tA07av0
1gvTS360ZXpXDuuhkfqxNurHIfD4AdXEVwUXuBc49v0eM9cOh3Ydtuqjjtw0s/Eb1iX3ASMmGaCD
LTJfmYVfHYRRB/ecBbEPC0E6w04lx4Cj6DrtrPrgG1ofN87wA9XWcW0s/bsMNJtyMxtSEGET/Uo+
680FBVNAQ5H2dFgJU31BGsb/ztJLbU8uZXUNg3HY6WX/MPYVdISl8z+pfqwfpIK83cxwD4x50Y74
TM+3wYA8gGLAAiH0oKe6mboqG0hNMj1AWjUv6LSmu8LM9V2FPdxnutZELzhTfi06YIqh15MLd6zS
CzOp/JdZa62bZW6hvxSimyN96j4TyPTVw2mZAEHOuWjizAnF7HoxQQpa1JNtVtjFS7fULSLU3jgE
heXHtQ2JDInz55lb4S0dypSoQ5qC5dbZarlbhdJy8muvn3+qClOJUA28V1KoLBJKZ6sY9dmPWht2
Khe5cMqJLQwqPYvy1tBJMWzdG1oQ6eM6dvLaGbmso4ttron4dr8iIHqCiuIRIFI85VlzqXWWHqZg
K5EVkGVlTXP2uGzkNIQizQXFAg67wQEfQrgekwqT0uSyf7NaWR5b0nOvfLH0N/XGWQ+e2qEOdtBK
RjxXoWvYxBeuBbdDDUlIOZv63vHT9i7p9WuhL+4BLFNeWKvnPebIs8Jtm77s2PuZg3a6c8rau+mn
sQpzl3021eAslLtlwZFy9o84Ed8ERn7o/eaAaT87hDtf+I11k0yst3H5iWLFgpqMXBnSR1gLuEoI
VOa48bJrp3vINFuEwTjsVhGUO0JEvEj6pXudDE5Mn/h374Nl8nMuZzXU/4+589iSG9my7BfhLWgx
hXAZHlqRE6ygSBg0DMoAfH1vz3xdlWRmJfvVqMdkBALugNm1e8/ZJwoaRcy5qDrY2kxy9cF9rLs6
fwiazQGXXTIXJthnt7gWrOoFY1DVleoeXmZxAOrTPTt6T7LdEgMTyCOBhA6VyyvZtFvYM6QtHefU
zFWyNcan1dBZKnzvzDHKjvSWnCA8VcGRMbxOj87Nn0W9VGnYNPp4lE7NrBgrQFP4CYKTLtIZbAH8
9+01NmfvZWkafr2fawnWHb4DEvSidhoEn39zMQeVI56r0oPtbG5krd+gQiGwmLp6z0u3HHJre5vn
yWR3cIDSrXJ6c4I6nq12dhDCDIqHOJjvix5BQTZlGMPHLinmMU/GzYn6WS0nkTJ+9KoaHVlXh8g2
b1eG8KOVafcGOoD7VELW74hJraFd+ak4l0bLH6aXsTfk91rafVLWkjNNFWvimjJ/dzJEcHZec5Os
PpGHqMj00NiYEw+PNYzznasNiFxWGXNYT5haW7d0hy3IXtZ2CQpjeZ0zOR6qajv6qij3jiiQKkz6
FAuzm060yBOj0hm83qz+4IYFXMw+FH5n7NM1MEMhhzbs2IKhyB+u/fWwqLv3eVjNUBu7JwK1/FPD
uQLRFfsmZo70qPp82LdTnbKG9wqge/MAiiahoTWeMqvZ1+1QHUh1008jBIDn0bgFuq3iaZsRRVUE
bQq70JMWj/XNUHzafGSaq556Xli04yPoEeeQouaJ+1EDjFaKmIfQOHhSD+6nEo8h8DyyzWzfBt1a
MIPNzGCnN5TEEbfg7l2lUgm7V+9DR8sKfhphg+XXnBSmCyCo5g6A/ItV5HvLHRNpE/kBypHQe3EX
ZPW33vRiglzYN0T6teKzQPAzfkK0xf8tFoVtEbyXu+Xpu9Rm9Zj5bHxpoTuRi1hyvwViuRn1jsnl
7MrPBBvNsMy3Pk3AU215UrDc0LrJD/WWWZFQHdK7lqdpyaYdy/qbkuNuHY39mmvnrStulvI9q9kw
i/dgrG5dp2LaOST20u6douBlE9YjvS9oBm9Luz41hfOQlV+CGlVMUJEMBai/12KjvAQpGbDWsWyn
d3Nic52HeB7bOxxUB1nPmHDgxwm5+Angf9ZFa3zETKKfZEM33WC4l5Ne6xbZm41HESi9+yhnMR6E
Ys7h99Z9S8eSxNdEmy09GUlASPJub6lg17rVyc7fV+nsJj3o93D8P8qlutMHM64684kT1Huni5Nj
T7fDaN/1rbwfeWA2laP96oM2HjARJbjx+iRVrcIM7xw1ylZSEdc8Tmc0+2BGsttKZIetQ87DqDDS
/WtWQ9189ksk0SL3P2ulMpNh4HHxR7aHuQXKInnXlrDU0fiyk7XhXA5pgv7TQdbkmgdVNnuCtj9t
skOgQ+ZHlC7pvfS0/GC7jRFPWko6wmI/4eJAs6uvU+JZuXzsen6XK7vsa671n4WYi8Q0K3bsvnTO
ztQ2+2AiZsNr1ggQcUpEsrjUq/ZdBN6ldxQPF9JrS/bfVhFciKFnuCziYBS78sqclZadWHk/RNb1
z/Jk/07Bxu/Qo6yTcX5Fm2iLWN8rY+R7LOb6nQetZhrevVWlup1892sz6U81x5hbBm3fqc66U4tJ
6t3qrYdaH/mrUFIpIUJXe7Jr48EnWG2XmXN6ZwzqUQrjka7ovmcxGNr1+iFau8lZmv3KhQ66nrUf
gLWKJ9y8yzEvvk9IRc3a3zFFay5bRdWDZyOabDRTui3qiz+XkPW7LrirqxJ6wVbLR96pe7+uviEA
Tlobl2qr1fpxXsslQRiBOGg2LTvuGabeWOmgMLHaTiL17NwOQ7mFaIifRs0XOpaydX1Br+d9wR7j
R6JV5U2K0TK+9thDuQJbcqU/xmImVZ3W9xQb9ARoIFgVqt++CYMyxwnounf6uq1JWmKiEJk4YhDs
btq2NG85KU3J2JafpjR9pAuZf0p7ceOx04/dHCSiowp3RSXPNen1O3bkHmkMf6PR0gBt1WR/oFY2
D7Vi3EOqh3ZsfRSLoYH4OyyuHj6vUPIMdPtZIyFAhlA46rMZVPM5Jy4MH8+VC94706lVXf+0iG24
m1PUjzRe62dtRZDserIew6zm42CoGhzZLeUZ43a2y+ksgZvUgsQidWwiBCb47Hd5thszs40G1vT9
puw2muuCII/Bn8NMtW1MV3o6ESxU0Ss3PyDZBN9W3o8ZVVnx2FT0LgtJmPvijXqodPFJ+KUFfCkz
jszdm1PdTgQxZ97UH/s+M14Ww91ibMgtD2nQfzXTWe7KYT03QKKqsCmN4KWn/5HMgYYAXR+9E+gX
Ebd+vSa+v62hV89rNPFXvaIYQ+etpOPdLYIlyVSGdyi9wT5MrqrDGUS0dvBNI0Wuvr6pdTHizOsQ
FYLIm+6KoEPLWS6fBLDhJpbYLHCcyVVeYAekd32JhK2vvHW/slImY6dtl3IagtjYOrlfh836TDvI
3E3uqE7GVRQY+TYrMTEmUDj6DIFlifBxdlU80mXaTc0gT0MQaKdg5lQMwePFM0r9Tc2mETlg5183
yu1XnMdMPDZMq6zu9d7waVWjipuiVmA00FEWbgSQSP2cymmIjaZBQOelw6UCwBkvuLLuZGBi1fOK
/rfZGlUkg9K89Na4z43mcQneqkZoZjjWrx7Trg9D1KQ8elJjJ0/Ng6khyd4a+TVoBnuv1izownRN
VdjhW9t7+mLdFCR7gVc17Hs0+Z+If3Ve2tnokZ0imRx5z95W86qzdtzmJkWEuU9F15OmpDmXUsjn
oneufgvbOTJzrXla609jzfOV9ku8ElF3cqupCs2BUp7AVv9sXt9IuDuvpdGVD5OlL0gQSiNGM3Rv
ZQiT0DnGyqqbm9Zzlgun8+VezkaQjFPzPjvEnc6opG66uRwxV5CC0VeZOnuMdG4KlRZzUpdOClh1
K9AdrttthSycfZZafwClsGcH2QTuCn827Vtl9Om7P7XyMDuo6PI5dXZBy5ajK887eBwMI88TRqhc
gnHxL540g3tJZ5KIZsbpR3Ic3AcrC9aD9OZ6365Uu3EjN+fdlMH6ADzVfKRQc75Yfj/eLvqUTxSB
lrqTrOmsRML+pjUYI6z6mljWyUQyNXqo3a9CAlzo7oGdfc2wm9WSTMxH0Y6R7x6ssfmysqef6g3i
XNB29SHwBrkLaJNTdipCQALpaA+A3p0wo8f6iu4ujzWZNV95IiEd+QgyarSvN9qUx7ZWbI8F4U3v
fPDFebG88rud2gsUoN7Z+2VQPcPeYGEt0GFLfXs2QcWAxEiXV1EbwXujRs4typSfljlvjmtqFZ97
G+XoFqQGy84MTwpIWN0e1smIyxag/DzJ6ltLmm0ejQw4B5YlYyujflonPdEEgpEw9S0C7q8c0NB2
s/E8CiszE9fXdGM/kqhaRvZia48LRS3nOvxF77adaSX1fzV9ymBYNKHQl/axcZv2vuQe91VL2RjB
QytvVstWmE0aadzh59KPuVWjF119WQsO58K4mEtnvbl5Ud8ulblQPRi0isOqskUfNSpVT9PSqC22
uKRIWune6rlRvWqdYR9rQ9se62HgZGp4VXfsLb8N4kWABxMKJUBIeL13b2+l8z2dBBNBSmI2MR8V
uBpKlwa5U3hncsHzfWvCSo2kFH7MQdT8AuaS7Kol1XYluS4H1qUucaRmxauxeRwWWo5MBTwr5bXj
Se8mwgjoaMjy7GLP0yKO8MGXLNjua0KqXtqSs0XdyOFs9iktG45WIdtc4MVkIWVuJHy3j3O5cqo2
qm3Ym6n/QTTVcZ4Cwp+mliAB8mMjm0bASUxg1q2q7S5ZVyxHIEenpeDAVGjnRljPfW9EtsRqANJu
N3IcmbIhfQCz2x3sq4NWNu0QESDJyX3DDBr0fbz62763L12N4Tyv2CFT84G7OJrO+G67HjYSOykm
X8STK49+3wCavD4G71KRxOsZ+zogSjYFmJr74ahuM0rXx9X3htgBoeAQ5QC9BaIL2zopvkXk5BVb
jMobM8acUSc90xJ9eS0r9wF2ZWzWaoe16tnW6ySX6cxo6KCq7+XAhjbbKnRz99HZhvaZk+G81xf/
NzwfeJR0Drez7+A7m6yc1sgst7MrXPcUkGUR5UWx8/Xsq8rEd8tY1xs7Lw/O6qgI9QUhaiZmm9yu
XulelGFHYzGEICrCwF/3zpI3e8cPzpgFOCsK5+xbzld/uNZ0cy7IGfcDKngdZQBHT5s94aEUmxWR
pvl9NSm+PYhpj+zAidetS2RgGTx4CBLRkNDvMOlYChshulXd1dcFz0FDjmqtWGO/MezQdanzdMf/
sLoyzgtzR3cvqQM0bT7xaEtPHHNrymjp0ngqOWhnzqPDVKaghVIrItLy4Zu5eHebb1zI2UIxH7w0
CD8jDUncY88RcMcD+gHExQqvz2OLbYzLrbdttnI28XFf6CtPRcNEy/o+wBo21x35aDjJGOzzKi1J
ZZET5upPttMmPqxtc3DOS5B99vyDBBKxSYRGXvC8adfemH82FFYUBABA6sLe686bPyO9F/5L2jmP
UjMyQsSYiI7anWVa+6ldPnRRXrKCOx7NhaOAm9jr8pk8jpC6YbdUHpt7fVukN70QSzjk6UlV/SOV
6m1p0yRuK7dImtT/JHNHxdt6XdOzx7mZ8P/kRBhgZjyuaytC/MZxrjDymPaGQl/bNwUjtBKFYxhw
hAnbXtpHdv3XAmJUSucxnhdIC1B3ly3OKvNocO7njBi3ukMGDa4oRlbUjM6y0eK2LZ5GYr1n70Sr
Bnt177H89PD2taY8jNl4cgk1pHEI82/siCTTmFQ6c7T67UF5DUbS+rBa93QeKfvVsutadpMUn9qq
GnxgfDT0wMZTVXK+RXAbjqhco0o1y6FfuxBQDB0sFB4Rzb975Ve7oRx511ATjHOA7IE+G42y45yB
P9PU42bpe9IC4sz9UMrnoNenbObBNw9Bp1UgNa7K712f0rC3t/Gi47t86Id1jj3RsbTKuYSYRR4k
TiI7bm0zP3QpIjNIXV3IOeijMideG8HT3WoXt2bBqxZi8+Y5xruaorVgMnoSUsaIlT/1/avhY8oP
gjum9pHMg50n8b/OU7lDUHi1uFkkr+Q3Qe7H7QwkUtlpDC4qUAamxbfO+I624YPiXIWDIftEG/z7
srHSY+YsZ7JYeeHltJ0X5qNeqt/Xo7wUDi1XFvkvjb7ccQI51kq9DUt/o69vgTk8NhIlHR0mL1ED
JQHghbciL/aCY4rb8aV0iEGqtD/l08iGu2gvmnkhu4mZBtp+fTqDuAz9GkkXgCdThxxb36xlc9Ry
/0C2cXbu+X9qOmKhgYR1X2frrp33Wn9j06eiCLJPPpmXafVC3yEs0xepbmeXFcXbngxzotM/7vJg
P9MX7UY8vCvBfDRZFt2L0tq/MFIJxXQu5BtLUUjNgQmIsQYOD69/zKlIF1vFq4uxebPuXefFn4bI
MD8565dyeGHcwmGP4yD7wcC6227LuSc80ut2g/8+6BrzdQPhxHjQr8XC2NyOGj03NDNlw5rGefJt
0QYj8tvqvOmTF3Z5sDwP9oodjcCQxGRaE1Wm/zwzNt81i/loe9N6kUPPOcTEk7ON3+3FO9VggG1z
uqs44u0CDMsnu2PWQP0Sa8I3zm2qnrtuuJXENPYyvz7VDV+ZCGoOjUQtCq/dbmzMcZtF3EkxeQeh
cwxlYI1Xw38oNttNXG1VHffA+W51s7NpTJ8bx0LHrvWTd7FqHJ3Elx380VlvaGfZ1QNG7+9sQXQ/
PCoZW0w3SAlxUJbXlXxc/bu0GJc9zhYE8CWND5ZfJhrvaZbNxIBsw4PSXzytuSVsIKzwgkaDsNy7
nFCXI0kctHCnJ7ukO+xyrJGSrWPZjHhLs/dxtNcbTzk7amvmdTCoujVkJurBg2pvTPN+69lpzX2Z
lytxO0uwQxWiEmPxnrGTxH5gnfVCv+u6V9XPdLjr51LzwmEeY0JifHxyxkkV9k7VTNia7femqblm
p1xhj3YqP93RCi8OmNbgc0xbd7H1xT1i6L3kukMzt4uFLh47Grm0WVCWBE3wUGPl5izjLPwspZhG
x123cM2kNT2lAPdIe7Ut6yVzjgFPND3korpk6bkwnelQzWvGOSSVGMHa/sEIvPciz/LjMBDgYPQ5
jlf0h6fcKyPBpxAx/vcuUAGOdd7iVdtJiyxL1HRfWn4sdMxK32tzmUYrGqkl5DM2Dg291b0RKBev
X9AfWjenAOIh9PI23DIE5parfXKoDctAEweKhzG5JtmEzA+qaAnmZSd9iiP8ZjqFhT+NtxlF8/N6
DRTF9EMd6tWPSxF8YDbcG+aMxdvP93Dv3tZKu6WV8EICzAHH0sHo/IeNdMV41Cc6VsFMd985bcJ/
sCjrpoFZLfrlUIxWntRyfKklOSBIPyJrG22avzl5pZBhLsYwmoljqznBK/uboIQOt8LvD1tbfhFr
SoXosF/NJXUV0pwPsFfeJh88dEe0HHid9PUCbfvF56So0X7f5xZVUwZxasdZHvO5dI41qsKo6GwR
9Z18SkEGo9Xyt+o0kOW8DwbxtfIZ5YkrnYadMNOfQKcdm40xfEuEaqSvPG0khhJDwdOdtrGelTea
h2iaswAzhFprxMmdixMttnSn2nndzxL7MBi4Kspsa99uWyTcnv+zItZzJ3XMW6lFW7XpL1ntG+Gi
3FuIuVQ3bhdE1xMK9mpc9w00iZlZa5T715GbfGCnzUMiwfIIcq67l4363kF+DCeXxNC0tIzdNmRF
1JO7lGSr09+WlXWXF2okJpJnth/9+jj2XX3KpMV60y1TnE496UiD5R1cY/yciq3b0bAwY9WnItaG
erdoxhMv332f06qhj0VsGIqiRG4js92NTliql8u7W1E+krarOKn18qwqvfjm9jYEWyn600ZWL5bL
yaaDt5q7HHAXhj7dSfJtyjGfCXWUizMcNdcn5bapy6gt+2t5VxiAG4opuvqHYmtZBrx1qB30nObr
lDcy6TOyypb8Taup6dDJ740ZzYFpqSpyeyIIRr97zxgZ3ZscN2KfZtSjv9hNQtuoiExZabECsX2x
Npt5RTuTJFVcGUxB8bRO/fPqpZ+qSdd2dr8FN5SGgFlGRt85xjoSKa/KQ929tByAc7/vzxqUliMu
ueIFeqt/M0ydc+wn+tlowOgwr/q9eZ0lb11117pms8+Dsf02Ygk8LGav35gyC76satDe2rJZ3nO9
2SAyTSt9z4zufy0/G1rjctTZbjtX3K3CfNTAXdCU5Q/w2619WqSlaH4ysUBhGjaLxGhtBN/KzopF
MDeJZ/Yyog1N8ZOXARIFSoaaWhxjfGFXR7uCiOGZyn3MctuMa697cQPqmcL0URfY6ZwMi78dsiZY
n8cF2pYP7vYF5+qlNvT8M0MUArYxfIYGruLa5TMkc2I/53l39MBHRmQR4kJFyZLCdw0tDJ00oaCs
1FaCvLA+inE14t5S+bEVxQ5VV3ntel3atOrvAKd8pM5QJUgfWNGGzRwiJSgbsEQMcdD1p0C/WTP9
Y6R7IDRjpyEUHa3m2pvi7UGJv0AImSwrZAT7NOjDtG+rqj3g1rf+UIT+R+qrf8yR+iF/6n/Mpfr/
MW3qmv3wP6uvjl+/Vx/Ntx/UV9ef+EN9pRmEStFH1nXd5CUw0Tr937gpWt//QqSok1RJEM1VD4kU
8t95U673L4IcbFj4Oj/loQ39L/2Va/2LbABInPwMai5AXP+J/upHX6ADkRfuEv4ctGHQthBh/Ci+
WvuVnLypnROPSWLfosNYC7kwz194vtatiiq9+xVL9EfB1/Wa16wOk9ef99DXjZ8EX5PrCBbmbqDl
O+QfzKebnaGMh8b35/tZ6b+CPf3oTvjjciBvGX+gfQO3+5MUdNRHMtwsOSQNYvr9YLOeYUypoFt0
7i9kp397KVJrDDZ1y0R09+OnmU4VHBWjBCNkaIhzvOBqg59Wxn3QjMs/9I7/j2kN/76vAIjzlTRn
AM798WJD3bdQ8tqBjJu+vBXIePc5W99nyXSHSZJy476Cvhya7tRfbChov7j+332NV+GeTuSDFXC/
P16fvTt1CYgnlRSYxrm7asAZFKFZ3qaC855m/Uduvj/u17laiElFRi748/0GHPVNE5ZRsqUp07ZN
you7WPNZV75/Dirtf3U5mpzMxiG6Wj/plCXSe+WQdZB0nubFwFNkTD/AZGrtOwcV+NXhT6vG/R/a
5D+Hb/zdxwn6C3MRbHLe/Ou//8n3M6xd3lwNWsnqLy7DLNe411UVXGozk3fKtLpf3N/PzyomZfKs
cS1fVyBo/T99fZVD49EuUXE1nLHuYYoUO8SO+Axg/Hz651v7yZYIZvyna/0kbw/YXYuG6XAyAWU5
lpiaIGoSnQuMvQm1LJsoyc174m3mBxtOyDlolX0dgVnm/+KmeWDBJV45vWDxf/yQVbEiGiQxKlmD
uolXT4NUH4j8THNeffnnm74+H/+tQP/9nk2MoBCTzWv20c+GEd8xuszZhEwccUUD5ZycnM1Ynsa1
rYJoGNXXjB+sE5FBEPnnSyPO/enSgcOWcxXvQkpyg5+Woc4oAwaAWZ3Ur3mi3dpmNL1r+2mNt6d/
vtBf7vGaU+Pg9OEFwV1oX7X+f3pmN7Eaaq4D5PT1kMcm58Q7xgFoMTwPDWsdZN4RapxF/Dwl8C++
yr+5Nh8ysZiYULBy/p4h/Kdrz7lr5VpLn8qu5vyMo0s/oJVZbnyBIElmxjcFo+2Ywb76xbr3l0/X
wAWEHcXhOfLZiK8v1p8ujCquIR1VENtRNf2Bi9CvYep6WuG2o2UgpgNx4ryXMzIUK+Nk/M+f+V9f
JsOkKsAfyH7GDvpzDhOT0ABPwCCSAUTOzsyYYVgpacZWR3BQYlYuTR1rpfXpjqN/SJmIM+3MmJmL
NvvFfvfX78CGoI6IHKvXFUH68xZUNQDJRtkly9Bd9dvFt9wGfSdd0ewN8tgYRzfBThn6rzDUf39h
Xwcncc3LDH76Drp8yhgXdMheC4O2U9AGScnQd78RGHCbFZP9sqzzI2KK/Bd3/JdV08BOjoMXiyam
d3b5H798fSWpkqkI6KXCH2JtIddP94njQ/2p/wKY8Tf36JP5ExCfQNsEosCPl0JbUYwzTLmkkUt2
owQiysE15+Ng51ASR8Y0yh/8pyZw8l884X+9MrWnT2UYeCbeK+f6BvzpCbeU8pZBV3Vi1XBb0rZo
P62l9dqttnWwWi072SNPOaLC4OGfn+2f90DboNQ1+DodS/ew7P/0PDFP1Sp+P6pTydiyUOCm9c2x
zuCnkWEH2vGfL/d76ffDGn3dac1rajPSG5dR/Y83itPQDGQxaDFn7u2DMxvMAlOMsGZAFR38BT4Y
rRMgY4AK4m4uxI2/Vgi7GRCHTP4A4FB87K0aqUo/ATEPR8bMicyrMsSNaB871Q3Pmt3PBxhB6hff
EkXlX5YiSBHocX8viigDg5++KM9P5ZhVhhtf25x1pDtzv302QJ9Uv9mceOUtwLFmualhUujnbMwL
Cy1fsbl7PBRWte82ZRb7BXxj9TTkqMsdGmq4H2N9Ss3885ROOrk8Fo2lp1RMdcDgc+ho18nWgTGx
NGI4wJpvnM+zubbNgRbRVsZISHptpHdEGnVSe1W6nXxh1dVhsgydmB2zG8YdudRVfWspy/8Y4Le5
b+k4iOwC8q7veOCsFUksEckMQ0Z3+hIMg26eNJHNr9s6IEzBJAVisOF5zJE2SnxX1jLRYVwsBCu1
WZZ2slikcYPNbFG/WYKBa91Sve2awFj158lX9veya4EhOQ36/WxBkODT2HWiaQ6yF04wOv2yerwO
MjoFQgHmZXO/CYthgCZkoMddVbu0BrZOu5G8qdgYxnr4COzZIn3P6YmEDNj3jzLDpEKndubovXlI
3OhcMaORuLzDfnPSz0QPyfmU9dqC1GfpvdvFhxERKw4rTBFBE3X7Mkg70JWLAJErbEtrkRFVDVPx
mf9LrIB5ZWitxKUNANM/rpAdI7E9baTXiX+FUBXiICNt7JG2FUOxfKBVnm+n1nPVTmljOt/N83Jl
JU6dmHawMA003kaH2ZjCXgPOlDs3xgb5TfD7IBX5hXdL67n9DbTC2OzNnrDZI8b/cYq475yOOpwk
Yhb8HJh92m/NjWfoAuSV0Dt5EpmuJTosXW3fO86Y7YxNAw3QmHltR864QipEte7eekSt2rSzRpnH
HRDNIgn8uZ+hSJkEx0ohfHOn3MUrT7ldIDYS2jrs2JmtNCmouqBs1PWiYmMVDDP0gR4dbvCJbBNZ
ZCN2AnIzcYlIyMvVYrTTMTBoLO/MtUu/o25SsNV0wkaJ9exVAp8wC6LS2+ZnC9NvGubAgkVcK3Dx
yPG1tI6BlbZoFRmxJXY/Gg3KBMuG96M2dd9pNUOTvh+xRa9DOu6sLR/bRyLHtSo2RpMUPR10a2I6
5VKf0ezl9b42i9G/G1umskyf2uEWfbCVnSUchCf07RqYhRbICMpXPfWfurHpb7qNTlgSMFDhCnQl
scUX88QMqF5xNTYit4A/ULDt9WYq2v3k2Om9XfVDfWBzLxCydRDDI10Okkq17qDRNexNkImWYmQX
oLn5YgxB+sqmg/FlEzpcaF+M06s1tB5qtJG0tLCuICczezMnpi3Z2n5xs4GNhBJSs0NPBWu+a/RC
zvdoWAr9wRRw/xO6ENXDVYCh7a1W73aE16BHqPK+Hfk49Cm4XztXBvecTOhPd0NudRe0SssTIkSj
PAW1Pt3kvSH6xGR693VhuALiYpnmNHb8Nj02+YIQdqGsKiIgjXjsId6ZSHIq3cDD6MBJgGIJxjhu
gnpakxrjGfpMdBWk5Mxu9q0YTX1Lss03L1rFCSVmEiQOM2lSAWp6X78badymBVp5QSOY3MLUEWBt
HU43ApvJGOkVtuwI77vRv2Va7jJD7wbkdHDNGMX40hvF3dQZWJngkXfiBOm2G49tq3jNkQYF3o6Y
bQQjmVkptXPWDodJVQfO7RSwoL2Uc2nP1AlIyffFCJ7o0XakM8d2pZPQsq6O/73W55SOrcsZNsnd
K0jSJQUoXIphrqPR6ranES4Vw5DGWHYbKo+GDr2H6wCxPGYXmHEGIc1NsKVhx3RZP9KiLu6atSOh
EeNUZt1Nuj29enrv6YdMnxTE50w8p/7qvtdNzRFobljGkUJjUisNJs9IV/DPhmIpuwD8+WTnMTFA
tkxcb1HgtRfGUYSm4ZODmp53G/uOUnif1rx5KbPUWZM8bYp7ty8aENdSrPSDaxqhSSf9+mlp/ZUF
dHWNJ69psq9DMKPno3ajseUyiv9erpR6R6BY7Xosec+zHZmKa7nfIMkNRzsofcYawlOxC+uV7cjP
s+91Vkowub6eZ3tkat5LAG6A0ZwySiyB/ppCSq/B66DI2qYp7Kp1vwxjc3IRH+OQb9PxCUZlAe1d
aOq8DTaMVNCQFRJIYDTbnkwudD9N62nv/bBtvzW1tSCXLaDDHaYt9aNhmEwmI41A+EFkGl17Ojx1
vuORYlnKQMJftqBXA4q4VPtuCGd8wCGzdkfIfeimLA/ZaGF0On6sokDxLTQ2VsR5Nvp4hORVbAEX
lLu0SHkx1GCB6aOCYie6wsGuEiAQ/LGvrupH4VoNAdf1rE1hllN08H6s5hclCALSxRB8cQTs351Y
Gng/ePXkzpSGmmJgIQUvXZBvXwDlaV1EYHIJEsNVeB0Zdrp30pQrXrTWnZ3E00sG3Jm7dmM0pgr3
UC2Gk2jbb5lNWZFYXuvdWpY30Juvy48pq8RpcESjx5tqybenOmm+OHNF1qKGhPLCLjjMuKBW70tr
y4HADslUL1omk3EyIUZQpNeyHhnckH6l3+SjdIakWPvhYhv59px5i/xUrcz/QkTLfv+0ejCI9x3O
Vhl5mZF906bMd/fa5Bvipe638o4RRaVgZZobs1UgjpSGWlV+XXEcHns3m9wkdVOceRDAg+eVx9rG
m6I7DsqRa3dkK8s+7t25/JqmBYaPDiwrgNL/w9yZLMmNZFn2V1pyXSgBoBgXubHZzGfSBzo3EDoH
zIACOmD4+j4WWdKdjJKKlOxVb0JCGEE3cwyqT9+799wEYdilt7P40EZQ+sQBWN7NRAl3s8TGNOc2
mFHAT2taX1ztze+TXPyTBC8BRzRA+LZtuOHtTi5d5+wtwo6XfI7twQ9YXPYTk7ifmXYnjCr4aaYd
3a/0ceZ8X5zW2Hp0iYB6IPJxGNYDhY6XZkfFlFz6ztHudh3d/AmFMndLJYxFMLqvo3cXeZFSh8ZI
vFLrKNIci0HCnCtovC4/epFTxLs5EELeOJ7qShZZiyIqRLC2beeZ1auJxi44Db7HLCvlhXY3/mqX
4uCbXC6XIW/S16mXpA4mH1STgbgjquk6JC5wDAmNZrBcseeFs3yDXlG+dkG55pt87CEBaBmrioSd
YH5xEPrtA1smz90KKnaXDhmcj4L6+8c0Rwsdm6jwnzvH5s9oflR/cuC1vq0kCMofCNhxFwZ6FQeg
rnN71wHnR9fBGB0OPrLKmuo2H/StYnZ/iygllA82HIdLleH+OMi4k6ximAGn84ovKoYBvLSn1Wkj
5GU4VyEEWnG1IoY26ohl6XuELpBhAFtPA2HkTAWb8VBk2mnvR+va4pAwEgLrEClrTnIa8PriE4Kj
TMzhJHD4BkF7bmSytqBmJ+IW6ZBNGIdCKPhz0Y3JDSWvLk/VSMLtBmoB4O/VT/S3dCF/eMN4DA9C
ifrtBgyDq451PrZUNkmWn3qjBRBvJRcsQ3MhTs4kerZ1FJ+GUC5PfTjCeN8lmarURTnCxbUMR7Gb
DGNoIjODllQOZiPPYKjLZRORhOBsG81Qa7MiPUWJFOTNjGLftIc4RHrjoBlnrjwmPLBxOkyYbIKV
r1f4RcoPdFd1jYKnyt36uk7sfl6yxNDvlNVTNWjWRBYoaKaKjfGEbVta7Nkpn9ktfvJDl0G88Hgu
83enCFDicNdY+eJg0uWukEs1X7HQPRVnUQ4lQrIe+udgnavErIknyMrULuydmWo/RFdW32xNw+ao
CDpBxWXS7q5sshSGuoxLsemtaN4qmh8dqUMjb2iZAGAnF6AZ3gcQYWq/oF3HZQNFO8By1MaIJZJh
SJkAJlO39asa/H+XzkNHCdyN1TlZvfjoMuNNUWnVoX5AbZpAPIXGgN4gUA71x0S8bwH+JN8xcZDL
flkcVCMDRpE3y64174oRg4cJZpSajicb/MXomWGy1lSYl7kBwbP3KfIQ2lO3biwxOI9Fa+LnfHbV
JWZ6iop3yjjiRe48HfogdNw9nCOGp/7VpU5Z5uhgh9Si24t0bE6do3y7MY4xrzUti5i+oiT6upLY
TI+9h2x564MI4pGMr8pBVDgy2ktsPz+qiebgJXA65d5U5aDEjyTRyykgcdPsq6bsPhJ0EsHBZHP7
veL55B0JjGGX6GIhd/XEVA6CMXvcDg5KV29UQFbv1WO2HuNUo99A/5qjTSxyPObENFeHzjdM1uWk
+7OzEEh/snHrfOea4nUI4w7/4ig59W66xqaXpZ+XT5xfDVv3ilaflE7eL8/x5+rBWUH1jn6bdhtv
yNcbbjgGQjMIZwKoH8MxaKq5/1RbcF9Yr8OUIADD/dhAe5pGZubB+tCPIOFZd93pxVZUCPx1dDt8
JVQB5OFlr07UhCO5HzQ5N0C/kSYHuBm3HQB6iUIBWNWuy1eK3mLO2ltD2wAfL2Ovl7p1Sx6TPGDh
o/1qNpxgSn/jNw3nspkXdjyljUBut06aYq6QHeAcLOXUKh7+g5nCPEoOSrPZjBzmzC5ufIIv8bUX
n8MW/wpy0NJ9aZIWpeSQ98neLMoiCsgUUIdlcNRFlWGanhPCBsg/bF0YumiD54OWxXgwIL8QMM3a
D/eeAOGMAKRBBQg7W7wj/5cJnsk0vFRtpMj6yhn/IxPovI/IzMV0ACYef06U7W7LQJOC4bZFkm2L
opop7folnYE5JNrfibhkuxP0Q/IHJkXRc2DWZUKQBmAigFsVsKL5Ot1QDbQxAjY6FjdO2yw90jcY
XJuycYpp3y8alZe0Wt5jpDPLGUDLlB8YgXHlSoVCCcednyB5G4qY2X1frHaLWaYPjm0VFTShcgCT
XNAs+5zAlb6eTCF+bk3VBuoQylWODyZyVPmzKclmhJdlWKR3ht+KCYxPVMbetAvcdmaWdXoeqjhf
NiM+KJDF5ALgVKgCd9g3ACzWPyCNLU0xrP6kUJv1ebAZBKg+Mctr4mJVPIReNp2zvsOG58xUctuZ
BM+vqy+d0wzdud1EecVm5JbS/Axqtd7mjllZRdD9T7flSmAmOjsfGW1T98rbldQb8y0xii3q5S42
CLg8xUi6T1h/Ic30mXOWiQ+rWZBL8pS5Myisnm1DPXQOW/cmFEjQ0T3GBTI7djCivyo/zk9QYRlW
DrWTDoeGotjuoj6Ny93qjGDPM3jO1GRBLg7WLOGwc8Tc/goaJ76Tqb/6B0wZ3BJ3DMAXBHaIdhFn
K5TuOV1jQmzoIG54DNR7TB8s2SdYflBuq8mC5Uj1BM4CZe3XZI0pzeagcKKXeW1NyJnb9y6zWfNk
WzE9fooXSP6Y44Jx2YYGhMOOLGuNuSzBuHqbRrP/vW9HSBmsxNWIiK6H8MEOga+TvzPi6A3LytvO
Pbs4XhXwWQe2KUzaVpM3ywRK5i8upRcZK50d0c9rBSOQPDvNeGydkuIIX7mAzNEm4C7ywZnG7dq6
DlLNJSvifY1WWHGmGP0c22mdkHZDzXmuiesudlU1mTuaCDEqsDmbSmTGIQQhYAYj2vzEb338FCXK
eWZw5bfZV+a+oJpFA9WL6IqWt0Tv0NaAq1+Q2ob1EKfmq9eWHNIzb55vMUBhJ8CFG9+ugaPrbRXJ
7FfJwvvR6ih5GR1gXVsSE0gALQPLOGRN5PiZjwyXCzK3/pVgwXFGPFhkP4oFtsZJpovjnwqOkGwo
KgQj0skhfqA0XJdTZMt2fiRUBlEXU0PyvKsArgfxCt3I0rMmJLk0lVb3lcoLLPmoIT9ir7wiJijJ
fjpLE3+4esC9vCpDu2JO0PSrLgIs0jS0W256OjYFsNgwvK1ypr8nUhLW8gwtxH0d2XHeAouRYLMQ
cfKCs9j9McTe7N/LoaM3ZotSi50b8BfPazPlx14OeXTA21IhJsx9Bso0yZBKrsF3hnlHyW7jb20u
oGVgpi2PRgkOr/1IRb9B/LY+RshMz0u11D8E7tmUjcHxPlg+zPCJ4rmITipbYhJGYuqHHQ2Gmued
c1ixx+tMMWLmjHwdDsfDj1w52czAwkMST2vM3YdK0KpR8cqNDtbI+armvuWknGKOPMYLArqbcsWR
uSERARl/OlE9IQKUREfjqxacS6HsnxYXRoA0pax2rmhm+ohiXA7QUWgy0HTEzS1bP+bMWq8WTAER
eV9aUTskHgk244P1rPth0oANgt4lo6oQjcjnClpGQrTHjLDPDzSWP69qJp7YlBPkTQSS8pAPBh91
TC7BlXkXa7Ty4vrO4hyzF/altj7wLCSnnvnADHtI1A+NWGfKmF6TaVzlys+OPklV4lBUqXE4jkUc
nyx94q8sdXjpeB7y+7pO85+xkxdoQ11VoRhzuopbNsRmOiJtT11SwnkdtiYgbWHrDIvTM1mHdUFb
y6Zmz6wb8AK3cdsbhIInbxAcpNCfZc1+sDqFSDEaUkbzaEBF2DbxiE/b9u9EWQTrIcrs9Km7mlSR
zawEd6g8wbJPxsV89jT9TBaEqG1PtaKBxyco1iGYLvI1xyTvnVPLov+ZTs2Y7ts1ILYCB5kIDnY1
IViSXBe0qNOeKLXaK5YSCb3iyM5K4RFvEPQ9NmIfL8Y2yszAiQVXrSD+wtrmyEOnH9yek7BHbANn
wtK7ugBXkluCTEIIWNZC0bJN1qvvw8kZzdDZbe8LaQp6UEW4vtLEYbSVuCAsijWjoeFiV/6igoEW
gx8VbyY1NtyGVUToteYAQiQgLpBusxAbwN2mXUzj0y6WViRMnR8VCxbdpDhYjhh6kCDGYTIcp3oc
Xrg6nsRC0hQ30sHGvIntqm/ingpoA4c8PLIgcISx0zqTqtQ2Sb9D0ohVnKOeRHMqUZ5CZ47GjEGL
H/cnKguX0mIdjHeYPUnLvaN65iiTVMmMYnJl1u+trRdvmUpac6vrcnlwyixLD0TKhurAQm/7W4Am
bXJM1ihNT7N1W6qaXCecL8Jy1Affk8M7jdyao89KfN8ut91wWmIely1GIx1SaU3LNw0Jpz2FYY5k
H2GOh4jSJO81bVxo346rniIxhv0NkRz5Hddew49LMuchg6xHfAabQraVdUHcFQ7MjsazyoLbcsly
fxOFgLWw/0Al2dPeKtaNhrh6zQny8aQOfptdo+GvXnSC7OpPADAKDiFwQr8VMGiI2OqymLTaSdjX
uQSYuVtXfMrzyhhoJ3UyfnHynnP2QsMhg0lEBNUuicNO7aplKqqNhFhhTpoS92tprltLUUbTEaJA
193pCmDABnq9/923srg61rrke1QP/nOAOwCLGJ1es8n8Gc9xlfv1IV8K8TNWI9yoBbPTW4Q58ogr
ikZimjmodWVM3gS7ZJTBXipwS0JsonJFaDR9QX5gP+ZpokuSlaiwHTUNzbGFlM1sBBtngBuXnw9o
peH0b9KmifZ91xdAXx3mW0cQBOWljmLk1Gm+DsmpVUv4KeV0VLGYmkg9FpyTmZ6MffDAETPN9mjG
+/K4BOha7qj+OLBAMrLZTQBvJvtUMphQO9zX7vRrcPCsjNzKWMUvzFnScNcszCCPPRwJceMsc1U8
+S2shXszz3Z5SCoy3j71/ljHtwEMHv01rFOBI4XYRfhrZaUevbBuUasGnoz+leDpvw2XRQo5OI4g
8ycBaNo/CZ6CVi4RZ8Z5J7JyOs8aQ4eLSn7PIicOWGz+FX3+Ojz+bbiMOCPwXcQ/Hp+M0PP34TLQ
l7GoMrxukSRjyWGOsAvQ55+ioKnoGRV2i4pEH/8Yaf9bMtz/UVz7mwT3L8W6/1/KcJEp/IUMV39r
lt9FuPz//xDhegka3DglJjcSPABXyez/mn4q/fe/Rf+JjidifgJolroE5d3/keAG8X+6aegjsiU7
IgyDK4pX0bMq/v43Ef4n0iqGO9E1KhwHcfD/LsGNYX0LQPS0L/h+yJj+jCrtOfSumlhskC96uqli
91uEY45Oly9OK28bxhmv+BeB9TyCV/nI/308Yxd1RYyoEskvoFSPTuvvj6cftPXIecKlJaVZHZly
V925JZoEsWNGYbLDjFZFt322SHlfVUmPeXUi9YqsuaAbbqrOCccLtAX6jcJCNdlnioL02mYjGhtH
JHMYru0PL4dcAZoRLMaWVLu0P1TQKNx3QNauoOQGR39xVdlSgIlKotYf7Awhq87EjURoX24q6cs3
JILLDweE9EBljqgnr92UiJ1Y2S+2rgp7mOjl+iSAFtP4WC2u/BxVHId3dpJrdCEOBd8GOvpMnJs1
Db6EnDvzIy0BxtJVPU8GAwYtL7FX6dXq11Ul4adDjb9ly+vtENvBZIhKaualXkBnjGV8U1gLoXun
42asN/44BtNZZ+3cflJpmRErlNv0iJHYPFWF5z0Q2JoUWxe993vbug/OMBfIh9Z8uoMf2R0KOvzR
JhJTfB2WqYAcJxX0jxmu9hb2Yz87nxXBWWKvJ2EaArbAeIM6r2a8H4VXv09eF73NxCPuO39k/w1l
K98TmYwPbpdMH5RnHINCznbZDrIxv2g/lXjfiArz2w8STttpHwwhv3Qj6HXQgabLsaWJ7HsnkH/8
OUFz6Y46UrK7EgYWb9YlxxqW+eKzzeo4PBA1JrDjgi3Y5zLQAN0moLXQQ9LBPJJ5ae1n1SZ8Zha1
wzvOXBrXw7J0W6HoR+LNjNdLxVj8vr5W95ekb8vnOAAxfaBinjr6nVn13cUTmmzmckDyhN7LJ35S
UKRvh3UNXEZpbVePR042zZW9nqwC/glV4/QjEVRt4gJktGIOF+SrK4FKmrY/aJo1LQkC172ndXv5
7tqKf62dgHtvyUVUB102DIc2Fr9Z/8BHL0N1GDMI3NjM0mxEOuuJGpGJ0TVwsnaGcAQ+oaiOWgue
L49kAvWEK8XJ5aZHJ2Om3eT7Ynp0OUlUL61kCH4b8tjzFEb19f8mMVHRqNn81x/Sui3taU5p6mLf
S/nJ2TrHtIPHOokUkxyZJysn5CkDq7Ir0y4355AY2+grqIZ82S05vS5mC1HhvI00uKLjWlieZlGu
8t2WNhKoIqYWZ99k+K07ofiPucTsRhgtFn5j1aDelxALEToHsgZ4U/oQDxEdXTpyedqB0Qr4+44Z
r5Ez8ezVL7YZeVVcOVPbEPTXVK/MuMf6cYoC2T5r6jT0/y3pP3hbkNntqzQty10VVeq5DAaHg+9C
G2o3LMgOv1P2VfEumo1yoYcO3U+tnPJXgyX8E6ZQGb4XXbKCg+w9TRPKu9S1Nx4c5vWvogpqFIih
Cp7zoYzve+O5d8PSnIqc9jzRejML5bYYxgov3xIwHCUdWcXnyvr6q+EwylzKHNY8fBFLbU9hzq3S
+GvEgKRIk2T7mILCexxCDLemTUqXOUU534jay14ttPtxX/tOGT/hfHqmEfoLbDPHyb6cw6PbaO8M
Xo7pdVdCykHBwykl0812SIPpc0fO2a4p/f4H9S6HtdmNnpqeE9dcjoc4D99sleIB7SCBgiZ6lUn/
s+U+38WDHnZF4FFiTOq4EBZ7jjvz0en2AXMKgEI9ceLJnM9OBcB5Ukw10uuNSRkuwZ8aLuRP7wZn
fplKfZTaLQ6qgFKXlFN8Z1Gv8DhgS+QA6CylxxgO+C1A6HuG7Cys0H2hk5m8vE+r4hV2+74MMAI2
ua9xmCAYqaG3f/Fy75oXzABuuUl8gdvQyy9mpSwm9PqiYXCMUU334dqeG7Nb5k0c7gL2AjIFAPEy
12S+Xm1MBq3UHcDoDkLfCN2wiJkK9gxD+7Hnlc2D9uJLltFqBeWF2vqNOcGzaDh9wbd2T4XyyVP0
1/EcuOKc64ZWEW7kLLNf5UreIwoODNYDuUQ4S3qapCjBUkgdm9xARCijzZomO9GbHa3UH6j3zo7H
zKL0gRmodnnP6lFDfii4S8VEm50m+EF6zq1f5c+CBCh2fmB4hPtt1nm8Qj2TdiCSp6wKkolXtFiu
FcnT4AInYnw53AV5dMnrLr03WfjkSjttC1ytZC2ZN2vjJyI5nY1R5a1Ow5NNyMJA1HDvlxkL95wy
3wuqI3PSim6pv4BaaB5D8Oc7TzHLQL6eX1IHKQzbJBuVU3fl2ZHpR2UVeSMED1f0amxEmizRxAyy
8xWBRzKjKmbt2YdT8+SNq1Ptcu0OdNwVaXxzspC0pVeWJoczDqORGbpmiegNDcJgh73EP3m0Xoed
osM+iJIJVrCZ84RLjZAMSniUf8GERHRxSdNsA4eIXlPhm/oyZrN87nTsfcNLnH9NHSkjBqEjEFFv
ITehWpYHevPdDiVP8iWG4IHKoe6+FZkavUNbwDdBjEMiCLx1elVjDlILk28e1VCOR+JySB0aML8r
aRw6kNVUQJCiz7hXwANhNQ/lHTLzhrUxX/OdO1v1PhfaO430I7/KyB/2ZDGUT5xuBNtEbe0hmpfo
wXjpNzccmn2SO1fQR9k39REQYB99cBLS3i3eSLjFiclz2jsUCzgTEytp1xF9OmnQujmxzw+Dl8+/
0qH0dyk4N9ovi1O+hQkSmdrPqmg7jDCFd4bzPgTNbLhq0jIR2Z2KiAnd+G7DpILbmLy5VaPvW6K1
6SNASEnQZtXuEz0TlHOOi8rkDx0J0UTEjbRrEVFyyTE+GtuBd6eV8IA6Rx0zfwJV59r6tLqTe0mI
mdmCJhD7UWm9a3Jc6ttohtXMcIv5Mwy2gaWXIzCCi/AplqGit2JWgdLGqYc7LAfltilsPDDyBj8X
jvXweUAScsKeQvZjkvXe2S1nfyc9RS7kgmn/OwKz5ShU5X0ZpCcalkTQotsugEHEwM0Upxyz5xdO
vHYP+06Db7FOqsirLd1XJpbHIQ0rOt0gSbNgbM9u685MjpicgOTAxBnmU3AHMSa+5H7bf07m+I2u
LtHxynqktFh1Yq7c3Zdk7211Fx0V6+KRvivczFE43vOoCOJgi0W5mHUoJId5OqYU7U8weErIjKY/
6cGvzqXomwNQ0ZDlENO9ZDu8iQdnPHZGpBQ7jcXKfI2JAmH7ZKm1n8yIUBMabnSjw/DX7M7NGWgy
i/AAp5z2mBl73BkxATJpn3t3hEy5l0iZ9b4g+avdOQxw3X2ete33IVGqJRjBducE3+z9CpyALnZ2
jJlA0wRZjeLVFrqOP2lnpMLKoyo7Qn4CNd1XzgctiOKLO2LrKcJUNueYY3F2iqGY7eBtM4Jg/oU0
JOpvVNySLksT8yd7qgI5rPV0jCfoXuTGjpckisAgTxPgbMBATyw9JEWzCYUAFVCxIDoczWn1aAZa
hyjeqyBw3KE1QFWkyvlCUItzqPxVv2gh6PfWlbOcKuVWNzSa9KH1J/GectDpfwZ9FrmIAaLU3Nho
1Q+1SqdX6XpBcJBtRNezCRxkADii9efEDsmdGGOwTqaxnzhRwt1ZnRg9ZWY5pCVz3tOEItp0s0Ak
YYjlqvl5cr1rRC3Upl9R6/JII8b1v+Y4zrYK9U+N0R5A8hCMcjoYp2GehgMSQVGXJwjkGBIwA8UZ
Pgi7fMjJl9UhrQv6kmPkzw/R5CQIsfOkHE8RAbETcr68j28whjw1esV8OAMYRPVpx/hSEGDyDDgd
O3rTqoupxXzpWtAPqk+qfRNX3yU9+mG3as/ehv1V+MBHDU/OjPqlCtF6paNo9n7JMKh2AUEzfCTj
aQ1UVm+FZVHvnSuQ1C+ZGsChAmGzv6ZUEEnM7c83kySKbqk4poN5KGravENbHn3o7FdJjHciQO6b
sv3yCY1iUx/oealwRymmCfSSzd2Udc4ZBUF+awoIcMaWr1mEc4tV3bsB4RLeWySgsKKj4JgmA7Rk
E2Z3Aav4Q4iYeu8npUMNkJcv4QT6Ph5WIGZgoe6g/DJMrETwHUOcfAsjV92Cc7JPRP7WR3IFXioa
52d3EfVtGLbdyzgP6gDgvdxrN1dHBwjkKfN9QoJZg5AO0OQDT+XSv2I4Od3V2mejRira7wFpUOjj
/t+YeGJxGuZPq52jY9i5FBolGsZxVzSZMjchB8o99GS7E4HnkSDPln+c/cGer0kxGoEdQLRrt+OS
MEIi0zmKnNPQTj3K3w4qvODj+dCSClGmIIq2wvTha6QSWrMd5+4q5601ofbZxFd1PVUCOkHiWx9r
7eWP2RxFB2ir/l0zdPFrni3rryp1MJlr110fWnd84ACp0u3At93D9YSRbRsPmCY9we2sHZPeoCHU
VxRS796QdAharEoC7pZk1A9J4BOK2XCnOyr7YzM59WMU9zbdOEFOMgxIdxawPERVuqHxW1xMMwE4
AMaz7v2h0tuJ5O8fQw/ctCXY7ACvLRgPU+sU+tANoJO3fQgrnmMU/ecpnmgGS46Wt47u4vOi2mwz
RLRjZc8rTwcv+IgWE35epmW9NEpdm7iGkC1bmmDZu0vl++TUdwkQihEBwR5nA51yX+RvgknCe9jk
QDTgdn3yGI7tQ5RMZ3QS5aWTJMptRgYkz2ZSjNCiDvnQlTeT/kL4Xj27boyidGbXvQ7iIEIpK7bc
eVIIoGf5b0ueAFHyKym+j66Od0KzwVEGNJw/Z1TZW6treVOsfn1WY2kPzlgwFiEdLd8PcGW3THLg
EedK9/B7IIHUJTHnPip0oFfM1ZzQqDc2t/aMaoQW7Trr0+gMGPVcnhmf4X3XfE6rvL5rRFM+t9FS
3yN/GjboTlauPnE43JZLVo01GJdl9hiagxblADRSKIxuXf0ABsLIoTGl+L4YUX9rWodZQ474stTL
fJGhlMeq6/qzO6YlYs90hH2haoYW7MX59KTHLKb/XMTtfDbWCz+v8eTbk4TG+KYtN53JUy1up9p1
StLuupJDIMXUTb0MbgOUSmPUMKjBj+gnhpIYkbp8qnzOREBx/ehr4+WN2dKzaYudv0ooIqhxdXOK
icXxDg3org/wYtNwW4fTGmMQWWdxLog+/9Z0y/DNddr1Bb7llf/WQ4HlNaIu5eoVzng3BR2Ji7au
2+Cmrpfp0FZJ8VZEkuKHPdRdTyMV5y+KM5BffQzjauOQwnSlrueGcDpesVm03jvdKTff6HACs1OK
7G1o42f2bxCB7qT6HxMDoQIFJvBLnqxFfauD1L9M8PyuOMlrfytsLP/eurL7zr5gi/PkOPET1CEr
d6yW40tZGyA4fiGqYjvQcjlhn1hHHG3SXhxs1vsCFdFziYxiX7YhUi039RiSyaS5VA0OdMwxYf7t
6o1mJXMyfHnIfR16DfMkRXM2IunebOS34aFYPbprjiZqk/S3YkYxECvFMEgL7BSMavgn3sGSNkUR
0MXSrVd+nYOGDWY0PZ2Iq1CH/b8tkBHBD/bkJVOpRkI8FeN3/jZFP1pfsifqRr7rwsluOiWziaND
Vct6z9mNHyJDtqidkw+E0TcyBoWWEV20D1QbvCQITLbsTPxvvJOChze1UONy0VbtdcfizzFtXH/R
a+/EL1txZo5/yfMO4UxaRX5zRvvvtkzwppHdehNlrXEl5iMSSU6NQgCKYgbIVP/Q5hUXw2f04S7M
IaO1vWlSO0G7lMtE2wmkkLMeQIjWkKRnRC2PEbow1PzpLN9RU3CtJBMI+GQJgghwhq3f3tCzdvsX
4XfKvzLhRPMyegu3f9Qy0Yy0DLsQ3quFLzhPg6jvVJj6w0fbxbRg2owO63+1cuhfcZF8XdEKMu1Y
NsTmOmUI5xUY0D5tCZ8/uRMylW0UmmomKGyQ704o+AF+WHGZ/tHbEYjx2hsCtxg9TsrlHkQy55eL
gEbSVO2nod6rEC/ncQnRnAEKHVMulIH2h1BMCX6+5j7ReZWyI2nKc7n/NNq89mYgylG9N5ARWJ5l
tvYvLgK8+YnlMq+OCthFfYf1jntVcFyvoZXPQRVuFxTH9b3H0tPeWlObNwp/pV+7CLMf/hYXFNDU
x+C/XZtnGv5SEA9bJKX8tFatfNFx6sPmnqQcvhWWPBOdaQOS4N61UMjZ0lV3X2GqKXaW7zDfJDOD
MfpagrYdErQs2E6O7AwejJ5fkfgzvr7vm2mmQBrzY2lQqoB6bW+dCLQVMp7gFa2Izyk1gesVeoea
eXz7jPAWINZ/uGDaaLcF4abXWRjDB0NcxGZXKfkQTJ0HiqhX4fs/DVYe/zEj+J9JBUScJ4TyJYh0
oIZEvId/cn1XE9kFbil4an0xPHSzKD36KTaaNyBLxvIgPEMwxF9/pv/79I4P5e8SqRqFjO+Yyvw5
o49imtkMxROKE0e+072zKLV4Gn6OHO92vlnDS7CogSGxdbqccw/paYeFVgsoVGJqmqmt5BbJeEjQ
TGfABLntYRFD+HWAlDMBvrzC44cVxAQSG9F1HFx08hIgDfkcD15xSL3Bu5Cf5CEIj6qx/bfc7H/8
emkC7iUhzxZIzJ+v6er40mP7QOZMZ5Nnux/PeVEPu6sF43GcgulOxOh6Ib4Oz399Zf/7hfWYKcO3
oJ0grqOo3+dAA68aCGMMFxbJxa0L/vVM17j4WYSSAwSDbqjof/2J3tUk/U+jJ+4lRSuhZDjocY+7
wZ/c22NXKnPFs7NINNn9GiAv2IROCj93DVF7ZGlyCyctfnBCKy9dMiJZHmfm265JlIPRkmzZTVEI
3/yLL/a7uft6ExKPdjIzP6aFiR//6VJ0A6G5Axv6pmF+/5hgIHwkF4lycSSA6l/FF1/fkt8vQgJb
hGRJkTB84336/bqnSxb1qBwN5oCWwxWpNgK81pwH57++2n/+pTw/Zs4WezRJXaKi/vAQf//2qexy
9fe/ef+xEJhZ8U7BuXAV3XaXXlGzH/vCGhIOEBD+mw8yH8fMO/IFE1LmAH+2VHeLV4LLZRGTf2w8
5Vwye1gWmkDHJKtZ9BHRXJtQbAx0lldqrN1f/75/YJN+u7LMOlEmxn4QMlKN/vHf/+k3Lie/nBFq
M21Z9WBIY2lWhzykQEdMIJ38gZoDt5yjcsm0gKyW92zFdU6PZzA09OLRpTlIIgTWPoaK98j50Ptk
XZzIvfZJYNyIBMboNtMIlQByZ9hQas36AXRiKjljrP56mkU1xRyIC+B3GUs0oG23990TgiGHhFGD
IweBMO36Q2g1Gy2DhGsNisaif/DpTcPNp7qttq0zq69JvgTlTUch698ziYgkdpxoWU5jA9vosZlm
biJuE69/4WzBhsrkhukguS9suhp1D46tjkDcjcKFBtrOLa9b75Txz54wrXpf91l4M8QifsIAx58O
IeHLm3ESsdkErHjecXLD606MTp7t3bZ8+X7U5VELza1kXcu/5RLy8QG9aXJpERFWu0DH5rbCKP/L
FaSJbLnGJTVAxpjhYjSC5bcuBXG2ARZcvK6jXp9iZ9Fspn7AVwibjKkUCinmLeUo2dCb2FKE6MSZ
11MRLov5GTYBVXSfFsb5PFci0+elt2z3ypCAi5sVT/8O/2zZHnqR8HNESSdp/7+pO7PduLF0S79K
ou+Z4LA3uQmcc4COOULzYFn2DSFbNud55tP3R7mAlkIqRWfdNepcnCpnmsFhT/+/1rfMqcxG9Hxs
qUDzB+yiYoA+9YY6TbjVhohn6dHNmQBn+Fqzb9KBBRqrHVTZP/sRWeJdOyDB1oZNaDWUUkEWEt3W
GL2eng1On9pIWUrK1607QrfvXv6GNhRcpOWNR6scEQ/uGh8mzI7e3stDcLhpaFhcPddyfuzEHh+C
b9oF9XWDluhbPUWIic1i8Kg0k1GDBN75alrods1Ip88xYgC69BqIcmuvQAheeJp68uLhoo4yegs2
0NdLwxYcIJM6GrXDn13a0EddzovtxEIru3QlqGz+NogIuRn92BBzDqCQKy/NIEdybMJM8/lgfauR
QVpBADYHbMdl2pW2bSDMeE2aQDAFps/A5BriXR+IoFXODffIPKUEGrKlUQaXkWp5BZ9f93jyhT0o
WGYdrm+ynTjeTZg950NP9fS7sZmjZdRm8hGOvOH68+ugEXk7FeGQnhc7V85RtCgu3t4fdVXRNVFe
LbDtOw+Ba6S/It2qyh3ST4nhKEP9vACJSUSENxn5Y8Og+P35T3j3iF1XwD1zaOG4LGovi/Gr2XBy
RxNmvU3jplfDdT6yjafU5NwYJjrOhSXHZ7DGPIPPr3q8q+COUcfg/EcwYTvvyDD04DDdUTZdQGWP
ziyD8w2z1tzuBprzrYPtYJyY99+tc9wn+gkXmpVE0PIOl8LYxQFKG3gKoM7i7eoLYrCtX+5YMZV8
fnfHn4+pS9YYyDOodWAPHO+ZMkQrbjPgMPBdjiJYYYtYuyF2bcp+fH6hj14e/BUbwhL6E+MYNxO0
fiYqAaqSHOH4hyTjo8RAkvA/uB1OR6dSw/MfQcfn12XkH325gPIEcigSYC223sI6/nKDPLNrzyBE
VG9IvtLr+jAKHQFzPCZZsTZFbj9D9R1+47A0nqXWdBC0YeI8QUoOIfCqsXw286gywbXp8iymgziu
Cs9Nbhz0dl/wjKbn7kB1c1bnRw/40qKnNDRhcOeeUhyzqe6x1HYjhUxYmv2KrNLuKQnVLNkBVX2Q
fHz5yuzd8cmSXU14WgTb4ZzZmRZTaec/+sbTyu1kmMMebUamrmfzMgL6kFSbxxyxedNglChBLhMa
hUhx67ycr1s2BtqyoJGW0tjB5LhHpMty45oN01BNwGBx6PNJkHVsZ522Q3DDrE04HDzSqtXwm2Le
YTZ3Qc6yjL8UlzSLcwW8UPrQ16Ib+Rv8BNzbpd4QtB3jG6aNi11KTw+QjQkRrFVToB5q05Qzr1kT
WymyIDdZOEmy8BHBIytRArHKRIAcbpmuuyi7iryqcBJMZBlxKFc1+gDcI3MhKPAr8qXo2QIyyOYK
W+jqV7VMG24EmQ4155FNAomywxa3rUAlnqHrMbKOSFRLwouPycZamqPS62UN8Ew/ryVkdrwiAmV+
VbRilxfZSIVTk95X4iwzeAW4onYDYtnHugj7h9nCxj5EswlbIMBTnmWVjz17DCIVrnGI11s4tsxM
DWq8He1qRVRE7rEEjpFoxFINfVedEZOFOK3o5dmfNQGTKnenY3WPz/8UhSISvutvRdDPr8pV7AkK
P2Q/9uefpxM0G3dC6Sic3RVJfg4ly8cBRfLKUfZQ7Ij+c20SQGvtm0Z/5l4gs6F6JHRv+o4sJj7L
DA2ae1do8CQbtrlbSYrUph/dvtkkiJqB8OD89y6ijAL0pkqbulyjAknTi7BHPU7Wtk08r0Tgg+3G
knzMf+QvE2QOEzVH4xdbO1WzfHlk6aT8XRCBVTFGAHG8vNyoIrVkiSY8d8/ycRi2LyP/HwlI7/OU
//uvNyLQ//mvN+rRf6sxffMv1f/z8pf4v/I5tPrNf1lnJB6ON+2varz9VRNn+3KBf/2T/69/+Nev
l7/lHlzDf/+vn3mbNfPf5od59loJOsNT/71wdPsLl2L4dPwv/FGOCvtvhwx1c7auzKWO+ZT2Rzkq
9L+pz/MnpiFfhKNsXf4FbxXWHJ4t0fza5kznnKWVc3UC5agw/ga6SP2Cf+1FVer8I+WodXySlkzM
JqZr6iGmzTZm3n+8WtzTMnKdzkJlNKmmjLdz7BNaSKewH0IkT81m9hrWHEw6y97Yohq+mJRHn/jF
w96jaWsuOlx3sOCDVoCSsCezPXDXUcJQs9xH6bXkpTVN6tJhCt1YbjOfuiYcw667GkzylxZwGwuo
L36tvkMks5Dhu/ooNxisvItMuRR3q75BwB847GuhnzuFRfewx5zWgOpZKAM7L93QLr7qOy/ahZ3u
njd2Ml76Zpk/CRmVv5la+lUEaeBpmrDEMRhU/C130Rsu4A70GcGmgX4ZhmSgNWUHkyNL+3AbeAFM
G5BdwCvskb32wusFUR99gh+FzTewJlT7xjMTJPtcDebOVxrBWIxNPUffVZsxXs0iLLPfpESlt56l
2fcqoK63MJoqfpSBPZ1ldOHnE4tRbolCujJFpcpl27vVwcS9Hm/TOtMuK1gyHL5JlH4OolhjKy7E
eKjsAgeP3jXEqAQ99WearSjXaP80ULxFhdcFQayL/qDBQoQURlNI1SPgOoSAZGgNNnZmFRc5wXcY
SLXW/C5qjGALoiurGwoCvra2aj1/jBrg6Cs9FolclCZIoSq2iEROUKNOSwqopGQOItXNtUat9Cuy
PvdHMnSxjqSKYJkFwlDjqeMIWC39IEU9Ggc9MWA0wuydp489YbhFlJL4bWYsfxiqkWc6aYt9DBeQ
xPQz9sVOEb5M+oYTZ2JD+oO564a8J5ccvCn5ycakvqRZT6q15uE/xfo3M/lVMydlZk4WAq4cXEdb
CaE55aEEJ8CFJORQbEHYgOjiudg+0ToUJhoKMCPDfLhbzAzQbh24QRPzxVSY7Vw2I3eqb5xb0tZg
3XPh28EbArUIzcwiQdLiY/P9cMQ3ja7jy0Aod0cUGjaXheFydIP0n2HEiJgWnhJ/hBCGxtI5K1Xr
4ZgkzYrIJuXRzpkptulapgV4smDS1IUz5TbhXb2jRiofIATptYJ9X4A4nVicSlwvpOlWUuJnRhWA
UcTKFMbHOAjXozCG7xlnwG+FZlJnFo0CL6dqUdtIv0ZiaFTSjxt9rNwf1TR398q2dXGEFBX50BlC
g9CIOJ6mXUJuc5Qzfi174Ojj2gF2PZf+/u94MMJvTjvNSRZd0+C1iio57gObrtzShTCFe1Ivq9+I
vRIClXJNxCucGgYObey5BqphLSd7ltbHVxoWiEUsMQB5aVxR8jCFqB7geSS/k67Xvqd1U+LhqwBt
0ealWcRQ7C9lB7sGFoMtrWVb53SVYOHP3UwwANhpQjpO1BLopPdWCeDSGQIanA0NjXZua/rsh4kO
91f1NNf4E0NNOgwzsPnoJvl4lhlFfueQCUQ2iNkCmqFYhodkUYiecUq9gOhOdA7hspQBybUj80wB
CmAMf/MBRuUa1J1DlqdJ93krCj3DupSwYd8AdzH7zaj5TFE2YD1rNxK+6aPzbZgWcZdX1NomqCXL
ENkrwp+i1+BzTBHud68cEheNXywec0mmEd0EoCSqyd3n3NPbR5Y+AalfD+sOYSRiog1rTHPvIiQj
rz0hhW/XFo0JKmFsa2PjaZHTb6i/sYPAA2lFP/k5pN6HeAJJG7Rr8X1wBWIh7ru9DZzYD9ZpgTp6
N5u5ra2fTEZzK/DkI+TVRmlftwPRfXueovZE7oiYNRk1hyoXIMuzHvbNkst7G4z06aoswhtRJgOT
cUl6I4kHDhx7ttg70x/hcHAEWFZTyFu1dJO3NzMLfBl5WL3SLZ5ecY5i5iLqTbEoU28vefMqzM5U
Pl675Ma7dNfKkMMIVvDLmJwYm1GcFt2VKPWf7C9vdBmjyY1Q/kLBtlry2zziHgObH9DF/YoW5Jld
hEwBabSw3OmqLkq1Dv3irK7ko9DF81hndxQNGaMF1lACQv3rDsllymlnEY47qw72dROxm3TXY0cG
hJ4taR5fDSEShDJ4rDqlrWhPlDun6u/bDGP8AmDGzrJpMGfZLRgrZrZSUllWF8TDmUtCOtZ6yfzS
/lRpCDMWCypnmQTZkL+Nqp5wKU8dXCv6Kkcr2DTANRiVycr00o022Ys+Jkx2ihM6BOOBZiS5O7Wl
HVTa3vuxwO0g6hVIGkKr4p2ZExeej9U+9jlTIWXYVT62AtXdUn/ed7Z7cI2CqSfyqWf+mDrAd1nv
QCPI+69e5X+tI0EuUSbukjg8dE5wpmi6w1AioEaRKqfrc/gHMDFN56+lv3cTJMNPiWVyPdev3GUv
jc5ZyKp+yOhlZ4Ad6oojImlrAYWneJjOokI/JAh5ekMzlikhX4UUV23Q89Uw4RAwufe9GkWNUuVj
BQAR7eav3HbXlHF2bWTuiAp6KGp8x/ZEWuGYqvhhwiiJCuaqRv5ohEQgTCq9YCritDek4Rr9RL7u
fBCTA9mvoxof4OZli8aYNzVJ8zPMzVs6jGrZMiCX7aSviPDdlHl5j2DokRkVNo0b7LXMvEGxhTAG
lQWldclSXVIX37ANuiud/KwskyeKS18Hr1E/IbYb946pLWsik7B7KJccO1oAmqJO1xN+HrlIm2Q+
3HQBfyeq2Xidt2VPCit10bO0pctNrOMyR1V30RvGuGiGR1GQdkrv+ReXw2IJCj6siLZpOkmGpvQ4
IBn1ZS1LvOVeucUPb6x0RbzYpNHOLfo1kSweMumquINxwvbEnJbdoB3Q5Ah0r4vMuo3wVtSYbRFD
mjbbosDIN06YLJnrtwbjHVmPv4rLfqmSskV14zG+4oMHX6SKc/Y+zcAP1fLbNCu2VXVZAfzZU66C
IhlDJ5Qusm2xzTNyjSfsutOsJxv8S86Ke3iQ186MsGMapAesryCi3ZkwO0EKURKwfVLZnRbICLHj
bINQCsfUDvQSQgfiPgJi43TXgCI0tfhirHyUGPY1JutbQokWtRNjRe+2vu5eY19dSgjdM5YI7Vq8
c6H4YTHaYp8gCXhhJd+D2ERhU39ht/FIcwVs+M+sUOeETYXjpdZWfNj5XTtaB9vjI5DdE7tBbRki
MkU9s7MQTF+3/kMC6sTBnODhs23dZy1vzkdy8drG8y4S4F3w+jZakqaITUj5MH/1KOWTTBA9QzcQ
EST6WVabYksUyITqqN0ZPnyyjAyXbr5UHWbfPTe/FoVPZqiHMX2BFAy7lO1uuj6+kh2LtUvYVQ3U
JDennxiNQ2y4cloZpsASW7Er0afmOauDDUArAgyRfS56sFsuJmp8FGfZMOdfESLS1+EjRIJqxa3l
C0Kq3Rml+MRmu9u5+dNgakW5tNE3hgvsV8F3p+EFAeTWnWcraa6wq5QBB4WGsjYMA/ioQD8gDVLh
y8tNZafx98kIwE05w1AMG1LF8rURFxG0pdzue2hwrbZJ44hVAZV2eCm6vgY0E4YiQ96Vip+VjNIn
UslGYpZcG/ydzWmf6n5BX2/pSXRbVFUypKNdmxg7aXe6Tf/NZm1s6KctBKims0KRsADMpLZmZkT7
i2cbd3vTJstlZYce7RBwKPZN5Kfp70Qa7hwMVBW3FfpYtqCq7Hn+YA4eHHCr3XlZGUZwhc+3uXbc
LgjWNcq5u8L0DaA0hSuoxAyo7hbROBTPVTehtkeJWOmbFOoPLqWsJTV1UNwYpuEGPoXBInHT92ZN
MFzTjFcEpnfNOjWQkK0GWhf9jkVIV6tx8Nty0YuIH5hm7JQOemETwwdEdd5huihaDnmM7gYGH5FX
YFBKNFR2vMYu7Dwbjc2CUxQt9eKB4Nw/Nc5/VHH4t+WEN0WH/98sq4oa9b8vPGyqX9nP4K+7uTKA
SuEvQmT++t9Z81T9bMKff53zX+s3RQn+sj9FCcf5mxqCgAFIUcqwzLnU/acoYbl/g4RHQ+Ag/aTb
YFGu+FdRgjPa33KuI+v8e/g+XZeCxb+qEppw/3ZtoMb8jwaNmH9Uk3hTN55b2vR9+ZukUhYiMvvI
9YxqaIBa67PBprV6HxOsfNUgm3nqdOFtEpyiiwn126l6/Ns6CFc1bMU2DSsrl0eectS5Z4B6Cee+
aJnE7apsLw15Dm+lcs+n6FZgXemqm9q8LZsItiv2HRfubnRfZnekz67g3bXgXnM2+Gn1ozJLNoDa
ArOX6e0TZ9inQbe325usBtfq0ZOjbBlG56Z7XxpqnRFTC/0Zq820FjVN3TbbdjA7CrBJUUGAsLuE
J7N49Z1cvxfgGLM39/9qB97f7lFxngZSDpeB23Xu1EV4WS7aBXvSlbbBs3RVrK2b5IEUemPJIe+E
muDUlec/f1VwgpOm6R7UN2ycAE6tob/yqkcfAk2Zhb/bQe5FfaJ/ZbxtJb2/2aMaVy7Zr6X4pZbF
vl5vyvWmWUFdXiQbufV2+Z4wr83d58/3bdfl3RWto294hLtr02YCyrAP18nVtCRw8U9cFtMVJcwP
XuGHl0AHgUuAXpKrH32wRttx2jLZyg3OT3rUa1te+yVOnvwhjb59fjcmA/v91/LqWkdfC5w3TNUR
1/IvYWsVz2pbfql2RK5u+0fSEn75B/MKDrY4y26CLWJm6x7vS//1819hvPWbvzxUkpGksqSgUGmK
o18hkrqlxJ/Ey5rSlLFSDx32CWcBYKaw6VAsEJGBZP78oh98Om+uefS1shDaOpoNrokNCz33NqMc
hteYSk0eT5vPL/bBhzozBtyZL8DMRzLT27FRK01LsXBgLqBAMqOaBwQVRHIidbVXWW5ZO0h2KNSn
goOIC87IMsmTHkt2cXVplWdFWrdXdDhNiC0qxhtji3/21TE9kqogmZ8V78AUL/PKq9FrSM1g/gs1
iGsBOnxkditst96ZBYIdXxUwEs+v5Ikp420nEX2TjbTM4LLsmiikG0ePRTdSNzHM1F62qEAXqfKr
DRDocPf5059ngVdTIiEE3BNiVdLU5pVRHQ0oLG1dRPgKoC41GvGSXPiWEAI7k/eVrhdXQz46Z1Vq
jIh1Khsqlz7Z3u3nP+FI18a6x+pK65ksdv4/RvbRTGUUbmeZkWvsTKz3a2kkcKkrCqACoCFl3zRf
T37xnVTMbBmWbnUWBWGxoXw1Ll04/IeutePLz3/S0TQjaUG8dOItngtv/vjZw0Bq0IH5xQbaCTZM
uI4ctctyz9nklxU6PZJgzD+fX9M4mm/mi7IO04zQERzwn6PHkFt51BAPykXHIb0rEEBvwtaNvzgY
2HcAbhBPmrMDU/go1FcyGkl6Da0azJ2auoJgT0hhJ57DHMD3+vPgNykGE6o0QMg00o/b2Z2pB4iN
J3jU9LyXYTrGZx6dkyXyR29DgfM57pODm4c5ZR0gT41b2jcnHsvRHkXqkmlBhwSNIMrQSRt5Oz3I
ySsNrSqHjc0nElBpygy+iqTTOVCTvneLB5ZaYp13KNJDEfgOqHOVn5MHXT45ekpEsZv1bMSDofR+
nPht8xh8NXr4bahq+VSoTMz/sY8nZ58Azq408ZCEFqHmgKGm2yjj3JrJOr11JIKmhS66AoShDwG3
SUOpVglxsNDJqiqatZIAoHrT0UjGgcbwBRM08Z0nfuXRdD4vljiR6XShVFXKkEfrMmmCDWaezN4x
E3jnQ1Klj0aP1gl1vL3UuhFxtGXUC+XQuZCRocEQ6PO5mQ4JbEQtKjyhllMjrxl38Xbwm/Zw4hce
f/rzL3SUhK7CVtpUcv4GXk2w8WjVTqsb9i6DjocLzC3C2cLO8awqzEVvDEC7Dc/a5WHVbZUiCzqC
q4YMgQh33cEl8vnvOZp6Xx6YkshaWTU4fZpHn1yBLx7Ko27vKhc5oqzAbRSDIU68l+OPh5t2EAAy
u7uOg0hlXvlf3bTeyDZMGzBg7uT/0ulBrHoLGmKqOM1/fj/HMyw3ZNAuQLFFbiSqomNoDcW5cihh
W+zGKvpJZQFRXgqNHJJpDFI1E/cO4OenlkQKag6A0+OoqpayBHfZD3GwdPoyPzGsXzBOr4fO/JMc
00TKOyd4GvbR8tYT8aWcQEJoa5roeUgsceO2cq/7ibaMrJhABqBkZ0nQuJtMq8wvxtjj5Y6mZgMd
FQC7p7VnNfQX9H+data0S7NDPNXptqFleFuyHq+NDkTB50/y/TvjV1uzLA2Fj47k/O07o1bBOMNl
tmspLZyjRCTuoS31XUJX78Tncbzzm18aYupZ68cM6LzTtssYSO2AXhGRiGjvVYWWehM4brGL05Im
Yes2/ndJiNavwLMgcUVGvMvRyGSbKoukWn5+48e74ZdfgxQazTsKdMWU9/bOR7uN4zo3vV2GDPNr
3nvxjUApe1OQHgRfpY7pKJcUXVBxyk57zhhVmChFIeix6xqKWoSYX3JZSLWnnVWX26ikKrckT8mN
N13TWedtV6FlQiGT75xU6gVEFElegwHv4e7zm3m3rM2PFmOEMpRNUJdxfO5tAnjNPqZ/Pr7A2ZBd
4izh6jW7qC1bGpBJtkkLJ1rPrM11UxF66ptwhD//ER98Spy40YkJRHHSOh4AKFqdSYFL3QGC6zZh
kUxb4h7sM3KYrBMv7+j0Ob87tnfKYkvJHIvA4u27Q9xgKwqI2g6XrFy1Vodoc5oLoOOgVoPAkB3j
Jlo0uVP8J1dGUcaFhUW54WiOs+piwuRTaztdhv4qBy1KHMlkzBXJbKUBE6EN1BRX1HKTEzFw7xc9
8FTsbNk+o5RF4fj2nhnFdeQPob+HomMdCBTTF15LqnZWYyYNh/bb52/zeMc4P+LXlzuazuiMp7qK
fQr0+PF2pR7IfavbyYZU63zVoQhZ5UYSn5giPviEXApXZNwhpoRKdrR5T62O5aON/X3j07QH7vMV
RKu81B3ajf/B7SFHpTmL1f1d6mkXmIggcoPb41iyIgKJ7pVD73vqvIMFV/IO6ff3zy/5/uaY+lCL
ogM2qVDNHLnXyyNNlAQnLzcXJ26xIdeq2tR662+Qi7v/7BDE+JgvxRi0kTa7nLneXkqzelT7kH73
wxS3T03SRtsQYTg6Fni6i15a2VphqeUQRtsOd8KJO33/qZqz0plXKagxcv23lx+mJHKZ0v29Fahs
rynEQ1EadhcpYPprHcr1qe3WPOrerr2MCYksdn6bzIFHG8J+qIvELrggoa7dD0hg9g72LfzUBD8+
naRqIgOonPp0b+iaxNmQG9qwV6ZnHJKR8Xzi47Leb/8ourpzvLWOZBYv0dsHgAE5J94EqKpOsAb1
drK1goqNpx2ggxBjRCEiq+TKTDS5d5HhH+KAsxk5Au3WcwDnALj1btI4BiJCj23HYG8PZdSPj6kT
QUzO9HqdDpZ9FnpRcZ0I1YJ2iuM9bmRQUZy66Jf56bUxeNZFM1pU+bHmraO+Kw/I/M0zgLanwrXf
TxfMhqbkc+MAgaPraHYCu5dXE8aq3dCSeIU/paLpJh+z8jLsTon2P7jWvFdhO8sJAF390exPw9ZB
apv5+zB0gouydR8dw9fPjMLuFwBH7mHDB+vPx+4HC6ylBKITZSDlkayzb98o6Ldm8huXvlXkPUOW
8QFtBMNinqeuJjABu9bxwPC7brxSIEjOvXz0TmzV3o8qfgKTP0c0QxJ0e/QTMjPJGyPyg31X5zgi
bPdJa0vWID8r1xX0nBMf8fvpymKtoXqlsz9nM380iLNsQljmczmVje3B0MLyYhrM7jwZx+bq86c7
z3xvh+/cLcAAwp0B6NSPFtWxGVuAu1mwHxRkq5xWdeSkDkqvOtnWPE227wQboBOzV6Xoo83nV39X
p6BhwBTJjGVLimqUB96+W0U1qW4DL9z3sSrP7Daot6VvgQVxrWrJ9z7t6jHVftSQLdbEyE1XKGG+
ommZvnSqOLUEvv+4YXEyd3NakxYF0vnPXx2iVBLJdAjccI+enKpACSs/1aZvkC+siyqw9G5JMs+J
49Q8OI+eP9cUHA/xYlCSOFqZvCrq64li2N6mRb0m8iu4YNfan/h+339QwpDG7CKAnaKYsN/eWUzI
jpaVKtzrvYtiY8j6XdrE9NQnvTlR3/zgg5qfIDUWCo06s8TbSwGowSnrJNE+yevu0HnyPtHt+Cz3
PJ1GeSVBmOXJOWITe5EDnzsBVX0/ULlRtocmp0Fqni8nj1evsCBGkpston1WD8kaR3y+KT2IakNu
7afOqU+Mnpc03OPXx4aUmghT8Gx5eXu3AmpSOxInt8dSFKx6YvPWnRh98NGBv4sypV2i360Pul9F
G1YstBaqCcg3aDokglW2aYh5BZoYhj/0FudxE+fObmykt2Jn661nQOg+19gtwINQ2wYL7JbkMLGr
Uhk/IuF1Zu/ijWXXzZcTA/O4WDcPzHmupVc5l6WOWwU4z4K6zeoIjgqS1lbZ6VqZJX5zj5ywyKnO
yqDWD/3QtCs18IeosPQTs+BLaeT44dp4YJgWlD4LvN8+3FrrWwPPQryHSV+uX1T7hTlYNOpr40FK
O5q1Z2qjsVzdBAjYdtLRmnMci+rRMLpxq3cqQHhVfmv7dFrXgQ3Cyrb7pe2j8lSa5Z7DuilWDtvs
Q2YEHV6esL3xOjjALVrcbKGKHmNLuUgdK9vW9nQqXvqjCQcdKvt9ph223kfz/OQjsQhlz1hJvGDd
FEa2nsoRTULH3rSyo/aWCSE7sWP7aC5QGP0UnRKQx/r856+GiDDAsUrqJPvSbuVCz4ecmm9PxgOk
+BMntg9GI6V4ybxDyddxX7o1ry4V+nVrRFCG9qaWYzLydP+s9aHCmBaeiZhN+YnrfTCZImlmFLIC
C8b/0TQHZ0vQdOGjNWoCmS0BuicgxvrEdzmP6aPPkkuwYGEfoJx8PMdok1M0GHmivdfb3Y7ySACo
pcaDij+WAQ0cUjP7nBCy2jvx6j68P4r5Dp+MTYN/ft6vnifAoo70HBXta0O1FwY+GML23Or687H/
0VujMcWenu+SSe1ojzcS0UuhQ2NOG1xjnfu6dwE7WNtpjhbf2F79z6DwHOYRDQCzoJyMAILz/dGy
Kw07rfqW59mF0VqqOt+YdjuHRVcCDfqpfuRHb48dB91P9le0wo5m7NiyLJ+simjv1BBMgr4leFBm
2MXjaQmo5cIuh0fgC/n684f6wVCftze8M0QZbLnmV/vq1YHXIUECCfQenwVsucZs176BrBp6nImu
yTmELtqwz6/5wUg3oXWwPs3dDoQqR9ds/RTPMy8yHcpxW+h+eFH6LRYQEQfbzy/1waqPl5eiEO10
BsXxcgF5OldhyTkInr5Y67kqUXkY/Qaun7MngA9ezYhisTDj655i49PnV//oRpllOOzNxV8wC29v
NPIym1XYjvdFl/eUZuRwOUTV96G1m91/ciU+HPzSxAocV78CmthuXAYJrzEityJ0q10V0jZ3kIme
GOwfnHuYrCi1sy3n5EPn7O1djVE3GIDDon2gN8GP2JpKiLGlsynJ1UJS3hZ7MtPVBUZIb8meqH7E
gnny8DVf5HiyY/132TxSqxUvP/LVd1tYFCw8Y4z2HN49xLw1y6oF49xK3YkKcmeALUyR7qk5xQiD
JERKK9iT71zsADx2Jz4za1ZIHf0eG54ExXLOvJSpjkvHQrOADZWTtguj0oB54xCCnjbCuHIAeE1b
FE6j2DVFLJ6TKkFra4PBPx/KXn6rm2KgzGwbdzb6yQs4hgBXjHYwv0aaQ2xQ31kPo4BjtiDoNrme
cAL4Cz0OsJ6YiJT3OJ66JrulqtGS0wj0ckOvM/3lhVk/zFAA+W3wrZqceiNacYZcGChib03ifS4z
qMYAazXtNhWiuIZljzEj64EVodbU0ZuXgv3pqsQIGSwgwcIBtKasWZEvisqJNqQaVr1mwahHdsg/
jr+l3rZRWZQsbzFy+jgiD3wlZZP8zC2I2xR7WG/Toe1/qGJMLpSO+lkgWQdTlgb0n+0e41fbOnTp
gzZPiZeB2XeuV0ZxMWBRilYWRu5Hs2YurMist9Hg0rshD9pviQsTQU2auOc+lWNeP6SImMlFk2kH
l75utLuGnw3pIvZTY4Wny/iW6pl/1w55qBZaYwOuL/UmvNNkXmhbOm6E2E4t4M7EiOR5r4pfJKM8
+I7myPWAIP2xbMJs2JkjjddLSu39DzZ9yTrWwVMsKBODmPAjx9rNz9u5SoewHhc9vKkzRYknW6Yt
OzCKtMKp11YVjnhYuvgHsDdUmjbrzDeRO72/Sht7/OYis3QO9L6RgUK3dC6LaQyeZAy/eV9pjrHX
qsrKKKh17eXU5DVA17QHyFCVIYzWTOYKzXo6zFrlHK2PRub0BXLW6s6Le7osFQoIYz1oHkFJYZs5
LHRaNBorLXSnu1SE9E1bL1fQQEhmhNgddNmX1CKtemtJt9kRCpPf9lVMvFhAjlsS2foFHsji1lEV
pnCIyLQenK7rbopsKqNlVbsxuaZTa9zrHrMJsJI2Op/0Sr+2eemo/r0hxlmsafFAAFevB9si1P1d
a4MSXHrp2CrI1PZFPtrDz6zE+79shON1C78v4ZvDUiGYZoblPxPhhBcMyjg6V7P1i0cT2fIPvybT
GxWeUwI4rfTim4VP/RcS2+bOklP7NCfIks5VD9ZKNISYL2y/j66ixh8Bs45S/pDQmCBMYQ4olibS
np7PMEAFOMjqri1JA18oj73FMmul/VTXwQhOhCnoCfNaH601w3Efzdih/kr10QIZE5JA7RNG1G+j
yKS8kJQhTcI+J1SNkinJAf2grmkz+biA41xERPniq3HxKj2EwlGHrByjfknaVestsRt1QBxMkX13
+8SEL5uHhA4VIT7HtWUm1iFg+cgRUoDP5wOJLbkWmaBehs97pugVjCQR0qxatnoAuHRWFo/rJAhb
nFnjlHSLMLKT69TK6us88kesTIPjE4RYVz/zeki/anD192numtFCh+pnLzIYuHu3H6wHgKzdc08h
GEkX5kSfzPWYBngdG4oIZBKP0JYFSfut6nVspRbCj+9+ZM0RsP1E9LiB3ewneUfNQz9CuVlCN6KU
6luJ6S353QDLA3SnYmWFYiz3bhs1eMuC9DLpS9DdpCrhaPTTRmJamCzO3oAaOO6S0Xcd4O25D+ui
54W2fLobbNnmr6Ca5DP2bo6XU+GP11VUBRpiApzyuFQ6Io0g1ofXTOB+t5ykRUqrgEzw1PdxNC35
9Do6IoA4zzuCRH50Xhb8cEYDe53eITdZeJXuAnGNJ/d2hB1uraDtZv0ZZyPrPmmdISR0wadO3tu1
bqwZeUPAGyDQOyJv9ibFyfBTFpCLp/CrPknRbooYQQ/HmRZQVOxUWCIKyC8rLLpTTzJiRS006Yai
IvUhzIPrIhDIx43SyXbI/Tv/QMCf46zoX2k3uL6wHoTRVN0ScR/cuqpzf/Q8zHsseef4Mr5ycIyi
ld2y2CwbJndUsVl7rls65NXIyMS3ou2wVTFnuY964msTx1uTaCoyTLyJ5MsW7w3YovAe46r/LYbm
8sBfXzmIoVzeE8BK7zARlOIsQo3BgmJe5b9z4WGOMUgf+ZIijfzS1klZc1NY5xfGOGg40LQZ8ebN
8dyLoIa4ypJlyVs1tvk2GQrzPCljwbc9aDBWsvb/sHcezXkj3RX+K195DxVCIy28wZsYJZKiGLRB
MSKnboQGfr0fSJpvJM6MVFq4ynZ5oZVEgQAaHe495zm9IXcBrlyckW4cM5jSAsh6V/fkH4S4+TEo
F8VulnXbE9TL/mqpFH4l3aXg+wf0S0AvCPBO+fV0eNyrxrofR8i/UzKNJCBaLeaRJjGmUwYzUTG+
05IoSswHGZFe02sfe2TTv++HEK3wXHvNfdV16kPLBhEElxPqMcKJSaMbk0oFAZE0jwzM7WjdgU0M
zgM6j83XU+RvSe7/t4nprfUs+M9q+pMXqV7m7wXzX37gq2LesN9RDWRcwpvzgKC5Jkegr5J5/orK
eiCQqjmc3521p/OHjz98Z0N3CUO0MxTCV2H8H4p5BPPIGQQdD1qJiN1IV/qDX3DxdQcL+uAfxcBf
Tu1/bnQJJaMGyyVCji9IH9HP/bjbzmM+EnIvR2Ar/II4sxoFmsho2t0wuXiZyJlxT5WaF5xQPVW8
qKMhAPhi0s/oFbp7LeHURalRXAM7BYnRDnl9K008uXlThvdEoPgXmemEH01i5tpo6owHQfbd05cH
/luj6v+mkYNx8bOxd/4wN33/8sPgW3/iG0PCfYcajO4NxyjOMlRP/hh7wn23SmPAPaJORKK5jot/
2zVsrByriJ/OhEBItsbV/WHXsOx3DNc1/gEZOn9LGe3NaPvZ6HtTcuHCHkogenQsrbTf30ojjc4a
bafQVDadMD3klPLPBi8t9m7hPGFarH5xin1TR+JylK/QGNJSs1BxvZWLCJ1NqAjaMOrJRNjgMoK/
S+zk5rsX8O0T+55R+vYA+/UyLjpcSI7hWhr48ZNKS2PpDADQRKgTke2PXXJSkBCNLaVwTmeo1odY
KTJSkGRlkZyC8X2jhf11nv3HD/vLVf78sNeXCnmdYp2HNIfbFW+KgpLt40DQATbPVjaPaxTm5VIc
FtLUX5umcZ/hYAKfaEp1UpEQFGF4G/e5UQN/r2XRXhDcaH92cWxifHYq+5DH2fgix6q8HFw5XmNb
yTdLw+YjU0bHhNCU1qlloD+EYID9Og3jYE+6iTiGnaSdDc7ZfNOlZlzscrMii8LJ+6fBLd2UNHuf
67ML2TeJPXwG4TN9hklzgU49fg+02sLbmTZ7qEnTtW/YuJ8NIpOqEfI+KWKTTL++v/+fS/7jiyrj
J+vYQ/0v5pOXHwg2X37m21Lmv0NsxbzAN0ubNvhCl/m2lIXvVhEi5WcLiRSC71WA/m0+8S0WLJMf
DNdGq78uWH9MJ775Dnkek83XJe43ZpIvOLI/hzvFVHP1FiDiAe1qsdy+qaZmdDRUZxC4Cm+u9jaq
mZPjfLTEXjGSV9EWidHJmDXjDofk8L5LUI6emnirQSoleVIekYcK+z2JaRhHfedCe0l7+icQmFIS
p9BeZLeja3hECSJeh9+eZv4+7WONUTI32UZri20o2cHJAJmE9hShywsJh3brXHhExrxapxCEQdWT
9OS0OJMHkrQPC6IaUmJEWz8gywT0bsb58LF3YTP5WLoBTCjz00SMdnXAZFudgr1e5NZJjRmAaWcT
clcXE/hsqdKTyXPzJ04yx3RBsKPmtk5OWi004a9eO9xAXIPBnyZdd1AZQmvXNq3yUIdgHeqsKqnq
LFsUrumRoB6DXtRqMjbafrxfUsN6sAk8m6NqwJA8d8p+0G3ef64JCDpqJgFCtyeQ+f+X9H4+foZ8
u3bY//kzvHiRww/r+frPv32BXvCOQm+I3hIfDTrE9Vv69gUG1ru1LRNiAgKP7Xz5bv9Y0QFGIV1e
t5OMU0c4MDv+/Q0aRJRyJOcDDelUrTbM8HeW9B/X2HVjavpghGhorIxlWtFvFj83pouAznbXmQvA
+8ZdDp5VxL/od6+V7T+/9m9XYXsSspYDl1zNpt+3FYisob+JVJCjU3tl5MGhDbOHVPvnoiEsMitG
qo3N63dv4W/W9XUGeXtNn9qrT1+BCeutor0O2rqWqYKLEs8ANIzYuCIpJz5z1fKgx9E51zV5fj+/
5rpVeHtNJlTeNvVdQpnW/sN3ZeipB5uBnoAAM2K2LIhCpISsxBnXKfc/v9LfPVEEMeuubj2ReOtW
7bsroRDO/CToDQzbarppatPAb2GW76cE3/5MLfzIMQHNkXNZHv/8yn+5R64HMBmZtrcqNdbz0fdX
Dgkuh+ZHbtmYB8AEGtFbH6sGrcW2iO30V6Dtv4xPvp1VEsJuc7UKvXU/uqqTibKE3HG8cjckoI7U
KPz0t3aajM/1Kvzx0TGx+zbfbL76GTwYhUq5IxYgPg9qyIhGare7nz+5t/eCC9teOzIwkeEzI6P5
8ck5desokUGAKvsaWs1oGwSoe/VvjsH1Kqis2U6iSGDieXOV1krhe5VInYd+IX+8sqaPjRN7J21n
xYffviHadTSYV4g2ctV1kH43CCkW9i6KZrWb5xAiQkKiPRxiP/rtq+DIQnfEc2NX8tbLI2coRBRF
1a6dLJ+wOdx6VB6T3385cNFMVlHHRpy+zrjf30spFSzjFlYjSVkeNLPcWZfPX/VX3w6BVe9JS4hp
n4mdU9SbCWJ2c7KsZK53XRfmR3mMx+YQ90YnfjE9rJ//9xMRoiK6jOvkgBI8+IsmhZcgxyEEV+Ob
Su+IqFNHtmEW94kIYurRhagvfv6S3lg32BNyZKHfGLAyMeYQXv74/FJgXsM4BuYuU9D0ys4hT8cy
ij2avvxEeO0DEZvhYUGtuiO6TZ3aoszOaGnMv7jzdfP45uZ9eqvuujqaa9P+L6hD2DRoqMZq3BE/
IfxNg1EOUNW4+PUxCLoWQZ7bYsrdiiwHLDQVMqxuYoLHgktIIcl8MMopeZlNtIUnNvI6dU4G37Tc
uTZz3UXDWlqdhBRH2RU6lWR6H6YJmyhIKnllaGJLtwQrk3hcNWKRR2U+tReKQNBxX5PbcWY2Y6Ui
7aQco0O7La4B2wrEv57y7UOW9AP0mhl27XbknNfvYMV6PuG4Kc2sjj2ltVXTND8rFHnLbuxJmsRT
3ylgLykinVMz6URxNbmGmgEzJvp0QKUHd8kH6rZJCBclNmymXfTeKsAEG6cc5/vgzBdz4W4TxMVn
+BoXiKJhDZ9Q0Rn4hBwiU5vMVO0urDmOg8fPMzK9sVVti6QorqfMDyjUx8l8BujebJ9rLH4+QXbr
J+sVmQ9qYaS4vVkGq4FiX2KciZqyr5D/as+wd840+LfKl6LdIrmXwc7wtCmixqJ8v8Kp3AsaXV6z
8aUhTgUrXUARdyjyren2Yt8YKk02deLYKaXtLlkTD21aHEoYJA8TArTQ9lTavzIrv+4jMIb8LyZF
DEkos5hfjUWGpNxCg8VhrmL1lPfdtOD7hKi8c02dfE4tFV4FTut8NlI8hZGFvHKMtCjQReRiMon1
K+w1eQ3AjL5UbTvd46PVr4uoWZkHkdwNpPY9ZKbZxNsqm2JnQ4zdQKOD8LQ7kc8QB0mygDTXCuWf
eRKJMBiiwPiAYKl9KsbWSY9ACZoLOgU5c6JpPb/b2aSrniSSEwLtZY/BGGM1osVfpCQCzbR5NqNN
uIKR+OZ72XmS5ge1o4MzenAga5m1BCvmcXgY25QOpQlssCNez4nJktTjCrvA33Ewitz/3Cck8RrV
7N1OtPnK6iIYvTxoLum/qOV8CFEzDjtIOPUhizPy6LPUDq94ZTa9F3cyCOBmW0T0ZKjDG3K/AElV
hhqXiGONnZ8GKxD6IH3OgftCFoMXZX1A7p4NIsjaxoOqseQlrv9BFDFJqKUUqyt9nu3lLElJRjof
pVX08T1Ab/khSYho590k3vNil+1122vE/IRHwBwLaDoZHN668TOSPdfY1a3lX85NTkBwLP1MEEY1
1R/TqSGVL43j9kPT2D2b4t6CRWanCdF0UHnGa3/I0ejJIA+vgVyW7rF2CApKJQR3+pHCIYu4rLvi
3JkCcW8sYxfTo+C8eRoaaxabIT1AdbHRk78KLYyJCGGze27ji33xs3YJtgP9S86Htg3rM/Xnee9a
sjc2BMqWuFdxpavkvMsRVsFaXQbkATGFlb1NajJNWjsLYfjX4MqItUrVBoixc+oXzFf4W/E87sIU
yzXhVMHsEvZFPBm4IKN/nYSm7UaQIPIms3bD8SR1IRGNo+zmE4qPDYMS3o+G7CWT55nkxEnuLGmK
c7dt08eGpWyO6j5A8z672n0ZABHfOFKo5CAHW9zPgUg/IyTIbuBZOPflojv/ECeta33JtwBUlCb6
I8FWYJo6orOOzYX+ySGYc/YWJnaJek3MWzMz0Z3dI3aeH6e5a66CtKDz5Jhx34GW0j6N33Rx4TOi
xhY7B//eNfXszD4jeA2scpsWIaIC4ZtPjcAkukN+xMdT8lWgyUFyCQQ2U94rB7TS3dRy7EqCXmdk
l5Wb+N2xOw7O0YiGjukCkcJtqfycTg5hDiBdWtG8yGwwwJyVgRU5c2jdu4u/3FUSuuQmZ4fRRgUR
AsWG5GtYWDkqXASdTiFQ0bejODCWfbEZw07TeJ6UtcFWQO3RnYdRnQ6OOV8FdRG8hnWHzTAX7AJo
wGeLsYVP1z66zAHPJJgZFC2E4V3aXe8mcGgKmk1JGNJQHVmDdhQjFblSzZheYM2RdRRrfyFPomjo
hCMwSR8HnFXZRoDyhYYrh2HakQFuyV0TW8XHmDFPUy23Ec5kskzaaHCaoTptIT9+KEab+FV0ZA0Z
nnRvy91qS3+l/uLAqRUJPDhS3Yj31llnXyAHcy8dt53el7VZPfV6bC9yQ1K28FtIe9EyS/kw1SYS
yWnIjWuoMvOdTgeA7B29PxhVFGyeSVOBQVias4nqIYb2GLUzgbD7WbTgaGvHJMbJGnrmyyJZhIz8
Ps0vxrLGPVPlg3UJHD1tI5SMRren/t5PG55Ee9UQCawiG2PbmoWpS4KUyUggFaMRNSmuxnymMBb6
e8CVzaXdj0UZQfGxaJtP3uweeSJtbwOQlYStSos0w87os5uyqe2C0OPG94nddOZXoaSDQ7EmQPdM
0A21j6hahUnU0kIOt540M7p+jV90p4qTyxXFVT5t6Gv+iaUNSuJ+OtcfrL4ASViR1nYZOoPrbaq+
dLzzrnTgg8eLmccb3VsjXED4EbyXNL7ULHE9c+1gnsvVsBx1NN8/MecUcJeTInyfT2y9NqY/wgs0
7elQtvTVPGcBflfOZT4f8GEMH0GiwWZJSzqj536YagXIIiYRhx628VmKarkbTH9pN7MYFGzkTKCG
1oW7I8iclSWghzovI+tUTWHc4Buz5OfZmwEcelr0MQ+0F7ee3dhPixk3R0MpBpzphW3fNDRIkQnA
KPnQov1QEaGH6YtgC/+BbYD5KAgvRxPN/51Gjs1wwEAtzEdLCeuCjM/uhb2d6MFSu/0nI+4gI64E
7HObwiT5jEEQU18b+2V1hQnn0iIi4NqoCDE8hi3bng3SX+DYTun4uFQEP24HwoJZaZy5OI67Hp2T
hmJ3oYpAQLftQ9jCZWcNx3Uy2jgJ7bi44oBJ4LmXt+KjQcdabmKi6ZYdYhK0R4FnoPuiC+jW27al
jh+Fjt1NkTeF6GplaiJUVtQ3okDnjFefJISL0meG27DL8trdIsLiOrdcfsnCEuVjBcuwj3SsrIsU
uoWxKRYHkkAqJxjXQU5MUWQ7c21ul0mpTz04y3Mpyrk7dEYXE3lYKau7HpbYVpu8MuPhyGDfABDO
m9ExiSoevW1cKPLsCXQsUzayba13gsCqjGUoAEyfkLhcgbNXIfgrYQzuTg5eS35P3YD0CXtJWbLV
RtBvdKr0TeL4qE+hdMYd0OjCLqoxasKJTCVIxe59H/QmtDCAzlEw5WzE5kHyAfD0jUcgLuhADD1V
n9BthOQbWyRv6M6q1db07PHCrxIr3rmUncZoREKzl2SKy52MM/JS65QYvr1ZLAnQqq5oDU6cBfiN
iRiNcwxghInTr5JPHVYb5gy7q3I2yrPBijr5i83qHkIQD9qweu78cYCQ2Qrx3GTJQto6JnaaZwHb
qJ3yJh91g2+MRDZou7D2oncGczsviCnhAeftvC+6zr9iPzcgL4Ka9WnkdEBefKCcY9FUBIjaiUZx
AxyzfpJqlGcGniHInq4P08v1mvTFm3T9YWykuiNLRn/iqVUvXdZ2oNTzeGkj4aft46JSeZWEceyR
QEUE1cpHCD+DtiJpVM1SQeeenfA9px9wr6HX1FhIstweIU9qMKC20JXaxk5vWtvcVPWncZyraxy5
MUGXZuffxFVQPusYsA9F9gQpzhgwCRdO75bHiTt7TJtwqesoY246twdpuiSXFP7HtktT+GgGkdaE
vmWktDtZXH+2pJiWbTnort0Iiaw4UvBzHktaDsSilSNk4CYf9Ce+L7Ngn1Pr17Qc2foW4QLK3Smn
YONwemOKLcYy23fdlJ+BoaiYKQuNjnJG7vbQDnT6omnJh/ulC+Sdn0qcSMtiz8+JNlsCQerAOq+t
wjw1HHu+dvOWGHLownZz2vcQlndk9QbPQdFVJw6aM6LNBO2ywZ1rl1ktic8MVZQfUJE517TOpg8p
Mj+PDlneXaRJzwLn2IbDvppz6FEq3Oo1TIDXoTdShIy5stG3xEXGTpTViyB7xalTdF2jcp4GRgKn
kcwOzAj8SPKQJYXxgdbh+CxTNgFRP6xw3bHKeWEqyd1d1YO5Qeopp+u5HvzrMV+/zAqS/mvAcfWj
toYyPVGr5J6tOGbVDYkZfbad+1WUOVtfUsiMub7MhVnFOz9odLLRCcHcG4Kmw+OaKPvHIphHsLye
11kRwAP4lAUk8jmy2maNg67jFdVq+PWTWwwFQDpPBuyYvJ5ObDUk7ENcuD8PsQ/rAjl6Et45RiYV
C+cyi510K+J/WRcIJ4izNjyZIajz8rNsOfWCVQPnxHHwNAGtkDAbLMl53SrNE7eVPbzeeG7uCEVP
Z5hHGEsjVsnB3hVEutaRHC0GgteShxK1KLs/tUsJx7NZJa45v1OxbaRj3Lf+pF5gwQ5sBpti+MCK
ots9E3X1Ie3kfL+osPrkOw02Yxv152ssO9nuRl33T6BXkpdh1IXiMayK2iAxsgLq+tS9zjxSEmZH
Qq9ZvzyWTGmLj+BhXJLd6yY5sitirzeBP4+ffTDDt8SQktSeyIQqu6rD1NqYQe/ZzDphnO092ljJ
Ns5D56yvBVULj+22tTHmbplZvJxwOsHf0+pNAFWI5SFz2SOEtUfJQvaNgIzK4j7vCq9KOYo1DRpg
G3Ga3NpEm/lbOavxI3XOfEB3YrA8T9riEOd0LZiVMVYuHzKDoTiSAaHNe18TuHdTGEmitotXmSWx
XoXfc8II/Bf0mOzM/Ey/GEabq03pQkEhwcaCywZV12y5sqCdN2ZVV2660UMJ6col/xx3pv9AjkDn
RMIbLBkpvCje1mTj72ySFrr9rnHSDsEWJxh+Lb8vK5TEXTK3Z5BxnXOvauNPIo+n2rkm5z727E9+
0pP1Nw1jKNdMdh2kwTV4oExeUoNIcSURnZavqdTDLVAj8zjFro0K0pTd41IIbW1RVajkbMwUC2JQ
gfTeZGXWH5mQc/VWp5ZON+McUNqk+y/0ichbD9Sf1xvkYiWpzdfo6/zJs/MSpU4FuWyTLXkdRmuE
Dvre0QeoHkJwPTeaubsxzM5kQW/n5gYzvfiYqypwN723fqimjrNbZNIypC7YzKgRpX61Q8N+7vOV
M2XPJWcg4t0U6iDFUT9CBw7HQfvuUKN+JgeO+CY81ZvKK6aL3kkvesNCkYRmW16sWTRFlAwDApEK
1N+dHgy32Jnap9uK3BgtQcJyA95czlgwmAZC1tlsKOF2+6XXwcseAvMsXGo32zUgeZkBsRHBUvct
3lRky7IGzcv6iuYgEraZmXuqJhNTS+kZucOZMA7ysypHZiq3S4Du4Hg001EOEeCYWByCIdV6ZslG
DkuccxK81rjaUniKSO84eKYB5AwkgNfEDg/N+7x2mmDrlrqkqmkaiepP0EW7wzX0e40YWDsEAUJX
pwIYISAVq+43XOLTVvtpf4bWd5TZ1iz9wX0flguDEnzvSKYhNnTRGjey9xd16RABMH0OcP2V75N2
6sd4P9l0tg8i9cgln83ENk9a0DADMtW6SAKDLyAlrgz7b71kl63qA/Nglb0f7gfMRBws+zkM6UP1
MTIu9OwkEXTVmdUuI+w07L2xHrd2F9J2j7yxD6ls2IqCFjEHgGGCZAPbYlie9CDDxNzTapI8LDOd
lLMPxNKWHKAd0hIityBJfh+Wvtmw1JTli6EDdT6iOwXMbg2T4T6ldi6WA3pLdou6iZuCJcGhGOmi
VebEzQ3UVGhIQZx7czM2HA0+MQeu8R7GIohhP/TFkIJfky0TqMXzRsr9HEzI3il2zmRf0INoqpdq
XNZZhNpZ7Z5atR+WpyYRDHCIVYLl4ihXPIOnzFdQsmtzzCybAZ3p7kwHSTdduyPwUNIjGur+F0MN
wolCmV3iJWksK3EsdNO5gRR6wm+ZfWSxUsUNqUUesiTiXdKtqEFHfZqN0G5gaXeYxAsyOrIrkuYA
n1medkimFUMcnCKuXzSHyGFQVbGZY2r/27o2G3uOmNkbz9kO7OGIee263vKPnMYzHGj81DE2bhVW
9l0Vy/iKFk/j2DutnLDMDokrkRQfz5bS1rLrR08nAfnQCGPHBNB34lArLhw5xNSQOSX55cYxVW92
KIrBg2RIn9tSnk2+JOo9Gg23g+ecMPzVAgm7ogv93yfZQaTUD/IFoUur/oW6/PmhJ7PpbeDUKhZ6
alqyNZO0/58RJUVT7LsOyhpq9S2C6v1DRQTV2UM//hgl9eUHvuoG7OAdal7qDT7ivbWDQWPtq2zA
Nt9hs0JSQH3Khm8kaDB9Uw24wTu6l+is4XUCVUZR8G/NgOu+w6G18vDo3Vq2RdvpN7Q74kuX6s/u
0srlAs2KEJU/uK5pdf/Y6ynY9dcU/X3Ku279mpRdfJ8ZY71skxY6v+W4zyj7Ow7UiQ7WyNxi2Nl6
Hs9JllDeXtNbxm2vOJ2z+1B+5FMYyXez0y4HEfQszBlcyJkTKly4nS1zDCfI8I2K1ocn7xO8hMOu
XL3DJxpPirWRw0g7uvIL9jOFG5P6A/Wo2VuuH9unCUGA6wHDsl6WzIlPU5MicxR75fQk/Rx/4+ip
4IMLV4hAe3fidMIXokglrAty1GDLcy5Rs5nuyH4ljLNFKRjlalqI9KnK/M4h3AU6vMdWkbPSuqVD
2O1gokk994EjaAvIpUxzsbFGUFcrzGw8WPNR6xnFHWhCdOWxA1AIE0y71aVL3adblfbYELzdIgVZ
mGObxp/jZIrrzUyqAMo6iMBI9kZzjDdjJ8yTWAUxeU5qrj82QV/zq44t3Dtr8IzdnI1kkxN/x0FU
6dTbT13u3/fAZNItxpvugTL5+uu6FTXhICCmdtvpdI1bsRmf+BXC6ROa4XLCKjGlHPMG1kya/muX
qMh0clTEJZ02kUK2Y2HpyXpoJBzzqGYAnxud7eYnLQaaB+lINhcU7ZJb24eaFgWCyHUmIq1wAfQZ
ictd7w2boanzm2VJuoTjclbJQxIujJR0mTJJJFdg9ieZIsJ3IzA5mDta9UVFloOF+SZeav8Y5TZJ
P5ijzGc2Ic6J0xpVAE9RJsVmHIvhvSrb1D50dt1mG7QclJ7EFGt3z9o4nMyVPbQbyV0m+I6yifdm
V2NM9J7vJtta9q08GpvBugvpUYSRZsokccMet0NjzP7Oagd0+bPomnBrUmMF8OYU9ZYZjd9h9Il9
xrbkz48Olq87IfOGQcNh6ZHlGSeNJVb/wSAEoTT9QF70ph/i9eXM2eLgRKnrM4mOJd2mmeouCbkq
bnNrzZdpSrd4ZoBQ2kPm5n2qqtxLd0WwpnF0XZJDNJ7ofU0w7u4oU3K2EEnpITRDn0kCES2dNnLC
QUIvaAbjFrsMiUFjOSSvAL6m+VAjFfdANaqs+KDNwiTdI7Trblvrdj6k3VSFGyu2nXLj2TK9iZck
pErEBpqXJ9swiHIcITctTGesSLPdZZt+VhapSVJO6SatbD/dG4UYSiy/loMSL5/6M8WYw9qUTNKI
vC7sscl2zm2MhwzqhLWs3bIWXOa5g1Eujyyn8KtDsRR5ddLQ6EPHmjSDPKaaW+V7VebgPCtbu/2h
zMkX/TBPxmAeTb61WBulFt65heAD8pKMO7yRZbi4mxmFzbSVnQi8gxGgSNzAa9JoYW216BNtpfG1
D+tsJgWjmdIt3p/xMpAgw04ygxC1Iy21mD4SRVJYn7PaEdWOXJhGb3Rp6XbbyUXdcXB0RZQ206ij
SjokN9pzLsnCCPCyBpvWywvJqVPxgj5kBejIy2SyWbDTmAbalmZpOJ0Nc+ZYh2qsRfqeKL7stfc0
3QpOO2NIqOhanneywlGHETLEDVqzMNiFpGM8FXRF+/0EggHbgNM4yaMwRvFZwsl7HofeeSY1TSa7
qRkD9yxj0gk3I9KZm7qnsdfQrWl30rMM9xDYori1GsfDFEOAd0hrzEtu/cpW3dlgmRmlkNbtb6lt
l/N2EFLMUaZ10ewwBlt15LpE0WwEvbZi58QktVzaMxgPz2lJBVLd8khLyNAor50l3WhvGoZtG7iL
HTl15lwvnkgIYjGtodmWpm+wwc5HWRzs0oxP+saqKUmWs7rtwIo/OhOdQiLtO1adPm4MBOWWaOoN
flB2wtIdgmAb63jAX5V6TbanPQeritCPHHe44b+iWdXEjeYxO0LUqs58HHtp6OxcDuSw/mPCrBhO
BTnvgej8XQDlmUmmbSumz1SvNYzUm/ojUr6CO2IXJ+tA7ch6xHWIKshqsUpuJV0VdYJVsSe9PEOb
cDw2bf+kZDew++275dqw4vha+UGgjqoguDd86kGiEvlyKNOE6LlYTo8uhbbTAZgPAW2EuXPsplw3
ANG4liyx59R4q1eMmGFwMNN6PuqNtGf+5BJPbe62r9rQJkYqy/RTrHqU1IBJLZ1m/s3XPkaZ6M9Z
2fgeXRovv+MIbE3XRm4FV0vg9bdBZ6mGfBU9XPhCyGlXLPF0S2gImvJYDOBleEHuwa94L5QYZmxU
c9wZG1bZmWJs5wGgrv1csx8vZtveIvTwaLv344GQNPdjg0gLJ+xIGP0udUuOHl1Ny4RGjRnej5xC
/Z0I4/ShUAM+tKbNzRL/WIj2IIg5kW7GVjuCc3a+vHI/hMWSfx6GB6ynxLzGtZl3W/yZE2UYvIAf
UpkCyiHBTnebJAEeFpmyHjkvWrHZbajBU6tyjRRIekrB0/vv2ym3L/XHXr689GyV/xfsj1fVzj+L
aj82ZYNi6F/HqnybbrL+4NdtMnK9d2x3TQsZJMnaK8Pw6y4ZttI7NEAO+1SsXEj7kEf9oa3FSANZ
Ft2ihdkCsR+yUbXmqvznfxiYZRwTUSP/IU6XNcr6d7bJlvODDAn1lY/yCoSHj+8Gt3/4Zpcsa7SE
s19lF9Ug7BPVmtXekxaZ1LmXbF0VjyeWApKZ426BTrC4+KmJ3yvyBuUZkRkHnw3YL6hX1o+i2K+/
E7ikAAfPGgmzPsvvVW50PnQvwjG/KPrWv4tFQ9+vcnV57TRl/IKPVk3bMa/OXaHpaCA1TC496otm
pN0JP2tNFOuh5Tx8TfWTWlIrMswks84hKtRlPT19987/RsJr/90jxLCNJQZJBO3ON3I5p+gA3dtz
dlGaPYWQhu71tRyZvqme+cZFMKdtEHVzS4k5q8YrPbsNW8rEeyTkz35vasv+NLaBvna1s6BraUr5
gjclPhjaiy9nOyxe7XjMnlyRLp9mVbQfC1tfUS0ybn5+Iz/K/r4+diR/6xjFjeGHb8SFVtqjk0hl
duHZYJSChFIlYkfrF9K39X/581j25SoMWkg4po0GFDHejy+Xbi1wk14z4KSBfodJGYZ3153KHNDB
z2+ID+ivl8I8zXGTHmTor3//nfKTPWRImhU3ZGQDYZ3EmPWxfa4MixTf0P3084v93X1ZTPIryddH
pPlmFEwdOSFDKrKLtPWdM7Ps+11d58G5RSjtLxC6f/OiUNSvZ+UvavW3LixoPFm1LGDqgYRk+0k4
hN7N3bT9+Q397VWYGWwBkI23tQ77757eDOo5056ZX5QJu1P+hdxpQF+/eEd/vYrrY6+xcInaMIu+
QOG+uwoyTc41i5VfIKnlWAnneU9p9FfGtbf2OaY5QqUxK1BzoMPm+W+En70ms6JOC4bCwvaltqv0
yGBOY4tH+4lDI6wwm3Ry+Bm7heLXCp3Qv2UvWAc+Hgp4OkBosCcRtf3j88xd6oXeWOQXU2q/Dm0u
D4499oc0Zf8ulozM37UKC+v5V1/c3zziAMoO6w2PGA/f+vffPeIAINpY0l24kPWQbAfkLlHRdL9J
nvpye6uvGK6Nawkwzm+u0oNKtO0svzA7Ohju6D7Yc31rlPW2S/Qv4i9+9BV8fZQsmNSI0ND+lUuL
pj+dlWjzi17CspRjj1IDyWXUBRQMqPl2Z4ug1l9W3jen+T86IP86pcABBprDZAK6lBf5412O6QDu
AGbMBeVhcgAnq9pQfT4YjW3vi+H5d79ALCGrldpmB8Ae4s0j9cYuRRy5pBdhaWQ3CKPCq5wAzF/o
49+Ioten6eHgcVGui9Ve8NYrQU/cDpoBsRErVbGt0grJCEfYoym0so1KU//IJybv3pMkFgrs6Ec5
R9o9KjK9+fn9/vW1EjZBMcNnGPGxvk0UmSwhg3jM8ws66sVR2zo9uw1T78rKTDexSdy2my3Zle3/
Yc/8jde6xlzwhSLUXjNe3jxpupNG1WI/uwBZOtPvycQ287D1hVXofgAcZP7ima+LwY+LINp39gw4
onnsIMV+HEa2pSaEetwp0JLsenEmCjQKFERPTK7johy1/4uzM+uRE+nC9C9CAoL1Nsmtqlwusr33
DbLdNvu+Br9+HmqkGSeZKuRPLV+0uq1IIOLEWd5FMO1IZZ0/KAz/oyII542Xfe+zk2MypFwIGAZR
/vo3VFTk0ujyxLfBmT+JrnUPFrnIrupbfWlCFQ/4gHcfEiYQu5K5v+cMsfRMQAkb+d7CL1u9DQe2
Nle0MJe4aK5y0L7SZAcao/PjuOMSiMpqGa8metkf+gHo3yFRcnyHQZaGTwrNJ0sOTr2rm7GsvGX6
1uL8rgy+EWRFAPgvZ0Rd9MmCzg4tHb/2drIGoF4CzCmVtfMOEI7+DYBItMc/mM5Pznz7qz0Y0z8A
7Zzea/VG/mIkGf+uHQBKY99Ka+eEVfObwRPQ37d3/W1IIdddziD/cNjX5KEYuwgjj1KUaRRKWHxp
1X1L8exF5gxArY7Fh7fXu01UuNIXAbJFeJFEbPW2hT04VgJhwBdNXZ3NpQ+M2BEwgVI1j28vdXvz
sBSBy4E9C5VkHcC0vqoZmGmtH3PF4sArgr2dqNb/sgo0ikVxQpC5ru63WvaxM0UKDwR86JBM1Rf8
3If/ZREbcAJ1HMybGwpiPUTWwPDV76VeHrMZXSPpzluWQHdeGNx+V+BjwjWqrtMUqdQVveiu8w3s
1g5043+kC4Drr78KHUWNyYKBQCMx//rgO7JjPFXFvZ/pfXsAzfprAJi2schtDedgXMlxRt6SELcm
eHXc2rgbyd5PcLxfAFTNWXHV7IGyMjzMs8i9ebS2LpB7r28pmh0UMLk+1n4BEA5QapCCRdWuZMoy
9AdQXcnGo905QOTyC2mTNv1CxLp+f9h5NyZyP42PWBJWZ8DA9wovgOoTGOTbn+pOeY7qmIogFkWM
gPS3qipEDrZBgEL1k1LivsyM/tAnk3as0Gl/DvTOfacb0eQpiYnZYsyAaQxr8SGry+RgAbf4pI+d
2NBSvPOSaWUhBkdWYkC/X20fyxzSKY+Kzi/m2T3Zof2L1pQ4bDz4nZdMXeBwH3NBwXVbouYfSWtX
0fxXG7PzATmHnxXZpEBkQsgqXtqMp6gs8DxW52I8GIOqwRWHb5R7ATgxHUb+GKLyNLQdcDan+ALU
HQnBGmmkYuNX3vuRrw6QzvKB8Km9/pFgeqj1i6r3OxyBsG5hUBACUgGS3m66Di276jploE9DHk+7
5nWt1U6w7UrPaQv0vtZEztGUInwxIqU5llEkHtTJwN96wCa2Ml3lxVaZDOW0HfCPDWDwaeHk2TMt
x7c/0krnZ8kcHbSBie+chuVf9OvnLzoZBVIzR7+iS/0uoQ++E01l97CZh/GnpcXmMhND+dpTagiL
R9coGiQ4Blg97QB6EA4G0lx76URV6EV0s3UvCiWWC6PbdzZQoKxEYR042DEy0QEGlpUtKouDUvkW
tuzxRkok7rxj+h/aMoOGjchzXT+PU8wTExm39+Oa6Sroo+Q4SKF5xQg8Be+jkp5X8iuxaSqhtjI8
Bt3jCPajRx4tySDmSiitx7m3gXhUqBoJqdMOyjL9IwhEROSYr+2bsjC9qOVJY9P8HTFB8x1jCI8l
WNV3RTAVD2MyuicnpsnPKLN9UOCDHiY7kXtgXVuGarcbmHAJiR8Iks6dti7aKtXuKYvV0ccJSvHw
9Gq+WBZws1QVyeXtzXIbNhY5Hpc2jEHtREJw/W7rqR8YFNujjxu3OEVt9qtOB+38PywCP1q8/mG6
cL2IIuquITRNPr2zcY8jDKaD8Eg2LoAl9lwfRTpYNDYJTZCk6dBerwLep5zJEyZ/SNpf8MAeE4hN
aleru6Grtzyi7n0iNE5YxgTLQN/3erFgNJAlLYPJ1yV46XoeJC7x4ENBHGcb5/k1qK4fjNuGTuay
Gja+12u5sUyQIUhRDQzNCqo0Jgd1nOpHvc70/VAo9aMr0/a7FkP6xGpysJ6c0QHTZ7aLfmfOiLVj
7tTACDHmEH2fzk7H34lw1C05pDubSYPIi+I0GcwCPrn+oWNrs8G4hH0hkT9UwfF5VhPmG/HgTolE
sU9tDLt16dise5U1qoIgi3gf85wwiDcR4WSKmxqQkQB5dNDrbLU5J2E59DujbbXvSLqG4XEKwvbD
QtLVNtKBOxuPPhvjH1pIXL7rxp8ZhoJRfjX7IDu077Myh2xvO/ELG4xxNhX1xka/0zZ7FSv+fwuu
dnqsJkqd1yzYOVXwImcXDqShx14GE+1RxnTfx74KvhaqVD90WSaOwzRlGw995wCQZNG7MnSiBw2m
628NxBcV+nya/drW69OcgU0uRqXbFyI0Np737lJsKPqQBttnfdZgjsRpnI+zH1hzSr3JlF30w3g0
GEVuLLUAndZBhIwOp+xl0rH0Aa4fC8AP453RnH1ncsRpQIUFA1kjfErTxjkr0WDQfCjwiIgBl85u
0OwHFHe9xFSqjwGyyBtb/bYhwYd2yLjo9y4yZsvN+Ee6pVQN9jhpP/uS6ABVYTA/lXmfeLFTwEdL
HcBNQScPPNHPphmUjZTy3nuHQI6HLPwpTvXqOGt9anZJpM6+PmdfuxAu+ZSXn1uRbNkNvObmqwhH
5vr/V1q9dZmUdQFBVPNzCy3nQIUveNT0tkr26BV3L7NhRckuCzIwrCBJNH8IG9BXiGZaqAIgl7kT
NOA+hh1mVTuJQ+4Aqrnp9jTk3fKo4HXz04kHtT/b8KjUd5xQHZFPFaxvUSNH59UAEuqN83EbtR3a
hOgoUjBSlyC7c/3tkPgEoWAqwoeRWB8hFignN2pzBGJDTdk7YyXdvQuLAXrBpEOIZsj3RaalChi6
doL0aPTo6dixa/8O0kZRuclG5UOqDNrnv7ucdcdC5EGgzGfhpibW4hVx7FgoPpatH4DHgNkg5tPo
tvHGwVpfDTS0aAUwC1/ERRBLWYWsETAcVIWm9w1wXucGutgRIPrw7e1nWUdiVqHCROfQ4LigTbZa
pXCroRrbZvSnsZPvQupZeGGp+0mBof8gUzX58PZ6r9OBPzeu0GySJgaipNoMMJzVgijWgWFvM9UP
amH/7FISe9gLdqjs+hz1Vi9LbFr6JWk2qGVa13AGgcwlC98//A+lfdXwmjZEdGwYoviLXfettjfA
5o9IGMBM2s1Il2HwS/KUezBPrRctj8G/VbUV/9vyt+E+CgCQkLb79kfTaOFz21c2ng+LAHIZmWq/
s+ZB5UIqAKrvY61pY68qG5BDSRt3zDX1tJ0pD8yBUXPVTPtoNCTAaNqkQK3MyCz3kSmq51hxgD4m
tHF+vv0KnXWMI1tASMrB0I8IsFSW1+ekB+WTFkXb+24M0XdHuTyf3dFR3xv1TyUSyicznaHAGImF
V9hiEG31GdYjpp4sNg+J+6iWM8IRGkO3XTr3QD3zJBbZrknx0ZKDDQIUQo/6GEEwqd7h8jc/xMEy
lp47o/sRRU5Vn2y7c898Xr5MPrqRrzZW8zHKnAzGQeZAtceVRN0lbmrrzz0aRmh6d3n3mIN0gjgI
5ZRGpEwBGXauEkILF4PxuUfwHZHoNlFOeWqGzq5yYfYfFvvt52iuRelFQFo/VzM4PHCPNEk82u/2
Yt7X96inOr15YbBXuQcstaNHCVKmJtyjeDxj3osCgitnkIyd3cxPCjxG/VEfjO6TjnJz5g192zte
2MBJeHKsPHjGzWW4lKUD3zYL1X/ZYX0OKn+huMBhUFXwfHg+YBEewXBLMRTuT6aOMAdbLSxxCxvK
j3GaAr+bxgnEFZbTKdowYWECLDKqE1LMMjr3gP2jXVMEzWfdoISBshctQgGz+BpYGnwbYnPjnN7e
QOvIsuwfXD1p/lEugUBbbrE/7kjM02Jwl3rvq73VHcBsNYeKYePxr1ehYca81Qb6wEhm+RV/rFJl
ORIuBdJLYKAQvxepcshSc6vwu8nseBiWwXeQphKpzmt68scyQdnlPVbN0s/atjqDiQV8T/cRi+d5
PEl7+m6WCMq3UqiHsqfSBobbbhRrSzF2HdI4i1x+TCSZudDyvH5SmI8BZp5Bz0BU06AXgHXGdGNH
g7jwstDMz4CAj7Yrf739gm/gJcujEwmoHUiiySxX65bdYAvFqRkYtH0IGHVS2i85rwHsqeK6v4uu
GqAxovDo4QRsva8sLT+m9Lp81P0Nb8yzz1oxFgbskn44SE02HfTeEAJ81+nZxmxk+S0374iBFHGL
GhDcxPU7aotBhdxpDP40gNezC119SKBXHQy0Qs4TXB5qL3vLHPjORidIMizmvmYciHbf1RZUzWJy
eqC3fj9qmTeqCVUdzVvv7e9wJxzTRVSZeri0+EiEr1cptLKza1UZ/dFR4rM6LGhZlEIQkM1Jp751
RR45cHrr6HcXwygG+BfIrY7PndfLGWPgCMhocTxfXQkJugBNJhUq+dGZzxrgR2wR9PhiFsODi9H9
xxzFmI9vP/dNT5f9h3URkCuDWcUiYXr94LgPW8EQatKP8RnFwWFH/vaewvEjJEUGPqrH3fcdWZB9
6nR+RVTPNN3LRLLf+B13PjO/g/k5qjyvM+br39HVAMXrMKTambrpwYl04wktMOMxbzIb8WQpvEmP
EDeAanmgLECjwpQ2syIA3OPC0skLHRldlCEPGz9syWVWm54al423xCbq3dULyhoz1kpEMJDw6SeI
qhB8UVvy6yQuz61OVKzNDjk3nMK/o4fnHOcygDdYkLq+/UPu7A5OAaiN5UMRyVeBwi2xPFSWcjsc
e5hlU9G/TEOk7lVzgVmKckJBUVYPby/6aqq7evoloyRVpvPvcESuP4tlZkklKkkxBMrnFFjw7Kwq
RZ5/VoIHYF+ATI3wQ43h1cFQoAHDe+BlMCfYG1HnXKiv7BMofCDjUVq/MxJT7hQku54ADCnHpp/t
hyG1up/SjUeMjQN9Nw1OttcHzXgcVOOznLEMJSBTM/DlsespEeDqgtEb5nE8xEWR0+ZsYK2qNsMV
0NCMErO9Bvn+GQuOYgPqtM6zOStMw5YxEm8E5adVbYNKWpDgVzr7C8X/4MCEh5PYIDmbuxNqtPgT
vf3215Xosp6hUiJaiBwwglsFpbpjLJ/2AVtP70c/tSANZ2mEwlnUlKe3l7pz/EhE6TZjG8hGfw0T
f9zASmhw/86p6qfAys7jHBknvJ63qsN7q9DPZqysAxi70Q2PAUMmpTmofmuSzOrFYJ8HdIo2XttN
N2N5b4ue6AJyZcz62kn742GKWZCxt5HmB7j7Dh5HhXwPmxB5wXgJRb9pGr6YboTWaMCT/lOGE8iZ
OjPteiFVqLWXlUgo/2UpuPwoWsHMS5ibMJ5ZnaQq0CEdRK7qQ2ADQJLCKo2JtRur3MknlpkjKQxt
MozM1g2q0nQSEXM1+6k5JwfISKHchypmlCjUZelnaGLRF5q3st8HYVj7ySB6qjM058i95zb+l+Gh
EZ/NPi9+WE7UvhdTZiMUA7jI9RAhCZ2NsHa7Jfi9LoOkpYg1mCddB5hkcGmnSZPmhoqsVhCYWBPJ
odu43m9PLv3+RYTboNg3yO+uV6HEd2askXTftggevYgi6izRvZthmp2TERuhje9wd0F6wstNDoZk
fZ646sJZtrPuWwHChE4ctDsATNoBm/jKm+LM3b99fl/ToOtAzRP+seBqe9Ed0Iq6F7pfQK8J7TjZ
O2J+hDGMI28cHyE4O+dBgcqRuGNwzNvYONGqSfd9X9b/0AkpcAob5WPZ1t8naFCHmknFQ2HNCuTD
jY9xG9b4qajGgsGjXWGvs/3CMBOQLfzUVunjPdcrFH5AkJBBunRjqbuf4Y+lVimVS8YzTwwIfNfI
uz2jAnpLmaGBlZMQqJDz2Fjv3m7mdFvIGZMl0xi/3mchNvTUZbnuo9qErXms8lSyHDdWuU0FXk82
XwDdWvxCV7s5QKRgGhF08i14xx4qhLZfWGniITNZHmGNwqpTcvfL2zvstkDCY5rTg0kKWSoAtetH
K1QNaSInFT4auZY3dtlvtTKdj8y4rXftou7CKHX+HsSKvREh7n1D29aRS11ghwjsXy8sLF1ywiCZ
T2YVn4nacs/oeX5v5JDqXan3/8N6DgGJs7u0odedwb4yzR6VIOErXUbjFRkdVLqayssjQ+5LesEb
VdWd48B2oebQqbEpQFfNNLrdsZz6fPYpckjiEqmjuCB+JVWYbqx0Z3eCZQR1bOBWQPa8Wgl/C/RA
EPzwE1GrpyKyn8G0bgHo7jwOwF7klLFIWKDFq89ViMlwFIckqe+z+kxOFu1nndlMADNu43nu7Aym
MOCnKRuYSorVaXNRN2iUSpn5Uo7+0mG1+Jyis3LMeqmd6AJuuRDfXQ9IKMUvCYx982gRQi50c1U/
SWbjaFOwfamz/l9F2On7OZ2ijUHEnbaISxLDFkRonn2/vrXQRdcqM7ZU36rU+dQisXERUa6i4xeo
R05rdAwhju2qzBmOZtcUj+2YKhsVwJ3PyW+AkIPiN9z0m2Ctdb3MucJ9VJCrYwyTl2ljIk6CButG
WLuzPUmSIFNSFDiU4KsrLK7CzrJA2/pDrAdPWFImtPIadSOO3UwoEJFexnfUgi44QNKx63hS1iUS
J0vGgWxH9VMoMFkngaiuWQRwjjDUfFK7cHzU7dnwhNEh+DN2ylFUln4qrTJ/yET8S6mEdh6xNjzi
ThHt34609+5y+h0Lr2rBJtykyU6TOLJVc9WXWPCdQ3uM3mFGM5zjNv42Qc06AQSLH7Ms/6KHMJxt
WZknhODyPTJC5hdFSnFAFBgIxWCrBxxS08PierPvClwjx41E597+4KthaMvQh8nhqjx2UG2VtPhV
3+6c5qTA5v5nsI2lPA+2KEF3bqBlRkmbbqG03FCb9BnfDmQ0NR86C/Nvxg7PE9o27zsLrSOoUNrC
w1K5IfTuv7e/yL2H5EZAsttcfMSsVRoxxnobJcOsQdhAYBHx0H9bczQRqtaGw9sr3Uz5l93JNbuM
BnSg5+oqpjmQWJH9anVsaqv3JUOAk4bj4g+uhuJDJjILFSD8VUxGMP9qU6l/MttMnoUdb8SeOykG
cY5SV9W1JbiunniKYlStm0H3Q70Zd4S798XoWPueTsl+ThwgR6H24e1Hfw2fqxSWqTpXhrOAyyx1
+U1/lG2VPeBXGpjCr7QYCnuN0uU7Y4IytWNwmaU7ottjHlvw15wyHfSdEzemfSzHrIAlbMnUL2rz
N5PFJtrrzFMwplbdLyiUWj8UEk0FJYkQRV508QFC9XZa/E6ScRq93GmRnMBiM093eMGK5ODYijNj
d+nqX7U+l+8R5x1Ps+wU69kw8aGxa5oUiBMYtZei3P2ECazFMBbHRNRBXbNqkS8IjNmrlHF4gmoE
296aWwm3TI0QzpJaOFc7U1NqiXKjZr2IgKnZs2ZLhFBHCiVEbkv02jzL7NvJy2QwKWcUlfUTzh3F
k6oUxU+NsTKa+6RbL61uAVJT66o8zfQMSw8tzfKLUEZV3xcoL81eH1XDlwrH3p3liuS/ACm86qHr
kfGk29e41S4PK6YxnVsmJzsIwi1Q+b1NDVgIe4+lcwJNdBVy0Z1qcTNthQ8y58WeK+1dG9vzp7mY
+t+GVFFQg5C4R2w8/1aoAcz1fKra99pcZue399idK4ZCCIQZ1/ei6rI6Xcj6KooejIIWaxE+MEKE
VYh40+mvV1mOMJYfCzNW11cXWWG3epAogfDxoXWO8PPTg4GR7V8uotOp0QADqYuXCb3b69MyofA6
qV1n+XE31ofaQHpkjuOtO/km8rEKZlig8mxTh42yShl7rDEmFa1sf0rgi9tJqL9fipxzbRtboe8m
vDPH4uQvXGPSbjLI6wfC89UQXZwqfmnjJNFn1T+oHWJznBbKY4em815FK3fvIOO5kXfcWZgUCx87
l9AL3XSVsZrJPGvlKBTfYhp9sZsKK+A6R+15RjYLKeNdks7dPh77rd34f9sAVyEP5DtFMLWiqi9Q
hFXIqwGezgpaExcHLwN/6epEx7acs+ceMel5z/xLYTasNcMzY8DkbLZmdahwPfZSVI+fjVClcWHl
ivtidK77My8T+zPy5vXLoKap4blBW5YfaazEM0KPWNwctXDEhY70pzzUxZwHFI8RBh6NQGDZbtup
fKzRUK8RKQBwsye82i+pZnc9Zl5WWXsK0t1wzNIIy2kMfatdiFeA76LBE+/Rco4vluIOlyznAHqy
HApfq3P3fRMW2fek1DICd+u2iNrl4P1TxUKMJZLoZ8HHGH9ZzaLLbnWt/gtPrmlnyrHOd93oPkWl
YaAyDBdLO6GpK7905hgKzwXnEB7b1kRZmwxg+m/qTfEf9hLq7xI6L1Vp0uoVCnSt4h46rL5PWL5G
+oNExtbcwx5tf6V59oAAWUL4DwNYPKJjM5yVNB3foaFufOjMGcELLIStMw4HFi61lrTnQ++m4cHO
wSfs2siU6F10ov9viCaz8eJxCA8hpo8DirguRi/0zOOzpmR6uJ/LnmaKUzOytws66UGpF0c1VP7t
RZZ+yQ307Pk2pau8PlXySHfP8GkUJl8Mp24jDyEbM/H6IWq/dq9C7C75lu/0c3JEDzV8qN00/ZY1
vQD7WfXifWTCeMHkDbWpHYbgbbhxcG6ShGX30oVgasQ3pi+wOrEtLVNSg/iiYiixm1xVOWhxWyJY
UnWHtlr0oy1n2kg4b7u7TEBs+IdEWHS2MLm5XlVF/q3ANTm9KAmDOHOsq88wBqWHN151xkw+OeGF
kJ3Skhl8lMz6WTDMnedUe7JbK/7bEhR+MyULjRgmuDC7l/j5R86SWHxeNw3yC78jOuhGIPbJNBq7
doDdGkrMIt6O+rc1Ibm0yZySIQRrwn24XrDPMtdI0ra8aEmKDKStzKckhT+elnn7Mg+OxKnDUnn7
uXbC9E7+o8lU//b2j7i5RXX6FQalPd+BK91dXT2qo0SOUyT6xQ6D8smR2fBkIRe+8aGXeH8dGxFb
oZVNJrxUhWtgs947TWxh0e7PIj0pxoRdR6Rr+6yECIq853tnkVdxGhfTGrlpcXp777H44hu8dLq4
+VYZCwFNt8GqGb5pNOGzbQTaLitCBamb2H/7Zd7ePvgALfRdYFSvH/X6g5rRNMxqk/KYLTyRiGmI
LGRyKtDaOIxDadOJ7QVx2nL/kgK+CHaQdtARWqjgVBzXCxcyAl0at4bf6G7jWYrdfg8nbJXc0ZWP
qTWO+0IG5cGeZ2VrEy8bZP1pF30KmlAEEH3xfv7z1LS6RFm0zk0/yOVnmXYWBiFWAqjUjB61NDp1
ZS0fiDnR3jJK9/2EmJBrZSc0d378/cunuUFhR/iybyZ6VoV+qNubpo+2SP+CQhJmONXQ6Gc1U77x
8iGgQirJyQDS+dPbS9/b3rQ1Fzoi7R0gNtfvgDszqfJYmEAD59nD+yd/F9tT+JDLbHwpGwdd5Qy2
cUJkxaFlI3LfCSO0U2HKMItj6g548Hp1gWa5m0xkjxiGIvtRxNV5CGX7Uoy28y9qzEhsGS06/Pys
+gJgJ0PnzGxe3n4FN/00duCfP2K1DdzARiKriCyGJAPWOq4RHsORAtvsEJGAPh8f3l7v9Wq43nc2
fngQDWGYk4ytsSQTTIKxR+zEb9RcAXKGSO9XYSX5d5OL4h+zArLqdaqThV5XdeIr+YSGfl+XNmBO
dBl1WKEE2FSFtlJkx35s82JngVf9SkIBXC7OJHpeNQjWChntNj2TvmKrhNGbC1eii5WvbYJWFcyx
tD+jrji2Xgq69efUkPO8/aS3sA6dLJqpMWxHlgaoef196xKfKBdRMV9OjMfLVlEe3LbBoSIP+iMN
P3WnMhCKhBWAhRxeEvxgICMhh95FzbHVdGxB3v5Ft9+aH0Ryv7RqVfj0qw3X6ii2YRNk+WDlmgsK
zL844+PZjnLnadSnrfnb7RXFcmxumvjczpQw188fAxOsY3OyfE2LxTvkbkfaNkP08PZDabfBG9I6
yGqUNBjswlu/XsZcINrEL9s3asX8AR6e4l5GFy3W3Re9RL85VDrlq5BK+3HI5PSM9PFTl7jKfzDG
yKr1PDQPoR44KdqHeeC7gRsifSzS2Cu0QW7AF5bjtN79OiCOhQVL3FknTnamxlXvSMsf7XAGDxnq
hxa84g4wnX58+8XceS/ElqUqfcUVrQ9aalWjFVfC9tOxnNGjdJFtm5txrytTdrbpgmBrMbr7ZkCu
9O2Vb3NS5FV5ONIy6NE3PfMiE92c2FF40RANPstBCR96rB0f+jYavVBN8gOz7y0DydtYThuZDJDp
MuEcmMz1Nghn1NRQs4gu6EJkT/lQ148UfdU+rnVjN80jkusNHjCA/d0HQP7z/u1nvv2wy/Km7nCL
07BDhOvqOlXFaOgz1NuLyFr9gXkS3j0zOEErtMT57aVujzFLkXoDTCGyMAu5XirFEi6UmRNdkr5u
T/aYNWdEoDQvzZTo09gXW4P723O8YG3gVVlczoj4rtez0A0EoxFfBoYsNDjANBSBEmwEp1vUBDUM
nU6oPQs0Bf7h9WP1YJkZRmvxRQ+m6QOek2W7q9EeMZ5DfEp6vIxwRoMxCZg31TuUtsOhRN87AgUI
ASjEOWBn6MM47oQRT5dutsSvPBpDdY/ZS/6SCJTNNn7ynbuMn0zqAlyQGMTI5PonI3fJ9EtUySVC
k3RfxBGXZ4rY9ZxFykktlHBfdY52rpBx9UInqB5SUdvA7oXygSLaOQRpIs6WkzrnWOvtg0T/9awF
VX+x2yJ+7ISUBzjbvhq2KZr5iWgf7Rb9REsLq0c9tzEuWVTICyrfvy6pSPiZHBrM9YDwrGMqSutm
XDppcslpDXQNbachjg2KbgONm0r/9+0NfefsMC0B+Ct0pEe4oq5fY2PifNY5YXIxM4yqAFole91s
Vc+lo7yR9t7ZyywF1hcpuaVaXm2yjIZ6rs1OfAn1Mv1SqlHuYfHTbry+u6vw4tyFzWUS768faEhr
3KmnNrmIuQ5P0DeQtEcfd2P73YkDZI3/f5UlIv5R9ypa3sxmwiqRaGy0RDPAgS6ej2qtHeHRbEW4
u8sxEljyVdxJ1+dTncbBdgY1udjSND7UfYU2s5S2Z0eK+4il1FZn7vYWAZBu4dCLbgRN3PXAJ2pU
x8AAJ7noQP2OsEg75Fut6DTqJIHmJIO9jGtrI4zfe8hlqgwMnoekn3D9Tm2Zhz1Mh+Sy0GTOWa1E
HqoZ1gGlzJ+lSLZqgDuXFoUf6HMA93grrxkoUYgGp9GN6SXRlGJni+Kpm5QPeW381gdxcafknZGb
76e6+FvJD65nhjsU9MiLGkARVoVnRG/E1LDgu6Aamx/j0BaHKpfDxtu8k5txES9ylZTVJARrN/MO
x4EgwqX0gogJDA4oVAjqwpzBmColbO3mTDEfVPKwPXNnep49PE48+gYkhWJdCFTmRkP91U9w1+Z5
xEw1mFvzgHcWpqKDO/c7BB/Sre7WnT0Aq4NTCwF+UeJchaMpDcw5wMrmgjviMtnv6lOMIyw6zVhf
SiiaG+f4TvgjH1wo98w1BTjw6z0HPzCTSKHTTGuGbzFd8IekHX5BhNlSeLoTlsCYQ0Rf0EMsuTz4
HwGjngIXl0E7v4RYo3pqib57p9vTxke/c27xE2KACB+Opo25ShesXCJO3Bv5BY0fhmuqggY3ZDWv
tNz0UCDZhFiw4RzevkJuEQUL4IWiiZpr0Zpbv8R8asgz+7C4jFrjeEAp86Obm/WTA6Tg1KBVfckn
A3R9mdr7JHPN75U+F3vqfhP+FB3dIVbGY4/j0/umd+r3xrzZNrzzmR3y4WXuRa8WouD12x97zINC
S2I3lfXpk6POdNXVcYIm6HQbn+DOh+Yr0xZkPEV7co3i6Drkm2x4+BccbyYMl5R0p2Ztfnz7nd9w
ZwkikCrBHHAhvKYL10+EV5qGzlJaXmAvGUDEhfkYIMn/da6H1wPN8IQp67s5CYcTmU95xOmqfkZT
lEaHadZo13fweZTqV1OhWg1cqsDNLpuOGAXED9aQfdMTE1o3hoM/Qzh1XqZAOHv7Ge69KVAJzEMR
miMHWVUNyrjoOg5OSS6t4kIsWgvRC1SR317lFT92XfaRrOMuDrGKzBb81/WbCuH7Aetzq0vRGSnb
MRniU5VXCLspfS6yfS+q+EeUwgve13onPs8yrOzdaBjBd4YR2mWY9OkTJgTVh2K2rB+YjrXt0bWb
5FKaevAT/pxe0D5cMNZN0mm4tTpBvnHE7oRFtDLJd2k4v6odXj/D7Naijsu0ugijzLzFvBh7pyhq
dgzWGBUpsblV2S+X7fqtMRVc9JAhR1KEXK8YulY1TZ0bX3BBQ1QBW+qRUUo6Mglr6e63BwPJ86R2
uAZMxNSn8aEd1edytjcKrju3NG1ohqJMWOiVqquTK1AY4NMWycUqK/heeAY/JKYYPJG47cmdx9/4
ihz7oGs+ianINlAgd9pIJKpU8g64xMW+YpWSaGmtYo1bF5cG11aoo9r0WUSYP8Mnsk4JhirprhIq
LmJqGT2PqIoeKmtwTnBVE8/Cs+pQGKLc0Nu8c7ETyBa6IFwp4EDu6o6EJhciM0Rf0hZT+L1pU2w/
BQiub9IalHyHg0bp7FQ8wlGsMzBerxtxNgQkOtxVNDU4xPxfPzJbo0Ka4gRqSVdPv8dp4a3igYV3
HCmLujXNeM3erjcUwHPaIQy3mSyg2HK9oTDZnTJIpVSHrdH8I+rI+kRfgg5iyBQCzSgEJss99Ycb
eDb06Qe+SHVCXTrGxTqunNGrsZJPj3XRGz/KQNWeOx7uqBdTw4mbFNxEewvC7gF/pFLxWqIi7EWr
14HtSz31BwwW2oNdKe03Lc75b9ADnRHt1SE4YLeWvDgyls6+EvVYHTTo0Om+cxP5bPYkinuatBO8
ntCBNtC6ReENQaVYR1EDzT2MDoZJXt+IrNrPam3TagOp9KDgfag+KnPUntLI1nMscJ3iYuFFCVa4
mZv/HKjC+FFKJMuoAr0usd8jZjT71QhAYzZn62eJOEy9Cwyl+dh3ep96Oo5a39XGNlIP5KdYjB4w
8gyCofzWZbM1HkirizPWXnitpW1g6hB3Q1w2sGkIgBFNk6I+xmNqYXbP2o2nEekR3w1sMCd1XpiX
Dgt1nD5pcvyH3WtUe9JtmZ4mqCdZuzRDeXLXt63zWxoVA9m3I7V7cyEsR23BttGwtehdrTa2UAwz
hh8zX6w6BT5EPEAksi4r1Pg1LHkgHs82WWA/u8VJcbNR/ZQAcj0OOo5me1AiWvrEPHCqdi3+ir/0
aQo+mkOHYDqVTOg1c2lxOtBA7D3SPv3fasAyAYecbnyCbo8pSsYn+Cfuqeyw+Db0b7GDof1Ozg0E
cUM01j6R2vSkT90MGReLapbOsEuQgPa+x4U+fy5VHKV39VBXYh9kauZrCGsxUepkmh0g7maYg5Vx
UR3Sqcp/GOir6nucCzt9TwfLxsPUlSP0jMyhvrOHSnxTu1Q+GPUU4vPY185wcjHNwLrTMGhZTFmn
Nx5QrPBotxIMVykG1zw6fTVoOwW2RAdfXUKxsaMC25tS5nvoqi5WXhjb7urQjP4LqrCMAUuGEU4q
mWZFj/D6lMWpW0S/1bkLv6DomXzQon5ynurGQjewWlgKhlCkumM44x7GHLcmbB5SCbVN5DM2ZoZT
HLgqjW/o2GIzpPVh+D3AYHk3j/oAR260I0jhCtBy7/+wd2a7cStZun6Vwr6nm/MAdPUFmYNmKWXZ
lnxDSLbEITgzSAb59P3Re1cdK2VYte/OAU6hUdVGSmKSjFixhn/Q8Aq+xI9H1FeJFOZ0lseOPu79
GczZbunq+uPv19iaz7+KQkz9VrAJ0WNF9uhHOUeaxXmRDbI/TLlfRE7TeGe22R16PenC0UGZFE/P
px7vtXd6z28OcLgKEMuYWTN1WYWfX0e/OScby7EmPzSisKJ6QBq5TkzEF2O73cvxXabZL+5zZazT
QuIQp6w5us8eX0bl2zHXK+LzoaBThS+QD9C3PB+6as/aqre9af3t0pZ8lHsk56QrByzr6LI4sRj+
Yo79IV3Z0Kvg+7ZwEdj//Ut8k80z1fBWGCpYJXohxxldv+Duim3seDBa76CG9LHQ7eBisjvzndXy
iwuR+qwqKcClWTfr5z8VbbFEDCcxh+FQI3C9oXyBn8lEA5fl7r2E/heXAuSO3DIB0KU1cBT7JgPE
ApmkOlQIDUfEhGULrdI/h78m3rmrt8NP+tY/X+uo6M2tGqzSoNRhEqtZZssoMFkQEcP+HLkLDsK9
AU71s+NwIjdpvhpvOfX29+/wbazHZQM9SRYpvRCEjl4/Wk9gOBX7njqY6Oxt3N4Nzqp5eU+j6y3y
klulol2TZpYKrYXXl3G7XLROp6mDMo16r5XueN5peAV19jSfA4DwIxy28lu/AD5UrCLE4NGGjdZi
uv37+/3V+/2hpU2ziTrk+IuoOUcPt5UTlbndhWpqnS3gjnoj8Nvd/P5Sxq+utaIIdfbievtHzxbh
FwA7RacOvWPtRZF8nbBpe2jbNvTjeI/f8EZYyX5W7SkIh3Ow1HeS1Rc2nqVdet2sQyB230njf/GV
eAHgGxl/0gA5Lieywcr8ZQjUAW3OYo9c5HSdTwAbO5Om0t8PD6tyFYVxAD6LHvDrdx60xTjb9D8O
nSMBpInc/4jROnKRFmpRv3/UP0QoX58nFm5XVEnclblKgb6+lgv0SUsT2zhMAHcpAHWvwl2WlKsK
xyCA3mfZom82Q4kFMt7k+VW5ahl+0jVDu8h6hTBuzmMzw8Vz6puWM3MK5yG2zxNSaayPEsS2cWQt
rS3gP/dpgR96XeA5j5Ozml7UUotvHDjDfF5O2nIK7ZdT2cO+N7vEP6n6280yOmR8O3i89C05xdaX
/FM4BII0WsnszgfHqi1YIs2CrVhQ3jJXaN+pvH61Xpgo/4mwoot5tG+1cRi1WWjzIZjHeVPhuo7r
WwnRf07fFXNd+63H7xBAHVLPNEzX+Pv6thB/q83F5VqOzLyolm0Dlx9fwalCwdzS0kuIMdpGQKg/
4X1cTGZQvxMc1iscfQNvlZFCaoAaE0DS0TcINEeRd8+HvgDtj9gXtodJgsKptvD/Ig7/gGdVxfx0
Kd87S98mJoBBIIo7qPmtet1H5w6ju8VJh2I5kCli+wYGOTJgHYVdgOHVrIx39uYvwj6DYojO8NKB
/B6Ly2l2UMZ9uugHLzPbTz6YzyvwOZ9+vyt/EfUZ0q7sJnIuik7rKA0ZSgz6mqJwDgsQkE9xABAh
D3x2TdtC5gpHVHtPaw3wRFi5BbKkwRIoEytSARCp7b3Pv/86b+95xcHT/eXV0hc8JjhWKNd2tbEC
g1XwAIrORkDXb98JsG/fI7wg4GS0utZ+zfEirswga1uzdQ6dnYrdNHbcsmnnpwauk9jSS+OdLsQv
bsqnI+KsSRgKfscIBzrxaG4knX3QEfAJp4oeWFcHcvf7R/eLu+KwBJ8WcIivQ/fXG2No+o5Wee8e
qs6pzgTsl5MhsdI9xYMC3KDrfxeRRYBbO9ig4NcXdSynHfdtscz27B6YqRhRSTK7HXRMJcekCE5k
O7/Hz3678WH7AMliTIPQJf/7+v7KKkEEwki9gxEoKKLQ0CHASO00aemyGUvXR0vle/tFS7///sH+
eD+vQw6H8Q8IIvKyNuHv9ZXdVKIb0vFksbmaXmybTDrRim7rDNonHnF/2zD432S9D8xeL2DhYDW4
YbZrb1FFmK8MbPSiAPP0ntwwRHq6OvhoF+9i6dlh5jnVO8v7Bz7q+PsCdkbYgmDFdPwoRPYCny41
WN6hLbRq68IPiryhzx+wBwfLNSEUGcRTtqHGmi/qvmooiZNsa8hG2/Se24QptPtITCCLfv8g3+4D
cCDgMtZ2BbOdY0BIPPI4nEQlt7EJ+n1OpBnlaFO+d0C8PaPgnBOQUF3hGhi7vH5dYMomJ2eMfavR
jjwEbatRfqshQH+mkdNjrWL74LX0DKKFsYq/yxN0hKIsM4wamb9uEiHVS31dcNBBvUoz/wk/qcE8
83E8OqnyJNineQ7+zY9hY+PunSUT7S6sNDezE8jD3DpYg7kV1XWoO3lnY/TmlJ+RFF/OXbfqSjT4
0gD6A8hzYMq6vWCHmYuTHEv58sHDnAFti6FtRVh4brGlU1N/CQbI+2OXilsO5vK7l2S2PEGCqvrU
dnYAzqXJzNt48bwdtUz5qLc1/e5piVW5cbmZZ0AG+hIShZYH0xJ4b/VyRlzCmrruTDVDF28nozVO
QbHk37PGyHWafYVIIg6drkWuzm3O+6HLX1oyUtTMzWT50tame523QynQjxfWVWkiMrj3PIxu0P9W
WKMPSOwx1YmbtNgXUzVGRVq4rKuW7ipYLyW3ZtE4F1oCVhsQuj1hYJK7wnhnPbzpitNKIL1nNQD0
omtmvV4OckYT1StkdotPbnIduJO5sUpP3ve2hoaLNcqzztOsbd0y7VrQjnsnO3sbtrj8j2YdAy5G
mkdJQ7ZgQ2PHuP9UwrovVcoIIhVu5E14MveWN9wwN1nCaUTK9Pe7bf3Dr6IAmqqkR+DFqWAQXT66
bzfDmGYAPnDLVKe7VLU3brDNNs5yemE7J86TS1J+7Z0t/jadcEjKOb3ZeoATKFZfP22tYF+yn8xb
SR5/ETu0UqdSU5uS4fspxtTZuVOLeNfgJ8aMYKm2vhDVBSzd9p3j6UficnT/ACTQlwXbiVbCcedD
dqYx8V3s2wVX2CVUg+9o29x0pmvlz8aVkac0e+Nab6wQk9sB9NLoPFg9FghwRtsR8fyu7s9HiqNp
N1aVfYUdMCpOVbno06YhUUJgssFNIxqDuNpNOT65UkemJ0Rkb8DTVLl2vrFrOzgV2cRhVS0o7W8M
o2qQJqMlXkV5B7Ae2HSLTGHiSU6w36+ANxkBL4FQyH/h+YVezlFh4Mq8mzrynNuANi0wtKCM4Eou
u6abqi32H9nm99d7s9TXBtqPNhpzVoAb6/f5qeZJkNzG8DG3bnu3E5d4Glmwj2O/+NTq9Z3odPOh
rSfnAVPD/h1+wpuTZb0yQoPrwJoT+nj2hNFz35vabN1OnbLDwtKKCPTNe+fXLxY3wy06JGtqujbe
jx5oGZRqMpvWus3mpD7LggLvS6fMT0pReBxlS4Lsn5lfGbzcr84s7n1pZ6cIVL+n7/am4uN2ASxA
6wCMYzGpff2gi8Ye8iwZrFtoE/OdPlX1SdAw40ullnz+/Tv91ZP9+VJHWRe5XWnbRM7b0qc3qbB7
j8iQpu3vr/ImRoMuAnsDQxU3BxqV67f4aeVknqEjtDS4t+lsGTss0MtTgO8WVptzdTI0jXGWmBbW
WvqwXOJGb7wTKt92+UA20eoGiADkn+d5lDJk9sSx78b2bWMrf5v75T5L8yK0ZXsOIvdhrPSrfhlP
a7u7Hr3svauvz/B1pALCQ+pOPe24zNePnvE4eZouq9S5XRa1XA7CsA6d0NPLUchl02UARmHbds/C
0suvXVF8qups1a/t8vcSx/VIOPoi5LkrV4zXQM//6Mjog8FbvK7UbvWOQiI0vIlBNtos8rrjsxu3
xO0VO2jVWJGPwt3LlAwnkiALm3Tq52iRTWZs2iXIn36/PN5sPHttTELw4lgxAaAdv59eJADIwYgd
zGFO9kp3Lvxktk48u7ZqbHPK+QwF3/7GEYBo2rzUaEWI6rFPrOy97XC89WBBQamj/qc5R5Z5jBQz
vC5LXZrNh6ox23TTz1ojtmZKEh+IVlQRXBlGFQ4yKMtF0GgAyZuyRb8tsQN57/O78Uahyj4DYxsM
a7NYfrHOvyY723YLwkyhbvcuYROYM6qi1VJdxF4xeWFXC+2kK2znWwuR4ILBwtTBB836B5+zdAih
wTRTiFT5+GQPi/0l0Jvsoq11RgsWhVMQ1RWsv6js1rZZngj12bdmCVg5L88xDHTQ1sorMyR7a8xN
RymjoWDSLCqSS1HltFiY9oaGKrP3TKneIKLWgoqUYdWqZO3R4n699/VEVsbUtOJjYovOPFUL4JtQ
pgkCj9no92ZIvBfPozCLu1gze5p2i5AfTTlYJ+TfxVNm5DZQa3rFVVjmQZJG6PDSxTAw3Xl5Zx2u
ceDnDcJ3xV8EIAE8d4BLx6VFsTh1X+Z8V8i56FkKv5DROLbGvrT0YW+baX2aGnW5N/NOfJxX3Uqw
F+PGmISIaH++J6hiHG9YLFwYuoA8WVklnH9H2RYCu9nctZr5UcNDBK30E3rTW8P9mvq0NHp3t0q5
1O5jaeRXzsKTq8cTW4m/mWDzJaBRYJ2KSA58keMXiMqKMzixqX8s6sGNXIw3I32Z3f1I5n1W9nob
Nk06fZ2QhkbA852c4w1kiQSX1mew0uM4lYmgr5ePHKQTe27pfVzMm6y47I3rmqGsbw0bZCo3q52a
jTJvnt+6MsC/7X6Gr2bZTZQ4lyUZaedv7coIA/NLXuV7vezeOdneHC0/vh+oyb++37ERmvInpQmj
8D6Ckd2XW/903Pqh2qbh4fdr8/gIXa+DSAVzDFYn/byj52BPjcI2iOcgQjNCESUaQzg04Xs53ptQ
fHydoyQvs+JmnFzuR4+MsI/SDWKQm20eAg35c1391ytz0/5//pt/f6sbxFYS7Pte//N/LrNvZNn1
i/zv9df+/WNHP3XdPFcfZff8LC8fm+OffPWL/P2/rr95lI+v/rGtZCbnw/DczbfPPYfaj4skz/X6
k//ph/94/vFX7ubm+Z9/fKshsax/Lcnq6o+/Pjr9/s8/kGn96eWuf/+vD68eS37vIpPp8Fhlj29+
5/mxl//8w3Q/wKshFhExGSKTM/3xj+n5xyf6B/xwVz01pjk6nWo+qepOpv/8w3E/MIjAD2iVNGF0
unLl0X/68ZH1gXSW/JkcaP3A+eNft37zZ/D7863wKP769z+qobwBfCF7vsyarfyfGEnFhWYcA2eS
CLBPLhSn1xvSjp2iSBqn2XhejFJLUwGzDfHANR/RqZF0C5CU+FI06XjXKfW10PuYcJF5YgdjB1Nk
hG2wIcNXpTwfsc9ptktfIjhq0cXStubIabGlYhqDmyrJ5/5cKUObObBc9c5JT4V8dCM2Yrowu8ks
1vqJ+Pr6RvweidYFrPOG8jENTpakTYe9j9ztctZOnZWEHqPh75nZBedeqbfPWcPQJEraCfGEjK4Q
BgteZjEacBYyhdFskk+yXF3qY7u0IgQeinMmrchjS5XIW85BhFcZiLrZqXJmH/iWVZoIOfiAVk40
z1UtGtJyRmZQ14lw+ZSgMTG3dXEfD5N+NpW4cCOaMeUpXax8Mm+CZCo/23OmvDBAq6yL8FSgm5PU
svjW+GkJGT7xcD1KUQ2Ko0mvXZwJMjm2Ya6Y8YdL4uag8ia/LMJsHkUalZoF/GwkFfMi5HHmMcq6
pLlJLTnR4WwE9nI9Lq3Nrk/iqQ0FL/lCIfZ1cP0ig+DoWdO4zY0sQJS57vsilKVrwBMKkhXU7E/d
RTW0s3+GH2Xc7I0eplroekXz3c+89ozE0jnPO7+McLOqutPCGbuH3Fs7bFmeWDwkrW0ZwKdGxZjC
CpaTthuSB2eZ5M2YQj7aFcrMxk3p+yOKAN5ghPpQIclmaovmbonROmYOJa7uIJ+SAaWQ2Mivy2y0
fAaU1fId5CSS+ZC1rJdWdEHPTRTTHXrWo4bMeWo+JyZuElEqOnBCs0YhmMrcvK5VZV60k4vUQ4nI
sNhMfOPSSjo9anCVLQGmTssdY2ZruvXcRNJX6MvZ2qnW6a+R4yWFg9fmpUibj6a1Ad1K+ttDWo4Q
GfQBApYD4iZg5ZzPFQipb9kUz5zDGlyQKO8rYZD7sT4jo6tGvl0SNEVImw0pcOSv5mQbVJ26hls9
yY1W6XmLaNfo2xeahlfNXhX52AFnypcXThhWcxBz2EXoldT9jpUI3qzohwVO2ziljxPADG+78mwB
WEroWIW9LDiwjKKOt4nRTMkG5KdN9jbuTRDhVaiJ2TQ3npomFCriwl3CRU/neqfPcYtvKAneKetv
7sOpEw7SDoMuoiLT6jwqGNt+YdzcTduu9IeboDX6OtJAkX2Jc8O/NSzYlHeW2ef3eVF7bojZ7vTV
bsdChSn6HyDaq24wI6eq3PQULX0d3d26aV60djC+DVoqaRCn1XxSNrXv75PFL14QkpekDaK+c80R
1OAQj2wHBEjCgk18zlh7eirTxD1z8F2BzOrXcVj5/oOEhtCfLOkc382y5WWnYKBDELryW9HoTXAa
DCgAs7+1sT8zGR9gpaw3cbf1vMp4msFqQortW/8+GIZRIluHeBeQoYaMkq6xhctForyt7AWQsTxO
ay8ynJV9PgBXtBhpGdZ8OncIEYZt3yqClKF5L5yBiCWgKIHocOqCbB80Txrb3hmwcNS7rgakRuyu
olSnXwVQkHFfuARJHwMJKfon0xH9F6dKKiu0Cj0+S0YE/val7mkQZFBDrDcjxOE+4kQy76Qm2Myw
UoZhUy3JwkKcUpCU5uTNTyLGOWQbqwLFYdNODjVcerE1uJ6IaHKDwMvUlNfb0e7sOcw1Fs1m8Tv5
BeHqFvSmSTuc8fqgqkhzUs/dymycmLqju7PtMxWcYXIxIcbnxuJLNk/avKOPPVqhUghLhA2k39s0
kPkYGUOmksjo/arCUmBucAF1JLA8uw1oZKoMTAHIQQtR/Q6QK+hfrEKNmyRG2H6XlllbhbphlPXO
FU2+bKphtL2dFDgS7QJHJldZt7TyROvsmCfkIZ9wUQYC9yKchqdH0+zSO58GZBlVhXC/A++11VYf
i3G8AJszld/dLF2ilD2Olw5wTITcmB4jkYQox3KmaVmRhjTQS3vTmNV8nkymX26wCVKPwhfGZaZk
M0QEZvsbOZ6JVpSP1SeyM4SsOnMprIZAmh8DhFTOp7aYP9GLKQoWeV+B6ar9ay8V5kp67V86UABP
0wieeCcEc5iQ3SsoJvseO24MV8yAHWax/WUscRctCNwDB1aaXOclPOCILiA2JC6rKxQt6oAXfiP7
R6SnhLethqCvyd/nzIq6ppFIn0tPfspsLw9C1S8Oi330nPkk1rRF509lQ7vzkQH/2qZ6joRCl9d5
aKYiU9sYPctvKeMXtalGf6CMrfsYteu2sO+yeOani1KO/hm6pVYS2eyPG9cqlR46CYpTYTvN/hxp
a6kZktGMaZiwxDZ0RXoZFUPWw9XGj1JcmIxzb6ZOyjtV6ilUEDnFNxRmRh4KC6RaZLQVhcaPnPD/
p8ekx6St//WvHPQX6fHzt1Q+V718zo7San7vzxQ5+EBmjIo+cimwni2Qc/9KkYMP8K58Zv9MRyhY
8fD5d4psex+YlECLJ8mCw4Bx2b9TZD4imWasDlpqzatt7+/kyD+4Za9yZHoHwBwY1nEdG+2/16kl
c3IUkbvWRVCj7ADjk8gu0r6uRU52EMthlzjFqsnV0dgB0rzlKPM2FkaHG10f3DsPp7hNW9nD5QLa
EsLfGJkyedLs7B7yVheZHD9R6TpMu8S0EQTvXIqLcUlD6ILdF+FOQdgVvnkqGlJrP29mtPMIMdsG
BIMZtlnc9iit1S9MrhtmGGO/UShoY6YzLJ+0skZEU5jeaZMXSMrR04TW7lc7ElX7em77PPRHzJFz
Pb3RtHoMfVABoTCmEeZFnu1lVaW7ADOyfYxP0q3dDvafPYG/tTNwJub/jmvBVzXkf1Zb7p/rtSrr
j//U/4VlJd2z3+2bj2u194+Pw/fHV7vmx2/9uWss58PqeIDTMRtnJfuyN/4qLC2qR5iLiMT4LvaE
K8fur8LSMD9APwVCBPTMxxxxHfv8VVjyS8B0VylIykDGn5S9/9rV/0Fl+XqgiT8CuDPmDQAH110L
DOT1pklSP1VeVzw4uaHfOSKxtpUqirO6muUGNTU3oV/Y2tFPj+gX5eyf3Oaf9iqXpfVs4rRhYzYE
pI8Y8/NswglK20K27HONA3a+HYSfqD16cfG93VDxscxXLQekG4pDMHqTRPt98O7I4eQTutfzHkKg
5ZyCiciKE82Frr1vaFmZn5Wbe0louogRjtmcneE20eu0C23+RG60VF79QE65a4YBcg+1qHuZ1MN4
H0t8YCKEmzvnUljo6297X8zXScJjiMzcdfq95g10jONC+N8q3ra4BLTtQTb1FeTEsuO7DBG+5yut
zx0drcCniir8wQP2Lij+MppMZG08bbPZtmJRXb2tqszLTleiQk9CrpBMvE8DgSCMkQQxHb5OweDK
N81KSvoW1FqMifViNjA7s1p/miYjf6jTrKn2Km0659bP0F+3J39KPvORcsmt/AD/iK7NLIVJk6G6
0DZy52NtDOqz5hcUwhMZciPCdLSaXZDaHV3ydhg9XSNSUa3ty7RTtw3eV/6u1nt/S9dZ7zdpOugn
LYuq33jBgltfMikn2w9KaxC9q0vtMsuV6MLBVFaDbpuTmBu9r93rmpFQuQNX1BgnANnTIPJrjUTA
AKsabEuvAr4DEkIMWML3gz0dmpUCc5d65ZPZrb34YHL8aUOtS+1SLu7XRtQ//CETDRVLB9+/EBEl
JALSYEA/01gkg2eB5g0Ck+UyY2VOrW1hYlWK+9R2xweyoHIJB0SDyM6DWFSkGYbdbHVtwFJwNi2U
O6XKGyR6s6XSwZwW+s6FovUp60b3IU79WaNY4bntmQVAatcG2RZhHcNUCqlmy/ZE8TdOg9XMd7Fn
rp16+fMwTeVzOQhsEYMijbG77530udfn0cYsJjUjD13xTZuyF+lpNOZJU1tJy9Sj5nCIyeaHyOl+
HEr0vy86JeQM1Q4MRIhtpDJCK4uz73qplBm1gI7vhyUlobT6qfme9KArNy5SRGeYJ7afbEYuLaxb
FOhDEAjklDpqoN7phKvdvqRxLyM1WzG6xC3rZfFz0ux0bvQEI8KYtNhGxvg2yJv+e4l35+3EiKHH
HavsrjLfqT/b+ui220Xrpwuty9lNQBO62xo0Tx8VYpJnXtYm5X6Ujdhh+ttPEQxLb290EjM+hdHz
RVCKJd5A2C5GhtD1pCLf6716xUyu9VpsTVYYI1buhiWNCBGKmbFOWArySVw1x74KU0uJYbfoDrPk
ph66O4QNm0MucOoOM2jFl60qxwfl9M7XOgmWL1YQo3GtzHy4QRkx+4jQY3W1lBhsb+ZuCl7GpQaB
y9P1rDMDY1Wkqqe2vadJ56NtULjelVGo+W6eFZvYHWVwaxfu/BlD5eLRHoNUbGOYHTEuR1hxca4X
ughnvZhvars058gPtF5uG00JLSwWI6cwUT2Eu96sEoNcJZ1LqGkj+J44d4S+E3DW62yDNLvwoyJ2
cvjYrW5mzYvNZvmICajXPWfWvNCm8hZ5GbgzjHyLckNuLKes6qjJq4bONlQTarCB5R6ZVII6aiw9
pRwqFVW2A9eWwS1unM4ZdqLiVi+TDquO7yXjJ+esT9q2x0ymmSxMshZQUvNWT3BJoXOOwjX5k64S
O0t2/rKg7+s7LeI2O8BM2mdeMv6qS0d/JBKulbrbpofBHrKfzHFtbRjCO/Hqmdx1pzUwBcVOm3rf
fXIHyI171y3XRmfcZKDrwq7xK0KRibiGs1nSZerzy7pbsmqDP69cIrMeaY6llZnaRTRY3ZCGtmrn
yuRPW5Y0rwRGm9iNzqM7B9C0S99IeRpULs3GwgBvh+wztqVT4Im1WpKq7qIgrV2M8jiisFkTFpp7
mFUOtbtd/DIgxqVtnuvdhScRDr5EiZsKMNTzvnfvkpLxixVZWWfoa1StvH3jusKrorkwy/EupkFo
PnR6U6pt1+WW2Biy7eIvRjb1L7PTxp8nILJGOGij/lybqsEySE/oEqI1BltzzidnP8YpTqnEF/2e
aBe/LD12BpIW2UsuYv80ByUEYR8zy2rb5yi3on3OjBYIXjxc4i4L3ibtsIreJiAibt2sTb80SSLP
NGqyx6GUKO5pnmif7FkChcFLihse24QWWIzOeBYm+ZQ3AOY4xwGW05UL267RPxE8ujSaMZS7ImKh
UcDihfkL5rM/7TyDtJlDiJklg0CkP6F1WOeVkaLPXijLZwLjVd4jmha5ETpeY7P3lWUsOwe1s29I
SQIhRFltYHuLUv9u+Sn81Up388jioBMojwjvNlE1pnnubEpwLVbDl1+CQv/WwXBfaAMVycegy8wn
tbCm1x4LNzrMjdIlQrcjFDblAjjdNUWaOgATBdl+meYKHVrf/7yIVsqt3mLfumkybNa2JAtzt8ch
pRzRgGrLdFNAau+3RdWPD5OF4mNY5zMel0VvI7tUtC3i0JK2PaWBI0b0LHq32QZMvVZ/cQbTIeqY
RYEBSZ0/WPPkOBEMa/O7YlsjmL1ASktc9k9Y2lUACzcR9Ob0YkBeKQjyGl1NBgPFzkax+orpZbUK
4C2AUTBUBOyjNEug/UT3HD1Fq9bPUf6GFz10GTkIAXmk3xRkjXtJf5weOInZAP5KI3yR4iwu+Zq2
Xrtz9cY9zUdb+yImiways+CnuVlB8fSglW20Wxs/H1xqkrQOQjMQRHS3mxkAM7BOGVAUrpoxLZ/b
eb9kBKbdXJP/qBlExcbue1HA+q9HMMEAmIb9jG81MvpWku28svLcs0zP2hO6CdrIqCBGeSaLB5e4
5BNxuwlh6AiCaHxR8cNBKKRmGGE8x6O1NnpZqaPjxc5JwvC6j/pF5V+mqckIvngxjqEqjf77IDXP
2CljYXCtpnSeo7IqZA2XWdk3uFP4h3HEPMBYdPygA+UQP5J21pmma85Vjwro14DW96UtXWI3apjL
FUtTfUX6KTV3thqRCLFloZ354+hd68rVsXidk+y5keh+T4sDF1A1AsPpBTAMRWcy3mmaDnShnz1H
0nRLExm6s28/1l5dcUQF1jM26Q27E0ndHHNRWRLt0jK5VlWuffVzv/tGtwfrl7QekMyjx5LcK7KF
mziekBjoZ/GFtzWcNqODya2H/w0yirrRvFTZsqDdpWXmXdcuhhXZhfLajSpUN+3r3kOgqu0HZzM4
Gm6NY+3nDyi6S2jpQ2moPZ6rScz+18aFflpdAy/WR1FGdVs55UbXpPexyGuZ7Gs6juhd9CphhQpV
fPFJVXDXE4SYME0Au4Zrqk8EyzR2UqZbDG+IjXkMeWeky+g1VuKEltM6IszQ6bwAWYj4aJHSs6Pp
OJY4SQQmEht1Jm4yv9dewOZqZ8tIwhhOveHdo0qS3/RFbh8CKRk+e6UDvjEXQPaBM9OiUxPYOeTA
vckBq5sw65gBouiRbcXplSNk8FyVifW1JNaMOHNqrrZjmEdQcEjBRehps13tAlECH6ZmExe5UuvR
48u22pX1kIswyBa83W1BcAglUKpsm6MJ1m74VbLQVuJWuvVLt7s1sgLHoixOKqjS0ll/HPmuLApI
6OR+MIYB2w6tBKqeUNtEWVB31z2YmT5q3Mza5UtFaPIqp7r2sCC8Lxs52hFTRbgryVy1p7Wcchu4
d+/Wu7Y0tOfKi8FN+EDpyos8Fj14Hq4HmMQv8mnD/kvdj74eW6BUSRMZG+Tlcs3YooR/kGUkeUu3
UrX7fOydi8zt0iqK0fk4nbq8vSmQA+yYCyWo1PbCBfMrTDFhhr44wXcjLrL7kk3wSVktrhoUNyoI
G2/G77HR4vIpge/5kI09j9uHx/7kLybSFaNtyn7D/safPA3IWxvTi2mkpvYn4K5M8dA7rG9GBjjo
xdY130fkWf6EUSVfwhzj4BZ/2hhZ2bzx74rW8DyGUYW3t/uRgW2xTBrLotFHUhADCPqGCVznnkBR
6NxVRQQYEeMK6h54sMsF81dZbgNrmMqtRlgF4qr1Adq2JtAcU7PkOjBsRwDAQPsAXJB0fKqn1u2j
Vq1hKqtqTsPU1vTkjGDP8w2waCs3HMZBudXLRLsfSn8+5DFZCOrGGLlspRcbPOSpYRxGTuVQZrlz
Pu+wki0QQi2tZp2MprGkuDLrvWWMnIjKM5QXAQbrfKZL44JHpZaq+55S5C/p2r/VevrP+kr/72EW
6Lf8pik7qOfyiYokeQ1a4Jf+7C25HxihrwpuK/iALuvK/vizt+R8APgJzZX/mBD66K7+u7fk6B9Q
Sg2AOpCY49+2ylz81VuyaeRCplpRv/C46PX6f6e3BJCQNs5PbR6sc/kOyFABqEB62DhWmsMXK00s
uPKh2UswcwNFgSyR+A7qovvWNk0A+HUqTwgBxmGm6oqcFtZAjkrsJjVKaE9iYdgEJSRkmZl7F8LU
58Asnpx+kfvFQCKdtWmFQSIfs9J9bLyYjpL9sKiSpNvydr6TvUAZudPnagrdFFKskTaSigSehqwu
ZOoEZ96c3OI39N22kW2FZt+Clms9dMdTb4N7ghuZZqGdV8HMYZjGT2yz6UH+L3nnsR03ku75V5kX
QB14s4VLpGPSS+IGh6REeA8EzNPPD3Xr9qmuvtN9ajkzvahFSxQzYSK++FsF9eFCLOoThX6r1yaw
HlsiW1eOdSjfCfry6wQSWlTqhAqmKXaNeOtyhNlCO9ln/abSb3JM5XdszsvF6TkOJykB9MNYHyxt
fbHr+C2p8FGwvj2kvKyJCwdoE4spugMtzsVpkpwEhR6BJIge39CvPKjMnwf4wk+KRcuTM5a5Ww1N
sCjxGdxpr4zS7BDF4oeRzdohG1ku2N27MFedmI3N3EJ500aPm9O5Xctqx0AIqFUZMl/Jfp9HpjYx
Z6Of4946LUuVnIfRfmsHEk4BEdWPRs4xx8S9ZUR0afRnQr0HtnGmzWS2XmqZxb2WqvVaUuXktSq5
RflefKJI+D3XcjtWNu7WbFDCEk3F3dysij+ynFPhuTJ2qvVjqi+GO2zOgAKGLBU1U6+lMeR80F5B
ZgHmQv90RaxG/0pgDHAdwgf+Q9Jz5nQvWr4iP04Y0uTJeDWn5lkWsc1ZdNlotBSvEGNEKyhk7rDL
ezDz050aczTtx9X2fm/oLalLATJYI/bTxNXjKnFTRXwbKXf1dbV7GhSyatZBXEd9Qlld100g9xVP
b7uGba2Fxv4JCP54j/ErjLFyMboRHR1cJs7Q9G4TcekPsfohr4kZTF3O1WtJTtPlH5hO2EJVyVWq
tOLYrp3LscB9lHDuqB3loxdACWW93aSkftlsMyx25Ym6SKM7GN/IsozDMTaXkOD/LhiFOuw4S+/1
aq0GlQYmMrdyZGspothY/5nMuOuaev5mDrru5Y0sHdNhWUCX8iFw+ukHSp3nNl3iJ4PNKMqSXAvo
9D1gijX9VVdP6mBHINtIEWJOAE1nqVg4qkwJswatkVPqiFraZTjKteLsPWI/IDl1l6OTwqRkEfiF
JNnrR3GSxbREYtSOcm7bkbNqh9ZAU8ieXX2Tx/5jNGUOxXUz+c1+E5JUm0NcYCtNifabPCWftuhe
BKIfdzFpYrb3mJ2Bz+RW4EcHhVO6l1p8zlKUdy0eSG/TudCMq+diUpwjAqPtsqRE7g6Ynzn00PKU
G5xVtCUVFANlEKQxtLvNfQXaJbmAUp3e7ssw0wvFt4b5STPyH1k2B+PWbr6tCu0gaX3pxykHUaEg
xWBtVBkW0BdQHk3qUNWlyKOoLA1tabwz+i1Y7T2eaUN/atetFhnZlIVdCxSYgLxz1Qr9cbUG49mq
a9svkplMOVRfTFKs/phjcOdr43HICetRQMuDvCT+Ri0GRF8ie4AXOKv1zKoiZfhz3vV5Wx67pDzG
WovoseSkBXaauM4mk0qnjnckgnz08UwnCDnLtmfE8c80yRg6Mf10mfXC+RJKvJt5/BJmhgx6C2Dj
Q8TVpUSrCl+cmBx2Oy2M4+5bOTuFj2AoqgsnCapO/thQoR+w6XUeIzYlPZD+ZT8uLkjxes4tcJ15
Fg6vD59HAc2P4sz6VfQTNswSqN3WxHVRl58N6hNw99LV5qE5cia0Aiue/4jV+Fuzyf+PtBjxnv9u
crk25c9G/LPWcv+JPygxJhAEgARL6GQKUiX531MLIkwebFqFyO/BZPW7nvIPRky34b3Y33EJELr7
+2jyj6nF+I30i52YhksjthcL0d9gxEhR5oP909jC8RpmDP087ShooP/qnFmckqiUVM98mbgWMUvV
HOjDOgIZA/1gK1Q66cDgcS9hsADJs5QgKyaB/dAcbxwLMC+h/ZCHsJ+IdqCiMB3VyKBF8LE21xMS
jjyUbPFTA0l1xzHvQuqbONFZCevXsBivMkyN1/TtWcUD/Z1yLufAcJQ/AjLolPTpV4NuiQNW0uEE
JzO5mEu+1HZeroq5PplD+xOGQGhhJjNcsTmMUGnKMJHJFXf4HE4pyzUnBHV62ZoqudONGBoHnZx8
T+43DIiSiKyAgotVVqCOUN7PRmRy+lxshAaHZMybUbE70Q1tqZ63an5Tm93CMqoMOu5G3VrlO+Sy
WyGsjhyxxC4tFi5p8gBl6TDLttXxerNZr0LtXse1kvqDqq7xY9sMyRYIQJLJSyVs3HW2ZEdFmnRO
Y7k5BEbRIXYZxhe1SlVQiEm/LObQY1l3FP4QzBE3bu0Q1jZ0NeAu2G5d9Dk37J10MCPD7yELttXa
upWiKnuSSmIzKOi8vA1p1X7YRT+Dl+17RWvq0WhI8Q0hVipOfULDk1EhcEA02mGFSWlIe3YkxXgY
9HJEk2MYyqfMzuSbKzfHxQY7nOKRMIu6L9Q8KOUd/5ymeXo3Kqu8pINknISe6JILDtG7e6lU0Nmt
QFnTF0fQYzLf+75+I4+YDTIpsFEb/T7rARydBSl5DFe9dBuL1pyOsxOLM4HFRu9zKniJ9w8/maY3
JgNiByCbLugJOXhcnfsmaZIVkZ5w/IKytTe1J0avJGGgHAr1WohlNQBIuozyNieLFtEXXo60wVs3
GAhDWjJfryuTzMTEjASvI9hPaSCAA3KKh8wJR6LPXX1q1nCopvPS2N+AIRu/RPsJx9EAX9Uz8H02
hUYP19WtV7OAFcvIeAjoHfQh+YyDI8UxCouaM7Ft4f5B9GtSsbauuHcGlSRGyXyIY/XBXBLrwuPl
a/2uFiysPCi2TEGEVQsC6KCNjHr7kSybSiEoT0MKiXFodc3wO12Em4lklsXBDEW8Vf62Gbq/tHJ2
ZJy/zGN8cooHuk2NI6rJypXHDTHlYJDFGI/jye70JDC1iWpEFdohK5wnIwXhxQ2H0WYqVb90ljEy
lvJVGQFqRnVzKQQvA1JE9WCWYBezSlpdQfJR4i+k+hM2DaJl8SW4yetZspvbsGa3dYkvcRPbbiPG
OZShqRPRe0aDaFQqXxyag17mpsyOM0A9msQXay3Mi+hQgdaYC92kB4ctdyww1bIvIuCoD7Tnj621
zLAU/YvaK3A+hC+sVvo9cUR5bbqRJ6Ta2t5HFty6e05X2m4pMNG6HhOs6Xa5ymFGTsLHKHZBplZx
EpF6BCytNEadZMuvVqXxBta18dLbCmBp0lrw6KSAD7xuX0YMS+EiUwYzn8SiRlUiN7MP6lR7TJ4i
bIcGlV2c3W0br7rHyxtDUueLngao0sqXdWtJPlWnoSXBGUffrbY1f1SKS0mc5sVcZySkUFdBopcH
IucKD3Xhwyak7QFVMiDXnEDBts2pTI05kpTMPJQgsjKEr9lGbWKRL5GhHtRixTx34NMlML+nWq0d
TGozNdds3jTZrXngX43W3Eo/l8riabSypXMlSFtyXZAehwjzOlfrdCVA1pk/8KDQh7iN6g+ddFSQ
M5sMxbnTH4iLybjrY4tqruzb11YqYxbKVNaM0GAVtYMK6QN0HAczVSLwAfSlVORg7vvlMIPjuy3v
Rgg2pRxLjrHMigu6xXTdx/yyIcdnHMx3pO1xSCyNjrWuNmDUHBA3IDCyn5q4ZslCGR8ggYZ8L5Ej
MWA51UEWLVpDscRsfqi3BRF0dy3g2kWqFowqnEEeE6JNL5OjxYFDFouLkyW5NIXa+6SzAFE1uoS3
N7UQIHJY1g1/xO35ZgLh3zoCJELZqIprYhTErpY8bbyG16Hov8/rUZR8coPMR02pAzi27Ao5dt9M
XRP0Mn83LgVpj5Ja3oCAdZ7AGOO41iyFD5Aee52pV749maqvggqPYc2zOmJSIgVN+lbHQLrwzQ2Q
omKESr7G99vAepYBTJo8TerEyUwzm0vWGTyrVX2rBFraXq/a29R2YSEkXxMzbUEl250k+bTYJcGK
kiJYu2K5xMjWw3oCb4bqo7lTGU/mgCY2Ntl3LOMJTexHZq8aUaBCigbL6Q/GghZY2QwQaDonnTJo
UwwHGo/emrZ3pm3da7LTnrRSH49oLfSnvOy+hkL5EqRsXFpJNJ/rNqGlpPXTm/I7i4DuQ0aWVtQi
j33sJL40Wc3bUy008IplTC/IDCSSSlQ1csy8ulhwPfecrPMTh+LpWJZceDqSulteV+29VMp89qFS
PhQbmV1Tx3RsNpAdTq5fM8t5duq1+aEqXRpxbuR5nNTXXto2V29a9q8sX1UAFoNXIo2jqUDpOS1t
99CBfz2VBIW/rshgJw5Onjoj2FmaOQaMLbowBfOBUplmdzTNR7GQ+0XKfBohRskO5kg6mZ335YfQ
ABjoYe9P3TjLXgdBdKUj5aJVs43eul09zqjvqdS3T7Is8idqRtuzCRDMe19vR7llUKqhHq+aMVUB
18MIkRT+KDPeA24SUr0aoYjLgmVfYh1NSCsvp0a28gsuaIk9zHSOZlFhaV638nOYUVQ0xSq7sTK/
tI31mid1WPbafBJKv0vCnfreEvESoMVtgpFGuJd5duZbzWB8A6t6QXtA5a9m+bhjBk7Spv4orXEG
fyWaCBdqc+5ZVp5sxFPnreVknjWQmlB4eBwIKrGI3NN0CQyFt8M4oIdqzxKxCk/jKEkBEJJRexWe
ozM0bdX4Y1/MZ14kxImm2ZTvhSGnmd/0zvvWO813ZZazq40uYD6OgCWBpJXb+yy0wob/VSiUQqzf
vFaVod+vk2ODthkDnhPrBazHoALUKs+EVv8uapLJj1HALUjwTZ+nNU1+zGYqvoolIb56pLukoqcF
gyNs5902IaHZMBl8tUotHgU2lHNBysIhlpw1SPljBAhTd5I1Jf3CXPMrr6bYq2dzivqpMkPSK8cL
lLj5OGrGSCiMMeO1b5vVF3NVe+qqy8kuxFCjVRcokciuka4jyn0ykWlXfc7L/T7nUESuTFw8Kpva
8MXgOGFNfKkRjAYnBTeW8vyI/GM5L6OhUdST3i3k+EamzYIoOcRSaM1IRoQg0wV6Q/2koMvgE6G3
rMdt+OLVqEdXxzUQZp0FXzUiIzyZ/fKNiBEiLfLi12iwJDelZr6OHeYRHrv2nqimj9wSyXFJmBJy
qxkQVpuN30lAbsyI00sLmBfqhC9aQJkBgVNTCJUITGK/JGING10+1kZ3hWaVkWJZ8SFVh/bQzruf
oLhUk9pxBeXhuZ6SJ0glzyRmnG3Opbj7Xh4mqDaJevNtuLNLWtOx5liHRIVL3eLUPCz1cF8TBU1Z
9fbe2NJdVg6UcI2NA/g3sxT1VezrjJL4pGQQMFUJJH1grFatYNBRfFf9gckjO8KRX1E/tAe6MYZj
k+rFice3oixRm6NOSBlEpz6epZGXLelLJZRWpfYn2bIf0qSsieSm0rfa8vTapBUAXeYM4brVTpSZ
Ivcx7NBfvyisbenyapC65zLh0KdbiMuukvPTTfksFmzkxCU/rHvIetWRW7osml8SJqQtlCXKxhrK
DBk15Gsgo+o/EX/9peTtqcMcdIw5O6Av1Kqnsp7sm2CZ1VrUWVDp5WksBli5OaZJBzNPCLsk+U0a
I/3a6tZbqKQJSqJtIhrrT9LC462hPqZFAR97svtydcPANyP3H0q66i7SP8QUGqXSRi3QTc3FpZsI
rB/7nCxp3uKBacEmxprYJuSn+bWSJO3G+vutHrv+qc6N+KCOKvMVodGg43qE22jx+Uts4/Sh8OKU
9aXlgOf2zlid6BNBjQw+3dNWNQ22EzWz/lymqsID7US9Y/mNRpihvRyRQKfAw/kSdoXzOrKKOBo9
0YDpGecuYcJtc937JJkCmAPt2GsLfqhNYtmE9PSNVNqi1qk/pM5EXWFJGR6n2r4oCFVvtr3+sM20
iigkOAH07KqVgI0ex9bVWPshygZtDDkjWd68aM0h1k2iqrQ0MCSEI70uo9Rj0KefxOmjcm1fwAEn
r+qkOXIQHtlOmr6UUlG+OckVUSJPS2vONr9JiDPqj9kfzUGFqUR8WDrxIzu7CFe9uygz//CAvGpV
48hJuCWKaFxhSUE3NdzS+sXocjY2EDQmky5C1aEH8jyFS++Es8nf40B9oJJwDftCey3J4eTtmwsi
2ubpjNxw5pxp0INZwI+MzBWEKXiFMpwWKw/VwkopkM3rMEk3hm2nfKZEN5Bkhvu4iqNeDDEw9gjv
UNcjFHBLOns++NJslwhC+sInYL4MJWlKD1tOPfii8+GHxDiqiAG1eqxP+WoarpAzI9rqoXOXHLJG
Ver7tWz7qNgmK0qrkU7dfIgjEzUhC7fUB+raMGVaTMhbMKCyPaIXheTMMzLDpPznkmr3gx6iecnv
E0POoxnFTFQM43eUo5KnVdpbx3fzSwXv+8zKgErwNolfJHovhIDDYK6qcnRy2e+UmD23/V6YYvHM
6q3I2yba1Caayxn8hrwyuTZ/NmP1Jlmq4Ec4/6rVRJ0zMfQNJ4di0Ikgu86Tg6DR/KYt9kecOFmw
YrX0S8M8j/gLXJEv1xmEBy2YsiC4KFyJ/hLO2T2pqNQYu3C5eEV5IZB5ycs5V5aR8Ha0qCQ/t4Tc
VxwcJjiDLdEFL3Szeqvo8cpNGPk4zVbUxcgr2onxAQfgRC6OuEPd+sNSV6j8bn5a4loP2LsEZ0l9
lwfkbi13e79ANngGOhTuzhByFRL6UJVgSmlQL+0N9bFB/YCjR5YyjqAGPagr0BdDRKpEadPAylsr
7kmQsO+8EXe7A7dZSChRrQU02MFauCeXtEyngDRjF8SCULK8GuAnXm360H0hhvleBa2ioHxDtaM0
Z0SKptelTu7L3bodVxTDbqdWzVmpFseXUokhhrJU2Oh8ABxOHP1hZaGu5eGkdFTnrXnR+4vU4UAd
blU73xKUXMneqWB3uwWrmr04tuYT602Cs2j5HaQ7i50Pc9D/ZInCfOJoz5mmXqG1Eb4SQepLIH3u
htTIG1PFDpS10SO7MhBDiuqxrnTC7PPGG2Zx0duZrj4jvtHqMrjpYLcfLekUriba7G5pcxoNpPwr
szi6TlrbHrutSH3H2EAmMG94iyGTPrOyZNY4bZCu1W8inTlg5Fy6bNSlkyLJ5qnSBh1kRfpUCDuH
l0CWZjWwDnWr4x1u1OrQKKvqZcam4cJThoCOQMRJqHxvtG5avjOjn+OoUVwZ3vdzqPbEk/tg21O4
FvF43YulATwSEcRSx6XZdZ/kwTxbbXxFxRrEjfGJZOdg5NJjxTk8okL3EWoMwFEuH/t0hDcosUBW
yYPd1DL8TnVaxx6bTfKKDxX98ViEStloPs0HvadX9eRWau/4ncpySL14cTTjh94qCQZa9/TJqiKM
u+fTsEoYTqdyi+VDmtquo41kuOT2VZ/KYEbt6W5t/Zir1XPSm5rb2nyUGTLGLzkZFJN+cMTyTTgd
0bWTmflLvWxen4D9W8gvUqu8OWlm+mJvVsv0CcPQot+0ND9ZY/JizYK4S5TBZp3cl7iwj/qu3MH8
9FUniy9Q7yLK7JguxA8w2ggm5Ib+Aau5ZPlS86uo5vfBmlYwKTgROZHx6ogccX76lG/2hz5Y8oEw
ZpxH2PGiDMYsnETyTmFHSMIfnInenfoemiuHGRW6UEHt0OWkKXRPJScPQ1awfdq0Y9vlm2k690DS
us9VzHyRTCEKHJ/mFThu2g2lfHyQRvEKGEHAYNuS+11nlaubmNyxRkDLryiyy62ID8Va30ZhwON+
W5vmq4c0BRfQ9jDF6t4xa8LUVKu8JySB+BWl7A6pDsZCX7cPNoxmfEUAjzYuNIfECREYc7JgwEv7
lQbe/ixn45VKGpwNRfdrUcfXpB/CJVff16oYCG5DNx2jwnGNzIp6MBhfA/6iwAZB01BWe9egTez0
8gb0/5E2lBUTy4J2b8w/hdVaPLpb68+JQIpKyTJwF6gl1K/wanUM0WMhv8oREC2WYMufHsoEajSV
uyRoNB78Mh+fSgAWz6nVJlhXykkkfKsgm93kLQpwcKzlCjouqXHNsnuRZvkNWSxC/CXTnkutfeWw
RibDZFp8rvyua6SnZtPfxrH+tOrFTxSn80xNwICuSOYKYBg86ip9D5r1k3D62bXHtmJ4zkPcETdz
HUt/SXhuAaozL1PqB4kf9FZjlhEWqUc6bk+1IQBGzbVFa0vbTF3nK41RSxLI66oEGrZuRvVC9rSN
HtJttTN3kGKem076qceNBXNu4Ii1l8mjd5CvRcatt+fxuamKAVjVGQU0juM4E4hm+xpMfpuUsauV
pR0lvHQuvCA1LfP6UPZwjF0tHwCWnuK6x69CnlyIrnIkeXLN3XV1On9upS8rF0fCB55EJR+HUXxb
hB711vSe2OuMxFp7zSyVYBktva0k+/VSGk3LeFZUrXK3GWK0HLmOQNrTDRVWHKFAX9i8czmsxFT5
VpWuYSrbTkCJc+VZpNJDrLOZWkvxCFLh0pAUlJIS5WtvvuZpecbE8MGZej5k8kUs4oD2657Ao5el
WPWzEHhWsiY+LQzYQ/lrVbJPpc1PqSG+Twl3q3vPVOcbMQFvApvUazX2DeEcm3XCCBQkjR4fxy7N
PX2AcE7XqTgUWJ/dztA1f7DqiGTfwzKar2R0fYyj8orgLo1glnyulh1tEuNA88tmziLoE1ajLHy1
X99GMjnIY1K/c5Ks+GaqQVUAOQFAW9QFJXXv8ej7s6mdUAt/UjIGPmUV06mkvPdQEFJy1LtZdTlq
GJGpzLcZeO8936Heruof1kkClS+f7Vl7sFvpu0EIqIu6tEG9PEJP4JrxDGP7mcpjd42FxH2Y3uwG
CaMtdvbVjilpTOMiSDOD1AtpNcNls2FkJb0/A6qfl9I561Sb1MQBUtO3/Wg2aXbVJnXcxmJ3rKyq
IG9K6n5Z27ysLhLxsMdxSQ5Q7g5xQdfGCCOjK3uly3MT6/fVpN8vOQu1UiyBoDYWx8MW1ZVxGxt4
fKwAnYvpX/dK9PxuNo9VZDNyuFI+4B3JmNWMWXkQE/rECvWbRo6vjwfZJ2Jz4OGikTZv4afTwcLY
buKyxsXlPKbAFaDbM3m23fDxO0/6twjl/zfFbujA/h1lDJ/1v57f56z8s9bt95/5gzTWf5Mtx0YJ
Sg6bsRsp/5s11jToZP5nUaxIOCM++39o3VT1N+IyiM+RIb4Indn7E/7QuqnKb/w7/KFGtgaeDPVv
uY//EuFkgfVYvKvkBAHK8y9aiOr+7GgkPbxQ7Q0qq3TEoHxQdqNgUtsKp/+KWy3F+5uzwNBcreTF
qKB0S1iuE3cTOZu4N0ii2PmC3jAe//7z9H+dLHLPGv0/yyKv7+X4z9KC/e//11Oi6L8RzsrUhOCf
QnHd/ofblj9BG4BhjXAnpI1E1P/jKdHM32SeHBK0VdXhgdjDIv94SnDvYrIl7pdqd5VnSPtbikh+
1T9LC1RV3tvUTZ1uCWz0/9KdJ89JJSUFqixDQxYGAaTOOsc6IEsGk7pl/l/fR027V8p3KDd7epma
w8jqZ67pgzzlB40hnWZgRutgGJ5maLFmiHr5VdPViKEIUlEJkq7x+hyJ0RbZysNerGMa37f2ilHW
23/13D6rywG6zBNnqf1sOJtIHHei5MVcHuTyYPUoXvyKPT9d6uOYcHZoUdDD8Dax33B87sqD2R5M
poMy7U8N/xd+I5+MJbuqAFCAShmrsv5XWeU+ELUrD/dtAsSl/9Kb+13onQE0Ccjyov3a0O7Hzvd1
n4Cq7kOJ19sor0fgZVcvEDclUW9o10KmqFhifq2+28UHb6IH1u1ZGYMIDIvJNI+frpmdoIdRkSkl
adtLYzyhYTik4h2859Wwk2CJ59BYwdK1uYmq+NURdai0CZL69EwQVWDB2SmLcmT85yKCFikibLBE
jyBNhdVGKBJ9ZflaZviAFGH5w5qRfXMUKS6N5seUnFOOn4YluXJBFHt/R3jJ7srZ7X7eHH8ySVYr
O44alfIvZfu0t2fJeVdo+hjBqpQK2cP6YUDIAQbdOzHYuJ0GeN+MPgn6ojjIxIEu1ncZP+kqdR5g
IXip5AIKsBtjp1QOMTMOQ8ewKL5Tl5QqFQcOBVg7uOQ6rU7DEuKA9aZUO6wCP6k5BX0rAmtp7zS5
dgfUYozAcjnTeQ2FIBGygVww7d7JftxPEy4EniefZ5GeMmoFkXd6A8CcWLNzK6vIMJ+0HQL6yQbv
dQg3a2v2IatoAnP7/k1GPaBSH0rgD0N370m1yf3VDpSlcwIvg5rVEUQO4EL1tGQ4YqqVGtlfaNvT
Z+tiVogcUPvWse61dXbY7Fs7YnuygiSDuFHLU2K+CvGj3XDrlteSDDS6E72aN2H/jYnxhtkBVSNM
a/2j4IiChQRQ/5hnnxYQbtvDCWgLp1OyFoA0ErLnBYTXhjZnjYk00qVwQLSmZwwY6Q6mzXz6xNuU
xc9GwlC0z6rImD1Atpd69SnaAEhYww4/LhpfnyEGxOvehKOUGDiVp7ZYbgDgf1oJ/ydr/V+0S/+1
wCCqopuXNuR/iSxkZFMdUpox5ZRf2YwCsXrBCsvIx9ls9jf1PsG5gXJld2Fd9C4/rhbpliINyCUN
sZgfmjIOF7MNBaHBAqVewpQVpyHxrfyY5bXKR708bqW72f74K1Vz2HSACJKw6ALQV2DDhtxuFBsF
hi5xbtLHrQsbS/Jgl70VfaeOXMLS3oB8VW0BOX519gGTt9kkSEvYvONMjNvF1H+mHBjzWjqbw7mD
oCqHY56+aw6ClhQi+iDNzyUfosZXTxQwEmVUPI8V2TbGcvj3F1VhO/mzIOxfLuquc/9TlPJENXzR
QKzjHHyhEvEe25y/6zc3cj+r+m1tEU7K3zn/bfZBWXsY4Oo/3Fftf9o4dLTq9q5+I2PlL4mutSA6
bN5lNoVCGJjJuSr1Cg6XAyAFguwPQCCiaLfUCow+kJFlqo+6eayl7511XMiRbG4sFbL6KmcX3npp
JQ+PkqdDiQ6IpADZjFqO8dL0HwLj/2IA2C/cXpDHs7h/cvv3+qo/XTiFJyZTnBLIyPmYONdOMkiW
dVmL7T9cnz038E9Ogz9+kWZa+/ynK85f71AylZM8V5PLW6aWSFRcmorsBfo7Srr/9Lusf/laCkOC
jN1AlWnBhV/45+dhz3+S1Did3E662LX5iIHmmA1zRLxLJEzh1/quFU7hYrTvc1uy/2oHxTgWDSHG
1EDM19JC20QQMW71/MUmJkop8HJy7F1LdM2J5Cfs8/jC2DurqKybpzxBEKO9pry8KPB/orYJWP89
p+yOmcBPuK/mE0xlcjcPn4pOIoyx3lNnN9jzdTEppLjp8kNnT4EG8JCsD32quJZi+I6JjxjmQXM4
zYNag63BpbuCsyol5R6ejDdRacdGXi5UHJAfwVIyLwGRIZGavJawWlPaHds+2WHbKCFsbPuqpPuk
GE49evABzyd23ZyKvR2xBlRp9hAcjtYKQno2RLvrvTF+lstjZlMMMkYWwVgaTL3VhlgBXMUa3H63
xP0QSR/O7TfJeN23Yc65B2P9RogDwOa6pztETkptgP6E34uIuwW12XVeJndZfyrypbA739woxpWe
1xyqsfy52tVJ3ll+47RiFC6cL1v5aXEJNDmQECrN9fuEETy1bpbymFc3EuIm+ViMj4KdwxQbt/5b
UggQ7N93gKr5Nk5Am7bhyQCRk9Ti17/Miq/lxK0RtVc1uPntycUketi01TfTFoDLCnSGttE+FWCL
AzSbvAfEobfTh0unU1VqInTeyAfftOO4Vc9kIx9SABO3zAxfR35SWnq0oFQdRswU0Cx8ea1osZpy
tJiIPMo/1Y73vlTOmxI0uDJR9aX9ISE/K4+Vg7V+5oCZOQMPARN0wbLes/dNKMySS5k4foPkSmc2
49fRQYz2X8fPGxOu9lpY22k2Ufofau0wpAZ+/cIFCVHiJBBTF1nm/TjpLOW44dlSNfKKgJj9lkFG
qnuKVui7pbrEMe+M7Gc8xQ8LuQhoCZV8PPDohXIRVup3mx4PdQ9BmZJIW/RDYtieQAFJWXqxpicj
d44IKtHAU39CS266ofJEzFQPj5tqPJXaizDEVdMnV8cOrLSHOHmxU8pnbQ0aS8N7STB96RN251bx
Y8E3saX7NFYIrUOX8glTyPRFsKZMXJ18EisjwV6+YYWzPZwGLNESU6xafU2zyTxiBrivH2sdxVQ7
HxUc3Gr71ciROT62vaDEGK4KGw6JgTMYRoF0wkm+ZwK2Ss7RC0pu06jH1Lln/JvtX5uJjTJlrnM8
a2OLVF47+zYZim9sEUluiPrZxCuHjVp6NrJv0/Isa/JRsrk7c/pUlAi7BMfNesTlcYtlKbBg5Kbh
U2q4X/r3edKJSUl9Gn9PRJA87SMl3F9Ap09QDZBQqQjT9rMevrVFG6nMmmtxw4sWjtMPKjlecI37
G4iLCY7KfKcN/5u8M9uNG8nW9av0A+woMEgGh9tM5iQpU7JGSzeEZNmc55lPvz+q6nRbKh8LtYFz
cbBRQKMbXXZmcohYsdb/fz8xzsfG3QTOfW+zU2LvjwJ0yZSaCscNyXb4IB1UAhTdEwXp1GqrYhED
ZRYTWZtH9SrFMmGMPCvT9Uw56nQPtn7E4rhq+gekeCsz4rkElNkS72Na+tLA9Cb9a6GdNYKJMe88
xnRw4TnyT9gMW0O/kvuE0Q6SSz28r0R4FsADmYrk3gWaOjBidyK1yGbWnUwvbRtJJ9YRI593VQZC
lJGogZuxB6ZFNqonSCoZ02ml+c1lJZ11YI0EDGFgtg4GDqbRAtxl8RrXT0E94divDtwtRG/3XXwn
8x85tZKI6YpbKMY08wArj4nnPQOBDRE5XnyTjq+KY09VdPsRRi9XQQhr107zWZgxG8cep4X1F9Fc
ww86+Do172LYrM21Fe1BS+A9wWjFDBFQ4Wo2xo2T37A1NAs0oU1vteE8rHlK00PvnFfiWWKbXb5K
W7SeFFcJrhFYLGscRRvIiGvByMZBRwQcf8DF7EheW61eJG+rVluT1bchsJ5+pkARTqAcVW2AibRj
H0o42eKA2QSKUar9oKYbGASe06BnSIqz2HmVzBNZ8jpfnnMg3wUR3XiVQde2ceSe9e5+WKKy1JFG
z7nf3kFg74Z01de7pN/3Gq5xts32oooYwdv5QZmXQu3QUiTDl1p4S0gizWj/zGwvjPGGnnXl75dm
tSMv7Lr09JYZGb67pgIHKr4341efsxe1j6vwXiU6a8F5mYBQsHZD9TTn9+XyOVl6yur4SQC/6VX1
ZDkucVKEzdwDP/QcjFhU99tmvKXBc4FbjTERf6EGcSHW4bhp6268TNSEcYWGexmsp9I+Cc7f7VBt
gZSs6r54cqJ9Qhy3GKvzdkAxPm9NzrDJJtDGW1kcCuvUJ4+9/ST19E5iHTblj4wA9glZUVx4U0jn
aeQ5nbdh6OPI5WAS6t78hIR7ncxbLPM+B6IwOhiM8YW/gZ266lABoJGcNLUCF4BmlZWoxJ35ZeaG
xXO0Bh3mMfJnThSvx452FkdXvFMxU2ZYMDjyuNHttlr6vn2AZfOsZjFV5S5rjX0v72YGt3qhNiMG
7MCiA133W5hUi7LroWKpB92wnTheheXN2Fx0HeNKPPypX17I9AbHwqqlPewM4ca1v3K4PxkOfZLq
zh+/CzGBT8gOwmR0gM5uapIfaBAwviOwDQ943elKcGMeBUrHFrZUHvHiESPXavmRCEhmNyzESUej
l+P87YDtEeka7YVu0xicV3isS9z+9chEjN/vTJyPQuIPiEOAwQCUINh1eXwbFRWrybLJJWczpi68
Fqus9zfxKDaWhhSY4f1C30Box/VBkL7BpLiKcQTCvEGUTNw3k4lqzo86WDArZELBFpP2QHd69nOY
woWbMfdGQxGftRpkz3LyiBrbkAKwMYrzPmfzLQApmRQniPQjtc608SR4l0P6KtBeQBt5jZ5CvEEM
b1+BbS0RoDrGIlnntxjrzETBbQrPpuWT6GqX1ZKoJrWas/nC4MQv/Ph7rykSGZxVkpU7rLN7eGXb
THNO4VKlGM1lHI13Rql5kbmXU7bFAOmVOMehfxzNoPBo1HNoJ2q4ux99lKlNvCGxAz3WqheGZ8Uj
0AvKziQ7lu1lllB+kBgwLqfWMX9GNX5CIHpAjOJDWGkRuVNIdK8NS2ZvpWf4Wg6BBVfIJFEKzNBY
Xc1TtCFRYhtbgLcoRBkvOBAvbCt7NewQtX+6rnJJ0+UJT+NWH0GEcR+LVHm+ze6QyTU67e3ANXKY
kvVIx8pNq50b2sxEemSgGW1N6zFzbpAIk8zI9pd/5Wk2/bWctJ2Z0eptiTgWFl48OC/+UwOzNBTZ
3pw4KhezNxT35A5vsZZs0uJuzu84FOhlg/1Wbc10Zg3b1uVzAEMg74/ZjAeoxu9ryvMq/ho4XzOC
LwRj6mE6GmPBHKNJL8VQnwajOcxttYv0YUcTTpnpWU/plOXR/6Cn/L/R9GZhov+/t6W9Iovy6Ntz
/q/r72X3kkbffp5kLH/2zxa1sJw/yK6TnFLhqDKyWJrEw1vUABoj5hUOvWboiGTH8i/8u0kt3T+w
xRFHYThKGrSy+b/+alJLG/4qy9zCU7RNHFb/CAkJsvXdYVop6y34BJo7Njudk/vSi/jp1I79QI/h
FA8b1SrHPo+7WkMr2lrjDJo4jW+RXsUDRV8zBLvZh9SxbewWCn5HfOl5IzF8M8AHr3bWqHTiX8QX
sAM/iH406sLoGVFTQEoPypDXMvNL1h3SdYj/Ls3uLmccAkRoWMhOehuIeFWw0ecHc5wKi9NO7dxF
uaSJiKUfDz7OYNB3Ue6geWrsGN17bk+CF9pqHHQvadagJ+wHl924s/2l3jLJOmqgHtGQmlDjJnqr
7iXKpZKS32FhRoIkSLeeG7tEAWP3391OYWpQ2Dpua6rYbK9HsXLoeVp6cqrCrAs8uq8lEn831F5C
1/Vf4zyk5WGGrW56vT60N03AUeeYywbiQaIV3XFwe7c7I91MB9xXNjCjs3rMsm2Xz7q9bYYlcCAL
mikjDLnV622LFjw7EYnRDh6pUcFNFg/IqiVEp520R+ywRt7VV2hCg8GDcxY/yzFngbdhQOHyNvOx
2dDJKOTasHzaushAc2iSY9uFTySxapeoyzXUMLODhjgznaw/DRMAxl0TDfUDVpq+gSQCGxHhd+RU
7h54Q3Kru2PCCog+/sKIQgQOfjRmR9/utefBduJLO1H2S0LgcLPyEexqSPo7iEYyiDn+TN0UX6Yk
ON2X1aJwMUpHo3DMKiPZVO7cPSUwOYnXcS3/Bvsd2vwB0x2dEgtbJUqGsJCL+hjx71Q0gOPrEq/2
NjAqZX+JbXCZnBrmXi1inso4I7qUcmhIcAatC0LGKTeVbK5FnNrV1tWVfyxV3+qeWdb2dwcdUXpi
2EfiYm9ozkWMDocOWQetwJtNZtprd/QT3CXZmAbb1Lft7LyASjzQcKuR0PX6pA+e4N1oOZmjsUK8
ENDxBExEgJ7sK9fcIn0LBcHsitl+mRipvxOVYx5N3BftOkAGz30TDo2jUWp6tk2iqQBUXjTdNRU9
B6wGhds3mQ0jUiWWHHMFOJJoiByVxGO8ZFp4YTcuisQ2RMKO3oTWhEj6+dDhi0CYZg2a7SGfQnPQ
ypy0RDDcles5sFVvfGJOQ9hPInDXWVBQ602U0M4j7CYfZRx0GM4O8Akf2qZGn9CoUdzXHGRBc2a2
uneGQXtwEdj7GCB0bHwywBfAqwV8X0a0vgxnrCCaVjni5Rj6MgKGiBCOrO5fbLLWr8Q4jhGnuYlp
gGyy7EedFb27nrBSQpSjFX3DJP/7hN+ng8M2TyNEosSXJEo48Q56vOmxiNYZDYZRIeEMg+Zb22sO
Uxg6xhdl4E4oDuKK18YOo/E27BJ1gs00Uf/meBPo1asMhBj19Ro3ul1tmqIMDhny9RACX4uLq2tH
RCcF6ojKy2JRFp6uanQv+HySck2WGQx5ZA+EmLtmSha2i0h+2hRjah9rrWf+K2zV0P0YXQuZUh+N
44rzPnx9TLKoVjNNY1zkE2hTm9a8UUOIrdUxU5NS15o7uRsjO74ziexo1nqu5I3iIcQjNIRRjj9E
dQ+aNRu02lr4L5z/QVEyHzLgEUU9jy79h5CTCTVTUDMZijWaCkEQvJAaax5pcCOgRcxuCNbOBDFN
AHiMpnwhimBr9q5ebJ0OpdMnXfa/7zqGNKDOkHylMyO12TB/3nUsoE6Yv9rhDRy48eG1rWSdfdYo
/pAdtWxuBix0pvVYxtnbPvZu9VoLuwYm2WZ0eSLQmMDdXWstL0PXzfExBNW4tvTYfxqSUJ1L8q/p
HwBv2P5UG/xiULP8mv80rJevoRjRWApUOXs9sob3vzbkmAG2yaiIks7kGRz9/lHh4bmrotyksPh3
GfKLj3qfYrV8FCNsxA+O6yhtySN6/1F57rsSklNJsdmBr+uBqDQb2OHcZRfPobyoq9RFmJzpWFk6
jX9QbhWRtnn7Gv8vlC399xqp8fd/kTzV/ItN7/W5Je3p/wNauFxGBf++N3+j7J++t+H3On3OX5uf
a8O3P/VncQgtH38MmBRN2VRhbwXgn7Wh8QdeLG7eMk6Rb7lS/y4NlfEHeQsa8hj0DSA/FqDBX6Uh
sKeljtTBJjjUjAt9/B+wERYlzU9Pra2RIgoqHBkOAl7+Om151H6qDFGtNeOU1MzgyopWeqNQBbTM
6xMGjBUYgaTFeJyY8GsbGx5MbIJy2gi7XnRWWLR1bewYUA/kflu++zjHY/5QjcRfr1WL1WZLYA6A
kKB0/VvT6OqDW2qsjjS1P3n53r8Rbz9DcTGQX/BaGAyP3v8MzZycynAglznxbGxLo4cQpC1lygKW
WySn1XWB2Xg/CDc5aDPA15/u+i/eSGP5gP+8/X99AZDrFqoSQOHahwESxpAiq0nCYBdP44s61pJj
O0TMOYCx4jPyF3ZBE/T+WZk4Ym93ZLOEgbhJLcbieTlt+rm2kRbM9P6RwM99Ul1SjDW7oa6g1jpN
fSDSV5obkug5eualwCluEP2DEOox7pqZOqOGLLyebHpD6s3s/napM1IPfv9T5SJ8+vBTLTQ3jADR
NjKb+7Cs5zBqegCx/qqLkvI6gStwaggbbbaAgF1rGxbzeBocN6aBPxIihawBJuU6MX1jneK6WeqI
9NmuF9+sNhogtVHQDjS32eSUoKEe88R98pW194vzcntYLwmjdDmH8R4qXuqfH/PBMPtUtmTwtF2V
nqQcv7Orz6gtDBMEetKfk83qn7XueKOP5ry3s4EhTtCqlynrGRUZY556SzaoJ8ew2gHESssTiIDu
HCjQcAc3zPkWNAREbIqZuE2kIhkg7jlnQhS7wxkpLd3WsHLtyiG0KcbZseM2kquetZaXlw0lYZRU
L8nY1kfpGmRP6Mb0ozBccV3JDM9WhM3P90uc2qIRa+Ky6f33I6CtOmnOwS7Zl86UOxuK8fzGVr37
WvjzXZ048z3m6vwBxGF+L+zU8khTTVZWkFbnUUBr3ydI7KoJ83SZsBU5x6xsPKOPY51KDjHHYs7z
y5pNBK10bzwAZfAvlCTuFFz+tQ0i8OS30UBYnZ2V26ROYSMZgnCOUPiHaoREvTSd4pXdT8PRtpms
6mhHgmbGUxE3l33q4olSAJIordxOe0SZHDJaJHDHo9/GwCsnVWZjpq72RRJIBJA17zEhjirwstGJ
GSQEWFuRq699t+DdtshPBEbM1MpJygdA7oxSoHVfVTY5SYnWnVVJJbccy4o/N0JyMH6d5ic/Lj8U
7NBlECQS/0Boyse9v7SCaCzguK4bpx9qSLgcC1XRQHbTEen/6ABJ7acWJb+gLEakm9THybIfWqEL
9FVJj6p+hIEhPfTNEEeMICfuqIj2/fL26zY5IZNry4tP3ooPCgSNb22hXFNoLRc0zseoiNxBr07Y
KQDKUmheXEI1dWFFsahP7n7kCbKJdfsu/X7Y4ak3KEOnxnPTyH/8/Rf5uKAs38NEY6kkUHdpfVw7
R0MUIbh6xCJjX926Efc3tquI484kt3pdWbdmKdvP7tnfP5XNwrZNmEDkPer6h56IJq1AFx0OoWzS
MS6G/VB9Ne06+NYlBj1mC6zhgFWGZl4CiXbnL1iDcjV2nf/YVxjA2tA1H6uuaS4EItdVSYfn3KpG
D2UbA4DfXyESsT4supJaftneqC8XBcabgOGnfbrm+J2jl7Mwpff5WnX2JV/+BW4/+oEEvOnODR1P
1hV61TJSSAx76xyifIA5KaVZD49CMtrUn4GVFGCB0ppGyWQzGNKjnVCp9AbTr19yQ+wjUURnfd9C
ZVX5gzFVUG5lhbw7b/wbejnZweI0s8PVeFeLgIH47PjTzgT85vlB6dzUfsiUeQjIPWUihVa+tbuT
o/E/1phNdI5/Aj9PkEJhwyAiTIa9IwlSq7nquwcs2LiXTEamSkIUqTtf81eBDzpt1ubwKXLt6ayw
CJojvqreNG7gb5MgqSEM0+IGQ1NZNw1OxL2A4rZLlmaRgjgLxyJnZ8YG96hoo8OES/nL51haX8dC
IH2qiph58JQMFzncdLG2LdQOg15fKVU1X1qR969mAOyO5Sw5aSUYNOYs/bwg4slBjOHLehh3R88e
K+MYKp0osHjYlbpRfrV8xJuBH6iTarroSgBIPAv8nJECxd9hjFN/MxY9hOFiAaAkWXjWWPV8VqdW
v8vQGmKH63ETW1rA0N4fCqIES1sVexqR5ktTWXLTBhaOAdGha1Sx0RfbziijHVy5YVVzLFtPpmhw
rDrTxomSyPfynF60DIrSo9e2drQ5PmRB1J2maLA8J/LHixgGsmNF7Tbz1VcdtO+5UYX3VhCLFXYv
mA895ICJSrHKFgrOkDenVKjiAqpBuyNtzn3J2G12uVUt02HSHBf/Cydqo++4z6pwjq1T381TynwZ
aMql06NM6ZM8Pdp9jtNHlmrHFPVKa8RTSDTdNbDlYpH4+8Oq7JmphRV2NkLKah55fRdL3EJN7H8N
EqP4MgwW3iKL7sNALXSHbUjeU0brhwKo4bkWJAfDeFN1LakihMLcZlUq1gFYgOt2GpNzDMgAQGPr
IWfqAjfcHK5qq5yueldEZ4LG5J4ZvX+bFs4OXgnJ5R3YF4/gNIA/+FYk2StOzhMG0zJeenIQwNon
7uFwk6r2yWeOAslz1K/6noRKBc/zjG3O/lolNFRizP5b8g8YptAp9YwOn4qYBP6yDjavOxrQB+I8
1c/mCsd7Bq9xbcXoF0AWfC9AEsH6z+xoOyaMzste3vo5PqMomKtjp1Gdbmu9EF9aXpgvg5yTl7wI
jtIhP6826+IbtRgerN5dniDHcs4MwFnXZqjq9ezU3X1e6TdxGZhnmb6kVacGYxWdCNLNHBUxg+GS
UU7WETmXcgNOuQjNZ8mi/yDgeewL1p47J53Ly7LRi6+UquFmBt950RhBQmWcCDveMTgCvIWPN99A
4gmR9oJOCDBHSyROiRv6X0VrAcKM4+h7bddG5rVhlh+jRqCGLczhkAZMn3nGqheGrt/sKocFWuv4
9G0QoWnoWjsJVAzNadCeR2k0XzZ6rc5tRRPSsYkJiawfBW88c6Zmx9bobgMadej7Y+yuXUYTCDOr
n0pr1xEO9dxH1r5w0d1ogDf3VDOJfW+7i2KYHFSXAm2Ohntb7yoDxSuzaMY3skL0DN1oAJn4bcJt
s6F/gvC4GRJIa3k/77qgYkqpSI90yxZ/eTzBMqAUOIWhpfHmJYM4DVWf34QIKVkWyibapdQO1Nca
4MS5w0oH6AQQZRsxzJ1GcjED5AFlkR9FpGhlOTA/AYaO6WtklYSQ1HP24OCEJDvUMl86f+puwk6w
8E/mxm+E8+z25nCMrare80LLU+KWgMdtlzvTI422UKTBbj3rx9xcB4ndxesgV8xKI3OsSZkZFqMw
+3/xiBG3MzyCF+ozyToWrzVTF7wBy7tflvhudRyBexi62WWULoy1Uknf3fS+oU+biHjY8S5Cd7ct
tTxrvVF12MVaQ5OvQ4fc4rLHAVT++UkkVJADZRgBFt/lNZggqpyBeGAs3nUAg0HzTYP+pQZ5Vbx2
LuPDgm986gvfgE9vLtSZwNLmCwp1LNq8a5umackTmhUbcBz30a7MO3D9+dQgiyYUdBePswTPUzqo
cBcFsmLxhVaSZShh5HiV24XOQoz9SW1KslPKbVOPprEd+qhaiEPUKOdF1KU8r23G1dWSaDcwm9qN
xPBesI+793x4Wl1rSRjHL/6YB8aVaVV6R2476D6qYFmCKK19DeywdMpuBRijfe1LDUxy1shTGUf1
/u2rQuU00fe10Y6WtrwttazeqzyVp6zjMZZ1IE94bOgkSTZjDm+1400tW5XPLnMhsxzDWrH8esJG
SXgyk+m6diemNY5eFHcFFmR0wMFECWQU/XjVKq6WaG2rvx5FJk/hXAgCbwNpPsdVwaMhx8mmaSyU
L7cxB0rkiMkQ7Rp/+Yu0PK339PbcC6UafI+GkT6Wvsv36BMcXrZWl49uV7fVui6c8lovXRvdchq0
cJX7mAcWtMihi+h8rpt85m40ZWyTgyZsFHlNybCK24ndkoneeJXWnIi6VAwL9Wmo93Wjq8uCOhFd
myTVgY0TQk86alCMbSXcezcouHRwROZVWevNq1nY7v00T2FFVrezyJumUT2nvtQeJB6iCbzsOJbb
sjD7K1xoJLc4Ij6abuFslR7Yq6J0eUDD0XP07KzEsVujxVRkeBP6tQEiBCfVNodik1htunUjAdyr
nxaPZP5Fq2fzOUXYuqAxDoPIwRHNTQ6XZ0QiJebhFHYhgwEmKHJNjIN/iwOxHjdmrLCLtBIRKqcp
SFTptCdnNbm08aV8gXpnHmdXa70iZb6etkZ9NqQy2gyuu5zUoOZg/w/oHtu+/SIZFrL6lFgxqiYt
z2U7kVnsR+lrY1N1VPouCTU3vjAmh0ql7LK9lDYqqqkYj5nfavCH6duTv72Qka22ltE2r8rucW4h
GLVGiewJTzg7iJ8gDInIUkAQR9zjrq6MPV0VkwfPhl29zos5RaIX+ni2OyM61yu2abst5CFmPIVI
opQ1V1v6HeWEJf29Ni4QokaM3014yJ6ZwpqoDbAjMu7Ripq1bqG6GsN9Yc7B0Ux4s/EfTvdgOR+o
MW/sMEB/q0drUZX1eTNpcpd27bVp2OhBDPRnXVi/BAXCDsBQCoybHVyWI4XUpDLxRQwTVTrMZOJO
xJdw0FDphpwlhaUmxCvAM1NwbetWV+Nl0PbdeVHEoASzedzTRXCeCB3Rr7LWLdbakBiXceDkGxPg
0kaqCNnrVAfHhnSek4Xg50tOdtEdKo2HsgAjZjROcWLQ+Cx6HwmDKiNrLcISVGUcYb6f2mjv+s19
UFTWI4AybG1mUL/WEfrUeXYanoNlSjzDTaEwdMydLsrt7GApQfPZfoGApSH2LRAph9Kwd+DDTO6+
8RqBEXT16Ti3YYFMo978F4q9YogdU61U45w4vGDlHkzEx63DBBkU16RdasAsV/nIic2Q9UuDBtPp
1Dc9kQ8kduPE1crr2u9uEhHfhiH2kCR61kPt7u0k9o963v8blRJv/sff9MGLenie3rfAOXD/ZfSU
f0hFt2GZAZl0Skyao3+2wM0/LBO9BN1nnUBZhkS0p//CA9v8Idtg+7ZINbA5zPCH/k8L3P7DtQ2X
xjhyNSIP7H9k4XvfB6AjiGkPzznKf1SCKC0+tAZ9QBvF0CLi0cdE+0bccnllEZhVA3wp6UG1WZtd
LBkBn7RR3w/Hlo+16LsTkQvjeMluWDqWPx3oZ8OeNJ0MGVYbkd9R6liguvLm8PvGgf2+v//nx7hc
KoPLyCTOXDpXP32Mm3eiysNAeZGfAQ2o0pzKpIjSjgZTpPRbox0waVVayyyVisG8SdsS6k9fNUA+
C4zh0S6raL17RmPBhnFo9cdb0Nvlo/Z2eayaVcJLx7HV103EzoF9ho/C8pURpk0GAFFk5PfNG1o8
BTiwOItfE9oUHLdT5thrqfcyWBdaAgwFQiGoQJsOE+JQI5D+0ibsXrUoyvCZDUWHjTsq5HMczvGt
24Uw1DlnJ8H50OTDTViHfbWpwki7b0nObFetpGOLYKJo3FVmgOpcxZbK+jOfc+GNQXYNrnOfdjO3
WHOzqwKBTIbmOwnt/Yxqh1lumCCAJF7dXFeQDNNNBu5tXkMSDQ5TVUbFRpaotMRE0AMMdoWIJQva
wFz/F8w9xSGxtqjtKvMqTyIaH1k1FOcEhVZA1tqQKxVpxM54moG5wfv9bV+e2f+06N/uOpnJmGd4
uLUlmvX9Xe+1iXD4CC0eWV/GpvMFjjVVV1ByOV6ToWV/8piZv3jMeHschh/Ls2Z+fInIpTOTSpWo
XYEAkRAKzgXcW1ykNhrdETOaMsr4srKjLAWEgnEIGYhtxtBBc+sQ1G7ebNrOt8J1Z5gIKitgmqYH
hSv+qlQXvhhzYAOMsbph2NuGkj+SyWmjraimdIumogQGUfb6dd846GjdkFoqJ5Ed+N841Iegz2p/
PRAmxJ7qx9Ahm1RULhz6Mjyk9NbRR9rwVVeGWyGWNWQh7sHSlehaSMDsvKpq6zOim2DZKnsiF81N
8ubpH9+whYWOzYn/tPC2v79h7iSBHDG48LKhnzdhaga7KB3FVoe5sydAVx5//3lv3c0PTwiBMJrO
KNGmba1/WBdIYOwUTTDpBb5hv+Blwf+mKFCUGwBSaIYuvk6DONk4XQSYwTQAzPRM0WghueV9YEAV
RwtEDwczBSohJDz1innmkO5SWDJfDX+2Q4IPCg1fBX/KNVX+ySOuL5fk/S8ggYZRjlSLbkc3Plyy
ILedIJ99Azkk0WNew/c+J6uNErRDPoV6rIUAmxLsZm1UpOHM8qHvORunHYgy1MrUpbwMkeV72Gag
q1QUI0QSFEu4TVCGjLfaNhO0ZCybflBPeGILtqjWL7NoJNeQHFrk4hOYYOuTxvSy8H/4XVIypALk
tDg+1Ye+tNWYuTRrtKsgZfQjoQj5BvBjvp+TXPvkGi43+f1HORATTB3rvFy6ysse9dPmgDrYrmlg
Cg5EmsBokYwzSvPELuK1amiX4seek9cBQOJzMJoLlmbWsfj+/lH8+/5L2CN7LxNotsK3+fjPX4L+
VjoVYRBuJs7xG8A8D3MlltWSU9AqGGOTPrIbfjIvftv33v901+HxcSwTSSTSzQ8D4zYPkiqzW7xQ
/VSn6zYzl8lcW+Kb9uHJovMn6dRTHL/XhZ3gSIUR5dYLg9O8IMyGvLVO7wRUfaeBczKHqT1hiSyw
2CcIfi6Nlsoc9izyz1Un8sS/YACCcK/RfWpnJNHBA7Qq1rRQ0+NzAwibsXIQoPFpnewvQWn11TZt
2K/O6sKIHlRYQBcrC3jfG1ubLM3T7Qh5feCSDrgawSTc29LJicUA2BWQPORbxTGeumiPRosG35AG
5SEIJKL5LMb8lpUoQTmuTPOucXPcVFbnjsCCym4uP3me/7YXQTNbZkyLwsC0IXO8f8jacA58F1EZ
3OHe/R61VbwnTTA6H2Po1VpifjaM+/XnKclt5fYyL3n/eSObgK5bWbqJALFv0ZdCh7EqV+Aya81N
OKWq+qSU+9sbywAL8QSqHFKxbOujhmIa9QDcewE4lPBL3tNQ7qYmhPhuJsPt71+WD1QSdvblsxbs
CcIPhkEfy8ZMpk2RUIFs5DAOF2MbGbvOjJcgbGCDD6Xba50XCUUPP/fLmzm0cIW04RByhOo7/ccn
32ZZIN69RXwbRM/s9+SLWYxv3l9rsLoMpesy3fCuyvaQcqg7YY+lIa36BFkebLwiTubX0engQKq6
udOV5WzmFhiWMUmw4nVU7XK/Sj+5JfK9ffjP64Sqhu9m2+xy5odVlCAHf6ClngBzjfxk1ySF/OLI
iWovmohJwCoylfGqGtgT1kMV+TM++DR7mgWJqLAd3dlaExwqAVsqWtPrim79Ffjk0tkzfAEXxcwg
bc/TyRb17vcX9RdPE7fXQjeHkmU5Nr2/pv5YzbExRNi44S3tSyxcUBR97VoTVfHJ+v9BOvd2lVCs
oRtB+sMA2P3wWRYUeZ0YZ+bSra4/tdXU7mMzyJ5JJJUnx2yDp9CarQMJZ8PBVEnzsKQRfjKG/sX7
uhwLeYi4XVSPHyoRQFeiSyz8I3M3zMwuNLO47dDM7pTVQGSYGwuI3u8v8Yd5/dvv5kfrFMcsEy7v
7ftrLKtIaeSm85nZGNHN7XNGVG2TLa5NzSQyOUedfZcbGXQqP007uKDEnbT+nI9gMBLMZ0WejXC3
CAGxvACAPU7QdKq2U6en+bo0IvuOyN7ZXCNOtPeffPu/VT5sG5x/KbiVZVloLN9/+yKiscaKA4a3
9f0RjXdBZ9Pya9pZg2/F3XquSyB07C9mj9Ix8osVjBziYjKSPr7RwhFoYbXBwAbnDnq//f3X+/uR
UyJ1I2MH1Q3nd1NfHvCfqgqzRBhdlz3ySwG1/4xMg0kAhgGrOPhDBNyFp/FKgd0uwXEM4nzo0MFS
fxkJecqxg4w1HAS40yl0m4sx7oGJqB6cmUdrCPSHkKEYoGrW5SmdGqheQ5LX38UoWzZIQVqARzQH
Nh8G6ojbNbw06JldGvZ3RlCPI6JQIOWWFpbgFvgEwpoRb4THaLY4EkQqTk6+lQ63XdPq38zMSX+g
WQu1VUXtziNQ6rQZuzIz9C0RMOm8akqRRDS0lXM5SXe+8fV+/J4bfLGjoqWKX8Dm5SKyJl4SMoII
zn5ZY0hdHpL6ykxaH9Wc3V83cRVaFFiq3zcooBgHkbr6GJXCek2gJn+XjNq0jaaFRArYc5c+h/RY
wZc3OVubHRhthPI1S9WubZ0JDz2DZrGzfRI8gygxry2zA+79+zv9izd3EQ2ScvKm7l0MMT/faAvt
mVEapSDNayyPBS1wj4kiiNqwyQ+LxPh/sFyxu9oSTAMaO4wz7z+wLfs4j8gXwrOt6hsGmpCWSsbU
4eTq27k2e0r3yTa2HDubbwrdwTaUlfpka/nVr14UI4xA+eFUNe+/hAKsSTBSI1CJm9NelOO0HyZR
bOXkvo5TFF7//iL/rTym07DsrOz8C4pMfrjIDmMLFxCZ74GSjNaxdArPz2ENgY/f0XufDoaIhk+W
ZF4FfsSHjd1CXoqIgH/4Lx8WSFULwigFVxrWOWk3qKgCzIoN/KNu18cDcNgmGzugu0xr+72MGXUB
MzXr2z7OEHQ4o29buynXxHnigGZctQU1mQczfYSFPUfmraDVH3uQELSXAgcS2SswFZq9mpem/GzW
vPQAXDWUZ1niQmMSobUnXSCCyK3c6JrEgIAAF8J2xbrKHLi6RL3j02OaWOUeKOkZ62gom1up6C2t
8nR0LodANHcFlgy0f232hWCW+KpBEAFi3on/m7Pz2nEbidb1ExFgDrcSJbXaHdxObfuGsMc2Wcws
Zj79/tjnXFgUtwjvwQBjwMCUqlhhhT9QjG9oP2unUhbBC64zZXRysLr4ZXFdpqgk9smT2SrRzzY1
xviAOmFkgKaLCZ37JsWkAYITLIIBn75HrVdNcQRsgdwogZwLCWWC/knJY5q8+66P+u+SBhJ17MxU
v2Nhh6y10JOG+kxU9D/VKmjhk47S/TCO+YDiRR2DUWnssv0w1Qiu7pG/As+aiAZFnqoW30vaqxrJ
aAlGrjWwVUH+yMXjM05Qb3LAAz3DMqli+JvqhIvLgJjaDs33lrrYCLBgByoA1k3V2Brk6i4AAGO3
RvrgFtAx4G07ylcRiOgXRBwEI0GS2U8cgvKrBT8EBQ5MoH6r3YCecgvwDf1c1fqj4ZGWA+wzs/dj
1NifS/yv3kuzrT7WitN/GT0DIyKzCfpwH0dJPnBD91iv9bqCcxVwtPB11HToTnEHYHdfAybGDJOq
FpVJUchXLD/s+igazbb2Dd2xem9AGfsU5zb6PVNcKo+mBdAT7xXCLFQ/CwjkWewl97Y9qupdXGTx
c+JYfQGnK8eSG81LjGkwQYsxNu3D9sftM3x9ZaAoY0Pkg9QHZnYZJruCwhVqSqBEPDhv0tUVyFLF
+GRFUJFVr+8Pt8e7Pr0z0hy868yL4BFeXFFZhLRRrWS8wFmJFkPfB58qqWRfak2T/34bzlkW+D3q
8NAVF9dT1qWJha0611Mi3S/CTZMnd/bHDiXgR8pv3sabcz012ghUGmf2A9J+y+BCw+iGFloNwgys
8d7NJNK5IRLmWY6O8e1VXIuOedgIEtHeAiD0hp3/K5DRRagkBYIkcJ/N4pWSGaaZ+eAq5z5Gk9dB
2PvzZIZ1csp70b8zyTxf+qStwo0pr6QyQNtZXJVmCEnm4tUzCtOazBh/N1cfAGaKSHV+w6lrJXAx
BbO3LtDQwWAKxdxxBv++Mf7KCwSuFR0mi51k8DsuHzyUHzSAaDLwIyw67vvMbo81Vb5z2QXB0QvV
8TFShmQjC1qbNFhaNKZU6pNXWZAi696CXMW+GnSjP0X0DHj94BfEO6+yeBG8Uto4OLUeOmWN2HgA
rw+syqZmrvwAfsTb8/j3ly9sDRgxljEhANL/hGyAeWlNi6NKDHCgLevy28Zew4j76sWlDaVSP9DZ
4e4ymAJzm4lkqtBjRFhBHDU5qT/CpK3BkchJjnedNw6uj6pemPve4IKW0CJw7i+dNABeeWbR/yI0
wVwGXF7xYyLRws3LVsFAu+p8i+eK4CFMximERQd1A/3vEEFKB/eOn3nbkR0AjC4fU4O3yscPAx0b
Yvzi0NPxDXcFgi7yWHiV/VV19Bkj7A48dz1WWAZBiWc/ZsTmUOmnInktUE1ofa5Bz6Cb3MxK1qVp
zZrdGEx3DnUYqKuuC8REBA0GAAYeIXUbplzPfQxQWtEKyHNZT3VOUORBsWYM4kMn9P57n9suzbIg
hfnH9BsmhND+Ds/04ocDJL4+2nqLX6VSp5gwArvnjRvCBKWBChJF4bfYkzxptYUYzYQ6enHwhAuL
GCOEpEUHQFc+AeMqMYHOh7jCLKQJ6Ba0kfKDdwQzzDIaEbus8R9E/xDNMyyPVGkrdCqi5nfRd9YH
aWjxH+JXUez6CgbeRxEjtez3UVD+cUcROPgypojJw5XuP9qNSBRsZ8oRpZ5aMyFMRkk77LImQv0j
LjOh7OO6l+FD2avqSxZ4Ja4GQVvf9ZQGqVBQISQLlEmUnqbOqX97gtR2pxaD+prTF6FqaY74tBfE
GPdBZeiwisGk4m4xwcajiGGU1euQVv1/3D8UWp0krbFIiYYSjwsiF/IpkJdAdIyCy2YozF9S65Fc
TKAf9yecwrL02cAhDTWFsrahTTcl/5dMBNJ8CHV90s4wgyFFNkEY6Ig/FQh2AXfBvVJtAEExT1R2
94UumLMVVt33PkuzHOgnOCDcl1vn6yAUG7iQUDxe/jBghXhfU2uvqbn50hkSDITdK8NPEUoUyVxF
G/5To8H6D0Io1O/SVLw/hGiWc+8CDS0Qj2sdgRmMalV4SWhSQSjdLf4Y0zSA1qTo8ADHDylocF4o
zxCXMUiayteSDSMeI+wl0JuMzPi1cSH1aVMAzj+uFC4hYQ909LyqkC188spqjmCaEY1zFEDsgGLg
cR+GscMkxkLR1AdsDYYSUGjY4I2GhAQwMk2xEOkK+tqX+HGh5Jbk+SeZBylUVBGl6V5TpsE4a2pj
incyDmsdI/EGQYrbV9H1da9BLqP5QA7vqqa3eNHxqZOIwoPrg6VPJQT1kzni7CtiUkMd43MdFtEp
Keqt5/aqGUELwgADQBGVwp35xrD6685FHMMa3JFaVEoERTMuQsDGgdp4KhrknBRLqw5ONevZZh1i
5GZBZf72xFdCC/SmNe+tpkmEsSiGOY0aNwpIVD8XVn5vdYX2GAaTCeI+2uj2rSzxm1AEzyn5o+bN
f//XVJuyqUNnMF0fVNmceHR5BY26D38p1oRrYAnIsRtDa+Mdv54fUSj0IY2F1qDKLuYHVrFR1dFx
/CwtsF0q2PKYlgXvrM5RN4a6fswYag6dTM8FpbHszY2DkapVR4VKn9TiMbHRwkscRSVX1ZMHWCVg
Xs3Ibr/WcbrxkF6/3JpBjGTaFoxLx36rn/+1tKAcQy2WKnIOwCHuBGi8HexYAy+1BOg5q7pxWjTz
6t0GukSY6On06mYIyeW3xJIrVFuzweWmSUO0akeh+i3p8kgfOm1+OzI2xUnkjo3fAQVwHm9bbbC9
nbBwRL/XQO6l0CMHQJXmdhItoFxuZB8r351Sp26hQqIZszj65S90cBHtUP0IEEvACtFLLONgjhbO
th6myv96hDQT9qVrgqkhYFxu7Ci2mribzMDHs4o6UKZFNfZwOoLEUjRbcen1hcFgFI511ST/oGt+
Oa8R3+1pVEzPN+huhafM1fO7OEXth2RaMQcoIQoqW/TT0MszOvW5RsNrK/1ZW1tyHzpK7ALvKlCk
NZBpQ6kGvopUyR9Ya9H3ohkyiXTrpL3cXtyVW4NWt4GMDKbp7OzFfFEiM0w7KVwE8caqPkaDV2H8
DB9XO1GIrM8CtNsXqwmqjWB4ZVyKyVxUc0GPP8wn4K8jVYaWWQ2j7vrSi7G1tNX4D24oIerSKEns
qrBvTqIR079nejxCKgns3AUHfrZIYgdkTeyKbikvpqW5CFuyWwmx8uLgEItt4CFWLixmSKWNUBVN
3iU/NFcdpcYDKj7ElNEPGVgMpBL7BvR5OCItOjbmGRMyB2MpTyricPvDrmwiB2KqpnIvs8izRNDf
C+wkXaQBsYgOIUY/eLnW7ZlavvqopACSbw+18i3J0XnkTJiKBtfk5VCJ6ybgnMDjaNNYaA+GWSpo
dLoonGWUjdGJVBMUTCHa/PPFoDM9HFyo3tIWeOPn/rWHKgDmKJ/QlNVqw/njqFXxqrpufIZcaN3d
nuL1hXw51GKKRg/hutfpkArYGyh0I+ZBbQeQ1caxmP8/lyVS3AjeJJrYftxCi2uVGmWrq/GYHBAH
yh9wTq+fc/pbDwpGm3sHMNnx9rwWvOu5AKxrNgg+9KRwNEdv6vLbtWRYMaJp6cHrKpCwRZx5EB4q
HpgSS0CzfAqE7D9WXuQNR7domxe4++UrrTR5CmjzQIVTNAULYwpGEcCwOLd2WY+KWzmm8RmqBc3a
278Yw43rJXJ5F0nhLZ5ba3FzwH9JKw/bt8OIL9Vj1EmRPxUyTD9HPWyh54pKG/3YoO0EnC+Egw49
seWf1skanLdkBtO989I8wYE0QiUfnE6DuGXcU/itCue7TEtaHAa2nDgQGdF3Va+rlwFIUIxWOart
R7BA3edsQmLLz5BAAh5uWigUW8hCWf7tqV4fYcpDADr5RLOniTX//V/7W3MygwwIHb96EN/CQcve
D27yI8AD69PtgVbiDeA6M13W83jVvWVoFbfIuztocR0MasXYX9YaDgCd+75xY+OJMvb0vlCr/kNL
nvRkFkBWEksESEBFuCU7yey7jfUzsFbUZZSNRVj53GhJYLtBdAkQcCkMMJVwoEohcCzQZH6SEdKV
XglxT2Iq/6zRPT1jbRdtbLI3aOHiHJqeNsMhPCI/II+XS++KbozhW+OwCpsebcRU1e6Emk6V79TI
6R91YgLEExLNOKbJqDufEMapf+lqW3mzy8KQ7qXXUzdBLAgbPtBqDhrFhshOWWuH3mnj882HdPFr
gW1ps3UNGi5kk4tf62hh2BZUNuBExAezGTOU9StEp/y4i3HtKAPsKROM0t5ZBpZlWt5i/GrmHi5k
vF2/b/+a+fxd/xiKiwCv+fdtr/21a3nq3cTVgF7xWbKjzJXuN4y96fX2KCsXpUPcCdxwTiqNNyH8
v0apSDyQ2wlwvois5jebtznqE1JEjtM2CvEDuf7tAa/PyIxoc9HN4w0B/oFEysVpzMZSLyqJELDa
jgUrK1L97GqK+QgaOjjCNtfeR0CCTtZYIklCvQ0BzdCCWVsnjvzYR6H60KA/dRIavazbv+0qaEXN
nmomWEg6mEgaG5c/rYpbtaskHp0mjFzhK6RK01mXhnEyyzSjxDZU0LWJN8I/GML3AVrUNqCV2z/i
6qDyI0AG665KdOWR8F7+iDFslAz9LQQjhrwH+5ZNZ9DTIHQaBUnObkzuQ3bj4fagxsrU4cDzhoFd
oKq6hOQ0ethDLY+DQ1ubNVU008RIgkJDjiC40SGl7+V2bBzDNDA+6EkQ/QZbWf/HUeh/9nVQUmsz
3OrPOEx40UgD43PsdlzKXTOP+IdeqKUKoG2y8Stp0v6P0wOH58ZPpYsSddC99J0pX4hlBcjweOyh
c2UAmVGGytyTKwY4k+lgDD8tOy7UQ92E2vu0U1NnP6l9OJ07Mwb1YYYjeuaJjdG6we+M3hMwd9Z9
6gSGvRHGrHwjxH8AAnEI58h0+Y1MpatKQ8oDumCln4+ZfG4QhjiiZ/AuVZoI69fQ29oYVxcC8Qyl
Z1Jo8HPzM7PYGPVgjVVR1oeKzO2uoGgMQ2pwAJPc3gvXrZU5cNJtVNOwNJkfs8uBAr63EroYa7QC
vcB26pSdgq7HyYyleajcHAV7r4aKFkn4A1YL6oae1rvbP2JthXmkuInJ2rEwXBxFcGFG5Tpou0tN
FRR9xHjgPuj3w1gbcOzM6g7scJRtTP0q0+DkqbMcp8H6QiJeLLEGLAikJuqNmKkb53yCeJKpijjb
+IMfItgKJ7ytf8i8Vu//dbozmMwC7oWvGpyaxTsZKZWet/hIH8B5e990Okr7BKq0sRu9GFG2oEbN
HF62Ym480FfXPxOeNxQXMv94y5qAnKCkW2hJHTLUap4GvsSpw9jq3DWZ9q7P4vbn7XleQyTnAQlE
WF6bGtASMSFNJWiySdQH4WHR6MuYaC/IYqzAAU64f5wQ0oUdy8zZw3uskON3mvGpQnaRWFSXaBfe
/j1vX/TilZ1/Dy53FDeRqkOl7nKvFwou9LwpNXr7Y5ELXwbSQFS9moVGjRjBSkwOJLBqaI4W3N8I
aYu9hT2xvm8KGw+BCdscrJhAC2MfUBmoacJJqfsdXNDARrfEThWUPG28EFDgoaWtK1P0e0pBEd0D
7o6fe2LG74pZYyMeaLpy8OxUYkQRwpLxq0ElIsZT2pweatTyviktcAwcSZyu892grj8neo8xPLpf
/Kq0FfZz1KbBJ/aN8dUwhgTfsx5tCFVJBmgf9dShtWxqBSrboVqd6yLFTqLEiusrrArraeoztNQ1
2ld33qTOUkRo5qEOWuYGatZVWgy/Apkn8tAD4D3ptCZyOEsYMsW7OKk88Ul68N2xxkWPJBd9VNwF
AoWSM3EyRl+iHrKzQYbwOe81yv+QfibjzgjUdDzkrWO9L+xczqLzrXNHaxdPncDKxj+jJ2V1MCsB
cu72p5+P1PLL2yQEXOMUCEHvXH75MqSj1IuyOGCd2d2BV3LgvMfTnUXdfuN1BXF7PRhVPkr25KJ0
xdRFegjDHzJvqGcoHSGD+LVTzPxb6ubYsnSov9QITCvOT/JV1PHbQQzfiJEM/WNeK+l4FGWq/hdb
9dDtwcvh5F5Mnfyj6U1AF0RVpvFdG4QI91Nadc5yhiXep4o64IeSY825VyQm7H46Od0nCKHoeEt7
tE0/RmiN57JJ8o9xqhrRHok5yoLDQI7qI+09fPZqG3OtGXzvvpclaPfDYNnoOgSzaKNfqQZ8nNaB
ptO1ddnuOxXW1R6tp7Te0eEDCmX2rYWKhoxkdUf26+GMllS/UpEjUpXoLVYsKUjHF20ckYNEqwF7
r74xQR5aXoupL/eBenDCqHig2RkC7ENWo7p3qilr9qgA5PBy2XzWPrSy4nuiNADM2sZGp9ZF+cXe
W73t3HkFum7HZKAdzc1jhYcZAI7IHQBD4J80XXt/hEdt+zZuqMYxQAvdPExThbGLl/f5ncgQItrD
89F+YTBeZV/NsDMsf2hUCsTUlNWz3dkt8J7BglkFShFYTII3zy+CmlI/oDoVPnZp4772yP7Ce881
YT6ZJl93b4LHwQPKtMbgZQyrEpuSJnFm2Q6v+Qb03uzo5hjid60nlftxwEN8OEUjHTtAPX3Q7NJW
mpCo6IUR42SQkHcgBMR3CccLYRQPKFc3okSmNU56JyP8XHdtiH7HJ7Z7nTzLrumxZna09DAGsB38
JkYFGI+r0jzWseg7f0QLiIq0FiZfBiMU5qlp89LyUb/FD6iXCEoQHdb9Xg1MTA90UMJQ9lKbgrpn
KbDuR1yqY6QCMjSsgnJE4bbmH+skPRpVJ69MJkh22PAlfiZM+YdeZOweIWNCrEcc3vohksEbHuGE
0voMImN6CgNn+lBXqvpVAvGoEVcI0aftdU98tZQiDn1rqOtPiTbAL9KSlh9VB3Si9kHijE+AX8Kf
NmQKhDEaKYYDduQKHvAhFWk40MLbmbbWFC9oR8v0xWjtiVpE3Lk/wbImhh+n/fgVrQLr0+1LaOX9
nZku8FyAyxB365eXkFHBrrP1uj1QfOw/9NgQnscg/+XCs3uhwLCFPbqOqt6qfHPzkBYQD/DlcKFV
5SMu6+1hgnEI4lVtw3pX66Ij48nNI2zP9JwDYtvwJVvefuT+QI3nugMVVJAqi9svmEatRZ5A2Q9B
YX9EBK77qFbY0anYJ3zpdQjqoekgw2wPNu6CuDHfXuTV4QFCgRJy3ggRl7OO8PIGQ9CjQd7b/V1X
RGgVRJV+JMwo0Eks9bNZecV5jOLslMLw8m8P/xbT/P3SvE2fstNMZ6JQ6C5iDCfiKtGdBm1AEnoE
Y6a82iMQY/6iOjY+FYrQUZUBU/Mt8Jrpw1A2hh/oafijqFp8cWzqz18GawKS1xMG72MsqzeewuW2
ePuBFLkdqgy0Lt7gL38VAQqvo+pGlX2fVomLR1aQ7GNQHfvRyOtTo+KCgY9IszHoMtaeBwWja87U
Z4Mq5OL9TUUtqzqgQ97Yo/UalID8nFF2vq5jwVRgOY02yDxdBfvL2x9k+fK/jTzHesTaOqjdRX5T
oYYqnQojv0TTEG2PEQjDpARNJQrhG4niylDwBWl4WvgUz9vvcusp6E7ko8nKGmljenjJ0np08hD7
kTGK+q2NNh/fxUZjMApuJuoV/Hex0Sptjr3SGMEs3Rndb1oaoYk5Jw2UWlRMbthUaCgFXnC0IpuI
UFPQ5LZ0HDb+eYH5HZSuZt4Is15eM4MyNjWiH+i8VLjAWG5q/qcodfOK3pf37x+T6jM2jZRMaPIt
5ZZJVDW77LIQmiTv8R5dk+j9CLG6xPYn2iSnrH3P+RbjKHuzluS8qf86KV2h0x2RfbCvgMTuAyUt
vmZq0J4UmTSvtxdx+TSwS4GIIQBMzAjpYnkopWza0AsaTM+QONmTncBqDF372EHS8oPByP4PH43m
Ewm3Sx0QWPvl1IK6RylqMAL0x0FuQ/42UMyMu+y3EttbpYy1ZURzmQKMzbtHgfhyLDifDeQNNdib
xFMt5o29isDKGNQTiiMj4djtpVwbDgVy3lmyZ3iz5uVwIrRTEiWF4XAneIjsPiHEaPN8RwqyxbC5
Knnz3XTN4nsZpoPm8LKSJnR4NG0tgj02BgjOBJaoP5oiiV+NEluyCcBOvVPHynyaqf7qUTFy66My
Igu1R3Js+AK1JesOehkOw07GSJPtR9tIntsp6n7dXpWrSuz8S2eN0bnXyMW/pNlaMhgjRydw8tIM
Qr2TYrAACb9sDnHlmB+AVLTaTkE66hknNEf6VOOar5YYpkenJm0ls4gA22dNefAkP3vjfVh5tTnQ
s9IA7XQbXsnlRwtrY1Tz0QLuHjrKoUbA7cGk07CTkKNwF8LsAzqRsQOZVlsktzSebi/PyvkD7ETW
xllnfbzFeQhF1nto9cOrrrP2KFulQzkpak/BMDwVSANtvBSrw81CJ/BJZmjM4u6W1qhMSMorcBWK
e92CqBYnaodAYdqftOH/q8P/76K48+otngpQ6AzkuJSaIZJcrm420ZDr1QwIY4NWA6h3PLw8Ozp7
A5VUAMzkdtpotZ+mLi1fQ8fLz1Hd2WfZ4Sd7e53nw7f4JQbNFnJjJBRmxsXlL6lwE6ERgHKy0en4
0QVDcCQhqDeWd+UKMGZuElGvxfG0F/OFbewOcaCT2iZ0N3cZBNFXfQyBW5pZ2328PaWVeArBXAKb
+U2CGbTYugi1tq6BtJ8PUFM7ZlPoHSl6uLuubWEYtMO4cy3cSG4PujZDKqYWm4SODpO8XMdGAyGs
tlhmBF5uHVqLsmlhCffokN8dbg+1cjRR+KEoi64yR2PJcewwzBHegOvWgBApbidUNb+kXtrdF7Ei
D11r2Kg9ivpdajm8wDIytgoqK3M1AYGb3F1EjqhyXM7Vw4LeaEZArZNZd6emQDbOdsL0pxWJ8HR7
rgs3apvaM6iPWeYIzCUN5CWpQQze6LQp0aKqp8W5zEbxKaWze3K6rL3DsNJ+7QhAIFUggnge8947
x3ZV+lFQyO9tpSnPQxNiiH77V63cFlQJeKR5a8BYLVva0KCAXwFe8xVP/DEQ7aXlEbkHTNvjU+HV
w8ZduLbeoH1VSuKUqK8i5glpmrQvdeEPCLDGEFnxuIlb7It2RhXUG3NbOT1IEnB8UCAlOl+qn+R1
idhb3jJYUasn1xy8hwl5w7Neo7prxq7R0GHC1PL2iq69hgAhAPggh0B3chlvOT0Kl1MB930qVYRK
GzTRnFpX/cAKTnrjPccBelAe1PlzSIyBNp2qP9dylu0TXXUfG2zyLiyDjaO2cjvyq8BaccqcGX90
udNrLNqBWRnCT1wZvUcSP0TJv4s2Nvl8XhZ3MCJXNBsZijr4shaq0A6fHAp1Pv2uZztqsp+ky784
3eEDJSv7paiib4Wluu9vr/nK5GCQAH705hgQgtLl5MIQRGJp0wQeOkmhO4uyO5vbeWNyK5uXnwbO
lQbnrOq1WMImar22KavQLzqsZq0uK97ZkUWdDnbuv38tYKY0j+nSmbME2uWExgA0XBbkoQ8pP3g0
otB4BD6+9bXWJgRIgfInJRUPzfHLUSiJRWlFaZG2WBf2h1K2XnWIe6zdaoG64e1vtHLTcBjnPicN
Mcpvi2cFsw6USAVxiaJN1oOXdaZvQXwUO1F5QGIDxWy+/fuIRAQ6mupI7YBHu5wehMNMzw0ud7qd
wcltoLK4kzvtIjqs7+K5d/Dv45HOgW+fvxgguMvxZKhOXeWga19XleI3FUYeXD8NjZ/I/ZwABNhY
0bXPN6cGNJBV0PJvcl1/5ZAT8otBXZihb/cEsUmQ4YA0AgvTQhTtbk9tdSi6+TNG0yUVXyxlXhmB
25k2la+qxOiSJ2kPwNt6CXiT/j38YJPQT4GINhsWzGf9r1k5yIYofW6ksHiQHQ+DVrlTkV05RqFu
/HvKP6vyAZSEaY4u12KoSqA0n09mipl2VT8bgDDuu8jtH+KJjvg/L+CsGkOmSpWWJ2lxQ6FzlEmQ
Y4mvRyVMi2RWxaNCnVe7pOu2hOFWrkNY6xRuZtcD/rCoSyHAjn17hbJRYqnVF7Mxqnd0ALbuqJW7
3gW8wPlC25De+mK7i0q0qi5k4tdBkZ3G2I12buXgsY4qru8WerHzslH7Rcb3r7RBIil3PmbGTLNF
pG8xv4ovWXpIN/mITZXHDm/qNhDZJzN3EmByONYbNLt3BXH6xoZZi+GwZEKYg4FJ6sxF9I9yVpoa
WoWLfYadoW83NAYgRAe9PwRe9thQLLxTmtw5tKaonkFh5B9r6vUPYW6aYl/gkvjDtHrx3+3NtfK9
KdWpYJvxSKP5vthcWq576KQXsT+JTgUQqcjPVpRkT7dHWfne/49RQrvd5bbRLw9mMBJAtYOGCFuA
ti/CNchUHPVc4ltdTgmWLb1jv7N7Ahl3cGi+3B595QaiTMaNQEJEqXcZWcQTMC7kFFMf8eL4d+4o
4UPYV/a9cPPX2yOtzdMEWTbHMBqdlMVdp7fYE/ChE9/LpX1vVv3sJaCpByryNFW5jg+JQBKEUMC8
uz3yyhPJK4zxG6gcju6SkNrWkVoiTYKju+qKPyHK2nRKe/t3Z1X1XQtVcuNSWpsp1WTqNkwAQcf5
7/+6ahHtsqupFykWz2p3NOoGHd8eDfsoSkEexZX7EnS0C3TcoF9uz3TtayIhSdjBg4KW4+LuSBpP
yLhgjc0ODZhJBvEPtEnjd27ubalWrg0184TIY9g+1nKSddmpiqJhrZ21/ZNmF+ZPRa2idxRni1+3
J7X2+eATA/ubJXBBPV0uZ4mzrZdPaoqKKXqXaZYgpjFAVfI7TaMqYafe99sDXp97SmdUXzQqkVxI
S86PgDJcA7HKfBsFPywqnOIJ6W9z49xfL+DlKItzn2VI7xQphuZNGhSP0BLdo9Ty5v0AL/hwe0LX
K0jgRLzLi8KHIku+XEFNkUiqpVMOWj1yPsKh/q6QSd0hqmC9S/NO39j/1+UHhqO7QIhtz/57i+HM
HrphokK1Rg42PaZdORuHEo4+qwM2rmajIFFr4TLgO0NIv9eRiZAbP2F1xh4lAVgaOmd+cdmUwRQ3
qlPmvk0WXPt6bpafaD+39wG+YMhserR8bq/x2ud0aATMPRVVRdLtco273IwCPAxyX6VLdkhKoSGH
G+E2GpvhBvZufShnBt9RGnaX5J4aV14qOmACIrhyOA7SiXjUWcN2l6LvstEbXh2M7IJshloLmdPl
vPBVatzQ63O/UyL1CTADbls4f0MMH8RGGLC2bxzasLNWAzHdUnwwAXmADRksPxi0Ymc5qf7Ojifd
j43BO46jnh5KvRlPLtr0BwEH+/ftL3h9bXP/054D8kwZkgjocqaqk0QutsWZ3+GuuzN6MqkcjdKz
Y4h4jw7keGbPjz5aA91GiXVtt7pUUgiwZoDzEvtfTdbkwIbmKkhchE3i8U9q6R3WfiK295Oj/yvM
wIMUBg2OLhJB5sy7vJxpjO2vGSLbzF6dfmFmgw5PAZoGU6nG2bd5i6Fv1ET/yBJ7GxSi51ylo62x
PJJFSBac4qvieyB9gH4QSCUxWB8zs5JHnEWSUyI88UXDi0nZuA3ms3dZPnGwuUVkhYeKhGRZTAcC
1A3TwP1X1dNvQ8FxCekix6f4B23McZBSMzOw0Le30xWUkglDGoUgw4UKwWLZxsbtqLQ7zyp8ZXYG
3yM1lpp7kdrGd26IsDlgrmnnZyz/TApmmHnPIlAdRpZTNxg/yxqZiePtX7RylIF4wNFGtdWYSQuX
nz0n/GsxNy58hIe1XYUkyz2SssE+A6r25/ZQq5OHJ2fN0ulY06mLLWaVYW2Z+Ob6aWL3fhnP9m8R
XhJUo8GXPNWW6B6KPppekS8hACNf7F5GK2xPlRl7G1fzFWCaLzF3bth4aNSjHb+Y+IhiFfWzLPYz
J8Ihq5myb/AIiqdBC8SdGww98babna3SxagSR8ujRBNq40esBBVzbgPPhiIXPMlFUAiDx5gUhd8A
CKDfhWln7Kgy3G0s+7ysi53uenMTdTbl4m1YpHDclpkSYJ9OX8od1ccqsvpH0x292RrFaX8jZ6i+
t4hA5YNii+hLiTqOcyI6LjZVIld+Cd1j0JLzus/U28vNNsQKfY0ixCFeq8v7ttfduwR/9vu8GKlV
GYFxr6bii9HgcOuFdHkx1sm+3l6N62sV7BZ9XpogBAFkEJc/QTFaK2JnenswRO1Zz0KM0bNCHowQ
Sfwh6tONE399zTAeySdHfhahcRYhANIk5SDm8aSdePseUPGXrsSrtoFydu8KIb7ikdSKjY21srsp
6+jUtKkhzXwU/XKaTSG1wRG1t8+1Rr+rsQGAsUc3tosMTMVE4QEutfWPlqfeDcD6HnVhV/7tlb56
uVlde26n8YIC9lhqZqlm1Bd4EUCHQWIQT0VB78lxRAEYWu0UHO/dyfoA81o0vhPLIT+49mRtREVX
q89vmOXYgUlZoDKWjAR0syAnD0W/n8CR3idjU5wcs4qh7CnOS9+m3s5DEW7jwF1dqW+D0n1FnMyl
fLI41bUG16Ury35GLpSY7OHWOAFf2vM7tfPtNb4uksxjeZhemOgDWDSWLr/zkNSdYY+48Shp5n0p
Uru8hx5a35fThFeP1U53jWf39wQNznvZxsFLDCvkrm289gFNG+N7FTbjlp7jPL+L+2YuKQKaowk/
xy5L4aUESGxh4I63TwvFPeZFif5omDd7NNhRpfGSfo8gurXXu9o83V6OlZVHyZUUd67OEK8vdr01
IeiDfztbLvXCQyUr8A8RicboYKpze6jVSc41WoIzwvtl/SCTkWnWQdDtHcC8T4K+PyYgsXYXR6I+
FegfH6Re4cdMh3cjIl4deebxz/Vh4pbFJD17yhWvZJKu1Zk8S0OlPaK7n/8c9ak4FZorXyL8xNGd
z1RjI/C/erD4tPO3BYVAJ5f35HK7dZAWAkq5/T6omjY7F8Iw/gup7CYbUcnKHOf3gYAU7i+Iw8Ut
HaIFnONS1qFHV2Ih0kXoGGf0+h4l9saHvq/7U2Fk1QvuETLduLeuXgiyYboYnjOTrClmzGvwV6UG
4gXabEPS7UGXT6fA6EmKG0fdV2HgHrOwVjY27dpcef3nfjWMBjxGLscr25bI3EYTtE5kvE+QS/Ax
TjV2lRWg0Cu64Jfh9OG5meIt2NPKcdHnasaMJiFDXd6OtMW1Dnn0bq/nan4e4RU8u0h//NZKTd/Y
tGuLiuAF3QagHBRt5p/y16Im0FsaYl2EoMwain1H5OHXsqwf0taARVqE8vPt87ly84MAmi2QiG5n
tOrlgLoeukFRV90+cCLzEMZjek4NLzugOwUDkP7sHs5GvvHcrC3oG8KB+hd3w/I25iZ2kZPnU8ZF
NByDTsfdrazDd4pubPktrA5F5ArJ2MLpadniU1lO2+o4IRLA8UnEUn10e5ntEeTacpN+qzYvLnQq
XyThVGhplC6r0U1tJTzYYbdXYq19RoQ6Hvye1wROUo+TBKpwFBqOo6m19q6CRvrNC7vkA85wuMvG
Ydw+aXCSXIDk+E76VTCk75EtQpuLvY6cqtaq9tcazaT3CW3DTxWZ4rCvmwoJs5HC7xZEbGVjwBuD
KUkkSs65vMK0pC7VqMN9ym1j80FxcK8Zas/cO2U2HEq80O/Beocb8dhbIXuxhCSbVL5Aa3PQl+BJ
WxvDyagINiUACndXh40T/aZgllo7DIv78H5q+uSbw0JOd12eZdlLjBVP70eNPuh7PZr0z5WnddWe
GwslezFBFvGFEQ7HIixH+zhgGBXcBfjNqTtk0ruPKZHXRrK+coZBkZCszBpb3MmLy59ubAqnUhn2
JG5Owksuwl+ytarmGcufKNzZkxBb7O6VB2fe4VTpyRkJ3BeXo9a6kUTIDzxyOZYvoef9bPRC/3b7
rlgbBMoqRXnguw41l8u7AmUhoTW1TtgQpS1KhaZ9kGWeHG6PsrbxeFCocsxXBBZpl6NMZekKtVGI
RbVuuuPrdv/D2XksuW1sYfiJUIUctiDA4USNwih4g1IyciM08tPfD3M3IsgalFxeaGFbTXQ84Q+3
JhY5RMPxjANy5a3q6XvyCFeuCQxvyXVozK+ojc2gntqnQzoTi81TGf07zEuyHCMFRe+Zuou9s8uv
bRDAc5jAs0+Ifjf5vTos0shiIn4UCVH2MWNIEcbYqe8SF+K377ax/f7tOb3ydlJSBq5OTxnXhS3O
CylHjG+hihx4RC0IGdmAmHyGYCeAtrHUAcla+YNq5ulj0Y3KzoJem1ugeyAUV4US2o3nCzpCsNIQ
qBkPa1Mw7NtZjW8GS4CHLvJaGXfelmublN3Jt7KWl9QLoXo4fqM+DxVB2N9YcF3HU8feKzte+yg0
YjGw0kDwYkFy/lGL5zWEWOzSeqjmox3X8n6YauOuSGNnj8h7bSxMmehKAU+jL7Cu7h9BwcQjrc49
+OWeQldgJRNRj9TU9iHLW7kTZV0dazXDQO4L7d2t5q7AtClObW+9gJX0JmJ7HGYavXdYi2Y7x+DK
SpGPcXnTvF0Rl5szh+nG2NQex8BQF+9G1mZ0j6FCvbMfrhw2qogu9xWCgByB9Vf8MXmGKTqjnEd2
X5PQzRhrDdlx0+pKvB2SqrmbC9veif4vC3gYmwH5JVBFoI2C+OYFmFOz4Wlyh4M616kS4huh/tYN
ZECQWpz/7bIIjIWWyRqkhTeVapCncXmjNorU/QZf+r3aypU1XdNfWCTrtQpG4HwKkjIGbSUy7m1z
wkYa32OgAX11M+pOsvPpV4bC04pnj6yL6ri9WdNsnPSMIgcsVL2ybyzZ2S/ovxtB7OXFzlBX7jQU
2mjW8FLoK8Tp/Ksg0o9925vDwZjt+kQFpfE7zRqfFEef3llLrp5ceN0Hmp3G89u36bWP5LUFbW1D
OWTw85HTjnmMuEcJMubkyeJQkkS69vRUm0LuNcSvDUZeA7qbjhxK7pvbs1bczm5dbk+zw7dAVQwL
5IbXBCtr4e+PyuqHQ/BKUQaU2mYos7HsWh1QmsUZZ3yapaYfkfZOA8kWD4x23KvyX3npGQ+VLm42
rtCtMETu6dijaFbPw9APx5j6mI/2yIutJcbJKbzpFi/P5vj22l1W/MBRmCRxxJaEkMg4ni+erait
LNKhP8yWmePzRqdQ+ubs2U/xYlJir4yh/IKhtWWjiRwR+Q51d6ujXrdnT3ZlYalkASDhwKxuUZtb
Hfd3DXYesx1befkzMZX8w6x686ONweR/COYp7BFwEFlDVt2mlXZruWlsoi8cubN+2xuTFUKBGh4z
R8wBZCYyFDAsO/f7esttYvmzQTfbqdMybYlt0qHaFkh+LM58Wyxx7OO74PiRl6X3kKx/oY+2us/8
l4eMfiitV5rYeBpeJLa5aslkHb3P8cKpRq0+GlOlYJQh5M6euraS8DvoUJBDr+TA8y3VmnFMTYnZ
nZJhPmmCXKyAbwLt3NZ2hnqlymwnFbY5wQ1wHHohm7un0mPRdpPZH5zBluHS1tn9ouDk12pJ/k/l
GHLwvaxpPjS9frCy/tTXJcJEpdmmd62JSc8awBNFL/YvWaFqTwbeW9+TXi13Fn9d3O3vhGq3cotW
yuaraMQfz66LUrmNdMMAuU8ov6BKYFolcrX5IOsShmGXah/fPthXFgG+BBcXC8HUbKMJ2UeCC5Lj
BPMMiXm3kI8ldeWj08bLl/8wFCymFaFEf2brqmGM1P1a/O4OedYqHwyRw7vP55LbqxmMnWTyyivH
EwNsn1kkTtqm4bQMmlJYc39Am2gl1LWaLznnn3rMyY8xZiinGlyl32LIF779lVfCM0YmOCOrBEm5
RfLos6TwjTPyoTBs5RTlAoNbI9F29sm1+xgmIWjhVYV7DTnPD09Tk3AsJhtaKfXyzm7zZ8dpxnB0
YyXEASf6MA6oTU0qBhQx76uvOMK7fftLr24d9Oe5hunxUk89/wnebJiSieBJUDm1ZuyaAcxA9JhG
Zw7+w1BrrR8LAjja6uZrZaxajZW57FJvdk84aeUBDgBYKujmXwMVAJ4AxaIwS5qysg3Pv8pV4yJZ
DCbWq50oTAfHC7pEj2/iBD+Jjhwa77Bqj0xzyRB9HRWMNF4SVKC2iTS+j2qZCAPJlD7GGqt0clQP
ELhwK00/0Uh25iN6Mc0Rd6ZVhadCY96touEBrZzxaOjZeDMoaO0GTtwnYQGmIxAd5NmdXbd+++Z2
WuPztevEHxys87lpWjfO4kLjVCGh8q5P54xnosIiaXGyj3XhegFyDerp7bW/8h7S6SOvIo7jPG2R
I6ZWGKCq2Gaw5IZbp8vbb3m2zI/qsmQ3Q1/mlq9HffSQtSgFYFOlGzub79pXc8pYHJB5cJ0279SU
dZR2EkIfQ5lc1CDc6b6NSfViM8VsWkmMw6IrxQ4+59o1su4DxAioS7EXz6c67XSpVxTrcUGt3MdY
GVW0WrBrfnturx1hEKpUjNabhJrl+SiTqdcjloQ9AHYEv7RaiJ9NKX9HWdPtBMmvVa7t3kEtGRM/
ajernOD5UD2KYnG6jP2hlpGLM/OovMNz/Kttd+JJV2IRytnUAzVW5kME6PJuUCuJqGxjPghYQN/+
w3evcMG1WEYjZrOkFZ5eQ66vz4MVdUejU34MhTl8oh1S7XQmrmweniALsRMKr0CRN0cmphTdYkyD
pLmVtp8lgpa3Qs/wP0tzb3mXtpXx3oyM7q9JCoTIoOqpA66epIx8PttL5vVDteBnNmEo8o8WNa4/
WZ39biqn+D/EVpAHGBAcADjELYY/yRLcQhB2Oiy9ah5rJBZeEnOhPqGPdu+DKncCpxEyQsxIdgJ5
MBpdYKGaW1Do4gbPmhl3oAGVqbDoo+ykwjXD9EyplHC0UFrd2fJXDhZQO3hzK8KeBH5dsD8iLL1I
FDubkC7Rhzx/LrIoe8BG7m9NYdniEG9Xo3ZwT/ToN8cXtYuqVxoksJZGp4Mx1dEPSvfFrWdI7+9v
ijXJXYMB9vOFQm2bpkoZM9yhcRTElTLpBFrU6Z/ePjFXAlOQDqtUGWj2VQvifNqokxhTj/IeWjMI
afhiLL0HMQ7qJ7qc3XMim/nL2wNuDw4RBfUkwmASXGg9W/DSrHeTSqJThosQCfrYyXJYbYROotEh
1naT/rXIjD3G5/YrGZTnl7waDzHae/rm2ADOj+qhmapQcUu8+qraCnOukCOMU/1z0ozWzma88pGM
txbsV969uhUU6HuTvCpGcE6IeLmpbQONVHvucVWX3a0TDTaa4OUe5+aizrZ+5Vo4XBtuMIu2pCKF
GigNPqSllU7pnJBbZPx3Nhss7J18VHJEuYzifixcp/Sxoe2KF9dJRHPCK45OWm6Of4ucXn8PyQdq
TEhOsJM3sy7V0haznbaho3jJ52aRGERhERp0qVzCtpr2FLa2rx7jrdrTOk0ZepsQWc/3MqAWAWzG
7JHUqLIPTYN9El5d3gMGXXvEvovEk7FIb8l3Vr0fPDY25yatE2c0+mwMkbs1TilDHzEm0NEAoQ00
WGUXFk2qHLsu00JXxEVgFFrzEVE0Kld4oBigZO352Nj6SMsesHdgz215VPXOcoO3D9y1bbHao1Ki
IdJiO66B2B83Y0+DzLKoDIaJlMXn0unid7k3D6haNtmtWaeL4ytjPH5rqkQNEypqH3lkulPeR3v0
3Neh/gwW1lljsmiacaFxGDc7IuLH2cJBgwyJ7zy/wScs7l+cpE/isMAcUgYNLf+PiSYRT4B2AqVH
q/PypTcW7UuMyp4RNBhWPo34u/7MaFreoZWHtQlGjrWFN1o1fAFLF300I23ZuSevnGjQAKAQyf5W
+sgmoqrSOBW2XDqkMybnvscCM+yGdLhXa1GHGe6/d8uSl+HbS7d905gu3nmkhxDnXfnqm+lC8Khs
3Q4jDMfNYB5Yov1c1THX9NvDXCSdr+OQFK2FAjod2wI9hksZEMTVDq7qjfmYTa741ko9fnLlaGLQ
Ccj4BK20OxaJ2dTHVdTzIdIi8R/mGCcZUk8uTiA8m8fVK9HFtdy6DzErmG/MUdXu2yVpAzQwsgca
ZL80RP12Up/LlwFFWIhk6GHDBwIxf344cHfyvLhgTDTq8/uFVf6WLpHhHpCIJeNKImMnYN6mPeDb
EEDj1oBUpZMWbi6OpeehS+qlD/FrbZwDDdhkhCGQLoOvYKz2QUtcXPIE5rRpENmJqvvTEtc//nrF
YT+rBEo8E7QNtncCFZvMtVoMTwcmGE1KbgdaruVJGV2c3GSvB0KoFERzNQ8s/C38iUbmHrD3Fdhy
fh2sHGwQU9wKtLy2nV8PVrmcFWsMe82QWlgvGAIf9FJ49xSgAfwtrcIvcaVsUKk32/Z9s8wztNHZ
Nd87saXPvg5mMvIzLFO+Gk1pjUGm1coUTGgcf0MFKk6IUzs093DawmV+gB6Uo4ub6PJ2Z0Kv7KM1
rQOwSlJLbXnz9jSALyLurjFsOuQyk2qRp9LF0MMXcD78dNYmrtY2u82ROA/RAdSQM1KoV/k4qiOM
rsJjqru0unUoCN5hLVqHrRj2hIcuLzGgnlRKSR1WubFtp6bupqJLyn4KSSzcbw35ywcMhafnEsDM
/VDqMtSHrN051Vc2/Bosk0Q4wGZBz5yfMKS0swnnuDm0k6Gb/CEzWiA6Tu9ED6UD1PMgW0xwcMEs
rNEXmIS1q0FlpOz0x15LLZvNRuC5AgOJENYe2fnvWJCmW5tXQ2jHZe0+SrFkyUOq9b32jncIe/KY
yP85Qu/9W60kifJk6eNQEayU3p0nOpGfAIUaGa5PYz/7uekOS1hoCzzbZm4QSRg0JG99TxFee5gQ
ytNvjQiromBEhZOcSEmV78LIUL0XakMQighniSFnVKF9r41KdmrK3DX9se+qo5eZle7PrZXcUxvo
LVDQJJRBFjfxSV8cid2r4Y7/9F2ffGkLkQFNS9TI86s8WeTd0Nnyu9tN9ec2GswPsZ3k+csYmflt
Q6ur8e2ZQNjVC7O+mcl2HiidC++AXIL6z9uH4jIeoyxApVR97bYiP3Y+48MM2KwYqOT19pw+CBMJ
16KSdajqlTi+PdQrtHOzusS+IBJX96+1eHk+1ugtnjqo0RhCPGvMBAQtkrRBbdRx70eZqbfct0ZS
PmlKjKYmV35fBIs9YQPdMdvagybbRr2lHCWTT+xHrA3e/oFX7gdSOPi0qzwkqP7N78PKsG+k1Luw
X1Llm5VEAkUlpfkxDvILpdEleHs4bQ0NzueDHo+7YmFXJZ+LFtfQRGrfiVWFmlJFgwlqnLJro1F1
Mpxth6I/OoVawZzIO4zHVb0hItdHqz2gmVJox2mUQxniUVcBaB0GrDOr0U4UaORG+2kAZzE8r/Jd
zwOUZ3Pnt19uG4BAwI44o9B0ua3Ol9Lx0tHGSC3HdBb9Sj/r6Ib2vFX3tUyiv9ULfA1D4VhweROb
EnicDyZ5XNZuVRVqWuPc5euGcFT8MGI8OHa+6/Ii5JEj9l1vQsopW9yKgFGJDLlYwkUVY6i7dfVd
ATdwNAvwMn7nlNVpJLo8EkDEh6VGi25nD15e/4j608dePXrIkC7EaSNPx0vHW0KLgPonnlPOp8mr
FB3ZrtoJFZw8SQoiq3JOb2/G14N+thkRfaWQQYN5LWbAYTuf5KQytCFqMrbYNCfdXR+r0D/lkueP
Vjmp9TFpZZ3d6BjWj346Ljm9sUFknyxQl/kNlXD3N1YwyXOdE78drRyiES887o0IU9XN5BdtKnt/
cOYZW9tovc/5zg5N+4kIoYO+UfvzUlrRoa9MXGztqLd+mkrnfq3aOe6DGqu+5S5FoPhDC+lmOtD7
QPSq4bf9tlvpDP4E8GfwHQxI8lspneTl7fm5WBemh5kBiLbqVlDFOp8enBKTFWa0hKs6d+5j51vf
tp3UqjAfe/A5tITiozsotrqzIy8uCQZeZTKAjZCP8ThuBhZWRKpsquGkj4m4myK97Q4OztZK0PZW
/lIndhZTqXY1QtRkmr++/d0XB53hV8QIIlRIRZNPnw+fx8pEm1aS5BWF5s+uNX3KRKYdFxdt6reH
uvKlVJwoi7ALKdtuMT8WPWkdR88ljN2YBU1azGr82J7GEKCo/TCbZACzh8m0l0R7snKvKmab7U+F
DdQ1gEOKM1vyWJqC26jjWgstilDZoXLGAhawWH1/Ik24wYS/i6DHFlknoBgINZqjQEMdo4ksOXHD
W+i5l6o63Q5RjL+9iplqgPa+DiFpMqPBt9vCRFfUi9xgTmCrB7qToazoaJUadGqlz6FbjXp9WLqq
frfos/VPKhIQj0Vdae8bZgRF3baUO7v6FZy8/WxYAuBU1pmn1ne+vBYYA6OPLC303H6s71RF035N
hpO0T+T72A14ZVXFx8hylh+l3qvKPdjSUgae6kxEv83s3JQSMMFq9r6cQFi30aEVBUWkv94a4Gvh
1a65CHj1TXza16mIZmNV8JdJl+L+MY7TwVsM93kiB7ROvI32eBPjcI96jr5E6c4hvOigWJx6kFNo
ihC90HzbBKbj5Ahux04PtVEoCwiB1H0Zhm7+t9d6bqM8RY/eNZHQx8HLeWqtQquxuU7ib2aOIY+F
BsLOYbmsB/CL0KgBJgIOiQ27uRdcI64yV2XDGnh9fKjEMN8u3NB6AGzOO5GsVXcdj3SwiDp/b4+q
8anJQOO/vS6vnaPN/gHkyckhXeaK2gJlAf9aVCbRQy2Yvfbe8boCk5gWm/aAWnb0s3biqDiYVr5i
31srPyUdPpG+2tey8pUo6Z650KTjkxiaOGmUndyzV74I6gyyKeQxKZyvYKJt31RziszuhWuGUaRT
6zNQTczBMeq+1kbabVT33k7x4MqAAAMcoggCIwK7zZHK8WjEd3EwQrcxI0GnUkb3maJAAYiHZIb6
TCHpr48HAEZqQ+tCwELf3pwjwqJJPOVm2PYaXHvppTli/nnb+gANl0OWzdiEIJh4dHEcXnaqM1d2
Ig8T5DxqyPRo7a1nT0vRfkgrZhjVL++B9qyOk4Rat9q9hDIXhWBZxUl1tZYcyqzvMgSvknsopPXO
Zrwy8STMTIG25vb2toHQ5H0NZswyw7of+6Azu+i7bPGCJ7AoYEJNKU56O6fw8nXUVrr72ipxkHXb
gtSGxRsNs4mtcMID4w5yRS+CqmiV+9ZOIfC9fdiufB9lTWRW1lYuPZLtxqp0DHymksHcnoK0BBk2
FEX8OKflL5yj6h0Yz3Y4VOOIOFb5GDYUCO71uf6jJO0YZalb6DQei0Vfnr1Ri+5wkJ5loI2RdQct
Ubd3tvE2xnodEeIjpLg11NjCC6GKcY1bqhIqOhI5SZTmx7RrqvfqkKkBXNPqIN1+j0ZBiZ0P+fMO
W4cFZLiKVNEzRMLh/EMHXUQOTgBu2KST/kQQ69XHYmqmr1qPW55fe53xy1QjJTvgG0RhJsfn5s7D
KabzoYmuYATS62c0CVJAVbY0QAt0Vb62mpP3kv+BbF4YFgL4co4/NIkhPtpYCGW+qub9r1H2YjxG
UH1yfxCJ/N6lav+lnDrEB1VrsR2CbbuPD7EiVbTHuxQD6YroG95x1fxeysIRPrgT9OLwolLvZDb1
d7poHNW3hzT5J0nxHPIrtx5mX5WVUx+8GeG0rFKw/zBdGWe+q9TUNRElgdfhKnL4HmMA3K6eOvEQ
rFEPfxU2ub/ZJT3iEQux9SGtcOeZq87ID4nZVb/zBMF9P+M+B9cVzVOGf2XGh7etEpkB8APl2cMH
Jgmj2ckeZmuIl8OYiu7WUwkWQjQxvBKXHCP7SX6g5T5uHHPkT57dvkREn1UYNXqNw6eFc4mP2w01
u7E38kdFTbGCrowx6QOlAHLtp7LEdnBxcVwi89A99XmJ4mw59IhRkCSYhtL6MXXKh1aRy/uojJvc
9/RBiQ+TEGvUWabNTIbVGO8BTHTo+1f18NuWLkHhlJnya+XY+e9uqJzMJ+F1Mb7r4uqrXrazoEQ8
N/dVV0UIMgAbcX0705J/uTk1EWSTXeuQWdAvRl0vcqU/l+ZSBw35co/sd+58cXpVi0+ZULNTpDuj
OMwadnc+MU+N1WSrkttzqwD8saqqEwfCDaSracwmd3RDYoPR6BX6Ze4p1ucZmxxcAwb6MX6RTqJA
dsHDXxa4YRffGr1mx/7oKa2DHdowOYfaKudfixphQzPOS2z6okyLxx531089okr/ZlFk/XLxkSoO
APwovNl5OqG/6w3JAyXc/J/Myjm5SD7YM8CkJLV9vaztn1B4UjWc9cF5aCov+8HEeQ3uyin38t9d
jxxj5/99mLV1RS/z/Biv0tMsvZ0eJ9SugjT21KCX4FjcWZkfZD4PO+/89u5fx6MuTydmbU3Y29uq
jeO8iBPE+9K27oN0GKeP6GsMD0ptNzvaYVcuRnofOpeUgSQADoznn+ZSmV7soouPBv1SLVTiPHpH
b9VpDnZBl36Ym/Rdq9l7zeorF6NLTmC8UsJ53DZRNwVjhZJxmhy7AYyQGi/aqZx744kMVD7pUWLt
LeFrhW1zFSMogQa+zajIyWwqPY7RzCI2jSgERezIH/0ydd/I9us29FIl8+7dJk5OpSHU2G8rt/ra
DZEk1NFaQzt0TRQVnx1pY7JWUjN+yoWndyer8prmMERQPAIdincNAVXTXjQPGZyDpHvxM6W1Wx1F
PaFZM8dAwrD0qy30WlKFTH8WuXGvRGj1+LFY5nfUoszW9yLdEEd3ttSHJK8Hl3J4ga4Pmnijghdb
KVbb3iXz6TgMFb5qOGhx3lXNPhhZYbz0ik6uMJej+r2NhbAOVaM4SjAMRaUftFRTvlalkv4YMPzV
w2KKTRyK5rr+2Fvz0t9MaectR4iZmnfQ5lr7UVdOm/hTATmG/y5zsD6LjFQGqtnAVcoy4XD/xGV8
3+a4aqG0nNjCrytdPEWo3A6BKqqO3yDKJQspu47zDafU+9V6VGX9xZoW54Bofv5zVgvxWNRQD09v
n90L93P0v3TyCMB8CAwSAGzeYKexpkhTh/y4GIluHdBtzz4hvYJSbmwNdVhYhQ4GMVKOfVJpt3Lp
MbPp82gVonCtjOx6VPEqadLutxDGfOPM9fjV4pa5Lbt0/mhEpnPvue1MHq5WiMHMCzA4WDYHEcfi
gPzP9FTEFsSCso3wEq7649vfd4Ex5fvo5qCwAGtkjdQ3G7tfG6rZ6JVHvQdTgZeDLTHjTQYqOumg
156vtugShRTm6n9VtNawDSBo/zk0Q+wEphzLZ4RiMWea68o91fXqr5u47mL78yD0v9XP4seiO07n
kbh+vW02N6mVyzI10JQ/gkrQ2JoYDaf42n7vi/TLkJhf+Uj109sT9Cpid37yCTHheuqrNAM9ns0E
VUjAkRS29VG1e9P1jSqqTlPeqFVYZ5L6YZtotjjos8D30FTEgJemUk5zIPROWgc5602LFIlTfMIW
T+i+PXZ29M5uBvtmjCZCN454hqkppiovKUbHiD1OGrYAM+BfngjsNJ/TxG66R2P2FjqsU9UG0qHs
8aGvEiN9pyfG/KAI0wFinaTd+7xUQG7yXuafU8TVfiNsaH2xcBZMgxT5r/ku14v6+0J7vA+SuKNz
6LgdrSd1SAqUXbNYPKXK1P0olyFmU1cmDUg107pPuFmbxY1gij/gkkMp1dPyUt5GUjhfSETG4c7C
nxFWLHCQb/04UNl3sjF99EwAYoQKpfi3TRKVVhePZc2pn0UgG843/dtIuSnxPUSPacQnNaicoq/w
GMOH8ECEMXytJ22Cl27kfXurtXafYOpdGAe6MV7x0i1tld+MeGCupDXuw2BnB/CGnW8A+CH4Ktn4
9OB6vX2+E8NM7WVwi6NpD87NCO7X58cGdWPR0XDa8h5afbdzLF8RIeeDsutoY4CuoQtGznj+sLYl
JaQOsP7RyPQEA7JYN8g2VFP6kd3gqzhMjYPYylCcrJkj7GuTbb1UOGaKGz2xJ+PQ4BT8T1cUXf0w
GK1ePk3rEgDdIuQnOxsq6zEa9bw98CYQ9xjzDKlEz1EDPXKNDoTWaiSqd94Qd49eks8jAmpoTIPR
tRVlReQ6v7u2UJ5Lr7V/GXZZV38dNVkOIQzP/Mo8htZwPgPTUBqOQJTkaE2VuJuXKUfXgaq2QB7y
hopjvJMxr+d4M+NUrMCOrLR/ao6bUGYYi3YY6iY/6mWSaI8lobF89IpiuXl7O11GZ+ifkpcbDEZd
aisuaWnxuAieBnStNQ/SWFsdC7WV7+YWoYq/HmoFya+QkRWBuxWSjHEcRqNqKo4SZu2NtUQY5Erb
faY4pOwgml91WzbTxxFZq0v0IWiRb6Yv0uPZKdEWO4LTtcqjQloOJgWU5ikGFeA9jcPk/o40Gd32
Vj//AjYqEFvscOt1s94mwSvSGpMh1ZpVP1/s7OQRrRZPUeYucaBanfEM67UnXuqBxwVsnDa56zrI
B0GraPEtZ9P6d9C9vvVdDWp3QK2p/9xYZrk60y70fGZa1t1BtWT7gouQYWMUT3H2IZJ2uidJfBme
ol9tvzZsQXDSFzzfuo1S4c9Zd8yCikHJYRi93vsYOYpyrxQtybniDqO1s9YXPVsqiGsbElVFumV0
6dZ990dVJC0LTZXjKI6ZknueLztLX3G/1n3ZK+qdkUvrhAab8KvY7n+bSjzPh9ZNW3hIlKm9QkMK
18mrx1Yseg+d2yYP9MoCD1VN7YWvSyPeCa0ucwduVNSUAXmu5K8tlol7i2AKRN6KCFOPi1bCF5Xg
H61Ozw+tij9sMZntzim/PH1oyqDASfFo/WcbQUS1m5c8Me1xRJ8r8+Ml0x+o04vPot7VZFtDw/Mj
AXcC6U2QYS6X+FYowkR/whoqWWHEUnshEm2hh89B6WYWiVHpPVUoEaBHY6jf/vLYryxgZCYpjqE2
SnvgfCfA4G7yehqbYzu7L9QeMloPZm4e58FoPrw91MUaMhStYMtZDeJWXd7zoRQXvXj6cKD6Cm1+
EK1ThYUROUeqTeWPqOso3zjxspPfXtR1AX2hK0JDbJU2R2hk8zSY3NNuK+EjdnMF4DMq5QpSnrTP
tWzGm9LSMGVOko5/zytyR29U4BSmuDtX3rWfgVYhGiDUWEFmbLFJJYLSvVMm7RFrd+UnErLIDbmK
Hc6oSowU0Ubz3sToyjhMs1v4vQp3YXZFvXPwLy4b6rvoyYIO4al0qC+fL8FMb0pFt7c/qizBY996
S8DkubdaEUMPUlVF30N8Xuxr9jRJvAe7j2eSHX4+IopAaN6lqTxGebWcCp3KJ4bb2Q26lsuj5ZVT
IHqxHOgl7vGfLk4vIyMRskKCCMTBJZ+PPKDb1S51J4+p3eca3Ta9v6ssIlyioizy/3ZvMxgUKA4Q
G4667/lgHFxlbhZbHl1pGN8BIGgnKdUqaEx9DLxWyNtpmPOdQa9+IfBOuF1AcAj/zgdtB4Nevll0
R5csKlD1OAnR9dBPRZ13f3sVMpm8UdDlYYkgaLEBDoh8IfHWPXk01MT2+374rqf98MWUTvz89kxe
2aJszVcJD4eI7kKirGnxjRx1IktEAu/mcereZ736A46Q2wHmI/t4e7zLDQp6aX0KuXZXWsrmVrL6
SXG6uaPBo4zFTyfKk4MDv8jGTY9Ota9PpdEGLY3vQJkt9+Pbg19+LJKrHtwuIiEu/m2+mGTS6wAm
ErdqhXsDG7z6jP9keadwUzwXcvkPw3HqoYV7KzRsi46haNFOg1YWx0Uu5qO5SGTRG7psVuzk38ah
acO3P+/yxqd8x/4ELPcax252zRrmDUlt83kSBo7d29OdKvooaPq+9jWpKfdiMvZwVuuCnb2kr44B
bFMSf7RXtgFVSQwyAU/k8ezRHYtLJKrnUcFmp23qAymxRc2Fbq40q+LBrod455svDyWQVjYTfUwU
EKwtMbB2Zs+tTVmAHtLzd0rtOij8dXPg0WXZuc2vTS9+D2R+NmBgwHfn5z9uHX0keS6O46QNkBxJ
yqKitB+xPHN/iALzIodwcue8XIAIgPiBXSC5pTNM536L7QIt5CzKYhVoL43V+zjD3/dmKWmTAJbS
b63FmIJuTCI6HOZUPKZF1vt16Vk/XD22Doubqd/f3mSXBxikGxUXfe17ga/Tz2cBwFcs0NIqjl6p
Vs9ijhTcokgMNLMUYenKJHSkoQRe1bp/vdRrwc9D+w1EE53MzfZOyFhcPKkh09R5/nmQlFUsvepv
09RtDm9/5GX84MH/gaFBwkRNmX11/pVWpxGUaMI5Zp3jnciKnCeaS8tzNZbtPSVUQnIUJdwjXQwn
JFQHQl8IdQ9pc3Ff8StYf3yWqHAhnLx5zZ1cQ4XQGhxg5ACGKn36RC8+fT/L2KXVYlo7xMSLpYUh
vnpkIaACmhA4zvlHF5kwxtiwpyNcgeYDOJKHygOCoMimvm9oeD6bVd/+6B19D75++Z1gkKmp6GRk
tHC39rFMdG9m2aIem76yAACQCplpi45gHn/Phb6Hob02HJxICquUjjjKmzconRGHqbJaO3ayHv3K
K/SbqC3pWY1UWYe+Vn7+9W4i42RugefT90EI7HxiU0+os60s2lGlIvNsemP2ro/t9KZKiIV9lP8a
dGJsMuUsL7/OCQpoUsX4Z+cquWBlgKBefU5AA7xmINurOq4Vq5Ruqx5ljzfxi6y8zn5S60z72szE
y6E3QlkJhIPNvd/Uwj3KvJrrB7qESHX1hbF81tHRicImMrQFERB1tKB+pw2g7BkGji9FY3coYulJ
eeBKKlJfxHC3kKLJWrET4V/uVZo5YCPgBa414K1qRzHxmyzk/o4VGPQZbJXjvMyg0d7lih2dDKXI
wrRSm6Cwpz3synr2/3zxPJr+ELdsDK25AhGfOF/NDjhBr820h/PR0A9x5dp3Gep4O0iK7WuzjoLw
PEEKwiTEm5s9M8WKbraJuqDYri8/Myf9R0x28dSlnvJIY4hObtLueQBdPDb/H5R2A+QomAZb94fR
NYekG8zlEBPDN/QMB+NbFblNMJmx/klrkzQsaniRB6Br6ceq8+iIqLn2mAocFls8VE9vn5yrk0Dg
RNTNewsd/3yqkXHLE3RFEVuuRSR8B6OqQ8J8zYAo3OoUlYNx04Bw2TkpF3RG5oEyOVxzIlXy2C15
2iqjthJ4QByUdFL9yCi9G4U7/xOSONnPrAHPkdVuFchBnW7g/woq8E18W+jkljYdoacaLMEDrj7O
wXREedKiIT6Isiu+TrGYMHZwk5238drKgenjhHMt8zRvRTeyChWbTIIqxEFNed9U2AMeWiWGgmK3
DojQ/1F2Xjty49oafiIByuFWqtDV3XY7pxthPB4r58ynPx99cbZLJZTQmBnsDQzGLFLk4uJaf8g9
1Ve6eDq1ZmYfLMAfR2zjlU9APMlj+nSv6HjDo5VLKEGPYPyIOMS+60+nKeDyygjp3hiApvBDMVpf
pmX0vkyich+rJFTUQyc0LTrEykAd0Uz0VvGl/fVlpgZK55P3eeULVVFflLzMvtR2YryjLpiMfmkB
Aznd32rrRFL+Xk41jztezVLJ6fr3jkCAyh55owAaa/duov3yiNhseRhsey9nXafMf4aCpIUThOQn
/KG8/FUOzNIeDt5UA3nIlfw/T+ThJ0UBk4Xhx/CzibAuA7GVsrHr5LgozqtlvJgpL0sJXJJ5xZpR
Y0cd0ao356AyxK+4jIG1hJr3CcUsc947SDJDWcVKmUFR65J3DgyB61VteSVDfCZWGmJIA7XvXWQc
YuPtksbjt3ngHW2jDXvhhOnnAiiwn83z0vi1EU7v739f+f3Wv4SJS3IcwLubS3/0isKsokbA0hb9
Ka3V9lSLOUajoB98pRV7IjR/aGc3A9Kt4E0NMQJC5vXUFR2PB8YTATqYzUWfwHm/taq5o78GEXTw
3S4EcZgrHbk8fkqpHUTA6f/BjwS0kWlNGWaHRtpqASn28nNMlYj7dIjHGYCO2qEtNpCaAicy2x9a
PZnvo3wuuhOU0v5i2b017YTirfUDRMiWpXJJLF4lTdHSeVZezQutzFLxu8nO3i6u0/kTwHyEFMM9
67uN0E8JWur4yQseIPD18tlzjlR4VS2BHTZzoOVxdlRmp6D12BR4tSnfhyhNd+Z4EwOotZB+4mSA
XBJF4dXN3ogIkJhilodoMN2nUeDEA2k3evAqfU8V8WZ6cihZBbZoy/C2W02vhAsSq4NXHnjPTQ+6
O0/npCwXyGyWTTsPD9VwCfc40Zvz4+EEAJzbDb7Q9ZqGbsIDPmNQOsfNP249xYeuVctnNxpfbWXE
/BCZkdBT4Pd8xuuh2pT9P6ttdXAqu/qWmphP2wkIub0AIwPI1SmT45hsFFnRAU28umbqeez0kZ9/
KMJQPFL4oMbihYp7yEQSfjKQcwtKuDA/XLcyTpMspx2M2A0/9c1onjI04XdejjfHBOFpOFGgqqkQ
cCGvMpZWbyZwqFlFfdDwPvK0m4+wbhY4n4t3HqtS2ym4b3xSsMR4FwHxpZ24phiNGE/aSUW/vqnw
/wXwANzD6xEGFN7eJ92aGlv1z/SkqNsqluMZs4BN4HSEQ28eccBu0K3HS9nTIuUtGP5sJ8Xfmhov
cCn8AZcdM/brLQRrLMstOBQHrJmUj3ER5zBn6uZpcNy90u7NjcxXQ5GBOQH4p/W7emi79OVVU4AA
hBG1JIcpbYpjGs5YrE2x8dzFc/1WHzA9ODWKlR6hVvaH+7eTPO6rbczlaBLoaBGCoVmFg6pXQycs
C9RCnGZ+A8pKeSnbonnI6nB6KxZsFCeMSGLafnNxuj/0DcyI6xCBX5BUsm+AnsjqqJptUc3Y7ZUH
bdHG5GibQzqe4Y7oLQxRI3xoVF5Yj9QbaODG+C8659AspuJBgMA1f2eibE6Opjjpm0bk5udmofjq
d0KJfzSxlpk7B34jbl792NWXiopSiVoe7wdT8bqPDl5HFxhuKaRXE0hOIdyP0qdvZ4m2BqWLxBnj
TcB+lCfjr4TNdtI55bFbHUYvTH4vbRtmvpYhs1N00wvAuuEUgVE47nyXm3cm34UdSeeYKApbZxVK
hqWgzqcU1SFucNX4nnh5aJAMRGF5FhimZecwBVl5qNvRvORxl/3ohIU6JkT3eX4H7tdCdqmdAaMb
SwnK3IWi9vH+T9zatawHyY18LsExuF6XKk+BmMZkNONUOCfTreYj5J7mguMVHf8BYLzamMXJrfN6
54vIFV+fF6AQpAZIRXNTr8K+liaqmS95fYgc7OEAxKArw4ewvriUuV8Wrfnn1TMlAsBcltp+fI5V
7GsEyU8MFPrQZY1+6FwzPSxjFQYiH9RjMce/KtVIvzWEz51dsDFR2hWI+0iRS6RFVkEQVZ0ktai0
HorIswPN7IvLkGfDQVcU8xxpuxn7xqazuVJlfgAtiL+uP+nkmE1YhRELS4annwbXKuMLCit7aik3
vH6iDqIRZFuyNQrEYDVQjSBM6E60XLG7A0smltQ+j0PYPU9tN6FUMyvnRqlxYozplvpTOfRv7HlA
AKCMChseFoWzSdPT9/e/88ZJB/kgH4L8D1t69Z3TxYt6qLnVwQT6/3bQ+yxQAEk8lG3YfQBJZ/Cq
rz7fH3NryUkEUOSTPRRuutWSiyzHcCnhXTBJX9sot984Stzs3KY3GwmYJA9OdApkQOGdez1KWpva
VJgTXGny5readkhRh0ol6E8ftWEnMNxMCaQRSu50Lql2MuJqSos9oLg9em4glUGOS4kuNmATcyfX
uvlYjELcgYKDNQWitqst5NR6p6uj4waVSsNJi/rliMbB4hvDbL+obtkETTLtoo635ibJgexdgK6g
ma4XUtB4cDDhYVRdgcej5LHzLyiSOTp2lqIkhxohiBcQTg2oHVF3lO0jVMFiOBigtEHyekcKzhSQ
Kr01jkqSSTw+sexkJUNcnpwii3/PYKu9QJ+i5ujWsab6bT9Nb6ckqcdzVVWdh6IQEqs7MXVrOXn5
oAwCEwJbotV9Y0RRV5Z14WIkp0B9y2LDg76Cfvml7ziNgIidk2G9WlIPXSoEF2Hesf+Rml4j4VQa
Z0saAtAgc8Clrpnt+Jz1pSEOgM+8w9wtHkW1+tVmZ3JYNPUs26DxDVX3+jPqhSgdfWRYDTmAIlDq
UF18N3WmGDcLBWLMKw85w6EOQkVRWiYRyK+HqxWe741SeMFYAkA3e3v6UFVW8eX+KFufkNYNAoUy
rrKs16NMCqJElIs9PDbV8qRNrhv0Jh4x+ZTMZx3276FOMnXnirL4Q6/uYvpxku/PaaBTRX/0etDY
JoPsEtTO6Qr+qWV01XMfj7aGbE0d7dE9bnIOORqgZdl2JsKsdT0mWEG4K3L1WiAW32jG8lsYU+qb
dTZcYB6ol7HKv3WpuWfXtBE/0RMm2iBzR2Fz3XBYEEvjxWN5AZc8vhsDXmYZwNcAL7fkpxj1PfT/
5jzp1ICRoMkBKPV6VWcrq0VFuTcQiEqdQxwPP0S59KKuLO8wdKb7wZ7a8WF2vT01kc2ZktHJoYne
a5wLSkZhNegxBqUiHM7FWMGb6/vpRxE738bSS3bCztZEZSLnwuPAEXAtFuGoREoRE0+VMrT0R5Jt
523mTeNzCm34pzCF+tB0hntJLG3Yc7u+kVCUoniQLE3Hk8YjFEWvV9kkwvQjSvtBGiqky1PeP9nK
YPrSfOys5En6UNhUgUGn5C3VN6c69a1jByTtez3QP8/Z9TGCScoOA1BNg13eO389MjqaBwXiTWFQ
tpG1PKnuOI/foQkliT9UytxVQWoZC2oGrpe/dzsg6ME0av2/iuiaBHyF4syQDaFunl0HWa5An0P3
A/z1qQ0S3kXlOYnpavteH/VNUHsK1u4sOHNTEWOjy1GCF8FpfbS95JuJPtCxtisbIMUQeuVTpsxt
Dhk0ipVL1Cqt8USkGR/KRK3ooFIUyP186EnMFsMN851W2G1zg69Ezi2F/HhkcD1dL82ihgkuDjNa
Vu1iI+WBYONvO6yKxwb47qHTRfEDvRuEvgavvmgi7fy09qaPuUIzBvX3pd6zods4Ig4JLO5bGjQ+
QL3XPwgbuiUdOpz4krAcvopmso/lUqfjkwliWgv01tX3pNw3jgkPnj/IZZJTmM7XQzZl3VR0n/Sg
VCGAak07npcCUKU/Kj1F5rRu+AakJS3VPQwYd1KtjQnz/iAlJlWXHkvy3/+1OTNzVjNjbPRgmezp
oV0UnCbTLle9Y2saw9sui5s9NMLttSJFbAh+6I9zTNcKAbUbRmWcNUZA5ax80EYDgTXRZs9D3vx7
/9a8nRyweOrMjIGRFR4Q15PTY33glUNXM08n3lhquZycIf2Zumly1LX0tTJYxFWI+IQ8BNxNMtdV
ZLeRhjcS/gnAhyL4MI/xGVP56suiUe2+P7OtNQTogBueRMEi/ng9swXH0aiqbR0vWcfL/LlKhp/D
UNrOic4UlKH7o91U0ZiYgeAKLT9uDdrXq9GcJeGNgby+a2Xuk5tZ0J3hQS2Jn6WaehZJ7HWHPlOg
C2tZXf3U80nZu7xus3MJW0deFaKphxLtKlR4rekMkTkB7K1b9UnkwviI+8SwM9OtHYNsK31yagKY
T6yOw4Q0fFTnUAHTuUKhyl5C45AZUJlLSlCfhUecvb+0GxcVGG7p5yRbk1BgViOqbYNyVlJAHqo9
tzppM56G/dC5j1bcAcyhrKgEuZ0VQVOMzdeQNscB1Znwe5Q3+rv7v2VrU0FIRLkFsC9vu9X+7ZZ+
bOYJjldvx+6ppZHxkPS2ejagBe6s88ZQ2EvL6gC8aRZ8FWfnxTAUBwpK0E+4avdt8p5nefjcRfOn
+3O6LUfAcyCakx6ju0COvAqvnqmnY5q2+L7ObfmBulv9KSQPqoO8cOvWt8oqmR+yJupmf05aZ/Cj
DsKSrwvXzWgXNZXtWzY820BroOm//hhz66FSIvHsOnfA9cFCBVnt8hG0eu5SDwqGeggfEJ8oJqQj
9OqwsxTyiFwnInKTafQwqIVLaOX1aKmFKErfDUZQqAWbwK9qbRB+4moi/oCl6zgcDEupgPXkHi0A
5ISm/wqXLqQw+Q8D1ZyqaG/3y++8/kl8fykyDYmRz3P9k2hatWrRpmoA/ys/IqFg/MJ2pTg1WA7+
ixDcjFS0WZioafWAHTReP6dF9N3Oysh7YPUrQOwTsnmBAG5YC7fEpZBilBGSQ9MIK3gezfSCUlLa
+JGnJCAAkV/8Tiu22GHy3whucWPI5AdoHghQuOSrzZkg8amETqGiLZZPj6rZp095qrafrT5aHqmE
tu/B3VZB3AiSvVyJ9B+jqlYP+ZyM5xIbuI/AeaofU6Xmj1Zlpf/d3zAbIVfqwCI4TCGWdVmFXNdE
CLWoMjWwa9EejbxcUCEBEbmj83qDyZSrQIsCWWeqZJJlcL0JFgy8myWq1aBudBsZv8mug7aHtuFH
c93AUjXnTzVvNGxe4Ya8pAIiH1Kw0U42uhH76UfB45KipLImfP0zJtscHSdp1UCERfxJz5Lmq6kn
yRco0fbTDCB1Z/Nv7TquGUSouG24Xle3qoZ+jle7ZJUW6gUvpetEx2HKi0fdm+pLb7SAs+yxuNz/
pptbDqIahw5AJtpB8lf9lfDpc2p1fYyE7QTt/KNsgz3WU758QuyvfaD2bOYQgsPwt20v7beC3oAJ
at8DomAuRGpv6Ubh9xF2ayJz+/dD34g9C6at7wBMDRIIDXuACXJb/vULK0G3iStDCzJFRW+It+w7
r81wQ4DG3bx3TNHu7POtD8Hmo/EFBJzguNrn+L8MU1YWpPeupApBvwbmPKfYhON8g4ZC7tQzxdQR
KZr7H2PrgIE1lIQQm/fGH6jVXzNVOketzWbRKEyZ4qMXOy8eIM1v9wfZuGrJf/83yCrGZGXs1jMN
sGBpIUodMm2hcisJZjX6mP28s5ZbHw91dmi24DfZHatDFIqWG78c2V5oLxdHHn/DdOQQLEgkNvTZ
unhPcl/+/nXwllJnWDVSuCUbvt4ueK9pSlknpMKJXlzqYcke56yzTkNTaxejLn9R9qgfy0zLH16/
sLAyIClR5AANsRrY61OROR2aCGB/IXsapoV0aTu+hSbX7WyUzTlyGLibSEohgVzPMQUeodiE/6Dz
orn9rhVaOD3PaaU901wuDeSwUJOih03l6OA2w9i+Pk8ha4CjAK4MQPe6/JhWST7FLm9UHdErXPuQ
WmhVUb5rEFs53l/VrYSNGQK1AMbCjbBWzKtpmlVxU+iBsO15frJHPHlfEG6bIjCXE4vchCaw5VLN
WuUND63qZwlyCGO9vEcyxO9rrXVOTh8PX2K1Nfe0H7f2N4LAtG3pp/NYX8WK0BZYICMCGugRhLFa
S/AJEXH3nLj5LwhtYidD2ApNkryF4I8qE6TVceoHICfWLCtY+QCTsTC+jCWd+3DI87M7Nc4hNON+
Z19vfgFZP6PxAqaOCtr1bisdKzFGMAPUHkCPP5ai0S7o+Jm972Zz/Gi2XjMftb4Hxx9iRXNcRqEM
/pCUivE4ddmEx2EMRNHntRxXe9tDnqrVcecxCraSVz0v4DXVCwyCVrEJ1SBWcEM9q5Gl9SfwzE32
DQSz453axunyY18bYjrHUQLbjew+dQ7xXOW/9UyvnwEWF6m/6KCifXXG7wewuxbtbeSN4E5M4FrB
qwWCz5qp2utKwbO5U6ngNRqlm1A/5bm7nO4fl43l4E9HAxVxAweIyWqD0GsdxnC0dMrVtn6ZK2F9
KYbhvZo2yvn+SLc7nyDLjpCQAOyg1teyFUVqbqS1HThm+WPKTQtVLRf1D+rk/+SoI326P9ztxBiO
ZhXfU466vhtjkA1GZ3R2QBegO5Q44h0S00rfzdYy76zh5sxABsreHwC6tYxCI0wHQuRgB1xOPSUM
m2q8rWN256eFYQReg6XH6yfHFyMgQAICR72K57qJrBWtM0a0yvoN8lGI6BmTc0kbe4/Gt5FdwzWl
3y9xgThjr+niyFRNQ0Zlh3LbIj7HRU2rnfJq8sW2Y/Tqxj7+oKHud0xb3XgTzs7yqauWvbvyhqIi
IYPUvqUVj6z+rV86YMWZX4wFK/pGmpMhqiXlqaJ0xiqzwHPr8+IWy9F2uUr9vor1l1xIGS8rhC7k
66nd/FYr2/1hlWndo0E+NV+RSEBUM7bQ/MW0LrMvCEGX2sHLTfeRndIajzBJlM/3P9z2alIrZT0B
y960prV4MXsDha3A0ZpJPduFlmCba+oVBfh4wFloAaRzGohc2VEIU3bhQyE+Yx6qmTup/G2AoW5A
+Y/KBoLNSLZch+lWtzs1NCAD6mkLQ9JKk/cd6h6v36q8iyGvSwwddYrVKMJG2kARrhmo86RVH5qx
zpWDORvzz1rwnN65ezZOPYVTmv6SXUD4XL2J6qjB7doGUGDUQ208FrZmlm+EjupR4NgdyoT3P+fW
cNSgUDVAuFXqzF0voVDxPVQXnEREn7g/bDctj0MYJ98qfddOYmMooBNQOVw42YTPdcWrWfQojXsn
KLMMjtUSe0/xYLhfwqzZKeNthDNGYvmQh+c1Y6yCywTrGoRlh0qbWisGRgxVdqKwF7u+mFthXwoE
JH7cX8etY3E1pkxg/3rJeHqCZOpYOvh0wJoC5hAf0SeapcJy9IHqZvRRLJoLUSCc5nM6x+rT2M3T
1/u/YnuJ/zfx1eaxwlaY48LZrCCyHqkpZEGuUSRxAXS8fp/SX4SRAw2AfbPGigAm7Arqim4AbaXV
UZsR4aMiGmKVMou9QoH83dcpDwAiSkQy5ZFvxdXi1kh81V5eg2hQxtw413FuvDOtThhnTyua7OAl
OoKydp8JAOf2BH0WiG1YvBaQDHyKojD7l9nRMVptKzWMzHZuHSeYlsF9Fw2K9oUX/Dz6Kfaiey/j
rT3MKeEtDn6XIslqsJFufQmbwgnaGQBiVWMnpk1kwHGmdjzTl2GHIbu1dXDaYyyep9xQqyU2oyRJ
Ry11Am1xFO2AhoE7+VqiJiGYwLH65/5G/VPRWn9RLJQ1ql28W4GPXB+XoqLq4XocUTfSzY6n8TT0
AZ7yA9dFnusfE5Es1KBtYro/Z0l5HluDOkwJIjPvx/i9F5v6+f5v2loBnB/JIaEuQO+SX+SvEyzQ
R4xiZH8DRTWHz0VEH7Cmrw4J29J2htq4uMgiZW7Mbja9P++Pv4ZyPaEnOQXRIEmn9kdKjf2xRkQt
3gnuG8eG0j/0AfRueaqtK12hs+BfWWIMF1tWofu5cNRfCPyCPGQrvUFbFb5ZtzhPrVKoP9Ki2dMy
2Rqfi4USG0gkKiKryyV1w9Yt2GqB1WB3gh5/3JxiUkzzhDOeiPxlsQtx1NU6+tQD50WJCe7Sx/tf
dSvvImxgGCtZ2JKCff1ZPdct6tBovCB0vd59XEZFE4fWAU/sg2dTPsRKUSTBbDuR6ucgUyK/cjXc
tGHgjm/VSYj/ljyvvgO+ZSEHW6uTwBwcJ/IzZzG6wFU7dF+dJa0vShNP8ZHkKPV8t5/69PVH1CKH
lcI70hpz3Ssp+6jVtQFcV+0t+ER5E4YUuSp+deS+X+6v2u1ZoNrJSCA26HeSXF0vWjcZczWGfXyg
XdA/OwnaM6gm5kd86MqdTXob6BjKJcJBk3fgJ64igdY7Wb1EbXywxqE5Y56AhrNrlOdsafP3QDb2
gDHyz7uOPJRWZf5NCRW86BqUo/Cm8oDkKkFphtFRFyi664n6Lo3U6o05mb/dId0DPN2upvTglO62
vBtRXJDh4K/j3oikzLteQ2jS0DFNsbMR/JhjvhAakp0S/uZQ1Aag48vX1Rqx5s2ji2PaTMe0AueC
EvPgp0KKlLhGdXrtHkFv7s/LFIYS7QvjelbpAAUyjTMl0PUcvbvUs5ZjooTLc8tbdWeT/NkF11+N
weCvaWTglFbXpcasALqWKSDxIO9rml+WWYsyo1Fm5RnlT/0dbkomxuKd0UbJARM3/ZtdGPN3TBat
xAcmtfS+17VW44s/TOt8zMP4Q+YVymGeBwUVp6YdUCV95QpxhSHeyXUCvgVMxCr+maA+p6Uy+iAj
9D6YZv9JUxRaykmn7Yx0c6HIkRwgrryGeKKsZfjMOK+bZmIk4PvtqcxlHSpWxPH+fG6TXDkMoGQp
qkThaY3UWWK48k6D83ZZ6KE/oPb9dSY1fDTMkf5IOzvJsdGdGqtBtInfKm6UPoxZM+z5e9xscn4G
utiyMMcRgW16vfOQW2tHMJIkDFPbvORhgZ8hVLHYB5y9x/PdHItkT6pyydVdhaeR+zUTMDGCuogQ
fwD+ZD12FdmIbyjZ/OH+At/EJiZGjJDYC25rCgXXE5sVtE2FzWB0YMR3OqLiuxIbuIiZdagfZs1L
KzQRNe/7/WG3dg/iM2AUyWdoja1zP6ezxWKZfVDMIWjtPgtPylCpO/HiJhuQk6OoShKNchTV3OvJ
GcngYKzNKKnXT4dwSpEfcEfLrxcUyt1Iy57DPk+eMW4YDqFUub4/ye3hpY0GNyfBWH7ov4KwgCWt
YdEqD2NnnLNxMY6G6PsLAUE89pbRn7FkUPxGMUEg1Mkeru720/Li5cTwXoKpQFnvevh2mpu0NyX4
XBPi+zzm7jHk6kN2ePbqxi9CZ8K/pHL2lKRv9y/Fev6mUiKT2zW9p3TtClfgeApoY5PQIrr+rrPb
FyyZ1G/3F/jG/AjMMqVDniyAGWXesJrioiBdknbxKIHgrXWcVFd5pyXAl32rjtUvSzVXTxg5KD9m
kZYvHAFpH+U1l65CPqLWRuWZ96T7sVTDvatqa/HBNJHTU2tEA2h1iAc0fY3MgXRspWGS+h0i/n4L
vaIC49FBPUQZF6cMYe3cWrdbjsMMuElmnUSQNaC7h0LimCBqAs/LisavhIsTcNbZ3XfqsPBzYSOl
Z2Osxx+xIPHEB0MA97j/VW7SKz4KoEqwt7wzHABs1/tOFF3tzE4z4u87NmdMU8a3SdTXX/Tcjj+B
JthzjNzabwQwUEWY5JCmrjaBcOJKx3VoADIvUozAeJ3jXDcEZlfbD/entjEUM7LY2WAVoHStpjZQ
gnDanD875wIOmhglkhDB10Pple3OKm4ORZcT72sAW6Sq16uooGthN6YKBsiL32I6CWah8LTyydaH
XZzf5liEKZsOkaStrlZQH6WbITZ0gVLoWvs0W1PtPVQZ1DHVK5cv99dwY3vQYCSrkp6KEoNzPbE4
RoJm9BisbjR8d2LzbWpIv7h4cgpYs1M27azk7V0DfhFLFPSFAMByGVwPyC2QGH3L/nCWHP5vSATU
6ljfoYRtHHi54aUMLlk3TbLrUUzQElY/N0Ow8NKekTpAFN6v4yZ7WGbH+5TYrY7OTUil7P5ybs4O
ft0feWFSv9VNCnLLRoCrJdBA1J8CL6mSM/0xdU8cYGuPEGKpRhHUABHK3/HXZaYOknXn4iwPSgYf
+K6vzsVkyB6K82pML3FDEqfg3CCIfuNEkNV5iKA+O8So8XglS9Iecdf918REbuftspFewlUADQbZ
hpOGhub1rBQg2pJBQLBwuyZoza76VZXCPeQNRtCVUOxns8ccepy0n2mSiK/ADvb6UlsfkCSFMyGd
7m9CNqUmq/c0boo4NXCysoU4Uf5KD/e3ycbFAEBaljQlLxJs8fVEwRwVFeqkY+Bifsk1MIWX0VqK
o1G5w5u+8TrgcL0deJTCzo3h7bXwt3YPnuIw4iljUh9f7VKjbo3YGmEuwudLT7OSNRh92GPQ2HN/
vD/TzaFoeUmEH3at6046+gKKW5Q4Mk9lii9FQ+FixBkpmM1G2Tl720NR52FeMp6tzkTUY8zRqFTt
KGV2P9Wxqz97cVpcYncMd3bqxlDsDgTEqctSw1u7BBS4UmB7WY9ByCvkYBYxgmKzM/nFBIHx/gJu
BGgAefDemJO8xFdbZVLDUYtzLLFUwQ2Q6P1IsarBXtXtdKgwNfyFy/0RbwHZvKkgu4HGQmiZ2rPc
vX8Fl7awckTEuVfLFMyQX+Sist5hsDFpR7S4mn/t3kygNTuD0fl4TNmCol7ovMyIikfHyC61Ya9a
vHEqpdQQEEmeRTA4V78ona1IQSqPm76cm5MCf7s5Df0E2ol4Uf9nW1nZBtR0Yv0LQmD2G51QNRxj
W8QID9IxeJ4tLOGMOS/Uj72BsdFOJrJxniVOlCKrtLpE2u56xbQinC01SXFA8brlYJdpGlBnNY9e
k70kDRBGbijtAV+q4QQQdI8svLUbEWGUws0Qz290aivH4iFuj9zhMYyq0bOUpyTSfiIcoL22AsnO
QO+XriZFe4SSVkdsNKyEpyhQ6N6pnNOcVe25z+fhqJTNnkbExg0u34ksKz4oNJpXQ1GcjmNcecgj
42Z5qttoCcJWWf6l4D34bZRrR7O33J3vuLHPaGubXKtcdbwWVtmQkyCcr5dYihtRMgWTPuffbasq
d+C+G7uFUTDNJnnlDlinyDT+tXQ0zTFgKuJQiF5/QuPC+MdLU+ekwGo9OVVvHxIv0iGgdeaH++f7
DyLmqpaGpoGGMynnG4wpBfrr3ZqMmOMUU4Zx+gip5EEPw5p28xKGix92GuzIsBnS8OggF4pNbFz1
M1KITvdfas7L79wa1B9NGTfnajCS0xiG8WUyneJzp2SJfYyyyUTbe4pxYUqQ7qAqNBFAUazs7Pq0
UPlKHjiFg77HQr59fZIyQLRWZXmBt+O6vJABleltMiFwQN6XBDq5F+LpN2Y8P2MogafMLQBdLEvt
IxWKdY0MbRSbvxWJ/Z7S+gX/yvf3F/pmC8t9hDcyNV9uCcC11+ucWmOW0MGidBQt1hPOnWirqI2r
PkXUmQDoucWB8pK9h1fYHhb0DNkLVKw1vbZ2gPPkXBSBS3XUr6MJT0M7Uy6YgGG1hOjXYRyy7nJ/
rjcx6M+ZocnEgBItsTquRYLbbLww16RxvHPdjNNDHg5F0Lv6vJPbbw2lgXzj6Lgk2mvAFy/atPNo
TgSSEXHoLbPlBTEscDq0vaKNjNtXJ4VZgXSRClz0XfgW119wKHUL+vfYk5C2YRVkTm/+U2Ra+LUf
8+4A+rS61Gk6vx0WVNDvL+jm0NLHhXwGn5J1gxQ1gipVzalH7sqOj2mDS7QLDfOMnFr0PGtJFBQI
3PvdXO95v2+tLzglgK6UeZn3KuPI0NK0QMhTp6sFSPdcF4EDNfIY5u2eQNNNcsP6QqqjVcGZBZIv
f8pfmUZmtFZqeUsPlrTDkdMzlsPsJcIvLCs/CBhAOx38zfGo40I3A63J/7kej/IjH7meMeRBe/NY
pGV2bExswVAt7Z5tu493PuLWUUT5WYKG4T0TlK7HI81K50kkkjqVTR/UZgp9UxXZg1FZo9/a0YCW
/LLXULtVvWJVsebgLQWlCjzfalUjQ+sHL8yHYA4FNDZVobV7ipUR1SRjcKyXIrUL92B4zsC94ynR
CyznfkJXaRB8hDSeJtrCRun6ldWreCeC5/iPf6l/BFvl7qnKbe02iZT/g5XnJbxaIl6ds+bGnOaM
2/7ozW76Nkx4L/Ok3eMB3L4vWRjwlDj/SGIF3ffrzxFhsVuIWukDFFqVbxzc+ltmCvPBGRbtZ9+W
uedrRZs8EQrsD6biiv80tR3cnXfK1ibkOc2WoPACam31yg2X1FxSjxmreSgOWMMub8xet79CBU++
1a6af7kfSbbGo80pFSXoxAO5uJ51HBl4NI1tH/SDMbzMYYYqKJq1Hc3jMM0OfVLvCYTepFGsM1EL
uwbpMU+R83pEXDpBOLYNYRM3k09eJrT3cRzuZFGbg8gaGWBocrV1PZ9OpxCTg7kW9MH5s4U49pts
HvWdjHBre4L2//9RVltG0+CYqW7V45iaFIc40b0g9vL00HWpfXz9dyJUULYCWSnR3der5g7F6BQ9
CQwKwMNna4rKNxVJ+LeaNK4CL0f4fe3bku/E8x/SLe8WJI1Wk1NRZg95uJMpuM304Ll951OUsNGh
suyj3kKEuj/DP9D09X0K74qED9QHT9rVFIVDYJ8N7lO0XqVRNb6yvywzNJ/0srLiU60M+TdlqvsU
FFIzS8G3fkmO5DmR41tt2X8G/7U4vm1WWh7EzhRZF0LHXB5RZh9jv8prNBQSLInepXHXU4XL9eyS
Apsy/dEo0l+TCR7fH/uw03c+3tY+oTpG/MJyBpWtVf7T8XXsymIpAWv3l8mBO1Ap2XLhtA+H+6u4
dalQqaWAg9aVrEFc7xMHhpZTWlKOfs6WowI4/kHNvehMbSwLVGq2QTc0ewXVrflxlAEWsE9k7/d6
UNTajUQLhdTAp65ZKnBoewclZ9MM93bl1lBQIGHaS8Iy9cDrobQoN6k30t11ANXD/Jya56VHqD1e
9HwnH9hYSglcgH4I0g4xBvlT/so/RkuxR3OJh2AwRuW/UEcG2K/NZQxsZLcedacbTxXySTvvgo0J
8loHbGfQIrmFp7admyVVXVItwBLctxurf8iAKwJNUPdiyuZQKAlJTi8dqDWB1dGW1mhK8owkiX6P
PUKxej2M9KCm9HR/V8qvsjrakAeRmaDdBZlzXVOss7gXqcrdiiZsdUyLtD6ZVv1qQSYp8UbsoHbK
RXbzzCAGewjKMZ/eGpGLjpt2+tb0+kQ2NdX5z/tT2rg4GYwbE8o4hae1aphekpjjDo9XJBK75ya0
nYMyTN1jDo3ibdrP6U543BwP0gOi4iCikMe83o2miLLCUqki9b0uLqQy49kQ43DKMtwooGPs0Uw3
nhiS1SxTEYoRPKWux0t74ML1QDUHCEv4jBgODvHGpGPgRxQG0XHAt149ab316/66bp06nm68aTgD
8n1zPa4e4znjJNzclovVd+p66VMCO/HMtnJKmKBtdUmUqdzJxbdWF48jogqXnexMXo8qZrOzKMUR
VlhZzE91++TV2QJ/Imn9CPXx4/1Zbh09qTeH+C6tBEpZ1+NlaRJViSzlV4Moj5kzqA+VMv0rnGav
m7CxnhDJ6LYC+KIKuFZ6ki2GvnOUjuvONQ9xWOtfMxOz5EOlqt3oO6ggAaLtdXMH8745Lu99OtyM
Tp/teoaE07BpZZo3t1g1uSnOBvlUmk+4BxWnlAudxk3R7ITsW24epFpepvIOotTDvK9HbfOh9Fpe
IoHd9tWHTIepQNFhnF76kfJzV3AzOanKDxj66qCLtn/f4Qp7wONT+bde1PYYKWm1V3PZ2FxEJX6W
Cxieu2S1FLUxG4NV8WYG9jJxJzf65f84O4/luI12DV8RqpDDFsAkRpEKlLRBSZYENHLuBq7+PNDZ
mMMpTvmXvZTd040OX3hDallJWAfjcnJT55p6yNsa/bYK2EBu3QdsRc+DRav30bfMKQ8YGuX5aNAa
QqTCrIR/XIwhuFMCkkNEP2Kw0WpUjRFLrZjzyG6X/s/sz4QP/3m784M2iizni2U4+yxGJ0By6/yg
TE2EkS0nO8GXMlJiuLbfLy02B5mu5IbVBi71egdYk1gouORUDfS6zw5rR3aJMmaXpju/a5QAimiV
1y7LC+8bDUlKBzgVECmf963LbFndcnaHaF4t+6XikXpuDS2I31/FS0cKe2bo4Bs5jrz49dRKyrbp
4psDWi2N+30cVRuNWmmeLEYNlTEme6Gq7PD+oBduqk2Kj8mRHfMcnFVF/DHrpnJ0hqjybAoUEsam
RbHnYI7a/zIUt3iA1jpBCbpnr+enrV6ZOZ0xRDkOHREW9OJeLcEvfKPS5/cndWmTEB4DBiVk2EDo
r0eCc1bK3liGaDXc7OgMsr6D2PFVc4c0DkZygfeHu7SG3IBEWNxJG8js9XACfbZlIK+IVOpM4TKg
6GY3YkSx4Wp97tJOBEr3dzREW86x2XitOgvgHcrK/l/mhDCObib6K/fsxVEAc4HjAjPF0/J6Qi0e
A1li0OfrjcH8Uos6AVLsi2/vL9vFe4ywceODgcbmKXk9TCCcIUf6Z4jE7EFgb6kFCsyXdlpviLhU
qt7raY+dTFvV0SKmfIc9lbXHsNC+0tq6dPIcg1SYf0GUnqOZFzsZHMw7h4j+nvehHqZnf1DFXpsB
8ytaUThXGP6VSvalNUZUjEPHEgNqPrvIBI3dUaBdGHVlauyL1HOiHtuVD++v8aWtucHPIEDQ9iHe
e73EwjOk4Y8FX3K16h1FsF+tn3bPLaiOK2t4IaDcYM60qSGGkgacHQKKicgXWYRY7lhWkYAh9i2R
fXNHtQPTj1Wst0FRp1u4kH58f44XV5Ljzs25obTOG7CuKjy/HSnTZHNlvKBo1YLd8NWVM7F9j7Mc
h/ltFoJ/jY/PwQzYhxHNtlRoTFtqR3r94puw6vbQ+lLtIGkjBY0bwVGvZj0y1CSuxFsXP+SGrfv/
4c+lGftWCrcKmGRlQUJPlT88+kYShJY9iOP763np9uSFpZvM0aeTdPYlDTPTTENjZ/akDXEJlDMN
62S1ImsY+/3or+OVpb04N6ZGxLxh/M8TVd+FCVrW8GlmZ8PdlEt7Y9qlFcshsa48dxd36TbQJrLP
XX2Wfhipbs9yYiiZoKUZ+kj7FrsEldHnfJ3G59Xwm1+9kevfDMw4r0zzrf0acRshG5BMCvMAnbZ1
+FfFwR3HojL9lHoifZXlJDt0JsK1WosvABx0E7LZ5GExbWrZB5lPmcubjL5EOWeJGXZj27lRjvQJ
zsKZD7EhKYIBtTKldBmWrpksO8IKDFLzWfahlszWNY+KS5/Jpei4IRPh05+HCtpiWgNca8JOCnmx
OWYIHip9LUEWI/N2jSZ3bbSz+xGbNKPOzW0Xal66V2UBmbwXlbgRq2dfKztd2vLk+uh9kPp5/Pv6
y0iQbYMMyPZNFJ0iUq3qqCtLi/xyafbB0GZXruVLlwlfFB4XYQNP4NlOSLFgqhaNNq3IM+3WsvtS
D23sSGChpXhWRp29FDL22yR/Ka3W+KkW283i94/5pWszoF/LBQwo/o1yUCGyDDYScMVyWa3PiTkG
n1O/uoYB+xv7n9+bJGwbRBe+EBoMr5fW5OvlCbK+UdNka3EQpZn/SntZDqHGzrewUU8+VXWFgICO
7XAssMT6jbAK2r+F208ahcCUdolUqrrXEH8ZY6AHAdgjbQjoivbV+r2d2rGKfKtCDzcftMQJc9dR
WWhqRtU+iME08A0qYbDF0h+7/wzAYW9sWo7UpADUQYp+PT+va4seX0UablPlPs5+gnNQqxf7cdSv
vLAXTgQPOXUnnCMpNp/XRru187qipXRSdI4dopvrHAmsEvQhwD2/vzcuXVVboYSYjDozSd3ZBhWV
JHTxSe/NwimaaFxG1NelNxc/RG5qT3RS8Vnoxt7H8K0vbEwBxhZab2g7qaxC4bjwqSDaGfcIY/uU
WOzaOUIR8B8TzWv0XT/08mlYWNV9m6IDdyUfvRDPbeEAiOat0wYp4fU3WYEAL0NOabcsbLFrtWU5
lqP7w0hE8DlPkMXhYFdX0XqX4llUTEnhNuLXRlB6PWzrlW4nMrLr3irtB22QThxkIqvChlLIFCHu
QW+zl3MR+UUnd/OiYQHQ+82Ow27+ef8LXtgs5JEmlRnqbPzZTv+/3hqw7OPqrUEXoTBt/RTZDN+i
Qy4nGualuMZ1u7De6GmC0OMBR0PuHFTka1QZDH8eIgKE8saoxmW/9OkESMJC0LA0q++WQ8n7P8+Q
QSltc7MQ/Z23UntclPnQK3BZ2ZXcCpN5siddjwJj/B8aPAhBUifdHu7NSuv1Ynb6vJo4DDM/e67w
rqBpOpfK3CUWNY/3Z3VpKbfzDfwY3MkbICu6q8qpMH2KZmxM98BdoG/CUjq4LXDgVgTZrYfm1ZXI
5MJmAT21oZG3rBnC4uv5rdJ3U1N2EJqnzsBJMh/39uipcBTDNXmti0MR5fHHoBBw3gWE0DaMOKgO
EeYgY5wGtXUYg1bGvTCuGYJeXErkw1DVJGgBUv56VgIRd1r91BtqwUHDFE+P6PdkO2Uu0Bs0JY66
LIYrS/lWYXKTUqHkgEPMppNz7hBoe63ezklD7WGphm7f1Gb1YZ5SKw/XvvXG0Ct8bsi2wBn1SBWv
W8JcFv6fahxLP3JXL731DEUzj3Kee5J1Twje52r5/P42uxDwYIhOCPq3W08l9fXazFnXIC2JFZqf
qZq2TbburMn6PPRGeZMEzjVx0QtfHQYcChOUxGGJnWNHG31pOuoAZPoM8NjixQSDMknv2nbVrz1d
22Y9Czg2yht8/81zDiXG11MjzJsTS1FVaDuVuDtr8bCVQs59jpy5q4+qRnA+NJJEHnDZ0A75MqVV
6GqOtv/PSwwlbosOYDRs0q6vf0dLlcYTmHdF+rxkqFYj4ZWZYtk5wdTfNnWXfnl/vItrDCxuo9eg
G3YOcGn1Tg/USgJuBYh5pSsWhn2njTcz6f9/jkTIYtC0MkkC/lrbn03N6x3Z9XYf9dUyxO2IDGBh
0C4axdqf/uustqEYhN4YpIXzftFQtcoG4NxHk16rvQPzN9TnZNqXyVWe19szQTl9swbZsO+bSd3r
WU1qqWpoiz1AqUnGJIrZiS53tltdE44mPveH96f2Vp2C+g93BTsSrChdlO2L/uuNzmrba+wJbeNp
AXMVrTbh995wu9UNZ87II+zBUguNAXGrsHVGmiuFHdQ7lEDTIcxw9dBDS+KuHCa4cRe7tnKtm7xK
5l+5X5n7JBFjEfdKGXesnSzi1oRNnKYaOhXvT+QCtopaJI8VyGl692TWryeSNNri6gjgRzgnyt+U
6KtT4w3Fqa7gk4WeNo67QmnBoUOG7hSgz/TitE6fXjn5bw8AvwI40MZj3oT6tu/77+VsmnGoSoFC
jpmJD+wS8YC1CPocsr3qKL+Fcq8vGYT5+HzAFuHxEF+9HivoMyTctwutcBfnvlaySEMLu/FjW2ah
X+b7zLXlXcGlF42p8uKRLWs4dXDldLx94vgZ2NCaYMmZ9jk3wl6sxJ+219RKbRl662TuLa0WO8zm
NhO/URwLO79Wx79wTggsQVxT56Mnci6i0ZINqXJwepRffcg8XrPcJZYYHmRQFBOM7rm8JgH1tmqD
qgUISpixnJY38Yn0MA5L1MprNXVzuOS1iNNR5sgUimYvbKPduThPxN5sdp/e39pbmHz+nWmKeOBE
NiTu+cNF1U+1sjUgmGTKRn+iye99tHqO749yAb/OBGH/8w8ZhH9+gLppKNZEBX2k2x36EIm7NCd/
WJYQjjTSBsZS4pCjNda8Sxeqq7nQ8k+yEkasB0X2NPpz2ez7JMv2a4al0Ps/7sKx4g0DDmxCSOUz
nL2n2iCK3BQFAQ3ebp/swRh2vtkFRbwQ6axXzvClDU0jdeN8oLqHctDrcwXOQqcqxmCaPta7KrPt
KBt973EMCqzBNR5th2rYlUEvbeh/D3qWwjtds1auntFDnwqXFkTexYFGvGC7ifk445d7BY3wdjtz
ZDemIyAnstTzRF7XZS7TAplidwmWE8CxHlXfXts1Pdp4k6ckapQ9Npj6es12883IdBpg1VD1ofZJ
BH42U5QNFpeuPRwXTXjD0bb7FFkL5Nnx/xpLvThYeuGLuHKq9BQkzn/OM8hDCYhI2mBAgu86S5BB
JOflQo8smmBOVweTQuwd5njGbe1Sy/6v+3YbDJLLptxB1fVcIHIZirE1mwZEDaj2W8wonXjWCi8O
utq7cktcWNbNigQHoa1k/raXo8NTIqoDTCORJxMtHQGglW20dN4aGiu0REkBM0ZZ9Brn+G26wSy5
ESngkZeia38WZaY1QIhGo0KGvrnxYzKb7DehrbsgWD/Ye7yMGi3im7tDqHrbPdhTaqSh28jixqkC
NJyDAZhllOQ9Aj5tiTwc8O+kv9KPfXOqtx/JQ0GhEasLvsbrU+35laG0cYHVrhzTor66WntPztzi
M1FcP7QOxRBEvcP3b643lzf9PKydUEMiLAABfRaWeBvaGVlUWlJVUrzUtZ8ZodTsq5DnC9PbwD6b
hD3te+yuX0+PSKPr2RmMo/T8UNoZRt6Gr4QVyW7xP1ND5g7XtGn++f78Lmy7rRO8SbBjGgiL8PW4
RYBq7Dwy7ppmG2y/H/e+aOyw8oYg7vIu3fW9Sx21r67Byt+uLMpg24NF3EpMft4g7hSYJ+FRYENa
ero3Em352Inxmj/Mm3t5I08Q+4OqIc54Ex9PWb4wcRL4IU+xshtm+zg44se6jvMxU9R831/Ot58R
eBibBdQWQqUg9F8vZ0KDarJoBUcC1nIZecs07AtzTI+55STPiSPNm17L2yuPwZvndQOlUQ9Bw3rL
qc47+lU7k6s6ALjWAWPitKlU3FSWiESh2ivn4eJQXE8bUonM+BzTONozioo+2BnsAZ2fWaOSXyov
jcecUvDL+2v5dmsyq41x8bcIaZwjQjUjkyw17UrTmsvumAdmOseVmaZoS6eCJAYBe+mB9yvFAcn/
OrjyLS9sUFBCICX4opv72dmNs2jWlp/SqyKeSA5Zm/g3upynp/8+S+5dCEw0Sml8n40iVIs1rkmt
BxK/f2htOH+HoF+Bblqd/xtRwcZH59Dx7u06c680hN8mXWwc6GnbTtXpB5wjoUxLrhmeTCB3VtNs
MTKqjZom0tSpCBev9WU2jbne94bdPWd56qJ0A0wFpfTOm50rdIxLG4uIjdIhkcV22b4+OS3xa4eq
BgCYyRCPa9aU0aTBKY3y0YQH+P6iX/q0iIhA/9tyECBZrwdLDRCk4L1AkNpVf5uaWrdfTHGteHjp
7vn3KNuv+FcySSk/n1vEcgBjTQVkXZFH/pB0CESO7biHYjX/fn9ab1VR+Z6b88PfCjONnrN5NRQG
tXpkEfGbsoaQ8l/nhklpeg81PfdvM3fxDaUcIw+VL60TYiPjXRlY4rlK6urGyyxYdO//pItrAO4c
xjCZDzfj6zVokG8QxQbpaJDN+uJqTXmDX6zxrfMrL/bNGjmv9we8tI8IjLYiFmgq9EZeD+hgtdmP
KyWzpNDEUdLhjpN2KXabmNJ/jg7/9uu4JLimaJKcrfY6eqt0fSBiHZyw/erV5Slb9DHODekc35/V
pbuQBii8QypmlKPPTodbaVM+prinTbpXerGDl+bvMUvQKtc6ez55YzXf6b3Q9/As8sP7Y19Y0b9U
Tq4KcjjAuq9XdM2XxapR9ojmVGvup6XTn+AEQx2FOLN/fyhUci8cTSpahAREpKRw5yVPe6gqH7VX
9H3mmrOpqcJvw4mrYUJd1Wqe+0xjmtxF5nrojWn6BP1dUd/2e20M7cwrxN4ASPtRK1ztx7Ko5KPB
yn12Gg9jrEz6wR/ab+63cWkofQ1+ZwThYohlOSyGw/siSk/oh3Zy2l9db9ntvu+n8R+3rpUK+xXr
rnCYxfCEnrSB+q7b2r/8ThW/DND8zXFZM7sMu6FVH1TaTg0qnfYWwudW+Q8Rv/Gl9ommYhcl6q9y
8ObhsKxN/rVwNo1dQ8clDg5rUjwL2yKQ7c1EfMDsecjyEOKwfj/kc9AeqcpCsSIGBaKR62v/a557
t3woXU/bL25CFk8YO0G5X70kif3STe0DMnl53I80x/dZsPrimARJQA3Ar7051s0F5eClWTD9kLqo
11hrDKH26IOUx6AtJZW3VvOtsKqWLn3q57T5CmY2/VH39fTVzQAu78wGw1W4n4jvxfa8Ovdzk85y
4/3OD9SQDC3WkmnCEj4wlXGb5HgowGQN8n9qZ8y0e9/LjGfgZbioWsLjk/WtgZWzFIi5NjJFG3LQ
ay9/nlfZ5TvkpMcgLJ16eYEIkKH4bI7Twl/p8i+QTWeLfEm39w6yI1TU5my4r1etbEBy1vymyTES
FQXeKn7jFZX6kYLKjzOOKtTw2I5wAhEAQ0Brn6KbRTlSE+aDljWduEHgrX4Qnpcw0ywoblJHq5x9
5XMOIp4q+2sz59kPvOTsr2AScYhPcjI+Wgb5cqj63rR2wnBoH5R4EedhYqekzGWd00qoUV6/t3V7
kZhYex1oZGEozNuy3klvQNcu1WFsrfYprdPkZa5WwwGHgDZO3EtMWPfe1AQlFJ26Le5RKTBARFRz
dtMZOji2xMrqfaP6dr3RbEUVHPSQXYSDVWVt6M/eVB+d2dM12gv0X4+AJIMbjajgNwpJPULomRZg
7JinmX6qcqftYpnq3g8b4T1n7yYQgcISeVc/xGKgCZ4nVRfLQQT06U9o3Cwl+Vk5mwcrSfifaZpa
bmSKctaxsIrlCV07swxbkYtPpd4PdzTWrWcphY5w8FTJ764LDCAyJZDgA8LjZQE+b3SdG8NPEvDM
ipxzJwBOTPt18FcjdGZncD4swmeapTer8qS76KfeEnzXVkhK0z4j0q0hF6mnY7Mvl75D8GTqkn8m
11uKo90l4z9NYtYvJJlrBuZd2guwBEWNcEkX40+Wu/ndoivBnYT5xxzayuvBkHip7YV11wcfh1SD
LdEsXTFsa1wcFXsR+qU7lU9JilHcQZEj3CibjXYoV5fUsm7M+s+Q0wIJF3cmla5KF9UJbeqGk+eV
+Ez2ROL1vqR2RXEnK6vpKEsviQNjqe1dkfmJeQKt0BTboZj/oZxsTaGkrvdsJV7PedZGcWd3TfVx
LZPSDhe7SL55dVoVcZVLuz/Nqcp+k38v3xy7c7t4rizJk7lgnHRM+NJ67Aojr6MG4NTz6M6y3plp
VqQnLVulisZKQ8aIHqyBfo+pIRNhOZO+hiA08LcgEvH73dgXSRe2Ocbax3UZne+2VMIOU2+Z8103
Nbkfo/7PnZxCTej2o95M+UOWTbk8DGJa5njBYG4+4qOxJLdd5aj+ptto92HmdRqlJ6835lOiW2lw
KPOyJOFDmSA4Bs7QdOAH8kB9z0Sqyk9kvPYvw5dZSiCWINoMbUpRcVcOh/9p0Ndc7nxroXjmNqWq
7ozO8tRBeCrxbll7wzy6Cwh0DfGrJhsfF19Z4jZZtTnZdcjENb/kYhjVVzAaHVfi2k9rloWOqUx3
PGCqEng/J9Eq/2dj9o4pQix/7cXfpdhDeS8gZRDWDKWzTtpHjR5z8JvII2tjv1jqXjuQrWzCKOgW
o+oVSndaoVsNXpchmauZRb3oUTfkWnGQEpH7Hx69E1A11uqvvzRjnjsnVJPbdsckdczUu0XRnCsr
MkQw6p/0pljVF18DugD+oTHkgyfSfvzVuso1XjSbOtDtgCSQRfi/6smf3mpkNu0xo87z+tDq1ZI9
+a07LfdK4fHSwSZCL13D2sVwmzy2tVy0v8c1TZs6VFJ540cbSEtzWyjZeTT//FVVpx77oK9d6jtG
G+pB2qcPoIQn+1iDTrRv57ahxoyVqTNYn3wTtds4TVZ3Rko4VXn+rJXuUKQ7DFYCYYGKbIug3dUU
hbSPeGuBBk1zPIEffTqcqRYW6bKtm1Bk1gs2CRJpjP0w61lh7WvIiObOGiv8MxHKGAyJd6qPUdSx
gvOePXRFOba/dRKlpofznA3aQ237k7PnLwUgdHREcBG/0Snk5L9psAxpH8/WIsZTRmKdxmbiVg+z
qcbx2KtGb2jp23N76zdaqtIwqJDusSIXl67kET3AzS3H8NbF9sO6lQGqPnlm43TQ2k053tvr0gb3
Wblpyi/VNIDoda0F6ahQ9lXgfqoG0S8ISpWaLHB3U8HUHlQR5Jj2VpNtHhvfGexT0eALdefqTZDv
WxcEXWjjtQX7TMO2NFqxxNLTWMuCNPvle+ucPrTAIM1wdSpk6NJuxm1Bnyb0owYtoxFpWsvyOGyy
HDHy4cSpbWk15t4xZVvEFjK11X5SjWVHaFoopwvzdBQBDdOiopFeCEOHcF33xYfayIA9JPaaZDF+
R3oaOsZUPgILR6l5nYz8SzYCB4+aeXS0gwXoEQdIN7VCs9GCKZ5nc3zRV2OcwxJOoB1jiClPiWmi
KV33nOkIdY0kjUXhWo9LqYavtP3lGk22ZvBhAytRN3UbuEsMw2UCASI6U+yQv0DlyPXGEoRaYvL3
dVmmPysHyRXE9ee0Pi7OWt5Zhajy2FJtcztqhp7dJ4ZfL7t1TrLH2ag1Fm7ovM/Ohr7LwtUsXJ9n
i25hNCKIRQPD47+NqnwiRPByz6yjOVMtZaweVT5UgbCuDWt9GPTvbTFgeZyNQd+GBIy4igWJ11p7
NPPn4OCjheGEcqhbP/bGRjfivu0Qo+6MaaBwq0/L+KmtRtkdhKhW+ZMA0rRD+oFl/jvTZN6GlY08
+CEZtHlSDymWp8V+TVe5aqEMatl99Wu8A739utaaieBb4vS7bnBluesMDIB/GnOvf8N1nHQt9Otu
Oemyl37oZgOgzYXn39vpvaq1cIHdgzFq7pvjbT04+VFPHFHfzL2c/JBrNZmeDF3qRO6zs7Rxqif1
unNJ8PpbTDkXdVCqM0fCW2+q2Or5aOOxVgW0v6qAmi2GOiucGmOWdOMdfz1N9ZCtcdDUjrGbBfru
dUh2zbXTL75RPJh4cBZPYqQs8rg06AXtcqvpwTJqvvqIal9SHlFv8k6iK7M2ahPRrgdbUHu7C/iO
B7tcHfaGTey7Q1FUFU+Nu1jWLms7/4Z7ev3ttSAhVbdFp3Up6ofCqfqXEiepIfQ6nUClU3QmwPLK
yg19S+CMQ+G7/MmpGX86RGx6aHZr696169hOu0av3D+uP6UD5kGyq26sovH+zLM9ZHGKQ/Bd0yP2
FqduAbK7IsytAGI3pYhVF1QfJdfEsz10I2xHMIVd2FTQdh5weLL6cJgKRF8QAjazGKET8xmNa9TE
CZKbD2vVaelpyMwlOLY1fgE36ah65Awz3qlw7NNNiMxb+BG+k3XqPvBFel+0dTCQXmlYThZQyDBp
1jrcDQBoD9/9tiqeMMLwV1ridfVFFQVVPk5C9jFpHf6nkws/M1KAfonPZm3pdzIXqIXNaeDoO3dc
GH4gvDzCQ5BeSCNadhChg7qO+0Hz2wiZtiAaOqc0YBwm+lMmciASU7bd9KM/NLepmvXqhaLd8CNJ
usaK5tlo+xvOpHfQJjBK39ysTDO641Weh3k3Jl/mOZ+x/VbOOsRBWvZ6SJgnvo9uh8FiF9RtaM6A
4j+trl+td4PdagK0eDqON4jgtT9njCX4wdAHvTC1Ml8eR5tboMqbYNoT4MzljSu89VT0fK3nJvGz
O2PmZtwtvbkaNxzNpD5R/Giq0O70VLuT09oNBwzIyYaKru6NgxZQEgohKs3WbvSCtvo6YD1UfzWk
7tYhqmx1/kVWmhtE2trYeVjkdYdsSW0FOCd03fgj1UqAIOQ/ubChh06tF6mAKI+ytkmYi7aEue7n
vJT+TdZbWMVUSHf3X1HWXHyCPZF8NblbkeDAEfyznY/ZNx3TpRef3PdLt3j1w1K16w9aYHl58rk6
VChmdnJsVs5cHZImqz972ZhQGBUsXo30z/hDmzxLhlYPCly6nf+ly9xgPqbjEPz0k3EdDk6azPZz
0Oe2s8NFzP4n0QzlxkFeO/6Ja5wr1RHEq/1alMYd7qnNXeaagwx5KHzgr12rP88VafsRJRzDeshk
Pw5Hies2l4yXNPV9OaxTcZR2mxufu5paze3K6yj3WCDnLcHzrN3wEdU/9or928HWGll/qBbVWnf2
ZE9/MuCafdyXwIJD299kyQq/GZqIsLjwwtEBHHOfibL3dkbTDMZjYvpageKc4//ScWD7RGt/HU9U
M4QZyrys9ftJpy0sReEnsaPZ/nyYByvRqNk45aGyapkeRaOLD9pcSRxia3OUR4x4k31GcWa8q2Xu
nNzZaJwoleaq31YsjAxzz9HqQ62M+kSD1s1PaW1Zn6y0K4krrLHY+kS+9UIlo2n3Y1MNVaiN1BQ3
FlBJkWDAg4PRAaeGsLPJKpoiUF8nmXR51Dlsz7zVE3PXmUb7DJbUqpGgW7Tbru/6PJae1VtsbAbG
fbHrf5sVZiERfUthg5EuxURwO9rfHKWK6mT2LYpFiYuJIQQQbKlmkl/rgxomf9+bnp8cnLUi9+z7
NR93c4CjEVqk7KOYy5N7LQcq9g+ht6jjpps1PfRTX/xu8n7BY9x11Y2QSLqpsDRSizJypunqrmwS
okF7GqkVWbg+8ZY0ed3s9UUX3oEsb/SZuLZmsgmNuhtvHTH7zYPpYARx1Dqw36GO3Dv3CDSt/r4c
ZXlrrrlzu+SVp4c6ZWvjKW+Gbt1T/jKd/Uwj/sVSgblEXY52516nVJDemDnhawweFzWSBF+53zXq
IE2IgKBmHDjRpnGYCU+qo7JRgj3Z6bqI23xRQxJKP09sfIARSyYJxIQ28vlG3bGzMu8wLRakSi4c
A+IF+knOPk2mrIvA+BvrPQqb87irg8acvowaIeJu5efsCFfhsacgLppobq0iC+nweh7HM0idyOiw
j40Ghu5CoXnex9RIai8UWVplYdpMlFr8LO0gIxV1glMMMviPQqtL3JMgbfePdrZ4x0Iv8z6mcGV8
4P4uvwKJyPD+Unb9M9Ps6safTMSqtEroxamVhIiINzrSjfNitZ9zGFXf+bWbm0RhBMMhp0jxDTUQ
61PF6ZsPpdkhToo4jvNSB4voQsuS/f1o8y79kaNuf0bgGjwL6Pz8YUpnfwVD5FL8oYa2fIcGZA+h
PSv8SWVu6uJO61msMJsbeWoba2gQyDSNpykvdO2Y9a2X3Dk0BqYYhWf3toabUsRNLYJ2D+bNevYr
rQ8AI2NYGbqulvRoLf39tqsMtF+U6dr24+ob7fDo2YXObTfZKe7h9uCX8dQbw0eHS+L3OhOkRkiL
Vc7JKof5s96jcr5rQcMHUOBJpbn4/flOwVVk53NODoUKsAJt6mL6uZqebOKxzKxub9iyhDRZ2uvj
SLpbnmaYj2PI02l9qQxnTWO/mrLkaMGPfVrNRnGcdI3wWGp6FzdzhpwSWqFwePD1gmlgjSpV4bSO
ncVnTflsU7J6j4CeKR6yfUZcyDpgL/ECBPMoZ3RrQrMFQr9Tta73sV1AaSEQm2pUHIpm+TEDym2j
PCkx2BNeI6gbVvi1IkyfFGhyETsfZU5UExbOUDyNLZS3PeXa/lPvFGDQACyOfQTLiY6nyHr/F2mN
OnkaGWRINaE9VMKk+hCMZTP9HAOzG/bNoFvtbe2kvfZjDRbrT9Djnx4NZWbfJX3Z/vKpDBe7fJH2
52lKxGk1k7TcES1AyHNkhmmuTw3xj1U4Rr7LMJ+cAeEOEpWKOqE/H/L1i+m5b0y17kfoTXO8clOc
bOLocgcD0f4UJI2ig5dpw5fAqtWzcnl6yoVCUdSlvfGpWbLZvqlUWz6pRSb6s0s8MO01XdLoXOAP
9Ae6n8NjCWOhDLla60dtJW/c2V1fn3wBgiVSK+HjvaOq9SCRAiRFWI2y2plZPr6Y4KOHUynL8qEt
h6QOvdQZ54OhDeXRV40pbqoNX0J+41QN1a6SEo3PG9GHKpHVr4Vq+kLNucfCfB4tInmJ6WX2fxyd
15acuBaGn4i1yOGWokLn3Hb7huW2xwIBQmSJpz9fndsZj6e6GqS9/5h38T6XhfVT84MUUpD2Jk2C
ZyeuK1ZBk7oPQ8QNcEzor/rNWNpSljmztRUJ4317IN3I/NQokp6dfpDdWTRJ+DGmIWjdGseSCuvE
ZuDAfSp/L2t9/VX7e3SMHaO+rgRIddC7kiFewmV/UWHH9kaUBQG8gCHVmk+7GJ6xvFIx1W3Jwoug
6V1Mt7DcHtd4yPC/Tvt83OUST49L6jAsUf7cPDDR2LqY6tpfC5PEm0cVby/ee7EPy2czNB1f0966
05vL7vVFEGy6H3QQDtGjBqq9D8mEiXgbBj4bR54Og7yhL+Nf20O4na0d9SN+sniHDqBW4ymoYx44
0GadS19e52ixDf1ZqGk6MsUROe0HnZpOPsndbzP6M3UXibq8TNwob/2u/Pve763J/XTpURF3Wbm/
OFnlE9dCpVNuADQJq3Qd7T+IxYm+QQcjfcMKHz3sQx+Ly7YPmDDxhgW/kNI33yUnFjA2Drh767V1
nzNrTZ9tUKNaDtk9H+Ktd3j1KeYgb9gOYXAIu7SeirQUrszdreP95FXNtmPi8LOAvJrk3qYiCY8e
YeNPkjC65gmhAdCEzZZ2OPALSN0czCl0cr9K93c90nWcD9aiKSidQP70J2crwffCndp4T2uRA3jw
8rBkOd2BcZMQ4CSgjoXxASbjJpLoGAFRd19eQKnXN+5oOjAbi671GFf7Wt/H3sS9Y5jbhkenpX/v
fu3pXM7JIfb1TeeJKigi6dunUu7dLzkk2GfWqCJxM3U29zGcJF8bKXW1c2j03O4Ppgu6H2vEBPbZ
dvH8u13rKHptg2DyC3eOFu8+HTp1a01Yr8eNphjeqDKoQ9BUFf9tm0x4OfRZXz1U2t0e5mmCSJnG
bPnpizqRYJBT8KLktif5iAnlTsejR9F0V5nHvpTr8jauNP4eiZIYkQwEQkPdUEdzK0xTtR+Zzfzl
+muNyevftv4rSIauullZgp1jQIL/+2DMyhNLvU/2TemakwsDNvO5bW36A6sqH7ruiBEkerg0ZbH0
ZumL2ASlvgydScxdmzbqxfKA2ttA6/Ijbb0xfFd9lwyHCjLafMVajrdj2CKJ2d2gcw7d6BuguXXM
XCSSwzozL/GjcKK0RPHjLnGyS+nyCS9qcgLnoa2rZnvwm0D+jmUQm7MYY8aSVU/+XljljluxrdFq
j44jg1/BMk8o7Z1MTXlp1qE+DRt0WrGHwfgJmpM5l5lOwm9PwWc86qAb/8azK5/mdg1w85VYaQ6z
b7F9Np7Z9CGps+EFSh73ViKq7MZSaeq/N1ENm0Rnp10KIi+S7IeBRmsuMbfRep/W8fTW0ldpvqdw
WeRBe3PPQR93tqDVe6Ua0bJ75+tu4ujOz3ifLmKtRXhf7/ragDtgNryxobHt+1RVI6BnbYcKhmeX
QT6x22WHplqDmm8xsWf0Vs3jFm2hesm2uf8XcTVoXFKux2naCWe8zBCF+lIuJT8Q9/7EV1N5e3RB
j5LYQz9G9cU6ZdgXGQFXVw6pLO/gfCL2gVplD+ToxEhJ60wSjZANw78gZOMoAuI1EAHtS7xfnSr9
C2Yd8zTIdjQHTfRhyQ2qab2I4ajAvzlUl0LQYXy5asFwdOpkqZ8zn6IwsOyw/APSzJ7tdYkDvTvH
435IY298rOMZaWHl1ftv+F84wtIsUZmTScqkguaUmfWaR3nXx2sfXCbdyB9xmnFydHIXf6auL7sj
6zZ/eEMGnOYEbvt7rheajFgM0/LvHnfjf2E9MGxvjVczp6vohXb0ZngciE9ZTpMOnCPjpFOdhnpQ
80u0bvriMd/tAI9t1OdVxcZ0QqcU6TM/S+KDenX2LViJSXgdWL2H82o25xOdpvVyuw6Zdybbe9A3
DUnxU964lXlOe+XKI6Fx9FyzopMAOew7KwtA0uzScuZxDu7T5NmfgTWDd8JyZ1hOCVxArjNqaShz
MO7rUpnk9zJUnjzs/38+FEaRtjDIsCHB981ryCv3s5/uuFfeGbF0+wdwnmTo3unn4FB1bnxe00nW
BX+lfBODM3hvmaJoJN/8qZ1O2TgE09mfEwu4swRK5Y0yUXyCLwshkbi/RA6dhQI66kutbuGfCEik
S8yMp1TXoVs0ohf2oSSA82kPLKocDif3n5qS9r5FGr6cW/LzipIW0fgoOVKuKGQ3tKhXeM2rDEPW
QY+bLw+mxUF+0gQa3zdRqp2bQHu9PFIJpPQDq6dY0ErRZ1gEXdwU0HlG32ZNCv/ss5pCVqf+2h9X
LgGwY+GAyREt93sMAiLXRapmfayUj7HPW3zd5WrV5otMhol7zwTtGSGooIR26ML6ktVCTrchBCff
g3d9YFttRBELRq+bCD1ufQiSDWhs6kuyi4BQyCggW0yFOWL8uKe0qYLhbfoq82+pk0JG4QQ7L72j
cAcd22HR0B01hCQqEyrQWUz0F/OztDmLehvnXsJIVigUqq+qnsr0Tm4JW5AzRWajWRudLkadbix2
lWzyPooG3R0zUaZgJ5ERd1lGzum9QwHkfT9tO1re2W+zc2gq/P2TgBq8cE25H73fuf9FvqWnorpq
VgFx+q67jVuv4XlzStMcEhYafZxEMJ3KtVHqy6iWIX5tIvdxmkWHWt4oLLihP3pAq46dxjztryRQ
Qp3MTb3skArhFkGRouKs3po6bL3TvJSwWYw3y10WhVt1nrwQ4m73BH9aTChybgyyXgcpfjgTd00O
9HjYrF1fBXQULtVOLPyDcoWMD3a73NoukfWJmXkjKtel6y5nz9puMttcy6ND2dAy2u3769pgASgE
1qH00lZYNW5q0qE+BxjK221HwXLo08kKRqZla09WK8fJW5aJmLXa0x8duMqn2u0eHZztqlFY0xi/
bFlPCfs0xP1w68BQvw2MTeEH2+Ckn8PADMl/QO4VOoGkhrfpAIQMCS6VB8aDOJGpV2z9d7OMkz6L
bMLXhvGlvCk7SYLcZHHL3wSeocYEZSdnNbR5af/Fzs4fXFmC3pBqtMzrAe3rOTIgl9VoyLJTnVZR
wnnaWf/Strp5k2Kof4kFIvlQTb1AseBl6477U8n/oDM8uIV97rKa45wkm5Pd9ewXYAUoIZjHZwpu
kj0m4jObsztlRwOiThMIWqkuQl209lp/sykwCuxp0v7poczW3NSgUEev89b9zjZNcLSpv604Yvyh
iNDE6xt2jWU6tgL3QUEXYUzKzFV+sFac5Qf0F5YbLqpMx6eKlEvkVbiPT70lOgJsjJ65vNccbUOL
6OCyLj3ndTrG6hk5zxC+uD6/p1+x3tv9snCW00frrlX8JlPtJ0dHSMf8MmS5VI9QHpx1dnAA4fwp
9DPcwESu5QKYi7c1bhUwS+dtIG9t8AlpxNXfzVKMn/HGsf+jDeuWFfR653O/Q38u2Ty94wQom6PZ
SDyjKl3qH8O2JMtDrSjqvQFlgfbv/v+j7G7ahvyCmXVeRB2gNjB6lz+sttWQN53Bl5dpIYd7arZk
UKhl1zfGMPJcxddNevCH0uOqJZblZwiUwZOFOqQ7GMo/1MnrQq6qhH/5e9iiaANQT933mGC+v65F
hpqjOnG/+ymJq7tyHOiZg7eLcT1ard+30Xb/pbod9yMpT3K710u3ZPSapcNwpOGMbN4dXVFw63mT
+Nc5U1odiJIm0BHDo/vKDoQifQbqFnz3LFmrnyLFkpE3c39PHOkHRd3JdiQcTvxZ0Ea9z2jrN34A
6cVFGg7AkGMYOn4xZkpsv3Qy9W+rs2WolPZJtCcTWh9lQVXHRdcTUk/GyDBYt3C9EQXBPmQz5Xnh
XtX3U5v4JpcN2VtFICZw+wFo8n5HCoC0yJro35CsGykhtR4+6HEbiS4ZU/vWxdrzcu6egCjDbuyr
n022uKZYcKEFNzPwcPkwjBPo/jQYJzlqki23X8uq3PCwynFxHyhN84ZjqAhxO/pO2T6lk/INSFXL
LVZOy76+xJsTx8U42m24lcZhZBibMXyIy2CxR+rUqf7ejczcI8ebdnPShmikGWBqjn2qkaTMFRq3
Kz5r71U6efFptasXYpwatD0qR8YxFJ9tP50VoSAQAR/+2GBy1y9lnWQc2IuO70rmhLcyCFF8BRkC
1hWcBgtKOcTbKcvG5IkxpP+C6wrGx3Rq5GV2fbNd+oG/msCMtnn0wn4l02zQ+slRTfIv3lumBLjW
VJ2g4MOnkdH3C56gj3LsMyhsiAQnMHTQJknzqEICcVOGIEyOINf6vyaodsz46EMgRjdtmoIpE+3L
tMN+6G4iSWQY1OoSGku6V+QKmcJ1uKxMOcIbZlBXowU/UnTLfU2fzswk2sLTHBVuKiRgMPmvA4ak
6DBvwfS3tBxjd3L2K78ovdZbC33dJFll5cJgXYr6aZlMN77XDYK/e4cGvvervHTPUdHslxhUefpi
nZ2+YWm74HFuS9MVhhM7OjpMrvd7D4V68DZnv68nY8LcTHUW5RX4/nJPbNT4VkURXWI8yRxBqHo4
/tAa6sd+j6kq7YbZtvm62e5X3C1Rc8t9Fn1v5VI/WuJ13jMk3w1XZYT8HaVE80HK/1oeQhfEFSmT
mz6D8YfzQxVz8eR6rK7ijyVe/+51CCS/OYHYL61fNQ/WlTUyKWh8gI1xQgmRog66ZUgPqqLyYEAK
G4vufVupwD5VnT+6T7JaOXnYJce/yhr51I2lwyOpOO0PSCWbkzdTzgJ3CBL7wyqi9UkMossZgXxp
H/tt38Y/Ub+bJ8qI1vTMcF96x7mc1wwRo5P92nUTsRAS/w+qhK7I+5MEiAWPzRr052tjBh62LqgY
/bYsqw4cRdt0JwNhZtgDYu8Oa1wHT9qJlt9cu5ulPibozdGfvf6HkDvF6dlE3OdFZa4Rt7RqTZCd
Q5c9enqJw4MtU1hlYsJa/yKyWX2we3ew0aYWTxwCQ1JUqH2/tU3kV7AKwPgrOPYj7IbqXZZ9kBwE
mBE/M8k+16SwJj2VKW0Tx2R3xUfrVj25kbNA1efVbSmu4T0cqMJMwyvUR5aXG8XBSEmnAPBpQtbK
+JBWP1tq0qdjk2b6vaxLDgXEAtEz6lj86B4/30s30TDNUSFkly/jEE4PS+eILwBWSnfduu6JGM00
x2wsmuk2CHdjD6avt+VEgJ75D1QPm+c000VyWCTc9pHAtC0muSbOxusukrivzdL2fkEgtleRoe50
j3vWBD8XDBf+7Zp62y1Lm8+dxq2ynv1wD/aXBvDrt0ytcQ56SdgqWDNFfKqXNfncCY2Wj6befcEG
26qvyDrJcjQxXwlnbL2zldQTkUWJTWaAn6qVy0UuuHIRUQTiBixaqpPyYnkXB0iPocNbrtTWWlD+
fW/9344JM+cs2lbw42SD/yABmR2e0m3UBR0tAf8f6/s/7RS08RmF/3bxWQKu6/44PKeb41fHKYp4
MlNMol9kyAGLbiJQiMjb6rUeEyEOw7JEf7qYZrZDt6jow+uU91Y3zurQfBoT+LNlVMuitGP0ODnd
HH0l69z+qWtv/SRHA5t63PP1Mqc5OwiWzNZ8iZL934rKZDn78eCwtakluG8RDf6spSmH0waNkyDs
uDLOkHILVkcKtDVSb6a2WoXaEmkgBGOx0u3dXCabOoyTLz/CMvDsYSNhxjnv3ZXtpwZofemQRcGd
lEn7iXgn7BEieHxRfh1HsMXsEc/0cwqqXOts+726ktPGQQlwX7pILE+b3dItB6sVX2WzuMhoncgj
iipoO/R1EtKd4ZGkKS1q4gDASLufnacpulGz11I9FPak0EzXrJ0LAOnEKe9NPqihFC8ljzXq8toB
qJhGlaJmCWO143YJ/Eu1eK66DF5knmIoDXlAvGfIxkJ/KHPSZ8bxGjmSrLmILKSLGwK8PidN6byi
lEKPIaZZfqwrHJ3KV7bWW9IUGoW0aqtRPc8u827FqAhx5OjwTKR1aIt5TLKBv1DEVFdLzrG8R0U8
59VY6hPg/whhmNkqZJdYxforI5fqjwzL5D+kQMldMEYAyd7GXI9Ep46zIs2Waj6KwPj+OeE7eCdc
eiX4YgVQWojQmR8p3Wr+bINTuY/oMKL1dupNuzxVnk5f4Dt7ddDr6D/LjYSy27X3ul8K1Tdqq9Cl
Qa5ztuWRFsN4y5slqO/Rl8wDBfCd8wlDWCE8Rql+8HXMTeFvXfvSayf53sjQzf5kAez0SSI7D+Ez
N/mAYh7wUS9h9rdfU2ClAFHZccRkSgmI3/SEe61z6FwaxKk7Ala7q9toLo05d5PXdcUYyCC8hwwp
n5cU6v9kRqWB4QNRuiczSch9ZxgaGgyCGjiIrfXNRQDbnlgs4tNoK9cQ0hEKvCK7TlfEagvEYgPp
po4mRQXyug6L+RJTvz4tcSr0aSmJLShMPA4l3kIXNr2JwhAkYHWCEQeuH92JDdVf7k5ZT+R/y+nz
SZh6M36T7M49Z7tBOsWOoq15CFKrhteoqzeTu5phAeX+2nj50piliAeW3Jw+nNrL4xlG+7RIJBcn
XXoJTIyO2keRXts90cO5J3pTfIwQy2zvhFo56ttqRRU29p34W2Oejhm6gWfueC6Co9oUZyEErPYL
+rC5wsl/b21uk2j43vwU91HZb2N4iLG3A/qk61JxawzN8OHNPrAOiyrs4nY1G6AlH+YORSxD2aWk
8fpV0L3b3I9hvShmarndIW/Rn5Yw9TvbUmoFYFVzrLkDJkkoKbsZrwiDLfWOjs6S8CFdNledZ2/Z
1EX3tWsLNTMJgzQBBOce3Uhc2NjpLkOEjhvLcdCgyeq95pulKMRmNHrbdPRqZC9o8St6VhFZVndR
68AJVUkleRLSwDx0imy3Ixo0dXTruO9Zd1Mk02Frxq9wsgt6gaFN7hHfxTSSb/wippdJC+SXYxvq
B1TWscyFY6s4Ry46lk/p6pFY0pU2zJ6rjK6bY7PQSvCQrKxBByo8Msb+VnSKSYMM8qIyMYtog2Tp
Hqa5788sr8tLtISo0kSI+zr3ytQfbzixppktre//SxMwLQT388wZvmepOkRomMpTRLURkpPW7b2b
BWDixNTBIbJSBfY+1m3zN0mgyI5UpvHeJsO0/HRA2AMOQna9HO2lsHgTwPjOlNMRddV4a/vh19VW
nbomcD0CGLlXj06lIzjpYd24ZJSgGD6WOv3cEU0wi2dxBfAhDbL+DckAq0TvPFIx2zmgZeUC9V+l
LlkTa9lFhy2y6xNxENocsarX42HfFws3sM6qfVDwRtggM1/2RbNTC5vvfO+GV7qxpoB3RYYxO7Fz
XjnQ1tO0BX51qvbwKi8wW/kYmlUDTDu6KvMBs+gPGanxZevHmY1RzVV9QE2dRrCVmGTyqGtqcwia
pdtvNh5kcNzOlj8j/pfPQYBAupsIoDkqvgjIwmS10Wlsk1HfBoAkD4BYC2Gj4TWKwefWeBq3vZGn
tNIJSf62Nthv0DyOBP26riyuDn8YUw7Mb7Jfy+AY63lryHT2JZv4YujLSXtKZ/M67JHMZiHnAdLC
oWS7XpFCDchvFiJpOvnmrHUy3ixl5N4rf0lB1Tz8jBNqR2CDqA/iOzfBiYWvYZOv1LVPkGuJmu5M
sya8zwBU3/TV9PEJ7Jl/VzbcpwdwifltZuQo82DO6iewhCg91iYKmqck0svbpgLX/JBBJfybmQLK
7Futsblpp2B04OnLyv1rIcnGRzWSmFXY3g0Jv/cQap9L3zRnH6W+/M+jqSr+52rX9JRNNCSnSn/y
KAtPB/eZVgQwOr1P0ds+Bl33GbMhjyCx9Xh91PfrI6NtB+rujOmZTxnYCy6I5bYNOhFf4qD1kdYm
e3f0AMPMEcduB3vD1lo/OsMCq1YTAL0cS/C6n0IojhUHWf0/JUL3LxGE6I4I7o2fSvxLoOxWYGOU
oEzZedlAtA9LjZMDhrZdEI+7MvwBcOaNR53o3sDArtHfbNZYSRBLopn2kEF/zVq7v8pxzOKHsV33
5cfGHfeTG2TPijAmxu6AkEMgtkff9o0rBoR23KKxflxZVsVRekNrD7R9Oym/lma7hBqmCDFU1cSF
GgYgDzVp922soDfPfBj0j+wq+keLEHgqAHL96ejTxiSP7ADtfxOeRfnPiUv1t1GIN85ySgLyWCkM
fo1qiDY57qz+AYhJNMMyV/bT5bGmmrimwvmQZfv+JBH32lve7kF/1iZBv5Vva7/+AiEZsFjAjRt2
03CmizBO7PzRLsKXr7OOCNZfohhFfbhn3e+yC737YNxAh5qEmbXo0hRMT2wAyZ51PXuH8LDdD3Jv
l9c5Ubg8uDa3WxWuioR+p0MYCVnIuzoS+igpkGg5e8Zljp+ruDUI2B2RPkxBP6fXB2aG5HHjXTYH
EYxZ9bOTVsic6ZGGZ4gb74Cekd8GeVHirkZION7MazKgYJ9idoEyVYyglGWNTMi6s1vhhNhT8nTx
RsuwEjBW8CH8ZwOxNJ/X2jXvvFzjepFylu5ZcOddIMnQUM3D7D8QeurZ7xXmoDzyJSMPDQmwRua0
LPo+a8g9KbyEVejGYDMMEfvQcJub3vgIxaS377/nkBbCJ19YVZ5XCLrwXpsuPbUSy/jJJzj174Zz
/QGUCQm2Afw5RvJK8vD1uvDFyfb/o1iuFTBzv/yb3XT/aEYErLk3LvVbSCYW+WntND45NrT9WcUt
yJ9yto6Y3kgAzwU7Lzot3kgFCmroe3NoSPRT3yqZBuBHbyj/ga80OEv8YW1Ow4Rd5NDUPGQMN434
WbUu/Bnj6pYdOrUDtcgEyPkgerQqt5sFIlq6CYDWkOUNw6CB5FkJZddeJDRW8Dw62/6EtQJn2TbH
9q5lPedKducqQWvvVnO+Y7VmUAs7jJQ1QGL8aFasHcW8rM1NOvjuK5oI0xYet3PysOpRDTeWCkts
ZSGP5JHVyjwxjsomlzWQMTs1TkRgXwKQkW9lwVKgunXDgmC3xC+aWazvqWRavvWaih0p2JzyTnNf
3rhBvPzQUwkdF8RobE5s12jP5pST4lQ6vvtjG5nO8k4Oy1tUtvIZPzzQiVrL9suZ1/LdBT0GgrMz
Ub7DMIq/wHosUs1MJsmHy0zwxw0AVkHtGOJhW1v7POx25aFvsMScU1e5cdFwN72AuEQg2wse3nOa
ltGHDaRyPjIZlEzCXZL+6Hu9/+wZGRFY7DUD1xqZq6FLkbzsrC6qwtHrpseWB7U9JgL7IyvZFtf3
QkwWuojPBB5BY+ktAEnknsIldZePNuoSceO2s7j+froKo0hlAmZXhjr4kGvMWzwk9Rs4ZFlfCJeo
vjDFuAYITo1Qh5FquhNnhFJPqnOjR+pzaqSjvbHvXaOcn/xqlD2gkOs+yMYhMLoPRPLfSlnyv350
meyXQAdRMe/p2P5d1Cyj6wnqbz18sXY/Rn/tolsUzbt6g3qPBCfPnALbSHKs/o68mZB0ZTww+crK
Y1BrXP9AZNmKFss6NMavKXHzZbIG5hXVbXC7jIQ5Ei6HqOCilHaGiz+BwTO44qg6ASDU6MQ3xEKw
qDKDjB7D79kNWu4ZYrWIfau2+Zl8JByeEm/6+1S77p9gEvZ2El4DnklpICdQt5tnbL/6BaWa6EE0
CJt5Catw+Kh73/lcunYMDgtzx5M3uU550ZPjPCDvLOcPXzU7g5bTrhd678GvnW6Vr0yJwcCvT6x+
jsvbvaOUJ0GRm/EE5T7AE7kBkXEvSbck/TmohR3OoR1WcxRyQRma6jmSzxlFpfVX0Gdj9gQmYNaH
EYdgW2gTnzOHUI958X+FuLzeYHTc6YaLykbnqnT9+jJhZ+ivPJf/j36NEvhUy/kFZKypLugZ66fG
stc+gzukVV7v8fYfFQAcTxWWdePkRPnVyymsvaQHolP1fpjKhBtaKTxhBx3WYXK2BozpEnVRoo+t
DcJzN9OWfqpEKoYvMuajijQtOUI3S2RjQFugAMViUxzeiBvYDgu79VVz0+pl+I+jW7zvweysR6+V
sFQ6mHDHSMqT/zlM4XeI5e121ycsvIew3pLquHh7cNx8HTXF0KUyPe1eQ+Yflbbkxzd8rxSocANH
ke1WGN7Ow+TqlV5wI8Op/oF8JG0O1qTQhAxA5fDuWEd949SA+dFgoqQD2EUH2ENGh0bNvu/vWjF4
3imZqTU8bxM+7U+yu7cZFgz4Gtq+r2OG+ChkUG4tyqAuzHjUkYL+EQDnhm1dNUjLMSyDjPsOukSc
BahxB8/no4wmrU80FugI0fWaCWAyF3cW4+jyE06x/RVwCXg8YOzS6I+lOEWDoZwYcUDyDgNRPRqs
OFWu2iHsz2mk0d2u8R7Aeqc6vPeYzP/5KrHeaU+hFvKBvJg/E5t9dQMv1/zn1xGCRLGu6zeHiDbI
6xlDT5jj+t+1Vycp7hYOnRxnmz/mdscMW7SshPh3IlXCKYdZ8guLbIcpleotDxKp67+TBL/0CNSa
HCQD310p5pRWtDEc/zAKIB/rtzDKiLpQvbqhem96VfTV81LSfBMBUTb9v3Vx069wwehAShJ8ri+o
9sozJ+Rm1NOk0/NoXdSsIlbmG0ZbDhd0c/Ej3vPaPu0zqpMLezzcImn0+1IE7uz+xW0GLoZFQdx2
Lg4SNJBe2x5MFRjviHsVR2Yyx+mdB/DWntqdhLCboAmQ94Ve6v+ndy/5sYx6eYSiBR1XqVo/Zt7j
jrc87u6wwKBzUwveKNkF0BWubeqnbQpC92QnEXKUiBGRfYWu+9aJuHEK+sLGp3Va9Xdae+E/q4fm
brdYAWDKwh4yD6vjP7rdgveAvRSilO4j51Qns/u6NysAox+ovSvWhThwpIoC3Q0fkN0WtcT+zFs9
/kHsSC/ApBjnL42n4wsDACEKqnfwIDmTQoLYIg0pqiHwo6+MNYr0chEp/xCqrLKXYN799WZrG3Wr
IreuDsJRSXiB9u67gyCTkOiI3t2nnxE1Gd4NSnIod5INOnRLaOUmVCA8+PmWKHNPxNSa3hrPU9PD
ivr4pUL7xOY0TfVyRpo7hMfUJbsvl3K1D8F2RV88uWUJhShhyF/iJKr5VRNhUp7r0rjxpYplMhXh
3GCECEuZ3VWOc8Xaylg+RbQp/ueiH3H5z+vkzq1S8YtNINsJRi3b+IbcNtXe6RYg+9WrB6e+UftY
70WJmB9tq1Ie6BAOl0RK3TyPzSa9HISm/9VlGYxTqBQE4ubRP3ichbdWRdOmyyPWT0yKrJWhyHW8
mXucldDuCYOHn2u/W1CjLgnhlVPThbSJeKahDnKnsvSgp2W998up/uunc9h/JZXxfhsoISULtxtK
dcRxVD2mIFvteetthqCPZoTsMHNQP6HDCPw/vE9deddVvf/IOVlxOPfRNt/3HAjYGFt+Pu++BVUL
bhvyqORNBB34tFXz+jtBiPTXZZd8nQlhDI9ml9PPdKrFeqzCWW2vCq13UWG2xbE/0LkY4SlACRP2
5uL23QbhKcbqWPtlL4oEMbU4BWWYdjfArWqgdjvj9OXzj4Zxa2s+lmxy56e2qeVdwrNjoawGsIZy
pQ/jvID/Eh7VNu3BQ0yPE498+E9vu2oeEaFnHyrFvZvHWzL8EmsVXulnSfNYH1ODd8ialPSNMGrE
717BxiCcAPakaAOmouBSMW+9jHm/aokJM3c418ab/3F2Zr1xK9mW/isX9/kQHZyCwYvufsg5U6nJ
sizbL4RtWZyn4Mxf3x9PvxylBQmnCoU6QFXBNJlkxI691/pWkAT9V5d69S40s5LqwbGGZyz7vveI
RMw4iKJJfyjdcvZO7aJdMbOyxs0iULY3URXa/S5w4qjcENYsvqJrKn9AL26u+PFrNr8o8T7lVSyC
K4vIgyvoJaN9DBVc7h36WDyPYIG6T3CRAYvizMN2UoENCa44KCGs8XLG+qvSJt+Zlbdj5Cy9yp1X
VjA6ex2iQmG1E9iFKxTqX+gbNf05RIqX7SS5ov0OFkLxQqXu2usy8C3BtmQV/QZng3IOmiMPbrmm
LhOYTwZqFUeNHICdXEpx8qIcO62/UA9Sv7UZ2RZZeZ8zdqQhZCYKHf8YuPN1kVA4U8V00j4WteWX
1CpWGuwml/bEdvBMaxfRquY0zNABNVyQ1+sUay9JnWk74eicLOM4DJQl26FlHrUSdEWQEExlBFqi
H/Dfm0CS9FXbLwpwy2KPAS/deOinAnxfCDKT29l1GV7ZyaiBzww9cWl57uA7CpgVrMZicBfHhOt/
G4Ym+xw0xZSfsqmYbps06G6ofplO2o41oZNsnPocIBTFTm0EDaW3bXS3VqOFte2k2181RenPX1w4
sDeeaKuIA7+FVJoSVtNmmxWmcT6ET6MHA2lnyBlKME9FeUBdWHtOiWKP37ttng07g9kiWyzKuWTr
0f+7Je+XT5UNz/nECdkpDkHV+gP8rbr4qjOADjOkGfY+M82/1HaSX/cAmctNmAXtjrOXwrlGa+dI
eYtkKS1L8PrEl6mdS/EtOdaWkjm159Xzc1U6yCSq2a03bRwENyBM2vBMg9CNEhDnwue26v6LkYbu
qcLQzVNlZrYfs8nptw2qwW5V0iSlEx97Vv5sDcQMXHUJDrd+ZcTOWD5lQFV+5bWNXMxozdHCvw4H
f+gdd1wVpV16Owo5Sp4EYEC6Ak9YMx9LJ4SITOQBc+R9IK5KUy7eIJx9CQp6w0Z3sMgc1+mIzhzT
m+XQm22BDa50NU7uxluaL7RjnADDHJ70eVUjPWpvjAlxyG2VevJn1VY2onzKAr1FFDwOXxUDwO5q
nFNoJZCKMSZEYBLwg43SQADhJvNJpgxgipUx9K2xq2rqwE0ratbtAhHnWuDjD9c+ekWswuyIhICq
/oYGuc/XVVPN7XSKJ3XtF+ZoX6GfIlKclkCNxjBO9HMgO4hPSEWjZufyHgXrtqzhCSnGWRj5007j
ssUxGN11gVV9QjfU433lBKjW4Dn8X87QqfTolVH/nI9TdN2pXoLxqXL31iC5xfqRQj5CDh0hTVlV
jDO6zVKqcxSIUpyGup/kwLIyLLaxKZT3UpAPwFZuVLQ/ra5p7vMUpzwXK/CJKTnG4JDj2vkULLZX
6mzh5FtOrg5O5AYtxgKYKMU9agq0cL0Iy5vFaHQcc7QdNFRy+hq5jvAz1X5cNxy4Cy/eUyxhZLDl
9CArEKnfpxDLV9/7Kr+bSicqCL6PdPF7MOj1r/BMMM0vGUw3BwS53jUC9pZRWG1hZvBpptH8CfzZ
XeVoBe8Z91POaKuD9CNB8DxpD7vIyp7c6TMdcOded3r8GTP2/CaDubJv7DSZwddw7qUlUxU5e7+X
vZhhOP0WDG2CVTt3zUPKX2jphTDu3aQRdkROYLH42pReYEHzcLTi00y4254ZWZX7TEbb0kWlT3XE
vBYa8joBj8Ecgv7F1gyJEopQ6bY7rELiFM7SjMs9a4aOTiwlwl1HqJbl1kI4yF4p7PknIqJ+3hC6
rNQpTWk8rh1Hj9BmyJLaplYa1uMK+Y39ILM60idVBN2PknkH5icYKl8WC2sMNiEeb1gRqbK8mC15
p6OcZrNuOKND1kBYsUVeFeXfI6Nize1Eov1j0gzmfTTBEzmYfDfhKpzS/sbo/Klb+2AWOFq4DfV+
U+uuX3OaxyvKJGDAq2kCI0bcXxa/zQjc4Cr3U7fd2gXRVUC+Q4xg3ElA08uS4blF5fXNY4zBKCCO
YJI7rRf5UFRG+hVJmox3JTECT0Y+zc3n1uYN4S3li0cGWuXdI8f2pHvyJFp0PK9z+2hA5nmiwbP4
9OuovAvClLthLtqdoXDUJOmQXFat/KJ1H/wohzcwxMnMrsCRHgEkTgO19hOhbn2z1Zi9R+S9PdOC
uGzOjmcrpBlm2N6BMZJ6ZzISeyKNUv7gcdvuwQlmwTG9wai6Ezod5QFNbXIi3i4o13bjmrTKaAmA
gmqR965nIuaZeHPYVdd+NnII7kvFHztJOamrupyGcxmGdXMa4sBjbqaC2VnTOlI0ROg34Hnlv6Ex
xFC+3CH8xxbUkz8Vr/F8dNi2UjEPG+pWMB3RZPG1TX0YOJu0iVDkdjpk5k8DlUK1yokcopoMe3M7
YgDaI6+o5ZZFEwUrtMZEbHBUWvlqLhzc43Zpifu6CbBes0SWW8yuEfShDlHCOm7m2cI4pBJ9GAbJ
+pJkZZj8yjlRtSvfJm121U9D9Y34Yb88IOZz5Eq0dfg5Zrj42GN4Z1jp+q27DeNC/6BBxfNSUdp8
azIhmAnhIvFWGIf0mTk8s4BWT6C3LHuM1B4zYf0r7cBWA+5QExieuMDoEWANnXZd2Q/3s8PDXIkC
iS58kzx9gCBDCAb0dhxogeRnOGVBbw0Z65pYCMfw5jKESIZ7UtiBq1OceeAGCmr4Zs9ZPXmYGpb3
dYhoreUPoIG8hXCVDrusALCyUjH4t40d+cFDl4vEvDXLXB4Z/3fxGqZOuAPCnGaHqYja+AqVHRta
g3RVnHwIeeWKeVmLIcMHHYgKSe6ZQWp9NkGqmWul+/JzMzj+ZxPXtLPTfDiLy7009l0V1+Ge13NZ
5TtDs0p3Vbqr+rxDLjRa3lMjc3SFzWigWCIPAP5cZzn7oe4QaGSxlat9Xzad3Ax4SHfLkBZjC37T
pS/p0ADF0Siq3dgO6pOhS1QesVO02cZHnP9tgtXlbTLEwZ+Qnpvjloi5oOMY5gEI7CrLzYGfRIiW
R60x8RjMR3xUpfiwKL9ijmeji2QQP9F4G+Bmj1ZRbdbJqgXA9tyzpz6O5QxcAMWRVd8OXOvGnDFM
bAFlGCHXzZrDhEfKuKIxa8v1iO18QIubuscAR2q3yYqINikrx+CvsKv9vQbXKr7LE4t2Z81MamUy
YQyuhqkrxK4Dsu4vLBzb+d14jrpRdasH5u+QchDJJU1lrrAre2IdB353z4/XZ4wwivKnTxjw1woF
j3fy7CARB2jJk0/ZbFnF2R67WfK1udZ3/FzeF3b41Nx2SDw548am/9PUhvkADYAzb1MOdDdypLwa
p+KzXzeztc5Bx3SnOYB9vqd17f+uZFVFR9MWoX8DJZzp1GB31bytSSUazwAm7HhDQUUdnJe9fpp1
4EQrbagSx7IRmShWlEvNniK66I+mzFs+Hz/Lx51d4hrYVCE9/a10IXhA2CN5l5k/wXcPoBlwW8gQ
ue1upqFIK88dnaNJ47di/OKAWnOhJ546FXIanjgADMztG5oDlnAUSwgKxfukHhOHKTSyYJQJhLHa
Cic7KFg+0U3CnAhUn2WMP6CpBI+2JA7kgH3M+smICCYn5dkAgbOzrO1Ex81cS9U0JdMtF7dw2qcl
Gy/GGPZy0ZNC5fYLhhqlMAWfh8C7WMEALl4c/FzlyXOpzdZJzta/hS3mLdy+CGMm35XPUR/WSPdI
scWvVJLfOG+cyTOTb6KWDen0PO5gG0Zzfmf7JETuR6pg3nC6AfknqJwlHcrZoYNAHsH81cgQmR/Q
wzYQJHOPNiK5JAXC68KSAeZiT/CjDyaP+jbTDCSOFCYkp3OaGtMTKh3R4P/rU6ijbhYpjLwKUgIu
bIZ+c16zk7NYzPOVl3UF5pB8ztQNXtm2uKHtLL95NYO4zwbEF7Wd6NZxQQMdFySLucILZWfJvJdY
UumQdXFY//TROZ5y3FrTGV2bmPf2gFF43yut+1umqMFtV8r0pyjaJv6E6huhIu/gRGMSazGniNoW
01p0vet9t2n0JycscnGyafKQiiLlByxxdFpov+qmbI1TZAXiSzqR5nlIuzEBBtfCNOjLcsA3kIYY
g5SKsyseTH/nN2UZb9l+yvxn0lDzbBsjnut958bTNQJy6OOTqeXXKEVPOPJ989mGuonQvHrheFss
ckr6TuqTAEWFv9eyk11Nj39g0MLY4FMRSiQXGAfS7pz69ujthJEX+1lwAsKUK2oYFPwaV6ZZ9fUa
9pkvt33i9GrXQ09FoO8C7MdnkXTFcbCV/gbvs2IwYTO1OhQjLMjt0HCwOSRQILZT4rflre+2xVc3
ntMnBSWQM5AZTJ+nOUnKszWin9tS1igLuCGC5U04zmGwadWE7DICvsS3ESLOop9sMh/iIMhUf1QW
usGctOoIVNB8NQIL6valH6bOmueX9ph5w5GXtdTFp8xIBuMRPTFhvH5CgNvZIyIz2CI3jnwmZYJD
kjkMRXbgDJfq68aomzsx2lW/7duhj9EmJJG7NQFefk2RYsU7UJdtt2ekEpF163PgGisLbQejkZyN
cDaSftv5dXW27bJyAMd4c7ZvgtHiK3aR7XLuMPLuR+uD6VtVruEvnnNf7Wf0i9GK84TFeXI2c3tr
q7Qtn0b2JEQeptHmKxxBBTMzOvEjtionyeFceF21QsNqj3fUg1a1LqVJ+1alpXuykq6Tx16XQ3ys
+C1oE6B1rc5IP4dhO6Nduk5VH7q3Q5v66fUwxiMj6LQZ9+hF4+fBMDxBklfCj2Zas3WkZwbYyZLF
8oE3hvtSRH093jDx9fSuWSI7T6OB9Y+RwYDrm4FaG25NAJ9ArxpHfDFKt6MTMsuW7R845Y4vkfGv
UctYYU9w88WUZhBapNpCVGAQmEHSb7NC87ap/HCASSY9d1vB+GZJaKm6dmZF4wg6ERC+2TaGZzQa
7ktaagzXKk/wGdtlOV1jdIueqUKqfPG5txt/GBH8LWv5hqPPyCw2GsNPpU7o6iLZoA8otLATRmuF
/g2bLP7JIYuxUUC9t/foAURn7GGkOJTIzTqCOdqse4iHknNdG9nBfVqbsCpbDMegG3ASblOzIQk2
ymeaGqYyiWLw6HH6wBsskFqKRYONCD/DlwhsozoFYdl9mYt5foCaAXCBavw3QgiYOFMchynuqBRQ
s48h4rNIa3dRL0yo/yQv1n1jR8khNmR4x4mJiZNsMcmfMrfhiLTAxco1FDCQCY42jWSl2t70jlWb
6ueuHrBDWhoLPb2oGp+SovEwHQTOg+pLlU2uuVsCw3646dh2p4LPdo8zOWivxrZIX+grNgI1GTlo
LrqMdsXEvZpe/B5nFJ08VL18uuBpN73K7XoLe670V9oO8r2fQKNc46ivsxOoycxkyjdbNGpdXAnI
ZKr0BiRZmN0ApGEVLvuUAlfa9Hg3dcZpcTm/9sFJCSaJW2HNXrkV2gdQ6xZ45lYO7Fi0mDjZ25uS
j+y7o/32ufbK4AzkR6BgHloEIE1VE71SthxqKOtlOm9nAknugT6jddJ+Vt0jh2Cm3fALHxqIX8M2
5tc7oWPMqAt4hWlbAKUm7iOozHRrpLZ8KRtfm+sC8nZ0dOLRolFTQTtcB26Wulfscl24hz3kRHsc
k/wE/D/7g0qKjE3Jtb3mHCB/bpjDT+SKc/BVTxHliT6EAma1WRTGb1cE6XyYiy62dmMCN3VxzuT3
qFvpyDqD0f4Q0IBsdBnt/JLn0PSuQbVoexf1ov0Fvj76zVFmvInRMt47Q4nFr8jM6kuqTPuR9c6/
ibu8/erjiey2oeEr7PC5gzNrsJ5Casgv7jwPwyqEedByQpsTY0uXvDimyJiQwMXkF6+0mNpmk3LE
wMGuFAr/tupgMAdO4N5mSOoNVs+k+8VRmXFlNsTmjxhR5ve+s71vouqXTPMEsBHn7NB9yKwOJVRp
ZzhHp1QOV7CwpL3O6EmU4hszsDw4lmWohm1Ox8tZJxiV9Y4Gl/EwB/H83RJa6w1R1e43muW85oQU
cUgCM6vvJpgF4AqAszDrRn9064S0w1fULxZVUmEuWjMEmCu/Dcth6xsyo2nG8GfT6JisZYvXUSFN
tYbfzpRkd4T7Biia2b2gUgVOg1IuIHp57XrDmJxBborHtqckMHrYwWssFnQthWKwNrheYawD3/bl
jZp9E7hm44pvEk/DPXKdKFqn6E8JJC3Ik4d7FXQHRiBY9ovaUE9EqXrmxqD829HHhDvUZT1gEUKf
xmhXsNkhFEB8t8YJpZMt/i9amG4Oce0T0nqBLw5yCE6zqmNUPS6zh4KpLraKDC/RMFtmu4/QESzu
/ybjuBUz9F01LsNAKGGoxU5QCqFSZ9lQ3zZeAtwBPY5h7TNzJGopoPdoowSvZP6lk2Cy0C9z7Xsy
kMRnDPb8jaYaNm4YA8thUjeY1YkyqjwjejeBaYxD9XuShjhbtGfo4jMRv7ZTq+p2avJRUad8sPaZ
DuGcMPupfBZcm836xpzQSGznPDbyXZV16oljAVltQkNVXDFJYhuNpxlSX53oFjAMxd+wy9VMxR3Y
qtTLMDmMN+6Ae2HjJNYy1zXc4HGSU/bSFhToL65JqbcDOGp2V3kNzGYFyy83N30dKJw1yVzKbVFw
S4wX6JqsothxH4eoKhk1KIu2flLH2MUZAFXPk5zzEQhj2gybGGNrv4I8Vrsk0lvyd46o70pPjXhZ
lEThyuw5DrD60HhYdUAEF38R8nzIr5P/YOZhn94Nhuqiq7ipJKY9RJN8jhqDa12WCRYoHbb7nBhY
uKGOn3H0NOb5Z0w3B9Bdqc1dGcrWoZujHASBLXEb10ENM2dFjnuTHQbPpZmF90zoVdAa7kMcqOq5
lRCQwbX4w23q6yBcu3bDChvEfL87N0KbsMu0O7mrya7KG6C6DOwNWCxgYkfxJBu7+dnCHEdCY1GB
7pXsxe+ELKPsho22vMG4RHR3Ewiz2xo6ECijM8yI3ECY0PoMXXVSQ5t8BnXCVAo8nn6snLqFxj8l
/a+Q7G1mMODm4lXHMHTP41bpXjulCDbgJphnQDpTd20mI4oEVl4YdrWTvPh8jgB/rT6x1okzyPNA
HYw3Keq8XznU2h7OFMycVcaJ0FtBX2JBKDIxDDjtNT46n5nrCRo3xm9PjBQIMHnks2zQdzeJ1sHa
ygJ2ktLW3jXSc4wtyJD8JwTl0cHSMRQenQ9YkBO3aRsi6Uz0IJDKW9Q6o/KalbYipBamXafFrcgr
61eJIKA6+jAic+DkjXgm28Ow11NY2FhFC9kme4FU/YZxWt7ufSuY+3WmGWxuJyJ1xB7J3XQj1dhh
VxlDc9zkqVv9yAgO+BagYnx0pD8CeBs1H9YzcYci38N86pqVzEUIM7vtuvuYxIjgkOg0jY8IHSit
Udi1R+WUJvAotONPYxGrJwVTn1qm70c0L3lfQbid+x9xblO0z22DdC9zOHmihnQ/z8rx6GmC48J+
6BK2wiimTaNbwzDdR8PP8AAbqZMtcZ+0ujvIBRKhRK4lYmI6T0tJUCJFf3DbmQWyqnDYMf9s+mYn
+8L91oWVxFZuzfZnOaMmXNVRKLYJQ2pkGjA1LAbPDodUvqfIBTGKwWIDltzDbFnhC1wJRqTx1py8
ZVDZQ7ldhTnL7CaiFbYd4DJ1rDyM6de9h+L7BhFIC6eMWRAwa4H5wYrXXMuvt6Ib0uxzCGEkgGxN
Bu4a4aTfb0HsYjoIZDryEWRjmx8EguxwQ1fEyQ62jZRuW1m9/RPcr44PlYhQYkdea5/B2PfppkO+
z0rvdOzJpW3YX00dys8BR1y1tXMTtrnrYmvb2B5Cjg2SHapVnIvleZTYgvIpj392pTbgjaO7fsyb
qYeOgeeaLkVYmV+joMo+qV5P3D4Sr2sfBIUmY5mgv+lUC0mOjk8v/qVgnZ2Qu5WRAqLYV7TeoV67
68ZT42Ped+PXekbpbqgkRX/czP2VjkdazbYjwJC3iLsfM0R41tVI+AB+MOqtBSeAvWpPOJO+M3uL
F2RAT/d5quySKMMSqAeCIWzLwBkHxFTgxPFfSGScxg51ETyploDEB7BzofXdlQ2t84EQsJuIFf2X
Y4bWtJMJPOprA1cJLePJVwlLbYnhGny6re6cLMJ70OHeqLczWbfdKokme9qE6C+P7C5dBoi0RDbd
GI77qcvdjl0tY6Oq8I52q9iqjRSNldQn2ce+v0mKyKNggQxjb72x7b/P3mR/MaOpsDYNw1lyuvpa
8VqHRNtteNITTeQCM42N5ii/mlxhC3otftB+iwZs22dql+mEb9lqd9qmtR+yJGCtZ6APAhwbb3mH
8JOTKhPc6LEfPJYzf4lI3zAVUvTnA1ofG05W6VcDzke9BlU5ebuKUe/XImrkCHTGGE9/1XhKOBQx
bPIylx1HlAA6el3DLf+rjvxhqIuMLBpl5+KsCRD5aZtRQjM4F4xQ+gBjAjTu2v4VtphNsZ+hXYNP
MISfKpfBDnEuCV2/IofNQDdGtKhcOniA3+mQd+qu1lHRXTPRtqjnSx0Gn81uFPPGimfniMcozrHZ
1FGx+ssfYNQX1HkbhDXJFeMFH1Q4r3q6+8usaFxU9Ak3kRfIZ0Z27WNhJ/FSTKHBEjiSn/6aZ0yM
ordx/crGCihxBUpFA2krLZEql7u/ME22vvCCbFtKK7LXgo30JFJieA4JAubpg2CoJfjpVSqu9Kwl
W40/xRMAKpbUoX+EYzVoHFNR1UsEl+U8ZfSsnd04tKN9GLswO3eDpoeD4+BmCtLp2DptcvXf//W/
/u///jX+T/i7vPv/l/qvosvvypgm2P/57zeSqSyHMTjFveMI37xIPhyocTzWO/4CBVT5KZDeNlaA
3VpnkVinrdq+f723YpQA5jnoG1Gg+OoiGjBMJk1yEOcqw2LiCovxxehafcMJZDy9f6U/Hi2rBgJ0
R9icilwe7+tHOyRRWELWIoZWG/HVMHfWnq11WDsG+RBubv/QcoBwrovoqnG7X+9ffLmNV78rUzku
aXoO8bCSUfXri9dRH6a48cmQKHRyrERMjiXAjl0TtvgEnT6CxJNm//bZ/n1R7loItHWWf/FbzlM1
tJGbSyhVXfVF2JCxi6o2buHhx/82a5Eb813HVjaUH/LMLn5GJmhjS8ABXrOqanaF5xcbDKvtZgzs
7IM0rD/eGM8xabSYLv90XSkuQr+cwOorIPggJz35oP0kux7t+sXJ+/zm/d/srQtxynTIqzeZqoqL
kLbMlG4gepgB0HIJeS3G9NZijd0xGMej+f61/vjsuBlHEQ7pE7ynMOy+fj/w2RK8kvvO2oM5ClF6
skD5lkwxEAyvSMToN+9f7488seV6/vJzscpY2OZeXy+p2hDcGdfTCPP3kB+NrdPN+Qcpjm/cFXmf
ls/kQtD0cC5+qrwOZ/Z2RflJPNk6KBN/h20UPm4rQKDYg3x4/67e+MUsz8PhSyoMY6LLT9wk7GXO
BXK8THSE1buSCW8NpMgZ1Pzl/Uu9cWsYLS2X993jGToXP1i/NA3ymLyJmRCWx6TqmEJ4lfOCUpQe
bJlHH6zLb9waQelo/Wgc8IFZy//+j43BIBCA7RJ9nQGS9zCHJfU5uqo1e/lHAY1vXYoUay7nSXaZ
yw8M0kG7eBjAzkADPfh9xRfQMVPAxtb921hCj3RfAY92+bfPm//6rqwAkwp2ouVbJuXNsGJxRMJ7
1kbifLBAvfV7sWawFqK6ZfW/+L0qC/nhGHErGnEDZl2O3kM4JvvIHeCuzXWye//9ePMhMkp1pHR9
HuXF2kvYx5D1Pq9iQTryfhzscOMQHbZvm+TlP7iS5dsAR5Tw2LpfP0Os/oTneNjDU82sfu7CYKtL
8uyTMdT/yU3ZOCsFj1C69sWlQgp8x4xHVqnBgpYHL+DoBjgwFhHrBymS5rIdv94xeTWgezJtQ7ZI
2O3r20JWjhQngCwMEqewUKrD99L1XLU0KVEQLRLu6mXQGiVfaxkMSGaEyqfJtzkE/wcPWAnlO6ZS
trqMdi850OOpg/lgBUa9NkxI7DQz9UGoIflgWf77z7q8aybOTAQEg2Hr76fyj898GkztFRU4X05h
3pOhGe6s2pGEowoB2q2IsvQu1tq5Ym7WnEnGE7dsvPOWKbw6otLxfk9p1f9Gp10QnciUccPgPz0k
sakOCnBk9MG2tXyf7/11L34kw0DBmkplr1PmGWERMZwNRmIQyLvYgm4X63wiY21CdP/Bhf+uQ9+7
svX69YCSgudl4MoNIEe0EFDmcnUraayta1P2V/6iFqBx8BJoW59FnEeHugs++Fu89ZGzBfB7yWX5
UheLMm4iJ7ER/mD9gzMZxPDGG/T/R4Dh9QeXWj6tP+4XmALfOQphKS8+PdowSYeXz1kH7XcX+eae
oU3BxBembAVQ6P03/q2L2UvcKCIQ/BDWReXjV2nrLCxcJpJFaK5L06nOhpfovTuMZNGVDja0D+7P
fOuaiu4BdYnFIegy6djHdE0tkblrz4tzdHSTgbjQM8uj1U35cSL0C52KJXegA4c7REft7WQPHIvm
lNQ9OpVyZbihv51QhdcbXDViV9NR37//YJZd4uJXwGpswlNRNAHZTV6/dcXyG5QwtVDNYbdUNdJ8
h/nc9v2rvPFasUP51LbsVZYQF+92MI9MZ4EhrJtJwNh1IKZ4rrXCkT/t3r/Sn2ci0lB44gJjs4Ps
9eIFzga7R41HGcgISR/nqAiOFSOgNf2VZU4hi33fmBFwSN84EyWi//3KSm1tW4KobVaJPxLaR/yg
8RC5a98ojftWChwXYqrKM0bs7Ov7t/rG++WSfuxwaODtMi9P1igocQbXXMtCNXyoyqRbLyp9sljm
GrsZMWgfPNs3fkXJJslPaFKTMvJ7/a4QqAPd06Xvjxx3PvVpMAEZBROsLeV/cKnlj7p4LbmUb1pU
OByiL9OdSexpCAkK2JczjzlRGXYZGTaIyA4A18V2cIR1TUqW8cEy8eYdKktJF02O65rL1/LPzQqo
SwKuCUQapowdDVBUJhU4B6wf5eH9X+/NO+TcDntUKg/+6OtLSQO4PKZT6t05EA9jpDFZJ8No7Gil
2wcMl6mPWK+vrQ+WpTdv0ceHsuz+pqcubtG1W5PVkLdGhGFbbw1QY9dAT8gNjnGd//vjC4+S31Eq
adlUxK9vsuUgBSOO5wl0RSJHouzxyPPe6goN6PvP8637YvlSvuU4tufZF/eVAtcuESm7a7xoLrFD
MImNjOjaDoXiB2/JW1v18hlwmKDFgw304raw8QvZddxWD5ciXFeq7F0EBV55ALdvQDaOABFng18M
nNum4bfWdX8k4Uef5s6kWP/3dy7Z1Rizs7Jixnn9kJuMrChvgJ5JFq936HBM7Ua/eewG/LL/wZV8
H0oWIiC2jGVF+sfnwWmO4FL+BtSNFjEDOMcAIFmIY4nI++AZv/V5eMt5jZg1JsTqYsdoRo2Oq0F4
UaEJPkJpZB5HptVGM+E5gZM2jrgW1Qff5BsrKvUINSr7MhuIZb++PzJqoW+A00Z2nIWYcCckM5E0
v01OfqhmP/jgBPzmPTJc8hyKLSiXFz9ciRFCWRNIpyAuu3svdpI1yTzzAdhGesZASBAFBMN/f2xk
AbcX/ZVJgScv7nEGTIcID6B7hqDV3JajkyMmbD3rxufaP904ir+9/9a8dZvKU7ybvKGSJe/1U60d
KyWpjKdau830OM7gx9Vgq21pzcaXIVLZuUmd6Pn9i761HNB1hjPqc7xz3IvlQOjCq50BiAJ+mXFT
Tsa0lpmBi4C58v5fX4o+KD0auoRLU+jiiRK+vdjRmCzgDDY3Ed3LMw3ndJfVQf/BtvjGXdFExwsl
PI6QFDqvHyUxemhR+oZHKZtvGIfbtU4yuZtjuIj//qbYe4WiiKI7Iy5+tFEEQZNWJjdFnXqq3B44
vsNAYXGEkdz5/sXeKNqWosmSmOronbgX66ny6iJNoN4ij9H+gQ+m3MuxkesqsgFSzdJ7tHskDhV7
IvkIXvrz/cu/8YJ6npDoUJilSdo3r5+q0kXnhp7NZy/c4UEhRcR/aP5sxg50VVkSQz0Vxget2Leu
SQoqrXOaX7a6XEo7lIxelDJ5VHOITykvvd+laMJ1jCIAyMkSXIlg8tP7N/rG+sbiDSLGtm0hOFu8
vlHIyDD9UXavR9Ut3g5rgvuRljtwkXBPOGR+8Lu+1fJgd+RFVbbLx+hdrOJ+NkxMUxvE3qMsvniw
wH4uaz3/gQEUp5UG325GY4ThacYiggAs/JzTmpT/ejdxPelTWthIRqR5Wddh/QDxFNNBFdKw7slU
zF6YVZCNil3hCpyC660m7DjOBx/Rn8/b5cXiKMOmzIW95XP+x34pwQ/Hiswl4g0JJEuLBXdCAOUR
98tvXsT4g7t883KmWoZPvumze76+HERDE6MTuig47sGNySnorDPrDBcLKRK5nZX37+9veaLEgGGU
N7nH1xdUcoEWl0ODWchgeqmG3HwYYtmdEjcYiNYs2w/ucFkIXh8L6IGbXNNjQ6F+vdgxzdzqiYMi
rZquWb6J7QqYJ03JFdHr4yaKjOAIsD89BTL8qIX8xpV9hk7LqYeDHSeu17dK+7ZkyMT3Su4Hqig9
EkSYUv94ZlU9y6iun5O2IWMAX9IHH9Gfaz6zBvZNxTmBDtrlUcgBQTRptk6ou/hrGFN7R20r6wwQ
qPxgoPjGC0R/17Tp1tHoZTW8uMnASqrIcZBDVMAd9TjNW+zY6KPn6qEMCPp+fzl68874Gek3ocpz
3Is9Js29yJhjZCq4ootdST2JMyAwdjB2sg8e4lt3ZtL48aXPUEp4F29qYo3YQvIFNDPjGey1ES7A
ela+Rquj7Y7GB6XdshG/flEpsriS8qkleZAXL2o6TIQW5brFLEK7ySDAaBfTAvngc/jzrjiE0FLm
dWSZ+eP7602YJa05tuumSUDuYB/YAKmpdpA8IRIRGvPBUzSXF+DytrzlhMY4yqJEvvgKtKjgJ7d2
i0DaXQChRrKf8sjZ0kfvsZJjvNmLqsFWIEV+qOsclGnst9u2D22wH0N9LYCuPb7/Fv25k0r4fhad
PcbR7B4XbxFC7RCzHj8t4nb/17D4ww8ghORT0NqZvlMaV9ggItK63r/uGw/f55hJ0ce/8HZcLO6+
J0e8uwgbjGb+HsJEZg5D6PTEOsjCt3v/Yn9WSCw7JlNbPhTXti6n0UtSLqhEIisEGvADKV3gd7x5
OAQ5Obo017zj/+PszHbkRrI0/SqNvGcN9wXo6gs6PdxjkyK0pJYbQlJGct93Pv18FlUzI9IJ50Q1
UEBXKVPmZjQ7duycf8mdqP4Ul47xYABMeHtd2OLQMDw/wkSkfXV+UkqlMspP3cFO4r94DjWPGLb7
KMwm+vP1mV6eHEYiE4NlyoXNdJcxqKuw60sMsDjqmENKrsL2FNH83NnJG6OQdvG8FPkAvYnVxyvU
DLI7OuQH1YbMO2EIdIfOYH9881xEFVLMBgYMu2U5lwIxW9SlR3Rbhc6XVWrpY4F0yM6rVfzW5aG0
VLIF/o83HUWzVfrao2QGuWXA6BXAMmodgXWXIUaMHIiW3l6f0OUtyEGjjC4rqFbTY19/nNDGpsZE
UCZoNKdwM7/BdHZUh0dFpWYPuyFqb9NYiaHSo9d+feytaZqgiJirYdLuXJ3zyLFxPGeeB62Y7Dt6
4vOxGNCp9MFF/wcr+opccF6/2ror2BVG31mdij1akRa3lQ3dEVZ8/IT64V5j4jJ6YZTLjASaRUZb
erURbR+/KgUxjUOlzdpH9O/KL4HqZ6iWoQ3l9q3teFmRFzvX09ZaEsc1XpEKBbP1d0S+ZxzTQO8P
UTJSEZeHj/gslZ4yOMbOQbuMkmIMkwKgABbQ0V0eAQTQ9NHAfBysRGQ8D7OGfqs21wes/RIQUigb
v32X2DwkiR90WakHLsezOuyEIhPP1givPrDYIdanUxkcOULRTkzeWkRRSRGQAvrhxurczengo4qs
CkdJmY7CIGVuSTPbVaLY/A82JB05rhmBtqJXvZyV2WqZM6dYcHRtCxijxi4AyHnh5ja8gLcvIPep
ZkDCRTTTWMWsUvMp/8WQNCsbQxH0+lGKro3qPLdFv3ODXiwgMyGX5hGM/Reok1WSNLdO05gdrq+y
0VunIAj88yDllSfBWTpen9XFMRNDsXwmhVLyW311f0lYfMNCQhcpybPgDEA6eMDjQn/nRMjxOb0O
dzXGy6PYmeFFvCRjJ7fFeIh2ApfNOl7S2E57qOsHn4uAXLr9iqGickqzRH2ZEG72ohQIsMfRqN56
DlYjr86BgXBOFoSjQDzrKpbHvukBaP4yScgQXV/aja9IW89hlhrQGvkCohTx+FERWDiUaHPegWtG
vNPC7Q2YuL6T7258RXJ3RCPoV8LgXwdLH9BJpI2JsO1MR4zbUH/NkyCzXWxz8bEgG0s+jlbz8/oE
90Zd7R2zR6MArZEZG+swPvL8Q+coMiB1VsDycbwL0BMZAuf0H4zKlcChp3lCUXp55JHem9vawfuE
1BX94khG7NILwjR/8JEQiOFuVCiHTEhgvPWOFzuHpjy6VHTRyDaXA5vtYEN2F/VSOao8VEGqHzA8
+xN8GcurZGs+FbVjHys7S3ZupYskl5HpllMI5CYEGLZa6KGUHCX3CzFlIP4HKlVN9jBWUW94I5iM
iulDrj7MfS499WETS1Rzi/rX9XW/yAyBHPEGppJLDUUDereafjHr1YRkzqFDOmOGd9KBn8fT2Pr0
9nFIQTWSTweg6boPN2mIf8fonB9qJTF+DM5U+/cTlRZl502/NR8iLGULTh0Ojav5RO1s6amfyIcY
Tb6jMmT46DT9Xr92IwhYv48i/vy3SleYoOSOUIjMlR7wJlStAGnHCBk6XBfeHtlA+zAX+iY0+dcg
VnSnqqwPVZA4ZqF+C6VJeVY7i8YXVDvv+jfaOPkWWS629qboRa8hdjjp2E6e+jL1Uiy2TJQt0Q4f
ptu6l+1zgPWu2/MV337+SF5Mk06CgkSnuUorZCu0JFy4FCTpsvoXZZcffLj53UCMuIeyn3vGLMzn
HAvp+evT3fqIpihvUVOg9L/eKrjhBW2WDGz9zJxO0NhxaoyhBqpo8+x8xK1dSS4vsJJAfy5wtA5t
nzowkBShBF6ceBRVnkVp4a25DGeZciHoPgvKo71uIlqop2K6jM1bN1vSkWwxOrVVoZ8jNBE+vn3t
RElEQD4tXsmrcB02MpKnJkMFvKE9jN+LLzATv+lopb21gScmZRE5ZNJ3g1fl8qjRsimDSWIkgBEy
71cFrbLZhu/sJCgApdX8nywikZmaImVBehXL8ZIIHH9mpeqhwTPzFnqDfltisXJnslXynR24deD4
WsRElVyNJtdyLKwV4rY1IyzmtfolgdJ4jlqYdQnuuV6Lo4Q79XOxc9GKW2XxfGY9eQO91swprayB
AyUw+CAfCfiT08qHWamS2JuqIcvh3OPRiEp1/nB9r1y2RV6HBB5kKMQV+LXLaRr42+dDCJhwGAL9
O2xlaLmhat9EoWEeKx/i7lGaTLLRLuuxVykjBUWG0dk7HhvZqcW0ec0DAKNBs8q/waJhIRVGwOFi
W32SMGyRAWqYw4ly2vArL1oDdhOy9X1Ta3vouMuxOfmEVjz+KOVTUlouQSkF5thPPk5eRQxJzirp
tdt/qc4N7KXGq/RwOLZZIx2vr/xl2GFUQ2EX6wKctX73Qu+nuiUudFzX9aM1xf5jgkje+e2jkPLb
Fg9rrgh5PbfEnics5kaQtb5xyzN1OtMCH3Yup8toTXebACCe1iRq6wQCt3TKdKOlwl3U1KOTzOFp
sJ3qpMzD3vPz8lgylIDw2iZgjAukWWBGhpQ3EVB9B8V1LS8QFpcltKty278BGishStDsAZUuzyV9
Z+AYPHh5iNL4WO6QzoL23Rkg+WB2Rme9wvG2xnzuPLbwcpsIRPH1r3a5nqKyxIOeNyItpvV65n2S
NFhToaUVzh3N7rEmJhQ8OB4y8DU7G/Fy+y8HEz/mt3yp7PxwGASCyKpbNKrtBlWJoNM8eTYGz5ph
+FuF1hwzvL53kuyN4KMC+0J2ASi6yG5WMbaQjdYIaHnSbI+tR8wN+4MU6l9zycDIqEQbFfVSTGVH
dE6rGh9kg6bbTgC8/LQmVyUEK8E24eyvrjCYuUEeNBivEebx+AAoezsqKURzpfA/JFk171wrl5+W
8Wg/Q2thQKD7y9VO0XlEJ8iZMNlRnUdqziM+aaHmBXq3V2i4/LCWTIBRFdXkOQwxYzkUujPjjKrG
4Bll3SN92Dft58hBzl3p2qSDUDwa3/Fkqe8DPNp3NtXlsjI2HxWMs05VZU25SicF0dWxGDwbA/HH
jiD4MOPpejdoanMKZaV7cwQSySL9XxIfGyCjtpwrZjqjZCI/iE1iReB24tFFeAP7U7n+ev1svjY5
l5e0RZNLdVTRVRPtruVQaVg7leQEk4ehLFqOQwaeyK11DFSB+mndnz3CWk8mmjzvgeZO2ADEdEdc
oSKNfQG2u+6QZuabX1YwWyn7kSmLW2yNAkRhqpPBEqO34stYESL8Ex60IZ/+vj73jR0Fr8sQKQp1
gIs4CIscQy5F773e53nsWjiSC9RPFZ0U3Ei/AWdHWAk5z1ZzswldveujXx4dPGAESoUHuVCJEL/u
t0ClOz7asonNfjbk5IHEoD3LtSHfgZrXdh4+G9sX3J1oLYpwD/J3OVQTa+QejTJ4yPTl75usVU9q
Hir6IWwaVKEtbeh24sJGLKQ6zSNLAwgn3nir2YU9e1BG28Qz8DnPD51KMq0gvnOnwWA99K0CqV2b
ohP0YftdM9fBUzAre/TPy7KH+BGiRWQD5YYftJ43OoOqUow4DynKw6RqOMhE+GXn2YymIeaqqGGq
kpemkP9JYLpP17/w5vAcK2IHFGw4qMvh9bTxw4S44SkUItCpVGglJz18aTs2RjQVwcgDtO6QgCjx
jpWsN2OubaZPS1mwg8SLcPUNWtOI0SStRy/os/JniZfhCV1Twx26qts5sVs7TDTkQXerVELW7JZA
6exWnYcRDZUEnQ1slc/DCNAbTZwIeRy1PV1f2q3DA9yIzi2tTIXcabm0MXaZiW6xvareGT/xOuSV
BgD7Pi6jPeiG+EqrAElXGD1EsiUQXuud3HYylpJ0c7xEK9XiNsxtdJmwSMOh4PqcRKRdDURdgmsb
CiyE2zUD1kqnvgwKLrii0ux7HFONo1+gV1R07fyxNRDGRpfL2bnZNhaSe1vUYASmQn3FJfwWhdBC
tYYgQXTPDMoBezFchDy6qdgH1Q0qYTth4ZV6up4jqwnICCaJ4CAsv9sE7jjL5QkfZ8DHg4Imeu5g
BTjnsnUzV70yHwc/agu0mbPpJ4oNBvrzSLIiClwJrRo9F37qXB7JuZVjdEMTnDDegdFup1M2odpx
M3Rozs+ocXzvZAvrWYTe+FC4ypjzs6QEku8addDbx3IqkvkHmlZ75NGtr6iR6JAXOfAc1FWRaZD1
OTE65JzSsWue1ai4RVGz/CgXw10woMrIm9H/dn3jbHxDWHG8MkHIGtRJxJ//9g2TjiMZQsL16kyd
fxmo+d0VqBV8Qxp8D+O8NRSMeuijYAkgkKyGorCUVoAVdGjSVfUenUz7oZWN/IyUTPDj7bMi16Ia
Y5KZXKSyXRNCK+sYquy68d4Rgs5TiGDuMKCncX2ojehFPklzk/WjY6avvpk2q7Xlo1fmZbmZP0dW
dIu9BXlXPQCGb9s9NOHGFlkMtzoEeSpe0FTpvRn3K+fc2gFqbPKMdaLrNFxPPW1RfGn0Uj5en+fW
10M6E9kAHpyUQldpZYSkKlqEFHOHaZS/JZRmvlZyUH1Ok2x+uj6UuFtWB53OCo8CXWhKAONZ7slG
QQYloCPnVdMsHykW4urdaX9juYOl1yiphyKxsr+rhp7E9YE3FpeBLUCafEwFHs5yYCNGWKv3G8VL
WgthnkGVPoGR+rvo5P7d2Oo4LU1KvrOuG/vHocxDZRcgPnFtNdnBLpFUthiz92ubywGNkscMpF/s
NiqeTflkWzfXZ7nxJWGKywIpQlOFQuxylg06YU43I2w6II70TZHb5t1E0+NnrmvZzpNya0HpCoiv
SeCmqLUcSkqhhWWoPnhW0cpIhyoWeNfnMupDtDNbVT2otW0/DSUEobfPEUqjpiHKRPZkiFX/LaxF
FZUejcQRFz5koY+A8qcvVSoh6Z46Wb2TwGwtKJuVgqXIkokEy8FqS22TiF46yn/z+CdN56aBNm7r
N6YdTTt54dbZMMQVCB4fqMgab5Ng5tdiDaN4luPXDa5wSn+PCTSSoKQ7ChUYEQnobalHhAG6HXj8
RlLq8PAgv6AUzOirpJCIOsdVrWN5YJRSfztZaXC2fDToD9UU0ANsU1X/kPma+cnRA/1zAqbEu/5d
t6ZPXVLg5WlG8kOWS21oqWUMTaV5ZpIh3542Rjye9CI1fqRJLd8aWJAfQ9B+XjMFzR6la2v6lGjA
Ogkm6QVcQVPHbizMQUM9LMzT42RpQYUSplp9TBzwsnrhJ/cYCZgeSUZ/NFFZu70++62NxosWEQYh
LMQVupx9QoO9lhAeAr+p5V6ParwblY5+llDo+A+CBMxgmq4WWcFFUh4qSRxa6Jh72RAi9hja3Smj
l3GblTigXJ/VVgRkCCBPvNnJJlfHRw1yBd2zWPNwr9eCw0DF5CUfwB27eL4M9z3mzW8fEp0Fzg9l
RcDHyNMsFzIwihLxsHomLg39UwdN8oiLJ6Y2/K/jj9JHyOz6HC8DoY3IFfoSsC2J8mvMIcLjiJf2
zeylihp/BZqBXZ8vKW4iY/OU4Z7ootE87kTf17tjeZHaFBRp2QilB6ohq9MyqjKO0Ek/IQ8ayIU3
9qNyP+iG/2OATf4x9afwoQ0alLKnMjfPbRYPjwn+x6epd+S/ri/A5dZFSom0gdY9DLeL/mmPBCoK
ERLFPkwCPsl0yX7mg508hXY7vDlKgV4S2CWuVF5C6/RB1egBx3U8ex0q3McxU51jiHvtscwa41Nk
Rz7Gv2hrpFEs3Zclxu7XZ3q5nQV4ighBJ5VcaQ0yD2BIm1TAkMRAVTFHsiFBMy8GvJActNHwT46T
FjuQ/Y3dhdMFZ5XKF01Ie3Xb2bCj+16dqNxGnfLejNFLbJopP2PfMv/EG6k6Jar1fH2al5EYeWcK
8za3LJnmulqMeZkydhWahXUTRZ/TTH1qfLv4QCSUzsoQIkLKg9+zSYZ31ndrJxH8AAiDvObduZps
kGHh6YSJjBErEkjtqAb3UgqSP2mTYOdiv0TW2zaZCxAKfIDYSetaatN2dToYGF9oQELx5x5ilOcT
XAbt2i/eNdk4uCmGs16sDuOtpQTTh4i86xP6qzijtmnyqFZWcL6+8Fv7iw4lBXoQV2QAq0ON61iM
yQGhJJqhFrghWpTYVuTk07CljBzIuRElO2/vrY9NFkVxBlIciOlVMSwu8PeKx2H2mrIcHvAQUv/E
tjW9tRst+yvH2vEe0I7lKYk+7MSwzdlyEQHn5FFMQXsZqZUCdSy/Qk+Zt+NwN2cllrKZIn1BFau9
q8PA/3J9dbd2F+eX42QAwqXPtRwvAxc8WBHmlZBFu5sRteoDWR/eEaNd7NwJ4kOtojNhitWks06o
WhdxiwxHXuGfiVzu2D7TjtD5jO3w+fqENj4d5RnxnKIMRSq8Oi4VEoCT3cQT3p7ZWB2wMLRuqxyh
HN0o47OsYEDjNVGLzSh0Dmln32wEJpI0uL6kx7yq1rhfgRvtG4pT3hzMJYZaVXVrlIP6rsOt7L6c
0UMflbE4Xp/xxpYhk+BaF3gkbr3VJzTIg40oyoWaaqN7ua7jwoFB9I3cG5/tJFJP14fbChJ0ryk1
CJEDgwt3uWXqSglxjakm8peiugEWYB0pLwJUGAzzudS64ruCCrQ3YaNyHGWIMMe6ls0TtprJp6gr
0bNHT1LfiZKv1ZT17iJM0Aihb4ppk9gXv72ASOBoWDbt5JmFpT4ljjTfWn1XfYRhmf8M8Ig7yhOq
qslQh18RgtJ+xRgAyS4Mg+IG/8voOGMp8NASgc5yEu8RmTdq/JRMaFCJt69OnX8VxWB+l7Ol9aM3
GEWDkE45DKkXIarzrZE1ybqxJFxT70zkMH4NGeyhA81J+QGJZiQHdr7f1ialECzToaP7Ck5ouVJZ
TBk4LKj0Gz2elW5G1nnTIfR8L1rqvB2jXLubMF87m/gko4Hu5L9qyQSEoo1I8leWlD8CfNVPkVVm
DxJ6y3chXU+UoI3d6s/lC4TkH8aqUKQUvQHx57991KivrDif5NGL/WKkIj/r0b06Fdk916TzHcl3
pHYLVOBZzxwxVbmd/D+vr9bGYgnGAL0B0PUaEXn5Cwyk+jCRpEkcRMSPuwDf7Dv8DvrPZmrTq+lb
RLiPGPjZb78HIFgxpKAlglBZ3QNxW6k9/Xns+6SuxIG0xi/6Jaw1CbagCtgBx3crU3feWxuTpRuu
6NCrAKpp6/cuCCD8sqJB9jAhqsvvgTSF55geZ3Wa8fN5MbAGTO7xvpl20AAbEYxxSTh4Lggeyupw
ADPUMUrKqQnVSVnhjONg4FJHlL5LTH7oPDlZtMeK3jqRAMmEeC0NeRKe1R0Pu1OFFp0gZV+YiN0p
/pBgOtiV904//dTAGt3Ecvek4g96q/uIeNPt7T5e31yXly+FCeh0XPNATFDBW24uXYvnIVSdxgNQ
pn6xWgx13M5AsqnJkfW+PtZG2AbEIpPACsgFndzVsU9kDjIcopYXiT1U6Jf7U+PNmG+8M3qEatwW
pfPG1bu6qR+zeZrsG0evJx2veIiNB406kn3otTKJblCV2pOUuMwNgIJYr6QuUl1UMpcrMUQawibQ
MPBs7yayee6Y04y1zs5pvtxoy2HEn/8WT9qhhFVia50Hzs0OMC+1u/umZIfh/dH8cOJev7m+6lsD
coApIoEaoB+22mRtbHbGmCW9J6nYzzmRGQMiL8P7DJNE1wdsc74+3uUJpp4ghntla6Nqt5wgPpwK
cISm9ywUAg8yLpV0bNF2sSZDOqRKCG5K8v3j9UEvozSDopqhoeNEEvkqQffbqlK46Wh/dT3bGLdS
1yJKPTk41zzRt6qfZsPxn6pE0h6LMsi8thvsnfr5xjFibJIf8ldqhRdhSzNDfYgZP8ya3MOtC2/y
tmkep3mqdqZ6mV1SD9PAfxCoSKzWfAiUrjt1hk3j4QYF0DUpY+lLnKnWXaAoaJ7RnMdAJFf9Fx4O
yV49biPHYXSKRogR0b+6aBRUEq4Egdoy0QgfjANGIv69NTTJfS63ZoUKEnK2ryaMX0PclQ+O3JVf
Iw14Yxa22qcmmtMjm29EeLC3HmgatR+ub4SNmCp+oKASCMIpvPPl9ivCUceLKOtpbXelChc6sU9x
nqkob5DNaNGUAp4dq9LTg35A1ijW5I/IwBun679ja0OQLaCkSqzjMbX6Gb6d637t8DOqmTTKJfXC
GCHVwRXEdrNTfdk64fBAIQJAR4VjL37Lb5s/wZivV5HD8SRJ7j9XhZxQW+vaqjrhCJ4dexrKO7f0
VqzkbePAj4GwcdnPjxodA4K855Fua1/kEZUNzeQ98/Y1RDAEcSbiCfyfVSQpRN/WLgiVGOaEp1we
cBjMetlTEUvw3j6UoFvzV6JExyN/uYR+FBKIQ6vzpN6OT8UwOJ4ZyuHRD5zyzWmVqKLwnURJW7lI
KDuwfWmkOZ03IoXuBrkhu7Eqd54aqnijh+Fe8WZrd1jEfaHDqFKrWq1i2ba1XRrEf53T9j4yU/3c
qviqqzK+3vAbd1D5WxsfXjRid1B5aT+tNiMtkLzssDXyfFhFkF2z+lSPVeApuMHt3GxbZ12VScqB
YPCqIWlcfrWuURBFE248mjp3z/jxOYcgl2KwJX1ztmoHTebZHnDY9SUvk/TxWOrWnvTEK0Z9+epD
uIhoCGhJFK3WQtehChCK3lHn9RbKBCfMPS2Yr2D3zlXpKN9QpsZJW8aQbTqEQ6U/NhPJsxsEY/0z
NfLwgG9tCliPu+0clFAV376zBcyVqiiVYCFoslwjKOJlQ+I0eAAgzdNcpd9KPIaQGTd3Iu9GTFgM
tPrwjc/bfwgBXc4gDEbSOtxjPK01mp0K4cZVr6K6h6IpjTFaM6sJdZh5D53EflbnWT45fV/zblak
Y60jOGjLuUzf2ISkAZzNtXzNOlyPFK8d6fX35oKhr8CTDI7eatOpNBU6rcH+tIvNsDjM0oS9sIbS
6KE1tRGkjN54UaTp91KZyWhgyK3mxVMZDXjIaPpzrpXlh7KakLUmtnQJKZgf3Mc8ZE+cp/HL9V+7
cfgFq11074g5+lqtJ28n2/ct9FY49/FLokjpbZA4umfy+sckZ4iP18fbOP3QmID6C7g6T9VVIQht
fqxdLb/37FTDRiUsvvd+RE1jDJqd77CRBqmUY8HsiLYDJY3lvvbjZoaPI5GIOEH+zSz6rwlimqeo
bPMHqe39W4pCiatV+h6pYaPFQx7NeQQoKZxU1uTb0h78VjHFdQv1oPGypi7eRZMVOO5UTMYJum6N
wT2zHiOlHM512g3e0OSAYum87wlBbX1gnm80eYDGCvDmchlwzkyDPlV6L86a9LaPG2ooofylterp
zhyrZiet2Tp8qHhgHiOSPxBTy+FwfNL7GNaTpyph/wG/IPjNbVYaR2OoMHmPwjG6D1CRe4cpc/Fe
otO0E8625mtz7dMMp9VE5rL8AbMmxwUm3a2nVJNzckIZ72kDWRTXcersWFfDTs9la0OjHszdIm4a
0F7L8ZKsDBWnYzwy1/GYZrgoSyZ6SYlhdTtviK0dDduWqjGYef6fVQ4S5/OUZHi0epGlDtGxsQ0s
7ail4gTWNGceMu0LOtFYo4LpVnfihNgmq6AmmI4CAgyk8dLkRQ2KJAsYu8sl86aTWmFmhiHxo83/
Wh30PG7vRrPaswja2E7AfmiXEjNEBWL1NQvgDJPh4/0b9ob/J0C/qUBcXkYAWJcoRES+NH4YLW2o
Tr0qaR8n0O9v77M44EioIZuinYfw9/IDm/gC2rPkNx6bNblxpvSjVfYYZs9qdyOXTnmLv3XoNVzj
O0dpY2eBqBCAWOI6kkKrUOlHJChDSzFEiiP7O5a3+imd1JL2Vr4nd6hubC2NDAAFaSE/DEdqOclc
nm1/ljHtGUbL+FljiXxHT0s91X3a385tF3phYCLMo0T5nx3uiibMCQAes6xjoJTYfh+4cBmG234c
NQ/GSopD25SjBw1WvflalVqI4VJuvh/8OdKQaJ/77xl074H1nIe7Lo2qA7HCsF2KWhj4xWZ1Dqdo
z5hjc5ZoK4raITzXNZbTtsOhcJqh9WpDKj5J43CHHCmoVcxNf9CUnyTcMMf5kYpttfMe2ohKwJ54
DRGZwDmv97GKT2JYW03rtVhdfSN6fqy0ImhAygJrMEL18/VbdiPVooAmeCAi5l9IkzhOHsmtLlNz
bvSgdqE1dqrb0RzfuWO3tijQIyYG6Q1VtdUWtarG7/NQwmlQmbIPSNZb2BIk5r2fo8l9fUpbkQAQ
rrjI0AClu73coVjJxgaY0c7LJX36XNt6nT/PrQ/lvBsa7XGQTQzZegoPmGTy6D4OCV5/13/CBrcG
vAaaC7Q9MVCiJLr8DRJaEH2vKWg9KEY1YgSgoQPoOmXjP5hzDk6mDrT6T1Ur9OzRCidVWIz3AXop
rfNnDObgqxJlw6/rP2ojMJPn0lAieQcjuQ5PYeOkVaphjQxEc3jIYjyx+9Zob7Ign45R3aih6/Ta
nsrZxqiQjgXqySG1oqO1XIlQTRyaKlKFVEpjfoFPXWkuvm3TJ3ThEWem7eLcJ2FXvH2yNJ2BulLe
Il6tS1s1oDrwrkho97EtN4cEYtFDUtACoo4UZEdkqIF4cE/tnN6t2QrRQEDSFA+5kJaz1eRICU1/
xgQ9N5wvRqWOPCZ0P4ZCUAfljdzm3Y05BuPOsJe+GMQKoqBQKaVrys2/HJfSaJ3YqgSCP0my6FFT
Gjzue81Jf05U4D/ETq0lbgoX/NxNeo6eUpJUqecPcaUezTLEsdZGPNdTEAjPXQ2KA6JnLa5m7lxI
wcv1fbgRCl7fj6JzzqdZ50FsiM6ChlqCRZZIlDB9dSJEczUe2Rm/Ma52Xnlb4xHD6VPytCawrq5l
gG8lBXikuGQLQ4cDiXR6X6dldJe16CXsxLmNDcDZomghdgA7frUButFu7JC73vP92PjS1Obnopyz
RxuXYm+s+vImqoK963/jykBqizTvtVLOfl9+/IlOp56UVuVNhYSlTJw21iFx5DRwEbEbvlTOsNc1
3wixkJfhmoungqgGLEfEcVmf2zarqWyFQwLLIp7bc2iPdIGTyHFCd1ak8NEK9CG7G+ZKl2I3r1X1
x5s3ElxwpLRplIuEerXWEZ0KP6urylMyu32eqNS7UmARxkKs8G6uj7W1xqj30EVHHoX8brWJnJSa
AKe58sK47j8ESjp9TuQeTHRm26d8LsOd0t7GPoJkiaMEmkwkAWuFWkun2gF+hTdhqlTPyAPiODrK
cTiihNnG76vSJ72z+36Pp7ORDwhBG3iJZNGola0uTy1VYkNt6EFHIHeOIboRnmLzNL6+mhtHEhlK
ito0HjQ0T1dPoUh2IstJysZLk66AjK5PdzFO8ofQSaq3LyRdMjoMZFRizNWE5mJqs17rWs/Jjapy
gwQ8WFIE9gdW4AX6kXUDMSI4Xp/fxm5xMIWE0UVzEm201fxqYCNpn5atl1VW99hPuOXOeKBgdDWp
N7mutG+POuiIoIog8CJc76vx7CSpC71iPLNrw79zOQNa3IJxKGVtelfFcvKcF+oegXhrknQjeOWJ
dIKi+jIIdGle16hjt1416lZ75IaN5zOr7dzL0RD82WYqFOnr6/paEVs8LulLwFiDrEzBnsbqaqKw
KaO0n3qKBmqKRMJgIQpxM1Aiz2I36pUi9qpG1j4rkTUnt0pPqfcmmKr2FPRyFLh6JfsaKl+Fof6s
jdGqT4FsxC+2b9TTTVbKOYnBUMfZ88zJHFxj1PynoMmDv8K2bB030sP2zlTj/jYt7Cw7TI02Wje0
vNNgJ3+8OP2cCa5y8EgA1alJr+IrL7ixM6KaaQKheY65rLxRq2U3LfX5HBv9L9bh8/WlvRwSEj/V
CaEEB5llrZ8SzkAok7wwvMCYx/JRUSr1k9HzYHWpFNTzjZSQ7tx1gIL2MsSLkEOPla4MD1iuEppt
qzDexFjkTVNgeE2MLMUxqG1Knz7ff+dQir9nuXeELgKFCeK4EEpYhfDGBvcA8MPwEEIZJndCb/ww
SKn2MI129vP6al6cDeYEYwbRAkEAdtZSLEh75FaHkjvY0lx7TpDAeKhr7amTQv9YZB334ZvHExmn
sGnFFYQS7fIsqlaGFn0k1lD2VTzG9XAc/2okZSpvSphfzgcbue52Z9CLR7LoPoEHQCABhO1FvQPn
61rBVMrwABUhoC7HIDDKOPPqOuq8CczPwcCe6L0aaG+W52VkmCyCz8aGQ254Od0Ck+KuQRLUa8JK
+twHQN7OMWobBzUod/0sX3HCq40jvqXKI4bUjl71crRG7VIZg3loKw6Krm7ThvpDheP54JJ+xM+y
XQXAH9QAgupUqXXJMz2W3iuFYX/Afyb7W0VE23EZMdM8ODaz7ppy048nNVJV5eBgOfYoJ6GCsoUf
jndJOxndvSyh13fIky7+bhbJ9O36drl8n9LwkE2AQlTMBCZt9T7VQ4NsDeSLVwaR/AC9QB1cZzQy
gUWu49odcLMwjjzryvvOQKpUQC7qmB/oY7pQ2XH5PW+Qjtw5oeplKBCoGWpYFLN4q6477nKjhzXV
ycJzwMYNR75m0txEWjBLR2QbVToc88yjBIC2abltZsTSXZIW3ec5ls3mUOP3TgkD2HzumkWQFZ5s
Vv140znT8JXitoFBOaL1ybGoE+fThEEorXxscngZKWZ7G82DE+E2YCjQf6Dv/7q+5ltzQ4aRFSfj
ERXn5S6KKzsvcOxAEdghnM+Flt3UaVw+Xx/lMvBAT6JHw4OHDv4FobWqIY0EeVl4ql1338JeN2F3
mQpGPQj8uTIvvp0gcNnDYCvRxOIlINIABFqW88KoDid4Eh5PbePhyO2dHPS0To520UL47PPakypb
dsN4No6zXnbnfPL9Q2gV0b8wYf9r4UrfvLrU/yrKqY4QgF/91/95X77kH9v65aV9/FH+t/hX/+8/
uvwX/+cx+lUXTfF3u/6nFv8Sf/+/x/d+tD8W/+WYt1E7PXcv9fThBUPq9nWA4KUQ/+T/7x/+18vr
3/JpKl/++cevostb8bcFUZH/8e8/uv3rn3+waL/tAvH3//sP3/3I+PeeivRH/tfFv/Dyo2n/+Yeq
/4NmnbDDgQymiXLIH/81vIg/UfgT1GWJbPR6BNWauJYXdRv+8w9D/4fNPwmkALUtCNjCFKRBbYA/
0p1/4DoFGANjNJ7U/EN//J+J8zumoMj/9U1YiH//9//Ku+ypgNbfMKYo//y/2AqoXLQ+ORC8dYQU
ja4udw/Sp0otk51hIlFC9USFX25vaipqktsGcQ+LTAqiHGiSbj9BHDaOWpJohM4O7qn326Jt/JZl
fvD6U8RlBqKZqoPoJCx/ChqYQ9XwtD90aT0dg9Tyj11df5jsYE+Ga2+kVXpnFZU6gShCbnPMjGMd
ONGBDD5+z2trj/i9tcAa3qw4EuuCA7NuMaqYEzUSyLlDPrf9KSmQpvL7igiLD+0R+wxuar1qXVOd
DKLrMN5UWvq2h/q/Vvb337Ba2Vnvmpg6kMypD6P3mlY5np9H0odRweHm+kdcxr9/DyUMNZHbhLO2
piMWY1P7RsF+cqTEfoCtVhD77ERSoRI4CqJqTVhLN28fk5KqqDDxBkMhfblxDKTfdSNkejFfMXSn
CMaJ1RbKVymRVdcPoz0t/VdPntWp0UjzSPlEe48m6nLEKcA9K+lQGURHrPjiV5rzqbMNidJuP5j+
TQG2XcMtPYdCbeC95SE5lMq39VTb/XdY+Zl5NtDUVI6ZbNaVhwAqOYlR5HbucUuE8iOuYAmiI1NY
9E8Wz4895MPWARDir5RmIVS+hrffYWZwwIoeqJaCE+Fk9e6EE9AtWMxhdDVukp1kB2k7lmO1XDi6
slTQzgR1fvWBpll3RtDCzqFA/653G/SCHDezoui5sPPQJtuJA9+jSZ9mhyFQrQeLym3vtqVRUkMD
VWy5gVSAPCzHhmxB4Tn4oEiA2bzBaq0KlHOutece4HvuVXWrI3w+t+MneowKDi52X3zuR2vMPs+R
HoUHJ+iy6BAbbW67lMj6/uz7ZfW3CouTBrRi5095CKnIM5ScKrJnRdB/Js2WStcqIfSdJbQGCrpq
VBM9uYvy6KkuLGQ9y8oekCCA0ZIepDyZv5NvALbPYhSKHmu7AzVgtYH0sTZ6/WeXGWF542v5zJsh
8SMTf+xh8GS/jOhTzJL9SwnkHPuJSqklt8HE+IMiyKW11Rk4bikk3i7/abv/zdx5LcmNnG36iqCF
TQCnQNm2bLYh2SeIpoP3iUwkrv5/ajTaFVvSMLRHf4xiJM2QLDQKyPzytTthFXLZu6626t26OPVn
aY/xh8VrM0mnkz88c5Kzw1utVP8Q1GPQHk2/9GHSNlv4HMuBPlgO9e59OM3jF25TkJMu5i7fgddD
c1j8vKQ6fsuaLJnDPPih/YJwGu2ojLiMppm/Cd+En8p2EZ+BY1Yn6YdKXA2B3L7NbkWoL1We3ueg
7ra7qdL5D8ZI/aB6bP90wWf1a+1FfbSbum2LkjlHgCPr1S0oiBiCF4MktU9UL8xjNXX9kg5bbz9u
lpXne06T6jGqh+jjFipuVKNco5O1iqRP9kOznYagbzpyfttlSbQdbWg6iCSMAELDMSbQJ6RrgJsS
fhPdmlXHrbbKn7LynXIHY00sWDZSz6ebOla7DbpM3Qf57F6NVamHpOXx/8hWGTZ7wSkiXJKeVNLt
ZSVuVB2FtfriqgAV9q/KSLnZnGytVtURL3X1TEeTG6ZRjqg16Spdq4Qoxul5pm/bS0IUPcPpklsZ
nH0ii/tDqGZRJD6kpEyysgoWL+l6GNgCYn0u3TtNpBbIijPnWeJPDIn7qR3Xh9y2O5RTbDAjDQ4M
jqlDsgBuubVvvnlFXa571MU9YUMFcT5JbJR8HXS5jAfLsjYEUCoMzMnMW8Cr4odVnFQylM/epmaT
xuSHeSn7mewv7WB1uGfCmd8oh8ydmxFVRKKHuvMTtVW6SVXsWneU0mXByS1G8nUnkQu80tswiV3n
Di7hrGrZ1kNEJJnYjV7Go4AQFgVHUiHS7q4DHQTVcz8yRSXSUiTTdGIb46PBb21uM0Ao69adkPp/
Wpl1FJGPY4CXrJPr+iObi2o957rgryQMtVhSTh5r85WmTljWWDfEGPldu7zMZLSpe1e6dXEPQx6w
GNZmvp6yC5BYZvliPwyIpj8FtsyiZBOmn46WnVvp2pYd6r+ehzVMJebpAkVmPMk7HoH4kz2YQZx9
Y2UY5K1hQgkyl6LYRzKEjMql5z1uIlubnRcW/mPnuIWfIBrxMKoMsX2r3NnKYexsiCFZmrlK+jG2
lpPIm8AgCLZZQdIKg3hMOVQQvcxWlIPfUK203WftUIaSqOEsG197ISbKNXu9ED18W7hq5LzsMAKU
N6HxlvrUi1IQzauUFF1PMeXoDk4CsxX6921tLVjtY3tucurp8hKU/pxZrY0aLS/FU7MEi+IAu4XV
fu4Cf0i8QlCh4y512x61P/AULi5U/i6r8iVKNQVfTyNROcWprZx1SBo7UjJd+MOwVoZr/ckE9pYl
4CdRn1pyEeIAiJwf+2yt21t/Hmr3NBs5949LYDg1d1UnXupFqCehuvjGcqbilgT0DYtk7WRhsgV+
fo3cfj0UtSiI3PLqdKWbMik2NTzPvZc9AtmoPslHkvn15oiFdOK2e8uKhuphPTqJIQbx41wM83Ox
mP5GxQa4V0fqJbMMHVI0feyI5NxP7iz3mqzKphjXu6pq3no/Q2QxZmLad+TN7WY5kY41N+iCilgd
fFeHiZXl7q6QVqiTfGob1PVK2UmwOPY1URx7lO/13h7GZNPVl7wS+c73Gg51SyGDE3hWebCmOP5c
L4ztOA8fJojl8lQOwQ3IR3Zbbmu2J/TiEKgiZ7e1xbU14VhZ+00dWIGwCi5Znm5me8xMuIu68NL8
WhpdJIMt9lXc1nuPUA4VzkcTh+RP+irg2UDuCtKlgAjqpjiQUXPKwvET6eQ9a9GwRm8z8TWHsG9a
2svkcq55l77Eq7uedO+rYytZudY1iI4xKSgGzcpm9oO/fuvi/lNdZ81p6ou98Ub2ABfr8kW9MhzC
YK1uq7UbkjL05ut6HjyboJrs1de+c2x7hCPJEoXZV+aZc4dB5VR37rdII5xOrdZ5HevNSsnPYjuf
q/q4tJNdJH2l7WTImOVWTcvavA1PHsteymwZPVhoP/Yt2SQws8vPqhjE3oqL63kev61hNu3okX3o
u+Ac5311tNzqE7K7D5roUEpR2Kbry72qG6JR85r0l20yS5xm9jSRbN6pc1ZM9oHujau5dJ7cxvPT
rneGNMbue9CwMqfKz4IrU8OrdeXopaWFhGdhOGgTtB7256z05LTLptwcnc717ir8Cn1C+FO1m1xd
L8mk3CZR9fjqd2Px2LlqKS9S1jHYTRm5VPswHz40woiDHNFaFsv2dNHw3+kyYMtxx+6ecJwrOu9O
7eAOaTT3XwtMyFWcXbnTxjGxcuZzJPvtqs/D+9KnZide5psCGwMdLbGVBt1lWSEIxVQIitubASHK
T0bF6Cs0NGrueAOOoAI7RTe1XVeboCU3XlwqMxDwsxrQRu53FBGZXrMhs5/eFGS1J6bxsz35pOeh
3LbHQHv39Hr8sBd+j+yMewrmKlW9/VN3qOA4Hd8Pli1T1UUI0OjFHaz2WxZV087fIuIWPP++0Ln6
vAazdfa34qHeRkbNsaKPxXVLa2cPVv+w0UuWONPa7cTWHLw5nA5tF+6WCBl4OI/7RaxB0i1bumqy
o0tL7hkH0a8G2t31TaT2GKsfen/KD0XYvuazih69zrmqo0Gnlk1ITIHQNc6i2yxoEhkOb36sOMFY
86OlqrOMTTrnxWfpZU9mIb9LjdP1gAt+NxT5W1uxwYFDOIkcs7u2sfaiHMZ9N4/F9eAULDGMPYt0
vs0jM/io+ygNR8c+FiBwqZc10W6oeptzqW+l8ezyi1XuZ8e8qrzLvS/FZzR+cmcb89NuynJX4BGf
l3ZLy+nr0HpBQoE6yUGiTPthaHg5zSvh+gsc5rLfrFjeeBEhtoXpb30mYp2w2EdJs+X6OVrLUuyl
saZjN3m4mm2hdar7USjmlcnqeNxjyZgaS1QjkuHxcx7kxLcXfmG+usuIO36VhmVvzKqIiImpPIHx
bw+lyPJHU67dp0ILNyOpGKN5qtqcrBrXK6I6Udq1f4SycLakEtjQUzirakwb6rYuYGcruwQ/Gre+
I8lix4AiurNTzG6UBFawLZ/jMdzKo03XUXzGki3vKgLg/YOT+f2H2p6GLB2z2DuR/15cuezACDoy
0ZTJNLnr2a6b+GStdCan6DEqnpy5q8PEjwvva+6IpkkD7LLlviJS+ie3sQnZIjob0N3E3ycTOSqZ
ssXXSU1OBsgpdH9xQDRH+9Oy+m4ydyZQ5wHt7d0MxsNttOzsqbJbdckkCt2PkaGrKfUsp7qzpZnr
3RR60ZujO4eNAAzK5aEO5jJFQF0DXpZBle2HyR0xA8Q2emBEK4y+brD1W5KRXDPvVDzYL5x7H4eW
wuc0BrwpE1uPDTmSXVGpBPsz/1v5irgtZpTi55A54MoL6jfcybM1wBXSPTYmYrHKs+Op/jX3PLPX
Qea+yDiQ7qFarPmTjkOUVKvpuEuhiyE/0TGe/XSIcnFTNp60d5urJv5x0U086WxdIYe7pX0RoSlf
yrzlQXXcLnxyopVtDMVoVBIHggIbv0M2vc7DXHGvTLtdtKvLmA5E03wozBhTDUrUOXsDXDYfHsrm
NQRdpjilc4aT4zZmOUvXH39kINyvre7UA7IY/Yr6dDw3y2DoDe270duHTRx8klMmy7Tpxu1Yz7C5
TNtbuKaDBipL3CoWkqjaxfmqijL+5Gcx61ET5BXrbm3lRKuYSTzPgyWY5HkwCfXyGv3RD8f+e63a
lmUpH/HZL+tobhZyjOzU3ybFeWXxg3Ffl55WB9vDJsw52fivdpsFT55ohznpUfj1VM4FQ5aQUD3h
pl0szcq1mmbgXez0d7F03pRu3cX4L4VyPvpNKB/yLGjLq5lP+dhopgPogsxSRz+QNfulFk0qi3nB
Q+FF29esDfoHY2GXSccgb16y3h2/qcbe7mto/f7ymg0BD0M+PqFylRx9RUGc/CjjGDmmpRt3ly/z
VjHLUK+eym3LvV2cBf6r6LLI8IO75TdrpkyFLTdrfVjqYIbpKWT5sytX72HxECUlvgzneceMsH2O
aGSc2WdCFFyzVKY7zu7QPK9z5uAG6truu7UsKOfmfBo/YlHlhGpvXT8kEUttvm+azv4+ZhDFKbnh
OkxnNxf+XhM9R/OwoUM32TaNnXYLjLkp6RjSu4Gy3i+NiiYncTZr6KnJybItUdE61zQHWyu1lHWD
n1pKw7EqyCZIlEKTMExoXOQdOPuyXxS6ysPUc5vgo9duVZRYjPjPjYH5TZw5onpjo6HcoebAa1EL
Cbsb9xZ02VktyuQHQ2kjam0pnHMbmJzA5KKS62FD7iKPtXJjc0uFqUSkCAX/YvVxGyZh5RcPIXOr
k1iBnvp9sOl52I1jRMUeDEuXA0FMnI2sqd5+RN68oC7us44hXynrY1TYa5TYZJzAcmdTWB+IFdPP
wppEn14i+iwm7G58cDbyupNSm3o+ofsK26Ode83DJFeqFLYVznVPN5wqebBcoGNVS4lxWJN9mWbs
4RzY1GFr45V4tEFEn7IShDKFAAHfyBsKDw+zk9Vvfw1KvqP4QELJW6BUGBMxqOQF/P0VIxS9L4hC
a4td0632x428h7OkcpaEXZb8PURndcr9aWypjG+rywmrOjiUjz+5cz3ezvlW/K4a5V+gWS4Izzhp
JgB+F6r/1wsq42Cu6xpXmuuZL6qsFibzvmQlyMs9k5j94a9vwL/5OJIugIEvyf0XccGvH1fn4ySW
VZS7OGjrnZsZAhnAHU44gX6Sw+wd//rjfiXD/7jdwM6ExEFioEx5T4P5bpe7KNLKndyKbH4bewJB
X5DW9nufEnXzGmrLqd+gI/v9FkjxG4zzPaCKYAMXN/7gS5Qt9/ndD7t5XknGepWl3lB8Daoh/9QB
Le1KrIC/czm8/ygYG+AfRnCwHD9E7PrrfUVc1INlQl4YNooET9iUGLqpj0ge/juHzh9gPkkWLimg
5ICSbvyOJ1Giqrfl8lHrZLbD2Hr1zqto9HCk0Cda238n2/o3P9rlh4IZJ++KZsl3dzHEcmYHA+SB
G06MDbDx16wtrPaWtf7mcfmXj0JldxEII5tyIb7ef2Gep8OJ5j0+Ko9EGtpMTiiG19TbnOD/gxf9
j2znLwzpX7Kn/yt5USjL//MP+vHf8KKTXPK35ldmlN/yd2bUEn8jW0mgnOarvmhnLivS36lRy3P+
hr4MdgK1B++zzZP3JzXquxc+lQeEhG8XHv+itfuTGvXsv130IRRPQ6YSqkcCyj+u7U/68a+o0ct7
9P9ICz4B+h4xxCU4jT5cx34nnGdEazbfrkLgujq8gz4vH9ScjYdI5UiXu5IQlwFpeTJ2dXlrL6J4
/Kd79ef1/DM1+4fH5ZcLQFEIy0s9ho3Q418C4jXSkK4AU0+5UuvZmomrk4vr86ndelagvMnQG84A
vpxJXWmtkFMQMBAVX4pRtgfGvV4DMby0RnzJyoGpZ1w9/USZodqO1oCz+jB14b5bxe9kgu9Iz8s7
zI4HAch9Y7Vy3md4jGCj8M6cUIUwa3syyPLFYS4HziooMMPPyHSW5hCvFoygzDa3PEOZOfW1Wd35
d4mS71y+f1wMLzgasEsWIe7Sd6vYaMyMF9vTBF8TwreP1cIk5ZulJhjbKaqvUAbBAWNmFe0y4riJ
RJqVyk5EPkj7uA5tWVz1DAzm4FpUwaSNZVfNvtE5ADTVOOV87dqaCJy//vZ/3c64aFyRGJJJ1mK/
viyGv67yVh3PDXrnNV2DAOwDI6YjTqJvBF1GFDBQDMt+h5g+L2O9qwubofGvL+CdGf5yBaz5vJZk
JGKRZq389QrA7mvhIClhLi+yNinU1uUQ5jHVdV6jwKTHPq6KKzvzlfWh9U3sgzIt/ZrLZOkFnUdu
o+e99BtL7D2n4bBtVWMpX/77y+Rxw2BCziSMlHgnf4lIwSntjEZO3qR65QgdLY/21NeHYbHtPLXd
UVI76S69e6o2yy3uhm0tquOaD5xrXHsb1z05Kw7ism6MZFLOnnZ/E5bk/SqyuNzKizMAOxTBHjAh
75OZeMxdM/Vun8Z9kE/3zegNtG4W8oJUGi22XUApAlqdmOC40LS4NEXUgAxb2GdP3TJwXst1FV1t
fbZ8nYkeOICu1vp6DJqv1VhZfSLWevrYB3KMUrSeyiKk1bKoJbA0vXtminMfbKpq1T28RhYc8QKI
7Bl5u34OgZqCxF4u5x+xtFH+mwf53RzMDw/ayRCMSgnAAHnZuy8o3Bq3M0sID5RXQ5WStpgvSWvb
TObabnP4jGykiVFTHbvXxrU/FZHybia8IRnhUpzi0tGt3PA3l4U+4N36TlwHIYeMGj4Sfzxi7+bz
MZYa3I6KPn/qm/Ds9Ho802axVrsY6Kn7Wrkt8EGYld1y3bTy3JX0WewrjUPLyOgDmbgUrDhq1edw
aFZoE+tAY/P0stiLfjJe/BnBu3duslLDKreLU1zc1eF+nqb1JpYd598OM0Hodvelg0CDSAHZXU1R
K4+ePVXItyL7qVfd967LutQLm+cm38SdQdwJFGNMtbfQ04IQ6TbNRr2HoiSJx5ePAyZblG3mpxoF
rMvQva42GaM7F0r1WlvTnGEHxkrvTkWzY9BqrzFrcSWWbR+6UaJ65HEpvtcTXH2iRq6XRzWM9rN9
qU+zyjG4xVo7H8hDyhnUluXKrOvHDd3mMcfZcNqGdXjEVP8IiE4oCk/EiRyn7dZfG/T/EYZDHG/j
cBxWEb1ZY+OkZMAVt1lbOjt3ysQra/nV7E0+Ie0iPpnezk9B53ZX6wgCr/KwhjSQKGNTcBDV7prc
DT6NAhq7Dq1HItZjrKyyOzeOyY+OtNtDW4bTbjRErIdS649D7z7H2Vjfu3h2yPfg1G0scMGJfBOr
7G5MboWfJ6oSXvGwoSxt7Qruza7kZl8FGpfxVSzq5Qf5veP3VrZpsM57jrb1cW7W5gPe45Ui6ax9
HAr5WrrxeqBJ64e3uuO8j8c1j8jsmoFLjS0uxShT9ZWSWOrUV/jUANwnq37Ocg6/j5wBPsT+Ij5N
axb9IG+7I4NLaJUIWVh3fiXK4zDfMne4frucBarLE0GMyObt7toOZgBJ8C3OuXwP+4uZCPCddIld
tRaQ/0T8PGgp9Tnfpuzs9W3bHzX67zuFYY+mATEBVcZw2Ur3Z2+OxI7Mye7oKlG8eAZYuNs8wvsy
vadX07/K68JCx9E2/nFRRXfGTNmcNjMoVn1U7M/DqL6pOp8WvrRueiNSZfrqas/lAdX+dohKt3sM
JJCOBL4Q0Me9ARTt++It7iA2lsLCQi6RRkQErH2yQioi2RZLEDKU9Je+NMum01NU+gN1isD8CJOi
ZFwaWhNE7S8Vb1LdzYd6FeF0Lua1PC4VdnyEIJ9zK/AeI2C4vaXM+JWFtT5p3x1fsSA3H0YFFB3Z
HLIcUxHNIEoaAlrkGjUL7NNYoU1bTSiAYyK85fbmIt613Np9Dkqlk2LKWcvFyisbw0Oe23Gpb0w9
brc5aB26FbtO3aK8bQILDr7w41MXCPvaU5QTl6vtH8lH+TrY2/LsuDyxST6765UuxXRQpNKmbes3
V02mP6Au+CIXXx1WO5rOoK4FLYxMyfvNdfSXfqvLh1ih+ox17TxESDg+wj1YZ1fpbmcEENfUhvGJ
zJfpaQUuwfUU1v6JqeoD/698qeyuOtWhIvKqU1Z4hqXNn5owXL8qgMfP0gCi0L2BB6TF4ndnaBM6
ObXkb2sxNYDUZvru9PVcAhhV3RdZG3UyFqwUN8mcMowANYlaGei4103Nc72tD15TtfdU8Zmv8ZZL
NLTya+sHP+JxJOlr8KziGj9G84j9rL5bsIT8XCk6Yfb1qv7G8mmuzyqrOM3RJk7u5vH1ebWm8Q16
r0sz9rnndt6+T2W5fPYt2X8kQU9jhPSiK1LP1rTYLjdh5T5+I9ad7Ne2LdIaPWa8Czun3a8VAF4e
ZPNl9/DNMb9k4ZHM6AH/WuWabHRoj3u6QroXt468+zootiSgNevGo+Hg5NhFfeVmw5sjM/WATKG6
ApRcj9Da4UEEVn03rYLIdT0BYHbT/JJ1Q3ZDSZ57NlFlkJko+WFs5vp+lnya5lfne+WVSX0RGU9q
NXtKYJpjPiNFYgLTn8q6k3f11KrgKIidCw5ZM5P6bepyvI+QhCTlpImxaYM8/2ETvKIgfln38bLe
iZmDhBYy3lvMUPx3fFi35gdSR3XbRl23L/EhfFgq1aYForJ0FlUFjW5e0F9Q7N3LLOnnVXxGNR0f
ALDBBOsRScySZfTw0jHtWUlNJwcHK/WQT259C0tdfHS0O50rSiF6PH4NeCBUWHlGnmS/jBzMbrLe
EjcwBWFaZAWsHB/tHht0SPspKMMT3XPWtylUP8q4d89Z6UZXzM5mTYTib2HGikZcj56wpZUVUgIm
6mkciKyAnT+sU+Q+DatjbZB5/ndr9uKbqGgXdDhyUffl4h4u/HFlDcvz3HbOMVC2eBqwNR3kOizn
re7d1zBuD3NEGFBayM35EQyI20Pjdh8yjP5HhtD1y7oM2x0EyHJXBjlKqbycz2K4dNKNA+32XTOs
1165mXs5mfGk5HgRvjhuwgrgXZOflqNrGz6pLY6viPJDoIYfq78ZMp8QlaKBSorK+rpsOHVtPCdH
9Ffdld956tSuyiIKvMFmjAfixyB8DcOom4N/WVsi1RJfNq7RE8HNAq+8asRRr65zaCO/f+TNbq43
dHYo/qc6TyMm8MTPPJOM1ubvTR9YLzIw9l2JYPjL6rXhCQ7CKfdelsWpyVbwaFVzEhsh257srJ9e
xtz2Plt6ZZUPvUr/cDiYfhDdBpc7t7gD/ZV61ZS3+c1V/mMbkUE5sAmtoYwfs3qdXhfV5I8KJPKn
3vr6B3FMxUNZZvVBSEucohl6M0EJhKt6gEBOAZTXsxASDcFQfJdiK851HUxcoY2PrcQ+3E9FfSsv
35nrk1wLt8NeVZdDearIk0rqilfEM/b42Jf9zMnCZ7pYCYA/VuvmpJCY2Ek8VeYPrktGBy9WXX53
wC6uMeVBLNCBG3wb7BKezVPS30udmRetBusBgUmhdxaCMQiy2ASfkXwEGBfb+lF5AeqKvkQpPLfR
98LFn7ND4skK4MOoJKQimg9BP8wctbEEXBk0IvcW2gzkVF0B+s2L1ezimLf+sKzUV7Sq7j8SwEX5
Tmyb70sfEMGztmZyDzCl4Rc312WY2A5IecL4Fz37aGmwNnpxlRFhzEd6uFIkEa7tul7BP1TRCzLW
7uA0S8yOiX2Zt10DZ5L1Mkytr7GxxTGoPPrZPJlWpEwPqhyM8XhC8cGfxlyxnWdIj8QJotR84Omo
8xsM6rk+VKMQ8U5TYhccXLRKbZq7UX9aZhk/O8XSfnc9OZwUh72f+YgzmtmilbfrsuUf2s2hi1st
C1Q/osSFdSdeLi4IAfmzdN1tES59lxIQ9L2zJd04lacYefJw/MLOW9xQM2Wf7LKKyYhY6dE8Lraf
mZ09S/YNiDJxzKxyYBcD/72pYme06DNd/LSWzDc7dp7+Szvm4bp3wi57FlM0E0kTbduQdm5D0Jra
nJBn3xIjhslYNd+l9qLnZpytu1VP/MHLhQ3nz+ytt4xti+RsBJA1CZRh/lSvfvZGLgyt8saz2iMq
m7VPGzSjz7qk0P4Irhp+6eqpntPV8qQ8OrGJp13JWD6ldlmEhNWiIUF3xEQoXgUSEzSOobSL1O7n
+s5aCth2YwUdHDXqzOggIHs+rgzbzCTkuyFFschv2ukReiYZSre4aXpl3ak+IDn0sl03qdGl1ld1
1kXPzuitAYrLOHCuIdMGK62XOq5eO28pbniVO+vKtq1FHhkPlu1YkaFATAIfQ0lSMU3NtS42WaUI
Zun8WqbMfonmGuEDZB+cdZNbPK9uh/qZ2X0M+hQjK4Fy5FyjpKQDKSyvPbsNX1C5yGpnrXyj+2hY
An0IR5Ijk063xUTeoYyZyrEzPfiDU94ZMtb3IiZmkRBcG0HkUJMrHSCQubWIHfhSTKu17rIl8vZ0
2YmP/bZe5aIQHzC9uleDW1lvbuG0kHj+xg2rmmomxWYQVtKjTTwq2ORHmD22hlY4OSoTP/40XFQB
US9gifrVTNfLkntvK4v3Xd8M6mcMFunzGlk9ykpfsuQVk097Vtty5lxQ/wzHWshFXuq/YYxpDDAE
+VdAZYfVV0OXWlgTLNQjQTvv/xqX+cPy/M/oZUjOOIcKjMK4vkFy39EUI3zcrDKHzshxQAS0FZx+
yhxFUV3Rhhq3Fcxfgy4EOSvpe2+qIg8slRrrB1u0G8s0bGQu73uaa/095EveJp4Dc4MSwEXospVy
+bK4ayNSq9bttW1yVPKyUBrmmscfj5+FlDNV9thc6abxLTzIfmw4qS0EM9jFFstklEhlLvNCHaRl
26Ct/Oub8C8YGtZhoG3gO5674GJF/xVDG7sy7G3O0MR4VPk3345bQt6zuf9hNCo9LkWntjc4D3mx
MPCzoddJLTbs6TKonVtEWdW902B7TujuXX8TNfsvIC0XR+biJUoQaX/gv784G7m6HEamvrkdq+c8
I8s6mewtRgvdjq260Tn5qY1PevteblXQH8OGPorU8kfOZn99o37lCi/wIjQTdsOL8RDU+308bD64
LuKQS5yDMdDHarpukbDsc+HJw1ZXwW8ezl/Jn79/nIfNURCgBQP0PgHF74iWKku7TTLjv0lrHV6k
mLe0lyL+DQv8bz+JipNLXS7G5/CdvarNe6vqc9OCm8RFWprYvhrbQqeEsvnnP+7hn/a3XwiM/+up
e2+/e+pb/vPeUfcLx/Qfmaj/hfySeyFd/jO/9LFv37qSb+TvJr6LU++P3/Gn8S7+G8Qeem8IJDYS
DMv/YJdc+28ugDGPf0SudPhHCdA/2KWIf8WrQCwi3xpsMl/oP4x33t/EhZChPRDckIf1vzLeQUj9
gj/i2eQaLrAwZhd8RM77RK6otzghh7abDlm+jdfoyPBwDgOM8UlYtLx/UGQKMeqB3+TtR1of++aO
oozKdRlhdEY22kZFl/OdMKexPXN8jquTdJQTp2PvtO0+zsuMlLi8KrJdM6Gt3PfRHMRvyHdKiJkm
d8b7cKOI6oZKjM06yapdCdRe8ikvnuomW6xblMV+nCde2/T9TVBzbkEVHDonciNzARbX9054dnUx
f7TH3lz30dI9eEs5b+dyqf1PeB2tYbeSKYm6JNftPccutGMLc9DIYaFz+vYrPhGHonnpdTq7ycJ6
oi8C0mu1n23G1+xujGwzHIl07sTeIH93EVJnvEARyjSfqbXovvhFm4mD2yi1nrqIhwFJatxke8N8
j8xmoWp+t60jousKNS+mC4eKsTSyIis/tELn1oFWhn7YdfOs89uGA+5t663gd3WJPHoaZ31jN7p3
Gf9VsST8COWrlJv8aATyI+xm8+qkBIh6BzNVItq3gKz+wa/qstgxgTsGVWZ+Ed1iwVPNre/2+jMe
mUGwqk9huW/yqXTQelvenORIi36URpqXmsjdPIsNdn4iuvnYXDw069TfMDyEbPpS5CDjpZN/71q/
RnecWR9b6HOza/x5fsOvQ2Q7JuyUTG7/pmDo+GRQjIcjXvIAye8VsDi+8vmiIdV2iTC5dLfsWXZZ
dR4G6otdwjIfwtZdD0LZT9Eo7E9NXbVfc28zqESRvqnWa76REMy0MrZdCwDL3n4fUvm+srJqMgod
Zwmu7WqtXv+HvTPbjR3Jsuyv9A8wQBrnV6ePkmue9UJIVxLnwUiacfj6XrwV1RURXdWNfGl0Aw0k
MoGMuJJfJ2k8Z5+91yn7jrvHz6cYb1u1tPy1yLj/2BCmZYRe5D+qdEYGqjNyFzKuCe4VnT+JLeJ8
84D5OjV3XajbgxtC599IwAZ8W9y5V4sxaXTmJTUxhGpJkq51TWXsJbowCpMoxowRbjLvFrluCzKd
wZBRTRN77AjTIEiKarinv0SBg/XcvKhBLlgqs2J5cihHdDRmVuYio+iCrdm+V183mSHMDf2QQrlM
dfdYyyz7CtiSNESFneuXMc0gnw2tPT+q3vOxZqFrW5tRysE4ztngwvbHsP0FqSl96vjL48mJJ9Ec
4ilV7HQY5/ZH9gmW3CoGcFBTJQ2bBHfknazdnOU4FPw0971XmnzRunwbtS76DbUplwIKmXVZDXmP
X5xK+AtH3QC2Ny1groeZ7d1ZeZE8URg43aqYxgfwnMGHq8sw3HZ9HzxnA0a2TcfOvXsc/obemYbM
b8oEq/tG4+b6rFIDVKGh+GcbOouJb9zX4znxHfsxK/PmvlO+GnBu9+LEtjlyeyTe+heDV/9w9qWa
j3BNHAMzXRxeUXdRobMVJsf3W6nO3DmSRELkVJ55Q+guDvf5UJCSIt7VqgshnanY4ETsv9rRGL8b
u1vKUz0UYXLrtrIqQF+Zc7wLcbPJzwWMSRf1rqjfEz4Dco6n7OVMd23E0YTh2IpSuyp+EaF3pj0y
fOsRQjH8p2HSlR8Jmgi1yTEcVzupreLJ8ow53g6Vql6m0NYMFvHZ/erqub4NRtBNm9KVZNPIN9vM
81TK5MagF+SXx9Tlc1i2j/6AuoUlNjDLvRGL9IcwEkY86LTNq5ckQ39B+8lUgRYpPtdJMwX71rUW
nK3snkp3/RybwX7Aj9uzpdBm3hfk4xxvEJmDJ1sYgC4SQBcsb7d0dZ3ahQ73qavFMZ5yvAOJNeW3
khHRzOFTxndxaVRd5Ni1vJWDTF49MTQ0fU4YJkd+qZ6imUY3PvWpjSHf5bKx8cUO52wnhd2kWwdz
6UdljrC5u5Fzbyt5uJ2oTYGO7v1xjJG/TeyNW5a99neUtnmy0XHjYd1NXV5VTm46uCrb0rhonabF
f1P3yy+24gZPjVDD91IFy1XpC4ZcPWtA33uWqjB1azwWT/KF89m90VgS9q8nxUNP0l4RenDabruE
lvYRfdv5gcCTmx9GZNWSTZI+QAQs0GS0jE5nuNbDOq72NkAhIIFsunzmqukOc28TfwU65zQq3QU0
ZGdz2EY+n/KJ6SCtWBbMWFunheJuGIM8ZRhTmPfJUgfTLqjsro7a3FEnKn3RbD0x6/uFsrPbEDbs
l83c6eQF2HFy488dIbl2Fqt0G/SYlU1yOTdOP4ZsgLQBInFajctXmSRQUH1ER4bGvTVF1jQPhNkw
qd9RLxDN4J3rv8p6st8sb0jsiIFKP2MLJYG8If/ovCiWw94bZj1xSpA2wSOpW/84WjXKZpu7ttya
okm8fWp4pYzG0HAytr7Y5ofpO0zJemesFTbXyrslNsxLaFHS6ZmXla2Ncu/Mt0bBx4k6jDVq2ySi
fwYBKe4YrwfGnreamSFQZNYTr66muHC1Erz3Or3ssjSzQYx0Rdxu6qpXJllTUgT7JunmFGCHpfgX
Rei/4m1R1Q690rgOCY5UjJwC7ppKtuO89Ssv+GHwxAwslQ3RFHtRqM+u0atf/Iy4XF2X4i1hE/ot
7oDMxsXRCp4v4EsX1VSkMgra1CfHFbjZQ7gMacwtzxXZORQRHZT6ur+M49mzGcSEtJspqTtG+JZZ
fC6kkq7lJNhW6jTSoYNzuIpEKurhziKQM19UhaUPsAGZ7s/wl2FBB7PHCxkwabMBD7SOHZK4eLXs
eMq2huXKc6mICm3YB4ZDvMIIR7HBnP3FbRQJjgKrwlNThNZyAEy4oMwMxoKVdZzWkcvcp87OWfDM
bqaW3xTh5kWHVM5cL8embv0q8nho+i3FlPvoZfBQNgRe4jaa8jS8RSPI9M5vVeacJ8FwdQemV6id
2xnBvBk9ambiEVp8YmatYegEMWGvIkneByLI8qJwsdvzni8HttoEvXFPCLgrtmmAwR6L8ZypPSuS
nWAjpFZ3+DO75GKRWJhOFQNPfe6WYH2UZqvdtrwS8rM1O8icKtOuGTVBNxOJZsp0D7fKvgdRWLyP
PnrVRjR9fnCVqvJ9WwVs1s7ahruVtdcFBYdJvoJhcJBS5rK9fXCvqFhZNG7jnvDOS6br+cZ2VmXa
YJ2X/8ma3YyXDSxFPCVLSH3UbLLJMv1zwvgsfaZgzssDtvJ6PAsyYuGFsxhNc993bT/uM2WO1kmO
7D7dp7llxb8gihXp3p1UEDzacx3Ks2vTgd4zT7VFNFhMD/83q21Xb8V/iDD0GA62GC6MSw+EA/ef
5pg4F4bX5l2yrfjHV05X4MZl09uvv3Rd/4lT7R9Kwu9fEwCkBn5Hup9f9w8rRdi1dW8Msti2DokM
qoxyerD8gbOTkjO3iYCL9uzhs8+j2aZENDv8UrGfdY//egv8X/a3f+uC/19zWmJv+ss1+Z+clg+o
qd//bIXXP/JvrbDl/YEKx/uUVQ644JxVp/qTQWP/8RucwSJJ3HErMPE/jJbeH8Fqwg0c/gsz5V9b
YfcP0jwuvkT+w60lxL9itGTM8XeZhCZ3BZmTVgR/x+eDnfR3nWzqS+2txD0AEUbxTNAp/qXMZuR9
vbh4LwhFZmPUSzfM9laeynsz7Zbx4E4W5JTQmjSVvzEioDsqTeGguoO1S5j23HTE7CDSq9r77JM6
5Z3vL8Y1aTjGzma5Zm5V20txCGyBMDvjBSFrOOA9ruyEQGa+jimFfXBaAnGHGvf6E2B9C66jA3d9
P1YSnKGrs+De9/r8QbQ5sXzd2WWzUdKc+DH4371NVefB1VKvwPXM872c8UfjDJTONgajYqrGHjxx
XNyopDegsbt2bxHP4FTZFGFmXTet4XtboTw0aXKb1YVI3YRN5GtAhcsnPqxccygndV5SbpKdNU/S
clieHSdyCXDM4ArFLJ6GZ2eIu7PtBdW5mLCkYeRL0jnCe8EwJhYjs69p6Zt+PyltixuXJZUDdsfS
CPjEfjEwF62H1zxJcG2yGkMnR8lbcN2LlU+vYnHkvV1zKfFdmCaP/lzo11jZTrXriQ+9VonrvLHl
2X32k2l8L2Qob9gXqOkSJ4/6zu3s1Ni3eD5Y+83L1G5D0kcYo0Sj4b4DdGAyxESOQPjQBM9h0l82
ab5hiVlFS7/uETQZmxqIDK/VdNs55WXM0rB4TrZp6Bz5FLWExeVkJ1xa2Y7FKXBi9pxUH0Fa35nW
udEQm4PlZSEhfhTNMlwvOcdlIgm4ERgW1RraqD7xED4FzJMjPF1Ri4ZC/hx7grqy3OHgVcvNpBRD
zfAiNaznsv/O2/FWJs+ll307knRXYr5mqmb0lm2Yb96oYf2Kectk8cnShhmNjn2I0/5VFiVuC2qK
cT50DhkYQQxqxLlqh/VBVjPhtWY3+hfNVEBVVdNm8sS+6kgJB3F6GIr2vAQYmgSefWsI5S6PQ3Lb
ySAesU/bD165NL9ysz/ZE/dcME7TNvVZ+EJqx3qMtV/C67F2ejT9B1iXrY7Ya4iCYqCqAh2YjVeg
xEx9pfoRRXflBfmtGwTtZf07dTv242M/B9Ga6FGxukgT3V37GqtyAslFS5Ks505kW8rhe9IARNOX
LYyYl9D6MOfr2QnAJ28tp41G8wVn9s6KZ7QHZ1d1XEh/TZrezrhHFtpfOwgpH8Xw4FVI06oi3cRg
3mw2w/LuOfouXoYH22fumHsRaELuEHvLtHI75tel5+4DhpGmn9z0jChwMm8B1bAKXe6zwLsknUTy
f0jwrV4mGbGtGlEhd884b7Zhn0alWR9du1A7h89Cz3FsBnAExlNa/hIqvrTh6Sbzq/DyZRPKXz4d
h5ldZnG5R8mLwumIdvMr9SiTkhTX50DMNev1W+pgWULa8dOHMbQe5VQ3B4xBn4YRfnCrXepq5olI
9QZETrU1irsRjxgZXPnoy1JHJnN6BH078oP2rgKPGnt1upHeyEFVv3rDcNYOk9DZC6NiyvfV0IoT
k1d46csBJ8y0nbJ4l/fuDW3wwYvHb1dBIeJgFeIu60jeER5iS25S3GZOsGNF2LnU6dVi2vEhdoty
y+1Y7dFLisupVGz84EePUr/5iBIUufpqzr1reyleEEYPDUiHiLXZh75QJ3cJHlgUGmlKJ0BlhORu
zCy7CMtl35RG1Djcvbovr8kef4Ywg3qLJB0SnZttbFkCgOFMD/fS9y4K3Xn7JeZx7V/p0d9lNR39
usofapaP4FPeOpV91/rZDVl0d6UvFsGh1eXj1PjXdIeOix2FxihqZffg5/peGOPJCYad1d8aAFGi
LLkf1xpVFhf18KF1zTuoV90D3MOrhEMfOs3zbHf3YrwIR5xaHXJCS21UTZsqZt47HKaxsHEejNNl
spz9FcJiVEz88uyGieoZrswZtgcUGJ7GEaOlxBQwbRrPOLtsVA6RgcWRBvM8pgGg8QaYUQ8MwMEa
ufVzFC5ILbvGN5cCZkUYogsxEmd43hLbbWcOFdys0ZLbeyXin35yT3lQHLPRjy/rOuw+KtcrtkTv
j36LQKw9CmAAW1GhNXoYwelUssoJoEYCx7Hw6MvHw5QztYTJxFbEg4tJj/fqwn66wT338a+uNM8Y
bSLwi/tBE3crOOtzuPyqYsmQYAysPmXmns3Zu6VLIJi97B04aC4hcuF+LuIULvWNPyEGJZulvzUr
gQfg0mFI79n91sI1EDYVbmLPcNIPexlIXBmMp2mH+5sipmsoER6JYn6QgTiTqHpdeobBi3rFcXqp
5gId1lmwwTn4erM9M0HO1qnb+xXFe71Tifc4sofyJRit1e96Nuoyyor2Bq2Kw5aQ45Pq3Ldg6ZCm
vV/SN5AXhs+lU/uxN5pP7GHb3n/WZAQOLpbDgJ63jwP8tDOdR4m8Dk3qlQ5o3PaZeTuzzW07L7ch
KUx6P+xRPGTN1kCVGUx8pn51JNzJKZh9YNX5gC3LBe9vlkBciWE6Sg5zy6LxHDwHoTc5J6GB4D6G
x8Q3MTiGGIaz187wuV7FORmldWeU/Pj52TQH5tETTu5rwEBgPKWLxXjYu10IFtxZpXWXJ9UlvL2U
x9l+ZUtccNkt+GhG9wqW84/La62wFihUUjDkziJ3HoHK8C4taDKCG6t7capqw/vxGfToRdJUTKTn
8G6Ib4PEf5ny4iSxiFVxuZmmz8DKSGk006U02x3Yo8hI0oO0sws8GI+5avMNkPmInOteObTHFH5y
M9fjrsvNFxI9wCfbbZa3x67rr6EeAGPgSWqGUzGTRFhsd2+H6ivxyFO4bnZFauACZtGtZ6eeRIRm
cDJbj64neTbjcT7ZKxSV8ck5sXHL+rwP6J+X7ki5lULcuGG8s0WDPChLm7dMuaPcVpvM2i35VxMz
owaOtk1WE1uOHXmYPirPg1i1xlAe4IXuoSJHsni384DfUr+1uErhy9wHrGG153d7yKCgYV1b9F3W
40Enl10Xb26tqdfEBvsCYxIGy5guEIQyOOdmcPRc60t5yRG+0qnQFn4MClqWIGQ0YfhyokCQiu9t
jD5gYSprZzGPyI3pNoQ7O6CO2iT+B2y/i9M8e029ybO3pX1J835GG86qm8xADUNPHz0HxDf6Aka9
skQSowW+Hivls9/ZGQSXzLsIUmzUTtUnx0zIEysy2e3LX3S+zAKc1tJ9GIUZvxD0Rk7Pj1QlSPPs
+gHOW3rGLoUKk9AQOP28rWq9b5MvLZwtLh6sjgApaPPXl+tkQyLng0xLs6tjSAOex+058K4zlyfG
g3hDE2cfdHcjdfcdUDdvqzNAGAv5coLfCdgM+wqu0LOW3zhIoaTdaPOyaoddGNfbsCQTnjv7sv0M
pgk+7dnXH2RJ55DUUO9ye8GeIehSf8cwF4rqpm/TC3doLnv2QLxCPDn0gC1KVgiD29hg54o59AXx
GOehDCm2huTkDf3BKkf1zcCec2dgEA4zpnFpoDFcupukYd9yQodR0M9gxF1NWeWrLS1q4Po2y8dN
LcXwjPNUnnCGRaGAAMNHgLlhYhy0CID7g/2AfEfltK0LeRz9gUSPEaWSz8fWng/4Pq4BaD2P6gnM
1+h/9Ui1rAl5dBH0w6Wl5ZDpwFscBIDwBzRH5DqQQ/1nhpo7CfsLg+R4V6PD23iDVhbGnMQXjv/t
BPO77C7smZq8MDeVvsyD9Gq23GM2K/eunkjwLJdMVr4rnwqmMbZTh2k2phSqQ1oIyCuR4gkiGH+E
4UxkU+4kOYm13hH4elY7q0rFfpT5YzZxodzqlE6fYzkdy9y+ytPu4LchHn33oLtv8Dk7l/1WXvwL
AexmIDKRkBDLSyfKVRlBWb1M/HLvoZzmKX42fQ+Ip6ru+azhhjKZHcjus8dLh171ToQV7ZkVNaK+
Yn3zSh86OkmxX/SPndFUiPmx670rnZjngMPyGrv+AcVmq8bu1sqbKK9yghF2vitT22Y7kHE3e+mH
pYyNRFnfup1ViNVMOCBCk1UI8TItsfFgo/m1vnvGE/s+zbo6Jrl/nNhMcSq8hIVSi3ET+orSB5HR
yl9L/x4CDeAPMwLjv/UNQ25Mt+w+mMFtpB/c1gkqY3Fh5d0ty5r8nV58G+Q9GeqLuuy2QVJfkVvC
raSSyPJmOvHuZ0lI/qOAky4AGpCvnLLrmPKnBqaQUdevuG6ZXyUglxip7iR68UFDnMN26kN3U+N7
GnCei7o7LpSKFW1xYn4wR+QYsEtGfgIQl6Eof+z6UfCkV/Qfc2dhA7TMYJNm+qLEOrKhuzmLjmdw
yOBeuao/knYHj+JiEZ/zWO48gwc4oEmNnMnaLlVX7gnLIG+H85df4ONu2ri7QGcfLsm02FGJc+Pb
CINul1nGmRH7LzZoHRiwuFz+6RCOdrrzgnSGdcDKTztmjQ5xrTnCwU0AU05nI5A7vyvrg0brXFMb
arIv3cU8OSrcFn1wpZzupZ7nY1WwUzogiA9wKOEtZ0Qi7D+qRB98KYztbMlwx4wrmnPE6LrbgeUt
bqWdg+YVVOsr1O5IzmFbd95hDs4DebyND+UOHP29U5veKWvv2p4IBdgqRi+bsDl5s/pZstN67dR+
CVp+SO5kFDCiy+cFC4A3PaeAw+BpQJ14yyQpiE2m4uEnFk4sjljh8Hg7odnFe1ADAW42guIBQ8zW
9DbsTjCovkiPkPYc2aO5KZBvb1RT0UuVggUV2wIT/bZKyya8NtWAVZRTbLpSIlDZqaJmfY1ja0qO
iTvF5sFrPAu0g5Ttja6m1tg2S2mdY2BWlBk8rRk0Sqs1dpM1+7dsVaEvgD3FFyrgvr+OC53FoRtc
A/tkEzAPALAC+4Vdvt1a+SmshQBJWUwk00Dc1ihofBzDL0z+moX6+v8K5TD/dt6souJ/7dV5+Kj/
29VHl9XN3+w66x/6U6MUf7hwMvCAoQWiQa1K5J8apfgDSjaL6k0TbZkwNurgv9t17D/WlVvYcsQq
Q/K/f7Xr4CNDViQ/+6fJ518Ig/9OA/5VSbfIdiCMWCw9AOPth/8IEQ85ETRvpDf0fZ6QmkjPIVzj
BC6B020DqPQgUnuHh07fGIQsLJmdnHxg45goHstc7FQ9PlBq0bZPqTx3jftsV0wf7WpWOyPoy10a
slm703Z38kj0bICbldte6gZgIUwr34i/SzFChtR2zigYd/lk+j9+S2Wow+oYhPWLzxxuq6eAQlFZ
D9ozjwY+j42E8bIBBXQM3J7KUp1q+Q4JaNxAcUBAcOLHSv85d/g/5kX7m1Z/+G5Wznr/T1vb/42G
tTV8/r94CNqP7G9gebZs//v97/wBM5PbH4cZiVni6tzKf8IQrOAPhitsYnZcVHqLf+2vD8BqYGPm
FGKdDHFQ/I8HQPh/gJw3V+Eejcx2eaD+hQfgnzQEn0eSIYEHPGZdJ7g+nX8lRgee7iV95UfQ9PVV
FtrqkMwWPD8NgTizpDo2dqnujbhwKioow9z/5Xv6T0dMv5ev/8cTiGnTZjzgO1hEV6soZ8TfP0E7
mz1RBv2jOEb0XepjYMYTMAL6mphz8xrE459uPAhLO8vA5AHlZzlAMna+41CUyVtcI0YfGHoiOjUB
C3pfcPcv1rYXNZAeBtcF8Dfw1x+KE4fWQgI9o+CaGy9yW5/prC5d5aFtLaJ7aFeaa+6UdnPLQ2bZ
Bxiwnt6BXXP7w6JXWvK0SBPXiifNEvZ7hVISlgYA/dyroKZWFAlRZrXylkx6GESpMADkmDLv9Ib6
aBo20GSUs4UkhaLozbKOkiqLu8MQuDW2KQwZKzQ+l9e4k+RbIAjrXw4Ti5ThSQLC8kaqZur9Eq1R
x3lLGELBEdtlvS/KbdsYpgANmJ6xITliV9bjfD+aLV2JPbXzmyFI3W6nXisStZKFwvvc1aFH0pfN
PTtsYNkjRId2l8CyGw8pEU2bcXbH9wiZqmbH7jDJ6Z0/beBDbyc9PqYh+tUd+ddW7SHEm1ReaWPe
55W03CtyMtW8t4d+LEhChCtboI/l22Bagr5f99Dd0ll3X1hnY/8hrWskf9N12+UYKBOPSj5OI+1w
Vpb7NJiRadopSZdbxQLQYh9IDOKopVaCfESXAs5usOjNRm5doh++f034SNr3/iJ1Bp82428x5KJ9
axSY5VMxxuJuxIDOnjQWYly0K2Js52idTvs5nDsnIrMyyeshZRv8Jh579J4gCXHsk8M3Ab55XtNs
yBssF76Q2RpJKINX1QMw2Wq9nvK2q9KXtPaxdJVOi8ztxmPdn4ykn8aNzutKvo1Zlf80bYpzvamd
xPpq3G66hVu45JHSjYHqKGrnw5IQOS54I47xPiaaEkQDiL951/cql8y/BUWr2bhJ+gQMdfyk6FEC
zptJH9eXi7lsMwwAQ+TGsRI3uDb4Yclk8cMcQk6zhauAhcE7SUSyUohdLMbZBxp48WUzyd5kuDIG
1r4Ow4kyShIqkv6ojYfSGQLnFBgWD9tgBVgXSBvzQ9VslZg7umm6nYRZzA6otPVRHAaMOeCtc82P
aHnBTu9TA9HtCMZpoe5sUnsiDTbgP6q+HGAU2PUG7OK0RUYBZi3HAEj1+jylIOEcRm4Tv3gJp/aN
lMggbkpSkjD6f9+ui5Cx+6rgAoIcNwqOhn+76boRy+k+aDWEY9EvdX3GP0fy3/bKAnGnDz58J4EU
7GSG5KbXifsqOoIapxp3osCY6NtR6+b9Hd8JucwsnZ03Y4iLswsh78azRpqvMk+dz8kY6XnquPnK
i9I8Uubkl9hAup3uhXtSTOMidtYM5TYJhD4mVf3DrAd7E9VIsveMqrj2sSqAVSjI8ewJcCuyavGA
lXQx3XFX57H5gj9SsVm9ELt8yee3qQ38a/Th+inUsDJxCSbN+1ia4WU5Z3C9Z6PGYKsKJejuY3wT
TVM+A6YPT9IdmysGAvO4qZI2v7UJEOBAygP7mNCO+WsUOn0qJ/chSCcMQ02aZQxUTT0Md4EYlYIF
NjbepkvQqfl+en/Nt657FAi98kU3yKHbPhbZwgAoyVa7C9slW8uf7wtWk6VbXFTurWdVzdkKWq6B
bahHNTHD6dFgLmZ/IrcIaR969QCuM3G77H5u02LiOwzmm6VWEs2zYTeOayFvlMNT4Q/59SxAmuZj
9xJYTUNm2o1p8D3OWeOkqyZ+mYr8QS1dchqk6s787cutDpR6m4CHU34xuSsIVkdtqZoDEwlGwFg/
+y2LA2rWDvJA4xseRvqiAI2A3aSw2OlS8ii3NOCGpUjLtRFPf0C6Vg+c2MwCsD16aG5tLw8mvjf+
D79Kb8ZQhsUOfafbA6NHiy8dOOjkSwNXRLms8jMurySNAtKAv7C5IMUvfkbHFEL2/WiWNZ9c1eJd
VV2DIGf48jPLDJLG9PvzgxylB8o0kQaWNxEWW4ZSAzISlvMdrjDveinL4mQSPTxwkqhzNRZ+VAPu
vBBOII9l7S/vegZSkCihqr2k4cQoZebNJ69GFOVCDqQnm3w4QqLotivhjoEutGJxka28s2NZrSgT
rbhim2ko9JfRTM63l+qf2Fy6K4xdyXagEnqa2afxFpiF/26w8zTbwgP/hKiBjpHPWRx1ZkxLmvja
Atveu/yqIvQvc+gj4aVZannvOLg46UXwWbG4vf2e0b5/gryXt5zwK6SCZ+/atb3hl2UN/oNK2dLS
jRbaOnEk/6xqhw3DXSlKuLkiuGvF7H9URHTvcsPLSC7H6FVZsrwU1uheDgEkvyZo46ugLFiKYC7W
C5HEYi/6frhzfSfE/Md2Q8Kbzbby2oQoP9ARzg8/RLuuRLo8LsQ5KfsBYNP/Yy/Sx8J23fAN4Mfq
+EWQSnd5YdXsxsigeTAC0vMVFG7vrSgWHnax6HAVvdHHDSxD3boDo/wJhpGBRD62/XPQebz7OQ4C
hhvwlHmfxLid0gzeKtswNHLC4PAyJgy/Jra82vb3Y5ZP0563QfFCykzDj2ZZ/KWDLO1vWzMsD/3Q
k8+TcAPqqJHNYN7NRBCOLK51v6s8aS6WlMN949r25EWsACuXQwrXI40WMWcEGCjGML5PXIPgCV4s
2nLAqiPEo9JvOOaS3A1eMZAFK8rdzV0UqMlzjkgUSbk1MGj1O4qgYts4PFxY0es23MKeNL4ReBjt
jqBpSbGWc6hhSQg2VYfTsB9Z4bAgDmj2rHVzy9ltGX6ImqwESz1lzxrrFv9dti3irld0aMIz7kc/
g33baHZK7BgEEXojwlda7w38v3dl+/N0yw401g3hYsPBnlEK8Q4wIbzXo5Yp8o5u1a1HpZSdrRgQ
Fs//LIaLxFXhxJVgpHUO87B/zWanveONHOgLHDGrL4KqI98YZcaba+7a9kvNg1sezAZM4oFcqGKB
xGTz+ihDciVEq6vkkOvBBNse+m2kF6gVm3F0SSH2No4Ycty5Z92V0ikZmYRa37o460g+p1Z7UHYR
IoirMNgxa5L9lqYWlcRkUw6HSeZdzjHWe4ZjU3604yS/F2riveq0jvtDcXTtwfpHP+6F9C8su5+g
67CMnb0B2GsmbsnMqLBET/nlWDT2Jej41jmY+AcK1Li+cC6bauL+N1gVACSbER+8XuqMN79N2Mfg
LKO8LniHuhGMxzsnTjH0mspEL7chaDAq0fY0bGODUmyzbqa3AUXPPOwlbdcOJyTFOrDD9KOrk4Gh
zMJrmUFhcdVZyvtOLJ/xkYFbJnaptnZT7hnXRVm176GVoF/loAS5GlJh82eDx1hBK9E5ab65xsHS
s04NjPeSedhxe2x6x5ptJnozahi4wIHGlYkDikoehJ8Ie6MW1zjD3AgkGR/XsC5ofAb8C2RrnkPN
dD5Kwjp4HSucfZnrzOwLTLPgWdpmykyt5+yJiLK1p1yn9oVoMWZE0Fp5fDuv5mOmdiOeA6yp57Ce
+P6TRrUXrmMo3NTaDbtdYirnidhM8+aULUurALO8Ozh0eRjKZvoSgyXvAslaRP7GaeyclOHZJ9jz
/XgycUUUERZM8z0mwcDQ5HcTkJbWJCCfFM/AfgIyl+Eil71exiY4DrD5AcIyvTVoVeKRcYwV/9ju
mF2amTmBsfEDSNDBcA77etXpDCDKqIf2Ym9ZeGCSHgI4D7ODyfFLyq7UZ2XNitCop5YHn/F7j7hS
2ZflmsEXNrleQHhTcIuZJsBuXDoWpHkOC9fqsGE2jmb8JJLugfJbbyDUkbQgu3yE00BDmDYQq/ji
i6uQ7Dm+eKPbtb6fnlJAAq4HUcBc2QI8dCPTqyDBp9uZFRd55RCkK5HAwGN858DS/u6cyvlR2iW4
E2bdezil4UMyx8luNcxthW9UKzx/hSCYv3kIPL7f8W9IQrvyEgbFosGoSZfU3tbZWMqD7Gb/zeoa
W2+93pw3rHIB9T9acNS9JpDzDcFadpOkzbAPCh+ScLgSIMrfMAh75UIwV6svmIJPB16WqLf0lAF5
6SGKf+MlPHO6Nak8Duyzf8kA8z9ZhvAuRedwWIAQPS5YLaje5pt1Wfer+xtlUckxvbSafrExXUG+
8FYGhjBs9h9wtxfJYXImdSKVhk12tvTTVFr+wU8o4KVp75vK1Tf9IHCoxyuGYyn9r2ayIHMUcWry
iGICvwxWhsegQQjgeVPsQ8erC8mlmcSJt883YP/kyzMk0JnUsncBhyoDvZUfAt7xvzN3HjuWI1uW
/ZceNws0CiM56MnVwrUKMSFCJZVRGvXX96Ln66rwGwl31BsU+uUDMhCZkU5hNHHO3ms39gZBYoKo
zE0DsW5VGz8wSyrYJijNhyoJmCIqRidr/cIusReMyYCM5XOZQAPodJQiqxBsbWHvr3MOfus67Zu7
PEmKLdTB/nqAloIUP9j1iHyOjbTV2UkN69CHcg1cLHe2tTDyX35a2dvE0/UtvUaaWTgQ4LSkr8yW
eMG3OKXW90S5ZDSyhHFq0JkoUp8pFhqdF3s0QyPTxRhWE5qlghkstIFMrAu1Ig/LL9OTudBmwE98
m6NqPLG9aA/ZJBtk5pj2fdt3blFBqpc+x0a1Hf0mWcqbtvdpSMdpH7/SboSFXq0BujegXSBLy2J8
HsOqSezDWAzBdwcu5kOhzZaXb9OErYCMtWcxqJCw6FdCT7vAetSC7fEEuxrmyYBOc1Ml2X5YcD8e
YguapxVeH1e6/Z32DD6i2JqZ7o05bX6CIUPgbr7ihfLW/tS0Sy+i6USxzzxv/B5mBSiAlF0HXy95
icYqNzigMIxn9uSNE5mrYUy6R8fPjSObcThKseku5N6I6IqeY9O2sgvU83oBKtWh9cWpa3Eu0pL2
WCFQRNRDioHeML6a1GBBYgFrEmk6nuPQiI4j549VhvFxyx6FtbVZSCH+An+qJ2xhVF2L6dB4tnge
Ww+OA/OCm21lyzWPUohPlV+EuAfgLFKOCrK7CEjGVzcqpOJ0rsunaQzpJuKMV68sq6GhsbWD1gTj
qin6nAL1KwAL2t+ARKs3wtvJ7enFN33wUpiqIarJHPaTjrJ5N0aDA7a+NWljIWV/YD8478QrlssT
ELqyhdXVvWK7SgBeiOGyZoOBCiemofb9Qvti5wn4y18YYGNfV1udAydgAay/d8LI7lCq1usm7EuO
YPOARuUVNGZMMMcw5Q/HkkPSfd73O89T/rzxokl9x9pfEXRBRixRC/mZgLBpJZowPoiFcwbOIz4Q
KcPyx2a9W+Po8n81gznpNUp43920Hv1knG1Gg9BqYax5c999rqGtH8qOcJ47bIbTroyBs0nOW8Sl
4NfJcnWXT/Gx4273ndHxofsL5M0ZaNie5lf2W+T5etiiJjO+zo1bfwbVd1OlFmgGaq/ID7zkcxIV
5kPTpCic5ozunDaTLwEJNQcjom+cwqcrQ3wMKbWH6cCemUCP1jbYbXNOLlEtyfyKJKzsyHGy2KMO
ll+BnIlNtgDyyCLYtCWOPbQ9YT+SXOQWR2o9SFW0NR272DEedMpKxJ7H5VOwH4QHnI+iX7ReHBa7
BiLkdehgBoTnYsRba25p5wfaJnNkxqaaoQvpkhuzCcSXsGNnN+gSKlqXGeU5KPuR2hwwQS+22cOB
FxT5OOxqSyUvlrI7NlYh7O3ATU9jEDfX2QIrtKAWzlBD1gTp/fQWoKGrNV8QsUDFrQogbg2jfmmd
Ik7olxbti3Zc41QXfvvFf8UrIq8srbuUfcT4tXAJtlr3XmeqTRt2abfhPCQpdw1JRHxHlTvcI6U+
rGzJnFNMBVcwxJvYrPWTl6OdWdn4pnFeLZWg0EnMeh/bPYXL2o7YpQZtaRqrBLrr81Q7HRCCGAFa
RILv2YC5TYU4geUxIYF7YsVt+p0sEvZSxA1FLsQJXNPHnsNIjiCtqatz25ZhvKFXnnorgkZohruj
GIktRECQbqAuMM2Mjsehi3fqU3wicrBffVA0/6NoD3zCRuphBo7veZ55UTIf/A4vd018q6v6fCn0
GMN88IxC2uuO9PA9p1DKdgFSpwYrGH3bzSj7ueO8PC0HzS5U7GzHnN+xwmVf6CAG0FugeUtb3KUE
vy75koElmV5ebYIcQeLD+7ewOEcui/7u4kSWjkmzRF603dDJh4NlB7/AbEwnP+9M99BBYYKaF4w4
1Cj7VFxbM914mVF9fv9nX6R80nHwQcTQ9XDsZfFD0Py24xB7bmyMclEdmiKOt7lZeBQhgySZfoTA
6PqnyneWUFWwHpT74Wd+T9PU0TtM3ewKh6ajxsO5oU43k4uR6IilflJnem+htXdjKzc2Dsn04105
C18ufEHbuPrgFpa2zJvnx97F8Vy6SoHL35aI4d/bNkYM0mASCOctEg7kPm5iaumynMimsrIJAR0j
yGGylKZmz5UxSGKCOjkBKLG8e2McXhy9ZLjNDTbrjXgdBoPN4XozjegVtx9cL+3fy+sFRmK6bKJ4
31zy2+u1beZuDx7sShKU1+9D25DlGS6K2nvsA+7beEh+BVlL6wfFAc/7dXAGJO81WwvDt9zGaZRQ
PQLujvFtcufgo29qeem/P1Ff2PD3LR9oiuVIoB5vr5A6eVyBYkxgcaugf/j7G9aW5okiRa3kDdOQ
q3cyofy/8cpmksdo1LO6CUBwjZgjphb7hB4zdiOqLhg5erQZNGGNfuGck/A1IEUbWulfv/9s7eXZ
vb1yeM62SxPPck1k9RdAcwyeswpiVFmWoxjIhBsq/6sCxdpvjYmP7FsOjFVtBiN2suvIspCHMPvG
6U00yTI+W/gQqwPZgcsOEGil2unRx3qbgLMEbriItap0aS5RWAA/CUrXenFdUu+IAFGSeBTS1pxd
zTacFMqckwtb89rfG36ZE3jC1/AXB7D0AWILpdukpgWDlM83vlUYWIf7QcfyKRhtLP1221blBx+K
dfmhYHf3+BZA8BDUiQHp4luf6XPkHj0iQG/xGN8Yic9JqWsJn0XvPZZICjE/29e6aTmfAeCypvMc
yAgXKzmb09nhDHhLM0EjCyDsmbqocAnyZELL0rMpJ1yG+Nldg+A1x9KbmvBge+XnEX/UGhH/1Ctk
WpC8/aZL/W+VzLP5SBEn/Uy/wJye3h8Jb5cFzzJx6DGjYLfCsMcMdTGE4wHKjpOF0Dp9BM5syKM1
eaDqmJt5dZKo/NeRSeYqFtbW2k5GgMLv/Qt4DeP4r6HIFfCQpcswhKzvSsxlbz+iOR7dqUjhLc1x
osudjITDnhQRM/2X1w4Rj9lzjkHoxJ8To2wxYcfNMsmKyPrhxi7oKlW5iQMw2ARrailKn7vcHrqv
RcqaiosczzpAQ4RfLgKSvdtlaCNqzs64btzZyPtVboXG1nWoe+4/uLnLx0uzHfS9v/gtwcRAUX97
cy4eVzOU7U8OOvU1hRv04lanuHoKDsE1h9IuRBrs2SdwJ/G3yiyoTnoe3uct9PDQ3g5BgV65NGVw
O1Fo3fRTirdsJOGMFpVwH4NuSs9ELzGnmKFbpAQwoZ/bmOYgrpMRSwAVZqrwPlZLXAcF/HBKg67e
5kGF3YYVs1q/f8eL/uC3mcWzuGNUC9LyHH6Nz+diZlFG6QFxAFpnL206myYKR5JSL6U4BArF2qeS
1e8YY+W1wo6W7N2SMi5bfE5JqG7j8YNl5EIrsFyQTwqEQBPkCSBP3oVaIXecBA0DcXMLRs85Ut8y
HtM0KHAfdSKsN6Mtp+cepAONYcg5yXZwJz+8CoCBIlvvWk1kMH3vdIVdLfiLiOq03aaEdd94dmaL
XVdl+V9N4tL5dGFOXHd9UatHc/BHjmtLv5SJpvpiVdpFN0v5H9azSTHw9XdRB1XU/k04uuspQoG8
iQw/YzIlThVSKhCGldlrToOuLjNMOxXo2c2UC40biq44mYqznSTkXI5L0BKWZQo47PFj/pODM61z
ZpEW9DiOiJV6bWhauWNHB0AW9cGWDphVVAScS92wCyECcUCmaxqW49ZOFbH0hZcHzrGY0qVzD8j4
irAv8ayDiQKzW3KUgt/WQDTp8+BamQiRMLQIFWztljBY9pmQWsHzSgzak+joXr2OtP8xXdH/j5Kh
JffjHclQ/019/9b8fKOaW/7I36o520Y1JxyLsHYbeRx7kv+nGhLmfzhuYFIqNF1IV7DH/lM05Jv/
4bk+iUUAiZmFX/lX/4JceciQbCy9KIcWvRF/8N8XDUkQwI6LWE6QxULOC1f4diYktYfDrDbFdvL0
cCsYbTOMS2iBq3LMA/9KIJ71d5TQAKyWianaK6PPhffptwd29/ey8nuQyqKp+m16+vsywHWRMeNg
fgap//YyCqwQDGA8DhPs/Iya2yztE/nrdr+C0xx+pd8F3DUF4/+5q6WFY6gJUE2kEsDjoavq8Nbh
2TvHMOLRrZ040icJHp9S71T3aI89p4juPrjmZQ3+rxUSZIGF2EsIwUq9ZDy9phf8+PaQILD4P/9L
/O80nQMwVSXVSoI3AEgV0z4JyZcspVmde9BG25YC6IMm6WxrdKlk8cbXktaOOEc9bK4G0TP5bHFI
N/CDS3s72/99aVybaZtoMtFFXmwfMGbzsA0Kqe4g8rM3yXEVTFG6HXmgO93O90Tl0A5gT7yZDSEO
yUwLVomOXf37V/L2cPivC5GcFSiH07F3L2b5jEY46uhXzkVAXKeTh8WviXrYnVsbAxtqPwElO7M5
Jargo1SZyzG1vB+OJxwA0MOhMr04WDVhwqEt9Hg/0p5NmktjRLZgl5q7jNg+OPUobGgX12ge3r/p
i8X29a6ly92yYV0yji638TgNQ1YaasXoNoglNpA/YMu1/IP2U4/sW5oTR7Pwh1UzdM7DgMpmNdGH
u/eyMPgwJGb5gt8OU9dDjmdi+2Ulty7P53L2G3e20JIhhPIzaqHYRtE12KxiJftXwhlbWjanJrVg
7s5yVN8qZED2WlZ19O2DB/PnK5GcalBHIpLh+5EXnzmlzGIOMx1s/dqh8kofp97RXQ+vaQlADx3Q
1X5JONKto6FSNwn83ueeOIsnmCI7RWMMo3c/VV8aZzSuxjRxNzgtIBLPbfjBhPTnuH2dF8ExsAGW
gXMxLRJjgLXeHACqT3GHuQfMwrqWFIfIPLm2ALfdOJ3jPILCjA4fPKM/vl0U0WhBJc+JgoaQF8O2
rGfgRpxSdv5M3AdYjonceppo9LSMyvyS5Nr6JDo1/5UF8XgYSz8+055JdpmPbOn9a3kVbL4ZO1zB
Ul+xLc7S/H+51t+muC6NUnOcokVCkOB1z+pR8qmWTGtXLaKuhwLo33SymKFv54nYmGMASbVb0Z0C
w0+9fL7XJOkkZ6JuRP9JhNGmLCKXFBagXBXhER1FOtucxJXh2uDfSisf2z0dRHYvjqcUBuhpBC7x
/l1dsFD4PHGQssbwdXIAQLB6MSmliiU3ERnpPW7bHvpu6A6i4AgwULrY9HVp79hCTiTWW+mPse+N
gw+/4qM5+u1p9u+L8CCy8BcrE794+2iZkqNElmO3s2Q1zivd1iD+ezMV10HrPRdL4f792/6Hl8ni
Cu3XQqaLadK/+Il214yVmIJuNzrT8MXkDICPXjlPlqkKf1OzQ11Xuhqv6rmsrgJkAieKM6gwrda7
Z7P6U4PyfUFLiIlzIl60Kkk0oIVzjsWEgjXOdX5wcdLRCXLz0iEEHSOHxKbx4/37uKj5LU+O+4Da
y66KieSPtCJoEg4G0bDftRpTwqZxzHYry04TExHV51L07oEMXsJIiKw9VHOEuZc8xkdST+8np6l2
QUy6EXEY8sFh2cNj5g4LrNC/DTO6shUz6AfrgbU82befEcVP5rxl7pNs5y4/I0KxjaltBoSuTfIX
8a8pruShg0uhpvslG+FAhSE4dq6VP3jG8IOzAV4pQEkbHdUywaI6GVc+WddPpS/bW6ukmN8C1TAg
lc3TpxkNFuKKYrxFlPzsRUZG9lx4bdgplW2EL7TijL6/GTH+frAH+nMQL5+RYIpgnbV4IW8HsdUC
ME8L0e/CzpyudGZ025486Ft2ctMxtJ30gzH8588LFosJCxnbYuH8cW7vbJuAa3fccdYuPtut8ZNN
R0Kxphm+m1HS/vegx8tQYzO6uEpYB/CvOBfrFSquHMxzBykKlOkzkS3ZL2MevTNYzqVrX7sfTLiL
t+ZipCxoD2rpkpYA2YYXD5RSVOFHZjTtKvwna3RJtELrMn8EEl8TJ9p7N5T+nMe6g/noDB4Uz64r
MHxDlBF3nddGT9iggXS3o/xgXXpbMnl9FDRzqb+JgK0cH9bbV42MNDB0Eo67QNnZPpwC8RKFMSQp
JbubsfWDLYZp8auFH7CyreIjWPk//XjfoUtn8vXz7V9MXmWdg6nT5bSbzWx8No1KfMUHsTecHOxD
q1t7MxrtT+zf1SlODe+Dm39Nwn37BTMGOIUFHMoWJvXFQPD9trDhNw07XbJnWaFPcJ8apyKGvp7o
vaSzfgp6AjHayDsmePGPjen1t/bkonxDe4vIpqvor8tUQcyndfn8/pz4x9NxOUES9LHYTDhoXqbX
SdUlAxx9eyfZChwa5KC3ZVRiNrfq+vPg2j98QEgPdEHsXaG0+fj+T/9zvwtjir9YU02TwK/L/W6i
QfnZdCl3KQ5F48Eou/J5oLA43KSarwq2Mf7AdTRKnNqaXmtKwbZsDkKAa1qNqW7/21t/LsgLOOOw
0tnc1cX2LSJs0MS06TBPDCA6+tYAJG6WJE3QfYRw1F51RvEvujdGp+hXeff3aPj9EPsPLwH0wlIq
xc+2wLzefiFANUOIo8LZZZEGcJEGvfirdXG4TLn09k4/5D88Ks+IqVJ+rzSs6qONzTIK34xSl3u1
CSINCAynSr7san/bro3xIK2YTtGuJeqFDB98ECl14yEpjqT21aemNNP8CNoPQXzGv3IVG3053Nkw
qfWmIEJtGbxhXn5Q67uISWXu4LroUgWciZbX4l68Dpr46NGsDtINsUK4aIHUu2uMzwWUdbOf462P
dwOOKQ+m2BSlzG1iJTQaOgzV8jgiiEP101v+dAhy4dIIpvd5sEExoWKdY/cxSYYU6UnSzeFeDxbO
9oK24PDR4/1jcgbP5lP6IPpa+ABiLx4vEGUFgqXzd5nwY/uOPPAK90exkIbr1hXGZqCJjDfYjZsK
cY4g92RsKqDbVtH/msZGgh+pI/bHkqPnUc+kynxwiX8OQYtVkRxHZis8Vpfnfq+U7ZKv5O0Mij6b
TE3use3MT0gAgmsrmdTBr8X03a3K/SStZPf+NPDH4szGho0ZiGyXape0l4v7bfQ5hDWHWZJ4O5zX
xgPhp/2djAMT4AiHBnzI9QfpCK/bprfDfSllmywJrgUz3LsYVhQWtBQxMufYK8hgM+xxrzjrbozU
Ma/oSzrlNnTc4cBaCoM3CsxtNmbl0VJMQJ7R5jfl7GUbvDb6bOdutc+npDa2haIKkkez/zn2Kmc1
TJp9FUTo9ftP6zWc9eLqWeJxYJNezIJ/uaDGWMgMs0tIdGRk39hNEDyJwoaYFonoJR856yrClkiO
hMp6RcpQuBbR1G6IbiTciAgmhE8yi4oP9qpiGcRvL8tm18P/lkgMqs3LW/7tLTaUSspqBvCD7UyB
CGC9AwSPbfw5kU5Yfhqd2CyP6BGqeO2QNVhuoezIq3a2vVNLcCmKLsOIkhV+poYUSisKd0NuTMN5
qAPU1HYDIPSqgkj/71w4zksmWEm5w7uM42UkWIXsDaAH/ghnsEbrUGyzTgZ3hSfDL0VbQw0KhSoo
G9qdL7YAP4evnS6Q4rJE2/hvjB5le6Jxvq+wDHqHLhzRpo0w5WgHi85dLI2G+dGF/zlrs0pZkifO
rEL+6sW6MVSth6pSzDvEd06ximzRfnMzgDXKju4LgeI9j3zjq9MAF4+sWD/5pUrhro3FTdryYX8w
Lv/hcpYjKTZX3Jw2j/LtAGjtntMGe/2d9IZpF4WUYDtrTE6ldPV1qCUcAx17J78cglNptOONEnN+
zS+OnjVFH+Ty/rnxculb8XUgNuAJuZcr+aRK5Fu03+nWl3sFizVb0wIdHpAih0v5wTrbUdbsSImB
Eiab7nnMRrUBRNNvZxjMa0iC8x1tYXBuulcfbNf/YQbi5OPTyiKcJWASupiBFiqj15jIpNHPodwq
Rw5igSTJ+84AjQIz3U5i75MxGe3etYzB3PnGZI9fUaWy8VF5buAdH71SXFOmp4YcurKSG0C95kRk
zhznp9kqbCInvHpBzbhhXO7UnLC9TDitfPSo/+HFo0BZdpEURZgALm7Gr0CepXCIdjDGoH/EVsPx
U/q7MY0MUDiunq+xvuXHoY+eDJ7JHWItebBhUOwx/bofzI/WMuwvJiKmdMHmzaVHS4fw7TiUvL24
40Swi0E2Hsm3LG6KlrexEa45r5zWFtt2sjXoGcvZhoC2qSRp887Px2IX172JiWWoiathruBEEgWE
a8R2YyL2dtV6TnI0HIjijCfP7RccX5x+ra0anHXafkeWnH5RuSdfPvi27D/uiaOrxd0I9D7E2iyv
4PfJNc0mI2tksLP4wG5jkdnXktCFXVCo7Fvv0W2PMhSalpmgz4ZQ+SuJhu+8iGoz6yl+aM3MWv0b
l8TBymWGWypil7WJtOxaKwvmELgOzrlG6uoqYbyuKCfPG6sX014q1X0OWJVumBemzcjmbQWWX2KL
a+TtbCJSf/+aljf79s1TnvPhS3CqoTJ2OQP1MPNHU3gYQCdXfprSPCFT0S2v2cv329gojWdHA1l7
/4f+w3ij1MtYox+2JCu4F+8GAD3ccqxuDJ7I2VPwtA7oArx9qnN0Q3GenxFKlJ+TJk3PlTblX4Od
fYPbP6crifJkn/ltc22oAFaMZRdn19LyxkAluspmgYMHz63el3kvIFcb6jgTF/pU9lb6xEJzRX5n
433wFMVrseD35+jwWpcPGSWHD5LjstqeqYZ0BNmbON1qEHH2OJNj3kKjfkoDaxo3RMjBC23pREQb
JmEAiHZnBccxbzVmj4mj5gorbT2vZnQb1UsBeD7aWAX8mS2+c9O6mUzbGFYm/u7m6yjUuO1pQ+xn
Gt563aeYvKDIyCc3i6fPIVxjWi5F9lKOoD+jLu7XNc7hYmPUoq22XaDYtqd2jUMw5DMhp2+aYBZU
jTPcZZ3IqDvHHjkhMnbGr25ByPCKzFxBNTML1cnWOhq2fdkL0gxy8IVw2Yx544jRCMDuuHgpa+ko
dQwdc7hBArXwdkF73/Po8NOmaZP9ahD8pMhTRzz9aCCi/tyzywkPFrxLkvesVmtu0OiyIzuE7J4C
TvMX0ZxDsJq4uU0+TDC7aAsM/roWCuRpqesbJ+5TCE2VLu01eaeYqLohWJhmnlsTqw3ZdVOW9mSc
QffUMHUc4i3IoCSuczYGfNJlaAbFuiP58CYl9RHUPGrq5qDduj8idCMJ1fbRLcxh5DlbE7DxLYEC
hnkSJb21bTarWG7iyK+J7KlzM9wPKLPE3s60euDhMR02pCTPmzCLzDVf4xIIU0rvZ47sDc3++5/Y
H4V3BiTT+YI6pzWHxPmiulXVskG174ptLhJxSs2s2Blew/cCi+XanskwWk2jqnaCRfzklHZ25Nwo
jh9cxeUxjh9A0tvSYYGXwWb3Yr9lOs0MS3AmfSit2qPKwuhUpK65VX5yE3VDcbQj+QgRP6GKGhFz
NjbuYfIC0ulS4oujdpLUfxL96/3Lujw9/X1V7HEQRNOTMC9OT1XN7F/PEb6rKR9+qWwE8995zV3f
Reqzi7F29/7P+2PvwgzHSY0FFlQr5JJL8HyVEQIum97b+sEYXBFXlZ0aM1ZfyPi11olb821ETnGD
4S7irJojUTYx2XLMEphOZCaQ+fVpPL/IqckfAPykj25e6QFPrLw28445osbYCtkUB7ZjamF+NJoo
5VwsFA4bQ8RDi5SIpYI18+1yGjijW6HbCreYe2a5LR2v8Y+1qqXCY952BAxOcXwKganqvans+bFm
/EVE08wmBiFXDNdkvQNHzQaIhBvRc6hdg8sov4BwHMg8gS/axkWGGRy/zLcI62K67gvIoqvab4py
k5hV+9IUyM9Dwg/3oTe48anWmmCRJCvj8T7OF2oYMSlIbubKKz7Hch6Y+FpNUDtFOzREUUVm6YFY
q1ZvS7KX1LYHFzEfI18V7V1AlgUhz7nvnpbzdbCxzEa426KJShCGc59/r6o0qXaEIWTzNuQk8R0V
UaEOo07BSsugYeOosN7olUzE7JzSObSIffWb6WrOKIlhXOB9UaxrfjJBqPaJ4kvzPW4KyZvsYI/v
WPpEfioALCDX7WnnbYhOcW+Ub4Oj9M0EMUbaz8M3x5xya+eMaZozpUkx7Du5NJbg1RTRkZ4c1gBJ
u9bZqjYhmBi6uAIPjAgWOtg4u9WqV4k/HESVqOLkqcCZrrFWdTjnhrnaD+YQXlsWU/tkVvPyrK2H
sAzYEE3aJpUKoIvzgwnIv3PdAD1dCyVkY48EM9FnTOFum7l9oB5WPzp2WxiHsIQvs7ZTN3OxNyt9
Oxj5Em7jZqQydYHppBtIedYXPzGCO52CQ1jHBKRDus7moGEa1vNTgcMVOoBy1R0KSCJpjKzvr3FZ
tc06gZWyLgdZ6IMaUzddhaWH5ByBuRy3GkukteOfkk3ixhSEV2Tdz+rRa0jzZp/vxacRY+LeE01U
PCZYn/PtPJLA9ASTr9N3nlcW/b52WJgIc46Nn1nK2fUY4aCpt9OsHbkFTl8/GxEphrugLgrwzLnV
wI03WoUxpXcojwHia85kuEzlVk0OmGvHymKEEaUOEiKEZTDUdzANFWHJyQSKIqW6dIUUNjM3HoBI
EnjMtNvnHPRbwsnhL++rNB36K5KuBP8wy7qGah4pPTukan66K+dKPRQss/3GLpJp4xJuXNzhNgFg
nPqdoYjVERYRtSZD1xo6L7ouHMcCrzuPyQM2vAQrfOeH45Wl7bl6NOZKguHi2xyOSYNfa2XNw2Ts
R3wogMz9zqMtNmYLc2HyQujQvU8UcGtXo9rPVqbiPbbLfjNQyM9/ZcCMk5U5mLFzyqte0kTh368P
JP0uPq/EgDhoJTWYDhINIRziEc269UAhdr5l6GHxzhH3wVuPVbOLjHoiJh7QxZXQcDAOhFnVTOqc
WjjkDcFXmEdarnOc5Js48ZorXqSmv5514xEzDwTD0E+CRyylwrtjQukn8KPg9kDvLC2Yge7nkxqs
htXL13oTRZ2XrXvBunldCYJUVk7EVnYnnCYE2z6RMYWQ0YFNFta6UuSpKUGcqjMFjyT5OOJU5JP7
2Opk+Ok2Xcn0ViIeXAPAsvXOGlQeH3JcSRlJWY6tV+T0NV8cq1LuGig3yVi9rkSBDxcuBp7PCMpL
awYCp7GVdt12wAb+kg14wAb8Ly9O1hQ1dn6X4BmS6SL3DBs8d1ZdPvjuNpoKEAlZB1FojZ8ZypPt
5en3sDSHdjvbpX4hWAiLKqINQmCy0ZjnTR8Zjr9XpKbEW6GiFk8bI6Zdd8QJt/dezI3uELmwYxwt
Inm2qTeOZzAd6kdK6lG+bQMIrkgc3Nm5N9uqPQ1YWtBDObMY6LI1Wl7HThpj9MpQ71hdwjyxpCaX
5PaIpt3WrlQHDH8ecXeq41Ongj0Em6hvTUg9ym/vzbprn2fdYBvUfdam10GdaoS11Aus58DWzl88
Xbc45xywYB2ySXoxJgy6azRO89UwaP3Lthtt46DufbW1vbY1j4Yxw+6cCRSWD2hgjXCDSWew9uPI
p78f2RH321SNEfDrCtMhmQOFfYRbPx6NNFXdMevqkkCuwIROK9t8uh4BMHcMSujiGFPFgO0c624G
I6hlk+abGog+wbLz1qWWhsOgj3EOUENqvVXe+CNRim7pbrLMqKEItybobay+vrlxCp8BHOvIOdm4
CIqTwe507QY5mW1tMVftfkIBO2AoMa2nDFVy8khUN0t5p4agOeHQmlvUsVnLjq3tnioy2s60naP7
KeMbJUQyFXdZnMvPfeuV4z4zTbIeplKPj56tcQXpHNv5LeiLAcrz7FnpKtMOU2wMZZLYiLqFSaNq
8OobzJMxe7+F0bOeaxNFRira8EQEQD6wRifWp7jryNiziRqyz4wDjUDXVe3D0HvhjFPHG/wV6jvV
MOmPAI3FaFfQR0Q7lrtRVMGvOPV5Lr5VU6K0fLPSWArJgFqnseC/Agq4OlZFgyCkpmL4jL2razf+
MoetmjliLWzZF4ATn0jiWA15Qgku6KiATwOCuk021FO0S2GQwHHnt7DU9g5YkaBJxamxihqPxBCr
l6myFQgHqt/TsfE9BRrayod8A2RCnpJWsePxlVO4x1DOaD+MBc8egFRpVzA3zZsMaSG8w9wmNQ2f
WXuevJIDW58C7djMagYw0UDXOMPQmGl8Askar8irpDM7K5jrFbFslMlGysynMBtZDgvPrtgbJJS9
bD3LB0RHLb4nF+DRU67iwbzJaZrF5y7q5HeUa0FFw9tq41VM1iFhjHXU5Iic6/Zb3DpYld3O5qdx
1p9JNci9atv3ASmRfjlreFDzoNu1bc8KDNNYTw9gpud2S9D1+LMbPfObJ9R9xDfDddVgCtbMMZSZ
Olv1ewKSsm5llqZ9H04zVoil1o2gjwaUuDZSk6QDDCfGtVUYVM29ANs+PyMw8wN5iXm/G50SqlSC
YX+T1z2ZgOHk+6fWA8BwSAvFszFFHj0n1GBXVDmz7jA4Oo6uScZBcGBR28rXoiqDhIQuNC1HKjPj
sSTGrX2Yx6IyVt5cO788/DFix87PMO9no/HKNV+9DHFfxO09AdvttCWLkvHKxoI9UjHHbIq1DtOF
+jpH5Tqu2+DE6kqSICLVvECML0R/KHDX9TvmDqm3DXFA09oLsPGvPfIV/AMMdh/pe2c79zUOqWbF
9RNZ6w51t66ZzvFOD8MCuaqcahO6GPOOXhFCgsOJZ9AO9Ane7Bp/br9R/jSvS6kNFOq0LLF4+mTe
3EW57MI9gvaYpqawIVRrV2ATsasEFA+7oGCXwFmDKKiSljKE1rG7DytH5luDpmh65AZl+FB2qXVE
fhbO1/UwDfEtMQVug6hPGOY+myzxF6UneziNlTINyFhga3vl5NbWa0fak7kmgBBrausdCgB7+XmG
EPIt4+zRrbWBgmDTjmpubgaDdB1YUk5UH/DnNTDIa+GVGz75kuwHuAR51K3tKYdfE8tYfYtwNz2r
wC8I8JCdNFd4wGrrLiC3K+S9RDpaSWP0vhDKFvl3VVWkza4KYdwgZE3j/pDUsOQ/mzTMooM7FPFt
2+VWfWYepxoDBn68+b+EncmWm0i7RZ+ItegDpgJJKSl725lpT1huiaAN2gCe/m79o3L6LntQk6qy
U4kg+Jpz9jFRHZdnz/gabRuLQgjdC0b5QwkiOtjF+TaZ28LnQb31NoYdD0b7qjqpGgjP3mXf8Cg7
MoYg7/QRBG2CbtlqE9VmbmVMiOClU9IUiKFRNx3bYYIX5A7KSokd5mRVnlc/c8ujZ1EIYlFc4XCj
FVOd3x6cFtOl49JupnOwhmLvC01em5PRSvAmJhctN/acMYPxoq+jvBLAstWGx5bBgKZ0rPUpaxzg
rGBcIbfYdhk8d17ntjfSRy62p23JyGuCkkSAS2fn2zV/3rvmSEElxIkYliZZ62L7ZqsSU4VRMj+j
NiXhftEFl9DqeHGbeopGMCTe3MFpaiwL7HQb7XFqKaqeMe9+5v4VaDC51VbtiQFBMY923f0FIj4m
Xxa/mCE3VkeopcYWGn5j1d3PpaeYO7XqCiYLIAzS9XfXsCzTtkrvLSvLa2KTcLztCG8EFRQJEez8
oRuwhJYZsX11M27Tudyu4tig9vuP1UIGcxJamfeAXbUmaBBVHnlNUayLNNh0Ue2oTsdqH/YQBNJ8
8a/spEgVAxBooCeg87zxOLaLIlReog80jpP/MmWvyks3deXA8tHzzmMlgOnbvtbqbBWxwWiOw4h4
nggdCNbK2U3h6DXo1kZreswNntUDBpSGKKyhVEetfLu4cAaPT4bGItyTbR386BrjWHlqb579gfj1
+qLGvLlh6t0kVCtOyzrSs8XXGEj3vVqow3d11S+HvC1M9DEeUfyl0abZXgw2jcOe+f7Q/gqXdWj2
uNpBcypLQ+SYIn/7OOeTnk/sl7LbWod9mBSu0/skUXnucHCcju62z1UV7cNiEjOkpU0UB5VzXxA+
2civE+ErZDQ4fR+ni8uf8UqXX7oWEYSfLHL9H2qyFPGa9Uy+GDiPD0zx5HPftfZ3IGRlCXoEWvgO
m4/eThT2o7zPddcAPAvm6sfgyOHGX0XlwXixqBYEIT9r6gszLE8ZlYadum47IpXGl94mgdM57hHj
A2S9knJO3Eo8Z9EtCWR8HOjH5Ioo0DJx2gs2JEnomvyqUaFoffBqSEQJr4Vipg5ZuSkWhnjPPsqu
Jd0AUHFeqC4DOkfGWlY/UhOVt40fWdOtFDBzYqo69w5fsJiopQHlPFrGHV1oWxYQBFe55rmzFeMD
z8+H9djyihGf2PlASicas8SekVvxuPfypfMedLkGx6WY4I7YEFzVDY9M/NlDDbongpEHKad42U6x
W4JxbUnTJTEMnmr+SWKT3V0xspqCsxZnCflzBdfa5n5C1qadYeZ3nfbsy14JiIlbzDHFWu8mEphY
GRIzE4JnP/v3Q7u1IP8V+qSkLbzNHPwhlhd7lfZXM4rISiYqnjP6I9vAW21JJGAEoW6vQyoyggij
Xvdd5Fbhc0wC5h5smokPjXY5/QOhh/ES2OA2jpv2QkiXXm/tfemYSwZqCwN/OzkwUpvqOgNGSxkK
TpHZiGTLfcLBEf2pntdiGUF6qxhEAzIr1q486bWMK7xusc3QPG7AyLYqy556TGvR4ZogeuqN6Me0
yLL5i9yYNhw61v8rsBAwuA+yBTT0Me4mK773KgGClcG1YPKOCpu3ZWQ+93HDS4tai+oBLK1IGznl
dDl5NRNaqkVGwLJF+XzqiyZzT2L1yQKwVly2u84ZZHezbNej08LC1lCF0D2fonLClLwjF8x+IdRq
WfejoQLaz6Q8bwcNLs/sBl1mX4uC+OfDUtNcsYBAfp9aUVaAsATdesMi2gVuvIHEwsPCDO1iBcqz
H7jI4psEpZAlYZYVawL0YSkenOUaglVvm/O9hnmEhM9eN1LIdKYkFmJwWzdFpYKjgHBWnLbFXDvG
YazOlH3ZylhDrDHpQ5H1KNQC4WDB5sfrsMrREcSSmzUhvDBODOA1mU5gV4gUFH7/uoVSrdeVY0DA
8NBxNLQBcWfHCXmtPPQo5XhFBcs03o8TLvAElQ3cELe1FNE9swHfFMmoO4me3vihqezyZWnL4qs3
l2SVu10hCZIh235OsCOH3WkeFEG3cjDyjUUVuBovnPnxENE/bk2Vs2WgBV/OtD0T67wWp2GztGRb
MLaSZxXr2UrVJD3Mgx15FTsIymRig4os7vDrZBeoTELf2nVPF591s/bPAe+NzyQfkISDH9z/FjP+
y/d1kTX6zvcYkRxcrfIVFgP9PgiuklyclVnlcoFG629PuozRpgu8v24yMJ6HnSaK/sKNScCWY4Wz
+OwNff3mrJL1ZMMj6pNwQ/pkko3rZE5O3rZ3pbTq6KXHMI3sI5T9uWpKDdKTiha48zwwGAzDfAZZ
iFIU/OGsMcAsQ1v9nEUoMEj5UfGLLr9tjlqXW3YfLCsL2aY13re5WWzgC4ET3RNCzRCYj+ZGR3CO
fB6Vk8wL5jGwntAB+v2ROZIiCyrKKN6Wyth3zmZHa8qXQj3uCct7AqkiHKrkPP6JIm5y97mpC/vm
ysAkgYN8v0epA4iKC+Nj3tkUz9S920RsIUS+S19vLsMvISXvszXOxgP4xQ7QFL8RSKn2CjnNOrRi
O/bgA8E/StQ/kd1sp6ianG9MChG1VFmEEQ0zMjDGDfJdATr8Dcx26dI9wel8hKTgfi76JZRpiKpR
p8s0WCXEqpocOhSxzkbNZQ3DWdqDr1IdDr8YfBvxRDgxAV1BZKz+2ePlFO57xCLNod8E9HsMuB7s
/IGt/NmeNogElLwRgEErquWd1xCQnJqqz63UUnQ6O75rcwoy3l/wGiKNynzcqOIWWvcPw8p04xyN
3VKftezsO6jD6oOBFUUZEK0E6HntFeJDKuSxhwAMNFVFVJprQErIravnJUuJgqGbpLuRj7kW5MPo
AUjkjqGGuCN1QHVnltUh9DPPbsy9jnvR39tiDUgamdaZ1gaK9fh1skoIC2tk+mMr0YtX2ra+1CFh
fsguTX6kUmxG5iNa36FQXeNThji1oGKw1uAANJCUr6GCu8WjP87+dYJBQhOjvi04doiuxQPcPrw4
49aSuF2LZQ1fmWhqMls8GGzQb+quu+E3LjQEncgd9hluq/ncVVaAtzrz7O08us5E+kpVhvGJ4LwC
a3NkZwwk1BBZt2qY+/IQGGPABnKibZcZtPXPjUBqbik3j249KokNIRqKQqxRrUv6KvCByn3QnbRP
FJdAdEfo6w+G0sm5MbUr0LI7MQU5QS3R8KUbENPck+9kqvMStPrNLwvxDWGwKxPZjJIskapzPmZe
nz/N8OFNYvf2QP/Ql8V6we85Nsch94Kk73mxk76j0XOtXXuNzKmbab0lWKZ93eyQF5TJvcJNh6CN
WDiHG78mZ5tfpj6jtM/QDaNX0SxXtXzGUCqt6Q7h8TnDui/ZVXxry1p+s9sp/5LBc1xvIstw/Fth
rX4w9ZtOvpkccQBusHJ/xh1RfjIupg84h6ByUPURYGL4epgCSxf8Fgsi+LpZbg+J3wX9yS0c8dqV
9vajVP3YnwaYpQb5B677Aw+1Do+5YmieOvPoERpXlkZc2vg6EGVWbOQdsMa5JXgrk9GxmXv7J3NX
P3sTXdGGX1jnrtktraRP2mbhTM6hbGCuPWtkSuROLmKZf4YuWNWUCJrYSx3jY5stuB29x63b6j4p
CRefUyq6wT8UoajuhnJmJcjGuPzaxhIFUrDKJq0WXxwBzJNtRq/ItMO22vqWZxl3FZtVgjGXLFo+
I3sBY063RS2qtq77CAAM3r0b9Mwceh3jYyiydYB/xBdX3UsRmvawscL+Mi8YMB4xFEGys8Rcigu1
5pSGvJT2PSg78j4ZyxliOrosC28COdc/tDsgErZ83Yw/yJOb0AMZIoZ28KFn+xrQywBgJRSLRNfW
KuM7yYTrKWvKULNSQx6SxGxNXkHKqfWWZL8pviFfXaW8w3hlmHnm5VZzM78MmTPpvY0r/yYuANKc
1TSiBvDUFRCaV/7kpjjx7erXEmxFmUBtqfUhCJpwuxQqlpIHyff8DG1Tb25Uy26N+PXW/2F4za7U
6dNcHjhlWOlsVRZsibamAcQcGkf7wzWuQN1vWAILHvZY3ygFM+W26T2ETkvHmD8RVdnGSV3VtoZH
Ng4fh4YMAaKOFdNXJTUBhy0IlzgtFAH3xPMtUAkXIBfIJCOPACwL8N+8c7LZ4KFFXE1cZ915Z4Iw
wXkrqBHWjoO9TwP6TO8IfAG1KvkwmUiLlqU5oEcewDfTb6QABTWxfJ/Y2rUPaEzGYCenfiwv06w9
oLuov9WxIp3vAZNZmO1IWHSthGDXftrzL4Zdgcf4e4TxiXDLbfFvSqezXk3HAQdVbCtNylmeZbRn
LocfE2kCHSC1lc+5ZFMNrSHzTlZlCAjAZuqFICG9/F6NdV8c5nUYzdFnkUIecuY0BDpCHQ55BqNr
bmmY6+GUzQt45cpfGYwOYYk6xkxqQjDsr2GYMmu0CpZLCOjTlu3xlG5hzyxvdhZIk32gFB1JX7dP
eCOd+gBMbhZfFyccPnacjm9Eh01qj9+wc1kzjd6ddAOQ8lW0bC+r7CLnjIpYliwiyJVBP+vZ1t7T
Qg6niGeoTkcYa85NoAgLZizBtdJyvD5V0LnrtHKVNse6rqLjINnnJeAFq/g4on6m7WrVNex3yJaX
oRbt92wIDFtYVp0CkqbIbgyq5D5paAaJe4hED0bTRP4FiODG/tZivrYDRW4o+ATsnyMHwgQCONC4
8oY5CH/SMXXLNeCgDehMKhOdsWshPMnagi0d3NeWGXaRI6BZnKnYs4uKrmNU13moNIVqguaTs1SF
EmnCtVG6AxQHCl0bh7DCKtbrQVbZLHcL/8tTXTtzlYAdLOXJtJW8tQVQd+Jj4/7nQuYJKW8zSdln
KryK8Qbm/UPJYT0dCDSIipt6Zt7DJI7layo3Y5oHKWzUTS2/Z3gUCF9JJqzYHLJ5UP0tS0fmis2a
ub+K/BrSvRNXqH7Ve5ki0HdE9ECs9nbjqIkd/M7ymHcnvbVmdgpE2gOquUZMbCBqe/RezIn23bRw
xeslyM7Dou18P3Sh/YU8omv44WqW+V+Ct6va5jd5GMQ2lPp4Ra4ANf+aZvNfMWJe2vR2zhTv24zh
08DsJR3nYDrblppxG7b5DyA5C/ttB7AyAxLnsLTg4qnXvPMaRgR+mM09T9sW3pRtT4LKPMpPmmeW
Qj/PPzt2Fez9oSXjhLzQ4dPf5SvvZeq8j7Dk8cGBYyBkCd9JP6p6rcKZHQvYdt8nssxVJylEzDJo
9k7VULF6acTCnJWV3z+EJ+IP2Ynwr/rMwIcABPrhveyE1RZM7rIFjhy4w8MUIGzLRt9xARXHNomE
vLgWNOXszIsjObImS/swXMNjLYznHbBEAHxQbh0CMdaNHaCPj1gF0I0jrDNQtDl2KMbVhfdd/jSY
2nwshGu2e0cVgIapa01Jsa+RPS8OiBj2HyGpobWocian0KD7g5yJr925LItYyLDUCfZ9ttT6HpS6
fAVHfXV0d8TLLdaMqHztRvNJYeX2SMEZf3iIoBIGwM0r0tnpkcVID/aoWAhXkDOhn/kwCpIPEKQS
SiJtLjVfUqieqGK27qsssjBKbdBrhqBvt/i6LZvbrjuKcqt5Y0iNj/zKkBSJDNryR01k91PurJ79
OBF9x/4cEd78LPN+3o6Oj1iLEzprvwSAzBiwt8b6gt4FTbqdS8jz8MdNy1C2shiAe2XmHOq56z4X
IQSMf+n0/9CNXb92sprcK07iaoL8/XnxytIOLTqaQ7msAGrjHCXMKljRhOW933sWm9NRvS1OpKg5
45i5pi0ophE0tr2jHsDk0dyNhN3//Un4w0iCm90l8QxmgA+JBOn+759LMlxxmTEuB7Qr+p63mf0S
y2I8+rBcgJl2w5FoCdaSUdzDTpsy7yUIDQAutL6J60pI7a6pvX+o7N5rePlQPBtcJBeUmA2J5PcP
Nbq6m2w8/Qer0vm5jyHt0lJ0xYnw9G1n6E5PAUKdf5kXro/9b2cavAa8H4jaMM+CdnynMAzFiL2Q
+MjDoKeRyPWB6rT0+3sk+KhQsEezcqPN/mB1lTp3/vzKXwPnNGq2mzwUNgBWJ34MSmKct76kWPr7
V/X/fTpoIBy2YMf4wt7dQQ4a6pK1qXPgiH2AHzsMO1XW3Z12q2lO/v6z/jBlUu75Ieo4rAncGQhF
fv8GJLtp6U05p7Y1+t+mofNzzLrrsB9nG8j6SrHWqdbdK1+vd801TCqqtGCpnW37v3+UP39twa2O
OxSxpS2gWvz+SUZC9oxvE8aUKTM+l/T4zKVUHCdRR/jy33/Wn++FyEU/6dioO/Eqvz+bmWJOiDLk
dvCEpoMXqEp3zUxuwq4NaMMG1sNvU8RoYKIa+MfP/kPCibA/vl5x9JQY/cW7rxfWYsaaint+Uv6V
UM6mIHLnGorgUA17UJqW/McN9QcL4UrnYPTt4tTCLGG/f8ycSULk007G+nolt1Voy58Tp2+uG04M
u+kao9FPcjyrsKDtbj7TD9mnJvKpQ1CwdPPe0U3ovkBrZ3xZ8vrnJmFDQE4itWGaVRVdoPLHfjgj
Nqusf3lO3l8yeKcOuwrCb1CGc4+8U72O5cJN00l6egTR3+hvtgb6H+Zqjvvm0uWB+dxFHVrMeuUI
q4VsGMDGTDlIZtaUgNDUJ48Q06HL7btpsrwvi8iLf5An/78PeS00cDXyD4rwd/cvKvK6Zg1+nNpW
OIe1UtP6yW4tQULauDjDGYvcNH79+438x/PLpeGOdMkbhJMT4Xr//acicrJ7Hx7QUZNydmIipKnE
/OCZmizbbyzU7zwg0zf9ylJlZ5qVxZwRYORYVv/LFMjpxA/777kKAAFfAJAHCkYOdfHuMIFGa9VD
OOZHVESiu4pxnPYha7vyV+1Zet17CNSR1RQodZ4mov5e4ilS0XliMpM/rDPmgGM55YH9JY8mupgl
QPLxxOBD3sc1Eifu0ByKc4kyxPncWk21fOyk6qp9R/Gx7LUeensfEP9D1LKxKaKGlWnDXdYy7cRU
UEUmIbwusu83O8vnZIozVezFYoDSZqWx3Jw/FpTOywQodL0ZBr/aPgkHKe7OdD4Jyj5QCecmLuPm
6FvYi9LrcuotdrLoJ5BoetPcEcDEcsYhvC2bcbX2sLLqL26dO0ckyll4rpwVRSSGmYyUtRIPCWZn
qBJUVN7wgJy2D1he8sI6so8AFzjIdSJfnloLWrNnzdmngZXpMWTqWSXBWrffF8+emwNKkJ5oCqm7
j3HvYg7oOmv6pdta7PRGuNV3nk366Dr2pvqNIbnbJaNUDgx6VWQJ7xivf9VlkJ9yitKaZONgfvZa
HXLaZ1mbnTyRLT887l8epLb0A0Llp+lj5DWxORl2N17KjnB4ux4J8a5D7SeToDDAqFtfRjCAo8r7
5VQugS2tGtefDYq2D15V9uJHWUZIgy3ZhSDMJzIRCly2xDzs1OAUjIC5WW4J0a5KAqrMEu5EhM9v
j+ih6pDBZNPBF3XDdqtfGNoweqc2RIAx4a+OlN2nRVmTGbh6pBbxKQLb47DiiuMliIr8GNIGbInt
TM3naGEAtxMkqDIlCHX2hWNoa6/vQmkVx3Yh7xG8KiHn+VKs7gtGRtyf7jaS3+P06gR0e4v2qKsi
PK0sS0hcmgod3VQQZ2rO0Gj4uRQzW5/ayanOOxz11g4ZElNf5EOjuXQ85hKOP+SjnUVX0d7Q7Ynm
IiedE6MTrN2Z4SbCwkgJuexaT6pvY9EUGtungcPlOKquk7J3WmbHBH5vCftPvgbZBD6yTuK83JTl
Uf7oKoTIdMvEyKWWZ4phb9XBqhMvHOoPYEgZkjnNoi7RXPpIubsw+LkVBBEybraJnzFttj4QkcmK
rUW9GT0wnESHkG/W49KK/is9VRhf+312YEU9fPPLLXAPvJsoIMXmiUT7/kIGtl9rwXpOzmBnZhLn
3QaO387IzM33Re+pc+iUTrlvxhnRk1U3H+OwWE8NS9wfbPS7U1hGiqWcW4Ii1h7MilPj8Q0CkahQ
vuFZiHRq0R1sSeG3a7RjT+PdKjeIOQvnBlHmGAwaoQReRSoafO7nmQDAF4ZcEwFlo16ebacSJGnV
2rlFWGf16TqKrrllHASzT2xCZM/G3WR8KeaBzCp0BdykUb+5n+EGM6cYFGauHWMKLneDeAx/j5Pb
S9pTGyz7sFwWVgfQwno2jln5aFWVXG/WhYEBcqLCHZHa0D9ip0AzTo5bNnI1gk2h84hzTqH4KqYQ
mT/cNlqtZg95kOwOUuCaJxTU3ZvP6EHs2i0IntW8hH3iRXl72a5O5p3t1spLRcnmftctpSEYhODC
cxTNftogy36rp3ZrkpUAwS1tdJEvp7mIqjcmBfaS0NP6OdFedVNDMSDGANsYqWWrS6NltAvfw2nU
56rEfACJoVOfMZRhZ8ji3JCLVG36JS9QZwHOEgsnH7uchrui4t7mr48+GUWGApP4rHglNwXLFJLb
pdpv6C4OG5xw0tjrkhRVBoR2RqZZoTY0b26xPo1+3cf7rAr9x0bnjLAbX7bPQxYGbtrbzXU5v6Fb
Ta5D9BFmcuwopqKu/12XJf63ud6EPjn+uL2ZUA5vAclWhKhBVApfK8TRLPsRjBQpg1EcYu5IxJ2c
DevTdtVrngB5dQ9rxoCJvW8c7C3+RZsILZBFSjvovocyYLG5kNngpQiYxZMpF46fRo7Zl7pmU5pM
YGI4fiBWPyA6CtD7r8X2aYOuVO8Wv3c/QJQBExzOtHcnaE1XbXGMdyTZgr5NyaOuLIYCruXiRvet
hrAVW1QXhvzLS7Gwq+IcXxb5TPBP+aM3G/FgdtvJm7CBgsiBZU2E7S2ZE7w6DK0BffeQWs544S08
bmHO64i1xqtTNiiHZlRV7Z5FU5jaK3N0OPOLfu21dOe0jxoUwhxT7Pp8uHCwFtbY3x67xs4PVoxs
JNk2W6mbdYSOuUNU69gHS3s1FT+zVfdYzViujLdE4UH6owyJw3RI2ZWD2/7EfTQgR6g011l2bKQR
O1RhhDBM7LGTnNceLzxOtwmXzuaq5ToZbLvvESswm0Ga65kkXBdCCufQy/yPeoi8BdXrNDuPi7tF
4acs5NZL8GHyUgOnw8QgnjOw3gHr77QosvzZLTBW4Madl2NP9TBwkGObuaafFVyRkYGS0AQDPlYs
XO7jAflFyqWdvnhraWXVrsytWRwUpwR/xjgxHLLcqva9WPDp2YtrD7xNO4JVZsJZ1EXWvvPJMWtc
nxiG4sVhCDp+L1HJNOjgu8x+imyih8QEXCVFCiLhtPPubHZkEr+OgSK2UjZIiQ6OkCjv1wgYESrD
8qq2j2s2E1WeP5ecyt9R4BaKi+j54dEM6OkRUTbqsKplehHSzr4HzhYvNxlf6V6Wtf5aUo5vSOLr
9qfIIyRWPU9mnWgCVizk421N+gY+z4bDqWTAYIwSNrt23l1o4oNxS2ZMdhCaTbdcBMENrOGcbTY3
FpEvRTLSYgyJA1Tp3q2a3P8EMjVjaWYtnTiMUxt+GMuiJjzVLzjHqtAb+PPEFX4S22oIkSni7XZu
SxiJNVjxE+mqPjGBIDSP/dgQm961QXirM3h+iR0hPj9km49/bVERtqtocRGgWsVYgEfV47o9YazS
gN+G3ic1VC0+eaplvbpHK4wL4iGA2f1Y+ryLdqvSrn8sllL03OcDo9LNFh+cdYy4D+Jcf3Dqws0R
A03Dp1mv1UbFGPhJ7V7bbpjjUiX5qtlD1sW4oPphHtEQj9Ut3YE7hSco96rlglBwnW8ZkndfgQyZ
KXUWew4eLLZ5JonU6txvyJk4ejZHL2nTOEreNmMz9TviGbMvAUm3PzuOk2A3myJoL806u48Ykxib
Y0Qdy5C0FK9Z0kJ3S3GOFLjFtKw5rG9hFGh9xUwWes/7QPl71zh+ds9Dv0WoluZlH48cWncWy887
R69NcJk0xfyT3+bE1TgSoOI5aviS0mvDwhJfRnOdeDa6noNb9AHhKva2pnFp+6ggijZ6s/JF2hxO
LKB3DZCO6EbmpcSNuarNotwAzALgHo1lsxMMweN7mdFHpESwb1GyGJINHsogXFrSsUDz7Kmqx+2G
Aj0bplS2Ex5sbPhOWrislfeo1YhanZeKQjG3MQ68kQjL8r2a287htWVZXjq4/ngH1teqz6QtqK+b
PbnM1qZOfc9CvusEp8M03rYOIsVLV3tV+AB+Jpx/DUE2z/sSMfV8agq8JFah/OBIRTVw6qMvWqbd
yua93lPaxJ8d6Tc3i1R2tONv8fGbDABIHtUgIwa7s9vYexIi+b8Ly8Jp5AfFmN8qP4+L5yo0pGOG
nF7zyURVLj8KjHFXa5r28r0qC7t+UBvb/LsaYmd1QKOfmzdnzjWBocMayQYJKhgWUclsPrIaafPn
CkQxIu1u9pyJUXo4rIeQwNECgddSRSy8pHPNMB5iEmFDUoYNcmrLPMLI7BkcVEX7hIMRMTFZx51J
PMNGgCBfhlCvvvTbJ7Rn+I43yd6V8lLVb/aaq/hfqQXB+1FTaHvwmJl7XSlI1zyV35vm3HJVa6Of
PGaOjVusxex2IZPNvQtIOxK3OqQ+umwsI8t7JjWZcwQoUwgS33D9paVAhreLeRWTWqjseL7Fv4kK
D0tU71xmTexIshL8RpnVD4wXrXII7hEIVtsh9KKhOxmXMduODHJb3riDhlavcCLswm2gPNCLq/q7
GrW+OJc+87dz4ZRudhtsKETSwaBN2G2+AfOnWPq6COU8cm3YjF5DXo2ZvVu85NQuEFHXz/lW2MVD
2zcokpZh3S6aNNTwwm3ke/fuiC+H9EI7vM2ZiVCTj8RXpqg1eGHjLg0/cV6ieuElEZhHan25JOhv
MPr3cJ2O/5hjuO9GByFjYPvKH4BMx67m/fRvJV0BwcxiQx5GhAkqL9Zqh3AHakpuC4pnrwNlk3RU
iDMcD+lZ+Nv+19Fnaqou9hIZzCud3c//GFFfZ0v/nWkwH3Q94YfxlWgYhO/hLRtwom525XqMV9JQ
a1zrQ9I3vAabRcrXBYfBy2wH25ONIdXstPLWf0y/3g9Vrh+AkT2lmsOg0vXfDVU0tZANJnwFPIUS
GblufraUtl/j2Bluo3CaPwdUEv8Yxv45zKIZRmPjRCL0YqAfvz8hTa4C5An5dERL197DrPii8Rua
HctqO9Vq+RdD+P1VBnTCfgLsSQRfBEDYu4l8vFVjZdZ1OhZrOb8MBCMkFEvFsyEZ7hB2dGVJ3Jg3
sDjTHS3hv2zu/9+P5wuGhcbRwIT03a87RWxdcgL+SM026Kum1oLIMfh+/8n4cnjhSue/qrFF2tWq
4dbyrF9/v/3f//zrqoj7H7U5F4K58PXp+A/xhbHt2vd4u448jm20w3DGU0bLckKfNe6BjiDuiNr5
KhdE9U/71f1rPfTn84c7Ho4zACVWljSlv3+CvmtWAL0WtdHkChgGPYLNokfOWsf9fbvM44dgKREl
FYDRUY42aTS0+etYefeI/5d/MNv+uBwQ9AJmAgE4QLZD8fW//+dyRJHBb8zVOkq6p5b4SLhwF9tM
s0lgJ3bbpQM+1TzLzu9/1HFuP0BlGYfD37+T/02Vf3vy3SvgCPoBS9mQg+ndJQHt0rSOg7Z8NQCT
GavO/Te712b70QedmZ+RsLgi6RkCBld/3fjLpX9Uhwrc03g3FoNT3VW+ca3Hsonb4ZcZdYWNWIUi
v/j20k3HcI0Ldm3xCENm1thBskyLhZJDIlHyZUiZYPXrtC87JDKJNTqVfdmWCBHu0snWHLRvh9lN
AQ6r/oRlw2/f0JZH7n1UTDmJnzKb8hvmwxp0Rgjg6qYSk/GTkjjE6TC1sV9hQsezSOKZ39gGy3HQ
vrKEX539NLn1D8yn5LKaHskhweaO85HRvEOTDnelupREOAf/mKD/saMk4wWfP+NjQuJ5Lf8v+Oo/
37uN8HYVpcGVBhA6XVDJHLKWNMmgc9VLgSjkNiC2+DwRNLVr6Qkf4NCTkKive/RpVUlr6/bm73eB
88dtwE6MXVwEM5PUSV5z757NcdPXuL3VOcRDBCnK4FKzzmNTONbLuNaQBaJsxlWJ9rJLci/emv0k
qOfve6a8CGobKKMvC9kW/QkV3GofUfI43c6fGdX9wJ09vEQY7/ObNWPMuTeNRQ42AREoRJcleNNT
EIV0XKJ7tYa+IpOxQDVcgdjtDnltb9mN72JH2E2de01PdxuEGpA2UL/U2UpHkzOs3lcq08gMp3IW
Fywepjkzswv8J+MViz5UPlzaD9EY5t2JZolI8bhvpX/AKm+s3WgV0W0JQdFPWaoGr2639RXi4G7p
qU+mrPmsHUGwxjr6E/MZECD9oSXSDacYNjoGO8QE0R2NY4D+wnHH4nGlvRJnmvZOMVlct2LPi7Wf
HkK3b5h7N13/7BfapgxEqrOeCkXez8u4ZFNqW5XfHj20GuGnnC/qxcyt95V0yAi188iKdE88pi+R
zbqZPDQbqxdU1QNaXum223aokJqpezP2hrHOsEUf/dlfg6TU+fY88GARbg+GJEwLKlp5qP+PuTNb
rty4svardPi6ocCcQETbFzjz4TwUh7pBkBSFGUgkEuPT9wfZ7l9FtaX23a9wKMoii+A5wMnMvfda
34oNesHCq8aMLkQf4kLO8TYgbBCweoQTDtfekIfNFtADhxQIk2rHXVjiLf7Eudh3XtC/yTIhlFwD
bTlPVoKQtk/zbt9PxA5vqD14CWmf+qiZxpkE2Tx0uyiMK8vYdQDps5shB5JzbsyKx5zYXh8oSIWd
9/ska3KWIx4AqM5wWvWaUD4hF79MVLh2XazO4FqJXx6QuwbzrSw6U0aZIboXGgmUb8hgUMV1hZ1O
N0kXtv691TflGWGThdo88IkaJj66PyCAaqx9bBVJeqiNyfIucBHyojMwcxn5sFX8glkeenpYBK4C
6gDPqlJW/OmmGg9VOY+Ix0a4j+eunER3ng2FrMnw6/GpKrpeRMwvzP7fPL2ASKRa8+AIcZpEfvNF
VgArXZpptiTwucDrJVOo7hZFPgwnjOXEIHNN6fmfJJ/bv+8Jv2X6fj0trddj616xYNwPS3zZryih
+n6wuZ5TGc4D5OMPSEBIUVGfvKeeGt//+HL2182a6wHZDkIiJ5AwQHH9cX8URihLMDM46ISH2Uao
6SZNwr3CQ/maV7BpwGINBFSGQxOF2ehakQ7t6cDYPXi1/eStEGZNW8d3t+MieI6gTufBpo7HLN6G
qOY2HFGay0IO9WWKpRqvauY+//Fr+DqBX18Cr8Amf1HwZ/PLqkpXIU77Am5fMgGOwaFg7QVeqq0v
FiYFiQ1SzaR5fdljZTj88aW/hNYxAidaBCE+ADf2dWhuXya1TdOjkexjf19nwM6QMhYtJoCxxnUW
m14fXtf2gAepMHCS0fNMkH0YY768TLr1SFDVAcxhznGwoTo6Q5j7nN4+0hrBDwHAa/nwS59nzV9o
p+ESpfTeuDUxHPvA6xWSX0LCr2QmQsA7dE3/LCvWWYU8vz22rDEuK40egRgHOU6VPz4cRL5ibmmS
9jDOJqOTOCE3hgR0sHOYJ1mXXTVmF4KeVnWwk5U2nHPMcbaYeJx+Z+qsmDduY+IRAbcRMhz0VfVU
d6Wr4Qll6P4p6rEUi9TBJ7QwV34yqn76lthtlpwQ+TDxyZp0U9JaMY84Ui1xI+goXsFo4F2GaNHS
7qGAZjXsnn69sf9WqNiN/KwftPr81Fdv8r9+iAn7238B6f5oJOFQBEr/7Sr7UA3GTv31u374S93f
fv0ybO/tm3774f8wfGJYedd/qvn+s+tL/esF/vGd/9cv/sfnrz/lcZaff/3LR9PXev1pSdbUPwaF
sYT9z4q0/ib/+HvXbxV/D7C/Xj5V+VazcP39B55+/utfmMH/M17MIkQshHm7wlg4UFPP/jNezPuJ
kxYrJU0icivtX3U3daN0+te/uOKngDWNcmQ9k60a0L/8Rwfpcf2S9xP1AqFJaDLW3Caogf989f9Y
L3nj/iUTHaDaDw+tYPjtUAPxW0DCwRDpf3loHbaQ1spsGzv7kr7Q+ALgyryVMF2QKk1kthgiwmJR
mwG5YjSgLsCNYIhbem/xKQXCsZMoJiPXSjo67lo+pABUZdc3JxKmrZtqasKLwigTEMn1cJUEusFM
1OXNFd4A9kWaK1fAH3aeJ+yTRAizIAfqhvOULQH+Q7KSfVJ1oLoMODA9x+gPLB/FGaSR3lsYQV8n
kVvbafCC7tSEzUx0l+NdMMB+4OiPM4+/feB8wHC8RibPESJRL5qEih1WH9g5Ut6VKP6hXRD/KBDT
BBujSpODmLHKlx1+O45aGR5t8hQilWI7bG2nz6IqK6c7zkpuJHwfjy+4i0i7rXsgU0Oewb+MhzKp
nT3+muFjLImRUY77qfD87RiUmxtqAHBFRZiffaSytHRLvTMcNVxR7w4Mflrsa7VlidM42KLarW1a
GVlOguO97NIXs56Nd9tYoAHKELJHVRItaGXzeeqqlQICVvF1UZb9DvxJHLV2wK83fhu+JliDzyqb
5UPXO8l2dofyOHQFFojETkimBYERO0Bw0n4+Dk1dn9ImRnBd185BUxUfmeXIb6PCY9QrL7lKnEVc
dKnXsrgV3XBs0q5jJsig+6IBm7vpAVieaOYa105mZiFO0uYQArnfzijM+yhzKobui5H5xKGDgGSc
1217z/uFRdS/GFQ/Mk5qlrtlcL07u7ahd8gqODW9Ex6C1lAHZkXdBdbsVWVU+Ge/GEp6xThEBZpd
mta1+maXxriNO6sgqgkHdgtmaANVDqt9EHvb1jGsR2Sspb11wYrTfYTi4C1xJCdxmGkMMCxY6uux
kodOF+J9FEQf2QAOeOtKMFuTeA7tqt2P2se7gAodK1nLGTsZ3au6i72NSe41eyysMxGvCU2VJ05V
sFSntGo1RmBoRLiPD9UwmE/sA5yMfayCY2hZxoYpa7orfSzumv71Lm1y96Up+/SoNEk6EX2i+iIm
EzmPTAQim4qCraEDnFsvaZkSYZAPwweyHewiiWMTijHajGnkZJ3YRnUbmXWWHpJSxfzL0xRAIiPQ
3gGqkwlo5uFMeLtjF86uJ/yzjGbu5YDX3YbrO43+SgqZvttqMTedTqf32k69Rzhz3wsDuBgpyM61
pYYL8oYqSDHoahzEFTchxKtdVwIBw/4x7BpJn7yueIv04FtXbbuOpetKHv0J/w0VcOdNEWahFDXN
XPZP7Rji44rpZ+5ir0dPo5dv9gB+Nx7cNfujYoo3NUfoLtbWNpS5Qcvw0gSduRtdET/zUe0v8SqX
d1U6PYk4BCHuwZ/w7fVppIBybiaX9n1WFtHM0WtvZEVxG/douN2CLJ0IEGF/3TK47ndhk3NcqpFY
PaEqmI5OQGAQcG7x2U6pdTEHPYMlTCTYtmydbbA/jSnjaVNfVvQgjN1IL/zK7vWao5uMHYGqflhf
pxyILtK08uLILLApuuBD4n55B2Q3X6WyWX5ucVCgwq78GQdsl24mF2Ux5kD2dVzJn1ZcGtuQn3cw
ilmf67IaL+xCryUgRr+y+FYYrie32UgEaeQxHB3PwDKH8CZrZkbiRtsXzy0f9euGZl2+ydEh3CH4
ugoS2AsIGewTW1mKk3ZqYzw8XcMTSnjjI9YDV55MM6kPpAyQq5ojtWC/IeapMs62SGBrAOlH/MFy
h65RLhilMCkGmfEEQ8m/WJB6POKk3VfhGDCZUMByVGPDw+XRxbOaHzAebZFEJd12YJgHsTDtL5PB
9CEO0LCypXYphYYPpwXsF/aAsB18t5AiUEdMsGmjFGP5phRdCPMLUCSg4OUq8/NhN2QV5F+mlaFb
fxBL+Vp21UmEwwsRZ9cIYx98IwPpkyY5HdHaZ77AMbffUF/Loy7kG+6l+Qq3ZXKJ95hf1nHU0cyQ
lPYOMDuqIFQjcmGlpNy/JuDLeTHg6hAQ71bnNKjtyJli+VhkYv6etVWAoMOf0Kj15abFS66Jjmpe
7bJ9CYf5uhjDm0CzQKlB/axVC1rdhlvBwrhjtRiBS4npeoFzs0m4rafS6y60wLs5u8GdgwxmD+b8
vR6N+BnGJUSwAp4Fx+yFbRuOLQgtVBZB2LOYAfdmhMTeaBBAd09ln6DDJiwG11twV4KCjLq+uCQX
sIQVxgbMhM8Yq6ObheaDHETxVsF1zKMySMQGVglD9RHsWYekhNWuL59n2FJnhUP5EPgzxic6K/ja
RPPSy6Z2t7mFI1GKxj9ZtnTeUUXAnfXrDKKadkh4mjvv5ybF2QqY2LxD/oCKhfFgcINXmIre7852
kM/nUSTxUzNMXn6xqkducaF9WCPmVhWziRHwdpdwSH6g4BAHKJfNPuk0QATEI6eQZJZtoL30tZ0z
D3WddIzXgtCyU+3FU70zAXAJ7FVb1uWAf3negQfTxFznTeClJ/+mmM153FBqyDu0GOKttsvbAffC
sOdYtVgwZ1CJcosROWgx17fjMvdPgJOeu4ZP1BR0wJeQmtCWnpKI1mK5b5RMdhbQzW9kbzfHBNY3
oBqOniIqXLNFEMQhIiIKqtwCcvJfYHmxD0pHXcRmG1/5dimvU4WBQyXddLK6Akuj0S7QdQKUaAAV
2L3DyfjgdyzdyGK4w74yBOI6aWNiUdPA2IekXNCh1yiQlL1zkiq+XFLfOaSlAeFxtEHjRkVYEf3e
xsueoLeDAU31CLHwagxyKypAhybnwcVmbwypaUV0onyIgm4BwSktogaPc7wb4979rgPymZAYGVNE
1w+NF1rln2tbTcegDufrJpbpYQE+dZ6UpR7zIejZQixmcwMZE5vRMttbGoRS03/1gabwYfeOae7T
LswADn0n8bPQwKuscWNTuR2w2yUIuwLjAcwmC1cT+7ThRl8+LSpvX5VDl/KSyVf8Scextx7SuJ4w
Skqx7JsS+yTUevGd/IylZFqTufaeYY6x6dCuHRBrBd9cetH0V39ptO88jGEcQGrFD5iy7VeRp2X1
FjqMnLZmmbeHwtPhtfqVWuVUwRNKLiPf8lXjTJF9IOAGOgKopQfX7dQB4bu3b4diuffwAeEFRJml
UX7l/SpsmVUecNZKdARjtNq6HpEVmht+4xn+s8tZcj9BPEHOKFIoplP+GaDH2gZM505A/q2tAIZz
NPtU7rgTcELQ9n2rJ5hsQ/W9pTsTwRYpNsLk3ogM8kzISawi2WhtEVvVq6gJUxBZdul6ywN1r46k
Noa3XHvXeaHVbYdg7cQ55U65LSmi8pqBzKfdEEI61/etGX7WJFki+/gA4HMwGlMcx2axLz0OS2Mw
wlgTtzh/rd00W6dpqeAf1ZIZUgv1gVb+SSU+e8+EcoaFsNgoJLPFaEKPTA82EpD3KaflmBfjzBEt
1HkOjMXv7pnirvqgrBnlKaftbdw1QnviziiyD8EJ9s42HP0Isd/pVxHSqqmbkzsjgVcizHLcENxa
bpfJqR7iCkE16p1l27c6OEP2TnbjMi43IYwHMwIBjD4ebKh/ETB9QmeroLh7iTHejWaPWSEEc7ZN
fZXfJz3fEjMBV9Z8ZY7SOHZhnh0DuVAtpEDVaEu66clIStgnC3rrDSXlcu2WQ/aJUQtaawY3J0Ox
too0BigXmXfr2kqhmoKRVU8gMFiMHf/Qc8qZMuJ6yg5opigN5DF9W6XYk1S6czCxcVqS6bEYY5rc
cT5kEbHveDlZf9h7nfYi1zbC1SCZrirtbuYxe/FJ+aDZU08G2eglJ4jKP6i4B+nbV6KgwoISKWc2
19wO7iGnkzTVv9RVQiNb9A9VtqC36JfqiHhM7YMVGZB4AjKqHs8pjuLDCPLuLm3ty9Jtb/0WwDUN
pPbZpO153xYzGmc7J0VrttMrvyXTilF+vRF5WR1ULpIT2pr4gLB22YHajW9gUNhXqTXZ+xZCxMEr
e2I1c9He5RWP92Kjr0BfDJxsnq4GL7sjpcK6dPVonEbmSVfxzMDCRPmY7/yUWcVeZ0N1v2gQhkxP
jmNvjtvZMmyA6nhTOXGTd3YJk0wwDOpocmXplH3DVMhHNknCe2sei+ceWYy90/GQuLtxNLtHBfmC
8oG0+fUHVOIywWN+SXRJcodjvJ42k18jzlHhsk0tVgRjsfCapNADkLa8JI4bXluGy9MGoHW49Oos
AFUrjRfimDD7ViV3Ky5N0BrNcgYzRcFaOseCIcJtOyhBGZknt8sYhztWOBDj3qL3qTKXTetLsalq
f3pXAwCSHL1ms1Kh25+lrJpnT3vM6/XEOhQltBjcZm1bgdlynibs1Icm94uHoZ3N7Sg8D5wGY49J
LMVVlqMaHASHn17P5nkxOrDLSrrVSu5vSdKKs50w54b9Oef+pi0KN+oPd30taWTE03RToQV7UAlU
cqrULnipeDAuupEZDKI9eQWq08R4N8+PweLh0O8n4x0SyLzp6i77xdJ+8OIbc37CgDY9/mfjVUQb
0+tEzGGl66erA74XO0cPceEGxd0bWvfx4j97kS85jQ4vInNvOJptWEdzEk7XMvev86yPNyi3E04L
2R1lZ35tTdZ8++836B4b8kerrz23/1tn7ofvOnw2a/er+/qj/n9s3616hn/dvvtWqLes/vyhdbf+
jc+3TtNqM39aO7omDd21RRas3f7xc/2Kbf9krUPJkDmHy5TapIn+j9adZ//EVzC4QVLgiz+07tyf
cIMRNYsnmtwch5/3pVX3R6271V/0/7rNgjKLKoNsMgefIiOpr6OPigU5t3s14rSwwzNQAPdMu+zP
YpD/16vgTuQlkgiB0+DHnrbIZFBlEm20Qc4Z+BB27OMEjPhPBis/DiXWF+MQBikCprHoQCCz/XgZ
qkI89346MIVo+ghWTbOJq8Q4IkTNzgQRdt8MgO4XTWHlffSbO/6/jJC+RFj9/doBXkRsgZg/QT79
eO0KB25pls2wbRLqt3f4Z8HCHKcN0PNCdqyWnUZYOh3wYpTTVgRh8qQtZb3WNH7iLWd4iFrQx8tp
kxgCE0WlTNJAsOakjAj/+Hf9/d3AUY0ggougV3G+CiMgoQ5YB8xhS6yevrcXK09OvjmXzp/4dFfV
zY/PlofIg9Yzd1xwmS+3A7tKMK5jlC2sYc0J1bEn78bWVTteBVDxFbkAPcE6L2lIqK//777IgKOb
7SNJ4H+YNdeZ32+0CL3WudU6ebAVneFvkSSKC2p6tf/jt3LVkPzwEgMk5GSxrtojPsjhl6u0zoyg
3GpRnoq8ex18CvfBc+QToI6XP77S+pO+XAnLM6QYm3koPcYvahZvDmXFsMjaQqenrMBfRoE50FUN
psm4KAsP9/0fX/F3jwlLFc+ysyrXYAB46+39zTuY9T1sGz/HjEfZf0TOgnrHb4w/EY387iH59Spg
HhgnMtb4NanwN1fx8DeRZMtVHFPG9zlg5T2NTurfKXOYR7VPwKjKv+9j/3Je8WfX/PJgknLizu7C
Ne2gXY+Q4POtov2Qle8/66DAypsIcf7jd/P312RJ4rXikUZfxdjyx3cT1pRCRgA6lEI0Pg/5om8t
Z5nOhdFw8MJtRxFJNMYY/1uzdNYlJHGuTwIMZS1zm69rYkKXJshbOJ3oz8v7ARLjG/pxP2L5FX00
gM/5k7i8330kWAH5x6KOdZgPf03YauCSd2XreVtLB/LGCmUrt71Z5RiBgtw4/fG7uiaq/fjBQHSI
uJILhS7GaM/7KhYAMo/oqC0GJr30xg+Yi/P6LHNDL8+5VsQ/JLxIgs8g6dUHW9MJj2yw3iW+Yj88
epZqrbepnEwPfTo+InUmOyFI8KGI2djTrW4FHQ3oc9GEaiONEPGQOGopL/Z3NcON4cCyxjx0Ft3k
HPt+HVgMCu8fHYc+U5uKpB95ozqCgy9I9rbq87hQaTwHJIy3gN7LTbc4J2yKobVziIpg36qTxT7m
aTjpdzdrJ5rmwTw2lyOzF/+I2iIkVcmPjQ9LVZSgWMbkS4MZyzvRhlzwnXmIQyIPCXANNLFp6k1i
Np61nQdyeaNBhcMhK9VMEGGFTyByStkXV7kZkh5DCyixD4nh5bcEeWKcXYQdDLfEKafOHo6RfAFA
ahh7TqKe3DNPd4NLVyDHjkq1ugst3D03gelaztFPzO4pNtGN0nBJIO6vBfWcfLA6upO7k3aCOHoT
x13LWytHuxg74PfC/abNiXxM2czECtnotMA4g25j4kUrAdsaE9ineWLicwgpZKwIMCvg2sTGpnWx
ICc52hNq6J3LGIWOF+Ctu1ACyziYsxV+pzOoe0gd88BkyGQQLog2KAnxfRjZLqw7t4VviVCXjJvD
0roQDSh30HLvjLDQI2zTcLH36TQMxuWYTtTrhoHj9FE0wHbx6iXEZrBNkFHWaO0DcLJIYGDQQPTJ
rW11NQDgFpPbBmgOf44Vzpdtj8CGHndeW895bqB1inGLXnQd9z3FDGbI7jKGI/ZIv6yBypKDXsff
MbRPQaxsE6ekzsLNhBWquPZwdMx7Gi4xAWhsgBHTj5LkMS39B6VibKcxPp7mgnWdw0Yl6cEBxO1s
Riuq9t4UtKMGgjRCiAiLgQxeWq3dzxiC5bypoKeuRIuyyjY2jAECU/OpfQJbZzzSW5+KvePgXQG5
vTrPEAFbMPGTHFU7KvwxX9XAxi88+Zjd/AbsaOR0cfxEAkhLXocPJQyN4wRCawGg226zOCGKdPEY
diBdlXd1b+GWIqEgbreYr/DL4hTsnYMgeOa5KWvFDykMRlhJZ0PxN3CkvzsJvtTrLG9Wyr7tz/SP
g2JO6YAO5JAsSyrGzTjG1s+h0RMsABF9nni8oF5vuI7+8CqbqRS5CWxGnYs0H+eSmhsS4BzqZe5d
MR+z1ArdfQcnXO5nJ8AfzBh+6W8kByu0ZykU/J0587l5rAxM0fdsgnm2ZwyX9nSznfZ6jkPIVgDB
qtc+Gc0XY2jzmwD1i3voswnnKSqLIiNnvhwnFHmGHXyzHcc889E1X+nNzQmlq2E/1F2yhN8LGzj/
vk0B76QbeGEq/E5foEpvHTT5zAgHq174OZVZdAyMZOy1KdQYtwK0ao7q2cJ/2d06olfdBVzH/mFw
Ei89mY2yKbV7HadrLmvBprwP5tJmeGKXq5+0RhR3KVGAF3tlz5192yaZ6O5H0dhuu0F8DranWloQ
+HQHCvVzXhTW9Gi0WV4f+WzWJXO1zg0+oTdmMUBBHwSq3ccYhvrZmCACjuNCslEtu/qehDZ/VUi6
5Z6+hJ7Q75LJRcsUiFaADnYzWz5oMNPrijsmCaSbWrEs7jlEm0/p4mowmoHE7Sugwm1NRIznwLfM
16aypk+/L+dfak4BzsFTbXojpyCTt0RKte9MsOR3r3HGO7uQITrqpA2+mb32nkyloSUJkaxGHtbF
jWWI4D4vQ+NnGTbLSzdiXt/OlIj5TmJaFmdQA+0Bk2M7bIXJATJSpofRP3ES/AkzgVZHR9JgN4An
bGu828smIKhs2IO3bqYt4U3QXiWuGt7CycadL4NYXqJPUo+iSFixBiK3CrQIi7tDijz6+NG96mk0
R5ZVYO2kp2sEBd02aDwgxV459J9jiF1/Y4fKeErawr4FlWg4EQjGMtl2yrFBqzHD2dtt4+gzTuHh
GCRwoUn9aPi0xzooj6BoY3XCMOO/jUUAAwVlYv+CiBoyV+VixNvKfJ6ue1cud+hfSWbsU3yGUeL5
qRHJBG7pjuhCfJgWVOyG2503n+gmYR/DBM0gs3c03lr65N229FyaowMEUvNQmkgQ9g0y1zsHxYN6
HE0NwdoCGPK23toPzKUOByw68JhQDF4pLtJszA6zV/RXo2A4scE/5DJOqh1NOFuX3JrQiwS6qjl9
mT1eP11sXFN0kkcTbd2kWpvUMIUTNaFlfbsYS6u2utNzcBzI9jGjOHRbdnAhZ7R3S2a8K7R5eO+N
JrS2Qzqm/q6Ynfq7tpkeXxOGWGC0dNlDHs15cI2oIo7qqh57y8L6GQAmNnMnPgqs35+wsMk1rxGC
Jhun9uSHv0aO7os+N0Lgf4n4BXqYMrYxuRT0Ff3a5Y4yzdl5cD3iw8QcSLL5zjdxMDJDa0XI2CSc
ZyB/DcrDZxsLabev49Abth5YzCIKGO7hwtccmaN8sbx0b3mjrDZETsQ56SdNdjspLPzEhzXWW5fA
HmTkk5ko2IuC5C57MYK3Eh31S2NqulzF2NhyE7uT820ZLeITMoRPzM1xhL4ZcLyZOaHnLqIJAfZM
6MqEQ9tX3cSgBQHwXoWZuk9ysaRbahfZb4IibMZDPTKf30iJAJ+AJJuUUvSsuJI7W/cbPiHtmSF6
Ne+UtSY6uRx53jMWxfuAzRkqLBPyJRqCEfqvqou0Q3A5ab3DBsmyaZFFgdUqQFG979zF1KfB0KLa
wD91X8tgwGlcgLJGYwCYst91MajOKAbewgYue2KMRWF3x4kpxSOuvNwkxqLssTXSMJi2YbZI83pM
2hoUtyy4q4XW6b3gXGpsiWuUqyxczThXSaTaOQph5J4suuE9DwbCURLGTXjU/Bxqg68RgpAk7xtw
WtMlJESvYi6IE6VIrnMHW8ZRYz4GyQxMysGGIq1TBrGeM6QscK2uk6jXMnWJMUyrirCREdLWfUxg
hz5j/aHRGmKneZKoL5comFyA4YadOjetJDXoYI5+4h+Fg+t15+QrzSezuux5BE78puwxD3Z4WAOx
dYdM/BJXufSjzonTdDOwTP8yeHX44Jd9eDZHCZNg6qR6guhUPGk7cSSrCYgXqKCVddBhR/ZQE4oY
u3vj+3Lj9rN6ohHfs8eLXr5PDSOtGrTtt05JDKRoO+RRNJoXrWTm+ZvCCwgTFEC5ERG5YbBdKhf3
5VT49V09AQLetA6ATSybVvsME1eCNp3M+twY/kLSam9hyCNXVzwZKSrbCBhwoEgAANWyWyFt67Re
cTb1aG+gHulsMLaw4/yUTxp67K0gd7GPIP2LC7uiQAJIaTlXS2F4uMPRmQlGtZY3bwZBKRxBZ0Aq
obVJ7GbgASE54zXAg2rhdH8Af+gWB+Lg6iukSMuL4oSX75yJ4S56npADnU3Dm3b00o4nJqP1czzH
BieipqquuZ0tY86c8fTGJjzmztfdTGxArRibDGX1oIm1fbDtuf7GDlSRpzTq+BPzdMvAM5t7gisZ
lTEoLJTBszYH10GsCb/FCJg8hUsL4SNBkhVuOGJPH0Na1deuM601Bzd2iKBhrGG7k5FyAE4mr+es
mAasWoQVn2SQkTgGJJUgL+kbDoMTMdnPhtt7DGGYPiWcjnPe/AGM+8mj208sEQfWu4UVUvFIDE2+
J7gofpjdnk0EqGcSzbNrtyS69PIXi/+M44Q0ineM68MQ+amjbsY8piSYRIjwq+2WkdQnHeL4tmH6
ioZY4ajsF04g2dQ5ishdbWabbPLHV8ZIconCuvWuMJs4RNx0Y/PAtN1gcSYGhTqDYZyK2pjQvjMZ
FwSTTyxF3wZifd6DsJbTsSR+76Zm8JtesERWr93soHSDpxw8EIbgB5ExNf13rXyPPyajg8l/8pjE
Nk38FPAgFCfXbqrn0Fw1ijrOLR2Z2jUuZTuzhlb5GN6XFdXr1vUzeDocbBEIkd4hODXhJuYDO4Hy
jUY/ywhcNzy0EKpMrBe/A0PrQVPJGVOrhky4EonubqZY/MwVlRZAEgrX3ZSY4bTLrZV5uVgN0CYS
EqGwFlI3qG0oZaMBDRu5spNbUgWJqTI3CxPfFcybkqPZBdPqc/FEeoAKP8SMQy0HYV3D4uyRG/jK
ucW1t5aXy5smBpOFfgVZIv57aK2RzUngAk0Qs6OcmCtCgEY4GHeozswKGXQ/vg6oUx6BdpAswd5V
X/ewXNpr2oIhC4wyOXsoaZOlI9EhEVZNiYpdimEsY3DidybaQk37PbNxsfPKQoi4aaV7gjLykShQ
rw+qRwsV0aPZm2Q7BjpwHtIiKYLIYrQ5U1lxaKQ670I/cuc+e0shuOAkCssFlUtIeRZUAUt67/Gk
R1kcgjHsYTb/4k9eyp0jqGHP2K743nrZ8Mnwaar3OMvZmrgfBnEqXZYTRoStIgaDVyCCGDUB5n7O
MOumnh1wQO0AkB6oU080WUzRCsOZKMJqv77ST0BJA8ChHE0A/KKGSN2aQy2hZKOzKakvijVLMv/M
SKxe+dIcgaPKsmHGi8Qt/I3oONtHNkaYS0fjZev7EjtLZwqQmaak4EwD336zrcq4HNSkX4fEzFZ1
FssJOKRc3zPXxmQUYP2A12xbubktPK/kjZyhKu19LeN3jgc9qbuM56hlQW2uWQYJoXSm4vMQ4VEO
roUoxIPh1ca3HmfRWxyXCzs7tO5HIo6pZvK4AXxqqNh/wM+CVyKsSL25qqC6OodwAHJDV7qgazFT
lPxsd276Ij1TArW2M/r5eLH0MSkI9QMzv1hyrZ+IQsJRvegTRSrHS2WrgtdRcOo4yFFXjwU3uiLe
1/OOQHXcFtlKiK/F1Im+WPP+tinW6AuGEkAQ7BkL65EVdRk3LeI5Y5MgXLqHPgrYgNC+wY3m2mvv
IcXDSihdB/xh61VIM5KFsISt6F3yxOc24QBqFIW6w78Gg5GibW44qLMO7wyIMzKqjMFLDj0UpRvX
MOzXUK+zdlsaHB5Zl/0E00FPe0nSQ7nsK7ylpPEyOt/2xNgQRU5wID0EReYJ/JM4C95q5lz2ltk6
coQJCNoz4GdCRknwRP2DiiZF1uN4+c3UB167o4mFYbINNYGSeKLCUzbr0N8qMBY9EuppeNKCeKDI
1YP11nM+NaiC5oXQXuA/zZlodgsIXsiwFFG3UWDJWh1YRjaTFAQlQcsLktoV37ESjwKmEy8j4HN8
H6CWnZOnBL9D7RjpG0h/LlOD0Q4vVBc2xlE1K8C+CX0eLHfoucI4y2BFcaW+d3TihbcWTWBdRYCz
dbanIuyuMhS61WmEOoMrC7cGyfYAMcNIy3RGvdO247JXmUaP4iZeQIBUiHA64fYRtee2CK38jmdl
Z7p0EV6ItrRItKhTVubJmHQQTQAy/A3mJfLnBEE7B/K1fD/yW4A2LFqxHWztapy+8QlevL2Dgv4u
bcjROSpKKIwyVUyovPKkOSJd8adPwH4OcIZhnlkq9PLhat8725YPbqftEv/FI5PqWeW2+khwkZA6
66aEMpnT6H3SPUZ3od0kQ+vOaWXei9Hufx7FBD+cg3r7Gta+hbxQEgVN8EDwjV2rEUi7eU4PwzA0
d8w4THEVKFd+004VIwRjmn1bIvF5oa8Rk91h4BvfdW0H3qNbY4XQ0q37vjEF0MSd1kLX6REISF4p
1cXHgj8S0HnKGLMjKBtr3tTMHk4fM5H7IUjcdyc34wfy4FW6qQQmoasF/3O5z2Nr/i6cGZC8hYGd
VoManPFYqKLMbvFS9nIL1x42kyM6YR8zjQ4s8llmt3p0ZO1tl7jOmW/x+b39b+rOZDdyJN3Sr9Iv
wARJM+Ow6YWT9Nk1j7EhJIXEeZ759P15ZVfdmwVUAdWr20ChgMzICClcpNk/nPMdczV5I4bMqn9K
gvHGvbCQXG24UvPEA+uDnyzVyfJ+1rK0el4adjkYF/r5qW57ic5N2FQNvaIJ3Y82qDJeIuwMaI7S
+kz4EMe5nEaXU2Fkw8Dcr4bjb6nGpAJi+nkeJNhzxiZIB/xIQ5t+1YuDa7aYnG/kEKG67o0w+4Cl
bkKt5yWE2puoavTm2nJe8YnjwgW36RLzVEUjX7hKF0qCrrBul9Vx5J74Y1AerYqjV1djuOMNRIOQ
eB5XjNy6xJa/2TW0hp9zGhCpiqTiGgydp+8JlEcKzC6FU40qATlnZa4ZWZL5Or45SDwi1GWqpP7W
GT1tInTLMGzmEjaUCpv6Ffhf9Q3L1HhMS6cPA2uIJ36YjK+8weyaZ07M8cYcbUX+EY0mjigO6B+R
d9mnCTqQQiCftWi3FLQ9gSSs640gd1ytA0ZPSFhTMlxUQ6Aice4YKQOwXoxOtEol/HksLWF+6TIM
D4oRMNOuotIIvl2yGjmsJqI3Icrmzs01BDGMBELiakusVYh+0jt3Tk0yUN3S3EciG92tNMbiBkl1
0RGWbYQg8WXoPNvpBBm87UTjeB3TK+T/fW4628oKu5jkWeNKwbOHxdnSVYXnWC+HwlNR1HfHtKir
t5Axa4P53Ix/dBfr3RbEDbr3mQTdJ8nOlR9aqrRfYa8w9K58CNW2ZvQXBfaUYwgXlYsWh/Svr8kV
I1QuUrhedRQqoV+PRvacjBURvoZZsi/q5rGwPSL47Odxzhpufc6HeZsLI/ti2cwQKcX8oJHbkqv1
XGWZAoSgzPJXuSyCGinRRfM51hLvXd/AgdtwUrrRXTWSXngA+z19CzX0v42GRG/iVeJ2IKmWrcym
0yaSP5HqGrdSkBBCNuiEIF+Bs5z9pnEJfTCZWlxazgmNcxHniS1RTp/xCHevuoFg2ZOUKwcBhqDn
8GjlF1xOqGRNEzK31SynfE11aHF+qC/ObWrV6mFh0vOlMwpjnoQ79zPuKjolskMSZwdxoGfEYdj1
TxezFvVZBUQ3MxeG2KhOmHuW2nl9NBvYZkCrGhiXdU2V2jO6/XbdVeN8GrTirAE3Db2iy5E+Y0TI
PhGtpzPvU1Uy3Yfjh3gLgh5GWzeh0p5SwTG7UCKO3tT3MHvo2yDNI4Gu+n0lLPuoka3zO1U4aDlH
2R1wak5AngognsaWdAtVeiUj84aSNzSS08L8zCRy3E7e0Z3zsNCxQVuniOctxovS34K2XH7NsCdo
9QSwLHxLA0IwpvhXgwDLWhJCkIc+xbUpv81yJfk9rbv5Jm8E9kidmFWQqck11aPB1vEgYiJMN6Fc
OwiWSzwy8oh4LABehgkyetaZy2ah0U4PbNnU7ST6EVPYJEamHROTxcBqHSYECPhWM6B2qEFgmdyb
fCvxFHkkF7hPU1FEoUdw0TVwmprROtVWmyh/cElBPfSdo25gVOh3xvXZpsTiwvWbvjYYyebQKNkn
FUgkUSiq8zTnPSsj2I3ardAKE+UiSF4SHbOFNzpvKxMkEyRMtmetFjq7OGZNiWI5DDmeSuiMQU3e
Eyx/WKrsspyqTXdhykzjTF4dw8Le5Hq8ZMxFNb9i+rb6hTWW7zCJNM3Dl2UkGI9Ee089olUB5SbV
l409+BkPv7pyG1V4bagtfDcGbwoZD5gE8rsJQ+cUOGg5lUdEMQSeJawZgIQ5o50tog+yRQenJiIu
jYj/hXdlgQ6/vigEE2iIj7DQrANLj4mRl8fvcn9cl0CIXU/YMmvQqrUPmLzo1Ed604tR4f4jMtOw
Ob3qhTDawhxFvitZgbT+6IbjachqayBdwNRumZ2Qk5TEQFy9Vhdh5blYvb/l2hadn7ASvNKs6Ku3
dJ4IUKGKt1AZMQLA/Wzb5Yn3ttACUI9cysPKqbCtbT28TXIhb/RKVJ8jy4DVm5nZ2DBPCIfbEI2Q
sfNdKYU8I08tUhp550JcJOyktm5Yawtn3BI+qDx08YQ1cXY9xdNKkIonaF310dUxYIjZ3lLK0EXr
ubZqR8pgG+zBmOjxk85Au/9KdMqxbS2WmOe7QAjOfIevmt1WQLjbHcU+Q/qKqWdxAvDF9hNoEAJ1
ZP2VxKBEW7atp649OQQxvHJn9iYLAQw7XplYerdlm5+newxWw61hqavGlr9686BnBIdC1bCYq0WR
Pb4hCWCKvLIGw2lo5o5BOkMKkd/PuaXlNmHn4AQrLrgt5f5seJaeF3glSq1/QLWU/OqqJGEsmzOu
3ZA0NHGaJ1Srg3KLx6J33QuSlyW6yEjW9bWcjbVtx1YA8IJRWhkeoJIUKwTQ9O5CrUOGNamvMQWm
bh5yGJnS3RhYJfE8xQVeblCaxbtm253uV4OpsURfR+u9rTF5sDlI9B7raEWAKSFr5GjxlfN3d9R0
YmoA2QR1pqc/7lJlb3OCrg5qcj58uWqo2990MYixtrGeKPlecVoVDf4CBsiNV/VoOvHGgW14XXNJ
rqyVz0btuUTDL0dmY9UQtBCaSP6wy7yjl0FRsLFn/GaszdkmbiDdOuMPmuaYw61rGbzihYnCJ1YR
cU9PNbUfeMY4PzQsr9HGJDZD7qaYvcyGXpOM0cYNV+XhJJL7SIPjzyTZTZxAbxEvBRCH5WPppNS/
TJ2Gw+zasJKVnuYvawwJ1kcPV3Unh4W/CNzVaBKPpGexPi6JIeAFxA6vfRga6erLVSN3XTOsOj5W
LbtIH/9qFDO7Bc7st1qjZ9ssH4R2qCfl3jkUewUgvY7sayZjgLNRG6uxiTwzosT6cF3iK1/qiFjE
Q2XFaMcRFjA4pU43a9r30IFN16QASXWbd+M6piY6c+O2IRPXcS2YhLVdCXC1tgdYrrGwuFZUWWnr
1gC/HF9HTNZ0nKZhRmVRZO4WtI6GoTKS+IebDHsjY8IY51quuVVlsiNchwP/V7JPJsDHbsuNYijC
B7fgi9+QCFddj2lMB0c+LuK0cDH1dDTkGDEyL1kWbGpyDX/3XFOPGnpkekJNLGD247mWXr5IdZDh
1NuB1jcD88WSqBXfYNbbMsjVsS+IzuiXTQbaloEHyVjdSZWtM500ReKJN7l9TdTJkKTu0WDJfVmX
Hl51aufGtmzg6XoWABR3ZxKwZZIdN0TogWOCk+kjU8bvQ2smO9Q+Fn/4NZXmuUahne5jsnrIHzUa
t2XozHM5H5ost77wzbpfRtNPpHCgWSCvbLS1yrrQO2DzwmnJ4MmtdRvwEDN+8hCzOa9/nBI4TQbf
ryC7jxXAYWReiip8ZicQ9NKObxkxAbRijgK0ztCY10WAO/OhfFloXyuG5GtnI6Euu/khNOE2HgAk
9HLHba5b26RFPhDMuE5irx8Um92rzcs8G5GglF+Zb+k7wUYxvp3bRLpBLO2mfjO5FMs7obmNhkMM
6YfH6IIpoEis5v9B3/wvsQJ/ES//W0zB/0QFs/q3AIKXjz75+ij/l5f0y19kzNff9qeM2TD/kMqR
f+NSSGlDG/i7jPn6K9S8aLAUD4tlonz7O4DA+ONvkSAuykXEzMJEu/V3AMH1l5Dj8N9TE6DUdP4j
FfNVQPzf1JHAYlyGBsoRgAhsC9H0X9V1PRoIMJQ4x65e0Xa4T+R92DP8azZ273flHm6TPT/qFlnY
+9ttUT+4yS18vCAEOa5EttGY7wtwBTxlYJOfSmSHiDiX53h61tebuLkb+sZPqQrKTTrvyBpenHur
+rpa2uYzJHFlPP5N2HZ9NCBM3P35vf8p1P4H0uKf/vF/o7Pnf/+sj//Lc/gvn9b/ic+gzU/tX6vo
L1XZf5ffUVv95Qm8/qY/n0BT/0MoE72yjpDxSoHhQftTSG84f7CwRLyuHH7Nkdfgir8/guIPxWMB
HkNndkbYBg/0fz2CQBJdhsKGhUTY0P8jIT3//T8/gw4PODEnhimRZVv/zMAgftVUCLhxB9OqECNQ
tRQtNJswoeKYDGkurHr+JYGSmMEwLuwWAErlKDHLvI/2wLVSK6iXmY1YwU42KCPHOncdU+aAkLE+
8dd80ennV6IOC+savYBZ3PU6hqc5TF/0RlOuisIntLXxZC/bb1vOJlWA5tpbHCvKd+yQ2FmENSCL
m2gab2UJZwLzEaknG2mkyzPhdhQMSXM1xxAdFu/wnzOHGOGCeXKqxXPB2dvg0hqw2OvryqW9zO2v
haX0RdJNA1/o7O5ZyIZocVLhWAuCuGeaI2sUGl5eILvUFc7TjWaouuY610jLEsQkV0LKb4vWU/MM
2ZLfTnR26mnU5oW/EjLy3s89kxxX9JQLYWrbtc+0ieBThmT1GdVtdnT0uh5uuDJNZ2eTFbsXbc6y
ySXAQN9LVmBPOdXwMaFBZFWP4Q+3YSaKm4ydLmYmPu53ABrqtaN77wmtXqqTvc5oEGoSYQg4dIEe
BWh6AmMya9Y56UI5W+sFzAY5meMdAkgIFsz3x+eGHpwUg2hZ4I1h87WhgnWwAgfb4S9R04T/EIou
LzNQxlu8ReKT8ZcYdkXhqH7jEEZqUQWDbrwsUWEcTUzuKT/egdyAwsiv7oH5vpI4VYNynYuDmRno
K0d0JRqMMDRcZTVvG5cZOz/nODsjjEpeGyAfQAZ6XQVDqAv8EIOFoT9xiXpo8h4hRqHcBxvKygsP
OOLDYbRCFrMaOIxAC6/oNFAUtev3bda2NxlYjLu1b9eTyYr9qmOomNxTLjTOQbNr4wUeNuiOUeFR
z7EB4FRXDavpKOwiShUt+gB+OKREUk/Gs7SwcsLilavfzT184byJgD1nI3Npb1GRrWiMXNbWyH/a
d12nWL8KRuZLdM2n9GCk0GVkVdY/wG8PL1O66HwNSGqMOpy4YK9B/Xlg0gjLP7GvWomYREMSQJwh
u+vc0q7ZEczU1jxDlfQcxIFsfs1W4v+NKo08cOh97CA1jpKrmNC6cZDgEAeKRvRWpmOlBfU8jS0i
ax2NDrES1WHV6/Hial10VJxAe9vUUpjKVX9FI2co2I44GetDV9mAP1QB8B1CaiRKxKFjqjYIES8L
QVN+7wrznuUskBiW03gmlkQWyiviTr8vEsyBBwzl8xl7KFOWmKBB9JkNipon9N3XZgV0zP+1VvxH
d9O/vHj+cj39f1cm2f/W6PX43X4mH3+9nv7h8zLFH9xMOL1c17C4b64pXv+4nhy4lHAqrg4Rtjv/
dTtZfxhUuLaNO8y6EioR0//9djL/wN8loT6ZtsFlR731H9i80Pr/k53DBNCMc8SxpO0yqtP/lkT1
34wW7PQT1464ADABj8ckzrQAKoA6anZUfYjKGF5NwIrYU5Gp9Mv8i9ZS82Kzb28dpLpnJHPyk2n8
SnecOAfCTuLXOIXKqIZVnmlS8P5SsNtvjEy6XZ0jGz4pm8myi+Ye7TrOx4lG6Z5IBHVw1167YW7V
PvD6NzesBKYNnIThTmemA25pqF+6VYu8corTYFIDs1Lmr0HWJ13Quqb2nPaN9PGxk1ZpoK8H08bi
YIXKes9eQz7KlmZLsGj5rGxnYESaTAcBgmc/10V/T87qeprZeO1pIU24A8YaVJAvt0gRs3PVTRdT
6XcRiJpoth9yIySgwzQeOTQdj8pEXKku8IzR5H24DlkIeoVtnIhOUi2RtNPc/Q6ngu89SoIEpFKd
43It7GbHAoFsFa5AlEBHU+S3VvQ8LdWDpvIWHr6a7gau4i3oEsJy9WiaXst2XM5l6SC1FUP/7Uy1
RLufF3tjNZGBUydsYEMsn0Ya649yKJqDtsgnsl+m9yx0UUlHEkaOEYFsEzfsItRuJTbuPiwqGlCU
gM9TqS+BbQ0ItyptfIpY9yBtriOMrUiOj3EzWR5hi8ML8eScLFOMsC7idr+FyPCFlzswUliuBSX+
Jsei7mkOApLS7sOvIR7jHUHS/b0Q7EHLPNJ2dTigY6slyIBQ+mbV39ldj+YZ7EzcCG9aTKqKWR7w
a/uzBDSnYsZbw/wS1RzZy6x7UTZ82iJ5UCSXB3OWXZi11UdnScl3L9Z4CzirYmOynvpxPjWooAlH
8vK6/Yyhk26iISKEpxifR/Nqy+uiIT5rTcdOr29qvonOaAffLJkN2hncMHaOL7hus5OBKukUEhjN
coqOmhgV2A9LIbY6c0wf2DLh2mUwNb/NBgYDM+YJ5BGhO3ZzDBHOeVEnuqCZWaEz1AAGsvLxxmF4
rIY4mAnsubTuNHiJC0+KqfvOSQXTiIjFJow0ua0aGZpMMGzHHyHG3CFM2EiL9CvwFd5iL7tEx1Op
lhxSgxIbdqOskQlmZ9osmDGg+ZZUc9W8h8LbHM3R/W5b48AqlVVy2p9Q08ybWSyYC3p7vsTjTOa6
ipBgcGeTLXEaTYZ3K+WKj8pzRKudnUSdGEeSzFkyafpWtUbn9aIUh4QJ801XkU86OvJ+ppwC1NF8
dVr7bI+EghuOui9NNFOM1IEjjYXiM5drYNvax1y32RnsfvrQ6tgz00VAxiI/wpSIgmamDEANrIVh
MHKgDS9C+7H20jq1sSN32YJ6aVSal/VhdIv1b94gqwJ3U+i7MTeml8ESEmZyMzwOprr0jsZnFWtk
I5VHG1kdmSY/LK4OrYyTixXN8iUrV9Ov89setioBsFfFP/ncJGNPX8RBM9BqdPGiSDPyWSImJ4YT
W5GgSkFv9cYsGx5Vm62+3sZP4dr6Vp9Uu3Ip9jbktKvyOrHPxCTVLxKpmMe08SuP03u8cAPJEHIT
u/ICBuWqiXipbLPYJFHKMwkWD2jr73KxP+yhgV6LStxO2PRZeQ5Mtgr34BvSI2hIyaNutYShZ+NL
oxXFxXQEeWU2mULmSvpKiOT4S0DMOydQiDesONafNq0yvxQ55pXcikjps7sd22yOuw49AmpolgS1
IWEn10a+7dJ5ZuOe8z41Nas11j67lrBrQgxShSzJ5TR0w9gHimxfDTWTlxH3HuiF+FwnSSbeFJqk
RpXzLpKmc2I5uJ6Y58YPi22bv5JKKlQAcW/cYN5qb7swgYaW3YcoKUFF5G6yjeR6yWFdhq5Tik1p
WPFvS8usvTG66VukkuXGbrv224WV9j3zYztmq3tvjCnVnTPNnwqvzcdSZw3ryRAmbg6rJGcPFjUR
wEA2J2OjjEPrRPljYSe/+95AuVo1wtd6o3yp+nV8uErFXrqFoFvTWg8wC+CeAlO716rRAH+fuiaJ
9qv1ps1q3JRX/jDt32KXz2HB9mBKVxKuOAZuxib7YhEAJyHpSWvV7NzXY+I+eLcb86OOE1hzg2Z2
L4lDugx/1aszAhCL2LLRQB9qlk3zUK4Wo8FreCcZ8IsmD0BWtHcx1uWZ8iNz/Kwu7Sepa47aoPkd
3m1EP3t6o/Ku14bx4LpZdQZJp/mdTBnumUlhlhuWB+1ZIImHwoHd6BnJw3Q3JibHQIK0+HPQncnZ
hOUY7jFQ1i94o9WTZBNZQ2WOVzqGvMRkR7qi9tEMyfAwmmYLJskpH8w67h4pRQiwnkrLy62h23Qs
7TahgdYTpQS5Hq6aby1lrxeG/MMxzvJ6p8I1e66k8cJSlEdsKKqTW8/imKzt/MHnwWhxtZrqe1lx
hTVLPPxE/EeLnyedeLaXORpRB5ickJiTcAK0Arr7roJnjxy7HB/MQWEQUaStuTpIq9B9TFOWz6l+
Q6DTg5aB+BBV6A3XHmUgqsiCQfKTtJOF/QeQSrfscvXbcUpfQ9XYy9FnZ/KpmwzEbSjWcSKJz3TD
hU1VFZ6djHgRxIMHZAEfzqjNZKhzULAr1erPa7l4EnSCd0XUwdmb17DznJgdPDnuHzh/NX+JUC7x
+KJeGHauzTuKlME33X7caWuknqUxTD5lhLjoOcexns3RtrTjDQ6xNTB0u7sfU8N6bnmdUFKT1fGY
2sLEiybduzgqu4+kHYCIDFwzIXkvwbBmdD+Q7w6xQiOeCKq/qK+Bh7mT9W3Z3eeS2yt7yWHiwyna
Xa0P8rciXiyg9uq4Qdm1Di1FWtcYJ1Wt+SMWAaK0QvwT7UxoVbUOO+JZPiF0v9DqDz7ovvKmclu2
I2nDqY535p018V5fiKLjvVQATyKn2pkhHPzELefNakr9BaaI2W6gtEQnLqHye0xRvxUrW4fVrKMd
NpNJbNI8jX43XfZha057axZGkJJydBZscB5UDUxGSjO+M4RuvjftOJ5KQh+fQXKL22nou72VLyWe
UzZn9YR9hBY6/RpLNwxGPAebFX7bM8mkFaVA2Tg/osjxP5mqsXYm/iPeNPA8WAFjgnYya7xdoqOe
DZVfFjs14UyD87pnLZaQCxTnd1HVxse1Mtv93KEGwwoT3RKkMhRBAkEnsFES+EaEBFdxwx5AXN4P
KwIu4AHuzbSiX22wh8Oigmj/DD6hw15TdIO+UTG2co7xROCYRDeYkgWpGIlq6a9pyfZC6wPbCB8Z
MCUOBi5YmBZvRb82uwH7AdQY4YSHNB+Nn0x23b4u4hMphv2xjRJxIhIc3RaY0H0GvObQtvVwWAfb
fG0co/BgukAghF3jkoSaWOhei4ZwKKAJSTDYbQ7FWCI3GtnRkm/TZdCP9DRyAzMJCYqRc98FcpUi
3NhQ4nhLpUZxZi4R6+frcw6IsP7VzgmNuep3EfFXb1OfS56PJZkKnwc/8nUdVSpVlIEyS4thPXZl
eCp40Qjuy1oJ7lHFImiZCyDrn8jRYbvlaiS0amDIWVVGDLOW0mGmrMS+7pp+2uTdjGaxXofXiUgO
JL8iwVpotQt4q2TQn0qUSVjAu+RKa0oRZLCN1UM+ON15Mfoug4B/lfLUwn4isQ/pIl6m7GFORbHT
nNDeAtlj8bzIBjk8onh+8oXpjbUjvHpJWH11jBae8oncNUukxS3nf7QFwxsFXU+27oqI+DbEeMes
W7UfJhlnjLzTrPoxtW79yCqkJX1kTdu5ap5Gxnckg7rt5K0lhYbsqebM1DCRVTTiRov3al2sc6G4
k0TWFjeyHdpjWtb5k0kbwMFEU8cFAsBS8A1MkPR/8ekMBzbreCiYfCL41kjBqG11hqX/Xgtd+bnT
axnwp0RhzR7Xw1CEHHkliSW3SKbN/TWVC1dN5Hp9m1KqEKp7NLicj01vrTtUWKRxt5V2mjQHORv0
ie3QOfoJ5b4WIIIUZHbFDZkbUgvi9LqqYwFZvHVLrQ5pTVTF4EB2XC1j8Wu7WPb8Ky5UvaVp2XVT
Zrxa07hmPg3rA5LFT9xe1QZ7BMtcYuT7vsAp3DdwA5mJ0Xw1tEUxmbYc63K5RVclvBiR08bCDHsa
LcLoHvGCP0ytPGLxI2fAMu5oGH4N7m8xQ+PGizwOE9rYIqHGJe0y0aeHio4PQfPkHt0YYN8cyuTA
85F54IL7N77R93AsFYat6lWbEneDH6T/sDL5PaXxaURD4LHT3xgFVD1HXOZm1jZpiAqhs+Mfoa4U
Eh2pKegHGgZ3JCo1LV5np7bPsxxe3E4zAwSzBOsW4aUlkcSjvc9v4BKXnEC5s18XAtJ9+mJ1IQcF
pyL/VGZqfu6XqtmEKD42la7xEM92SHUoGH+XrMepejHuk341lDuiFUkFN3NPtNl2Xkv12K6FttWA
+O4aQ72PYey8cRBm+ynJfkmrRJ9FRrTDXzoh1QMU3RrUZqV2/OgrPzQ7te/D7GkiIDTmaEsoL9ye
XoGGHvFwXT5AJ9bIKoaKliHGsPNd5OppGjT6aF+98yEeUivd8RuJ8XHnxyRdvzDa9kAPUW4CFSRX
cqzDuwYFIh+3/SKIjq02tgrTg3TT4TMdDR2yMsSqDa9OIOp5i/Oo3ozmrCFYH90H02Vl4LWhc2lo
jJyhvyRZkd8qpjZgSxJr2xB5hwZeBkqRFD2xGPVncU3X6xYwYeCEXUWB2fQ3buN+pYMDCxlS9qaA
Hzpr5kkkeBZxG7j+4jTPSOQeW61CldWweI2N7h27+rSnqeR5Vfw4Ghe1bzNa476RKEnLlAtpim7I
lpDHUS3rrTHnv1apj54tRpv0GxpQmhfdGwrWF01yAzY3Olx9EnbNn0GW844kWIzOC2tqhitmkOLa
TSzDr9VCwaMb6Nd7vvrYGR9Jz5QT1/SvFFVmUE6Jl66YbVCCgBNmrhTw08OjTZjIxhmLPnCcBt5j
vt6TA/3YGM0BTcM1hHlxfYFr1WukAfQzkmfuW1wD4WNmfmrmNO6kjga2Y9f8iVyW8NsuPOaj/cvu
xlNPud4Y5JlPLZcxwKBH7orudsiH+ljYFWMKZKbRMMkTGq71ALpwb1phhP073I5tf4f4JVgYvxaT
u+wJbmGrMlmb9spjrqMrEJt5n9f0atzBAlCodGWyy8MQTt9UL76Vdq8T6pXbLkMECFHtDUNp7pVV
usvg+HppFl4y6vF9HTLQXla0AqLonqci3Yo2PVdF+7t2HBtIOIrkiL/XjqDw9Vh2zZswyva+6Own
5B8oj3JMUpww/a6ECnSTMy9AIKrtB9l0B1r0q0muIm0U7J+Xy8giGgbwop72SzAU5r3bJjZnqWZ8
0r59WjYqJnMqILDngBDMbvUBToRXPS8aLAi5RQbRLYqIC2ZBhsOlUcqLZ7dBtl9WqJj1A2hWkoGQ
6uCLA2WGbEsAKYg2LWqvjFhhP5WWfqkxSrG1TZ+hjN/oOE73TjtI3jxGPO7Y0tKTEOsjtY7RYuFO
R/7aq49IAErI4vKxNuePXiCAYHPWbrKy4DPC3bKBztRg1WGK0aIwuiY7o4ZCo9sZ2oNpNceocWk3
8f3DAyGYKWeihxk+QetI9YrQaW9VKLAipb8bXDy3snAuRCDyHS3A64zGy/TsNJXlK66jdK9ZerK1
VJucDQcxLyjoiRPlxgxBuVyfk3KPUY7rogjdHbS5ewoPHeGzi8FHAFPFO+Xzph/nBW/kWNFgDldH
GSXgDxRV59tZ4i/8uIRjIDbeTNgTNxxRyA91gJ1NI3CY8HJSTyW7ZsB5Grv9gxpbz1qHzltC1T8U
qFvdJH8jYLs5EBaN7CJmv9caZ12r7wEY71qhWT8O4kOZhLusXt/biXIigWfgYKckvfeqe6LnaZF/
yLdemdEv10XtCXoPJ0N+rsf4y+ZS3AwgfijjUuPNKPjgR6zNVq48ArvGe8QfJxPGvqyxFbeZGrx+
FswMEq+O59yP7LJ8klkR72Y5n7qoc7g4lmm7LuIDldARc8HZCH/ZI8+VmJPvvABAoV2fQDkyrOxr
SC41NTr0/v6kBhJ4W0dkJ1C09/PIj8ud2gARNqVTUezCfl2D2MaRS3Ati0Siosxwm1jFU2K5ByNj
5Vfl9H2oudhtztAF043pLuIZa+EPHCnjHC+GhEumxFaDxXkGuaydne6X3oxvmux9N7rSltrmNyjE
cVt3fe4N9ILw1NPCj6fajfEAlJ/cswitwFBPAkZ0hmkXLHDtx/1c+m3z3UozwMlxwxAa53H+NXTz
m5kqa9PDBwT0GIt92kbpJZni9Ww0pnpaIw53aM88LfKVhNCPCu3m3h0vQ7EO+6aOvrIKgNnS6PN5
WrrZH9IZ84QIKVsIPLLHs5HoJwRiDV30gpkQcfFaWzdFYV1iDHJunK18eijmXSLXt6ay9HeC+vAQ
E8U+1GG3F0uB0+W7qwK8vZtmvkPtEUxGuzOzn2V9GfT3EYo3NmUaqxy/tsi+cQxsnTqngAQSc2et
Xe4PEBURUV+R8Hn82qW5doiQHvE8njHNGE+6JgmGEFr+O4Zs5RclJA0b+Pw940zSorUe47Pe5ozw
NRBCQg/PE28WkeyPdhre9Jo17UZktZfcZoWJwvl5CqnQVXyKo4izf9A0aFxsC1kZvJmyQJqadkG1
avFJZml+4eOft9qg9lCJ+UaruHxq3ZmTCl3s26C9EW6/NZc5oKyygDwWowe46GpQNtpHSaSVPznm
MTLWQ8abuKMk+QIpHoRZdNJbEzfD+JsU+BvS8ELQPN1vpIE7s2oInyd3TquiHcRkPjECuwoM+MK1
Au0KZ0gxJIMnX4/Wqhzc48QS4cncDQSJn4CdDwGIB/kK84GywIGCIif2qehyW4A3+kpYV+Xs57Cr
t7RTOYV23d2bI6CnhI0B7sa8ZHpr9VzdjvzuFDGlTFeMef4SNt+OXcv5PeNlpwFJvXV6XCK1txIe
QlRqOQyU7GCQad1z46JW3CT2ew0ni+toaw/WcIymeLmsbIq2OBXQTeC6SmxPX5ioMBZH809/Vwx3
A8Z9svoe2wElZFtGxS9oe6c01Jh9TQ9QPBrU5BO3cts9l1RNyULd3LbN6BG0YB9nUEp+SV6vjnX9
a86l5VmUEoveaTtgrurUWtxUDMHakyQsO5qGhUUvA4TG5kVwG3lqGMwKbj3IuQgiVwtrY1OyaG5V
OSmSY81lYN1ug45i/Fdf5rVtT5k+rsxNJg6VkencBmT9hQHpDyri1tPChoPXoPILVgxStz0E+yCP
NQ1HCdckYhkS6SCvwG5bn2wcDPteKxqCuY0k2tQGdY80nInIediwVlu5l64ZB1b+iHO3aamQhEIa
ghxvpPYzxi7lTQMuQujkyL3Znxfe2lhx7BdAFS+hUXEwcQdFgY6HkwhQWmcDWC6WCMO9S5m9f2p6
gwVsdDrN06urlxqdKuLiSv+Q1XDWCgvpeJkcsM/Fr6bq8SO4HPPj3GBVkk16MGeijMKZL7EY42PP
vfzND7cJxtLBo207I/5mLMyvWt7pv/8Pe2fSG7mVRem/Uuh10yAfyUdyG0HGHCGFZmlDKDVwnmf+
+v6YdrnT1agC3EADteid0850ZkrBx3fPPec7IXebEt9rGn4VRI+YJlHESDOWa6KQyYfZGOopTAGr
1hTHbKHIDC+FNY5PCdrzOsU+viGynB5CibiPpdZEDo30V2EY2hlJyNzSdpffdxyEN74TPWZz659G
evquYSPkj15tKhrcmRNc01FKl3hF+NRCcweqBJ7rkldZck7bliaREcxzrJnReRq68qWzZucwYBjf
oE413GrT1gWSJM75WNduNufvQVXfGhH7AxIG+IvMStmHTWxd+EB0G81hn8A3TC3uF1PrsYsy81UU
E6Cf0AyGp5HgxqGjix6diZj5hKklQIsc1AOUGuNoJtp8T49fdJKpNnLvyGnGakdw/VbKfTgtArkl
bULw3Krt58EY68/eJJ2Hv73YgDifvAFo7wacI8B3veO1OBBkwLxyZyR2sReibF5yYU4nApnFsYhm
/7MWSCdoQHmgSXTE2uBTneUECRGyjQj4TTk3j62ikVlslGD+7KICx0ak+VukUv1YjE+wkZR3a2x9
JiPZ7uBSddcmMAIXuBo7uTxKt4BrYggMTn1s/GbkFcblAofr8vBU0IwwCK2bnnsRd7xK+LeRT329
KjTjqAXQJCZaz7khWOlHyRfgMFOEsUNiADtk9UXLfjJJ7momfO9/GjzIdWaj3s5xb62y3qFVZW5M
dM058PQgsN1UCUKOGKO+/ftWwf9otPiLJePfGjf+Cx2Dmqkt3M5/7xncN+nXP4rvf5zf/1K39cev
+902qMDL1QzLcCgCXbx5qsAC+Lsxg/9kIyrRp6VyImKKUfnd/kngNX4zNCrmgN7rBrjyX7yrpvHb
ksM1LdMyYEPQsvx3rBkLbPJ/W1dNw1JV1QF+yUAmOT3Uxbfxiy+jJmwl5jaA+sMlA6HiHZrOMs7T
GN8WkXm1gnhrU2RDzQ1Jp1++Wn+YTH8tPvyXctSfvzn4X5t3ranzV1H/hSqqCsXJxICKWpScdB0y
er/LZ7Ve55A4902lpvoq6SpzeaHB8sHAoZEuze1TwzU5REVOmp/TCz5EmaTHduBfqqb60k+s8MMw
rNQjX1k2qdRGs25OeMK0bPwYQCGNBO0IvGRQeLygNtvnWhXRtLLJd4DBisRnpPXkLYtG78MNLJdg
ZSiRKDw7nUq0jHo6+X7oXLMpi97a2QABHigsndjqDxzlfrJtbTt5DSS9mGvWddgtU0R4chcVeaZa
WMX31Grm2TYHx/j9y/r/DVL/Q7P/s0Gqq6McqPevFqmfv+SPR9HUf3OgI/+EXrML5Mr356No2r/B
mcXHreOhorFO8pz88SjK31QNZiQ/GyuvpvKp/dMlpfEAY5DClc5zbAnzbz2JYNj/+ixiA0aGgiRq
cSawALP5jX59FgO2k5KVGOBIJgJ7VQpmWICKLOi5REubCkgtLW8oGyfRkYEceM5kTktL4HNLY0XB
82uwWHgKExtSaBNBfFwlsE0EF14NY09GxeSaI69Cw0Jp3ZDWxwERsrTFLkB/HtfNIX6L4YnBZ0Bb
1bc2VA2u3FYGKcofzOw4cV69G2PHLdV0wDsBwbHCbpWIurBcfFpCrPUpIdXtUEghFqdueeOwlwed
XwaF4cUkU7Z5t6BoqEIPWPlw+MAhlVbfr2clW25Adm38sElm8YIrMEfBK5RJuQ8a7pGrHk50tW7J
BiZXw49mCAeBOWVcV5rUIUocO8PK1iVyCiOY9THYdviULwC/jVq3vGyJ0zhXIxj9b6PrgkffHJrH
mox2v3KQx5/rLgjvxAhRdVW1rLc6XYAd6vFrhJ6S+PkNCfAakH7dU3But1lI5H2MfJvSP2t8r7nj
PBec2W/RsuNmt0rQZa04sqzcgjmic0tH9IWb6NQQaFTZnrHqCM7RwL8bcJg9F0EHOi+Mk/Qhq7Mw
c+kT6h5ytfFrVxe6fSE1jadZb23nJUrV/pq2gt2lQz3ZtixVLdrlGWl2wuUIAF0hukMN0zdDBcgV
zfUTvEzeTJlidTZsxZ7XkV4zijUONq3VaOj1va01mGoqgOHvVLqK5iToPZBukAb8DwNOqm+scj3I
jDG3dbfi70rRk2VQ4YeNqZpcYNclbp+ZBdkG32x+1TW/2PV8M7O1LlUyxnE/VKQhc0wBaxsfz5dK
NuuFVSivmWmKMi7JMlDo5SHA5jBMp9zT/TRHSmqaHukDHAiBRgCm0t/wHDVk42qNajPgoayL5nY2
rSPEhM6GfIAt7T3XOiU6UJg5fme2QW1HieEQNcomiXkN0rJUNr1MnetU1ShOAvS12xlK/ULqNg0O
Gv148V76tQ+Lqiv8xjVGdRSPNhSN6ge4DhkfJzH391o59PZzjv8fuHokJYltU4GpVJHJve8ybMEo
xrhbVqqRWuyu0yot79AGeOmuBl5oVEfJaB52ITLVpQckNawsg4jYymhScEQ5umB8GtgCknQVVucO
qgqRoQlaAquiK7TEc6ihbm991DEWO6YAvxqrTU8K1ZAju3lJJzcEnSaO801bxaxQ8ynWukMfmHqx
YyOCsJpA1UEX1cj2r/sk6E8wKhRYefSpVeuc5r7YMwW3AL5FOMr4A0r1qhUhe3v876FXJYbZ7hVz
bB5kEyjWqiWn+ZkP0kDccLgqp0Oe3DgR+u2qILav8MWM9XfDivu3oUSpY78bDBdL9GDkRnixD+WM
NWDN7JbRDkip+QJqjHvkwrEo+WfcOPQZaSQphd3IVx9wSrxG1Z3eU1h9L9zEgq8KfNN3iqVTx5Jl
zsZaSFaVXtEWQHkrtul48R0rpBm+ZOi1dT/5NFU956sXz8MNoYiO4rVAZvJSGZHGMJwv/SOWMtt4
5lmgEh637GlNw20a7wNb766VI5GbnFiDLqWbEWvYLApbJtSWiWOtcI16KMd5CaEa+hGmA+UiPTvk
eTXSlWoSn45Sw2ujAGsNhW8NZlUn7byqKLOLKQq8hGmVoTRPQSgMzwlACi9t3D4LA1BYhyHpamtZ
4/aKx+G2jjgCqQVhon8b9IGfaxs1SbaJ9r7Im8zhjMUqg6y4yNhjZ7Iyz20/DNboL+VbYjf9W1fk
Iw0/M/nKVUqJ2A+/dzra1GPTwRBBUK/yRjujIBHOBGrwFFeYI2xi0tThFHH1LBrwGb3MZ5xjinqj
Z/py5sS1nFworhBa1bHBWk8xGFNR18NkA1OHG36VaOwqSAg02reJCRdGSUbawqXwMLy2zmS+Rak/
edwuD6BbbCLcSe1zeGbTZphGiW2mn/oH8i7QO7tGGvfEFNgGqYQeSDWqRfcj6iSlckmmOD+igaEe
KEAo4jVIxHnCm2/ybM5IYIgaEakC0YP8WvWzTJ761kIJ1ueIWa/kNX72qVsF6lVn3T2VSsIiImIE
3RZ/QPZCiqFR9g0tHLtEm1qaxMIeHgm7Z2pDW3Rnc6VB5H1Qpl597iWoUuhWXAPWqAOhfTVijBJK
NpV3QZ4RnvBpacFf10sm+gItY0JVmBPn/90Vsv+q267+Yggqm39suvyTMF+R/2ts7L9wvMMobxDl
+mVk+T+akY80PPd/CYT9+Yv+CIVpvy2Oe8o+bK6VZLj+vFESF8MtDohLp5NDw/j+l1DY4oXXfw+L
SZP24z9t99woTUvqznKtRNGhx+Xv2O41619w+NjuCZ0x8kgoGRIoyDL+/TLepbFPa7dMcpacVX0H
uW4+KF0T7CugC0BCYWBQZRzmuN+CqVBx3Tbpk2WWn0GRvvWTfhBd+x5TAeVxy2KtTeaIlVyvo7cR
9kH311lUsLdCnuvdVDTvQTQOm8nieqdNE3I0kr9SDTdB3M4bPfefBqt3A6nmq7zJroqmR7vQhlA1
VGK5ITp03ms3oOXAHk9gi/rFv6RoZ7uOxH09HApbO6ASBYdaCR/HqP0ShKIQZYaO0nWQ8goqqOt3
jbWSGs+HgoOM+Lj/Q3N4tcrqQtXdabSSFzIPB6PPgiNmct1ts26vlZgneic5+aTo1p0s74Qqsm0e
p/DAKK3aDXN6mZtK7H0lPVpWccKVe7QM1ThHTMkdrv98BvmuTuSxJjLhmyqJb2JlSj02Zr5Hl/ht
pujKwaDUr6unHe8xcwupPudVwf01abZWYQFBrhrQ2AG+BCGf2kZdzbUD2IcSqJiUUOyM8Cl1/T4I
xktVcs02ijvVmbyqK3cADr16rvfROK7zUt+DFDr1qk47aXdaiLn0UsHcR4DKYobmuHxIE/YHeWU9
Ok0G1s7XnybLKSBIq3QUSG2Lh+6Ry/DGBNm5a+kvOE+GkXoxXhbySEj/On+Yge1MjWJnzdtyai03
yUOxD6vSduNm3uehf5/VqNMZJB4j4d5LIIzLGpl406i9mHyFlcGyncAsQDTYwyDYYSjdVaY8R6m9
iZJ4m5Omc2H8Yf1KmmNZBceBfqq1EkN0UbgmQ78uXjSN5W6Sc+0hIbgGrLgRjfUFT6fBD+V7c590
q6LSscdHFvyT7gOQyYlbCTnyBgZ2Iqx1mSVbo2ITX7B4VwUMNSi/u7jq47Wqc6dQpzeiEVscDM1m
6vITdqYnpUluM9ndVJp0k6Z/wFvLWyR1iad5mmjx5oLxpcx4G5VAayMcfu5g2D8qCtvAwRs0sQok
aS3HhT3A96Okj7JPdedr7d3YU1Ory5NejHusxZhuJqD2SYdrpKSEbsPn58nPrQtpNCzinbzT7Jy/
yFCcQF0GHhPdDtYk1zc196YZPGkk8oktkeNmUIQAe2deaQT3ZZ5sgrLwrMl/Htjl86Vof1QoIeUc
fhhCeZryvDrogUGBg/ExW9Z73bTHQLA8Vcm+4S5+EItC2cno3qz9/WhpJx2hVWevTS/ZTvwUMqcl
TRFtY8hsdV5urWS8OsqSNZycU5GOj2EVX4NKeGB67isRXEsE0Sjn08KKXCxKqSPzBxGTsPYTbYMG
s5UqsHMjdZ4XvnlHvsRo/Pd50VdnvbrWOG9Kvz23kHfnGJ1HjYHjk/aEhbm4oVmClcWn1ab72P4U
acDCqynu4UEfGh8vYLuouHXd9Rs755BYjLLmIvGmQ52zFTNIXtf93mIw3pTjk64GRz8oXLKwfIGh
HeOJFg/8AExUZ3lTA4BwFq98RP010/gls4zMiyvSmhoHTqUoB012G6Cs6U0Va/le1uZGFt1DhQCN
oeGmB+u5rsdmmxTs8Vu1zVwfnWILL4uRpwwfIc27UFOp23WeI3a4tijOPak/1+6jHZiXxHXkk5M/
hvZjZo8UpS4ILi1kQzLo1z5qOfznniwLhp1RPBGvBHLsu409fRRTvYa1t1zJKqAtjRPvGmR5T8M+
t4iG5hhd1Birgm8AUIOJcNSldc5ImRZ46NY6jy624NlFhHs0rfzWMnnY2EvylODAhgnUSpwaEBG7
7pXC7jsjnddUUu00Xd4Ko3vuFpHf19nZ+QEIQcqt93ZmXMJJj9fl3H82hV4Cbcj0Zfa/dmP/li2r
goGZlu+f/VgPOQUcqA2Tzw5Pmtn7gNt0RdPAtajUTUbBBa5YjlyQRs9Dx48aI2BJlhcRKyvnx8Al
f9WN+mFQ81uOAiCpyvAsl21FP4ZPjZH/kIE8Ad79gFVxG2TpC8f5vvbVfdo7M7jeZcPZPal1txMd
iHC/q/dWQVNFj9ZPykRs0pLtG+8OXAASu02l97A5p/Egq+iHIiHZ0yimrWZrIA/Snidhfyzl8G4P
psRzav0pl5nlhjJtPR8u7TgYvJmw5WiB8z1oNs5wkXWc8hpzTA42N7Zkfyqq4G0c1Bc7Tg+zQXkk
PKAVLzciBI71Qer4WCDcRDqpz3kplyhJ5awcTgZgRPkz02i1kUF0G+nTU6YqX72G1uMM7d6YtLt2
qb+spQWX07oOVnI2CFplsFCLmZfqjCfRxutDhp3MDpIIwOYjkYgIYqm1KwYCrrzOGy8b8e1bksZO
Us5DpGET1sWnFYtbvp2PHFz1KUnKXQJDcw3uhX142d1ZA0BmWwF5TsUb3e8S71Q3fqEE3MMjRodV
FmtVeeHVkazSEivz5KtezYomaxssa6LYRMp0TSGgrYbGrjZGkdxqtnHISvsaFYnJR7cD8tCTd5kN
FOtoCH40I6Cy3oHOZSQfjbAPhE9ApFGdcOZGA1jJoRkengBbK+badibiVg2TV4R1RI9CcReV2YsG
BJiXe4pUkhM7d5LSIxTu2VqPiYFrV9udRApyi+5dxdF3xVylQJ30b0AvnlLbx94O531WMiZ3jLWG
0feuHmgFrpxOO0flq2SH2M3hOmKnSDnKvjXVS9I627AdKtdp53FlaTPHQ7MZGJ/SZRGJJWdvgg1c
a8n8Fkn7x6QhhVkBykpnqjeTBY4C003h832SGk3k1FCvyiHmW5K8N8IIj/o0HsOYd4Rw+juGPjDG
cbal2AVC4tTwcc71E4E/Y20opb5ipizXY5H12/zn0jQz34lMpm4bDWfqalSPiadfJTr9ODjI10aP
3whq4KNpZ/upyj+wC2rr2onORLeBdWUDnOg2omg1HzZaG9LFbSYPSqSeBL7ILQdZ5/m9ge9vZI8b
FPhy8F4QD8TcsqmBIoPxYT/amsYJxhux54ZTI9YOU1/7kOqD52FZDs9TpW9xrVJvhekAn60abEIz
5VwMlsV5iOvKMIBhx5AV8+KSW+JdKzE44rAqN83UXjjnjr3enzjJJ47E6GzZ+bvFqg7bB7RvWgUU
on7ct1qqelTiKUrbKpssiRiP45GwSEOME7ayl5r2YyumO9lFrzRwn0UWQW+I362Omb+2COKxAu49
EWJWNFsqAyYHPLqsFjXHx+0OqYw8eWB9lXonPc5FjGXJBP0OeEIVL448rKG+ylA93ChCBwdQ6dd2
XMwUOf0B9RI909ujPYIowohyDw0W1197zIR+CIoF/tvpnyWa1tEah/u5tB8btMNasWnlMZw1jOkl
KLkhqrMJZUngz8wKlsooZr1iefimDNqhCkKaeTKCMyWkRFsQh840vE4tcoVhMfs7w2mqVX/FYVqD
vu3dSE5LQAB5FWIdl2T8ME4dvydjd9I0Sun1xYUAn+giWeAhShDP0sNmpkU63yUqghmS6ZVPH0FD
X3y2VfHo+zn0Lxy3me7RRNCuDRwOLNd8dsnVAz045dKtcWzE9KJYmMsU6kNW9Tg9CL8+IXc9kKq4
Aa981+Tdkc9wxrd1eNBs8XMXj6TYn1sVvysM1YMepzskmqMR6vuA5d2qb2NuXJbpTTEXKqwLtz3q
4GJPpGq6AiLNZXguU0x6sXMTmG2GiaXH9Fcka7E4OSZMSuAnTFdJgZUmib8zFecW6CpIwuDb18Nu
a4LySnmrwAdFD2kIaFfZ8JzYyLMpxpVOSTyzdvZU3dgnFQV8C0GzOyShvGA1Tj2+eivOok2QxGdw
FDuuXfiNw8XgwKmjYr8H89buqB7oN1JRF3eXg1tWDc0l1DOsqfPodlPXchvnWD1MYatSFkwUWMdX
OWPj9it6zHTs2lXkvPcdF9cmbbngOo1rWeah7BQ6oNNG2VBGnHJNITpoRinwWYePatNiWYT9v7EN
4lXqML00aUmgQDVvQzpA6AmPPZXl0JqGome9zUikRU92lR+R+HXPL3TLK2XyTr95zFffstdUOGzG
mtoF1am5BvYQ4fW83sSKLHF649Gp6vS2B3BHFzLwU22oomsdxj80Ec5HqgQOmamjtVYciaOubI0i
qLekT/GaSMZRSn0u0Oluw9B8b81ax38UYwOjr6+qi81CFwNcuqoHlrTwepPZvuDr4r7V8j/BGA5V
zVPt4gV6UcTgF7DUCYlHo9vl3J6nN9mT0M6iRx7XD0hJNyHu9RVJCsGtvP50Svwcyhzey/xj0tNn
qdfZptazjcHdmgmWVM+00CVboFqbJJm1t1Cj680OSwiZmpj4IBIwhFObnoSjvWug+9e+xq/KwAii
u4T37UzIsG7JCc+p7bK/VV0YkwwQDt5n9K/MiNxSniZbeYlDTMPcFVJyW7lGajfKH2bSiowhEQYi
i6CHtdLoZ2Nd9WkX3jxBVcMZ7utUkbW3Zb+QXksMS4GxC/vkTuo3Th4DX11A6sLC3zI1+7KcDmQs
D1KF/YH8RzAMDzF01aOjks7WRP2SB1RhoBBwKHZ4TiTVc7zRjWurvoxD5e9FaWxyhtw50/cyJypi
2NXzSLU23RDzU4WvLtYxzHN6+8N0Ybdcb3xLvxFYlCkU2QL13o/FcM0TH0taG10ofztGjXrGRHBu
uYKFkiqMon4AOnpPYvJJG7RdE4YAZbUGu5+B8Ds9ICOQ33aaWwrRNW4mcNULMQAaFEjkrYYYOtcM
u91LHF8y+MV1ZqpuEDbJTsjps56NA6k0Y2NwA/OHZYwHR56U6OCqGWprf5ZibZbjOq2xxiOVH0i8
kiZq6IOGKwiIjrAsLHeqqj908TxwIPZzdY36Kdz2QfpyzKRzRsw+9z1eoDFluO79m5BF1Z4GkUPO
71Nnk74GhvDVWNWpVG3YkOSPSqZp1axOBGbWhoUoK6OXOSPXeWuW79gv1jR75CBn+01bcidRyeR3
DXYzHDv7rL00dUcroV/cjV2HCzMCVQQC7n7SLeWokqhzW3NKNlXfc9e31MtkGQ90ST7qDTnUjJ+w
mupa2y1cfKiMqV58mjOtFlY+X3ChA2johm1XlztVapeSDI/m9zto5A9RWNSbfHo3Y/Pdqixrn4zf
cTruY5SELFeX8pr5YlL3hBf3U+NP9Gxg21VV+yWv5mLXtcln4fO3sBGzLxM7tRX7xbWQIf1ulYlH
I4qFly7YsdLxtQ2kfzeYQtQ6kq2KlMZ6KDplq6Hz6WPOn73gQXHySHzXC6x2bLnoGKL1t4L83bk3
beVAR1h8lK0OVEJDBqAaMXENn0VS05n/F5Sxf2sI+ott6D8ajP4LtWXNkUuV7L+3Dl0KTjY084+v
zyL/K9Tlj1/7h8AM1kVHRXSwAv3Tl/C7ewiBmXWiBOCi6gL02NJM+k/q2FLfTdeqZcJuBfCio0o3
RdeGP+vAbf4lheBI0KCqzb+jL1sO3qVf3EOWMITjGDZvBzgS6MsLE+1XeRm1sxIYv6k+QBW2ycWG
qGqT+IrKC/ipl5gNPyMAOwrTftOa8iUMlb2Ug3yfFWXa5mH9aQYZEQK7uzVQr4mBSbPY6ZkFY5pt
Tue86oEiuPBqW9vXrtrUuLpZ3eLReCnN0rgphjb8NnMutfhlMSZD9aUZlI3SpUi/dZZ7WZk2vpeq
TnTftlZxM4cYEPfNlGT3Ca18vBPZv8QzfWL4ER3IWHdFVXtYKd3Ezrbsd28CjAgOfXkrbSzEhrfR
fA4x6J6jLF8eHlILENFp7MoZz+qnKpvPEMPPGpTVLQFF0u70lcplCcgWll2a7k0WT+NYFPLGJOx6
toJpq+bJntY1xlB/39XpYxvo1KkZYh1Fxofe8gX0OX2IsgTxTVNUALx5jDOoaJh+oaq25amtuhPJ
oE9e4p+VrexKE8parGbPVq96GAO1B4Bq+qYLbGg1uXGva8AYOhwVU1YrmxQvSQ0CZQrmhyopv6Dp
9ieSyw9JYb2ypD6YGaFWPRafOZv8WAP6OU7KNY/8Y5E7/WqsGV+IXvLWzVLnQvzWAPCaE+4pI3co
v/yaEsvyu1DrDbVKzVeGxuxWrHh5b1TnmV+spVn4oEvQDLoBWN3qTLFq64ozWuSfVkYSSA6xdReK
9CGs71I6TrAF+Li0Ub3vo9HGN+I0D5bQ37nyUkwSEyLlpR3X/FEzjeUD2CA8CGgQK9OeSPxFNa8E
0d7gXjDcfsKiG2WYuH2Nq1uzcKkFUnRYp0gQceLpBVdSu8J6QC7TWUdqqm3HAWjZyA5ome4rTwA3
YAGB9KVWbJvHIXybIj7RRESp9BmsW4y8dBT19lHBfOG1sBwD/sLIxLPAeKDSv4y05WYFUGrejz94
c+xZDje7pKTjJKJahuBbB0uNm0i/nSrg0UHn74Y44Ao0WoQPGYuRw5n6ySmoovhRsBZ1aTBh3pxZ
kPYZrTNr1pjylX35qxUqRbTCBQ9FTwR1t/VHSjusa9yQ/sKrBgmBmavpjpOvb/mYu7XKkoZt/QML
/YnnI6WXcojAohSUkgWmYrwqdPjwQ8MbK+Uey0JPB6zSjYxpSctoDdRhDab+1ixu0tB/LUAa+w74
nJxC3+cuES5NY57jZ3juO+E28NQvZjhfm9SYdqC9/Zu43uGhhFTWzfspj5ZbN7ygrPiCKE1TD98P
z4JWoevOW2CpLJZbFxsGyfzo1ewjDikmUZa5TAJSTViemzTn4aBZx8Y47aQ1lTvTtIZbHdv9tqCv
xeV6lG71XrvHb+J1Ds0yYbjLR6lCSLa+jVk/O6IILkk8v7MksS5haQIrKC52EmAtBFqwlkHtGsuU
AHjX7+GdCJ2hCEk+zjAnd3O1NNkiO2LHBz+TDBQxgHVZO6PjJoG+h7LHznnoPiokJ4wpyaasTeD/
FThubML4KDSbfyo/JhGi+3bMtKn6RQH0oQvDW+qfjF0yFUQcx3eH9jWwGSmX5l69ASbpGppy9MOB
PgViYtCyzaLmkQkwP7Bz2yrO+KZV8AFsMY9UCdotw1rFZ0VIllEpypDRDM92PJ/ioWKvMrPUozT5
MPrViz6GW3UhaM3xdEcGjG9rouxkHiNkKkF0zAuxtSW7rCltmPsTYkikuxuzGlxwkfObmsB50a23
KcuOoxpElzrL2RSZ2UAJ0fSqRZZL/cEpSAHpTMb44QQqTreCWKuGwWE+0z/B9S5lJVQX5o6mituo
Q2LUoWyty65/WKTuoZrXpXwLSgbdkFn1bMktFpOXEZo1ucB5VxHKDdXm3a6gzlf9wwj53p7GZ2o0
e6IG4+vU9WdSufB5UtxsQeXOoeKcA4ttZGrkyoGAF11GaIljn9OtUg2RZ+Z5/gGgRWEAIItWZ8N7
tIxBtjNfLfgdVNrQrFdp3xrawtGvcuFC4PloxlFfyeBpCKb4zAA7vkVVkm2oXXzO8RSuitG/lf2D
YgbGoRMpQWeMGge/JADNdqi9tYeQCE8oN2qEMD45Qb4fHSpGU8Z1+kQcLzd4FUpZ3RhsTIvxB/oA
GkeQvcLur1iwvZKSJrGKY2Jjzx5lgL2zZsEGZyS6IM7eAmM+kvf7DsoKLUkiWOeOcYhiPs8OME6X
7IGxJoz7UUawCCJqXtaKGj4GVqvhwpEfE4CAjWOyRVUXihqdj82q+4lW01rwY8nCW9OB5D+mC4Ot
yzXlpx8ZUY/egXr5pDlGWD4REG7PbHCYCVSF+vAoqy5y4bzhDFIuQQb7reghFwaDHX5TjJ2eWjnR
PvITFwdUutlCFrdeaE9h5pEMVCetWeSghTZXCtPaOwuBrppn/YezUOlSXiNcKRLQNyDrQHKRMV4o
dpaVd88BfW3vmG2Yp3S4HKwIu0OzuPXHxbdv9zj4g3wx86uLr78RcXqXzL64sRUca2nP5PVzYZfW
5q6L2nKDc4qiaT1EBHZsWg3VDmijQQLynSJvWkgImh+MLCONk9XiOLOyVBy//UyWJecYZ9UDFesd
VcB8z/0RVIKcBrciW31Vgzn0BjWDmjYOPoAx29D21bLMjdtqQXJApjirQ1geAS3AvTAr9YatY3gI
eKo512sSxyY1Zme1kSyU03Rjdu8me24/oIWE3W+L9laEN5RXdDdjbJuJV1esN8ga1vV1GB22bst0
NwLH2mpzSMorlsZwIaPOcj8BPOPMUXBQWMo5K8rIMRfEVCxBijULr0sj+dKOwXgTJtU7xQD4EKZ2
YHMjFCzZggbDYEI5Zps4xG5KcvROLi4Ium+ruwiT5AbXuPmaVAKSHKdiA3BcmbcB6NejFaqS2PMF
eg70mGaj+6zZOJyb914byai12QdQ3LUySZfs6dFiWYYJKt3nbd8+0voDDXZwTXt4i7P0qEykZmQ6
7EU9xDddl5muxZ6RKxm7+dL8+YWFLQsyzBepAHOqnoqQnO0cikNJTfVqqEGpNrFL4qS4WkXRHct0
9oy0uevQIfXe1Dx7mdVT3hLw+YftEKefAGLI5o1W+jj5/VPjz2zpEtaG7Rxib82g1OY5/cWFcywC
Ld9UgAtuQNqfi8zeAXN8rJKko0DTqe7HYfCSXl6d8DgIHsLZp27ANAEn5CjABjoJxcHlhgXjbcU2
Q62xKibcQwffrfB18lVNi3WjK8Uje9h1QNjMENMeKtOqVK0NldPR1leiuyFA3BuAoG0CwkFZ5D/N
M/2NVtkCiphkdrDGjlxxVzjXMcCiK4W/NRLVA6v/pMsafQAQ96oEbMMyJJ9eGCpeeEkfaaYgONqa
O2F/V9J0biyRwAhAiCLomcbvmDAXFjJvCdZPxGYmt5btBwyN+dA5D2MSnEBnbGCJICGPDVW2CiUM
kcmC6idhw8lWM+IauuHo5CxauAumjeMy190KGBKuykiTFdXSe3ywWotlX+VHX85ADQWdBOeqXV4u
7ZMWVspJt5MzvR6z1y09AHFwNht0CLsgEM2Wtk1OkzEf9JkqwrkgwCTS5N5ZKted9jBVTBnsF91c
cw4pHuN+rbZk1r7SDgVrGMc3wrHR1lDno8aagtsYvdA2H6OudXKvrkNqGDIi1ASPMMhw9+bdpQSs
xniI0T6bVdTUIy8G/hfKmHLvZ+mS5/LSpPz2xnzTzPb/4u68ltvGunz/KucF0IUcLg8JJomkAmXJ
0g3KlmXknPH084Pc35gE3WR1zc2cU+U7WdoBO6y91j/A+k3oplUtXQ3dX2wClG3R5+hNfL6X/xXL
4WJa4CSB8I9phv+NyQN4Af+cOfi/8UfxqZZ/+BanJ2qwEr/3K2uAkYb5l6QqpC9FhPEt6D3/zXSQ
DOmvkftgqLIOhciUQJ/9nTcQJH405gZQgxWhJonGb8V8QVL/0mAiwZBA/EnVUIz9N6mDURH/iHZk
jMkHGWwcXGsRVS9lkjgoKitvVK0xDlSEkb3rqftqbV8toFdjUB1U5eZojv5ANVJOMxWME0V0kiG8
AHlUQe8Yf34EhAOWafE2T5snA0q8Y/sNXprU4TzzZrC4Fs1WlbdaHuIFl6tUWC3VHYXsGmRlVNe7
CRzeMh2QBvzKzEbdKJS+P0Ydu9ik1Ef1VFIfC7WP3lwKPivXkTAZCgwwuEqJrmMfNME3jJJdEReh
RKRaX7WILqjJjZZ6S8l5Nmqzw8Y2x1EKFYj49fLYTzGAv4auiRBXgAJqKM7DoTkeOoTs2OnjpnoC
5aTOfVPGsqNXvg6FpNmXWxq/2vFXBeUI1FEjwazBK8On4bQlq8J9XalQJEgMv9rjuSIhQoq0lcOR
N3rZZult3bry8nKr4zo/a5aUj0waXEUF15iAHBXgzl3idfETOQxpKfs1YoqVxcMLE6QZOTJAjm4b
zvXK2+JT/N7rZfd0uQsym+asC7qiQBTSR7aeNf78aHmJotsXKjIVTwox+x6qrA/ACwZDocX71GDI
lNLbRYYsFFZAw4PolfUGUzHHFsMwXISlJi+qUGhXSISHrzxlQKyoBspKsgUz3np1Qk/GjaodtlHR
y+vLnZ+uDwvVaNbGiGCF5sSmPO27O9SKggifcIDBrFNESYUbOby2NKYbfmxEkzQa0GjsbMM3bpkL
PnrpB92LV7r/UcXZilNg1QXPn6P5V/fCP572J3fCxdvjf+G9IF+8F2YfRVz/OLkQxl/4+0LQ1b90
1YBlquBPMUKOWQR/s1D5EeRPFe14czSokMYf/X0hKCSSYaJxT4iqSZp3vCv+TiTzI9LIXBYqn1Xk
MpH/1XUwOTk0RTREydDJmpPS1rXP/XW0f/I6pmba8QjklU0pGE95gJit4+B05KHqY3fao2zoNrmE
vWuGa06zFZ0ijAUD60mYgYWrlNRY3j8jkDaHxjRPOmvuhdYI7Vk7pWnzrLoB3WFbyg+1erPQrALB
sTY99wWhoS91nSydHCK4F6ylQkQ+G3XidNllA+Q0NFtgAYBhBjDjvbhqaXd6YeN6OdINeIZElFqU
VdAp23ADKnVd6GifmGM52+95PsU8guQkeIJD+NUBCzN43qpFGjC0qltdWxGPQ5UJ7Zq/I7XFlSN5
su/OJnZy75k8xuEwlAWsn/Qmg5TR6vc40i+aXLtyDFNUOD4Cz1oaf370CTOkwzCrGt/x8j2Ozo10
e/mYUs+HYiJij1CNNFKL1JG9edxAjn4wr+S2WJruDhbRPDYPA/Gq5Mx15JfEJ1fGyA9zOwS59hn4
o5TCNDorQXBXYbRaVDFQBAoFPFxL7C/15qVWSluUnjsWjpc6sxLHc5ffR7uOJBlwsXzUC0CzBs8v
Q3kQeszR0wBpO8q3fbroR/BBQJ5CdReU/clshWugFghuwswAN4F+/eUJkM5nmAmQZITx2McGibbT
CYC5ZzgQzYplAWaCB+qqew+IKSxwkmkDuySZA/lQjY4xYl7PpERosTh073I//vgdjroxueVjUVf0
3uU7BMgs40Uw60FiSwaUUO3a1T65mlhTpyMmHj3+5GmmNpbndhwLCiBSCR0zIrBGvDai8WCcrN2x
HZ3bSeewIyY9bcfyIL1XITNbyviIIsYIiihqg9GYCb7OS2FtdWkACXtTiPXjIOzTtFmUw4uMz8yg
MteZiDYsHriQo8rZ5dkeg5ejmOrvKfjdtcntrJagWsugRv7FGPXKQNiTwAEGPktAeXOrruAMLYTG
fbzc7J8/8u9mJwGNJeDLkzV8ZEhyNp7nmCYH8zJD2J18zOWm/rysfzc1OaJ46vpI/tNUD+urhNsG
0Oh/1sLk5PBq1LFREi1ghr0VxhNFjct//8+TZZmaxigUS5tsTJ2gNAsMDtlauqv699pgdbgarjvv
l9v543ZQFB5fVH65cyfbwTcqq4tL2slHJYFmlYEsHg6X20DH9k8rzhwFJiTY84o02d+l5qIZEbPi
KLtxwiFx1XPT4bohDxjChCJiRA6iVsMMQh76Y7ejZtYw6lkbynPnouWcGT8xI7+DloObGWaHtdB9
aSo4RvrokyH5/FfTR5IdjARItG2McXyIR1KULD0phGnq3SGkY8d1uMABdyXCRqrapVhTAbGGfWW8
i/kPQeX3jexGyMQbyds3YHDNlGCfhxX4qHZYCMqPUv0iIYhSAHdFbE4N7XywNg3vrwSwYJSzawRE
hfxk6Q4OwNeAIzzbOLBnPNGwHb+yCzA7gnSjNME6AqtWtSPLGq+OaC8nH+KNL6XffepAmto869pw
MJ3usUJ3W963fvdQR8bPALaFh/VzI6HjFogHr2Hi0EGtmDgcFW6HlEcKCvp+jUl6TBIrM2y9vS8i
gIPtWwHgWFAVFJm1VQp8FoLKPHT3+OssWCL3IO/2YSlvw/xHTQgxrI2HKn8fpc64G8chtIm2dCRw
WsIjmt2J/u4Ob7X6UoQWl9M3zY/vEeKf6aAZwfrYITD9AS3BtA0WpFEXcCiXbRnshs68pYaHbeiX
Ns+hNaU8SFZyDNcJWjAsjF2A4p1cpdtxuQj+D7J9y04MVobqPfJ5bJM7s+amiHvNdlNt23vyD7Pu
lqSuD23nRlRTDRgIUrhVZHkHpxwIODxgpWkPWd6ua6NcoQ2ObRhoT/CkpY1WyAK9QXB7+m0MxpKy
GNHWWkTMoB2vh1FaEEqCAeJfwRmzhj3fiWByq+9CjJ4Z7o8qqNr8R8d/oooPGx2m2vfKEha6S4HJ
IvldqRvDvUVDYKYZ3iYIwCIHBGci0kz7xCUOrXajmcwYEcCECIR6jU7KvAiRFwWsE2fKIk5ju2qs
p7i5K7XWJg6xAC+UhH1V/R0X5yIoZpa8T+tlK96PcD1KgXOwVo9AoJcK9fMObw9BacBQqNx+lPpg
4Q7Ae9IaQUo3WcpBA6gWC2hH3lleY+cRTK0ULVxD/YYd7ZtPOg4vkX06tI9la25jQllRfQcDdwNu
BFMab1XV7zUJyDgBvChEvNK/YAYAbBnzqvR71X+0KnIqsMzgaa8LIyEQwsO1KMnZJAtesaSFC9u7
r328TIIfkkO5uOI+lKSFT/eNige3u1JbnXnIVpJOJG35+w5baSkcZYtRe0SakkoOViHbLArXlONv
YyqbnowGmZu8Zfy1WkYRPr1LZYEeQKUIZuhU3qWoUKU1/tI4Mut6A2ofq4fgOdJ4O+QI3wkxC1Jb
htmb02f3QI8Xno6TSUtSFyoNBh070zy0qLk4okYhykDqywFxIi9K5PPGYFJGwdqNHoDGbdoWb5Re
2YRut/CLZBmhD6WJzrOiFmsKcFT/0Hu0gD94C3RjFmrebeEv30XYxXopGucZuW9U72ZNDJfbgKOI
D8eQ6vMCqss4wtCsDiQkVo38Bh54ESQHdHpDPk7W4mWS3KO+vMHA+c0shAe0aW+60tnKPU73brvq
hK0AHC8PkPsY3gISHQpfQeO4rvpi0WjtnD1WZSCpaUjKsqUaI/fvRMuiVNeKg6UvoqQitspqbSEc
D/krtRameE+gaStgNRGwJm8PNTMO8Ae2EWokOZ0vTFVdOeEotOC+WBxQQlhtY/mn2EEiEe89C8xA
A1AZjdPe3Wq++2DIzV7J3xA3eCzqbtM0u8wEydNbqGrg+SQny4L6NmZilLJR7ghhCdB40MHUCJ4L
kLOB5CFz19xJRrwbwnANPGTuaP5CFqKNXx4Kt7mSExnRWqdhF49ag3+6OIq+QJQ5jQjRWC89ykPF
UvPTmwCon+5zGEBdT03ckeRoGSc8CfHF63p1JmBRo4vWQjW9W9R2dx2xUmE294L3HLbGla6dXc+T
nk2uZ9w0koiArFjqsWkrhXMnOj3K6PjDlc8R3xI257KqIvtyWHAWekxanYQeSg2sGJfdYil0UGvU
56oOVtjtXQt2x1jvJNodm4GXzcEsm2hiTVJ5CB5IQNdCBmdQkK51EOpE23V1X4vFIhUMPOotHBAh
IRAABF656GUVuTuw9Ln51eVTRODywV00kO+M+lbGCgSU1ecb3Wu1URsf6K76Bdovj0aYEVpvYzdv
5+IPDewq3KVNC+/2sfKfKgkQjzXKtUnwBBbNWuFJ2JgtUKy5hviGmIYLSf0KuVRRiU5cytJon2Qm
9GcPGQe9R5W8uleNYWkqH37o3mPidz/uOV1qnkG9fYU7amuDe0+dCARnvEM3fWkhlefpFPKs9qHM
5DfoOHMDDLaLW2BXdBhpDocS7JTX1GuMgJ77Vv+KfecjXkQ3olysBAR4Il5jmRH87CAJ1bVpu9hF
VZjrlLADAGZhw86G9pT55fUhXflyn0+so+c/R6BT9OR/WZZ7NOKXHqqhwnJM45iDuW2YY4RUb+oy
XXH2Otb75ebP8kfoFv1KRoF3UDV9XL5HrZe5CRdFpfU0XSGas8w23h4Jwm2F/vJnS/8qv/g/scY9
SUGuPtI9glXl/wNyCRovwH+uSn3iWT+KBEhr4X9Lvv0ftPG+JT/KYymu8S/8Skeywf9CkoDUItQY
aga/y1OSOmYjyQPC7fmVqfzvZCSAV00D1yoix2WdSuJRm5IkWUaGAW0vqlOkhv6FbMLpWqJkNiYg
MYfGMlo35V/vo6O1JAkhBqaO1t2HQqHYoiC9GWGuzoMEl68c6ak5Qq3xle1z+gYe2xw9Fi2IPiTJ
ESdgqo7Xb1aaRqIkUns/NLCOfTEZbCKZeHP0Te5/naPHgnuTSslnM4pqKhrVPUlFZGLyEJayIEIh
XWruqXwlW7KX68EDOxINqowAMQovIF/dXdiGGxSeDjoeKqsrPTibXJn71EItjYelounKJNOSmk3d
D0Nf3Jtp1azVLLSWbaZpS9Fq2rleauFNjAW9jQYNemQ5HHghJFpU8GkhwVVokGSL/ha+NxDbSoKb
jcXIdwX9lCsz9fmU/n0RMVPIuqGZoRjURDTdFCdpF3HwVNjqKqxfJfHg6YOS1BJMBFukDNYDmk9w
oodSnVtKvveFzrPFIXuVPBSIYnX4gX6P957IFbaHYpGjAx5hbefg/h3JRg3iRFFWmWsGS7JSGZjG
+r4FjQMNdLSgQViNzyA1uMmJyZsedIcrn+A02TUODUNE7NABbo/lYX3yCZK4R2tGUaN7zQoBJyUI
rhqD5m9FsBdzq4ggTqhFu1cd4HZe0mMmZ0XdlXDiNLz67IOOV6WK3p1MtWyUYTle72mpt5qpBeF9
m1TybRRpL3gmJQulhQlP9GwNLtJKeuFdW35nY9dIIY9eqJQZEPGWJ5+1Eq2y0TF4vG+N0SzTlF4i
EBxzDxsB2wlKa+1X3sEYs4wxahO2UDTCr/uDY/23s/rxHpyUChm6RhKbgWsa5xyqgpM9CDIjRd4y
AYEyWpUarqDaYLMN9H3wfcNlJ1pJ/UEdkd5IyY9EYuhOhbOUanmwUz9Pb0MlRwqwifqHsDDXnh+v
5ERIKHlKX6tI5nUL4XOw9pdXzdkBpYEiUA1q6KNbuSaO+/roUAwrFZ8pQbbuCnxcD9ASm0XV587i
ciufteiTbcdfB3kwHuFjWUmbTI4MLt6FWTfc+dDoAfgIKwpC+NPE5NlDLeAhg9GakqnfP4u8g45t
dA34+3IvPlfBpBc0jSIq3weDrfF6Oh6sEBZe0qSDfJcojrjXsmYrDl302lSWeV85mVpA0w+lrRwH
JCsCsfmuaQhS23VmmCwcUiSvmrbzSquliBCKVg06qZA3CSCvmWMEarP2qny8S9TibagL5eNy9z8T
dJPuU9CDLoLdFlvcmLxd3FTF2iG0xDv0HbcFZdfXUmFtodSn9mij9IiZNjWooyAv053hj9zZrmuc
jdGgfbZUvVCeqTA53rRWL3emaDhg05Xe3SWOOFzbkKepU3aDLiuaZFC6526nCj25+GSrC2Os76o7
DKPyR1nDLgsmHQ5SLkIfguDyIG8S4zbps+5LnGZMYCyB4vahvCP2FjQlFOuEHCPk9+pOMJR86SUj
JeFzSv9V0Pf/Z1FZY23/c1gHISz8YyjHb/0HaqQZfyGLiGuOTv4b+AM/+ruyzBn3F8V+U4e7NIpZ
iXz8/0CNzL8sfHVG6SxKx/pYQP7v0rIgS3+hVCWjpqX+ks76V7Xl8Sr5vRuAv4zxHNEGlRQuGlbb
6WY2NFwE9MJRHjGPQt4wdIs5cr3kaTW0I+cuy3vWt6P/0tVM+nnDvGU1Q0XOi3jnM8VwdGTGPTCq
0i3UR4SvUnDcnoWMx3AtUhnPopPhESkT+6JnixwHtQHldHha0gR1XFfiA4aeO8HIPwAfjQDE7iZs
f7hqgB+NJF45pk837QgaO21zckqTAS+yLhDFhxI+LNp3BgxDhCMy0b03s+JKY6cR46/G0MLm6gHC
NIqmnQ4wRZOeg5fGvARDeius1UWO9SoQrtlwgJrpLY9W+J+C5DEGmMyoxtFJEK4AYcI7/bTBpoaX
61SG/FBgfic7arktnHyThCF2Hu0TMC/cJdBWzVWcNPYaSNorEYI0rshJB0jBUuamBgPObpp7QtOm
L6wqlR9oStnWqrz3rTRb5QK5JPic5BORlIc3iyeJ7iXVIUS3rU5mWZYEL0jPbgT4/GSoL0/L2TeX
ZU0ldtdMkUcRMczprLjcklIW+cb9oJKB9ssexzlSFzMjM4a12eXX1tj5LNCgBjKFYAPsCTH4aYNF
o5e6mQ/6faKRhulN/1BAWJHiLF9mlBzmQiUPT1GCETCg2TnSxdDxoSQLiNRtZO5aMLfpwa3RMrk8
EWfnCf0ydIMyH5b2iApM+iXK0N5jazDuUxEHiEjbqJXzFgc1bHvLlFaeLm7rYgjWfSQVV+qMf5wT
C/ADvse6IZvqZLNTGDLKuqFtwy3h+wU/LSL5LxJoaXrbvRhWfQcbPFkNJEMWqqK6G0tqVqmh8IRq
euAM6FjYl6fjT+vCMhSOfo465LUnXRJkzleku/hMOGjfgzwl2+TWHyF8sKQ05SurcDr51njQmcp4
1vFEZ/pPF0XrO47K60l7NK36m4UcXzEq+Ar5U9fJb95QoQrY2BVySlcOoSn2gmCKuBTgySd2Ddbr
5Ku3vpchKDZgKGEdfCR8kcSwVXSn3BtX2zfCNq8WDYR/LbYjUvCB79tK83p5pqc56V99kAHOcpcA
ZYW8exKWog6hqEMrS48NSbXdSFNSvqsyAtl7KG2shZ+GvuzQvBHmbjLPKKRsYHOgtXWlG9Pj6XMq
jroxroijey0q/D6CWSE9uj+pqhTvUr2WPLvA0cq4gZ3nQA/L59E3IFKjzKJwZb1NolvW2Pgljpqf
LIEqdWNH7Gm+jWxfWrvyuvHhWc0S464V1i6+wzOvmBc4ASe2/zWJ7ktv5n1cmYPTd+R5JybLoQ7i
hJedCIUPNxotf23QzqpNYtXuPREfMhZIgV1b2atXDp9PRvXx3fA5emVMj/GCJ+U5vZzEwnd7P5If
0ZDD7UAV0e9BPHeuU0EaHh2otLjBcjWgBLgLSqBA7duA8pB6Q0q2jZ4MFKnANzfKwcM9Jbvx1Q1V
ZVffyddQpZ9x1VlP2S8KNzfX2Cec63iZaEJdpKEiPZLN76zV0Mzu9A5JUAQU7GqUEaXEiSj5IjkQ
xOfvzc9yg90JDz7ismiZJVjD7dEKly2clGetLS615zJF6m+OkIMqgXpay8OVpT15+P36rKokcsiM
uBtQFqdLO/NMB5XORn7ElrsN1/23Qt66DbTeVwONpXhOcddY+yqdX+TBAgPJwX0Y2i+dgBWQTYrn
ymmn/mmZHfdn8rU75LWTVKjpTz9HtbPHvm5vNjs3XAz49xnwiWdBuEPPFSSbR3kg/xIoawmUn1nf
uW8xB1H0EIu3mrgWcValIiq++C26zAs5vzGMRVNgDqWuoN7o5A++huZD5CBbMRMf4+HKth03xHQ1
HI9kcnZZYlXVQsXM+sNbZa0tY4kGpmN+q/tnRbm/sjunEZylckAC+Ad8ppCtmKZYVMEDQpOo0iM8
Q/1BWcbrdOWsrZ31hlPv3eXGPlMSJyObNDYZWQtIzYAzylGAphm2QaA5i4WvU1c3FkYKdR7BDRSS
YCndYnKgOHNETpHOffTbddoj8nTX1PtKWojZDDFIisjpTHsQt0O4gB9bmnPohCBfpIN/CJs5corl
VyrZEq7dO4yzZ1kqzJT2qVTWQ7NDTTWAQY74pmvzy/67ngI/eZSTm8tDPgtDfs0vJjCEgTz5pnc+
0aaKAhRif/0Kp1kxn8faUnpXvrb6vJQxkFqRH6fi43vbPJxjQna5ee1sV4wzbmCUIYH1H9ktp7tU
aCPEpjJm3HJXAU7qFQRBezyBNZCZXDroY+0TMDOkPJadtsaloftBogYxmwpiarprSRKA+PEhMwfP
KNwLGOOi6xM/JI2tstei7VA+w7dCM3zthxDmFsUHjrcyTLL00QW/kC690Uz4aZBuxWyN7R7O6e21
k/6Pi5iICkaFjIKANLlmS2RkDKQRpMfIQxV+Hna2/A1L7vR5BH9mc5T9cncpdzeJM8/2NRJXaCcM
OCAiN4FxxIo04OVpN/487b87NLl4naqRYpjI0iOC94jHCfJzoG4RFwWuFcybCBLbXePfNfpNHdxK
+g0lDPQlZFRhZ2g8STqKdVBAUJDEKMSGEE3CrOOjAPe7Mz2cqef19/LZeMez7NF70L7peKsfWF3O
sFnqLVrxs9ScFY/m0vmqYzj7DGEOYpr6k6vFBPjzHO+JAaw7HN/wm4+XbTNHWhf9OB5JwMR+XJ6L
TybL2aYnf8sLDTAyeYrTJQj0iCqV0EqPwsG6096DHxaSRd9j+RbkkCihbbZEpqjfFjfaRzEAHZ9B
rQYY9I1A3PrqBbP0G44c8b56pFz9HD/lG+1nsWfJiciXfa3NecWl8+4/JlvnlgSw8FBuy0167TUx
Dd0/t7ElSqiEk2+F9jUZhBGlVWcxCCa3aMjxUduexXts45CAzZCnDdd8NuMDKWTUKhKUGa8sKfks
nGcLj488lQwGb+7PJXcUI6DTivme58mP3g/Ei8svHsCsVVjbFgCTdkZWBoPNyIJ4i2D1XPyKNNlt
+ZQ88kFr9C7thHo/Be1mV31pR99X5J9Wlz/0yHA4vbfGHuqf5SoeXLyiTufIio0i003mCABuj/HI
rHvi/tceFoE/L++rL9aVe/Jqg5PDrYjiGtlXGkwKnhIzHZqZDby4H11+Z8MOpFhCVJdcOW2uNjtZ
C0mYOGY8rgXny/COXGS7rz/MJ+kh+NZ8s56jK/HzH7/771mdlqAEKAm/WnOfHUCOytz8JoPAmDeY
0vxdsP/ngsu1xiY1H3xRdK/UeLr1A5ogGwyM3f4uTUviynzWpV89A3AFqFHiqTSi9roEHpiN2uOL
znmqUaVFdHbA7HovQgbQimc12akst4aXl3bn5Ie0C6/si0kZhDj0dNWNDgHHTyzUCoRa8Tlqc4BY
YNu+JOkarOioYUHu+53yVBJcW3hjnDI90o5Wuj6JfZO2inTXo02H7yDN+n4hWMukPBBjCoBcvgCT
SR4Dd8bQtXsnu7bR/nTdkVcRQfGT96UueTpkIJ+JWg+x/Oj8FL+5/Y3zakmL5Ht2K4Gvqu78+Eps
ff6iH+f4d4PTSrTsNgkOPrn8qFu4iNjAmjQLgM1TwtjRVsRqaubjTC4jA4CUuYiifHplysez42zG
j3owWZhNYZVIdDHk5gnUO88iD/EgbF/Cp8uH2FnsPYYPLCr4vGNG8zOeOjplMY1qQfM7InBb3oyY
idUQxZdN7MCTl2e+9Xq5ufM8xaS96bjCOjEKn/bCfhGZa1j6yCuhUt/r80HE9NJGwVzOHyK4DDye
vzQPJdjShR9e+cLXhj3ZRC0lRlRW6AauESbewu08Lm8k99VHjQtY0uVBn19lk0FPto8WpAPOObQG
9d9Ei72z03LpNTNRm7lAl9VFo9/FuxE/Zi7cbiO+oiyuuDtdoRphh86Mf6647H1bSOeFjpUqKU3S
+PPsGqfmM0l4suwmPVVPd5oG7t7MUnoa1fOomrvZ1lNwSFgFZAr3Xrlx01twH30+L4eZgl0bGwIz
AmCl77m6V0efHAesP/jmkU6lFrsWDnW+DwGcIi8CWrSLOEe33lBTQ1/VojfHv3HQMdiOEBzGXKPH
i3SdAs0XeajmxiFuflz+FlMsmgG/m3hZgmNOspqyzyR0RgwhqH2ZETbJ3VtmwQkYXaA3BbJByqsS
biye9sN9hHu2fu0ePQuSJ01P4wXTR4xRpGlPXRjWKmiZhDnykpY3L9kKqM0615o8OzknTU4ihgTc
wN/fM9qm4kacdw2inEtR/2EAcRB3ioUs1pXjWv9To6iSwfWSTdih08jNQ/lHF4NeOpCFq/KNipsW
sBWF5MwSvCVqUjxa+2eBk9OyZf8mCJf4mKGE7sEVQNKq4tbcxNHKqccsEPjlQJg7xgI8rYo2xmP7
au1EE/HWd+Gtf3VZiy5/urIhAfA+HqWQHwsq1c5KRI5lZ/pwAGxwmrwJCFSRV/XMrZXVaFK/mDkC
MDdmMYeSmZrLywvt806cbiV5ZONRKwJNMkUJRciIyy5SIAcfegbKpZStt81PRGOGpeHcWSraPjar
QJ033vc6XQ0o2sI3eOluujkJAvNJeATchPpt4O0I8FQPwd61Ui5rc+2/uk/hLmZfIsax8PHvbVYe
yKdy2ZkzHTe+GjLYFzgLtfqzFm4A7SjpvEWSPJj55kxekSoamMwXbzRq+EC12uSNRlY4uHLunQVX
LL7jGZgcspVVIp8QsN5L+aFCaQ4dPZS+Nt9yCCKSsLk83yMV+fTGnLQ2OWQ9AbOgBOHoA0mWTfFu
8KnNeNHmxI+py0k2N72Z8AGWPEc+MFnJBM03vDF5V70XbwGOeRxe38NrGaA/dWo8agAyivClJ1MA
1k30wyGQDqAFlXKGrhfvkssDPw9WxoFj42Tw52lomnFB4TKS4qKTDqPetzwTrBlP4+pH9N1FTd+Z
V8iYI4uEjpy7dl8utz0BLBE3TNqe3BdKp1ieGtM2xBr12XgRPxCRZAlqL80LHElcBypEZ3iOv5Lt
KaW5++KQU1mHzDXS3ldwSH+61I8nYpJtcy0xhV3VSgfkn1FzSx/QThYR7HHn10pN50+iybgnt0hi
Db0QF4N0KPtkbYYk89iNCKjPTWlrcKujn6MsBXHX11eOlastTy6RMO49sXcYJAqYJLjyDvPNRYsR
OS8UsDmZjZWTVtnG1Vfg+CnPzrOjZTa5SjCxVxWwXdJBf6ufi1fWGFKt+KQnM+FZ+PDEeZ7bUYdU
y7U7bNy4lxqeRP9aGQcmJojSQVMeFclWcQnLV5hU9Avlrv+mftTdKlP40sOV5TTBef5ncY/ldtBm
FHUnsaoVGRVMM1GiHjIPsFnFWKpfFs5KsyobjXSzmdXeU5F+TaDuqMG77x76L0N2UyivuSTNYuke
YZHBoRZLKdBRZrE81xE/V/wC7hkcxmxxeTP+efn/7u7krPGcTGoqWj44JAFUPHCWWEQ60jPlxzq/
lub94x0/JrfAwAHVVCaroYqEqM3UTDok1SLXpVmL7LekUisAarD1sOB0/GXm3VxNfX6q/5ythqOG
J6shF1Izq7WUURK247WCq0uHuxEOcwtTn+NKUzd23NjDC4WQUF5WwlyvbXSqk1EqbobnWS3ZZQ14
1fbCDTYkOGWq1QpRWPy0dOOhUQ/uaH+8adobrYbhuMIm7PJ3+uO1+HsEn4WdoyeXmSCmX8Y5y0qd
V2SmC9YH2dA+eK06MNfEO6F9ucXzlOR4XOlgRjAkRJl5CtCIpEFFDpmIzDM2yoAxQLAtcf0RtcRW
o41c26W7NOpVLs4Ldd1DEup4A0rwYOIlvIkoedbiXRTtSLrJlQ19txt2pjzHblWRZ0W2yVvMSWri
/pdCfPXrXdkshuhrpG6KZCOb68gcLQi2WYzYbZQvkoB8OfQgXXr0HGxeDlcGe7YPKAAoQFF00uPA
iKcQR0RcfU/vCASsbJcS2qlmjbobaWZzFT9jUGFUDwEORu4BBVE33hjBcogoyz5o5SzTMRHDIQ9b
Idv6qKy58lPqFwiGhrJdE6sRhBE87AVhgaMwmqmNflutsmieL6N+gRRBaWzar/KtCPuLMhsgGNtM
Hi4P77OKe7IBJsObXACCNqBIDNHnoHYLq+aFOEfRJP2Gf+wNFGYc20ZD3oVXPJBFNmQmfuEat6pG
Qmqp4img4SxEDnVuarYkLxzUMdufgWAX8gLn1lpB1xpGHRakqwxiZr+IMQdcq8mhEGdqNG9LnJfw
w56Lnq1hVjbH3YepKUxbwztwWOKAEdeLSt6RYi99G6leKrYI8SJ6TD7N72BPzqo3ZEOzN56vxehw
Ncx0lFzMZaG9ZNb28lydh0bjXEEmUUUR3w7SyFwtR1utkHwJpI1LaKQu8NMajZFxQk7cDN+duaGu
UhXp+ns3vxnG2Btjrerjcg/Gj3H2sY46MAlKi0ZuKz0n/jODtZl/yaq9gUWwfIvy4eWGzt+1k6FO
I7FMU8BEEWyLzqLiadn3XyX9QTY2OLZjHWg567C4NXw7xYwuXV9p/OxImzQ+ibzEWMk7Z1yTSLxS
jkYWwmIxdDfiSIrYls1G85ZahwjGjV+spGCPl4k+CmLO0GOMr6XOJkwW7u1JbybB2VCoieQEnnSI
k9vKWJtUJ+qFesDUT37IgQ+U12Kyswhl0uBkS4LoUYtBZvgAHJP+R95sRu65rryI8SME8rx8qOOv
zDqhC46/m8uTf/7wAfeBXh68fkMHMXsG/CrlqEsGNTzEoNEJvs1kplaxD1N/eHUMPFwHODw8Lus3
N0ehMxyfX6WmtHZp8BpKNE1b9YWDURNOn2rf/8QiENF1SfgoKv2NmK9fKXH/7rnLZmiNHTfW01AW
xZVg6yy6ZBBo/SHyZKJfYU5F0sZSvaH4UngokhFUoWNY2nFtrS7P1XnynOc4Wi6KAX6D8tznz48O
hMrASydwoU3mpv6KpdiwUHzM3aW0osQUOtICqPLW4lQDnkbltKaorjTXxnp+LH32AvjoqLmni+aY
KDrqRVeYqes6PeTNjlJmWLq2mevBHKtdfaMis2ACm4I8DcVGn8fpWhC2ZSAfjFz6glT1cGX1jrvh
6IgCZg/IGroPDDPE6ZAjOe1M3nV55TmOe+hoBD3W6OB1uOSKlfuzLYqrFJfJXhmbQ22QBNwI7Acs
OmkOhrImDlbK2Btlq8u+tJSUypvnlfzFQdsiylR/XclKscgSHFxCXlKKmAq3pTh8TRtu8awxhJmq
ZzizRfE7BVC3rrV13iDCEHeqgtkcvmMaLDVP16IrUe8UAzR2fqxCwJIDuIQm1+RF0PcplDCQD49y
R+ljyEkfFlKiLi0n3DhVtNMEQ9okLo4QuRB7tunGwtItqCFleYhWtp4+9ykyCr4o4wdkuivFvNW9
XrADowvwX63h5SvXvq98/oE/YVYyuBaRVP/U57ntndqRMYw6dBjQeDHWcbmKSZvpl7dD4GB8FwoP
cjy4VN07Yx15WbJATEtcBWa7xwu4uu06koXAS7e9HyPLi7N95mg7H1z3rBdF795hnHOsc4gCMOLb
e2LdwntDaSSNg2F+eQdPTzs+AbR7xdLBFKPHxL/T5VrpdWD5mlgeMDLLV4HH7LtCiTRvlxj4j6HB
7AdfDV2ql3JJbIT5an9jxHjc6ikxW5HU3Y0gtGSjqCwnYensA58UnDvoS58iN9Ys+UMlGylBUA9X
vsn+i73zaG5bWfP+V5m6e5xCRqNq7ixIgqSCJTmRtjco+9hGRiOnTz8/yPfWa4Ia4fWsZ3NOuSyr
gUaHJ/yDQAW98newj/SVPGDZCwEqDVgUwhf7z3VmNPPlq6j94HZuVrjv4qKSd3hbftQJNTPbebBY
SFtpF/U2xfTMwnJvYwxW/5CFAFpwpksQ8E28tlfiWwMxYxJViXidFu90g+v+ecb/j9/yj1nC9n/m
t+zRGvqdojz/9L95LY74i+0PoWXG2f5itICT+MsGeMmpjr/OLz3EfxNaNP0vqHFQC4lBISvM+rj/
1kqcCS2EqFwCIKbmzEw3/oSffFUeIsyF58EFN8MmZvbk5ZoqRRo1iLKbp9Eox1tICfWnLjSVb3ld
WY+hkU+PiZ2N6LmI9kFhxWM6FQ6zx3r6hDQ63czfpuzp1zXyO6Px6sLleWZ3ecRPXQNhvud0/rer
jss2DNRecU6mHhs3DYavmzqN5Z05Oe6mcwWm3IrMKU3rwktRhQWKiO2e3yTZSiV2GWDwIDNVAHXh
ueuDjsTlxPiTbvi522oYY1epF2JqtksQ8ji+/r5XGFzgKrww7Gk+Jcnnsp86IgHjNxipnBRusy2a
mslOZOjhTKEDyslvxGGwmzsOhgmThKn/MRRVuPN9/APsOInBk1XIh2hlexgwmtzZ+RTcCLQujzlm
bYemjpDiybrhzk6VAQ0bjJc19GI/4mCHWBGFMnRGcPf2AkNfY2cvD17UPKHkQ3yZyVzIey5DJ2ts
9KyjhXxS8vwOM0XqANWD1KL7MifHc/IjjGgUo6xdganI7NNqjEDmWjrlQ3kMAyJw1d9zPqF36UDk
lvs4do6D7N43SA4Vio9ABZmDstLovf7s81MjCYA8NYxysbixdc5/o28acQp1uzwqIkGSsCjXWl4v
jgIECPKk4xBLLfKfbPClLaJcnEartVAHBX081s6wEqldYSufsVBE+oTJlPqhiF2u4cDAKgEDgPAM
wTd62+K0HRxgWwEdTYK0fotyD8bVhoij01gVLVeC3ldvQoEhzdaGCll6TaWjf1amZYC0/mRn0svc
cYpXnvOF2dBNkBqQ5OFRiyWCJ0mrtAa74J/iolA8F1/ajT7W1srR8tJWYx2aTLg6q3osd3RfVGoQ
Nop/ghSiHTsZFXelrhb01XAwjTWLMAUNTi+Oi/ow5YPYjk2pv3fLJP9s6REO50Si274Ko/0o8+8R
nNxjTyL1FDc2llJh12zH1jZoFmIZ2k7dtIsLW9uPbZbvZAKpDsGV4VaPdfmnVYv5M6OpC+gNrM8c
cV5+5jyLdB24i39SZ3vTauRNUDb4xg2UHISd59tWpt2+HYATx2VSvckd5GalTM13Sgy4EjNgOE9R
snaWz1fHb4mCIwCKwLXSaeoSAavLPpM1BFTS4iY4B7oZ3A2RRlCoqMad8CGejxU9Ro616k0923G+
fqouIthfIwPYpnRJSQ+m3+WENMbUIrEUB+dMZPeQ5O33jhKjOOLDZovtNc3JZc1mfk8yUEACOrBD
xrsczephJoDzD89umlCkkA5g1R4vVl9ms8BcQRE0Ko2Vi2NZQWFQcl9n1pSYYwdjnoLf7skAXrZw
pStOuIxZD2GEP1FumPlWN3P5CXqo441mfjbaaTpYXd+t7Nj5lRafFiohqv/sV8PllrwcPdampG6i
gvMr6FDGs9MvoYpjazoma92cq1L0/KIwtZBSFZi7msv4vUT5xUqtyD0pXYXbZljW9iFA3eRbV7bh
sTR6XDqEc9T68hvOR+Nbv9WOUzVYO3ztfnZqVu7gv8knI9K/tIM/HZXS/Exc5ewnRceJU0868MAY
66Vm8jMxUZUzTGhnWp5Y2xhtF2QS/OrOao3zpI6qV7hxQ6mMJoDWKg6GqjLyRoQp7yaNOpo+2Z7p
tJgAudWNzPB062WUfR0lVl6NajU3spr9u+pC2eEdXdMAmQww5kj/vb7+X1iRzkw6MQ2CSB19jsvP
UzvWYHTF4JygLrp7vaOInmV+Qk01m24nG2xwl2VrQMMXViSwMEHCZVBdgth5OWiM1GdhFLYLB0Pa
90NnGzvNyZVjxll6I/Eb3QYTyPcZSAfSsW9XNsQLS1Jw1BBCkRlRmVjswsZSR6NJE9ZJaCClmOnN
U2EEb7VMypXI8KpeyO8X+hwgzJAgLpL54Ptt71VREtvuGLonO5ryJ9Gq7Q4TB2wJbSyT9dDq94lT
9dte4D2bdIBD8WgYV0oL14EyD4F2oyBUBvbnLEsLaLf2vWJJ5ZRKrP4qDCmRZdTKA67LA8oQRnWr
T6mBvF80HikwuPs2lOGxVstwpRL3wmHLRwd5zQWOFsyyEhclnTlYsnBOQ62lB5PQdOPGUj7Eo/Wu
mVTN++O1DcbbwBqCVYbI0eKyg61rYoFmiFMVAfkv4MPvYyHVe8UY7UOKYehD79rfXx/zKkDhtbDX
mbXuZwH7ZRzVpz1WxlovTrUa2t4Y5V+rIRErl9ZVRZ6EHp4YlwiiTeosM3C5rBqH5D5p+ugsFeqy
ciqRRUmMEdVI237nO1V9RC94uEWDjfusqqNDqOno0Edu85CVMNk7yhRrS33ZtuWZ4OJyQ87k9Vm/
6PKZUjVHU0fWhBZtnkNSG7v7uEPdVUv89NhYo3oIDWP0/AgLrjLCkKjutf5AgXBc+ewvrHfkrLgE
ZhEIYrdlyCwltp6BlNEZcStQzGnYHCGyd4+krf4Xx9I7Lxqc/CApJh6tMEtu8w7kcZmHzeH1xXAd
1lB5RkqA8hjPQpJ+OSVI86s6xoTR2VLiUu7GJtE+lFpAKoxz0SA3c8CHGmAWhOdGtHJNHO8KHIoc
CwmpOQd8YJvJHS/HNwdZBp3bdWc/wXZQFrrh9SjdbIVJX4/otD/2it+dKczS8E4muI8+lltCy8U5
9s3hftYA/2LZbvGYmHrwvh1VWuJNWt3WE3chQObsKaqR1MztUNm0tu9sunGojmjCQhzKLO0QuwgE
5GjR7OK06naI6tgr99f1kQJQgBOFWJ1GHHXmy1fUEMsdpYbjbCn9YVdUqX6wdTfYz8Rprx70Yfv6
J73e3yTWBKqIXzizkNRilVvop9YF0OyzlXU4+eRTfTCU0Fy5oa7TMeg9lBTQ9NbmzNJZDGOXaZ5O
riHPoz2KTVBat3rmQo+Q0+AZ8Wggazi0dIxz5TGzMPUuo/p7H+nq33GSRjeiydJ9LuropFuGv/Js
17cnGTo0OA5xsp+rKEtmqdJkep6cpVaOh1RFaFZW0nirFnDaXp/s6/1Dj5U4mTiB0SDdXX7cymiL
QZd6fp7GPH/qK1l8a8e4BHxX9IewFtFbTW/afYQswtoJe32agVinMAFyHUoVwguXQ/fgHeoJW75z
hCLC+8DigDAcCLdqY4/6Zujlt9gHxUDkKL83vm/vHKEg61KDznl9Dq4X+JyswToEZWGgNzIvyN8i
iLK3QtxYrfysoBC41Tofi0gIlk7uFsjeFmtYrOtaDAcgevJEZmALZyevy/EsPUvjXM/yc2RMw7mx
phhapdrcNUaNFp1wurel1rPRs0r1Qj2mtjJk5UaNS/3eGdLpqPqoArjYb3t5mCm3UTEQ2cS9sbHS
KHhD7wtdYxv/ESsT6DDDqUdfux3uDLuo3hYlShqvT991fMspztThRDUXwpeZfCBT1Yc/GJ7roU8/
1LEDocoMxK4rK/fQ6TWGKlYs1iKueZIukx6qBhZyGcwj/12CYjIpRBT6aXzmskye/FRzbqXf0few
vgj7W6XmlZcp8XiHBXj3EOfOGsPt+pSCOkaREMO159rvYvXWja72LvaPZ+7HZmeOCFhhpNmtzO31
ScAo9MRZnGBiuGsul8qYqc5kl05yNtUaoEo4dHdJXDgHxNzW1HheHIrIVcUHjq+pLk+C0HaGvk3T
cyoldu24aO6M2PgYW7CnXl8wL8RWNrm5iRAc5+8M5L98KxypbMUak+zcB4Gz16gN7JW2rI9Ob2Dy
kij2oa3bT4oDV2tsRiSCk4Gedtsjrm6bkefmbr+SQl9/TdTKKBjMHFiCqyXxOEoGnKZxbj73fu0e
Mmp428lV1hL1650CZd0B2YTjPa+/9EJyNF8bC63PztA0IpRzOxs62pDvaxlmR9dsrZ0ygJJ/fbav
TjekU+lbuAjbwItxln0qVOONdArFeEZD7UdrVeG+FZPpFfFkeEnVpit313U+xnjokBI502il8T/f
OL+dphimiUZNJMbfWRp5g42nMiVVauBBmd8GyD9ulAlcX2gM7X3e0rhse3NNDvXqcyIkw3HOzkTo
D3zF4hn0OTgVvqmfewfiQe50YJeQZlzZnFefc0Ylze/pqtT86JFcvim1oDJXFaM4d3oV3Si1Zt2r
A8awwCGmfRAL/9iURbyyeS4/J2Em3SbmdRbTpoiMhOHloIlm9lUr3PpjYNn3Whu/rfuZihJqpyjP
fr6+dBY31a/BUFnThIuJFwHZ/DC/fcvRHJtMw8LlY4buEO7HjVWA7qgSjMoNB+1pl+hENDaoZQ4J
t9LMxwDNPy9xFPyYGzyKzKnKD2rs21i24jGghV19SLKmgqcFC9NUc+2e0A7vjGbMd2RR8UHkoziU
Fu7hZV0PK7fGQnaDFxLI0vG9VGojwMrcxckTsfmUCa/c01go2W2mJIoXsFDe+ClO56KMdM8dQb8Z
Spl5MqBeAuqlRoaG5ohppc6pcXTc6U2z8HIRd2BWuU2TLE9OqpPmh7bsqwfWtbhNB0t4Td0n7xVC
WU+U0D3xE6o2sRMpd3QzfuIbPxzK3DfOeuxAc1DBIAvg+GDuB6wStNxJbk0EqO5EQOd7CjEBjlK1
ANvZYyWiUWF8/VtfbplfMwOgZV5fczy85L2nTa+NpXDaE9YgoRfbDV67PUO9Psoi6p6HId5j5ZJZ
q7R0rriZfpi5jemrp7ETOu8/ojM25Oau7WT3aRqTbpNNkbUvK8U6+tFs/tKMEQHQbIdLJnJfZ1W2
r1obDLfhFCtPdz0HJgVjIgpWLypUS3VQ4SvVmNk9D+di9WVqg7al9eWu7ODnXfP/QpdfczArJ4LZ
4QKk43S5q3LU7bWotdST6AOIdRxkwOLbCmKVmT7StOZdNT8UnmEgcs+8lF9UHe7hpIzQ+ixVbiZ0
D7d+ITQURKzkgYZDvzITl+XD+REppM3FBkSrKWgvKcNmGHVqJBTtlMSWtSNHA6Aa9TAUNKsD6pIP
R7+0wkOrBN9FzTZ5fZVchiK/RiesokVGC3zuQl1OUOHLUJF2oJ9SMcS3rQMiJwqoVmbogK18jKvj
lMoV0SuKMlRJNRKgy6H8pphwCMuNE2lFhluG5mNlk+Zbo0AuOyNAX5nYRYv/+d1IpgnnEFbDBcFe
DGjQ/x248w2K9b75ecxM40atjOLRnQE5FvWEXTyi0UOL37hRlMnc6lXm76c2SZ6SpBr+KDj419OA
X0EzeSYf2YsDPlQTJWJyjFPUF+OOUri1GUiFNkbSmLu8xRrmj78sK55CuEN3kbRh3oG/XSh63iC9
WGInxQHv3xEhsobkoD2YjpqtzfR8E15uM5wm5ov5meFAEfpyLMtvRda1rGGsCZzHiRLxruuVt3Yf
2N5k9g5Qp0I9q07s7I001Y6lW+lb8tWRkk31QQdeuIu/GYcaZXNPsbQMWp62diG9+IzsMRTpAX4A
QLl8RjvNwmLyTe3Ud7r5zjTy4U1fyxQLwjbYC7q++yyWeGN0U/z0+peYZ/pqdkDyOZAKLDo6iy+h
kDsFZu5qnHW6vu8Tvd9XAkutPx6FUgb+s8Ca+J+Yd/pv39tyQLZOkWKeRBNqm1hQSq3DdJUhcf0u
s8ktsA06yki3LPaUM4QxZoIpMmJULT1T5h8qs1urCL9wKD1bqVKRoQ5GPezyVTSlkproR+uk2aF9
E6hKcDRbmd/Z2Ae8/fNZQ2QOywONgwlH7cuhxgRwkDExVJOHPlBKmpa5kbUrN/4La4/q7SyHion1
3Ba+HIUkLLTbajBPEYHOYQoc55DJ2Hrbj31yN8pigHNMz9qoXHVtaz6fK4vVZyMFTmhOaRGMx2Ld
x9Ju4g7s/0lrBxdehq+MvhdnTfA1TVn1yOTnaIco2BrcRVEXf6waRbyjhlXe2lkk/iYuLt8Uqe2e
NTQQ8u3Uaf5XTESVt4FhFY9NkYoabTdn35gq3fW4dCJ/m6fx9A0CXgzbzFKTrxMxp+bZwCLFVk9s
KgT0bYt7d9KDvVF2MZdAryXFJi5E9RURYoqRSmSJu7wTlod+FQxVYZGYjq1fhLtmKnAdc6vG+tuP
fOebW3aVgXmTgSZQYDWjcR+Gkb41coqau9Rq8RjVnNou76qUYjrm3ZX61TQ6BwO8prC8YRr6I1Lp
SrNNNFmmuyBM6vej2UTvDRM/Grp50n/yjfpNKBOZbhtjxF+9akzn71l3FppIUfceAWMfHeIpoHgc
a3VSoEcg4zvXSnp347sRqix2rjU4zflQKErK5tV2UHPnM/YzM6+p0gWq25EGDGg0iJX9tKsnr04H
VOlKaaQPJZHYoah6QpiyNqdm0zpWdW4SQTWqpBce7vuy5zq1Bj//OmXghBoaZcFN3uvMn2+Mxvdu
aCh7EdZx+Na5/VDSzIuglrR5tcWHEAkW6cbxDA2WcFGsKVSjo662/vuO6YeHlOTdKegU+6fboj4Q
GbF8nPMUKObc6DddkFffDX9G9BtZIRPECjpd3dS2337U03jIdyQnzceinPrk0GhN+0kMwjrG+mBp
CC5WzvckTKd7Y6jRwS0KpyE2k7i+b6YmTwjbozFEyxBMDiQwq0y3hYmsldlNBY1phNSeqqw5OONg
6scxrmf59dY3MrDO1fipKxXd2apZoN2mgSEHFGss0Ox6HGDXgcFr+VlnPZIoa9iNT5lmlVtHqaoI
Xm5R/+zlQGVNQzCy2ajqZJwFKq0ovEwT3uSgYu8bzB6TXTfioLwz7UE86k3hb7ErCT9pWWbgei86
bJGbPG63FLJrMrZpkisZ5GWK/BxfcNMDCqCPps4thMszRpk6paOgCaCOu+XjIEeAbm45YKE2sPgh
FPmB1+ZmtH/9AH0hxAYqbVDVp1c2d80WN0Lq1MUQ+pZ/QuHJelNGfnl2cwW6XmdVP8vK8sGD4JUc
0NLbFX1b7rrU9I9BpptvhRXlyMZA+h9Lcj+2pLhNpBGt3IzLmaGryCnu0MM0bW7fZa7RVr5uyDxp
TonVRQ9JUKee6GJna041rK5kljis9LXS80uDWlzI1BCoKFLnu/wcyLYDx2qzjmjXwe9Yd9StDPTJ
U0NvdPdOl39//Tsso+v5JakP0q2cP4K1BB11hd6Og1J2J8wJkU4zwz34dPRUpVYdAQWtXGjPTlS/
3yoMNyduc1eSAiglxsvXK83cHo3O6k791PV7056aXQqu9RFH5e4YczNsa/jInuFGFUo1sX8MyfGQ
RjP0bVzE5a6hiY0rV+p6PDhUR5qOWwUYvBdGcf3G9Z1xN7XjuHIbvvBRgC/M0ctze20JYDDTunZD
K+pPiT7aiPeY4kkLdY3NnmtHvWx9L+yNNZTfC1/GmCMZ6q80lEFDX04V5Zc+bcq8P7llVR5HoSjH
DqzfBvxpv4ubLlsJ/F8Yb0YTitlrxIA8soieuiRtaiOsh1MQ2O+iGCM3PwmsbVK4t4E5ViujzU+/
WAgougmqUHMWT4q3eDuk23vKVMOprhTYwmEIgcCt1jKMF96J96GYRPROBXBJBe4MANrJUA6nvCmx
grXG7Lbp7XdcB80dKfra5n1xOIdvhTSnBsBtsboJ11QniPThNMVVhuIRmk8WcOibUSm+U3iSK7vp
hTmkSAayhiiN6t8SxyiHru/9KR9PyC2Fe8DKci+dQPv4xycEt4PjzloU2txKv/xSSH4IH+Ol8aQ2
1lcrbZ9cvfsRjMMPZ+jylVz/uRO1WBaAfA2OI/rL2FAsspEgFM5QgB45ZQ7euHoSZxv4SJPXxbV5
GJ0iPPZEXBtFdBFWlhHKobkx7JwwD7Z1GhnbQrXCXU6M8PocLDMLCm4wYkhQKdSzVp+Ptd+SJDdK
lQrN1fakBF23L0Rs7FCeEUdVcuW/PtRV+WEeC5GRGZQJFwdU/eV805zDlNsX7aklBN8A2lY+lPhX
3feFXXhGLQEtGANYUBexE9XVxtvBrIuDPxXpTUMkfvjfPA7nAuV6GkJ0Qy8fJ0UGWZVm2FEPUMqb
SefqBaoxU2XMYTNO1J7qThqA8MHs6f6ABm47lbtWy+tj1Ob9CnhKv17zzA5edPOKn4OHxewUncwC
p1EoD4O0vlM7uBbWQCjrAkjY2To6pGaYUdAeU4EvTdQ9DJHvHkqBjIY/9vDvoZA6U5MdXHq5W6Ek
+mM9pcKzCkt5aOs8vZ1SHVY+JLUtEMAB0WtIzU0q+xWo0PyglysdyzzqCsbz+0CbuJzX1s26TgEO
etLTCSaXdI2HxCTFCsNG3YjQ9bcpfYQ7MzZPr3/RhTg4tC4WGASN+ZzibqEeeDmy2hkVN7TsThwd
qIBjt/oBeCrh8eAg7gPta1dX8Nl7C2RDjePCYczcz1Hs62/bqSjO0oodTyEk3JqBGqGrZCkbN9Es
r+ppegtDUWAluKxcy6x3bRWae7vsfNhWqDFPbig/irQVqHcYOq2nqNpoYdXeaWAPwRaEk1fYuIs2
1Zg+YahZH0rMLlbiuuslZALN0mnt0wQzjCWsJAkbgLN9NJ4sMaJNYMiexDOyVr7v9ZExG+hQIJ0p
C8RYi9x9rKTaZ5E9nQJLtlg3d84GGFKOv3WvrBwZL7wQ1HuwEfTy5hB+gVaAeUrG3KjqqQXRiV5x
h1yCyNYY8C+9EJqN+gzb5ni25svvtzMwoD1LJp5oJ6AvSODAf8Kz3X0SmdZ6r6/Q62sUpDQ4XPwk
iUOITS9HSgynov9RUn3vtKOaaOXW1rK3xWjdIsGxpup/vQ9pcmtAwwBkUuC7Otqp7GqVXxunxE4c
3M9HdYt7UPVG1ajv+U2sHkepynOqTms1lhdeE2AeaGqAkrTYlxM6KVVLDh8aJ7cPnA91YH7VQlX9
rkQuIryO06+c5C98P4ISIMe0Wynci0VwUpu5aIpgNE5qpmo7vAycQyQQC9cVu/34+gdkRfCJLk83
k7ALtp3JqqBKtviEmj0E1Rj7zikUwV1dFrnwoqoJ7htJsQpmiOl8GOKmTrZmooj3sgE/suu1LhHb
qbfzW1f3QZfLkSC0bUyCXnIgy6A+IBBbcweZh+T1avyZcm3wsXKgahxrU6u0nWGSv25jt0CguM2Q
xyrxgkaNIh/QxwsiiUp6ZOd97JkKYQWXKPz7jaha89bpE+cdQEjuLr3ATJtO46lpIgCLYyCp9hKq
Ak5XjkXtyHeOnzUtNIXQgrRSdu+KPkXXI+iZ+I1OXare2VOof7KlZgw3zjBqn0KzfNdbQ1JtLL2J
U6BDSvo5NpO4PQhIB80m4CpN0a0cQdMXEc8WDLVyMxPK0fBOm2iH2Q/pcKs2b60YUD41l7HTjyZX
2IeWQP07PWnlqR+yCZEsp/A/jmPiuuTvKn7gJdCtW7WUhFNh2KHGCdDfQU+3Ap1fAfN3tyE1LY0r
J23MTSldFKiHyGoppSSUXLeJ3Q9vx1KlMGdNUTHXcILkrsX2EGCjTD5r7ah843SgAAchrOA8Te2j
lkyc+3ph9/XGkkk4bFw9zr6AFKIWM9c9ra0cJ+VzDhj0Q1WaiJbZdqTn+Ei7AmxQNdUfKd/2YOAB
Ub1X1SG4a5QgPVRj0LyvVTF90Rylrw51mGsFk2RWFN3MfrIPAtBnjMDm2AyeXUPQ/JhPUek/Wr2L
ZQflmxB7885eE+R74SyBRQOowgX3RL9gEStp1J4LuDTTKY/qbePYxRHnKrFvQkPZj+yzDY0rRGPU
eGVrX18AFtX7GV8LnwnD9MXWLiNLpkOouCfEBqrjqCZY3BurLInr82omvlJ4nTuigNwWe7owJ1/p
ZKOcCM+aWzQI6oPeSwWlm9k6wTLXIuHrA4vxiH8hfM4J3NLEpJd+6ESiU06FAMHsS+Rtutp4qKEb
7tfOq6vjiqFod0F9cuerYH713+42zYcmOlSOcopqJ7wLXW3yNCqaO9VpaO2UhrILYjd4FzdR89iY
Tf4zKIJs51q9sYvtQlkjqF3iLucIbX4cjFsAztFfXXZ+6PS1hAm6cqpw2dw1YRk91ZU/3sIOwLrS
8Ms9Wz/cTGZg3VZINWwFq3vbTNFaTeClhQUElFuYLJO+zSKI0XIliQI9CM69oiS71pwoVKJ2sHl9
+l/40NzBJD3AgOBELAlhVKmrqHca+6SHIUwfIw29etTBMBcIdr0+1AsvhKQBbojooMzE6UWo5Fv2
qEi/dU9x2po3epAnuwIbt5UXWiCsnj+gPZdR8DDFOo8azuV6Qsw9EV0Ct8fUcelTW6Qghiyr9xzB
o6e7NC7sPNS9Kei1TS0nC2mIUVlpHy4YAM8PAZYGL1Vg4URs9uI0issqSYygCs9+2IHqr53cvyfL
QXYhi0wZAF6Yr0kd1x26Im3xcYJSi7qeo4iPuqtAFnl96udD6DIkmCkvEFCg6uMFuQy7EehQAz+U
0BsdxHy2MK2Ccq9PhTUbpfgRZgxp26i3dRm4wR8PTZOOu1xQSiTzWZLkA10MQ865eVI0xOoielZb
QOvutk6yz0lt/BikqXivv+1cFbl8WyQH3FkoACgxV8EivYuVVrWnmadeDqPxIwUUPHMc6vIUmqkC
gsFHUYUWAlaDW9uK9GQrc6Bif5wYQGQGxQgGFigj0MnLZWjL1o0iQF6nWEXo2mziGk8weAivv+oL
RZvLYRYVoskGeBJnDFO6BZ0q2yk2DkfHnVPq2pOjZOljMojqY5aCiNXRmNmRsTibNInCh6KyoQC2
Y/k4lrFYScEWKNZ5B3CScjXSdNa5r5Yfoa19bWojFf1M3ZZ7fix9YyKOAxYvLO5Te3K9BHLSLoqy
apsHbUpBdxq+KHo5wEqO450W9MFK8vnSZFH2ns858J5IEy0WRlW6/hR0w0x2MfpDAjnF8+c4V0lH
VJHGjpZLjm9gI/ofYIndx8Ls7R1xImf+gPyOKep007ii/+ODkfztuQvEnetyeF0uFekHuk2HiTZQ
Z/QbyqXZroCUt7Irnuv7i21B5jgHKyQGgEwWF0qYwXMcogJGgZLFH5RyUn7qkV6MXlRqqQpaHmmo
kFbyLmiNKUdeN28Phhrj2lSERuxudLN2n1zavW8V0CLOri4ivFLiQUWOyx+clWrTS4+L5AATA9OF
arW1OMe10HfsPBHx2RgT8TBNtOeUMQkeON3RVJgAyBiOUr/DijW6tUYChnDssltTRZE3sc16L0u1
OKg2bGarrWIEMiPsAweACisb/aVVRc0Z/Q+6aQgzLsWwR4dSV6gP4lSMiBEraYYbVKqXSMbXyrdg
8Lvv4VCZn2WQNoh1N8TuVo0hAWWpalbNgLZrSeo41Iv+DLQ+70EOXIBUtK0odzlX9KspbhUzHtxT
k0CqtPI+3wWmgm+SdMOVNfxCcRDdEULvuVKLAOgykIgU3NnddvJPhSqym0RHmbgw634Lo8L26CsV
2wT6Ci7h1nQIwVQc6tQPHktYxtu6nsShQzpzX0YIOXf4d95mFCLelS2asinBy8euFA3atL0KGELl
lwYi9lynxfExyNLT62fqdZxCl8wQALtAu9OYXRypRRdKFQ2V5JyAmzj2TihuNSm/vj7IvHovN+OM
8SLMdACfgypdrG7T9LVB6dXkHA44/YVBZu0oeba7ShPjWoR9fR+C+6Ejwgpg/4O/vTxf9DjKRyXw
k3OhhfambFV9p8R5dV9lsvFUtsVRIZy6l0VV7RRjUG8df+ioJrY4SnJyecGU2Y/wLTVPZHa9c4I4
8GrDRSyYztj7QJ1WifRzzL+YHUr9INPwWkM4YKlsQhU6DYp8is9EjDZYZz9KP2WIuekbt+/6ZEaa
lI/AKoqz1XILb1Q3SW+6qh7AxphjC8PHLPbFIMP73h/9D1bv+PgHWXH2jiNkoPhpTcmpC333bZ8V
yRtl4AjaTCP1Ci/Xi/Ad5AoV/n5SIk6lt4Z/H7t+mWGA1iB8E9R19JXSZhaCu4xYJg31do05tndu
Fg1bh19xK5I8a8i0u+x9ZYoSJzskaqut3QwYBLi1DnmKfauxIQZM4HMtbT+rZYDTVJQizLVyRL00
nURfHP3gRecY/HIB1EhupdyI8dnKtRDL3KzaFRSkvvWJDD3G/lMU/oybAxSPJBRFlxlRfjmeMkuy
aaYSw/6x7Z1RosoqkEfammblevo4DCs5+AsxP93MufcHs4LDZwlcl4PiTIUWN8h31Do1m1G457B1
xg9d34Wl59DrfwOrH/ZvlqYKaB81QsCny1N/TQNQu95sLnVtlE3o6NMscRcbm9+IhHapdGdqKtVN
bqrmByl6d1/0xa0Ng+iW0MN6gjagbqQI/i5DYNt4ZxR7ta2qm0mzAk8d2WruoPWEy7I+UBHF4LCf
vpDwrLkBXR1DYBu5GQAikJZp1tIxRIApH9K4QQgBFqWDw5dMpk2f/SsY/iOdtcfiR/6+qX78aN58
Lf5z/qd/Swy9I3Rs/us/L/70Jvq7krX82Sx/6uIf1f/1/NfBD7n72ny9+IOXUwwY37Y/qvHdj5pS
2PMA//rJ/9+//I8fz7/lw1j8+Oc//pYt4Ft+G3XK/HfltBmh/D/rrHll+7WRVfQ1/Y9DG+U/uCR+
/dab7//8x/xPf4muadpfnJ6zyCnLmPNubr3+Ul6z/iJbRkKPdqxB2KrPiea/lNeMv55/mr+CC0vd
aY47atk24T//ofD7CET4Zxo1KWMWVPoT4bVF14rnoVlD84EOLHUu2FmL/RwNLrFMPuIxTkDmmeDc
KPMZU2FvwizKPymtEn+JXUl7tBjn4ubQlvlwyMDOVW/SInB6hP9I1De61U8q2CYrdDy/s5NPee3U
0dbq1QGsvqu0f0dSVb5apaWmdybiX8VmQiGz3k06rrpepZjig5qPvr111d5s9nEUVo++mUBMBuyM
SLefT62npFoR7n0zHG7MwtDz+9YhOEF7zaz+m73zWI4jSbb2q4zdfbalFtsshQKIKoAESZCbNMrU
WufT/1+CPU1UVE2l8c7mX9xRPWNtQ6/IiPBwcfycdv9qNx9+vUivKeDmyPz3O8WH4V2lcYHnAaJC
mieUNHx9Gmhe2q7leP2tHObts6K06Z6MM3iTRNI8fx4hC+OlpN7XLZ8GKb8szyUqG3cOfFicPQqU
VtdYlzuCGFm1VGsO46AUCwRjLwDk1+ubqe0YwuBkUsSgaCOszw6VDDrMeBUOCQmyZpU98qpTbDzK
Emq72t6I6qy7A1BYxo9SJ3ePkZQFIWGD1LbxpqYcXIXroS1iZiah7UKQpJ786o0OqSXlcaD84FBB
90GinahdgQqZDgU3wz2tjmBOrTcr3Sit94rT5RCOQ18JJ740DHQ/B6NLID7vG2Pb+Fq7trpRfxcX
uf59hIY9X8so4Wr923iyEvRpleFTVVrBIUZy8WeV0/pc43/HiUKqKn/RZAvkY6COXcUUzeiB3bSz
DOacsvjqTHXyo8i6Agk9HtiSuNSHYFQCtxVtGMWXo/uBovq01vO0z1d11WX+ptTl8hMjx3q5mWq7
+mGb3dishniy1U08wT/h5hH8xEiCJl5DHb415Ru9TGoIgTjtD44PpcAqUfOOVkmhKs9q3XlA8qQW
HaHQ7/IfaatOw03Xl8O7KWtkfQfRJmksA2LU8IxICZ01BDdefBd7JgFJPyUdA9t2BVK1oPqkupOM
FK9nlF91w09QNU36MNlcP6BiAUDGK9HgpvQFigpIuDg8IU15GCf199wOEANmYukRKCsDcoGtDOs+
6VwIduh7s+BPfRCjeGlrhzRL5HVfgipOQC7/ylD+6A36jy/Lyftz9aX6//ANmnll/vMbtP3x/Uf1
pfnx/V/vGv5S/yv/+a+X75D9IE59/SDNf87fD5Kp/YXTZx6QesQ87/XPg0QB7y+yo5k6jDY+4R2V
zb8fJEX+ay64AnCgp8p/mdE1fz9ICn8HCmwYYRkce8FX/sl7JFQz+QMokhA4ARHlmTNf5jJfdQxm
EHPq8BTdyzweit1s/FhyO5nmVaq6vvP06mtd8PFC8PzLGg6XgjVvNI7wNJiVQbmXklbH9znTBkEB
BQJpUuY9D/mCtz116dQN5mXB+TezqZL8yPMPebWsKRwVaYw6DEndTdVqDIAuNDfOLABTIEmHTAI6
AurBwjs+dGUJcDzV7zVPVldB2qMiFiZLwmxn20OaSTt/ntshBYD96HQdqW1JnWEnzX1hJIh7t4a+
Kau03fVtEWzKiRalXSr6UrmIaOfVU8zXm6fyMUh7bEb2iODdJszCImfy976mLPBG8bKfhTUm6xje
OaQ6+pHMWvfh6sd7jxNxKUUtxFWyzlxURDwNCv7+JZxzwib6EDDinq7fUbVeAuFU3TdZaG/zCdVy
T6uUZym2/Buvb/yNk6j61qh6Gq0tgN+c7sCm7mp0zuVO2Q9DHG/GRIvvLGNmtAlJwZFsLaDG6p7z
TM/Xbd7DeVO29k5JwUe7oal3dyZQirceEoABMKy8IWm2zTcy5J2P1++DmOH8+tIUL2Z2CW6giFqf
WslhUk2t7+28WWseBRy8BK06v/G3EcSNj6k81DsA5P0Gjg0w/B3dXw+A8VqBmnJjqeMTw2f5M23n
8cGDRmoNVTx9cijQ90lvmwvJ4dn9BTlHIGxw7GcKLjF4TbMRliNc2T2MTeaut1DqG8D80qXtHUi1
iQyvf5/zS8bsOeVVfCABOACk0+03EqZjp1gP7+UwXE1Z6MJotr5uQmDXno/YqQ3himmN2Y+FoYX3
9Qb97841trBpr/2NtOJcuMpK26hocBMGuUun+/xrzrRpAOQBCfAvsZRQyJLpD5MR3ofN1iLKDTOw
DPZ4N+pLKOWXjv3v4PPXIiFWppUP3TAJiLBItQniKh7V8L7ZmrvwbfTkHLM35i3nXXmO3qSuvMve
DEd1Z22LLQP/P5x75/FQHPK9ekSYTW9Xxs++c71juPD15/t77XcJ9zsGSB+WzO3da/3dCFV5kZkb
qWpQ7p7ISCxyInuFsOH1LT87VVDhMHyNtAN+BdkKIRLXJ6lUvTYc7oGl/9TjcWcwBrxwcs/29sUG
5TZA29wZbXaxrx4gpa0LOdOS4R5VF1dBO9JocT/6wxD/uL4YsT1Ku29ezW9LRAqvLUVRwFxRhSXN
ndaEhzfR+puxqlb1can0dbZZWKIawzQ9IQOZstDy8eGISUwPSxEYCc3rtz0yLsr4pZs+hkg5JbPM
nLXQ+zp7AF5sMr87N/9gjCF4er06PZk0r2Ms8d5JaKMwVsO48sYK7m3nXZ2gb1suPOtL9sTAQWo0
p1Owh9QFUu35fTdlW1/5aTbe3kcoSo0XDF46jESAOrU2wiL+crpAWe2soTTz4V7pSbJ7dntlJfa0
cBzP4oj5M/IBf1k5w4r2hapSO2JZSdCtKrtdOWa6iZB0TYMS/MfH62fy7KA45Gkc/Hl8gPaFI7ht
P8nbpDfq8mB1JUAtJvgQH3UYs4R9Bh0OOOvyYA8d3UJp9mzvXswS+b2M5JA0nX7KieF6fYjK8iA5
IVl1vG08Xg2r3pRq/hmSXtdHlP6PV8osDYSUM0iCxEwwWVqSAvMlKy0Z8MxTbw8gZlsbsMzK1cpT
08fWyG5rZ3/d6nzoT7wmBWYQrAxUg66nqyd6c7Q3DDUxx4MZqG5a649Gk1ILXmreiLNtXPV5ZBa6
IoX3nH8K+2jnSaUH2qTd6/fSUb/tD/EtHQT1yeNdDFbKDm6SjW65LcKxxsJeigf2l+nZqKJTJBPH
6oZcG1WnNjSU9cwVLzSpOIzsFFXrVAfqJ/9vzM0dEqo0ACzEiNfp+lAbfEm79215FfUP0Pntkn68
A84RqyWZ3z8544UsSLzyL2t7ZUzYPjOEyTYsXozd2dJnxXv7p3/+PJ4+/wN/AkBW2DbVKhotlKHI
L3uv3bT5ZFKAgdbjuhXxEDJOCLUEFQnYrFSGrYSne4aphirFuENWOt02K+vPeRInN9EYatvrls6/
F9gtskWea9gDKYCc3usccF06BVN4YHw3vA8AAK+7QFtqlIkvNg8MozoapFzqPLT40kN/9WL7yjiP
AIzZMZA0GGUDW3uaukL5GgYDgxdy8vn6okRnhbmZ4Ro2W043/JPzol+Z06suCib4oo/0lAGGBsc+
1Vy6FeuxVt/1hYI+5bfrFi8skIz4ZbuoNRAMnlosymAqo7Krj5qWIPyr9HvDp4TMHMpd2VkLZ/Ds
dLA8QloAUppJ9UoXznid58gbeVV9bPDFutaPbqQj5+AYd9cXdXY2eGlAR0PEPkPtiRJOF+XFBTMP
Wl0f2yS/C9u7VHZ2/50F4TbB8xrFiNbVx9IC1S0f7SxecD4XvtU8PsgxVmkb8bVO11DknaV2flMf
KSuuJPlWrfdSuMQ4dFZD5MC9tiLyIaVKPXlOjBX9fXG0ZHf6GOcrqXadxxCiUTf5gdZgvoTcOnPj
glEhDIZEcszpjNdHBmQYaJeUjQe4BPD40ntx4Tpxd+EtZKSD/xCfxNqRytqez1uOFrw55A+6J/Uo
pAZuDz+j1Cil23ffr58MMcyZvygNAwd3TcihvoBZXl3hwFcSOPym6miPKxXZroMW3dSQWfno/a7q
RUXnS+ZAHc5NBLJhyIpOj4k5eSDhDaNiA42b4sGfXGer3U138b2/m3bxXrt1bqfP0veeibEf+cfr
a710z14bF5yHXqVMM3YYl2FP0PIHmM7X1y1c2kEg52AbacHRdhY8RurlfdelWOA9WQcG3G7wm2u+
EeI5poM3Zp/zLFxwwhcuBc0sACrw0kKUdJamUTu01U6T+uOgKOtk6h7AMSN5W68VJD87taccqm+r
+PMgxxszd9y+NxjV3F9f+fn9N+hyUwCCQhDKRnFCmpHMbrSqcDoqSrayEBFrhr3hLBzWS0vlxWEa
Hxw2LNJnoWplDyGffjwqqosgsqOsdM1Vv9nPw6F3y6/dh+p9ttTBP39yWNkrm8KpqSn3Zl7vszIG
WysohlIYKTJqLMbD9U8418NPQmLK58x0UskhUuXwiLiccgopnhbKdExxNKhblm5qr9Xv1ucO6cp0
Xb/R3k9L7KLnd+LU5ryvr+6/R6fPj2l9oZfFINLwsWiWtBVeUurXkb64LOF50xTgcAlYz6NGVUq7
K+8HV9p0K1LTO2kvrcP94Ia7kUZi7ob7apf+DHbOk50tXM2lhQpPYF0XPknCMB2dILxVhxsmQhay
4JcA+2yhczVmxngzaCg8FJNqxS3UJ9NxvJWhWtnlH4LvXbUPcqaa3H6XvLPfHZSN9Ch/81pXepQe
o0P1IX4ied2gxXzXLoQVZ1WVlw8PtwPgeqZEzmQlJgq+Vmmk8jH+QIGDKmCxmTnw3mmSa31ayucu
3k20TP+xJmxzXCBbAS8Z1n523w16weXOqUHUu7rPG+aCaBxv8nDrLSQiIkciBQdO8Cu7wsZqga23
Wo/d9Gf41tgGW30d780H6y54F74J7qbSlT8OC1f13M/PNkFaIHtA7U2sIYNpCEZfwqb8U7fexN1N
uk+0dzzW2oIhEfX6sjrGrxiT4FTNY5Gn97MtDRrJlTkeh+dmG36xnqZvzl3+Nvbd8E5+P1Zrpgbh
GjUZNHtekiW5dGXmuWi6Q9RAYFY/tW1InuOEozceJ9V0B2mlTktR41nvYN681yaEzbP0pLBAgY9H
+dZYw8e/HX8Wb7I36q6+zfbRXt/FN6W+0Q5ZtA/Rdl4IWpcWKDzXYx+kaloF0zGZEsktBmlbtskS
7+1FI5DTz8ExJQ9Rb8hOIAHPkP85SjrXoY+RMF+Iay69vbOYw78tCMuQUriRigS/U1cfpjC+S0br
pkzlm+vP04V3kDIR9HZEN1TiRDmNMGynZpzdeOscnHHb9h+rbMOs33Ur84YLPnSeCeIZJB1iBEw4
75NdRnk0etPB9/XD6G/b6D0yGI/j9MaR9M11W+fB6BwtAYamLQmlo5h32VM0KpGTGQc1ciCyD94P
zl4O7xzAFYDj3arJ1lO3VHK44CfB3oLFngULNLpmwm6VY9xUUdm2sIEpN8U07UcEnTxb+tlK+9Fq
NmljbpIs23bV106119DCkekscWufbybdOqZhkFgCFnbGO2AGGrj9WB4OsFuMd+pobWkzlKuwrJ9q
W1rqkJxHNhaCP/RsZtmfufMmvIwFbGxSP6j+0SMVdYdG3+TQmjVJtrcTbxdQrxq9CN7WYG/7b7uq
Ratqae7o7JLQp2LUgQkCnkMYPYTMw+siOq++7hzC0uYO6gVNGqP0t3rshwu954umZgwYA2fg30Xu
Qy0rhz4kWD94xmRskgTGabn2bDfK6/hPjzCZ9gtvgkX/HupZ4bokQyOHrS+Px36aXJmm0xD8CIf3
SAi8kVOq5MoxaBa6GWe3ZjY55/kztpZmnOCy9VJTKzAL47EuIbAzspvBUdahrj1QQVmNarMf62k3
9Uu6ePO1OHEMc4OB0UTodZGMoj5++hiheGglg9NXx04t1dUodd2dk3jTZgDD5UaRfICNStl35phv
r3uJC4cXy5QdgC7NKo8iDoPmGuMFSVljOd7loXVjIAIqKaTlvhF8pYe08SN52/lrDt6u82zFNZkc
uv4jLqyeb8rz4XBu4E4S97muhjGwyuoYT5IM312qx5ukdooVrev6OyrSyD03hfLQKdVSVUIQAucM
o9QH1hNcMOCaOcs8/fJGF8htnLTVsTKkMHAdU0p2uRU7R8PKs3ulVcc7ywkmZBHHdFUwW+P2zcT4
v6NQtLAc8GZjAHCfiZypQlUMgR8dXWdI38M88lcTM+/7uDIH1yrScnf9s529vfNPn10c4iHqXBY/
/ekQMk1BlXjVMeyddgOOGfShZDoLN0KEm798IQp3pL00GbAifCG9LKYhc6gQRZFDmNQoxcY02uc4
jpS7zu7DtT5Nj36WVKs+0uxNZFflH7aD5z2Cv5/xFPBZ/EUI1aYwgyrck+uj2RXtfqqSbDv0drLw
Oc+vPgXR+RLA1jIXKsV1OqAjbFg0j3Vt6huG/tMvvZc5K3Mc+3dxErfQwbXhjd0l/SEv9eTt9d28
dAm4h4wS4HbmpsDpblZ6XzYtEyfHPtL1nZmVTHznnbYr6MQpRR9tzY75DEmXxtV1w/MfLPge3Pk8
uIlpdls4RrbkQY8Y9+YhbujgtOA+d2rdtyuPc7+SIlm7qWLn2x/aZBwRMjFmPngwTe7f6WJTulpK
YPkat+6rJN2HvbcC271Wkg+9vyR6cfZgCbaE9Q19lkpt4alHB0n52NbvgLne5dYSnuDsM76YmduM
MA8iCiIc0nzybaWNdfWoG675w6faOLrKffvx+oe7vJjfVoRTgoJG08gRUVNXDjd5bq3C7jbwp4Xk
+uwsshYHjwgUBSYySqin20NuFHvyBGNVX23N6WbUboeKm79R8odmSeLrLFijaMnsGSknM7Q6r9+p
LakZEzmxBlb0zCyhkWzgBdQW6ndnV3u2gQYI3VhQmcA8T20oUNzWDR/uGOjO6Hp1/D5uJtcGvjLp
9cpTclhgR3WfVf76+nadP6+nlkUkC8WhVpmcUiY/YrS0zcMb4qSVNH2r0vBtLluQKNVr1ZQ2DRMv
rbxmtHNB52L+fifXe/4FjB4BLpr5z8WIhtfdjv2hUI6OlWwtyd8EzscRXpo2fQRMvvCSn8f/s7XZ
S898Y/BcCLtZEZwi11Yqx2RQ1r1l7ooo2dSBuu6b6IM+PHuJ+hzk7wy4VnopdqcWzsI8WQhqLh0p
Ajg4qmg7KSB0T7c7S5U8jqDNPBqTtK7rz1oaulb9Xa6X+LAunSsgIURQOCz4D4SwbYodO6qqSjlq
7yJ0nKvPZXiXf0+8t6V+BE10/SxdWhXwX4V8hleY1uTpqkJZGes4VrQjpNNvrUm+gw/5vqnS5yq2
Fu7LBS8DZ+pvU8IuDlE4hM6gavRq1LfwcW3bZrgbhiVliUtHc05aAF4TyfANT1dUptAhoViMZ4af
aAXxybPXwQTU6O0HLe5vSlRcF77heUmG3JQoT+bzzSwsYn5apFkLs1jZHGWovp+TUWncrkJ7V1OZ
QvDTtNrjDn8kcmxtrFjPN33Wbrqge8PgS+56Mk+VF6Zr0P7l/cjcy30R19/g7A53oVF3H69v+Hnx
D75SwB0y7v4FASnsOMzcquI1ScMr2c0D+dmn0mmKTd4g7exXuGSdUPSug0PDDeRG3iRW0W3Gcmoh
gIO4qoUr1k1bWCzzxFG313/c+d7N1Lo8EzA/vsDFT/eu4nnoizQhWupsxhyb6E0EA9+6M4Zpo5kS
WuJRsblu8gVre+rKqKbNIsLAJYHpi/faCVREWGd8LXOu1mffboPvfdwk78Ye8RGXSnz/eUg1J19N
U5p+yttQM90mkmLKwvRv3g2lHR5sSc9qNwe4WrkjbJfvY0aXPhelrKSkPRYQZGl0ws9aqEyF23NI
HNf3VPUxChoZFGagTrd91BiPzKpI9aryk9qGbSoJIigyY+/JhmaMP3hQJ4jOTaM+ZFJBOVNRwvgT
1fMxcmNbsj7rkdo/xkwVwfhYtP3XsTbp7HZplD7JlLXBBydm9wHwSPq179uqc7My9Y9DTztj4Uac
eRWIXenHQFsCppzgTyhewOqlNJkSdcckjQ5+AEt66ERw16OQlcbUiha2kFNxsoPzjB7AM4AHMIFT
Lzw9NVEGGqtIuu4YBtQpRrmoV7UNUP66lTO3TLGQcgHZAtPmsHsJ96YzzaFTpBDIQdBtqroP3K6x
3jZlD2ut5o7dRHPNzlZwDO6uG55//unyZsNopEDmPfMjCGGt3ZtDk5cpqZJuItOZuVYZup29sLyL
Vmhtk6zzOXkMTj8i2QmQLC0jZZe6tdoebSV0c/Ao19cy/ylna3llZf4Vr3pnUegxw23mJF1RAhOr
432kkr6ktSfSSdDs5IvNCQ+WSAjEimhrTL0c2BFZT+Otk8g6lvnkNs0PupKreCoQn9JvCqfnJk5M
Fsqjq2nDwN/pbwopXwjWzo8NLzm9UJpJ/C6aH6crHtME/RndCx4GKVlljgnVe7GeYgA/arPyDH1b
No/Msi9ciTNHytQIyupoKACjZ6hSPbWqo/k00ggJH0zaSM42HG4NKPn0fbrwmpzvJ46aRHqGU8/l
SmE/NY85fLuSwoc2s5WdPJkQHoeetPANz6oF5AsE87O0IRXJGa53uhzfTKwwYTD9CGfC4OqxqoBZ
6cdtNxMX9JDM44V1ihX1l3ok/g7zYgkmJi6UX/BSxid+kanniJrgWR+WSGIrzbEDs8zAYdoj0JDm
CyHSkhXBx6AOCzA4l5vj4PhHIwUZbzHKsnA2Lhkx9JkNmlkswkvhbAw9A/wDFcmj5ps8ArGcFe+l
SZEX3nLxDZi/GONvcNTCOs8otWDG4gm3c2jtuYRWtoXDpEJeS6rW0LyE27IuywUHdrYsAgbmbHnA
YUyaexSnZ0Qr9MjINKU8+maHa/5ZGu+v+675LL/2XeCMMADwloMw85EJN5lI08zlDtaMxPJdJ+RV
puERfPjvjAgnfagyTgBKHMcw61dR+bGf3pXWEt/O5U/1eyXC1mSxUcF9bJZHJf8M9SfzyKN7fRmi
1xO/lfBmpWVgoo+hlUcG2oc9M8o6FzWi5+p6zaZfas0s7cy83levCqrhdgJkqDym2tMsqJP3d6Tj
C9dGdKnikuYf8cqIUiCAE83bX3xjPdO+1BnDJ99cMLO0N4ILmBXFGmZ5YBTrvmrA58KlgHfpY83r
fLUOLWTCFBXY8oi8sSulD5bxpNg/r2//kg3hLkIQkoZRgg1/BN1qf9HSD0a7UL9dsjEfwVfrCHNz
sqaOIxalzGgpAI1QFl5sri5shwif7Kc6qguHlXR2CPlK4Jb6kqrImaM89SvizFBSs4iiVMujpUQ3
pdUDsj/2KmT5xdfru3LxBPN6zorgDFaKwEW5gUnRqLj2jYSyKJ0Ho/9sjdrGct56f8gfPkO2gYf/
tiXcFjtMPSvLsdVWzqq13ijdezMN1tcXdPEIvDIi3JVKkhm7V2c/Bklyot3ItrRS/jiZEZciXJim
j52qfrGiBqsCxYRaUl1Mr9rsz480cECK9ZTVaP1qwnpMSa2cWpJx/max0hEIIvtzUey7/tUu+GZK
I2BjFB5K0iXhHSvbOvKKqi6PmkP/k1QRpQFYG9xeo0e4soeFp+DCJmGOiByEFyn2WUMJwle6yz3H
u/wEnaEba+jzWNvrazorEbJJJ1bE8zYYSUJpozyiqztnLofiIX6MRlcu3Lpzy2/TffCoLiWeF5cG
qdwcSVGfF8d44yZUJTVo2S8nWXte/8Nsu7WeZAvF1otmwMZhA1gabaRTT2fZ1HupqxN4RF8GkEuJ
dIjb79c/4AUnxO//bUN4sFVdiRtDwkbkJVtZf6yU93WDPEKaLByHJUOzw33ltuXCrxkqwRBV3bU/
bEYV5YSgWSl/SBg/e6CTFQknopfkvtZKDLW2jNwJbGzJ0fGWTveF9+HEinBlMw1O3C7DiiEzyQuT
NKxMC17u8tl+tTeCA9LqqO+amgeih6xBpZ3nTvZwX/Xqc574ay236eK1OxrSbw3k3BInuu0sbdep
/kJosrR1wqsOxQtl1X7+olGDIre61hoG5WV1ZxdLUkRnKby4e8LrrthxrjCiUh7rAK5dyCLc5ql+
a93E771kpaVr+mB5usq33h9yRovHxhG8Y6xISYygAW9KlKybxHO78fH6VTvPZk9PpsgiOrToflHp
KY/wKjjP7eQqX+PSjRtmztaOv02N/+7KOYL/8BUlHx2gEEdtMNbxeK+GMfDSbNtIS7dhwVOJ0MvQ
iHlvQiyFarnRw9sy7rZK/OH691syIniQNG39qn7ZIVSijfYO1a+9vCRfdiFWen2vxQFkT6pVPdfY
Izntdwq0RpPpb9S2d6X4UCn+7vqSLj7Jv2+4WINWiiqUjPm7daiFDLEHBnhXTPna0d8jCIkwkQds
aCkLXLjO4rhuN/3bKDh23Mox6N/bw8epXhi2ENu+v24yPbOZ0W/ux546fBTns6xtSGiaLN/GhuxS
inZNQM6Wg9h8kx/a6eP1r3nZIoRJVB74t3jec/p0ZZpMRByFs/ai6E0B8VqWQdxs2G9RlViVzRLY
6Aw4/muVv20K72fjh05vBlQfMl1a9dozdPxrW+vQAwm3eQ7Hg7pXHPSvbrXFIdazfWTaE2Qi7PN0
nijGCdc7yC0zqVXJODTFJy1BZJCpXPhw12DrN3/4YQVLwiIdJ7L1PvXNQyU/eKW81+BbmSKS+yZ8
3yBgRXthe92iqMTCE366OOGya6PZm2g7mgd9t1Zv6w/qtKJnNkDYUrsASVzrxt+kKzoyH4zb0Xxr
MzZ0F66X+hlnHb6Xn0HkxQjNzGAkahSVUgYB2MTPCD/UX/qf1bra12+rd/6j9bbYJF/affsuf8A4
LbT1Yvv74ga/Mi7UhMahnzxTxbh539NkgKpEcTW45OpVd1ev04dhl7zPM3f4scRUcn6q568/Y29n
ZW0VBNPp3Y21VLPRjjQPQ7XuOtcJ1mOzrqRN2Gy8xjXW6r25cMTO/K5gUXj35WREBzjHYjk6j2r2
pEzhZvC7deV9mFAyu366zl6SU2OinILsZEEZ1PN5ZgoM6mjbKteDIy849yUrwvYl0pR5VcyS8nrr
R9Bb07rLlW/Xl3Lm84SlCE6gB5mspeZ8QIN0p0LL32bOjVYNG/SB12ZZucjjLmD4Lh5LEOccDPhl
6J2eHg67nCqCX884JLbnpsmwMuK1lNwGS0Nel7/fbzuCCwgTiA2nyTYOoc/Yk3Yo5J1aLqRYS2uZ
f8OrrKTPk0mpcwcfmj8labuGF921GbDKjAWHdh7YvmzU79XMv+SVpcmTtbymw3hAS0l+dL417zLZ
Dd+o++Rr+61Hs9m14XJcimqXvuF87V5ZRbppkCv64Ies3gRV76JthHLW++tncMmI4C20UvEjFDqM
gy45GzsMt1H6o47UzXUr/8Ep/f6CgouQZGA4KGwZhzrbdPpRKlbOF/s7mY/5UZLXbbg1i4UbfP10
qLKQE+Q1CG5SAeNQ5jvNuUuQO2PgAJrf6ytbMiM4imks9CDx2STDL1bwP4MCfs6GteoskdqfhZsn
Z/CsOygzhhVpIxsFq3Tou/ijeTB8B2GJLK2CJZ3XpWUJfqKRJTmPbb5eo3/zTP22KL9SL1n1lfbH
iTIoJpt4DzZ45obOJrNTPbOyuh6Mw8D8XtSt0rcDnGhu+N3p1qb7LtktTdLNruekJTQbnOf3mQcB
GiCOe+kjMPKKbvrB0dBYkyh1/y8uLhbmziovMDSSwmF3wIojSYkFOSg9apxJvR1z+P+s2Fh6ei9c
39emxBhHSs1ODxgyOqRmtMrKTaRWKy38ef2MLxkRzriNAl5YgmE5yGruxgjMm3WxSq2lE75kRngO
1Qhck9axFsvqVzqtGjn8kndLAzLnlZmX/WeQhO40OGexAGg6U4rWiGwclHfpYRbLgSmCbF5fGyON
G7cqXRUG+yXM3uXF/bYq+Nl8GuVcG7Caz9Ckp8Z4Npv99W26FHdzGH7bEM7dPAA1WUg7HUCqvTFU
V99k76xDsK7eJVt7Xa+7n9EXY6et0q36VW5c51P+Nb+5/hsWlimiXHUPQIpSjsZhVFryU2dNaprk
768buXyD/1mnqHOaK6UXZx7r7KUPY/Blaj792Z9vcHVtclAgz7NijihSgWqU14R+2T7U0ZSsGRb8
IQ3y0pzh2W7NzmHGHUI7BwzxDLxjAxhUklrpHmIpk4e1PXjwC4X98Cx1Vf6kq1kZrXWzrT5GSUoB
OdXbmhxx8PsPQduWqwksc+qGvQLAfEzU/rNiFsawArriJ27BTOtHrQhRJBwo8o9uCsdW5qZS3UjM
3JfNQiQrZgDzWsD7qhaXCsCMSOnhtFrR+Ag5PgRICz91Wdm5UVWm1DOtYJUp6X7mDV14ecXo+cUm
9CG8GrNgnfjAa0mb5qWjNQ949O6H0kf9Chxs6GY9LJcGooifYrl7P2jGwjUTjzh2Z5mHWbgIBTmY
QE/DMkwaSinL/UPuKPFdnk/FqmgStPC8MFiIYS581vmLcgahgSSfExzvmICo7Cejf/Bs6E0Dr/sh
caUQTHxqtOnea5Nudf3ki8/+vLbXBgUXHBlQC5ea1T/Qbwo2fSI9OanZu+rIMFZde3+YjGCNRUGm
OosPytAdnX5JxS7MyJeH/sHxAnUVj1X01vT6D3lied+hFF9iLbmwOOBOFvhs7IE6EVwwz4tqJn7W
PxgWvEDa2DZrHw64VZrH3lrKS3th986CXobogB6CUwUFSKNLhOf5hlEXgWRrD4n1M9T8twZkoXGh
38QykZunrgfDvlP79D4qizc6An3X9/LsfoA6pFEIhwiYHtis53P8Kn1wKtuQIubsHrQx+jzotb8f
Zb9Z9VnzwSk0OMiLwHKjYomD6WzQgVWf2J234ZXd3jP7ZBw0Vh0pH4dR3waGdtdLKhOp6BrkjVsD
xq1qbx/1CiDYQWMUJ1vwDeILgaAmpA/gflAjhKxVxBVViS1L4WSZD0Ys2+tcMzK3r8elVuJFKxwa
CpY6wevLl3i1UoXdreYhtQfk9cpdlmqoucVMcFzfxzNqv5nBl14ss6AwiRuIU59+UMvOtTZvpfBx
GJBNVlPbjlZe78lHhGWz3C3TzPySRTWjDUmYI3mbJA36uYWVFU8+dJyP6C4Pu2hs9n6dx9vJl8vb
KZKiX0/A//HM/8/cu/2HM3AWXflbzOTwJUUiZVv9yL4F/3ogxThnluf/+YtZXkJT6y9kMWcyqFln
9cWX/9I6IRHQ/5r7CCRBMmK6Lyjlv7nlJesv+LGgOWRgyaKoh6rjP+Tykmr9BXEnoDlQ1Bp/pdL3
b8GX+df4eYZWDAz/CMD8/b9fa3q8jP/8zotmdDTJEDDil/MMEkSIHptoUJoQgOZ9H7betiQ8uWv6
CFBxx/WMq767b4em3ygKUuxQbU23bZZnG1WOk3Vf2aUbGcWwJteB8EYP5K1k6qHbTkl6W5py6Q5B
2D6FqSmto2z6UA3t+3IMv/TR0D6h/6XvZIOkT0JGY8ELCk6YZeEHeKcZozRnTUxxmrJH2zPnLkCn
Wkz2Hv5D+XNBwQaKLGmXpKVHAXE6lkmcb6yeQQovj+dsN18abtNOwwZ+Bz9DR/wMf0SqCzn36S02
Q9OJtEKR76eg2z7b5Zg9MEAf5TddLG0yuxq2yuDJAUp1qv+seFFQrAIoIT45Rg8npKmj2YhUhisr
+VMfjBAQ5uao926TO9NNGoNEdyEgzZ7b3Ii+wZHev8mcdJMUoQo1tmxE+0HrQcAEU7RnGEF/U1Vl
nrtJDhbYbdpoqN2yTqA/VhMHdcNGiizc8lKxRCikvXwE/DJjdxAtz3RsQkBTlUE7KmU13KeGo71N
/Kac0O1EAcfN9br8qYQBFCxdkvRbnCHAraH39NvBYLxfLR1XAdkFim9Mo08IWmvdwqNx4ddxw7ig
MD0i5wCt/ukWOaNeDFxd9T5hHuRDlgQJYiV1jOBbOeqfGEQyxk1caf4x8ovhNukgsltB2akzWjL4
Dhpt+p2fdDo8SFkWPrxyKheu5+lbM385C1VVjg3Ti4S8YmL1/zj70h45dW7rX4QEZv4K1NjVXVWd
4ST9BeVkAJvJYDDYv/4u+rnSm6L6FnpeKVISdRQbD9t7WHstQUXoFZ0YnzvK3vq5ICaDdZTx/IU3
NgBWBt1yWIP/KG7Dfv39dsvUzdD93upnEyFJ3HUjXCQoJ0amm38q2rY/wtnQv62cGJtcm8DsVqXR
bSveV5+rsslo7EEqzkOlUDKIrahUJuDGAxF0ZRs7u9cSfmvdAjsS+uzFA0No0qfS2ghQ+G/5kLuA
iXeje+Z1iKrMFIQyoooH/wiLOp+cKaje/Kp7oy6KOpucgkEfDZyzxmzdQVkFdewInQqMJMIfMXrh
tb9wAosEL3S55lt9cFRgUWCV0RuHSADFpduF6vRIGpZP5jOe5v4bKZQTRK6q3S4Slm3ERkPFNkVl
zRGMe7GvB/+Tl7cVGDkgmxkm4+c6tjtW/np8SO6NHWzLu0gSvJKZzGCR9BRC9MXIQ/Vcc1A2G6km
z4XyqiQl9nCoRlPHhjGOB93I8avWDQRemevvVVlU31ZmMpuz25MEngAIIIDuHP0vMH63C2RBKJzV
3DAhMtigvJmWbgZ6ABubxIQzJCGcwC3LGgYlk8ZUbwjwOhI1AgtYTG7DN4WHJFM0qMlLHs/sNqZC
RQ7nG54hqKaAmQX0fGGHBXU4UKipvDZaw4j66D2dKJq9OsdUiQkbWZloBXw85sInfh8UjJ7oqcK9
monTFqEHB1e7MSpfXvE6mLuue85ZBz72WhYJa0OamBSMZX2b0QMvvlqkjmwJd851oQ36eCZLMzLT
4CDJirxXOLd5LYMCY3KhyTp65lVMdvvdmcp8W7Gu3j8eZYGWmb8XgcfMRIHYBw7rEj9oGMQthjaz
rsoEy6YUpbERbQWWshTuuJIoP5uV/cb9tIgEyLfeWDXWa9HX8sHFHGa/CSi4AEpeaK25PYE6hIsk
6gF6eVM47XxR8+3omGLjE9yK3A9eZOg/B8Jjex9tfei4kemzHxQvFf7fqElDIB5MW+o4ddI19qcP
zgOiEqRMZim7WVxuOTcm3IGUaXkNa2uEOqZDE7QmozqugIPUrDVjr2ibDc9795WKrooza3A3RQl2
HQlPfuVKzJ7d33cVjVdYKijuwcMEK+my+9bJ6mmqTLu8WpVV7twMrH7oULSSIHlBVsf75FYOCoUQ
z1nbouVzsxx4ESoixzXYhJnlFf0tXWRzYW4m02ZzSNN+SVswEdMa7WzKb83NwGkXU7veBiz8X42s
/9P3XYRYOK/gFcU5BSMX/Ggw7yys1VRYzlRPRn71eYfuMjjwCZ/qfp8OdnOtWd0kWY7mhNpI67ge
vjdu/12gzDh1Xv9lFNq/MLSYPnt60tsxL9cSF/fXaaY9nQ8zqhXgP3k3+38FmlCesfvUZ/RqZ0Oe
TKnfXUdb793Jy54sNuLR6czhhbE+fAKqEFCDjK/xF8wn8uaMYApoNET+xEfAgSDh9jYFtGa53Ywg
63dS1Pld89XJVLNBKiA9iN6yomZI85eg9fmK4zP/x/cDg73snccL8dHtwKARcLMK6nFXs3XF1h5w
PPKqoHFo+PkW+ZxyxXaR5cs1nwW8WDPbBbh7Ac65HVCVrOqdjrGrG5ZAa6RsPLRe6kZZW3kH2rcQ
kxMdgYRRmUVzm2fc6YDuRrPW0WC0xnEyx7eWsWGrurbeuHKsYwdJ2sRkjZOMPFVvIq+8xJ36r17H
rW3m2dkKM9eHawY/FukughS2u3TjKHqWOzrQKxkGujEKWye0ZN+YBdZYq3Kc+LG5v3tS5xXzwCCO
3Nr8vi5WLJjMdDB0ya5t7n9GE4/c8SrIt6bO/21YeGpCew2zuGiIny8srqoJgnTEdCHe1UWw6hZU
l7kJvnLmdsh4pOSbOaeURrTHACsPOgnq9yADbl7D4CV0mxc60v7U9MOuQzZyQyJhYOUfr8L9oqMN
F8GKCcjc3JA7//yvS1pnvsyNBjbEElMQO43/lRB51X1uJTpt1mSCPjBZIPNAeQItvoij4FbcDge+
+6IfVE+vtaHdMu5AFgTSKTcjZtRNuvvl1NYFeeytNmbkaEnQg0yRjBSxKXK9k9RABYi4e5kp9wsK
veUPLLe7xij0Povb2zsT5qOfdaY5BCHzwttCNFC1dNQMOP7KPsvJ0l96OeaHPCxRw6iRpa8ip2xK
OxpQZWQI+GixaXzctcTymP1pdOXwYoVl+TNAQQZZPAs6SIXwBichorafa4AUT5lnqGtduuTb4x19
p+lezB5NHQE2EykY1IEWW+oHaYPYo86uZa10lLZBuylR4NjXoSYxHSw7QWhB4mqgJMmKYpeq0X5S
QqlvXmqFezUSB0wvxb5rJ1QVB5Yn8C3Rj4Jyj5f7fkSCYjwSYwR+1OhjISwdU9jTcErTxOm8MGqk
68SIyX8jbW0c3e418OriE9iMeeI4xZS0pfFpKnryktfdFNvFxPdjWwXbtvbKWPUhORDIHO+CARHR
ytrgeC2XBsljUDCAxxk+7exo/nXaoSduZv6kjYvi2RCRSvCkdjVdgfi8Pyt3w+B4o4yOnAFCrdth
wkxYjTVV2VX4rUocl/sHUjfQt8NblHToIIt40fYbYVj6EwiqbLCO0uGMVuLPOURxn9EV2hzLsARc
2+E/iF99GYrQh4qO89lT0/d0rPKNzqqNKdpx15I+3aUEeSgHGqMxxPvaFUfrzvsGFhG0ZQjgoUju
o050+zWBOagOJ8q4QFfRiHRHykuo8//NxP7f3sx89W8XDXZozvqDzwFluaVxTA2OhJjpVRdKcbFS
6cOpzSaE7HZ9dkSPdpHc34LRjCdBZT67nVutvD8LOt/ZPGMG+ECITwHTAQ/39kPNHqjMSbnVBWoV
nynfoahvpCry/2UOtBB7fyP84snSmxD94J2aTnYb7sZpeOb5n4zQeGLhSv/UAgz6vzNCiRLsZrNK
zZLdULdQKEetqbrorLf3NurUkaUo2WrmANYC1fonND6bn2XbVjA6ot7VvQfx2xQKsmbQq409FTIZ
G81+GSiEHVVlQB4pc0HhCQAVHK4i+K/PyvyYIHhBoxIA0UvLCQyE01qFU10kMJ4bNYoxpiHwZ4+v
8V2QhI1C1hkJOQwDpoxFIFKaoIuBQHx1CXIpdsUwZnFp2SJJ1RCsDHX/PkIXcHav0Sdh44+LM5FL
6pnNGLKLplWWEAU8d5aCZJ76hMWFba7t+Aef9v/GA8h78UASh7FOerS4sDI40EDCBtj9kyjCfe5Y
G27nz3XAj6XNY6BoImrsW1nvRltFgWyP2bR9vNB3MRZBzn9+RZD5hwbcsrM+q/oe3JZdeeFFmkfc
rWPLYflubGS+J14BH5EGfQQ3342ZMaWbx6N/cPxB2AgzjaAfKUREw7cX0oVAc9m6E7tQx9E7z++6
T6lq/WffHo85qP3AJ0js59ExBsBGrAEwVDVCl9jITrUUAM0ZtFZHVXTWPjNFGNUpqOUNrrLnsGf0
1Fvp58cTvg83wMwEGhBwxKDtEeWN2/k23EttG0m9i9DoRsYOAi8umZvU4I2Ls7LWW+Eb5yaAgvXj
gT+ItZC6QLJmphVC7sCebfhfD5tf1iPOB7g/kFBU2xHkbDJw9BcpyS8zyPQ/vRXyyO5MO2YhTSHP
4FYrU7g/uJjBfFKs2bVD7fZ2BqSd0JMhdX4JhXiteUcuaGUFBVFd1yurvMBCzVYRQ2GFcSNnyTlv
cScVY2PLhwZDTc2e+WDgMILCfh6MRjz5lXhBJtZ7yeWQcDBOgjoxyTqgAFFJeBkUKAcfL/0He26Z
4JxAJGEh9noHzPy18mT0PT3Yil5sDR6rtC/ES+BBdJ0E+hvtxL7z6uqTWZVspdll3tHb5xJOzH8Q
83DxgJ2/XW9QU7StTwS7WKnr7gwPrRghkWHy+OvuzR92c04vICsGgNF7RPPX1wGPmurCrvML6yZ5
CFkG/di84BvtOZ+EpVZEGj44Q7DsDur+yL8iwTT//K/RnNYrRvTusIvRhp/Luiu2SiOfikTCeHj8
XffBH8LkAOV2QB1BQbQsTHSkHScB6qyLHK1fTY/WdCsl3VdQCf8sVW/+AgRqTczjo4/DoOABtcAe
BVqU249rWlqRkYHAxmK2cfJs8TUDW+++9Mzfj7/tgz1Dhh+1VzCHIIBZtkHlzSS1wNt8bimRW172
3h7C8r8HMvInBUTVygX4IFqak+U4G3BRZgDD4jpavEyRayLWWee1/+wSq9sGOdUvKHsh4eFSNHAy
uc8LX59QvguOLYpY38KBJx1t/UOXp2TfZa5GgaXzs59D30+7gU9/7HwqXgEyEXGlC7oC4vlg/2Gq
5kMGFyLErtxuBslBleuh7e7cdb6TcMnZ1WicU+/D2aw7Q6A5AzyXj/flw4UCKgL1dKQrkT5dXFmV
Ul73Q0vOblHvAGs59uJzMfyxDfIbDtW+z8EdrdLIqSrIMId9xDLwPjZHJ92JuooKV34JtBHCxnix
k1p7Ng4rNuV+VRA1IiMyg4180AMsVqVKQXUFjrPsQhrzMgzhqxhN+6Ulwckxu+p1rNt8xb26t2Jz
nIrrMAcXSOYuzg7nAlq5bZpdkEhjURPWASjZrWH3eOXvKkyImP4eZpl2qOHxj43nZxev3ZKuT4qw
PEo3ZDFKmN+8Un/TQb+rMuPUOdO/0BVZK9+sTmCxsq6imU1lmF1wOrbGCCyRS0MzQlC4HTjZyrB4
NsrwW5UeU3R/VqFeU9O4NwpwS3DaQcgB24UczO2BH9O2cKTdwPq0NujIwFVZqeGPlUGgvBL/PF7u
92Tj7duENxopHmTyULO5K+iVvc0oJWZ2sVv2alpwwkoOEnRVVwTNIHazdRTr/iByyZ7mZPR3y2yD
p97x6r0jYIoLqBWClNAJT0Jl5h/Wcw8aS6XhsYgH7W8uUuTYB91+RX5hFCA8zHaGX6Aa5jhT9WSE
eV4kKcgkE9Ahsg3NCLgAp1I9syAPt8RVxQsJSr5NZeX9axttGfdcpd9AF5eeAmzSiqn5aO9xo6Ap
gcIimM6X7kpqt0NYcArmMiCljl6lfwPj1h5TYmxtSYaj60sk4DVFZsvPmg2q2dYXbvP9402591NQ
XUVYjRAb0jjQPb09AL3pIOHbWfnFxTEE1XnxJ9Qt3cluLE6IctrE6odfVdmbf/7rceFAACbkz9KX
ePpuxyUg1MxqIbNLxj1oNMLRvzYDhCRSRS4mnLjDBNLwfc16f4UE+oNsK8p4SDciboNLgZru7ciN
AcBxi5rCxSQo3QHw+KdPK5ZUNil5jKolxds4pseQG1/NqQ+viiiyA0obSIk+zzeuoIAMcefMAv/6
eE0+8GCRV4R9RSoUVLig+bqdGjVA1YwcUXhmIfnBkQuJ+T8EsADA66F4XUzFJ68vToOHaHMk1XHw
i98CtK/PqsjW+ok/sMBzxgWpTiibATw+n5u/fK4GDe6dB+1bCCgW04+w0UVk+rpYOQX3zg/qhnha
4Pwg920ta0FNSZH0hebVuWqGsyzz6SRY2O1G2Xl05Un54BGDxiWiVaRwYeiW+FxSa5t6ZEzPFdJt
myKUbJu1WR21vieT1m5kXHKyxjb5Qe4IFxyrN6vRQYdiuaN1S6jXoVsMXfygXQQixHFj0YATsXHo
d4CE/aiSXr4rBwXzy2qSJmi1vdo6yPfgfGrBo9r5YSx6bhwt04dgFA/MP2Jwvq6cvNnOL0wz0HzI
zeAmguHQXDy4ejRaqc0qOGejV+0b0nqAMGsW9x0Z/oEB+VFbNj9NvTKPmFVwCFroTLMh/7kyj3mc
23nMShkOiiHwHVEKmN+rv45dWKDVqG9Tfhl0zf/xwKlzQADJ4Ip1Y6JQ2008BGt74qVfDEeNGwk/
PpFqirkx1UnF1YZMzD2NBihpe13S7cQh5VaryXgqy3yNKm2ezc1skX2AtwgoK7ieA1C/3s7WcpE1
b2BMLmY7DbE5dcj89+xLqHUYTxq4n8erc3eEMRwo+GGn4YzBsV4sToFQAVBZO0MIPTAgG3W1nYyg
TYKuLrdeXosEj265Yi/vDME8KBDXMAJoT/CXHkKHI+yDeTO7jMjExMhNl1AtqdTKM/Rell8s5Xwr
50QB+PmhG3O7lIhbwW1o8vBcCLZDmgRp7ToCj0I0DIeQgsogs5Mq243D71I+NcZhKsyzlF9I06DO
wp+MqUgysCxNdNw1Ldu6/AtEZyOHSvzurEz2DjAF1wV3Gl4vjJcHbNIiodPV0D9rq8Y49ygcbPxK
gri8Y7s5DvoMIF2xL+lgJKoLX30l3KOswNVclylqV+Zk1kj1m/6eAut+eHw+7q0N9IuwXdgtxMtg
Hl/MCxF5MU5KZZcB1fRt1qV0nyFIOqD9ABzPXrF3OKrBCBmyl8BkbAe1lzFxxnzY9cBPZVEfBANI
krFovaK/M1Qjr4CB6d3jad7dGgfv20xUgUTtnLCZT9xfd9zJeNdbuUVeFUrz26r+NwMBra1rIL7H
Knk81v2TOneHYxhsFrx5JIgWgxW6gLeIOI4bgXfuGufs0wm6o0zCbcy4f8w9QZ5mf9dpAvYEBg0T
/c/mv/ZAwZyNeuP28YTuoz3wZ+Ghg8SURQCgXUIAAj2EcEFIeBkcEe6mQWhwGpgZkpTADr0OoOt4
7mT4HULwZDcG4ATwm5YYCdozsYftVO1AqpuCt7cVnwMggn7y1kA2GE1eXbuxhyyNVBj8AZB5Ffd1
t22YOFKIqMHAi7fuwlSngO6ZZabORefjRk/Ujw3SXFGgw3OBAtDjZfpoMOA2kcuCEzIPeLttgGOh
A6tznUtVFOrkuXUdpzWqjT2UNvYghCAr491ZOXwcki8O4Gy4pTgrt+P1NQ5gNQ74OMCUI05Ap+ZL
c83KfTgKTiFE0HESgde7HaWqPN4GnedcQFQ3xZK3AOCEdruSUHjPUt3YUlgAcGbgGTUhBInM0u0w
vl8xEGBO/qWyiDyZRj98aYpsTAYxuq+BXZszgRUiDOZrA51QxRj3wFr6m9EAMmYzWIMFdnjHk5cG
zkkW6Vylf/xe+d8CJdJP49CBRC+rTa+PZoc1LnOkbxDFmWMdyakLNsRvshe/qIovgH8D40MnIbpo
Qki/V9nkIlVIoP9tqqaAYG7oVgcGjeAoM/D3GBBO/iPM5Z6bSOPGYdqhCVhnJOdR64H+PGayJAkK
JCkeQGAvC2jC+Y1l9BteTNY2dUrg4XlGpyySfolWKDxb2codvjuceKnQGAhAIMJyiLQufGNELTof
eGheHFrTjQAKGByGwsGsygLQt1U14/ce65sNBcweUmZoN53zMOD+vd3QvnIL2ZfQwbWkeQz875a0
3/ohONG8BEi5izJ2bIO3JlevY1lEFpDeLSv3Nkhq0jBGwnRD7H5PIH5k+L/F8Kd0fqMojFoxQV2Y
Rrwttz2qyjNtdkmuNmoUIDh44igk1UjaVcaXQKoevP/WFVya28aqN2ZpJP24Uh+/Cwbmr5w5XgBW
R+Jw2bMxwHkfzZFDrFJJRPqkE6cpa8tfVMvPj63LhyOhfeI/hRGUdm/Xc8zsXAa5o8+S+eofFLmf
cLLrg+77cvN4pPtoEx+FhPKsfoWOibu2KiACrdQLW31u3AnoR+enKMtr4AEI2Eixp7KxI0f1f2gH
SUVXRCUrLyMe5SIfEx4ggW+2K5buHmszzwiPIvxIEDYhJLr9+IIQaioTAqq58Pu4GIhzaIjMI793
0iwCXI5vOjJ5u6q0ghOTFWo13lFU6FuwJ6NOfAvZEunx4MW3OUmasexWCu53VnJm6UQDJVxrzBF2
+XaCjYngz29862zokB3coIUHWIjLysbMn3l7p4DCw0XGzqBOgnbJ21HkGPZowyCQPkbct7XIOBZ4
Okv3MMIXjfo8Db4PTXixm5DsvZJOcapNYOTQobLzaI4O1p4P/rPM019jPiOiKM2xlYVVRNJwqpVj
9I5AWcwWlUN0ReFJBBw5WLgxBXO45eTGcPY9vIIyZHTnO9TdViBEbBF5iPIYuoZ6plDuiLgjzB0i
eFD+1+AHTzO7u5SglNq5bicOoWXkJ2uqQbrRdZALsbpBxTkH94a2hiqWKLBHUEzMdnLwDT+ysxqf
1DhIm5kleI6dptqFtt6GdSV+FkRAKRpQkPTQummW1L3qd3VY1qi7jugOUj7dIo1ADjjn4ybvWZdM
itAjio+/K0WHneR2/4mqMdhCpvAaKCvEQeQWfRsnMzz3vGm2KOhPm1S6L3i1T8Jm4W4wQH7/+Di8
NzovFhgtKeB9eA8+4aHdHgdedNQs7H46ew3B8xa6fXbNoHs6ZqkG4r81E8icfBUWS19QfffP1HGg
wWp69NLpNjjbHFHnUPl01+aT2GnItTz1Q45eDpFNLxz4kieVFv5vSJ/YCRL+ZgT5X7EPkX1dOdh3
ETQEbGbnH7+A/EG64/ZDpDcVrsrzEeo6o7XJoSGT4PjKXVdb5m+crp9tT8FZ2SvZb4ups9aQCvO9
WS4kQPmg2YUG3syIezt+1aLGIaBjeiaM+V8tA21e1J+C4zTCI4UDonYWo+2Xwc3EmzAQpQyg9hJW
OkbZEKyJ2L6X1hezQWsWIFfgmgdF3RKbrjKbyIH3/hmdfexgei1wroF2/ZM3qVcdDCa6ckBwmBRM
2ki1M/GjQnvqT2so1SsKDuKzLVMvquAcPrPODK8tkOxPyq79F0NU1Sy8VmzRI1ZFATcrNLN7bNtr
JjfelCG0CRUaH7jIUVWvnM49ENp7bwCA559qznm4cobv3JIZrQkUOrxz5NLuSr+NnSHl2QXD2Qad
I6iPBDsDc8N2QABbcdeO3Upm4D4MDsEDj8c6BGIWuJulyskIbD1Hf0dwtsBWufV5rd8QQGTPNOQQ
qSk6M2GdNWxx+uXOmXQLgnRH/hpyv/kBFF63gUUlMYGy08pC3D0gSCCAMg51aeCA7iMVJW3m1NDd
OnPwLKIlsfEOnIxr3CvzM3RztFA1mYNt1IoRpjhLTJNt1cwkVIfnkPTPsiHG156MxxqSNf8+tk0f
D4RIEQlEICmWhVRW5W4pcyiggpm/fgZ5ZRP7aS52XBC2EprfR6ezbhKyL6i2vyfJ56X9KzaHMo+t
AlIGZ0Oq6lddM/uKGNT87nWQ/wmZzk+lot9sAyyPU9vMDmIVfspM5UZgohFvhmEwIHO5t1eVqvC0
GOyb1xhyPyIIl5GNlCJ4O9zw9+MVunvL35uGUdomIQ4+DODtrNVQBhAV7YMzlERAQ2haIvIotM+A
wJXjqQhU+Gy4tfqi22JNlOkuJ4ehZ8g2DgLyGbgKt0PLxs0R6EFYNxg025jjqz/5ZjKCkK7rvTwq
VLqWffroY31c9TnJA2z/0qR1bkbtojCCM25nkWhpeInkdfaCbYUWI9ry8lOA2lIfefm0lmG6Dy3x
ucihgyUAKBsTs7j93KljYV40Ijj3VFmfzBpMbnYO7gndBc1zIQdrS0UablXQgdU9CwKduKXVxLUt
MmgAtXAbslaeRrdDqa5V5hvIO9EmQz0N3hc9VAgj2xxLp9EKORS9ebJ00UToTzQTTlpsLZpqg9g1
RgOgk54Y8YRl3/VB/SNv4Cmjl7jcStGpswFBzwy5HAhxMaOXUcMhfC8rw4k45Cd0BJAk3Xcmpcdc
g/PE1WgfdoL0kNYtP7BM9s8Mumdx044O+uoIWjSqYFKxN5j258dn17rfT7TJz0AhBP1oR1lqS0Jf
zqLlUECV0LBdKEJJ9DBCbOuZVhqyXm5PirjHyj7Bpf/S9qUVs96jCehx5AGu4ifaE7bJ0X2HJtYB
MIG0GsWznzp0Y1pkDatwb4owV0AUAH1EXs1a0k1Z0hsMQUsUv0D28yMN6o2t0eGdafr6eFXu3zLU
IMAkNAv3wONdcvBMmnLAfnr7bOkLfFVgVEff3/eEf1aeteIx3T8XGGDGjeLJBFZtaV/9Zmpyu3Sh
QDnm8sUSvRtXcjKS//qL8DZjk5BJBwJnifPxJuKgiGDY51YRuF9ygLBhlf+bO1CO8FMADx4P98FH
AcqOyj4sOQA4Swri1qoGKFKhTKmNEWVOf0hRUUvHYWWf7hGGyNHiu0A9Bt1EgEMW7qZqunHwEB6c
zSx7c4cc+HmVou9PmD2LTI8/UTWxrZ7KbgNWD+dK8uLT4y99dzNuH2KU9GaUCBx4wJqWUrvl1OvR
arV97nVRbOyqHPe6psGld9Mr0BTqOxry8CK4XVN+tbjXxh6S9lOItu+BKfu5I/k/1FXjMxoYhqdW
jdPW6M1gZ4MBfhvyVFwyq8miXDvykJYj8nZSPKkSjfJZh/5sQXgcyOqJFejMKYHXBvcCYDRRh87l
pMtofmS11ay5XrOdXXwzaFpQhsAzjWB5GSN3uWq7MBycM60GsPH7/nQqG3hYdlGSc+YH7T+dEV6Q
kILFQ6EAqAbLl98fL/xdpAFnAO178LQQQ6M3dZHNdHMQDnWVbZ8D9CYdBteFuDa6K5+aKhgS0NL9
6N2+3gKsfPZaZa94Kh9YIuixzWU3hPHArcxW9S9HpbEIo6PP7XOZuycie1JGTQ1haqcDIvnxd35w
lRB4hx4gWih/Act5O5TlU6UM1gTnZlT03yys31qZmyun+KOLhG2EGzlzHOEQzxbxrw8yPG4aBqQU
zmCcRn9NORoAOEJ0c+ZeRAVJsJNvyAbMVbW/c6v0d1ugbefxh37wEiEnhHYK0FjB03QXoVvBDDsY
7Co8Q37gRBz1QlRVXT0krWPVNtUpZHgSK4ixPh72g/VFD8Oc7oE7PXPG3H657uc29gr+bVMV1paH
mbXJOJRP/z9GgUgJbD0OKyDCt6NUViXzbkjDs4G+00tJzZNtTeX18SAfhEToDsP9ntvy53LJYgnd
IQvFMHnBmZf2BUVCaKSif+do55yfuOe0r3bjqGfHl19ZNplXN6/cbSp8sS2dejwUftYfB7dfeeDu
LypBRnUW9CGob/hLtG5rKZSMAMuCdKB6M6Ton1iL7sE0bCSLmdmDP8wb0RzOYIKORuoEK2/R/bnC
6xpieJAGYH+XzYRdYGZWYSGocCC+eRzrsUlE39LILq6tAJt3XSfIWa4hm+49c7QIwLGayy0gR1i+
TGVOzUC1ln/2dfOtLCTQZuCxaEb2isrtD9uQcsUk3TfCI0k/t9sSfOJcFlhsfiELKxOdoc/wzYad
6ly646EGk5VKu2fLy7Z+0FlPDqNN0heKbrjpx44/1SeU7dfEye5rwTMsAX46GlRm3tZlTGQafER4
Cus88NrdmAxvFKThWfVWoK7yJGrFzz0kM3+ZYQahYEBLlC6ScJoANEL7uP3VmekjSKqrTeuY+YXb
NhJJNp71//peErSqY37wU2D3lu29jFad2RK4lJZDvYsX1s/lMOQrN+A9fXf7XhL4kbDf85sF9PNi
awA5HpiFWtk5ayro5OY5VF0Y7adtpfqnvKjqxO212tSDSbahPXwSGuJX3EnDPysG4oNTidcSAtM4
l7M3uIgXUwNMfYQb1nlUVnHImG4O3HER/iCBxEBwb3DnLc0V6ILrodiVwlcXareHAc2D30XGg+eQ
g8QGEV+HqEZBP/mQkao6hsNaTH1vNOBZgHUfaR0A4e+ZZVHuFQazvLMmhv6dCfAnNdKCDo4TKdvf
5xP7UlpCvzUgw1o5Eu+pk9vdwtgz4TA4PVBuXuJqjEHbbAwn7wzBhwgZkVPf2jwqQnBsGUetf3bV
r1ZOPxsWRICnHWpvOAZIR0S1hpuHZpYwOEzs2e9FJIMn5oFSADpBwgXjZPjfEWii6QTNLSCcmAG0
YOVC1uT2WcnzBsjALHde8sD5U0vKX6oy40noyPzw+Ojch0Rz8ID+99nbQdflwg0xMyaMio+gn7fA
Q9hCGWE7ln6zEYBbbOawfcUbeJftWO4CMtjIic8oaVBa3n6aAfvZKLv3zln6gqo776DRrvKfufPN
qKyEhqiwFt6TrOsTdMenGEw3UUH+7V199TLxJIy9F4BM6LNhfMoMPkWh+dKRZxpcPQlIa14i1LWT
LkTxGSRLE2Cuk9j3zU4a/tp5+sC3Ql8D/FToBBM8ykuWU4TPuvbwCxms/GvezTIBuoPwHBv4NUuD
IhEgw/g2eJaIwfvEd4IbKy0s99cevjq0W5GRf4/GFpsHni0SZswjZ2+k1omXxhWK7pthdJ4t2QJO
R8cvj0/Lu/e93D1EB0AWA02HBv6FP5lZvdflU4Z4062OjtttJCoBOVRZCiE2xfAaAE7vGMB8m3Sr
VR0PObCHXnOo2uZrZnpxq1+ngMeme8zTU+OkETP4WU2bvsjjoCf70oZOEFTT6v718cw/sNVYKzQm
4aYSgBGXAlit2fh1XtjkjMB1esnBaPqayYlBTEdYMZ4LPKG+zDauY5g7IRx3k1JCE6GB9H48E+cD
G4gUChJdQJ8huly+GhOhNaTvKgeMbRqFfeeJQd+RV+RS0HETFq8Wu1YDSwIj37egpMQlQilebQy3
3SArcwnzLcmNi+RfJ+MIaKLbfWXGrnPBChf8pOaLC+Y6foHayGcva/dtWO9Hn3yl9cEzDfyT7Owz
sWHmy9DJxKpRuchyIA36/+HsPHbjRto1fEUEmMOW7KRWoGTJtuwNYXtssphzuvrzUP/G3RRE+CwG
sxBmqlnxC29IfgWqcazU+QnS+nOa461htDQaZsn6knfO/ULNJznYIsm/CfRe7SgyzTfRFGoYsHkv
7wOzWNLBspf9GvEjXeJmnQPXTL5K4+B1RBfCepziF0pqDd08PCU0gZvUXTT+mbWvIw5PYe9TrxqH
6FCG0NKhKhe5fNPZ2ndU8EzXytMnBBP8GV+w9nOBbo9snD5e0HfCc9QboB6QxCEyoV07TyLMgmZb
3c2+HhnzXSSpaAqQjz1mZZAdxKymx7gphvuuCOKjLNUBaO8km1wIy91OMuT01urT7iYKe3uLDbBO
gkAIEKxx0yKrZV5r3w99ok0lkFt/bMU5xvnQFeZgnBQ7td1ZsySqp1n7nVhvOhAn9b/afBYHY45l
13GKlyLIxte+bjYukfcuTrqqkFeBCdAZeDsgfyWlw6gGepzCGSPcUM6Nrn4jgowQuy2cpz6LxNE0
MePRahUQGKXcsxVpW0KGyytztesgcyLUA9WXqTGvHthecmKj0ABQhFpyUuDh04SHEnU7R9HWW74m
Fi+FDMpmZA3IHK8oGUZgFE7fBpPf2FN/Rs7qbtar9GzAC7sPE6TnqgEeCg7Z0bcQtGoLzCZjw/bR
fFv3qHzkccqrWGqiu3d6VfnhSKF1UuvQfJKn2brXRCBvvCvrvjXJOlsacBDXvIpK3uWh7JRE2FXl
jH4nZ2d4C6MvWjrLbiSrVNyE4abc0K45WvpTI0/RrSzoTAeOGM9tn4RnlAeFq9rR9NDU2egrWWw/
DIaFQJXV3uEZVO0x/jyGYYNAQF4lj10r/QxNlE82rto1TobABhlNLloqWg4kxcvvMOQW7EWbag/1
gC6YLWf6UUoF8iEiNX+puWOczSqP3GGpLRrJYnQVRHu6L/pLakbS99COrQNrILwiNrcKFO9FXmhd
WIiJEeQBF7n8bVk360DYOu0hrrMdEgnBDhCP389a5zmlvjET64uAiSBNposF4Mm6jroA7tmRUVXa
wyh1ildJmrWrmvr3xxfh+lDB+aFZzIVH1sNre/lFSTzFJUDU1A/0KPcru/k0Cce4n5Pyn1P/ZSAa
pJS1MAiQr8p08N6DXleb1LdCKT85Vf9fnTrneBCxNyjJXU7s79ZJ9s8iToDVDVqBUFcAynI0Lr+v
L4LEieWs8IXlhF+02fimTtGLXiZAWRy7OyVRERw+ntL1ui1DwgLQ4MyQD1xt4ABOtpXNbeFLoW3e
Ifqj3rXGFjRqHUYu+D/yV7IN2KKWevld8oCUIhofBGIAP/ZxO9mUXIt4b5mZ6o6qOrpS2icbd8w6
Clr0+tHHgaxGMngNd7TsPAzQHy/9fDKGI/GB9Kkp9e6hju0fTq3f0RxXKEFr010RUOHYOA9rZgBr
+ffwy8/76w0SVizNcdKU/izXbp89Bem9BCZr6HEzHDDKko2XIOtPOmD3ovtZ2D21NJSD6vy5wiW2
ND5XJBZJe5yrux5TLarq3+2yfnRCgUeZ8ilytsQa39sJ5FtoudGyhz61/P2vH+zIeV7ak6ioF6Mp
3QaOuredYss67r2tQMOF5Iz3mZv/6mTJMgRpI5JLRHCS8CYVEZOT5F8mO8vdKe7qR2vWt4KUd8ZE
uAjuOG+NzcddLYVaTWYzm0bmL819E+yrbjSfDCnbCW3ax1Xg1Qg9d/1PpCUe4vI5c+xPRS95RBZn
rAEedS065sPWmVjfzqASFqwRWxMY33Vhd5yLqSsTJffjYvjamlZBRUQ2b2Y9Q1OjKrfS4ncKa+Dv
uJ2J1WjBcLFdLm+p1pXgmzsfdeT8a5Km4aGu7PmLmFQAV6qAmZ7q8fCQNGpw0+rOp5wD/TkXFaGa
hcpgHYAwcx0z1D5lbS5u4tKaf2SOEb18fCG9k0ct8HkuXoI3pJPMq8uiEAYwsLpE9JwX99RYanDX
DprZeLqZvI5O+xjkzaEuKPG5imTmn6sZa/mCZGjjDVgvEFk3LyfhNog0apGXExbbSjikDdhFuUaa
VKN5f+gapzoWpUGzUCm2dNrW5WbGIyJarkpa1Nd9KfCGVVxAyPJFHyaoeVXl3mjt+D6r9UNrj8pd
MaAq0Ikx3m3M+BJsXcaqIFDoh4LAWxoo+tWZVK1Zk+ze6vxEyMZe5I167CdDOgcN/I6sHaSnKBwh
DJUtAmkQer8J/gpCQhj+HJTNbsicLbGc9ZFdYipgUECi2ATXrisJDoxyRs/Gz1rVPBFmB2fDqPId
TbriG1BbZ9+n47eP52F9ATImiJil8GwgmHX1+rZTOFSFGHvq4OTLtpJYGPygePbxKOsYBpzSG0UE
sVPaj8vf/7pm4wpHkDqtKx+pjAb0YNYcbaWUn+bIERvt1vc+aGEPwc0FH8AaXw61OOJMth2U/iiI
GwIQLRSs6nnjnX3rSFxun4X4C7qCy5V5u9avgg1KrpXLwUPc0IQ2pzS/IYC6yzPD9FS8bPZlYfws
J3287VGR++20ENo1i/Q/rRN4G3QR9lKaNZ5pzD9GIqPDoAbChUCvoSSQIk5dmtl+knr917+uBPuK
nAm6MMhPwvjL6anN1prATwQPfdRRREpg7RVm3hyHmvLtx0O9k5EShCwBpczac+VfLUWToeULGqby
IXr8aElBP4m6D/ZDEuJbLmzHTbm5T5os0bu30cTu7LbZ2HjLEH8vk4bRHqGXSUlxsUe6/tx27Kw6
N9r2gRREOgy2CPfCmewvvZ2K05AU4tQbTeP3kXZX9Ngpbk3B9ZHW0HFabhjUjTlb+jUGS0zCEqU9
WA8dgs+3g61WN6IKD2OwCL3J8T6POdWRps8UDpJvojODG6mH/NeSb3wqpR53orSKDlOkvo5BPpwK
oXT7j5dp9ROZGrJSyuFsYx7l5UD9dTadMIQxMunisXeq/6JhMCgI2fWNbCSFr9XAZTWRd68fj7lq
vy0GZ1R5iVEJOPnX1aBhjgQ7jPL4MdP08HkIUdyHwY5+TErH0x5hXiOmGp0kTW29sZHyuxTiv5eY
c2m4kVFuJQTXz97bz8Gq83/RCdnW5Rx0IAkA5NnicZCcn7HavmaaccSpFlOvqug39uTybRd7cvn2
vwa7OoIk9IIM2hKPeifs2yBpcXDPUcr9eIrXnwRtcenkEtwSlK9eVqUP1WnsxaPaOtmLnQbkIKyy
V2Pmc1LIKDe2+vUVTw1GAbZIGMNJQ5fn6opXKTaJIOerhtD4ORt6cmMkLVYik7T1TL470tK/IUXl
5bq+4QtdIn/rRvGIeYhtuDnKXW469trskjzG3sfTuLro376LqBdM7/KkyFffNSTwOLni4Q4orVdq
8UGzl+6VQEBwGMfZm4PuU5kAOqJWDw/H2hvhdJKz+VBmyf00T7ArqNhjkOQR2LiIqhxCLbxDS+Ys
wmQj6L+OppbfutDN9QWPx3t+9VsR0bOC2HTEY1ROKvSP3P40t2q+L3tUKApZDLtiMoK9Xo5beed7
a0Kjy0DIkWyWPuDlAcoTu67xvxOPIjN0V+li7VakQeCGsp7/I+Vo+Ug6w8t3AkThib8cSprNyagF
IlyRsDJcb0fTk5xh2Fj39SFdTimIPLYZUeJ1WzOIEqmN+zB+LGE10slICMPgER4+3l3vHVKeBtIz
thbyJcvf/7p7TSQOISgO4jFwgoc0DHq/pmB8rqRhfBCoqN38f4ZbWLroXOhEe5fDgduJkJ7kjELy
QIbU/EOIWe0dyf6ppuq4/3iw9bvCDFK8p4mH3wCR2OVgiK2qZTzKXHNjb7hjHP2u5Aqhri4e8D+y
H2O1+fXxiOtNqCG0wES+lb8BvV6O2M9qGXX6QBtcN4EVp2N9QPizc3utGjZu11WlgwBNgbZDsYML
dgFZX46V9AZ0qlw1gGxoB7UJDiMl2t1oN5CRh/YsDa20syP7p1E8q6F6GsV9qj8W4+coe2zqxfTj
rABhViNqtel8ENKoerWVf1YWVrgytAc71dCRKjZ+9irP5GdT36NWuYj0ge9Ztv1fG24ohTk6pJd+
gkmOG2fasEOlnNg1iu1dUhnl1xi9QNdsW/NBkfv+3CtovMSW027s/HfWiiQHUi6ph0EocLVWRt3W
Zpwgzd2KVrldWvOnURIwWsFub3z08k2X7621+AcAU+ByIg25qvYh4m9UTiaNfh6F6DWhGXgY5Tr/
+vHmWx/ly1GuPqgIy9Ksg3CijGkDTddU7Bts5ZhodNyCcMtk/K2def1RizEbxHRsBgGlXy6kgler
adfN5Ie5cpCa4KW01cBLGiiFEY4A52r4JsXhXafc5fGjOZzj6pOIv0yxbwR36vgrtH0jflQXa9bJ
66reK81HUHJ+Wv5okp9Nfc6G/8I2xKEY+Z2Dqv5nzz/nDiF7HAawa7dttwu+DYiLT87ZsVFzaZH+
fm3Lx3C8E87PwdGwKKjhW58w/PMc5VkznqT5RZb3ZLbS8NQ6qIXFR6P64/Q3g/IF0fyeciTWG64V
/ZEcrzAyHEdO5qIy9DMPvw7Y5eTxL5r9SQSBpflhid95/ieDH28HOmHGeWrOivq1dB7sDgSUussR
EpaAb1vpDaYn7r+u9kK94eCT2hBbXQeMIubP7QT/uSyNAQ0gTXoxHEl4AWYnz1RhtT8fj7c+LvwP
MeBA6xCsIsDPy+WGmV+ZVM9kX5WgbrZO1Bz6sBj3mrn1vK5jCGSe+DasRmjg0Ty+HGnO9DmSQtqu
FnpIu1CAfIIX2LlBNN+F0ZG8O/g1GN3nj79v1c7TKDtxLdFRAo4JgOXqJdSyAmxElM7+AH30SwaO
6ZbqeIEitzL5OTUvP8qrwRtrq0aHQd/NZtnd6FNJSNNKyNzg1+Wp06Q9BDbeRj3ktRsTsqwrp3WP
s8yQfP/4B69fN5vDR+uRxGnBAF9dKgIjgHhqTGj+WlBAAmmUp7xqzIdSn4U3CCPea3231Sp5ZxeQ
MYFWBKNJ6HMtQ5ej+lQHg8LaEF7Po2JTGkM6nqZmv7HfVj0+1gNSKnApYPrEWteab5M0ATixHbrv
amzulF7GbLSeP6dlMgPPclr999Qg5+OU6RPlQtfEW+9b6RjjUUeC7Vs9Ji9a2NeHvtW0f77OwbCb
i6Xhggymi365QVVMqaNmLGufOmiIjIohueVYZhsHfFU6ZgKWtoAFauxtna82ZFqVQACMqvZFg027
lkbTrY3Wl6tAM7pvNUk/xGO1l9VWHLi1zJ2wBlSD89qHVq7tgZfkh6KTv0FRmb10MWuYknHc+pHr
p20Ry6FmCB6bs3oNHLVaFRVfoy79CMrIZ90YyofZjl+zUTivRh0l97Fp/VCcrP0kWb3+0Fiio0Hb
9E/o2H6NRU1Bs5LTTdmCJYO9fJz4WeQfdDxYIGoLl0tktx04UrMr/LZ7FUgWndWgrs96agyveQ4m
IQ8deFzBZNzN2Ik8tvhH7OWsjF47eTgP2aZp3vIYXv4eRKbB+RLPo8QPMuHy96BbI8aIwhdI7w6w
S+coX3BMMX61zhjeVmoU4uSRKTcw2/S7Agi2i0S6teW99VbTuPoV3GwLspsyC2YMV3d4low2vNtg
8NsaP2Ihn+PyNBntD9x+qOpH6W/gJOluTo1fCka7svIjnmjL5G4HahI+XaKdezHfpc2rPf43K78d
5ZTaUO+kh07/IYHRwxD8Pilux/YQF9ZXvVCfjOyHNYJDQsTIo8dy+PgKfOelAPUFDeLtjPAMXs6q
IUeRNZip5qsCqQwtepFoc3kCPuVBz438FnsVV3MqY2PYFTCIk/mWAy6hDw3+axqnUuWoURrj5Hc6
ixRbTXUcZ3SKUyNoj3oMfBqZ+F55FVpwbLM8fU46zbgXRVo+JkXP4e26wDOhMfxzdkUNHbdXpKHh
n6xA7EWSGFGKr7jfoB1e4DNw0Pvc9mhwuNWCGv549tdHn3CAwI8ejeYsaP3L2ZftLJQnQUTQoE5+
mMouR6tg3ILVvfsuUz6iNQ+VEG36q6NjoaSgKqWKAkkm3QSEz+0NtBOsnp/7LGMP9hG4BwObOCn0
4hAk/az8jIP8l1mUmpvXzTOy0Mc6Sb1+hPSpzVa9/9d5WIR9QE5yC5KpX89D12KC0zX0VtMwKl9E
U0SHPk/m/8coZLFUgOBkwCG+2usdaO62AnDvW3YW3XWzQP3XnLasN5Y35fKGAMC2kLRo2S5yL1dB
RZqCd5CrooKQT2YEq7LaV7Yx70wpAm4/xv/YKtEWvBw3Edhx4i7wtpdbaDDsch5LtfBxGWtv5U7m
dhmsjY7iOmYhiKDdy6FYLFmu1brUVg7Jwc0SsY4whGDePBWjkv5yUGL8eCOs5OP4HApQSzOLx3CR
P7v8HFWZIyuVnMYnXkXMo1OCk2rFRzNupmOBNsR/Za2eRNtO3/txEh5o3M7rVC1BMVp7ia18S6ds
BetdftBSplrODoJQ9tXZKeE6h7Ei1X4TDadON1w7LpHrwnU4gNWcJbJXZIP2HPEc7gpH3svt4Oxm
ueu+4r+4UEB1p6BtXwyuE6Ff46DCe8d/a7tJ1vb7eEAYl8DX6L/bWdy5SExOL33ryDdNgWOhnLb1
7EaaAOWXZtrPjyd7yQIudip9HbIQ7gMeM7rFV29Z2Y0zqp+T7MsNQBY9mgWSgIVz7hT0QrLMFjc9
oNGXQinFjZCleaM6t15rgh5k02iZ6wsD7ro8Z6dR7cxxqvjpmCUvge2cyngeT0GqHQCEAkXrm+CI
7Nf3vIwTzyh6c2dh66DO2OZN85BvtANXm5yfs1CXaLhjSbByswkVs6XNlCk+bfz0nKphdDfBA/xR
ZcFW5rm695eh6DzCvmN/IYNzucuDLmonwykU6gzF/CgZVuONKt3yj9d39bYzio1bK9UZOBNwSi5H
AfeXRsjcy/7CEvZStc1OWqEM6I5No8/Rqp8rw+j3FcLrG+/aispAPEt5l/CIChtshusiNpj2qred
tvHxdcZeLkuaVwm3kN2YDept1SrTyYqMr7kMXjIuQiCeWP75UxfZz5OFtSxt5R4LkTB4ThEdP5U9
fr9FXX0HWv9ICCi7SuK058kZM1+KGoJ0CjR/9HRhniCUqJ5K5LMO2og761BKhxKsxC7NDekbDRT1
MGHdurGVV4kkn0s9FtYq/9A2ucq300I4PdbX9CCrGnlUKlk7a8b3M54UDAM0p0PfykqOG8u7XO2X
55dRl2YNoELcgVaumtZsJ1mvNz5qf0fwHVbzxaAWKJU9SO59R+Jc6YmnFsesfkEfxx2GcwtnRMpf
wxgIe/YUNs1uuWZLXafq+RQMCEeo5aKDdpJiPK2cH+WgHpI23qXFQxtJOCEckHGOOvogSnYqAw1L
SwR3ROvZerIPVaY/Qv/wHvJ5mBie1Ba7qB8OsRUfoOSdrHTYQ8jdoYqXAVSIaqQ/8+g06vm+idPd
kgWmiCOm/GcBhrXjqdVDoJ8AV4BB23vNqA+5jSE2/w4HGRto+6CnYhdIN4DMj6mleEn4U+bXjPqx
U9VjE0zHjAAcIam6j2IeRjjyHy/COrYieqZTZlE+WirI183p3Gxkula17Afd7JbS3LsJZoNouDl3
kjaF/sRsHUdwTTvVTGsoOs2MEGVSnSfT+iNpVXGTGrm1C2hWeBhWh3sJYsSuqW3tnirNlrjwSvwC
0DvyX+RR7Bmu/mvDDSexA0VKVfIXoy1OeSmqO9RaFcqHg3Srz6HyEMmpcCOQ58pg63u5boN9k2rK
baul3wA7+LlFs3wRlam8OYmHQ6A5+aOWzVsv7/qOBG1As5+CL/0HOpKXt5c5663WTKCmSkLR3ZSN
4WFSrerp4/V7b5SFW0HbhsCTJvblKE4pGz0UwQ7Sn42lWIEgrimj1PbxKO88dUQzYNeQSII+D8vm
cpi6y6NA1pruETsk60xP7JuKJ4JbZ+rvUYbZp+kZ/o/9kaTPS+oGIRsrnh03CxNxy/wqu43fs4x3
eXUADKNhTgUGvC4aDpe/p8hqow6lpHysnVzztCIZfDtHvTsXoXEQVfQDr+J+PwD18/KC0EtCgtkT
Sfv88e9Yz/4C6GA+ELuGh349LYYIxxj/l/xxdqwfjh7jrBbKxcYzuBpEB7GPCwZyTnSbV+2S3GlC
TD9iyZ8R37yDmUhq2YzFxm28CqaWUZA3ZPPDoyIBuJzRWLBNNWWSfEkv5n2b9uW+M4v+5JQgImw7
ig+dGMwbabKtI0hBaSNCfxNFuFhRvMuAiC4y5VRhSaovx9fUOddiYzAejEEgyo5Nq6uMuNZURRTu
qN/oEMlIQl1HUMu3J1TURPbf5PSaK5L0UWuQLGvUZPJQxvka9z2QolDqsVmsLfVxdGLrZNOAvk2a
fnAnjN/3H2+E1QNK9gf1DIEvvGcWPeDLX1+MWda2rZH4SVYpO4rMObSvuPTaoT3WirgxRSdvncnV
84nyDG/1oinLkrFyl2PWOnVoS6PZk+Gm5LXYmjwOMRoi1ljovyyhiZuxoPChzLNxjy8GfpeBWd40
s7CPEzKP3sczsIo+qb1wCPgxRIV0kpe08q+mnoPWflCKuYQSYuO6Ygjta4Ww8B9pkvSN078+ELTQ
VOx0admBmrw+ddFo6EEiAVyopDw5UFMEuISc4sYoq+iTWQOvC1lmWVVqdpcf1MF0mChMxn5gdfkh
jvBDTZAxOyB3Hn6pskF8TYogOtQ0wDZGXjdIEQbDQBT3LeiYSxZ5OXQyDoHemW3pd0Nr7MZI7u5x
YojxIYwPhT4mhxD6qVunUXFj4XXQI9roxbne//x4SddXwqJyxIMLlIYKzzVuLLAGnUJgk/mGAWIE
bZH22BqWp8TT8FTG04QcOtXDQh+QWg4adWMW1keKpAqpfGCUb2ofVzHpoOIWMctD5kOyidwcXtdR
74x+xwn8FPeJvc+VeMtbbV1wBwbB/WPLZDXUWK4bT8iizqh92eoDD5e+J0At90R6ZYb+gh5+CyU5
O0XyDNW/QPrUpewTucXYIcsemsl9XiaqV7RzSRtSk78bZcehT8pEu9VS2fnX87bQntDGgPpE6xWA
+eUeiee8t8txlB90Sf1Mv7yn4qQj4hP0G8/Pah1AapAEAXShBwPhajmNfx1sKQM5URYMNEu+lWXf
LOwn82IavLpOvgRZsNVVXv5/Fw/BMh4NxqUA9dZYuBxvrvW8pukvP8CQbd3IGoVnhmm68VWr62oZ
Beloch16SxRzL0fJkzRANG6QHyQpQw8bj7gblRvbpYc2b1S41sETY+mQWt4od1wkV1djOQoly+ZG
fohM9VlbILaYvCSeDjbqt96N/bFv5PugVJ+F2bgqiPvKTerQOYYZpfh8tP/7+Fi/qVVfz7AO4oGQ
gs4hoePlt2udXYvRqeQHOyynXW5GwR5RkPisFFrnpnLgHGM5Sk5zIMd/SlqchQt1OvruqLOGgnub
OXuMtZpjHVqtiwV5fgjoQx5NO61OKE7+N5ppdAJIKR3lxPgdJEm5q2p14pqStFtjSLIHMRfRj8oM
ptcaDfdTWqjGbSd006/yVvG4z7Fh1fvqjofMeVHybtNlZ7m7L2eACjkwHeINuGz4yF/OgGUVcdyp
JSRIpTN35gDDfeiVpyRWPacYjB1jmrtmqBHw0+zQq2qp2ggY1o0Yygp4NhF1gRFayq2XPyEwrVgN
c1ghai6dNUO667Sw2Ve1Nd5miPadmyj9Mcx9fJvLiAliNFnCQIg1PDeSTNylKROqhbNyxKG2/2O2
qb4Lmhqj5hSVgLgMTzVBzjHmyd5XRD/7QRnlu8bOynMltNaTJST4vXmC+DlPmnmfB0J37SKT7hRN
qfBdzLnrLcSbRP748e5754pFIoQ6+SLsg3j79X1SjVIZd1UC12bSpIOOIn1gag2SG0KpuC5F291l
klPv6mQ+pcP83FbpLtWwwJX7xrjJYgr8BIFt8AzMwdlR1PA7e9A2btf1pcePhA1CWkWMwUNwuTp2
CKKqthsJ1LhenZspQjsxhcMU26BVRB2PbtNr8saLt775qNTSUabk5fDwXUvwxVgSlQszw6/CcH5G
PKy+l6N4q3+/7O2Lvb/QkDTQmYsyCEpoV+8qOs4VH4HOg8z+Vyd92BfjkOzbIa6Alm56EaxvP4oK
dIYJo6jvI226fPVf74dtctMa6aT4cVKi8102JjWRbmxei0GX9lVQ41CgiYepUdSbWIsMLynQj1el
sdmpcTo+A4DbCu1Wq7v8JFS9iC242GioXP6kvEGqxJrQ1EGH7pV/Mi/NyuxXVtADDXVZfJ6CLUH2
1dq+DQm2HRkf8pw3Hd2/ZgGj6NGcikDxJ2GEXov86S4ei+FfS8DoIQFIWMReaRJRFL/8MFlGvjoB
7eDrtRIe7Dm1XzutNk+ZVGjPH5/jVXBIZMYwdKKYQDhjVyckLocY+WH09OQ66R5Ects5NYaAjiOl
HjJDmuyBpNmrqL6foQtvDL5uv2L29aYiSTWIdss19GlO8DUTZpv5Azp4RzQYg1NiWDUFCUWBwonN
lbwfKvlFtqNy3zepgltB0e8ziuJuORiBF4bmtHGlr8P25UcBQGZeFnLhNbXeTnqJhz3KfKHpzQ1F
bXlXFIVzTMLacBOaRje9rH6KjNFL5Bj9JpGcAjXdKquuGC+gC8HlvKnwkEaQSFxuAg1wJUY/Q+rn
lXI/ySK8R3RT2xNl0yVXqmKXwu7YOZ2c7MYck+80yTeCq/X5IqogdSB5oJqwssvI5jDhaelhi3f6
s65L4U0bo58lRWW7Q9Vrn2rV1pF+56sBAQCVhq0jY5ajLwHfXwcsRbezbbIi9acyr9FjLZ3vdSTh
StcmlC4HWwbFReUgpmLGJm2qfTM6FAk+PhTrU375I67iiowaUVLXXepLiZAOlSnF+7SIw8//PAo0
f3o8NGih419jD7IWR4YkiyNfHSIAHLIi7YYcOtPHo7zxUi8fCsowtAwhcKMGSM31ckbFJOtVO+WR
HzrDjsfczZIvqSZ2sJYOo/HqqI+xcW61L/qQe1asu8BpXSftdpOE5XD3YAUTuswCv0LZbcUPdU4e
tPxs6L+7UMc4/lmNPgejuZMTQJjd4NkNOLIqPRGZH+x8+Awl6s4O+y9l/b3AK21flz+RPf739YIK
yBsIQoiH4JqfDP2nCzuhhj7eKrd2Jql4RjSbEc+qWAkCyQahgqbgQhe4jrcRmx2JUKrITxCwP5XG
ZHkBXL3T5BSHSLLCPVYdtTfYseNZADVOeaoqLuilZmNF39mdC/8LpDMoWpK5q9ehQXvE6ZBB8Yc+
1mhuYDooLxXSj/fN+vDDMmPfLDcAurXXt2DZOX0orDz087l+GeTZea4aq32RuKhwQxEWKQ4b+NM/
D0o4DdaLuB6M5nVAHzUgJCMbBaRZbtKbGcOIWyDm+LAE4yFNpH5HJLrleLr+UFJiJpJUFVttaO6X
56PRx4iucJsj/gL4xDBj44tsz+3OzkdlxzYKb0WVpcePP/TNjuPyVDIqyEOAJoDt0Ku4HNXJ6KNV
U537rePPReApET6HRoowWuYWcA3m4dDB1s5fRgBe8vCSSmRz+j4YbsrgVFKrMpOHtrtBX8a17Kde
fNcrxzOn6ZRMJ0XDpQYiGCytrDhoQ+TG2rOS3WvRg+VQBg6N5smclcMkg15vUtQeG1fwrDoiOwRt
dmzQzOyVdteim2k1yY8MCPR+SgFk2TW45KjFNWioh9PHU7JkSn/PCCUJKnS4zloL8gYc9OWMWDNn
Wx7E8CnncThVMv5oFaaQJ6mQNXpzqCm0Vm/ts07fuiLforaLoRG9RXKFoH3xdaCUcDm07WTRzKOU
fkIyU3VblGifu9R4rNU2vMHHhRZayFwHdhbstZjjbXaDfopbMOWZOaHq1Wcq7rymOCNTpHtcQtOh
4sq0MHF9njPst8bgy8eTter3ITJB5m8vAoTsopXl4ziGSaTXpvRE6n1CTqU8F5Yk/DJKm71UGvVJ
6ppdasjlThoIYKZRtveBLimPsS2c09jidNxRUjcnFdvxXtGeJ7uvd20RJo+ZGqsb230V6C2IHaj5
mJRwg9L8uDpkheRUndXX2lOghCQKqt4coBQUr8AXv0tBh1gacgaerAbFfTjbhluZTgcGOwsOFXZV
Hu8VZYhx1DfaFddXKZhcOntLGrtwOagUXy58UsxS4RSj+hQUYbSPTanZdWEUbFSO3h0Fsgw2Z7Dx
6dJejjKWaZQP82KpMYnygA0fx66q2puPt8SbHsvfuxj0LsArcIPAdwnpr9+FPlNSpU0l4ylWnOpg
1vrklWi+woyWf6ARcB4SLdkndvpiLmodU9Pt8z4u99OI+q9jt/W+yMbk5OSOckZ25WuNm4/bRc9R
JCI0k+3PsSGPu17LizN1dpPbgQwIjZXKU0Ml2ue6Vd05QWacoqjMPWWWkgPFWcPT5cxCw7NFnA6/
ai+vdP3FTszU0xOrQubOTjdertVxZiKYBToKXK7EoW+b8a8YUpTD7LTYBT4R6+yNA8Lv3uT1N2JP
mf929Ir7aAfZzy+/t7/Fc7DxhC1b5moVFugmwJ2lHEmWeLnYKC63alS36hNo7hN8Tr22dqZ+VEgX
Pl7vFW3s7TNBXSBNBSUdBOflSFgw2hmnX30q7+yjeUwexkN5oxzgXLvhXnHlQ+Zpx/JLv7eejKN1
lnf5MdxFrnT4+Hdcv5/XP0O9/Bmj2XWilyv1Cb1g10CxLjW+a+WxVk2w2Rt7/PokESuDa1liLyIT
REWuPlnXlmpKhCjcqOTGvWWHX5rccTay7/cHgRhBWY+H+drsgoCqqoM0gxkhcFUsRCz2GMmJjU9Z
HviLfYJCCRAIev2Lwh7Pz+W0GUOEqOtc5r7Zhbg4w7re210RLhz9YIdsxndaA9ljBWbOk5J5a/Os
v3HBEv6vmkNZ+5q7R3F4gpHK6JWcmPAop2LJsLbcXK9GAey1oAzw4V3a65TwtMtvzFIqPxkSFD4V
3KxzZzgFp5SE+unjHXgNjvzfONTAUQOhFsaZvxwHtZGA06Bn/ijH402UjwOd2sIrisTiOVdaTEbb
svbqwKh3doL0LEyX+aUx5OCo9HjTtVlfuOyE4v+4+67l2HFsy1/pqHeeS28mbvcDyfSZ8lJKekHI
0oIACIAE8fWzssztOhV3pqfnbeahO+KUpLQwe6+9zMoLxumw1Eud2y6wuRh1vKm42el6203N+4zM
v0J54yHl3T0E4u2G+fxjiUn3Ly6mvxRDv70jzIUww7rIG/5qpLBAP07UENBrkVW3Swi4d8T3FEES
msPPp8nDClaa3HPTf28z//q8ISZEOMFRUWE8+/MnuYAImcDMHICM9KLHnvbNnmu0dCqkVd6L5Cz5
v4qF/m8WCRgpYCgDUMPb/StjoQtxkcyi6a9VEtZbstgU1z1497+ukf/4MP+j+mI3v+0s+Y//xL8/
GF8wvK3VX/75j2v+Ndyr8etLnd74f17+9L9+9R8//xN/+fsjl2/q7ad/rAaoSJdb/TUud19S9+rX
58RruPzm/+kP//b166M8LPzr7798MD2oy6PBeWz45fcf7T7//kuGM+E//vzwv//s6o3izzb6jf71
t7/epPr7L5im/0BBi/MR/39RzuDsmb/++Am6HFSN2CcgXv3yt4GNqsafBD9QRgaXzFKk4WCUgaeW
TP/+I/+ipANXC/6EOBX9X/54TT997P/8Gv42aHrDmkHJv//yKxHtn+ceDOwgV7ooefDicDPjkX9e
YdWv7JG5wgqLuHpIqdZbMgbtuzeNY5pXwTScmzipsy3ugX4321kg59cE1Spr20jls1rGbQM/6aWG
ZFGorrqjACvvAggYrlua+ecF2t8HL5LkFTSqYIUYhpxjUHHlMXeZ1qYaimjpwsfKMfqgnMm5c3wR
IKuYmEePqNbmqQGPux4T8UFcswYcqG4b03UI5xhDNCB+OLG6mCOb7ilmT4gWUAitaOZZHKMYFLL/
i4V7aj5GJtm3+nmV/rza/59b3hjR/+/W9/brbfz82072b8Pn3y7/O32UbHjr//hv8s+L/9fH+m31
J8EPYLeXyQg4nDhRLvqK31Z/4v+AHBU8gwu1BaSTC4Lz+/p3Iv8H2vAL7ouGHGDAZZjw+wZwouAH
GK64pbFeATJhG/w7O+Dno/3y1Gjt4aqI9g3VDAqZnzdAHFaQpVIoYJxI03VG23gVM/Ii4LIINJeA
dB4tjzP7V6rYX2ujP2083Irg9QDJuAyN4EHz1+igTIEFwTLS7qdOjjfclRmsR2bCzjhJ6Fs/1M4d
KPZsNSVEKRjYmWUqYC/udQVMhFb1wCYICLh3aHWMwv8yKT809dB767F32TMcDqq6hHSOfwVah2gw
OKz4F5SG33U8uw+LrcW308J7vLcGgUGehnOg1+lTDGPVj2Gkj2PocV1QmzpwPm5853lxhgb5tc1m
GDQUAXGAEmLyZ7AJIldgdFc7xL1OYPzzGy77b10V/5/uuIuF7f/6Rjm9YRbd/LStLn/w27YKoh+Y
aKJOBQqKrgZF+B/bKvB/XDwgwMGAkANeMZdk6T+2VfYDIgZIVwDZ+HDXQXr6P7eVl/xAUhnQFjik
wsYRBPJ/Z1vB8elS5v1zhV+QG9Tr4INcVjj2+F8Trilp29ZClpFnUEe2BcmYsEcJ96Q16Qh7qpFU
j9hCN0IicRqOa9OnEYpFKm+aDDyBIfXpQfoj+mPVpGvTOeNeeK4tBxCTjzLzBGRa1VxUVhqZg9eg
9pXpEePB1VKCd1EMsziM8XyIYtBp/Wx5odMIO31yp+ywwovjKEinFDQFZFa5hj+Fyl3wSmB84IsQ
Qg964HD+VfMMqywTlRiAiJ2TDT1cPZTOwZLN1vMyHTCogwmn53w7fnbWDCwyq1fSqb3d4qE8NLPM
NcdI1mCktuczPEtqJM+sbDYiuEGm5dKN5EGINwjc88400Vb7rVlXYYznF959RdG3B+DZh5AlW5c+
gAeCEngoa2NBtRdbBXfVbFy2zAP5BdMnOAmCeJELANIDcgVGIm1Z+2Ghm/gUOt0jcVYSA9mQ9tm1
1zfn2u0KEZhi7psV68KyivkriReV00twZhv4X66U9YtbxUPpqmiBrhWTEco9C3Z4D6o/Ys5yg4B7
zMdWCSoJZI52oI8iO+AOfMhDyHCbugE9dFnqrACD1RfMgeejdj8CFdalij6RVLqvXeeW04cIrvkR
XU84ijIQ/pEiN7+N0aw3GIFXd6k3XgGF3HN1Hro9WbKubOG7WqALacHxYbtZec9YUUMB/OzgZ+pu
8IcjnzE0CSZQ/3sd30Db9DUCeL2AyRATmWkbMfNezcBqVSfKBM3DDI5cMVr62UBUXYWwhYyxlsa0
y6kLb+u2ccDhWOZvYNi0QMjtjkZkHVCEaUrXBiAT6nZr+h6KBpgFgNaw5N2E2XKOGVp73boVhL/V
BDGRtEcfxHm4sc7Neg7I3Rj3azl4yJ8PRE4IRpkul1dybnQe9iiAtPcxsLDUy7ILOr1vk3jIEVrY
5KPnwWJDcVpwGBvprvuSTXTrjfbbn6FTQqCVWTGv+QrHYJ1B1uXaJSsiZOOB9Nw8pqF67Fp5VXH3
HtmIuAVTmGuoBSM+HzwRVGArRN3umBX7Oh7epW4sWHxV/DaF43s4Tc9ThizUi6HD9Tg35ZCNDxkL
ygD+4JAVRFBA+0VLFGxHVOHD/BfBE/fNaIYbUTVtHgDDQkih9rZt5X90deDvaweT/AEE45wzHpet
0+9FF72BxQVNkMXagdPxssugvIULmq0OCGMtEshWkDcIK9MtbKfzMfM+YScFfXq14Xqvp7X1TD6Z
qIKu2k+x+Xuk0455TOkOMhF4++OyG0s2kvVixld4Pyz5nHoCXzTK3H4qTeAeh/4cyHtmkhIj8bwN
KThneO3Y8kUn3uZwA0fyIuHnKY0/6x6OCjmbEvdCTAOXVhRh5QZ5plnCX2c1exm258AcL8cEy+fI
cBhbaER6hvzGLl+CerlLXbg17KfR9hwfE0gOH1E7hVmzDnHqtLBNcZo03GXEuPWr2w7xTEHiTrrh
1o1hYXSdeJyKF8Yb6m3rBtbM+2xEJCXLZUJ5guYOthpovgPSHWy/dDGCweFoVAKf8AWOVCCHeayq
4H3kFKG+Wd2Mpec4062CF5NT+FHIEfDDhgziXzpFBdgYNVjtqk3rTS3C4Nx3vfHzeXH5uJEiiD8q
t3JBuxpaG0DbM004nVsrVJDHY4WBiTO2Ybzqh17APbMK2qnE7MOhK6WRCb62uG+iUvra5FzwimSg
yQXumIdBz24s9DgrcLXSTd2DU0olNJZLjw2fRtDb11WF/MVpOJFR7nrs8mhR3XNvo/5NWu8KgQHX
Ydo6Jwa3PqQ4BFXBkT0Bvly83CPGG1PYMFEvbIQdjiHkKUCZCDW8/gQPkG8VN/TaUxO2DpLqxwhB
lJnZDv64d2id7ZG2i+CKQpnuoKL5FDaIl2qqgsYcgwscopPcTm0LZdSED57dzAHikjLQG+AJMDpe
4SATY4WTdtlWdu/Ng4Ll0HpIHHqaMljndujamqbpmnwiLzJoVhnhyRE5Fk2u5ZcN+y1kzS4ce+ot
bRL4cetc+FFaGsRujUXSrXXb5CIIWdHD2Go1c032cBwoyQiPcT1Fr0D1gtw3QZObKFZri120iyv9
FNesGCfE1YVIGrEcfqOC5GbClvRFfRc35JTyam2n/p6ABp1zRJo8VEtNj2YxQeEjWiWuzG3PHLoL
+/5Ax07lTWgg34/IlE8z2eDb3CAFnud8kV+k77/TrvXyAMT/bT0tvPSyrt+Cqd8XMklWYx+Z3CDe
hRvsPTv3q5TAkWumy9qb6PeonWNYqQ2JZdmNIGnWL0G4yHXFmgOVMKoYoiII6qIDWXNp2o3GpLVH
hAH0ijCUMEfO7V3cM5KjvpjKcaS4dOKpUBzpYNxuE3f8BlXiBhn0YIjgiUsT2o30xnTlGec4RZjc
j6otxi5bohwSkOYhC80bHCPA5Kxz0DqzDeJR1wiCKDJ7HBFyoYepnFAu4SpNp08WqaewbZuCJzj8
lQHE71BfrWsTrJN6gBHgIh5VYva2nuwVceg2dsfqGAfLOmp8hLCCojNkdModQ29o1HWbKWwfbP02
TGpFG72e7LxL4EBTLi4cgTjfE9O+UOsWS5AWDhsuDk4623mqPaQIT1xBh4nX0tzJaMB5vInhup/D
43grU6CmDY+zg9PV30lgV33ovPcj26YMC4l7q9n0JceAXGWCFqPAAtALQta6ZnnivlgvrCor19tW
CX2pkNjHGWJ9CDaIm+ToQb4AlBYzpat+Qi0W4lkb1p2DSIEci71Ihuuul9iGbpWu08gMuwDONRDU
bRdp1nOdvasuKWGJKsmxbrC2hMidpcNRj8M4e4D7zNEaF/XN4xSSFXHjjZrPIpBbd4n7J81d3ILX
mXWzDVVsJ4iz9X0nN7C1CmD5C6Tl7Io3JFx/ZMg4H1t48U/uV0PZwQeLPZQkj4wqe5CBdeM8Ig2T
rKo28TdwWaRPfM7O3uz299iTwF4S3HKsmk4scjdVH3/HbQAdOUoakc04fZsaEnDfFEM93jW1hLGz
jGqQivnZEekIDxZvlS7zsImQGoUaeijBlyqQxQgTsQ7TaOeKtgHe8mtcrfzuIJtb2kSrdkKwi2xs
XbDGVjczRz+aNle6Ba0pUuEGSy0Br9t3i4bow8V7UrrszYT8AEn8VdZ5zk40fIQn4LjtYHRriwoy
4DpfcIKt+lGuaSvtM9K14bk4vvI+Y2UlPKBJ87TSyaaSuMhBUg+VA/YL8ARQuQR5bEFEy5otH8yz
pfEtAu9M6bDwJRPvUy9K7dfbiS1qtZDkNuHwwgRDEyeDhOI1RA6t6rRctzFJSnjgFggZLsIW6wc+
mjGLrzIv3FSZlWWDPhY1ER0f2TD0SQ6eo/3gKYNPCzbddAzM1JZaGLtOlQ/uju90pwsjrBQ8fBhH
XDEej24YXcyL9aX9bho8pp5z4Lv1qcUaWo36JlPzo0W6et5m+8QKyDyJyFsfaDg6+0U0EAdXx6BP
1hOP1/DdLCOhkLHVq8KhiXNrlxh0IFpPT31tH6iPCstZDkLNcjWQURfsQvxtvLND4sOYkG1Apx38
+Mo+hZMWTbJjaupj22R5nbVXMAM+a2o+uGyv6uE209E7gSQFl8uzANmipphRa71qU1xPMxnjh8gb
nK2NI+RKh/3OqSBcVezgtfbkt5WH03++oPowitFIeY/ce/Cfruks4Ik8lBYoaG7QuOa+K8YtT+He
LdHfFRVMVOYoueGps6khcs0W9TFRFm/RPdSFhNGsiKutlG3BQzZDJYsPT0Yxy6vpQq5IzWPgajRz
FPpThKg+ZLhka9ph4kV2wawfUQjuNQPzgsgQSgSx7Ju5R01wFqnGjLuO/OtBhh9R4+xnnF9koO/Z
kNQr3cN+C/GgKrrFtfIQ4Y/GUM8rRKKpfBzDMHeiKZ8novfc6HMXOAX0aFeWe20Rjd73PDZflXHX
umqfdKaPGuZ9+eA1z6E0p3CZsLez7YKvJSZb1WM4zF5Jsr74mcMQJbcI0MH96kIz6CNrHs3dClZT
Z8F09tQivPIIc+ptSBNTiF6vwQq/tg1u5CYRS85b9IRVMJ9jHrwOCMMuk6y56pXzBhoEcpPoYy3M
UgCeLbzG+9QqA8Qvkr2croW/FCQZt2IUoJo6opx5eJMm9XgvQsi1xn7OLbLDsSH4bS9gbW4TARfp
+buyI94igaw8qW2XKx/nqpvhxMo0vASM/+aSTsORMPgkNfT4LAIleTR063RmWF+iAAOi1jFQrRzT
RhhTJ8jy9oxElRi+hRDHFBVm4vsqWu5hJ/5ejewB7b2HcIkimQywhTWsf9a0FwgR7JJ1yKq7WfN1
RPy7ua1Wkw/z3rldMR18DnLcprO5jwl/hldy0Xs9SiX0SENfiPSQ9eF6VP0jYcdB0luMPcUdiZKy
mabtGCIecYKgu37Xtt808xl+Q8lpFCLKlY3b1w5muavQIxjzO7W4q+JJo1O40UlWf1RIwp1wbPf1
VxVoe2rDllS5i7jsHVaUw1bIQcQXjIIkr4GU7+qJZKulSf0HcLj5jetZ99h1WHuCiLDo3Uaf4YCk
iwiOVLs+iRFzvqB5JtaeBEWJG/IkLmTE2Br1PJxzOixgkPK8Mk5mubFWI6STu+s5c98vorw6B8/Z
23XUywoRCbMVmLduYOr+6vj18AivEwcNXeW/96YXZwlixaYe6bTOqgSQIOFpjmmF3IWdZjdoYb1b
goiJLSFxtCUI6sZnT0Wwrus0eAzqIZrBW3VFlzvV4t9FlrQRnh8+TrkDoOmB4Crb8yHJkKY3hF2e
VT6O+X7CqI100YJLI+7YEVdLB3+D1vblfIE5ZKf0qea1dz3EZN7TIQWDyp275RNpb0kxLsLscAIh
mUTWy25iFVJM1YDeQ4ElJMcKgEEDIwg30ysXCqlzl1kKq2vfPEuewCnBTgwXAF7mXWzgLEFQTyF/
M0o2AyxotvBgNteG0OWzizI0vS5dVgsbel6AtAY2TdKiC2J4Z+zYtaC3IJHabhSSKIoE1IGNg/Xw
VmkZbzIMRN5xkAMZhqJW2MndYrKrTImbynyBvsqf1TRFWeF3cfAwx2opjB7CYxAYl+eMhGQ7pbC/
d0XolxStumxHiiNzCrrCDhz9r4BrOO5DmtdNS9YaH/6JDnIoXCSEIoxHuwCRkgncqwu+yHGUxME9
QBjSFZ2NrmJfJe/Gp+2DSzt8XhhbtpvMvVhq+C55mOaaHVjLgyNt4NcI9u6hcxrMa2zsDiu46+Fh
Zpep2yTk7msV1fqlhr0bzlSl7G3SCDQk6Uz796oZUGwYyZzSR3W7TYSKu7xdgq0IDZpYGjXRJ+g7
05I3ArS6ghDV7UTUjIexk90+clh7bFEePatuXnatDqKD0zTVmCcki52C+T7ZB3jW3MIBKlz3bIxQ
rjMRnNE/YZ7r4JIhbrJrmkt+kAX3PL71kPNUDmN2ZzR7g/fdBuQEUHnGalN7PpzukaGnUHBAE7RT
AO5pDmIPEACWsBSDVBotBxDUcYyQCbd/boK6tUU9ZBtEj04lGvnpIXZmv4TRgwvGGvr6oYxVEqH3
GMg6U45bhGinN5DxJ0EJC0Byx+ah3rj4VJYIecUce2DTEVXBOKPTaHaq2SEbB88DTS33SgoFlMzT
ZH5LFTtPU+bdOK4JUQcMhz6YT9xJhtzvelV2SP29hcw5OTlhcsfgMUfT4XYxctqowCq9ZUJM1Wac
dXIyiULu3thLfV8N/LUbvMtOnWu1ow1UlEXgLzzJHT42B1Aooh6qcxypfWrHDTfhO9zdlhkoUWpO
VTRkJl96Gh9RIXurAbxn3BuBP3R5Mymxx0xE5JrBGzMeM4PMdD7wz963wDxtElf4Ro1rCj2Mt7OL
Utv30UuhGNHTS83pMuRW9xanH/nVQtaA3NHAG6CwYhgfHSn4kid43D2pQI5unKQ/2iScthCV7eDr
n+Sigmp49jlsR7zJf0C6w6X0sCmcbkOvB6YIfvZeAajA9dpxeTIE1DoNutfR5+RihDJ5GSig6BCx
t6wHUAXDHYAyK9iQo0HT7mqqtLsZk0m/e0IjTxXTqbyNY54rwSAonNZOHWzgy3Fk2p/v4N6D7l4H
rvlIegbCT486BA1zF1n01ynStXGJ79Beia+okfXaprBUwauoRvjWR/XJ0NocbIxg7tz36wlaJZBe
9tDU3GB0x1H80Gq87RHl+VqhB8tyocUwoIcMsdva6hB4OLHbbpyu/aR6CrV47JgEsKiqWw+U1WJw
/LgUlsFLAg094I4QH28758wbsbqDe+VvLGxPXzLisGMfAGnrk37v46xFa9O8Bh4iXed+fIlpe+MZ
9TAR7xvHSDHjo0RZij7cuZrGhKOwYBd141wKVz4DAsOvLORZEa9fxX06F34LF4mBpaXL4CkfDmjD
9DnqK4tVSuhRJC8+C++BJHkbMooQjPvgZjYJTGZnGOVAni075mybOXqSoq/LCjYkt8CZbprBrJFf
Dt7cQ2C9BBHM3bvB+ef1I/BeJwrFUQ+OuHUcgOkycpqVXfBF5grFCSSGm9Rxci8BXlcv87r2if9K
FgZSGHCwAjrF5LEZ4xUUc0WnMbQDPp+bNL02EpVDlNGPPvSv3JDxAhW2LnXKijBql4u1EfuIsFY4
TuUygHLC7Sa5qgVZpTQo52S+7+MQWWzuwO8mDS6qH5qj6PzzYIMPqeI31T5KkhQuYavGTgFcdM6s
xwRCGwLMSdG+qDqoXL3ozWYxPsQmeZzd7LTAySl3AACMmFYCRQRlx/UAprQy5wp+vsDGoordTED5
Jsm3hvMV3uo6wolAMH2hyl2jb34yS4J7nYZTQUS7z+YBqbatgU4wDO8SMUCkP4AEr/U1ySAVRwN9
nG2waeBaWTS9766apf+q5TQCi0zuQIZrtx3qtCPwhi1Lq+bUeSjy4Im4DpyB3ASwBM3hhf4FjQ/d
WsaGGwDEdwZVfx5P6JXJHN2DpLGHJXFTiibJVsr10CXPW8x0wmfNJnQF/AkJmGv0RaJUKf1CtCK8
8C/SHNxMrXvdtIPziHn3sJszEtNNEDsvQA4OegBW7aXzUwrLOpsYs3UneSsW9gmde4MIihklGqPf
ssKI1bjfZvDOqUDaMQvAAwpDhNXDnKXZjGndrYGoPM4NUHO3EreVy7s94Gd7choi1nSuJHyRKC/A
5dOlkIjFWcxr3Pc7EKzxyQENg3MdewAa7+SSuvCob2CzYcKwkLBDPoE82u6ihRYslCIBSz1iJ6bj
oMxAhbIy3bgBcUvXE/jkCFjXfg11Vh8ByzHPSwQH/WHKjp22/smREGp1TjrfGu05hXLRxdbZsl4s
C1foDJbcaNXhHdoUd649ctHfwgUjXZnKf0h8AafetvVfdQTvPXd2YyhgqqpBAi880GPIkZAKEMND
CpO1wqjPdITAFfRXeb/YqXvBRW4OjNXv1iHNC7yN0isiyXbQWC6VE6M9EZfxSFsVFRd7dEVEdGTV
kBTBTRrhz0EXYE+kcjnGWQfTTNiRww31SPSw0ZavoEJ9MwKAHWAPRK9HGIxlwXJSkZfPZv7ycS6L
vnuuMYdhGA/BOxOScKA4ONEIzNiYu6prHZ38GPuUG28lw+7Tb+v1sOBdo8zLk5ms+6B7FKOKd73H
i9ADUH0xJp4dB1+Sj5oafRwJHhvHMWAMKwk8Wn23UjzbLquPWdKWS5V4OYWUQaHCyKF4bjd+44FW
1u4HAZdBLwKqjSO6RofbeHZ6jYSD6HIi55wM6aOdg48paQ5OC3k7TGBayO2yDnVVJwGpyG09U6TD
EnFsnEpcza4H+3rkrufcx1GducSWGGksOdwRWYEkXBxqLd4ksCvGj0LbnS/THlWrRvBydhzCiG5D
3nf7jjig9nAkCMW8e4Ca9OwE5htTLLxdex37A8PRfqkQ6ucMAJPWvUFc+IhSf3bvwRt9NKMTFHyo
d6Gwu8WQAxm8UzTGmxZDrBxTv0MTzntcjBIYsIdQZ8w11yoKeNmGaEUSTDfaCw+xcbND7/lV7tvo
LK3CyplnxOWayNtjHPLgZLSYNBIIhSNeCKbbJVgc4anDO1mzmF/Cy2NIFSPUbcETa1/k/C0khh0O
ln7t2RZVShN9qSp+HUGWHJNwy2jgYYA1APANg+yRRQHdR5CZY15zFUz2gTXNG2LkXlyDsQLcI1Za
LsVcXYkJIk0l4iW3fQ1f6ypNywwdJrRuuR9oJycoz1A2VN6K4WkjeJ1PSFPOKT6HtoGNF2ThgKgK
4boHBUrnliucDjYF1NAxENJrJ8zDwV1F3nqORSFbu80oBICSM7eoXaJKtP1X1FAP6gcPky4kHpsg
CDeIc08fkw748my9unS6RF5DnfOhMe2YpLO5jDgnB+5nYF7Wpai9oQTX8TVq2W3bHme4SsMIyIWl
cogGpmcPAp/C0Xbwn7Ne/ODBXr5bENteW3csO09hnPaEiMUymtzv2P1op3F+V5gfrqOkw5PfuLGT
5JKR7ArKttsRjJouCa6RCVljJEKfOp8EeZhZVNzTvYNaY2tdhgNHv41YX23eZ/NTAEC2FSlAahXf
un61tSrJ8WsbYKoYatQhJuS42g3Ocde7c2PYlGbYrFDhIfIR9NFmDr5jmIBIvOM8FKwrEWrx7I8t
tKQpJot+dWspho3GeHtR2TuCEgS++pg7Y0RS0e8KHH4g2k0eQ620iTTKVlw11wKHfMKHDTj6pdB+
zmCMXQwtOVQzPQSCov20sYaFJt22Q7CDMZXMO8i9PnChVMWUhZBIOPJiTsW3krGxzHwBfAZjPJfQ
4Rpbqys1s3fohYo4xlCOMBuWagxZyfp+yv1kfgACDLhL8y2pMQz2PlH4b2ntwNoFvX2b9J+VnE/w
wTuHGbRPS5AVU32DiVAxYSV3Hg5kJoOyWsRxQFFIz/2sdx48xoEVAVOLdfMEscU6sAs8rZRH7tKO
f8xBfydn7DI3dndhjIAm0xwyDsKAVz13CSb43OPfFNxBtBjVRuEKKTy3uYzKFoD+iHrK/ak50dp7
113MTr4eEd8iw4NbaQ3rBHAZpnqVDfPyGsO7/9xYNW1mB+BfAlAI4rFkqxbnxcABcagFILpoLsED
gcELOI0y6fYh/exbcqUG8LqWGrejeahhbJi68z3zkE/qq29gnZhnugQbi4CElrbNq56GmwXN6oyk
GZdPq25y0A6l4pAqdfC5vhnsS+XagqcU3AEkAfXJLWC7TVDD/JCAOg9mjI+1SIJxYzyAdyxZcDrD
MzHo512vcCYFiyzp1FypKYXMdMI/UnUlOa5mBopaEl5jPLDjrbc2LPhwBM79alSnYXKPI874TDiA
024nHzmaAKz5UOnrYBBQqjxRDbEbBn9ZeD/Ag0wt7r6uL6VAOJMCdzY6QPei8+u2qfPsCIq5sjcd
ZDKD/bNsvMCgUpLHFtmPuGXLdNJyh3ynwpm2bkpRRGLtwYVLLfXHIpdcMSj1GHTZ+Pggqs77KnmQ
wPLhL9VvdBitQ44rPevufCnO9SIKkFdXyMrJp6gWJS7I+juocMpWAaIq4m6HHh9C+HhlLShNCFDZ
jfFykl6DneXPueiqs+tM+84DtEJvUW7C4BJTYtP2Tk7bt2gcYILgPCgqV+4EcSrBaNeibwjQW4we
xgb+QY/hjsfQOlonAIpLFWD2aE19xJ0z6dZFNDXbwYIJYOAqIu3GI3IP546C2BjSX/oW9eF5ghU+
MLcezp1nHQ+HaRRbaDJA9hf1rSMH4mD+s5hV4i7A6Vu+fEHk5WNWHn6bGmFmCEToI37nZhdC/T4b
VLn0sNAZpqsZQxMc7CM6Ki5XBmYhq7aD2D1gG4waa3TnDvroFCt7wf24Qkz9VdAL+yhRnuKArAG4
Ak4Jq3AfLQPEFT36UM9+SBROzdjdZ729T+W8bTSUyxHNTq1NxVG4ur0CJclCS2wOxoeHjUc+/8Sq
+50T/WcO9F9F7heimg/KO3BSeJ9dGKU/U0B5NlnSDVgahCXR9dKRWGzCQXefQzL2Z2FmAKnNsCRH
M/H/yd557UaubGn6VQZzzwN6c5tWpmQqM1XuhihLBr13Tz9fqE53K5maJPa57gI2CrsAKRg+1lq/
6XgBhmOjb/uEUu924UtmnGZIjyDvQLSiYoMM1YUjnRA8tNNGy1bA92rcA3xmWiMnmKySNIsPZaoo
v0jbu6ekzeuj2xg9xpd93WywTot/v37M/+IuQdcDlvz/4y7vRSV+fG/OkZfyR/4iLxV0+QEgS34E
eEkIIdJj/t94ftv7lyWRkDpGdjCiJNL/39BL81+4ZfCTACH/G+z8X4BmTfsXMH/5z1C8IY6B8vwH
kP5Xwfo3uEsg/VQUHRVaFk7x8LeBTr/VbLDIL6pG0HTPqNDo2yAnaRp3468uEf2vsoydW61E/w5r
WHSBVLPmQqzh37W2ea+XrbawpOcmi3wNYk6SV61Kl+4Lerw2iCQN/Sl+7sFJrHiA30E+Sj4NVkh+
RMmqm1TLeKsj5rUrvKnZkr4X5OS8G2XKvhlRb68akqmbMnXr02Ak1b6rzPLW7g31oYEk8IGo8ssg
lGrzZsrfOxQk4et8FKXoN3oQAFc17GAkuvUNaxEF0qZ1OiV6BoF3m2QqsGfwG5SeiXE9M/6YV11w
65I5vmv0znvOsNfe+SRO931h9feQdKqfbdrVn4rEf7SGOxRU/u7PMwbN22NrTjiUIyuNIKXQGuxj
oPLnX9jliWkOMV/I40c9mLhL/8GmE8Osyra2HuKD9xDnsSOhzELoWisk4sD72BqpR9dLNmFdY9/L
Q/8jYVj9SI0t38eewN1L6bnp1DTbDaJLZMZEfSqbNvjgDeRo7N6F+TR4S6xcSy7LtwMOJP1VnRHy
pA7332PvvB1w0UZOFZMifooNcGyrTq0ME9yAJTM1qY9dVYjdmhVOB9Jovgb2QP1RKo2NiY9WNGsB
IgiT5SDZO0kRbQKlxhi4AdHJod5K3G+h/EwjxQW4Cb4etKuyVwYLiVknbH9nY61Hq7DNnFNhHY3O
W4157X4oSxIg02SSYS0b6RHq4+QLICvBiWU08LxwCyP5bDuly7NH6R4N4M6fp2gwTwDY0CrNDYWU
aV2E2TdfBh+a3vxmvkrwnY1qAAMKXeINhiPbeI0ovpjN0G/9QFaUE6FVC+tlRuzCUQ6IlW3rqLhI
SvKcS4ZqXFkHtciPkzZqq4wwade4hblg4Tk/fS6a4dx8O42mkTaWm4f5sZlEQVVrCvfJVHlkP3P8
D03NfSi08BsrEIhJFKSfMl/NTp7RntJR+XJ9DxuzPUwii4udsiNnsS1VbOb8VKcfImO0i8OUThrO
3PbwmE8UHmw3d/HP09I1h3i174dQ4XHVa3/QDlE+YLGU3MfVNPHYdc07lBxsgD1yzCJqNGJ0mqck
arJ6rZTGrwGi1l43+5s06NkrlV3fa2ms3ZBeNdeB4ea42FZIrk1NDNS6o8AxjMVT5boDbniokhDE
q89e0msH/gNOWkblJ4hp7s31oZirKCHgoWI7j44VohqOhrbz+bQMVOn8Jhz8A+IRq3yk/Mw4UAvA
BtBbI0F8ZxfdOmiinejzY5na64X2L1YfNB0Xi0qk0eD1X5DuC100dmPG5sGfSNFYPuF25vR3dmKn
FLTH5KZXfXEUitSXFjbF5Jinj2UgMs+/I+OixQnV77FfsNV997McFY1vqHmQjWb0cNFYemvUgwHX
ZvxsN7r2aInQvL3eeXlVvDnZGHv6zkWMGr8LZunCUD6MgXJjJHgIhGvsbaKFwc6r27ZqFjafnMTz
hjCsg3irOn+10WcPWR1/pNo04vwwRaDzFLKcEAGqONzU2Th8wodvyX9T/sLzBjmoX02vXNzaqD+f
ryq4312baEZzCEwZ1oxUJqBMpPavTsSbSqQb2Cbp5vpovrOUbSSaXp9KaOGgvXPeKGmfGKPYrjgM
XrLqp+oYjogugkHElP6HE2kbZMNBzBobNQr/6Hq6v97+ZZ/Ra5VaPybFXB2HlPPmhZ2adWj2w6FX
0NDuMnv8GAN4AofS9E91o//gk/Q70227pT08W6zI5xINqjrD7ECaw0XjvGVCkrpoY6N6QhtqelQJ
X1NFy+96R4f9oHUIKSZA9wgtwXxMcep/NsOg24EmKG/K1m2/cx3lz5FfLsqJyKv5zTLgaEGNHzIS
rxCNrzRm5yxUbHY2L+Inu5ng6rqddZeWvb5O09o/TjBg7CHx0cCJjV1SePdODckGOeZfkDmDVelk
4qbl0bILcyvnPHL6TaqyjkrYFZ8ygLe76xM4j/dctofHS5SvNVA3ulCOUvQE6554Up6AG61rg3pm
137QrAcS9RuSyLug0Xck04mpp4UpnK0dYBqwIE0pM8Yb3QE0fj6DfpBlUdU349OYNRSnRvtGrzn1
k55MfZFo1g6KVHTjlUv6ArMT6LVdqT4PpRi14QtjRSrTCMGE4fRk9IKacp2jSoOU0BoC8pL77+zO
dbFO5IHBYaCj1w5jfrY92rHXGgch3ucxUZVHp1c+ZJOibFnYOL9CRQlHc/i6MKHn3SODZ8PNRzNK
Sm9gaKbO1l9KyCVwEpkOquNhFZ9S5zXiekpXCmhx/EWmdBt0QXproHpzS4gNk7gKdrmTaXfqVAFc
7JVu56cRKBwVwMLq+ue9nu//sz1eP48XOsQ2DWsFx5zrR1pDGGXcX+MhzZqXXMPBLGgrsXfd0fvQ
doaFYgs+92qrhl8iMfYf/EDUj6JtyVyLpL+HUwlfbDAjBPsLqsE2iHe71tyKAgrMLLOrUVmesjXp
QSTQhF08Ihk0PVSxWVLfoT7pIi4Frn24M2oQrNc793rEzzuHuwDSEkj3sNBmh5KoHcC2QTcdkiix
qXWJ9t7oUT4tpmGCaxCaKJCkWn0XuT/aFMB2WAwoBbYpuWvvRR/92liH6dT+vP5Z5xuNIZfxL5KF
UoICJOTry/BN9GZYJQwyf0TTvImNX5bbZjeYzDrrMq2zbYgn91c3RddLA+C98NI5P6T/tmzDoXQh
V6I3Mz8LVWcwcyvLtYPwnWSHWGKwHkZPW7jpL1Y8ZwjerZD3NZy6EDOaHSTUhnoNmPeBI67bV4b1
uaQou0FaaUk05Hw/y/44lhxM5Op57Tpz6QvDhgiM0Et1sJoo+GKh0L4FonOvawLrIJiXIvSoSl6f
vctFJXWT0EWQCmS83dVZLOiWxdBxG7SHiFhiZyuh/myXGRp3udIcIw6fbTiO/adWl9ZqdYfRUCi9
a20z3RjmENyIrAemgH/k0klzftPJ0ZAfJvcwnuP4vsnZf7Oupn7IjLpAR0hXTR4gQte+Cd1s733f
mG7zsaCkGOONyZ2GjptaZHdcLRGpgxjTapIVQO+tXWJawd6aIh0CYPMjD9zfZqbE6yZDD+H6OJry
KXS2OflcZI+Q3cfNnr9my0TPPMiaRlEdKr23dlPZA6LIbTXYO2W3cysK3GzSdG86uIxhUDgcug6S
DVXFKfxmh4oLcMsjyY793gcfvAHQP7X5YZWI0lme8O/ToMh/65lI74KqM6DABbLEQpKgMxt9HReW
9yEE8rA1W1E8Vrn6TUW34RMHQwV4WtMcEsQh193UV49h73uHrincHYg4KLMoRtwVpVluQiMj+9pi
LXt9bGaSba9TyfHAfSXPZpbY7NIIBsVIYweUrqNGJw8VYfhwEH/73EWtLS+apyAJlZuub5+tfJo+
+6nrfcWM5wsQ35QqXdhsY5j3K91Czxwi6viIJUd4h3K7d3CLYcli9vxp//dr4WvzpbqDIp/Uani7
8IAGp4hMKsUhGc3mxhuBlRoC0mA+ALFoJmvJFfNy2/OiRwaGAdI5P+fejlGTwK62/OJAqKF+aTFX
y+F4rivhkYqhwnnrWdWSt9PloeaSVMXv1EJG28Gj+byPqeOSsIEIeMBG0l5VutA3YYNsGlt6SRT8
neFEpx8xcKSqWQQX2T2l62yzpik3dcFqI3/+mEeYjIkwzu6S1o8XrsnL9jz0gz2Oa/KJaO/Nbkkn
tXHUTab84Naecuph+qwDn2o/WM5uqylR8XB9dV/cf7zJpYGVRymBFPUrN//NOVXXTVOJTpD56BGq
njSgHq4IO+x9antV2L6/ioo0v63Url24/17zSGdnjsw0mLgeyYVDSWV25iBAZheRTVeFp/Rfh1IM
P6i0Tp9g2D3qpWXsSd2qu1io+qNSCmsXW4V1i+ljvy007MaVTM+p7WXtl1gHajjYNZV3pUdFQOxt
fu1mGL4pMANWvguQPzOhXZRmW30GHR58bkHsJRklTvaz2BllkwnqUmOP5H3T3udTvqBNdrFiZV8d
Ev7ytSF9Vs9XbFH5Y9p3LKPgFVVb+mJHxdTlkQtf8/qMXmzIWVNyxt/MqN+O2YRJW8HhAr5VwSu6
yBC1TOCMNWH5BU/iJTuw1+THbCaJVIjvkbs2Lx02zE6LcpxwkwNLVb0bTBevaYxsc6xesWPqW4FH
GISwbdXrz2U1dTidolSgypo6BEkYNKnLXai4EwX4ZISvWCR7RWmqnRdNYlf0hn3Ia9DayA9kq9Hy
gUsozW8ZWmztDp3R1VBNRQ4VZoruS3falINL1Thd9j27uCala4UsuMnf/U4aQxmLPHfb+IBR37bh
NPygjRBkOsAjuyxVQN4P5jHsjCZftQnwOnP4dH1yL44H+QEmFSI+g9tonlNIemrZSlzFh0HxQzLR
im3+Tnuz3/Fgb15GDGX31xucJVG4T2jRNYn6iArRmZpba6kZRaAIR9ODIUr7zu3QLyDatXJu5qzX
qpsAft1j1lUBoAXKy6LEDsoKh6XU2OVLj++QUj6kScnSoj9yvqzbynNIlwTJoYpGsW89L9zHJkYi
K9fHSRcKs44H4o0eDHDRMH7dCBKqddExTRBBPnZ+5X4Po6XpuNzWGnPxWrAiywIQdPZRtZ5J9eHs
oAnL/YyQKN7tvS22VqxoH69PxKw+9joRZOQJDomZyaHMZayRgCOfRcxwKGrQQLlE3aywMFWlLDAW
qJ1Ig7vWgHylueywMlf0neo57d3Yh+5dphWQzZBsIJuQRfFeQyxuBR3eZ+R0MnH4BN868sG3bmML
Ig4aLOHCW/0i3qHKaHDXcF9jrEVm7nysTE3xCzMk52i6qb3KhkzsyHUu2WfP/C5eh8klU8NhBEWQ
wG6W9OM0sIBZdPmhU4LfooPJLtzPUDXGNSyQ4Ka1kEfPQ+F/NBQBo9dvtT3WjuNLTKIHshR48evz
9t4GwjQdLXfUsZHInqc+/YmymPCy/IAskrNOYxxi4lGP7qA+n7AbmR6y8amOauXeKaeTnvbtTbcU
jMyOLemKhwgz6Rx50RIEzh4VgaK1Omaq/UeN3MG2baZ2Y8bqH6BH0TZ16moPZRpcT9a1W4ADqzTt
FrLns2iID0BSFSwtyl7Ud425CYkRBaDkPLU6wIm314Uk3ed19CmL1O9BDcyxjkITyFxJehYkz8JD
Y7bw/jbumTKBx6ogn3a+8DDBtiQvoj4Eg/ilK6P5QdPc9HR9mq2LMZZvXznGdFK6Ws3WnW1V3VT0
dnsgveruDbNH04DK9IrpyCugamjKR4UN4F8P8l0jwnBloj23VcIQ0nUxxYc4d6fvdpTHj5kbwUTX
Yv/L6BXYntWq2Jtwg3d6OLS7zBhbiMWNhZGuPu1EikiPTNrcND0BSYryu+/35E7Ri7gfpG0wAKUv
nZ0AJR9ApKtjWD3aMdCtzO+V7RiN3j1AJcR1hxKRysCJTt3gGCu11hOIBjVYqbIzV2GYfyvLXT7e
d6Oo950DYWFRz3v2dGHfmipLHlgLC4Y8glxGb54uaafFtTEY06H0xE9jlHQMT1HvktQT1iqXHrHE
9W62ioTe7/1gLL4FYf01hoCLG18sfhR52jx0RVV8dEN8ZwNssnZKAde9i1z7vshad2OleY9DN6I2
XmdlGwsf1R6W0Kg/QM3TMc4NkpupnNTd9eVxsQYRFiaXSzIAOS1KO7PVYaSKk/ZuqB6IHUBrRYPy
MROh/3y9Fan2+DaMlwP4avSDZDcRNmHg+QDaQu29wa+0g0Q054PYBqOzVUiW22G1c7XmGLr2DaSc
veDYi/ts1WXZs5bus+BTgDVvlooVGHS3x//Ay7ZBc5NUzSkWPTw7sR6ddsVmWxVG/8nixl84KN/5
eDKzmsYDGT8urDVl597Mfj/2wWR7jXtonTzdODmo0sqFYQ/GacBUwMAqukpGyAxaB/Z/pVMqXAEk
zB/Msjalakuz7kaYTEXUT+uy61G4cH9i1l3srdZCXoWS9sdOpcjgKmryK/YqwPJDBm5d74KNFViU
OnW9v8kjL1m4u2e2yZy51DyofaDrSYIFqfzZ40WLzD4JQ005DDE6G76RN5SHg+dk6obnaeqKh0oJ
vU81alqwQFqMGpzReuxLRFPykeqwMMUOYPVYrspJDxDHMPKICtJgb2IXj7rri2j2puFbbRUxRUdW
akjpvaZD3kyDE+dO3XutfsgVFIfUNvduq2IS61jRlYVQ5d2myBkS/WE8y944n/Fg7KcksFX9AEfU
J/4qE3zIa3sbs7wO13s1fz/+7Rb9wraUP1xC520NVqP1U1MYB8AX7Q12klAcx6AjbaTeE/+uwioX
t4kbB/tR8z413qjfQECAoyOCaaNr7A41yv/Za/71m3A4c8nMghPjXDj/JjOXQutTZSDL0f/hLV1k
+r6z/Y/wK52FWZ0FDn+b4hJmQkkMUdY6byrGxNOxwCEcBi19UTwVpbFM4L2nqMHKQTxkQQf5nRXP
CWSSdJZpGvTtZwdegAIDwhOZd/BaI/9hKx4SAoELVF2YXbJyQT58GXrdQfgizLA6dJVfrtW5MCay
AVUAm5DjuRiDrQmc67OiOv7tJAQq6SRAKb3l0biwQy8PTnIfVJbIgspC9Tz/2XdDSk5xio4TnHNA
knr/09AK4wackEHBTW9vq0xYC6+i+dOQSeGWAzFGzpVXPbXi80kBJDp5aA6Vx7pFdT3KKT+lmV3s
xlQZn+Abx5+zdjC+cywXmzj3qqcpDcMt9ILm73T9L4Tz/2Lb8OagkFrPZ2LMj7/7/7P+nvz+lWfi
+5mCpvy5vzhODf1ZWY8Fd2YTUliyUvNvGKfl/otQBgAlaGDS/BLg+V8Kmpr7L9JTXGbkYiXAUiZG
/wvHqev/QjVTIhM483RTli3+AY5zfoqa5EAJQUFOkp6UtnPnqyh3HQg3QeEf0uIH1Qxb/Rwupa/m
2+O1CfrJF5N10Dx5ury5ExQ8tcYQzS2SAOo2QlbAEyzD71pwangbvpmA579po7dwxYtdIRsDHgAK
hro3KezZZekLr8eYlsuyh+S0Hh+9cjuUe1dbOeAYzJtsrzsLTb7XPV1HBpWEK1HCPGZUo0ZDMsZU
Du2f/Fv+QgqHdP1SI/MTWHbLAwqCZj6uYdprCebNGFo8S1wjswBWSeqAE6xgTK9h4e4mKInXh/Cd
/oAforIkNVxlYu58unw8xQIKdSiYqhlMt5ci+WIXxYoSDUqGS26u86ct/SLMBipA0U+jvD6L651q
yGHaN4K3Zbe1K0RQ84UAbr7ASZrKyMrkuCSKBKR33p2+ibEGCMfgWPjqB8yh1cDaKAjsXB80+Z1v
kpiU685bmR3GZqm73RhMwdHvtpAfbOOz/2TvOqrnTrbQofmQyaYckzQO6vnSCHTWIa0OWt/1gvBI
gqpax/GutPR4oY3XUZn3h4qohFJ7uoXxwPmoDT1ymeTuw2MFfAYjofVYoBN1O/zIb/UfYYl2zDoc
VvpnbKagdvbe7vpwzpf7ax9B0GDnYkhd+tmppONlmjV6Hh675GU0y2PY50jPxj/7sliYuBlMx32d
ObLO/93U7MCoGxE5Wl+GR69bUd11DlioPJU7/cPwkP4jS6DLpmYzV1ed5aSCpjQbvSzEX4EA/cPN
y8ABuUbInPIPEKBX3Oybc0K10VXxkore8DRzR+seoCHSWin+FYhzInRyfZ4uN5ecH4mF4QAEiDAL
Gesa1irZieA4hPo29jhckQk2Nv+8EfYtVUIJSqOWfL4WUckFnVdxRuRh/EeBFGlFL2Q/Fpb85bYi
iYRotcvASSj+rJXIzahQhHp4hLYQnUwNUmjo+Mo/TGSy3GjGBF7HDUUyen4ZqsNYGQWc3KNLuDxO
JK00nA4W+vLetOC1IJ8W8D1sZ9aX2ktQPbUDTtW+QmHsMUzEM+JI++vz8s6ImRpFYg98Gwbp6uyi
SMvJniyrF0ctWWtdrCFcpiwZEuqXJwGA6jeNzLrSlGmB5DONbB6eTsaNjmjG5+7J2BDY3vw4PE/r
cYNT66a4M+8rCJxH/X5cffwP+slLi1c2hhhSsfzs/RJXdh6GSi2ORgAxvInzxyBrFo6hd8fyTRuz
8zasE0reqD4fQzO5cWHOVf1CULXUgnHeC1J1ShM2hTj2DephodVumqpawmm93whhG1V9sOBzm4O+
7vIedw9xzOLqBhnRifjsP5mM/2lhdtE2KAGnmBTQAgdcTckhzBYGasZ4kcc0S07/nybmbxKn9aJe
DOJY7fT9sLP300asTmgeb8Rvv+CGEC/PP519v3mksv6jV1dQgddLDId3R9KARkFhHUD3HJuE6ETX
VOokjugr3QZTDNckXzi8F5p4vRnf3BWBoMwTilEcvSfXFfs6WzIJm0MS/44kaUtN8gIkMe18zZll
4UR+b7B5fyAUtYfXv4Pj/RA/WI/+ydn+/Hp342yYR/uQPMQ7/SbfVftwO65+/Qdr5s1nzO7dEDXQ
QMSaOLr2EXQzz9glB+N5fe2ip7NlmQBe6rPYEUeEDff+3fi7jrelvZ4aXNmctb0aN9k22RYoRW8w
oU/dVf4U7KKFY//dCbUkkg2uAS+3WT+nJlLE0FviGEAt7dFf+47Ljf/7+mC+eyA7juFIB0qgO/Ij
3qyapmhD3vE2LIr80Tfgqin3Y2usc9SUrjf0bm/eNDRbPIiAej3CMszaKNaGi/rSYhPvLlBYlCru
LLK85MwORbjIyWRwMx4ffqR3yU671z4HyLffONtyM62NdbqBrLx2t+19sEnW7apdfexvwjv1/uY/
uGN40FPrI/vO18w62yIpD+ksjY4mJDkjSh8HyPnXx/MVbXT+pqd8p0m7dx5tGq+c85mzcwT1I8RT
EE/rnN/1pHRHLRqQFckxTob0Btvga1da059i6JMv42Q13+vYSF4Ks4sebGPQDyKIxV1ljIjQVqMC
pD2POv+nO5Qlp+OUpyYc9KZ8QOoPCaFAG392dorAnI0X5kOvWuCyx0kzMD3AqcMnadopoNL1WjLZ
9DxeJYmSfbQzS0WYxuf/rWpCpKFOB7TY4qTAGKFUwXUD7JVmHJ7Qske/GpJ0hVKceZjKNHxAxMpG
1nSQZgJDY6Gv5yYVWnkUdREiFAAUBdXLkGKV1w4WbAHTB8ANdi//MroqgpqQBhHSi8ihAQ4YavfP
9Um4DDck2s1kwZEooJxpzCYacEFSDEPknWLy9bu6LOtt2arkCZXSUx5aVFie2LPKfQpA8YF6FgKB
dep9vv4V8jQ6WwnUSUhIgYOTpHR7bsyaZmaRCRF1R93yH8cC2T3rj5fgRBA+ciMtgIgv9rEGbpvi
jCwK8CKYE0hJvcZhPwQqjakrR2tWyiLnUL6OzvoD64O9w+omPjAZ3fOVrRamHqS5KU5uYrBKxiYp
vtrYdv/KR18KE6EdcwCkr3QIsoHVX9mJ5dxVURj9SUUcPLeoSZCzaWLq96SIk+oF4wyUgMVgOp/8
Bq2mlaq7+S/f1dNnBcWuP01rq79QX26/janeU+X0O6TrG2uoh3XaukW5Vac2K+DyWfHBLlF3XWm5
oeHcoQ3BfWDp6Uc39oYXN3RRg3eiUqCKAwY12WJqqCN1HhfZQ1BljaTka7G1HwTBOHCLBOmQ62th
RqXkucP5Rx2BpQhIR+YVzwfPUUpQpmUnTopbjA8qZE2UYyCz4lCJEgcqxs0326mVO9dHbKfxAwhm
WfAz6EscdTw731//nNcq4/lcElHgHER4ZAGevPicIvfaEl2aU6zGxa5MtUCaIbg3CiDGbd5o6Kc6
QETB9RrHqkDvsR2N/MVQJeF1MFu0fNHFeqwsf7jz60JdTyjKHamEh0CP44xkYO8cfT/ZKf2YPxi+
3u7UodR2CbqWd5yLOVqIyOZ2ieOh4212KzNqjKWTWEZG5310kCvliUnphtS9PVuvfaMGlddo6slz
EnkU5SYqLG4XoHica/q9yBXzK0Tr6dbQKtx18qQxP/YG5p03lYpneUDIfcrcsfre2tP4PMVZ+Inb
TTvVY2GgBRpoNmDhvMdvIE25m0ceJka3LrpcO41RX36EvM9r0knb+MFWcTpYTaXvq+vWAyUOjmtA
OKyunBVJGPEb37sADwk3bJFaUsoyeVLsGAlHoSoD6PN6Cn5DBfM+K3HkPYd1iw6AGnUICHepE39B
3Kb8iTmfj/BmUaifQGaqx16Jmgc9xjFs1dmesvGT2DGX0pgXmWAWtKyKwPVlpM1LN03HFqXf9d6p
rb3A2zSgI+qHGuMKdMWTtju1YzwitBfWRYRcJ1lCnIZqJJDAssZ4lY1+++n60r44CEGfQY1AuoEE
nsF5eL7RptgE0m928aluIw+cQAqkOnOc5+utXNQqLeQiVP0V60Uq4yIGQ15ZKJZIs5Pvo8xTIrnw
wY8UNFsDFYFCNVmn3pbipb33YctybTfDU5/62VrUI3KqYW89I6u1lNB7p+/ghxwQGpAKZTx/3ve8
CUIrNfrslPWuu6ua3ELhBleF632/fM9RNUHkgpOM1ArXzixUT+NaC220W09JWtX3oa36j64S2Deu
DNrRKz02eZl+0ALHRFkFCb9JEcY2Dax03SJysEXxfFiVBiynIdHLVe+j1K6pirGZ0hhMNez9Fm7D
DQJUGGjVGX4ASlegI1OW0KLiGmVFHeMJ9KNRUjKWHK7ly+Ds0JB948bWXsFQF1XGwA2s0qlLKUke
BJvaxkoIUTUph4ea0vVxlEf+vCkGj5SerqoS+XQ+W0C8zA7xuvzkUku9xz7Q3jqF6qEqZpDUTjKQ
aF2CBr6G7mCBL+vt9eYvFgs9lXBNGKXwJiiqnDdv20ALR7spTjxMFVSRBv9RDUW7gKrWL14NNEN5
Q75MoJZRnTtvpiiEWhdeU56KqcXbswk9sYqnZtrGpR3u9VQ0O5PA7xCkPspHvvaAY6m27jQTN44k
Ge/SFi5sMcTaXdJgQDTFwvkjFGDh8YSWWMYrOuT2TsXaVQN9N+Arsbk+ThfPOCJrFjo5Ps2RAg6z
A0VR0gxYYFeevAGLH82qEGxSvWBt1daxKSTKRWkWBu2izvHapPu3WReph/MxCw0/5N6eylOMgeYK
NUf/xm2wWeq1gTFSQJ9wvhLuxom2ENy+11nH5HkCT0xyjGaz1ehepwflVJ08xOPB7TYu9iLTlGzN
KqPArZrtMXf1YqHVd5YiY0vSj+IbvZ0/19UqNSEJG9UpqvNmPQ7CX5sj8nLXJ/JyaxNOE36CIADt
AIjgfFS1NjABl0TaKRiiaOMM4Y+mkfdRH/v/eMnA52MOwRGxv+AGn7fU4lZS2KGFSVLG1kJ7299y
1097/K9shPUcfWMpRrCwaOawWnrFEoW/R/UbiBYQx/NW9cBtVbvPlVMkBvxEFeu27lD5QoZvYzf9
XeO591rYnip8eRrfRbC8sw6Nj32fj73N9aG+nFCiaymCJLcOr0x5KLxJX1RGbQoUOpRT2FDYQlb0
zyDafGGU5Vo8Pz8lVJY1Y2E3S/59NsqJoaZ1E0bBS+WU3tbW83aV64HYGLmL7iSGDPvrnbp8w/PW
eYUEENfBj51DZN0R1oRqNUjPCfsbeOU9lkZoHprhx8E/Wn28qsk6ZX0LQibW0FvVd1DkFrbKZact
ag6wFh2gBGyXWadJSxFyGraDtK9nrTN9nO5GnidUBfJxH+WOunBLvPvAA5ksIz5AEPo83ZVmXF/c
lu4JywtMBMNJ179mYCmea31CsLiipHMwx8lDW9QYrGmt6Hkf7nyRmL8a7v1/nE4FywE/3IAy+wqU
mi3ytEyGDh8D72QPON9gcqCsp0T7c32mZ/pFRGtQZEFnyvQbFWDu5vP1O1ZqlQjfTF+EX2BJ0Hcp
68qNmpuiQudubSVdcwtKF7ehxmzNHrakg+8UfOScWqqIILylbvdDLYBRruHqD0hBmr2XrAvMdwkw
3eJJxRpwR7Qc44LkOMjltgU57lCzAmUV2L77THCWfS6gUg0raiOVt+n1od6M1hA/RwQlT7DEK3WD
2UxLAKyI7lZvIyRCEoR1PxFC6xnWlrX3VUAo6FeehmzoOrfsIkUhtVQOZjXpLzmeGOSYvAwdxzr0
M77ML1rEndXIqnd1JKRyIdYBTyNSNgPKw7Zir8MiPyRqqf66PuTvrDO4ySDRAP/ZADDn3IPQ6Oy6
K5viJfCsdld6aoF5moGljiQWY/KE0JPlJ/mNg06x1UGvDaIC5WS/WSrryR10fqygqgMqSNYp0SCQ
IKO3Z1deFqkDyS16UZ0kuB/tAOlJ066WDpOL6JSyIZG3DQ1bk8TM2U2rWrWqVbEfvfTguW9Kobr3
gYOAjqNFMVlCP75BprreilYJD1rbOysWWr25PuiXhwnyPUCdoSuRlUCrcNZVH+X4KbfFi+pV3gPF
7OGlHzDUS3PvZOCcuYQffqc9cuZQUcFAczHMn5wFeNY4nwbxArZQ2SC50qGXLW8iCzd4XO2WqnGX
AAvuYUlI4qFLNZjQ6LyDhPjKUAvmcgB2jmtc063b2gy27H/8dLKyJFXas/m83Iad6CW73HeNjeJ3
GBAgfLUeHJEd+6Gpb3GdDDcRQcNCHezyqSe/kHOcSIq4bT4kmYlmGZmx6MXVmAILca31SPOIJA3m
TRNPw3rosGLIxGJa/p11TpUVVKMMlkHOzRdgaZUR5J7ohZQVzgw8MndkFpcK/u9cmpAqJTuNCIB3
17w6ZYc4knSuDZjAIY1lq422o0qKkyGpgn0A73BXdA52ybFdfRitFqsXPACQS1bxNgC5sbDi5YTP
NjfZCsAbpP/B3Mx9rEttKCsFCv+LSL0nlGj/IB92sv3gq+9Ej3Xe/bi+wS6fnLwDTYhFFvgedGJm
Z4lL+tkReR6/9JNV3NtKYB2gUH4hhaktdOwymAT+SOgqNSyJyue6JE3gWyj06NmLNXnf4kBtnr3e
SR6jHs51pdX9VvON/hY9UuC8rrAX3nvv9JOIgVwAhEvPcu3ZWnJxq8C2tMxfnMlR71B7xsNStcut
g5zLwiveeIWBn88hHCEkXoGRyFq+M3tc2gXg4snzqxf8/MLiRu0E8lAuRh9A7ut0izBzjI9LZvTf
Jgtpv72vkJJc4bOQf8/yJGrvHQxI0z3GhXq6KaYijSEq5NZRc8vgedSUKdjaxqTvDDuH8qqLvjr1
Op5endqGxhbDkeQRFofpbrCjUb9rXW/+iRJyFZ1WVOYdfqrh9wHXngJpeYeYFr44XiiZ02Y+e5kX
AeaNrvjq5Thl7tHUMV96ouIfrt5iXeG2wnwe2tH8kQUIOK5HNug2tY2qWjeJ03/AIQenYR4a48GH
aTSu8I5SD14WGSfIrJR+0JktkekFPJ79P/bOYzluZk3T9zLrwQl4swXK0IpGNGJtEKJMwgMJn7j6
fsDuMy0WNaz4Z7a9VUjKSoPMz7yGzxFhSHBsF4hXQKlDPgI1Bmk74xBaTtO70TgV3teuduS1B/9i
lWvoEPeeBxTSr9HoKLXQoQRxphq2ARn71Zk2oW9yjiq2eSGodD7UUot/kwCvdPt50L2Q4GL8thgD
PafFyYstpq8oWOe5N5fo7tb8iQ5kZgobfYUW6Ogg6PvcaKYmEjVWxJGuJgKaBeFnAsx68vaBRrOJ
XaA9kBm5Wm5akWsv0u91LGlsA8574kkrCGk0KX8z1ZlJp8WxpLOh34YuKRGjjbY8rlVbF2uz58WJ
XXOrRhLMVdA5dm81WdMvwTjRNLFV1Ycx9NEWR6PeStx4kyduMWPx1FbP3NTYmA9QXbzQHw2t39bU
ovywn6TCfkAErykF3dd4tMtrpUSCb0XQ1u7W0UQlcZ8psczJKzNON0hWp+dpMGjATEs7feSNMJHJ
LHzIsoE3Wl9QEUc5GBsgclMORvVSLEO262uq1fqMlR5XgINQh5Y+AE/vI2SZ5425IEYSzQi0gr+f
5i98fHpz43Z5a4UQAOwKwq2Hj8ZStul9QEvvq6knuAtW7iIuIAKU10Cd1PeMEqobmctc+meZMyAi
3WmehTH2oIxdZ1TlL98pY7Trqa8/tEEcsI2+SO56PryXIY+9lwYN81utx7gF24biqrXdFJgwfIPL
WZdmsNHcTrzKvhPPtCw1d+M3lX67AGpeXSTTR3uyYb8Wsi42rQWULyLvKp+8GmkW6apkj6JMgoe6
CWmW2oSelpHsGvWEaWhSsUT5gtliYuMbK8zKvVCBoqczE9c8Z12DHkVu6gfZtQGMvyVt72Xbel3Y
dgTp4RKPDlb1adtHmb8ku8Z2tWqb9fa2xWP6UZn2+KUx0klD2UD0zQ12GkYWOkDLGMGd0kOl+e6N
WCrxCnNj4NvXXAtv+DxdNzq4GSvf/RbTDcdU1UFefuNpy3ygi0rOvvjojEyrUzbeW4UbUMrCvmwT
a/nohmKu1U+J9cflOGfmGdraLAPOo4i9Y8YyjSl2gpin/Exwta6AjQ7Ws24t0w3bwckTFN2c7ayN
XYJRZW09Qeqduk2g14GPyY47PCwzYf5Djn3DFHV4Kfycjdy4GZCW/SlMdDTDwm2ar4EovAcdd75X
z5ltOm5IZCF1MxZ7PEjEVthow0fszvJ7dDCTLfFzyoLzQC8VZJ64++nSt9jYJaRoEzTAs7BzbCY4
2GYdWjD1rzVBZgN+PJYXJb5qOukd8s5h7xuqDmcBZz8yfaX/NkcZ3xKtTV9FrCn8AvABDSqi9VCb
0PsOZ+pzlJESqX5lfgDjXcjBxtDa4dZvEE7EZxIdXrYsLlI7FHifYevuO5nY2AtnjzsOb8WQezK7
q/w8vdKnrDY27F3lh6nf28+t4cTqRPnmYyAI44lQIaDs9sZIeB+q9lmvGTLH+BlXazR4OseMsJlD
2jeggY7wfLAZplGdDcI5FZUfq3yQ7a4EeXJ2OpSuYR9DlNrZtXKst4dHLN5HJOh5ds8SuxLbfDBx
OtBrbMcpzfZFHs5K8aQ1U6YwfbQwICqqrrvpYj2/Nu3MRMPRodSk597ynbeuO1de5407VAiEHVJb
bes9vnn9TcA17W1YkAFYAeaqj4VAMikyMZiIOgOzSpThgyLZJ/7sapzvrsgjc6aKjPCgIe4GpEZP
UZA/AtJYdcrTZEQAeklAj3IF284zMxiM9tHE3i0cMuXeTb39vQys9osTSH1bt3UVWbJK95k19XiB
4rcxlV6xJR7hO3C9nt5Wb13Z08jzWaCD2nS4XsIjML/AgRn3DcD5PRpSCM7b2CH1s2juqduIC5v6
8ol48GNEttZqAMGytehbHiswZ7xySJU57eO4sJq5qlGGTdD8GErXOVGS+phI/DnUhyA3wOgIzKbX
PqohEVsLY7VNsCzBibjvLxOCOgtjwqTeRzth/RV/lBRnfE9VpTvVY6w136cxGG7wv5GRpWnO78+D
9r/Mhw8CFgM9PoDKx0SzBlj8IFK3fmz7Gc9KyrsYINnFiQLAX0Yhgl0TIoLZVc/5/XzSOPOlO4rm
MZl54voCxZTcNf4pjQFmpguvFVr/ymHkC38/itK1mG71KJ9yXoqoHmxM53sAGJ+v2FsS92dIzggs
FiTCVcVuVct7P8xS906vzHh8qsPDRobYN4Z15EVN+DvZYkX6/zvc0dqhFJDGs8tweuSEZkSoFqVb
bctdzljZ9kIP093nM1wTmOMJUtAHNIECPvf0Ue+AQABcjS2mJxeHqt4iMrea7LXIh19aV58ouR6f
jHUx/xzrKL/BmrHoTFsbn8byynZ+pNnD53N5Y5t9Nhnr/W6ZxkQVcWb5LjGBDIOw3wzbcXP+ihNx
iDNZdJ9Ee662jbnD9m2jhycIGsclAbI35PZIE1fts1XX8ei0QAXBsMC05sdcVroRxXmtKPMp3zei
Jje7CyNvVsvWKuv1bV6jjAaYTHlI3c96YW/JGZybQu+W6kQSe0yIfftd3C/EwjQqEVc9ymL1Frq/
Vkv1GJfp/G0wMCvNHVJZT0uW80HacVTVVnzv1Yglwbbqz/saeyfk6Sc0YLF4H4K2vZFyvJuMrrjq
VYvhitTxMbLz/P7zPTw6I28/1YK7S4fJWDWdjpZwWV1h+8SdH4PF0zYDZvPA8UgtPx/l6NTzKeO5
wyNCUg/bD22S9wels0dLK8fBQ7Uo8e/SEsdajFCHKKfsdha7038J4/0PxxWOKzfG/92mBAXYX++p
rfz1f1uUYERCAclHuQ8uMrU0brv/5LZinx38ixd+1TUCgcIYVIX+ILcGDpcSVS520OAh+G9yqxH8
i2IcsBWKKzQNqYj9E3LrESybkJW8kLLTqoTs8fE4a23qj6d5cQpPFIHWPOraWkxJXa/1NgnGDtsY
a/hXU0vFdY+dBcm4qSjFDCOOeVVrGnt6AcuEP9+cAXUqF3E1tYHAZ2wqq3s/W3qCzLK/TXQ5tcBZ
m+4ahf3kFUxL/p8ae/9z8v4XYf2nJw929eHX9+J79fPdAVz/1b8PoOdyXN468+tZIZ749wGkcvwv
WpHQxig+0nZeY+p/nz8zgHdN7EkUBTub6i//6t/kasf8F1oboA4R2wPewBvwT87f0XuyNhOIC4k+
+L8IceB/vz9/JohiNfJavBTe7NNHEOp5QimNFwTdIs3tzW9u16M0hz/qeI18v3fPW558nzC3SKn9
58PLHyt4+58v6Z/06Peh6vp73kSUKecDxKIFfhSeYKkWG1OX2i9GOfqXqHTLC6RRimjOzVOUiHVq
//2UMxSFUJjlpCuQVBnvKC5BtErppTdnhybeY1O+wHnwXYcyIp2NeTvD8y3SUxCpv45J++aN0k55
++hVQBRVVUC/s0NHoFfv4R9F2VZsTvFajjqC/zW3P8Y5ClMcb0SwVajs0O/mTbUTF2Irz7/robY5
hT856hN9HGp9bv+4wSSNusJKGQpjcyblErvGob5Jox9yczaFVkgR78Tb+kYP/HPr6LgRJHgoMaNs
zAd0tIwFWUHc4n37OrSZ3kVZ5ZvnImvtZuNW5Kl7T28bsfHK0dnGRqM1kXTrGpMCUskAlXHH7yIQ
FgJ7QKsmjW7NqsF5z2kxp648EKpR0Om5FQkuU3OH22shoyxBhwBFwjy/sbwqxsIchdxXv59EhRDf
PGPCqIyy2iypwImwbRz3JS5HNEfJXquwnwNcn2ZC5D3WBGgED3xAMixwSlr2mkIgY1vMnvGjqbsC
ASir6392derCIYT+0W5nP4tz4BFx9tDMeh0DvCnUHHbcLw9YmhgNsL9KIR6wpLkPYcEtcceDZxPs
UwSZg6hs4ga0RTOU6K3WQx5QXe060CV9lXW4X+IchFy8kV11AcKzUa/ZaEmNpY4APwW5xglLN11Q
oOwQkpqygCnz7JT15VLGZhfRUWmLjRj68l7RrPtnpCE6InTauCHXjI8rEUOg9wcsSAL0scp2ecUS
FiNmo1quxkFpJ3LK44sHlBrlG6R6XEZCmuHoi1GW1+eNHuuvjdfgWpvACkkRC4owpe/Cz++4D1/n
21iIgaG4y8QoIb2fUYnjTZt2hfGq41mhM1hjDeE4GjiRyU4vim3vyvJrOifpg9sH8S+cnFozHICH
HwYvNuzt57/nL1Nf215U9giHeFyOfk7XtoK3RjH1Srg7Wh343Rp9c9YqbznRsn1//63xFI8g2xgA
CCSDOZYpSvw4EyYazi88mQXit50WDZmfR0qlIrLjGNdQdyYXpbx6RWWsfPwnM12HXweGOm3zKFNh
PbryF9UOnWGU1gsAiCpEhwNqET1iBC2dZPf5UOu1999X1NtQIOiJINCLdxBXPjpP/oRWVwYy8kWm
g3U75Qv+XaM8pTJ8nGUwIZiLrCiuPW/6h+9PEsqYJj5MjftSywQ6iOe21yZ8EBy6UoUEua09fz4r
/GWO58W+vck5EYGATj0m1KNMXpQIlFnfxzTLX0sD/ce95sAFCtO+Hasr9I8omsWaO/hhRTEo39KG
q8xI+GkTYLeVWHJfurJIw9rwynY3Tl79akpNs8LRRxcJ43OY7eeD2S+8XVlcvc40T/PN1GRyhL2l
sDEoWoUdnl+14tqGAH8+dTaPtzC4MffEUdnPRch4iDJbyPS88oAK7ROFCiatq74/xGlmiTPf4WXY
Gp6N5chiTfNTExeZ3KdBgmKe22rxF1jVcb7PZJL7u8X2iuChHD372qQpBuwhF3QElsqdMiq7ljY1
KMYMxk9gAVVDOFF643lljTWOy/Xc39Bba/Koayen2U+6cvRdQEso2HiEZ0+z3fiPkBj4y9lgFlg2
lzhJRNh9FmdjgAnqhhfWmM8cT6RZpPw4sK/ruMMGNhXCRTWhNnG3H/wYzxSrIsq7TZpF5GeFUeou
cDJnvOEojkUUu0aRn0m7TS4onFHKsqYlS/ZpZ5UO30CHmLpvJIVOgUZv482sN5Ozb0SHm3EAf4kt
M4vKuA2qdG30ZTJu917XTMgwWzOdtIWuhIhK9kVt8NObsJH1fPG7W7XuQjIhXl1bGu02SHQR8KG7
Bs+qjkPOykjSJ8DAZo9ynJND2xATN0COTerT4gr/Ps/LctkllekL4F40emhQucHD4lBWKmsdJxA8
Sh0c/IK23GZ1gMNGPTk0H/vYs5/HhUbtxuoCHN+zpS1DvRgyCYwVndhN0Q5yZ8mxLe6MBuJKVLmx
h9VhEmTjZvGKCnlAKyiHfeaWydMgA/mMJ5r4katAWBfSyuTlNNt5vM2Lrva34zBpP8d5XtvmFsSX
rZ7WwePSmsnvuYTQtY0lHYMomDuL4/wm37hkVvLU9IltUKYZhEfb28xvNc/uqTmDQdmh+k/DdECh
eC+sbnly7R4JZmosNZemMcMGaHQz3Q29BfpX2R7ovjpx3W6Xj908nhf81Lsp7swLujsmNBuvRu9Q
A3fRRB0+Nbf0ENtlS187jjq3de2dVS8yeygS/GYOhFJ++jMn8vG/9IVIbsRQaY9O1xm8WbrKp6vK
NPEi1+E89pepM4G68zuVFWGlAv1SaG0FMms253xXBt40bpc+Rq236rLpAa9uPdsGuLNcl5PuP4K3
DV4aLSN8gVCXf6vbgFOaW5ImlrnE2r3M/JrgpdeLm1QZRkcLrfLvMqpyvxCACH5bWW88d7RY59Bx
WmGet9rCP3Dmxs3OxOQXySYHAH+/5IVThHAZ7TuD/7KMalHN26Gq8VbErZcGKD9+lluUX7AkDya7
uXFE211jqlHlLKCEtCSKQv6kxzo56Jc4xYOmD4EKrW50t9xm453VDjHN9riEjBC35p0DTfhplOXw
oBarhsbhifFe6/zskPSTw1SSAHoLSB9EZdgsnIQLRJHB5scYTTq5seAC6Y3XvrZWzjRt0pDnGHOW
akCtEvPp0e5+jBNorTDwR90N8djwXpuc8lpIYQ6D+rFbMBvGaqb77XnjtJF9rnDoXrTiWroYiqBd
Z6MvWajpNjYqu0OJsgBEhVxhdZsMCa1GrETYiQr3zzurVgnEQAsne5ySCyAklTaKn8opMhqOVuUF
GHAOBM5YROuSc1xYt9LhXttMqPJ9E5iXQWZAUHyvlbk7kODpdhEVVPTVF09IYzgD+mxgNV6CAWcB
hXnmTMR9VwH2ZoSoppFNG7ARwXTBlWVam8pDiXaLRnMxR7HMmmY7FvOA7eBcu8/u7PROONHzxAi+
HdJtaZVDE2l5sdA5TqviJc9N+9Hx4DhHnYbc6k4WhkJrPa2Clx5IbrcNsDub0fINQLX2k4vbiy38
QEb2rCFAX8PvvJFYUwxR181iikQWY5iZSgFFci6qZNzgotrPG4FjO7dc2XWAFJbGA+UK24p29Jzo
1I1pI19g1thU26kxs0eFN2S9BUis/SyMmpe906ayj9yhBPSwiGngHKGs229sszda1s9Nq2is3aGL
kiUo61Avq9KJRncYrG3aFDowmF6+zJW2qNB3VHk+DapVIT7orbkrEq/xz626HLk0gyzpQ302ONQV
JYA+tBsvcXYzyj7NJharzPU8tMjAZ5obxJE7Kvce/JD4UVYzKU/cJDixZ016X+Vz+rBKNAJUSeP2
iqJG40RqGNYYDEQFOgOERnNot50cUeTIEUE1tSy+G0anu7EwkkG3ldbmb4oVi47iV+wdzJzmwXZE
2Pv7CDdh2U2lmr9mjhgf/XlsNFRQWzVsGlOKGy+13Z8VYQSa4AI49qaFtHmXJ537o1vi5XdpCbXz
NYyztoUrJSXzfrXrM0VPJifooz7o5SSM/SAkSZfTBbi1dZPC/ds0W9zihdQUYMzRP6g6Ixez9Xx6
KFJwqVtm4dBoATTbRS0+arf21Ng/BNXAGLvHilxPFVP3mg2qu+mrGgyrNqZFskVXIH6dJR6Z4FNm
qUe2V42bqlISi1dUfH9qXtH/7Ev+bkj+lP8mglWXosjsbV/fVXYBi66WsV/tIAw6z92ktbyvi5c5
+970ZuwuRw2cPb4G3rVTIte8dcChABPiZroafMqFobYMAq/cHq2X0Mod97WuamXQxB+8s7xzY4kT
io2//AqvPOS0YR+nBIH+Temp7r6jqybDMdaRguXFTA7gS/KXDPVTTmTult8JlrIf5Wh6XFz1MNOI
6ofs1lEC/SwJ6jPf1YC0TZZ/DJ6NDEyeVc5zgl2bndngpaz5vEy66Wox0yfIy/VNXYn0qcN+2A6n
ul/anVe33kIv3LIPsqjyMZKiDtDE1afhXlW+l2xmos4Y0QYNpWAjXj2CBd9JEhrGPIMhkW3fR1aW
pdcmArtlWNrGVG7ljL0PlxrXVGqkNPTxJQbUNmqdvLA7aaottdiZSsvcZP2WUzv3Z4mmm2elyoaI
kxhfL2joQX3Kmv6riZvT2pxxuAVTewpxmKjCxXCyw1iPA4+0Uc72pinHGSWAwp2fbb7TPLJMiba9
PnMDm5nKrqwi0L/CDDP8jXAzHAcbp0j7UM5C6Rt37oW8yJB+3sUwaTAU7IsyvkHPoPze6KjiIyMw
Wph1BIVvhvoSswTYEMmZHl0lqDuUkznXFXoEaTXsY8Mqx605eJlFxKA13P7jEDzjKlbf+nbQX+c4
YvWR7QM8CINcG82DEJ2/qXFcca8qG2reAAYemsNsTtMD/rKNuVp0wnXEyg3urk18EVKByM7We6Ug
JG4ylgh992ofZ5D6slGuFRUscur9YEquD31a3C4qmtaZojhBCHena8p7rZQqbvvBSrmieNrPtdQf
uUngSNy5C0T4C70d/cc4dnpxrnBEazbDgoDrpTlZcam2osmaONs0HqzbO6QG8y4UjW2LnabV1HHy
sl7Fmqcm/pHmg5ZGJObWDTi1HKhNO2Tdmdl73U3R5mZ/jsYziovC1imdVBIgYmTYyly2SmuTBGKI
i/OH2avultLUqO88QCGXbaeMb2VdBj/0husAgdlaL7ctyultOOjEIJEAI7Hg4Vxaxs7DFrMJuzQf
r2Gy8izEXQqeyXSX9EYGXo4XwFJNu7mSGZF62zZq4/qkw8AUa+2m7/VlhjlAL4SXxB9/+tmUgCSB
ClSt6EJtOINoOYUgS1CGq5oup/lJlbEKG2VXB6MFuBkLvTl3yOHcnRxldu+LYQE+saRclz35y60c
xwUU0KisNPIC5f0K3ihUBWaQz2R+8Q1hTJ6EymzaMzurbNB7LdiXghuLe1hY+mtQCwWkss3vJZ/a
FigwcQ5mfO49h8J/dXPvakmTjQ6tZuaUheii+49ksQWiN1M7Tpc8xsN3szKHInTAit/4rdYNoRsn
WropMLR+MrnS4muFq0aaRjbyH3YYJxN0VlPvVxVxI22vxqZMAWuM68Rmt+gSiJaDeePHiVdfKscZ
AQqgXfGiUW5DeWF1SGAZnORCgN5rNlxA9c+hLbn8YXgivKCNU0rPljI8at2zCJB7T5wRm+TAeDWz
2SZ8Jod1YDEMzkWaJuqZgwDVN7dSy96PZg1p2aB6tEmSDFxNAtSeqyzv4rsygI3rNrKJN0C6vUt4
5iC94r4t75ZUL76SlZYH3Z4An8ZuoT1XesV32Iu8fSI5T57w/6oOjrQHRKSK6WmMe6sNG7Ljq6bI
m/p2xN1VsJSu1kqqq+ZwA1Z+ebDHsXxVfDhTSFDgvIxoq/e7IE7clu3v5xTTokB0r2Luqh8q9oL4
AjGCWL/UNdOagAPZ8ILqIMu/8SPa51Ib3a/Z3Mz3jlBcRB70/qvc0hBgqTwVgD9NXIr2XqzquxJF
EnalTPwWjLGRuueJlyb7shaQkd0eppFfTxYuSvaiftRj+oraZi8g+FvZ5UCtmdigwmJnyLhNwspP
SWZUDyUvVN3iPLbNQDU1rUWwQxzBw6ySdySIYhrj1aZJyoZzWisdx+x8EuT4idV96yjRUOWfRG1f
uynk7z0yHkl/ZfvCa7Z5llP5muZgfs48a9Aezc4vKyCwjVdsOrV05WViuthd0gx3vK0/tOO9NyMr
EYJGmrrzsbRG81ksCWBKq00FuEl/qtytkVfj77QaLXuX6agD7xINN1KAfd2SRQ2kiuncienK2zHF
VZhoOrqwPp2gW8GinTmiatrzYP280NX0g9XLd/AutXQaDOiYbXXh1M1gnOlVDXWPl3fMd4l0qwGT
ojluiJT8xotImnn8LDPDc682MyfdGYs99xcCD4RsO0kUPAlpZr26ENIO8sOiVbKNstJWCKC6ogXm
68sZcbHSKOUlEO04/0oBorKfUuVQFWdBvOWMffGmXaGtOx5DjuZ9y8zktu+xPo1mhFOMaNbL8aFB
eegb+dHchkgIFU+JZWKTyGdNrB83pDhBRuATjSUVwk2O8+F1AXAq5v/sZLn3krkwNoFAQjUqiPrW
yKKuv+ZJnz2PHKssGlwvo/0B6oFPoUnr7gzsAnl23E4EVgYwSglaO1WPlWNQgJ8py9xlYJuqkNav
fDYKexBRXHAoLnE0W/NLKy+dS7OIG2tlRzrffIjEUzSNTv1QFkp3ttTztSz639TcTadBR+NlcN36
VxOkYEJSPbVoW/6fvvpfenMfSpo4fNnoMFO1hDkAy+99sREbDan6RUGMK9xpWyjhb+vCODHIh4rm
2yDUaWnZryKXR3XTvHAp0FBRfZkH5NNH34rPagfhRM+siVeHbD5R/F4biu/qtIxHhGxS7ViZZPZR
wxGWUt+j3hi/LEEH8or4nOQu1a9RtK92sImeEj9VO21eTtnhfpyoCUGSkjvRLGtpr1X5P/pm2B/b
qdvn1SHw+mq/+vZeasQYUVsu8cbJh/7uH+4eb52JEKYH0ADhgmNUoyMNYyioxR6CKVn2c+57kZ53
8sRyrr/63XK+GwX9gvez8mpnUsKyqGmUWn1p1rx3btKjBI1n4wks1IfjSPucE0I4ohsWx+UIx6ON
PUG3J6oD0P6AILWQN8qphofPl+3jhOALQw4C9MEo2Ba+nxD1nz6el6I66Ks1S0KSSHqYvA6UYaPP
R/rbfP4c6ejzmmdUmAK9qg6aL/pzi6Ldxgqa358P8uHUrZgDRCVWciZuRccMTTmh9J6OU3UoJpHv
2tpHrEeY8kXJzvoy+Yt2/vl4x2IvfFXgGj3Mzei30GY/hgbDoMBkZZHdQUGvfxFaU5VRizbDV5gU
xap505xVs3iIUai41Tsx77TWQnEIqIR7t7i9GzrxJL/Ndq+faEX9ZWNXQiU/DhC3Cany/cYaSrRj
wwd3cLg198he2eHQOdr50pwyYf7LxoKI48sDfEtqd2xC2dK04Lmc5QG4dhl5tZnDqbHiE13Fv80H
zvUqdbtCOY5lDwtE3pvJLvtDVgQmxZ/y51JoZZTQGT4x0hFohN4WwgykAlDpQRSvasTvl24mZfMm
0XWHQhvjbTnU5hm19eqGZMM402Q8ncliSa6x8hufirYFPdJPzfVidOYvZxTixD1wLMi1/hzS+hUQ
ACuYm+0IDTDjzDf4lZoOAO/RP4m9kaQlSDJ3XxAcAJ4n/TG3sSm9s1TShdi4HbIqu4zv7BYrNfub
G/cSyoANfBS+ejAP24CUP6ZnEajzysxsVMzdykA1pBjEWSOt8lrzKvGzsErtxnemZtksSKM9IjhY
+yHOO2YdKRT/7kau/xstj+G9f/5ZfThS6ysJ+3TdA3CMx3dfXOZ1hrqx/5KWqXFVZ7PxbFGZ2H0+
yoe3cV1YXmFgMiAlCcHf7zPSM0MQTx4tsyZJI5faZDQQOe56xt4k6EF+Y9D+O42y5cTIfznMnDET
qSS+mRU7/H5kr5ZYDiXGcMCvRB6IbuX16BrlzpbOKSL3X4aCN2JgcIFXGcbCR91vdLBKP1/i/lCg
/xRqOlFy6VXPmWyrE5P60DoFXbAeUQN9BEY8thJoNFyYDKdaDlPrbRfN9bfEvfM2N6ZfbpZmaF+d
khj7MDdgjKCFETteScSEGe+XMR0gS9S+1R9ET9LoFMZXomodn6mk+/r5UfnbSHyC/jo5UBRviJ0/
opnRN7WqkGI8+AMFpTjNpx1MTCPyTe+UQszH64dZrWEoYl00oT9Q7z1FrTBu/OFgx8lyg/NffGt0
zhwVpYmj1DIm20Zqa67Rv8yktd+0YhjOtDRxNno6u0+fT/wtIH0X8fBrYIkA4DcAiyLk8H6NVVE2
upY24yEjsYSp5rln0HfGHR1T2sSz4d/HmYqRkWjde29s9C1pvvMEA0an3hLsM7PTXz7/SX/bixUn
g5TJGl3q6+Xxx15oGFzRJbDGwzDo6RWkMX2bDI68oKB96oAdS1Sh84D7AVTiVRyIh+FYlB47n2mc
zAEvYs9V6CRLqoGAB/HIBi3kqRtYIiRc/mDOT36AYCOunE6wb50aAEDRl9MXyC/zEnamopHgjQUI
LN3rqt82ivAUMKkhXFDLI7ltWahXlyLJkzFp2lORJfrD58v24U5dpwJImKAV/Doxy/tlM+cxXorU
mg/TUlV7tAzhUPpxdeK1OuZ7vK0Ye6MDZ1pdZ49vgYLOrKHKSh0qI2m3mvTcL0uzICRpNeV9gmh5
JMveC5NSGl+8LG1v0TpjxdTcb1Xni53Xl8MlIDf7jJxvPvt8DdbDenSYHUSGyUZM2jjY4r5fA8Ns
8x4NXnWYDWcIiZDKbSLFi4z5xpJxOmV98rcltz0La1nbRYfoWHYpoJWxwgjUgX4F/c54zraNmJsT
9+5fJgU8hgIXbxlyCscr3lp9rMOEWA6aq68lVwwea5VaYa0v2rXZGf8PsyI6wovN5uLl/Ti6EcxB
A2AS1Oowubp2gagPvXrUO7afb9Vf1g7pGcvnWYb4jijX+60qGwGpQLTqINXC5hSj9lrWtXki0Hjz
w3t/IlZ6EpQO8BiMdezLOzvm5MsgMw5x5rUXg3RmNPfymJKuTRuppGq379uhPDekC+qgs+NDvYom
u51VXKVOJal2ETEoimXXlg/5Q/NTgv3AuBxy2p3VlFUnjvDHdSEI9lb5LB2dXRCD79fFLZ2mijXD
ODS5wF1bljDTBzs58Rl/vGMZhW8ZoS5QxLi+vh+l1XxrwD7eOGRVEO+zUS83qsVPL+gn68SEPh5f
QHNcTfb6zPBJrj/lj+s8060+gJnvHHyHCr/ybDMavda9Dmw5X9CPtzafH6wPYQpnlqF0lw+Gq+CY
LagQOgPOpAcH5m3sEW/E0c7EYha5o0UaFOVTtW+oSn37fNi/PKQQIMgmKC3xmKAh9H6eJspQZt32
2gE4lnnGrdBrXxqJtuJlzen+oo25uK5V3gx3PjBZfC4hSHyLzVJm0eJqwaGz6YZHkF+pv37+0z4e
qfWXrYUaBFtJrY42O5ncoEakJD70AFa+8mknj6WX5idG+cu62zyiq6aMQTH+Lez5Y59jHD9jDYX8
Qz4Z+VZH33PjCkPSFExa+SV103SPPqk48YH/ZVSOFjvJ8w2W8Bj3akgrRmGB9g0ZjHYuEMn7lcPm
fcmKPtkbQ+XgmlPkJwjbH480oEh3FXUh5Ga2RwvaKbkEBQpa31uC3/Mgm8EyFy0V+q5O9pmu/qGw
Ld8p8DIESRFhA+zPRr4/WtLU9DGTc/WdM0aIyLt2nQLpO3EnfDwmAQ/MWuvwHOywj0uXtBul2fbu
f7B3JsuNY1m2/ZWynCMMfVP26g0AkBQlUZ3L5S5NYHTJhR4Xfff1b0GR+VKkVKJ5jWuSZpER7pfo
bnPO3muXe9OYX5wE5JTc5KcWs+OJh/M9biW81gC2EEocPy+6VmqJjsrYl4G1Y2IyL6xo1tzIEMbm
z956TcGxwvmBTT2bbOcY2VdonCpL9qn7vLWrC6xMujeGYXAiJfItBfT9ArMMw9vHQY9pjgrl0fRm
KRKitI53YY6HHEXm4KjDtlT7JL6sLMm4hCKW7OhNkH41ZDhH/dJGOoMBvjdqV6IDgBK/VddzoWgw
VzKl0JDbRM5mdJSk3BQgVFsY4UjnfUko/a0z285DLUsKG828zlSO63JxyhRx/H6/XRPvNV8LsK6P
Au8+FR1na27doKykIROrKR+q83bWr9Em/GEOBYhu7uC/RzuO3kOS6QSFw2hdq2S+1raGL6zgVOLa
hxfvbZS3uYI+Pl7ew2+IvUar5LqV76sklbws00BQO1W9zob+99cv3seR2Hku+vDF40Rd/mhnA6I7
nGcIHfsw49kNksmBDmarN2M2OLHWfTKULnNAxmLw5gddPul3c25eVChiszHeF/KoXmQCAOVMvNY5
s7t5Ynr/cGxlI4iHAecKKzlT3/H0MCScuvtCT/dFC9u8LvXWF2j6ERe3pewbeixx9LFL2dWnIvjd
a9B4tVobLqMpEj2h4Hp6YmNxPF8d/6Cji5fCxkwbS073KHtoByq5dBZmKlu7rx/nZ8NABCB2FmkF
5uBlBXp3j2vS6Pu61NJ9XIeyXzu5fGNrg/j19SjL7uBwGjFN4J4LUZ3NA2ffo1FEjEhtaMVe7uUR
yqTcXVIVGS+QxDs/2lzjjKk50WqeynnVBVFyorvy8Ytne0wRgIlShoF5fMawdDS6CAPFnt6bdSlU
YW2TBRfRxYlABBGxe/r6ej+5qwcDHu2WAjWqkP3ZYt+mXb4xSTvYdHbfn3hFPmzKeEeoqWI45JqY
z47pZIZJzEsciHIfpWX0U0gBTKWwAtwzKd2qBFu6heRJQ593tNuEC+QyISdPuEhJZm9mzqeiZjir
r6/9k5v9xjBV/3ZHviFI371RkI6LENBWvdcRfV9mkmU82AtLQKMdueva8BSl45PxFiYxuR3LzhQI
4+G7lWadFSccG/eoIOfrEYfATVVZoxsSybcr9fgUi/7IFbyELuDsh0jMZn8JvLeOBtTKSlgaMtR9
YMHLWSd5bqhuDF0oc9vejp6ldLAfnFmWXtp07BEkzNVZ1DSwtaD45Ff1yJvqV6yZW4PtsYmteHBk
v8KnJbudSA2CZviP13VZQHDUR9t6NVsEISe2lp+8ojR/KAjy9eOyPG4T6HCaMqVtmr2TdQoKGLu5
EEoQrL9+GT6OwtkUkZ3KToWWsXFUtunigRZHNLd7I2/GVSjF8hlUoj+EgfBEGAX6NfwF+MU4tw5f
gTgbzFZHy7c354YwQTtNfTTO2p9+1DiEVZyvNp0+ffGGH47SMN3HsZbO+5yj3lqO52CFYDY+8fl8
mCo1vmTWOybM5ZS3eJLfT8iLk6OWI6fb076RmlUU6XhYtCzBcx629S7RRnmLRG/IVvgEQJhZTnZi
p/zhg+IXoADFHbXsj3jBD39BPk+cczS537eRpF9M/TAhf+4RWeUjgo5F2f71O3J4yGHNpT8EM5bQ
UergS13rcDyl6LoGYNZME7L8gchTlK7ZzSNsKEM7MwzUKFE8iVPmrKMopb+HZc6gDIuj8GM1DSlM
25WGMj+1JMDc5ZZoNYwtParcdAlSJo3Bis8tK4QNoWtRL29NTNjs4BIwZye+ksONzttPMSymk6UL
CS/1bcZ5N2WqMcIyQpX4KTNZq2ZfgOOPKYSRXdn9UWP1bSiulWM8blZgQ8cfZItQNytqE+cIDpqN
wOmCEigKzpCXnjqYH02Ub2NxOuBt5jRJ9uUxLV4LpDyDxic/OWUcWp4xT+mNSAKUtGzL+3g1qGF9
3yfo3Hz2egv1u+3DJW8mqy6hvAW6L1C3naEexK+ihaWsXUhtUV0XhhNIN06YhufolqR7SaHp7xa8
Xfe2XjXfv349Dz/Iv6+CeQUXPvx+tohHk8sUm/VI24TX01QaC/tGq1zrStN61ThMd/M4yJd4Zqpf
uVb0uymxihNnsE9ejkUastRHmX3otx1+HvHUSBnYzvmpV8zGbyTkbTGbJZwftfjz95DvkP4QhUse
2/Hevh+LtpXaSn7SY9zanS3NWyfI0Jo1OEO+vqvLR/3vHeHfd/Xte0fXs5jJju6qlqmTVkDTecqR
lfqkAZW/myBVvUa264K4tvSyrSTnPALk+EfljX+OjI8YqixxKFzv4f0UZWL1AkPJ05hV9XPCygEV
VdeXKmi0nbMmOdWR/+wBUtXQlmMFBe4PrQtRREY2S3xy+Ct9LEr2OZhD248MpT7xdR9O3cu1LbZd
FnUbVANtn+N3pVeA+8WV9qTnTKleqsfJWnOq6iemc2xTcVREP75+jkd26b+HhJxBYYUd/gLpP7yd
eEzboI9n+clO6t5a97ZOfBleq+hucJrhqRhLVNUAVtPbXtfKS+bc4tIChexV/I0nVpKPL5XKcgVs
kGYRR7jjFRotZ89+b6n7IuGIqUUkbMzmCXOlCu4QE2aS3cf1iLCzKNXnr2/E4U7n7T4s5TLWzoWS
8UHwNEtiDs1W055I2unPsznIfNlBj/z1KB/fJZQ6NPQoRPKZgrk5vNvAN+YIa6PzpEpkP8ujo/rk
IO5DKJ4nXqWPIyG84Z1l9mY7TxfxcCR1bAaCNdpkT5dX8ZVEz9dGLXW+LcXtqXPMx3vHllcmKQWh
iL64ag/HiujKV53TpvsydIrHdKSlhlRTXYUhUuO6D8VOwfO2wsKrP0iDqTPtt7IX5AWiUmwtntUh
PI6l6tRO6JN7QOiUDVEbFzdU4eXfv1uXZ6kqbUJpsv1gE6ziNHHniakJN2pMV/TrB/vZLaCDAAZw
ybdivjkcCmHzGBlGmO+LZsw38lyIlYh0Zfv1KB+3WoQVOTAAgZQ5RE0cfaxt0AA3KJpy34+ZdllT
46GvKw/4cQzCvObRekTm0PpfD/rJpREZitia9VMHSXK0vwPLl424fkr2zfDfW10vtlOR/PkeauE1
LQgDvn/+9+jSrIhAuXFKKs4AWQASEk6yLEnquiCK4MQG+a3Rerh4GZy2SdFYIhqAIRyNZSLk6moS
GveggEJMVk5rPtuhFF1oQTpe86ZXNNtNA6pnohgAFDKUOLFrT5ZleoMdmWccg80Uo0cGPpcSHeGP
WTnjN2X3izsH4qviDtrc3KtjVKdrOTGVcyOWics1pSEuMRdbjeZ2I5ER7EdH+bXAYGG745gZ30dK
DqVbMffgElvOQ24L5PhHi/D4pwjyjmRAg9+IHKLzasVy7pHY9i9dB9kUJ1lCGJKj0nbYIg6Vfs1y
Tp5jXpb6Wpb7sPIoJ/R4lGHhPtdC5jJjNEC5i8Z8mElkbdWLxsKvTtcgSF6svlIx5BTaeDMMBbUz
EdRi9O1GwZIJFnUuiASrDemixZUke7lI5QijkBwGfoKXWfLUtFWJikyyOwLgxldhYK2m9xJgrh+J
Ptwbsw28oG5l+1ehQWT2ELuLHTTbUXHzNs2piVttUvh9luB4LWYtx9I3zgYUaKwReO5QhbSr3F4I
Hxj+7Id+rPNTVcxPtsG89BYTG41aiozHG7hsVHtei6LemzjuIrdEaXGRatPvOA/Lm9JZTM2xNJ7F
pGa6ttpI/BS9vK910kJgYER+pbTpeuoMsdWZ/7dzE9mrpqDmAAx/POcAiDmzzNQt5AX9xCLwyadL
OVlWFxiT8jF8NcJ1OKoxSZHFUJccyGpE36ZQVl9PEJ9MsxzhkVuDuELccEyt6LNqMKexyfZVh811
cgbHn+YeZ0A4Gf+DoVhBSWMB7kUn+mjzF+ragD9dY0aHL3iWm6HpK1nrbCEQTScKLJ/MtW+sVYOb
Jy/z3+GMHmjYBXvIzHspUvG20tpg9SCU9aKX5ipy6zZw7tpynO7+/Ga+nbYWdh0nyuNhswQckRUU
+86oVZ+8J0GPI9C8ObajE5uRj7tNCrpsN3k96ESj4ji8QkUrEmc0nWJP0F6GXRprVRRF6dmgd5Kr
DXWy/vrSPjmyQ/tTKHci3kAYfAwrlcouG/Qso4xMh29VVVTD04RI5kbtKZoRSvBDyoj8qtkUnOu6
Fq90utAnFuoPx0HKBSSA8ZoCLVyCow4vWuumMaCOxWNNcC21dLR2mtEGV7mkxNfADIN1zk8kXnoi
wn3S/iy0j20mx3buAMczXmCa0UdbEt1KQvghuUIlXWl+8hL/VnRdrPHxJNsSOdeZMzTixHP+eMms
dbC8aDeyv6aad3jJxVw4Ceugug+bWZxXGIsrt5RzqFKFaG7SbMBJ33T5zqrqZmXPzSml64dZiGtm
78CNZ/RFnXU4/mBmEXYCTd3rwUIeNfTxMpmNU7vQN6X3+1WdPe4btZj2xOInOP5yhoUuT1qBsacS
2yhuWCxwe+yxzoUow6xbuBlS5utI5H7qDQY3ACEhGBWZ47nwIpG2VxGU/MfWkYAXiLzGqZRrk1Bx
E/UGgWLDIN9BHbEvOqF1u74IglWLzaTx1Az7qaBbujiJglcSt8RzUMxUryGmJ77C26Z5TTUlkQ+o
RznDkl2aLmI+7DCh1s+PkjqoEd7yAN/3WEXzswavBrlsps6VZwID+24HNSaJQHWyM8hV9laZ+kbe
KHCae69gQSbqoHGm3pUDoRiugf2pQi+E63zV6pFxqcVhv4Rt1eW1ELmqu3VRyFdSZ/Drx2TUzkND
z5/HNNYhkPHienkR4XIl070insNW+6cG/9nGsciw3QQj8einpoZlrjl8ePiEmGaJtlrOEMfZKWOI
vbgaR30/10EwATTqc8I5hG6yEVPMLTsRxIvKIOKboEmdfottFJtpJbHJ89o6ymN/CtX4Fuq29VAS
3lm7w2jpdxNhKlcK96Q7LyCBnviwUBgf/2wd/wqFP0PnLEevZfn3704YIAOUIS2xvWp4qrH7djhT
6yKtHXJZ7cRPCsojOGAXtIGqVQ6x2oEi30czkS96Mma2S0NNBL5phYG+ydqyuWzDpv2VRQmp1Z1k
1OdjocKIULSuNtyYcIyLVhrbGeCvHFubvuuBmGSBnTzjBjdnF877XBE+iquwbwf1l5lhp3VrYBsB
IRLWGKzHbEgRwAw9vm+INuDYhFpgBnMAERnreZ6T2FOypnyG6iPVfiqk/N4c+nHaIIHWybd1AuKl
LakkloDXLXW+QekqJko+NgCuIGqzb7DFRsOL60Fcc+QKdwki8M5VGjE/OsE4Xah2nAfktTXhrktb
SCXOJGEQket0vrXiLpX8MC2ls24wxbgCwpLsQrkbgyVxoCCS3AYs4itp5/w0Rad8i1sg/Ku4nexf
WSjmXY4hUV2Dy5Iat6fGvi9qXb4e4YA/Up8EL9DLBjNeOvXWbz3tML4xAQe3RUoyHtovkToXbSbC
J9EAanITdYYABIKDPTZB9gBOtDpxTb2t7wyRl44nN7VAr5d1xjMxFVXAzRdGucJcKgEpioFkVySG
yLu8hZ/gJ446JpvSyZ3ZH6qC9IYsyAfpYYLV3PiRrISVn1TtOO2yasbrPqPE2I+lKKcrx0il5BZz
cpA8mWVgSKjHqm7AMUvic3OnyUFmwzRIQpGcdXM/9pGLb8PMdkMko4pAmSmZZxZtYskTdSi+J5j+
GmL0pFT3kzCVyRopqUq4Is+6DQ17WBucB0juwWVc/rbMtv1h9zN/RDGiaUAuojb3gQYHySwJclnP
QdBc5pIUyfhzE0LsR5qo5xzmFOInyfoBczj17DDySnWSqykYdZjeZaMMG9GmFcSqLunOBq0pW29I
67JfkY4U5Z7cSVN6kdty9psyg3k56YmR4BRTDQA3g2LuqKLVz7rW6JVHQ8C8AK+W4DIcA+iCYwlv
BCgQiC3UKfEI2EfOQ498I3vcLKpP/h8EHdEKGLE2b+naFfJ5pyeTtKJMo15azRjpfi5V0Fv1Dv3n
FipSdReOvVRsizYv08veJDf4uh40C/U/BY2t0jXiHOdqUcVeIs3ZcxQF1pUd2CY3WxukEvuLFtau
QprfjuvU5rU0FcxXQW9WVxAzpdeuLdFkT7GkQWoa8wDuQpYEOxJACKkfhRKGZ8iInTMlYo/k8dJn
jSe3mlD9VBs6soaHMS6u9NLMSKJWgiZfK6KHikAXEspAQgqpta2iqNPOkKWBIgvkEOPtPPANofBv
QC4IfrgrCH55tiA4oE0ElSyvVR70TwdLMbnhYdaDfVPj8K6X27xyKwqkj3AmA2OlSOSXrdIoCLYt
cBECAgMre+6VCnm+GkWz7OfkWJY8ZrVYqQ6/wy+dML4wYn4ftDNlSXOyquhZa2KDLFPOjxWK7dK8
DVN4ZufQMcUFzQS4AbVNjgxMKWcwWC2lCeinPlvLRKlm362AM7fbgKq6n1lmX6surVsXrmCI+Bom
Dnz5YIqfgsaGcIaD2CnxuhMCuLE7JfwxzjWyArW3G5P5qVVUTwsyzv9F1uq7ToZe6db1HOtEyFdG
uYDBIoMDuWbKa7Ob6IG1QFBjF9oVp4cAClfIQVWd7xH4EG5TBVX7MOmifLWbQntiLodZJbRQ/5Em
U/WrrFq2Z6YUJ9xZzYrEZqpLa8/DnUuvbK2RRU9E6b1UxgrBmXHeqaDh4v5Fz1KLLFQukl18qygr
La5BoepxRIiPEcXA6ikUZL3L0qLEftEPlFgVMAvenGRCXrX4CCfX6pwMLmpOh9mfB1vbiJAzmVfV
cvBdFWZT0DuRku+4v43vk9lWghpFE6urFmTRI1W3kAiy0UmvSUvnRpBRolzWGmHUkNvUb0lRmHsr
IJTNBTDSXZJe04aeIqT4FxOHnnuNA2vA1TQqCBsrmPUrKR8gIATTBOyJnSTFldYuQRqicSbjKYYq
RGEjENaZOdGW8PVATljzNDmSoGmZre0OhJet06zklF4IJll3KnP5UY8z54GWcB7hvqo6gw1YYp21
WmSwOpSK+krqmJl5tZzGzyIe2xzOQJJd6C3JQHCShAz5ZBSD6gOwGh/rpo8G9tGiStaimFI4myn8
KQAXS4xQkcbaLVs7gGKlY4Y/ZynOuvOUbjjkCVGFqjvVTqa75Uyk/IqZhhAwtjh8WE0xQySTtah7
qgopf65icuDOQIPJm2SKQTpiVp/OtT4ndxveIGZdNc/aB0MP26cSeglxe0pUnXV6p4csP5Z6rxd2
eYc0qrwp8gihLa8vO8KMY/e6CFQhu9j602vTlp7NSmsLuhA5M+owSl2C9CfuedrJaCurUXEkiFtC
ccYtlWiyowpguxfsTAhQM+M+fgHXl0PgomwaboJOLYiRS0pd+87sTaRcXM0qJAraCBw+W624sahZ
a8AGplnfNBO5ICwy3cB0Ycba7yJtM/U6C7VgF7fyQGNAH4HkNVjKvjOrs8qMTaIDFWxT5W6yc9Lc
JYhM36l8yNZFbNsF2V1wSzKXPmNgfyuYagcPNMkwPQ7s+4meGyer23QNrKA1xdyGuOSInuBmnHWW
/GGCsjGArmw3bDj4mgREE+KdklkOnnQqUPM2jZRS/CpkEwKfPFdzt+7s0NzXtpRMrjnO0Z2mVyr0
oqExsrOOE+APOq8Ah0cU7tK5CWb0Icoci2obkltXjqaeWCp7FE9OrGQgzsCVDSsAFyoOGmHzJyIO
Qh79oiS/HZUpGq6yoC6NV55fJz+mASomEJuxLJ9XTDPhqnVqNbuMmDSANreqdpdX9ZCfSUaS1+da
NkbheijT1nwo4bZeAi8372NF77Q1zX/lFSDEVPtmHrap3/IqNn4+4C9aN53Wpf6YCb2kidRVMw41
jUg0WrEqGWVsNXpm5SdALGXny1SkYh8HH4F1aid0imqOVD32yqyOqB3lftypSjZbN5Pep+NGzGo9
+lZsD6Fn8wETLByQNMbEpU6dpxHv95tAJEvy0I6Jp1whg2c75TWbiNpEuunS69GwKOh5/qy15sRa
MVVputanLA0vIXLEu6SgmukrASc56ADQmNZWT13VCzqBb4hipnyDUHdgp25bzUPfRkO15RgDyocr
zl/KUrauyqmXpLWENX9ym7olK6ovlFj1DCaiG8Momb/B2PXWqglbU3OntG5+c1KW7yH3tHumaEms
BZlia0cf8hBtkaluCaIlIbPPeu2HFJCPyC3nMLGu406+TDisMmNMESF8dr/ExPE3NrejnFScOfJK
KjeAbuors67Irx0VTmy+RsRBQ7JYKgcXJcGGlzn6DCgFQ5i1+PtnVV0pSZbvshwFvitXpvprjCpW
794CUOQFfaWswkZCxS5AdK/1cJZ1t+36uHhkB5as7LERHjYyoMOlgYEDWhLQL88JK9Y0dZpYc5N6
Dj2i3+HAR2ra+GGVixqlhKNVXg9VjWOFmYbEnE35HINmBA6xweA21Bu5UeWNlcH6uSwFk04a1wrJ
ckTz3eROVxmeXodJ7nZLh5PTjkx2X9Z0ydNoyONPWSHbAabriH5X1I1T+4LgwBEom2QEntFbpJSr
tAMuO5N/cEVMR4mPSh+e00bVXx17du4mY1CSbSaZwPGkKEk4zeXBT7nq5us8kfTYHVrZ2PdAKXVY
r5It1ky3I4LMJFfaq7IOjPpKLcf52QgqUZ/X0wDrO+gXQjPAXM7jLDivg1ab/aqfnFL22nwh+pEq
p3/LijHRuCok3KuhmSZQ58ZEeJwKC9i5tCFszX7fVcPgD8OQX2Ud7lg88AMLn4L8aCTeMhHxmWkV
0U+JDfsvKwjn1gPzKeNgB2zFV69JNAkTNY9+Q8fNtft2pH2Az6gZdqhmp/4sWHLsNpRCx9cK1hsb
02I0fkFDc0pfgJ02/NIMHTDoC2MrcTOkrveERLK2ipLmFLMWGQfcW06cXGxc70WS2hHHFTUuaD+k
44sDgRx+VwLEf9VJnX7NgdGaOCBTm2Dd0a17HPA2XgZVDUEMUR1ticvjZMsSUoF7hTGYXEEEtaQt
uIMc6iJwSuW8VvIJDq3WU3DXpKj7Hg8Ls1E3cwsbcpDmay2h57z0ZOiy4P/DdxUace0ZOsCcM0np
C22lDrRqcS7nQBsh6sU3TVkv96A2lIdxjOmdsCB2+zEapiv6x8N1nORTsNXhElRsuErpCuJJOHm6
JvpHnD89zZZxFDs5nciARFhTIUwZNe25j+ImOCelDOXlZDXmWZVb1e85gK26UrFtSm4361HuO0Mu
7kEv1heRRmHKFSaUMDersvobwN4OR2zbTpQyJUduzjIjaYxrYB8WrM9B5JzF0ROc9erIxpdurn6B
8QwOaqCB2vfyeoLiqHdysptmRd+PtWWRfJIqLJ2AqSLdUyNOka41Gs3gdmbfPs6zgEMgLCvnKBnF
9sUINCS4UDWdukfHjkp2x8hs7peoiO8zhPZLRyuHaNUIYgV8I7Gs6yDSzaskLueXvJFa3ePvql6j
LDVfhopts+twv55AGTbwb2NL3WMjTVWGjMbEDUSm/aSMF35Le7hPnM5jtXd7Nv7k/FVOeVNBlsXN
JSQmlxJFusXUA9J71cr6KN/nfE46XGMIlBQ0uoB5pGRBZj/QFJcmkmYwhkQCNBvNrNuf9ZjEryfq
4kvN+aD4he5CpTaJZxVdC13bwypSmTLTkdtZvDAjuV34muf2GubrbN8XgmNswXxcbEXyK43vFFh1
J0Y/Ls+i3zkY/aiGpRSlI1ukAL9wiNqx7yyfxTd91/40b5keS8WLu01p+e3m62GPi9LHox41HwrN
LkNdYtRMw2UzG8+wMM8liQDSGrqusTIn3eua/kQD/UOZ8ehal1/1rl6XmpCygnbgWiG6WRb39wGI
TsZtb2HCBqcyoZcH998/WCqEh8MBVJXlNOAizVH1yXb2CAmVrBT4YnSiMfb1hdGiPhxpkLohUPu+
eCFN9ZoWAiORBWb3HGpgarVr1bn/+vl9/dbw8h4OSHCzxp6Dd7ZM6YFzN4v45usRjtuKh2/IBzWQ
UZSEN05N8UJdzV38a9LzMJ4Y40P9dnkfUOMglUW4gjrw8Cpoxhs0+ZTipdg2G923NtL2zxI2YF4c
DXF0o8a5MVp7VIsXdOSrOn9Z8pO/vlFHPoKPQxw1eLAQKnCUuArOvayy5Fk1bvZQ+fVqPnduw5vZ
i/4nX++7+7a8He++IwO3bAPjv3iJ7G6jx5uqo+a40UWxycKzQvqBa+vERX76vr0b8ahxptYTEdYp
I5rYiIJ6HTanGr6ffqzvRjiahakdsx+gcvkiS/Jal/StCQU6CM7T5oT+5EMf9PiVOJpxA1y/sdVN
xQtuii2KUG+yanY0md/VO4Ddnqw066T4XSsngVGfThMotGDOLApi4+h9p1A/lzSDixfrG0KO8/wh
PhekOrjpRv9GQSb1kx3w+2/T5eSeik36dMJ/N/TRd0BTZjJj1S5eemffjd85/4VD7dvaixxeSUTq
6trT15/Fp/PHuwGPvgqEzYU21VbxkvPFOe0Dpn5PBi/+9SifP8x3wxx9CmS+QfMEX8YUoqzvbm7A
bvsgjU4M8+nr/26Uo9cfj0akdZTKXnKLBAl2tPGpJNFTr8bR669OuoSEnttVwsxtVxSGlIVP4Y2k
aZ3yV3067b67mqMPQCJgWykVxhK2Z62NJ+sJZHJ+4pYpH0axTaSP9PgRQRIuZh49mWoWoa7Oo/Ki
muNwg+gLUG1vhhjak9mfokVbW7XhjmakRsxSkXnsy9NfCckAfjfqaNaTJh/d3DF1vxZS7yno41CG
lvapH7q8iR+2CYsIYyFOLW6Gw9nUqmj85stKZydngM8N4Zr75jH87txSQ91G4orgllOLxoebc7QT
Ug/HzJO8jRWNDUNuJ+zon+bgerJfkYrRMj8VKXbEqfvnAvVug3v0KSLZhiuUsw/K9/FVfJ7e2lvz
BpmbRQHikoywEMD07/zENPvp9/9u0KPHHyh9Y6CmYEs0fZudH2XpwR77+uP/dE57N8TRVzmJJslp
ubIoIUJzJeVWQgEntTdp3T/qFNWLbu9Ez1+PqX54WxygYYa+6FcQU2C6P3xymtqVC1sy+IW+GI0M
hYgx9Syi0CKP5kcc+22l8SSXApNbdgmAFBwrpOr0WmPdKqOjgTw25uLCmYL5V4qPBBXOoA0tMc9q
W56jCbII87EdmiydFIVuvghW3F6dbZziGgzpQMUU+XZR/xtz+Q+8WO+er79v9//xu2hppV3t89//
9Y+buH3Gm1v8B93FffHSHGZd8kf/lXWp6oStolDniMy5Ge3vv7IuJYTyf0EUwaaO0E9nuuNF//9h
l9pfPFzmPxCbKoSZRVLfiK6N/usfkmr8BeJL4cC5OA1QcfxJ1uUyRf17CjNgM1iImTBk6AbaXeWY
REnocFX2XTFfGaOQoBZ2tPPDkHyQOPVDCZDuu5t08/df/D7J8sjvvYyHegunBHVdiA24lA4/glrP
x1hxIvVKKkjEkiOdtPtYRJQXIT4N6pOsZNRUgzbZSMFNnv+UwooaWqVOf7+4z+N/hr/FJz/kjaJ0
cOFwPvFGUVND22VRmT38IWLO4S82QlyVWkQXlFJFUMQgifMxuqiafZMXwUaLaQ0JPbLO6tp4DZvh
WwEJxQejblyhvbjthFNscm24t0QTw9fWlTtVD85awNHrEA2OX9UQmXuEj34b9khIH1WzhIMdD+LE
nEmg9PGDxLKPjRyBNCocpD5HR9bSoElFKIa6o3QXRh6a1o7cnWcDpXncrHX1vJPP9OxcT7dhu67b
s6y5jWkQ3zjlNulcC3CW5Jm/xTl5u3W9Qare2KtZXdWRyyzF9VJ+d5ud2E3iMonXdsHh1EUzWywA
f99YhVuz8tH0hPpd7riUmbBDm8VafTFSN5XWiIDmqyEBgnYW/VCeQM9PFhFb58q0g9xDaV5kHly0
4sEEk6SJ50I5N5FrW9ul3lv44I47zyopJ/pO7zsoqHKM3RutXueR33V4Bn1r8EdjnYGjjAml8ACQ
M6OWd90NUQgmJ93b8rv1qD06oPSpgdFdQ3lFHM06b35wECYECzkP3Xvpsl+bm1/hig6lZLnKD3Er
/XDoIqAYMddjvg4kiGPPcMd6yljRbta89hkVQEVUJpKDC0Jgnir5zHAQ1riT4aY5LWDXUFx1l+ys
reFb3zCQoHsOfjfW2oa8Tv/4IvzFUzO+NVxVcjZZXsVUf09I6CbY6BvgL/TRd/GPGSQ7mSrVljAh
53p4WAc757K7CK4myzXuxUW7zi7Hnw7dk11ReADcMY+Gv2aiurzpvF4b2+COViWFtzTyxnLH7nAc
N9pNLyHQch06RG567TxSLb6cH/Nfxc42NnnpJ6MXrgNP3QyvSeAGt9nl4DmXzjZayX7Tu6FXPk1b
ez0+hF7tkXhDsKlFS81Fa5tBckcBgDTFK1+TVwdv6SuSo0Te9rZnnJNyshYXA916cCU38EyEzw19
LDb0xrZV69OO69aKl76kW/FzSjbOnX05b5xdvwKP87u/yq6cW1RS0uRlV/Oezxb6ueYSiGdA1L9R
VsVtcaunntP5qJTilOg71LGeKdPo+Hta+99l8B/YkN7N8B+XQYKeu4O1b/nv/177FI2lT4Uxh9AO
JjX94H8tfYqm/MU5ljA6JizIUcvk+8+Vz/6LdRACMeA7m0lusST9c91T/2INXQg/YHEWbidu8//7
fw7m++bon98vRIenJrzHb3Uj1j5oZaCOjyOVe7UKAMNZ06UT5y0fPr24CJ6OOyqkTvTlRH6CNq30
WMtX7+7PJwsPt+PdgrsMjMQVRjdLIRgDlsPDdUcmTc+B70TgUzSnLsHlpqdJanGmEL17YrE9PHv+
cyi6A1Cl/nYeHQ6Fvj+aAB3Xl4KEEi9teyYwwzxlnH8j6fx7JX0bhiI4HW/DWNi0x2TNOEQmJmdv
ihCke3JtR+tGNtDxTGZ/3sbysDbSTEFlUo/2qlWTipa/SU+Es5sz7JHFIk78f+ydx3Lc2Nal36Xn
uAFvBj2BS59MZtJqgpAh4b3H0/eXuh1/i8kKMWreVaqQSpQIJHDMPmsvo7a67i5y3awEaBNEeUll
dU23M+S7itDp6yajx78qKz0y3ihSim6eH6VhZvEe6vHXEEfCK3EgpG4sCJqvQbzDcaA9G9KeieZz
ksvyo9qP9WsXSsYOUcsPrU3Ee+i0pIsN5AuSACfW5HOh0/5mLRIs47+/9n94F5wTcSakL6NjRn09
1v0BvMlSm8vSKHb7dDTQl9DNcYN+yr944x+rud+vQmH2MLz4T8WH+uNV9ERUqVLMdq8tEal6rtIf
o3qs6IAEX8lrjH/6RMSkc/bFsxO76etA/+MT4UdEWkMFeRAyll/PIhHSuVsHip+wHvc/2VorWSPs
qHWqNHZmrfH7oYMfQrJSh5yxOcn991RMNhCK3kJB9aLRXOXWnUKnaJSPBIo5KWVCNCqulj+ZWu72
7IrjMjijspea0xBvxc6p2jOsITu6Sqefk2ELgJ4VDkwbJzJEL8ThOlEaB3aDL9DdTJaVFFWMvuc2
uEvK+T6FqmkFsNppBCb3s/4WwO5aEiLWzxTjfiZtA/jMlXQkv8sZdV8xQ08eiJuACaVkd2Ylr4v+
3CSN+/fR8tvW72ZOKSqqRJjLCMIxPPn4cAmVKoayldp9GcVkrMUFNUwh+klavMUpkpmZ0Iy9HCUZ
8ZFhuYq6IXqQ0vQYI/fyNZJ7XMwF9F3Z5KOdByJd0v4FPYk/qG+DdI3ES9TFzYeiuU9g4pyCpKxI
9Vp2UN8IWo4UxZHaiV7+KP3KKq3bpIY27KxyMA76VYVQCHgeNiSIXZRUrzZE2Y28pWJekRkefdH6
uXHT/b+DGuLMVRAq8zzYEv4caJBSxSrp9W6vtRTfMNBin7Vo3mIQSz+YPNl3awTsigwg9ITol5ew
LWRyZicRXwlLd4ZAr+1YSiRXo8+P16aq2JI4IEzTCB/DxqdcT0HLd+7T3FPV9KuXeYM0/vcDYB1L
z4hwC3aw66z9Y6YIfaRFnSF1+3weVQdmTe20IWFZXUX/siWZZpWZkGVHE8e/SuqfjeTL484/7Dpg
DizTbDi/Jcwfb2Es1EFM5bTfCyahWlB3kp1A+tKKwF/9izXoHy/FtopqBDqQeLsdFGpU1+3S93t8
0NBgqLPkkdwqvkb9EH0xTW4OPf99sgBvBl4GiHM493z8WKLUmS2mMO0e9WJ3zM3cRJeZK/cjJPod
DwOuYbQAVY5Nuo8kkRQ9uWl9TSjntQH9827uS92Xu6Q9Nvhkf6EykD6vxhxw2RVF5EcaVic3R7LQ
KJexNaV6HzaB7LWRPtqaLpIglrSV6WBG3btGSLqO1SkvQR0rrjImwVorxtGH3KSv9Gxc1oKQjXa2
DOIx1OavjGw/V0HoyNi0wRSv2vZb6Y0ahJGOIUS1J44ZL5aiKb2IoGHo302xMuApbZJ20ffSlU74
9xXu0+6BWQAZZIikKBlw9rk5ftehKPVGVBQ7+IKmh/SmckPCmv/trqtS4FFQ8i+EMXQeH8dHNVjV
UE+JustFCG8iyZA2RiFfdUg+vWcgHCCEqye/el2ubxZrPRShy8/DsstnaaVUTUNPDbIqhWztCsQ8
/X5y//+swVmD9/M/2UufzhqH700bfc+yf4Tcrn/1/x47DOk/Fs5aFEA47vz3cDG+td3//l9IJf9j
4cd/HRCQw1BQ/s+xQ1L/gx4JDyDWZyKRYXT8z7lD/Q/ImIlpPHA4QiH6Ef/m3PFxrDDFcBnAquJq
mnXtbdwGrIxSnuWjGOfnZhLh0NWSvYjmZRihF0YTtM8/HtA/HDY+zu//Xg3jP3wp8ZfTEWd+HP96
Eo5TJmChbsSoA/N7eQnvRnLCS6U7lEpEsLJqxOt/fU1Wfh2DJxGjA4z/Pl4zT4IInHlKzwTc3U2x
xe7aTauqjT1xKAF95HQXW9IXy8k/PFaUXFdYHSyVg9XNFBz0wUIRlGVnedGW9dCZm27C4VAwd1ms
f6WbZmvhM/y/8oznCiaLmzwXvD5XtrmPn5E6v8DTRNTP1p02+CYx6rFrpr/EyZYI2muTXzFcyaJ4
6cOLlNwl/dHs7pRiDRbWBI6IpRcKIem7tdhJ4PbRLzP8ZZaPU/0c9Sdx2HTDu6JuzMTrO7eL/Cx5
UNs7Pdpl6A80Lx4cI4LyujLb16UDqg2paBtHfuibTRu56h6xUeTNyq+5fFCHS1Qcs+huMV51YbVU
K9NcBdpZMdxKvhfVs4ko56pCrGXZHisCPYVVCqJGJsxqktdCGLkCkVjK2Qw2ysrYKlX4G88x7qyn
5bseubnWOewX8Stk0R8kp6fCCUoQETuHWEfxgI6iPCGed9T8zRRfZ/OimVilBmR0c4ar7uX6B7oK
Fz6ZXclvA17SBMwUlh32fqtsBppndPVspX4JlvugcNuIVFNsFvuBT6w5wvxi0O2TYNrGu2YCMVzY
KSv0kjux2lbglacidmDh60inQvJpLZ+xEFZuk+7IsDPG1x7MU12R6BuXG+OrLe6m7vvvKPmdg3F1
8qW6vtn/6yRsIH5b+nmMc/SgOjQllSBNdxZVdOhBoPpmGyv7YqyxihTqh7JTh387L5gMlGB0EjBP
xFXiZjLORtel6ayr58783s1d5IB5L45ejcgNiEf5oh77NAuvU48FkmmvXCeh8nFaaILcwb5u9HPW
W49BVEW2oaPJLYZkPzXRV/4mnxY385pxBNRNcUU74bb7GozGIPTKlD1M1L2w/mpX7YxHo0K+NOY7
3Yof5wbpwt9Xt5vmNC+Vq+IIhvElZjGY2N0ce2eMwUU1NdKHZtZeO2Md5cTlktmKFttMa7jYLaSn
SJ+8Nh3XhM4xlqvoIc6He30sTLvtTWWDR0bpoU520Qif/35/xvUZf1iagM9Q4mLqh1nw1W/m4zuI
ZQ0mihxal6I6IIvgbRtA1OZak12LU11sq+J6TteSP23E0SMDFep0VHnCG+qtGfECukGkLZcOrpsD
On5odtK23mD+uyIbvW9cmAXWAdVFEzn8QVSy/D1pdEFdJYccayAY9A0+AkwVMxRb+CXs221JKoet
H8k2vURbedd8y7ahH60Cr/ZkwykEGx22lLjBWXv9+9P4vRB/fhoYHFGaaagBbzZAvOtMDeUAYtdH
7BSVnxy9EE5BrSN0FUYsou9d+UgnQz5lOx7EBHFIdKuGEBosQe3mCV2oUDv1pTqMu+St/MHnMCob
KOHv9/nbLP9v93kDD+EBPAJtRNYFN4G9Otuj6USbBnS8XAvrgmX0XeLZvqTHxQ/uhxfprtjP294j
oTY4pvIqiJzgEG2sdQhQf1bwfHUAZeJybfWkUbpC7WYRUazuku4JCjdh8UQuluAjsnV04q3DDjaY
dgoGYxtrYxdsxpN0P51nwSZ0pQJ2qWmuIKtx635Fi0VZ7jARXjS/pQNRnubgu1i+dt25qB2lsdWX
7BjYpa+uq1VyXx3KOzl1ygsemquvKu/fpfXtcwMkhjcJxkkewc2+n0INzLH7MC/xk7iV7qTNcpfs
22N+tGxtLTyrT62d3xODSxuL/hX8c60jgscZLJ8E1ATJ6rd88kCMzNJpp00znuh9ZYJTSE7TOvy9
rKHP5Bmxz1k5qj1ceswRYq1LN8LUHDjxPZo61ZNoYO6TnZa6BQkbpM16QrStKyadn32rL8K235jP
yH+fpcNwzH3hxMaj4FJ0T3MlR+fG4nHpRVtTL1eJvOYyH+pyrai4s/tCshoX2l4eamkRyUdkJ4e/
j77fpvWfnyJVCzaYytXO6eOaMSfUODk1zyU4oNJ66rfKJnqEQ+xm+zrC7cwT8BAq/ah1dDLkCH0/
6Jvez3bFDgaha92Xm8mTfbyKiNZ+BjrPDuX677eIU8zNugZ6AaTAgZGeAdyJW/ZEpZZTvSDIv8/M
VZyvUAiQS2c2vs58xKCb9X+XVoHdWl4ebsJwW8WbzLjXiZMtNqK11cddW72q1qPZbdvWM8KDNjv0
ZedgjXC+/lmZfjjYXbnt3ue7KHAhNCv3RWc3oi3TUPuVEu39PTxV77Lu9eVjOL+YzZ00eXwdgDGj
qRU58+iYvYc450rsl8iRdGP5spRuW7vzuC2TI82EJkN2uMoiPw7XnVFQ20SOxLSzlLus3A7io4Hy
bk6OS3qo6lWUXBdZqr84MeylOF7FTr1huXLxqCtHy3KZmEP/xs3X3QrAMzmbrd3/wEVD0S9pv0tk
v8QAUFjp84+ZWlEv1gWSpF5H4m4oXkqofUOrMlP5iNyMWuKEBGgzJpi84WLFM9AchmgRpbaYLOvO
DG3N1WkcjpFkN8Y+n85GdBr6Q2vGWBA+xYg9CqhXNCyt8V+WMprKMYY1XISuBYql3kz1IJdbfVki
8Vwg4kfWmGwwNFC8Gv97Z6mNL3aO21KGXgZ8fhNmGDEPV2ezj1NCzBNVL+O0OQPQ/GobSjeFBBD0
VShxo+pLqOgjHGLCC+KoquHGez0eXkkhHy9Hl0RvMWAJL4mOdrSXiBIEAv5JK+Fa52+jRBWd2NgU
w6Ds0UC4JGm76hI2a6sytk2p/EtxwfWGoGjQS+GmiPORbnNnBOxEYjGaxLNkBs+ENWs+hSMYq74P
cfyyozBYdQqbqpDf42BxjGvjXtPLnNOIeG/MavYvD7LcDmWNRt6GAsRi3JqNszZNYS7KyzloxpWK
jjdSIT7pde1fmzXukpeBzSP+ynToI5Z5fQr0GQ3KB7JFMOy+NR2aYqUzzLIXz30Mvw/2lugMEqS3
qWLk/X2Fu61mAQgpUqhSrvmraBJvhrcQZirmMXl/7upOwLENUTY9Sfo4ESfLb4QH624qqf7fL0qp
fLusQq8kLpBBzlO9uup9HHhTI1cKwenyOU23kDrzZBOpv6xMcdLyuGSOiieFdTTC70U+2Aoi5QS5
sCIeTfGgoRqryletflC7c1A9FeJpmnbFdJmrp7n9UV9F39Mlgi7Q/Yh15Nd7quW02KXL2pzXRY1K
aY1WTULCAwNHUlqUwbnzkiNZyQcn2Rj1OkWBreKkJ5l3S+PFyxo971ThNcKsPxX9QdPX6MFFHBtq
VTjWy1qdD6nwXnLmWGTNaeXYDgTfYOslzjQ899bZKJ9qg5PQ2uBGzDsh9GXlZ1Y+abNXTsc2dEd9
zR43GPeZuLG0XZO7UvFuIcBqWqIT7kyDD41yP1sRGGwP2ZaVfxE8S3g2k0d5OcrRmRO2cdVkEd3G
UxS2svoW9CvsQKTyWCj3cf2QcbzVu20iraIRn4t5k/CsBDbaxjWEfUx3rMpNj5g9V9Hg2/j9z6gU
HLP4Lkk8U+1bS+4o9JSKKFfJiVoMg+6LmcPOuomdUttUJpKzDedn3XgY+oeIP0pwh9MoF6j3k/nU
W76ENE5Zg1HEAQfn61rdVp5C30v7wsju065NWQY+r0J5BH1lPn0cXtaQSzINXfW8dF3pGPNQMYFq
2hyN+Y4hpUSbqWq+KKblK6fuwxkIQtvVN08l10jlsre1QhiFPVG0onIe/PZpzNZC5M7GrhYuBhUs
ASLoLHA60O1vMPk3w16S3Yqq+D1SXH3xzMyehhUcuPE70sPF2pitTxNQFTzoARF2PJHbimsh8ydX
sFWHjrdnrpq9yoHiwXih1Sn52cl6yY+SC1XM64/zUX20/HrbrmIvX4Ve5mvrArcyO76HrD1PjviY
/EyR3KYOlg/jihV1R0bx9Gs48VssOYBLfbZK2ZFlG18JBI10uxQ3WDy5vP72tOEveZSgK2Nn/JDW
9Qq3oeflWdp1l+7CQJQfsZLakwAWvfSr+oD3eHBCGvpLTVw52Znj/YQ3wzS+VQLmHt74RlJvfd8f
kkt0F67CleUpx/l12qYb/NUekX262crYWCdNsIVNrq5VyuP0mEw202E9rOrL9Fh4yRZ5rFH8CGUn
u58O+c/C6xzZl91hlb8qzpEymP+3G6d0S5dG7mrQXJOYl9obGB5bec2CV7+WPhFyFCvyOXy5emUM
u3pcNflac/KH4lieknXpL98I2lxdz6jV0XovXWFTX/T18ha+aJN9pSZJzjNIWulW90go+W7Ko/hg
PZFrKw9Od5a7Db9cmhPC0Lj35P38MH03/WzYW8xKGCHfkdvqnVdiu1G4s/lTDHdx7BXnynRxeLLe
rfd2U52nAw9iXRCsvBN33Zt5DM7R/bwbd1+deT5vFFeSn/Jb+4fN+21MgNmCcgypKp+Loj6mepC6
eSoofp8Xo5ckUN3kBo+duum+qL9u2lnXzdD43c9S8PvCCPAKkf/ZxqwVJKN46vAqWtSGLdBGJWS/
5GApWTqshzQPBq9V6tqryTCfjWyLA5Zhy3p/6OT2SerLXa3U2yYiXeHvu9in4gnACf49EkxYNTQD
aQX8eWP0GfNYgE1xTqKsd0JNLt20GOJ/W4LolESUncbVUhSn6ZulTOnioDaTWTwTPwpcqfVPYiSe
VHHgVLh878TlNCbWF7ROzDhvlzLALVAuCDxcnrd+/fofvWMoJQIWg7N0zjMstR3RcHNxDXIRL3Ye
+nXhAphOiqdL60I+JsIqmvxhecrkcwxsW23MN9xiflSKjbMCZ9w+2xnSOUxKZ4Ivg/3KNBxj7dKn
uzl66/XTMr5J+YvR7sTsx9Cf6oTcgKdieF9Mn17qkDhQB4wF+zbUwW6auL3mUKRIwLa2UftqjIrY
L2anmfFw8kq23mQbN5vCcCdoNr2Dr5GI5D62r34LqFWyrQkO6dPFX8s7TsBrdq771uP04QAwuWAd
K8mfHZYEv/XCo3lPjuZ78Ji+Vy8lNMNyB/DOn6PN4Nee7g2v6XP+Q3qtd9JG/jbfC/ysnUZcieGc
iODu9li6/CjC9SL56XIehPVcbBRjP433xcpU1lX+Y0h/zvmB3CtxgDNyEJO7btwIbYEmP7bjaj1o
l4SYhPIld4t6r4SbRfbjeiulO4tTf7jJ4nWh+Fa6opkvko6A2RpWf6E9nMWH+jWt7Px1BhdlMwQg
k2wBuTAww2Qbr/GPv08LTkafBw90CTq81yPz5/J17mC+mVm/nCP2ono96esk2WO5L01+YHlUIfy+
qrtyvKFnY2PtxMBWv1kIEFVvqB4K40dfHgFvzeWqLgOWUqXVEOO25EWLzyITUu8ndlg57Tl7FV6u
nnTH1qEa40iZ2fqlC7wRe4Lck++Cy/yCKU86++gatHv1ZXiS3qNz8QSBU7kP99WaG9rWh8hP+QbW
tww6b2OX++Cu9w2Pe9wUT9V37YnsDD8tsEFy0su00t6hekLNAYaUdDeW3J41nBtcR3fGOqtsEVtv
F3+hDUVGIz3od7pfbaNvBSwhnHO8dtO9Ax31zizZ7at2wBtKOygHzbMcuPCrdKW7rR/u4RS7SND8
xqPkFb4nnOiZUImjfONwLl6CffAgQifm2f0Sf8mbkLBGG89oM7HrQ7kdj8p6WOu/2sQevNKXf8jP
yQ6SsnZfgJU91BB0XphTReWhbsLib5y3GqCb5C3FWqTJMfyqjPt52MzKBUHHSpv2VuQnOIfBkmWH
Bb0tbOMsvhbP6UF/7ZH280oO+SMOBvwwKo8fmIXpwlov8RRxJHjbuhOlTl3+3u3HtdXijbszh0M5
isA7L+28HQG9EP//GNbGimiUbgHm9cZoBUlhuIc0JT2Ov7S34SATI2jaDd/JxPnZWVIPyEEY1o2O
vxmqLb9KV622krtjmh1E0zeukiynTB02yugtUu2itvUEL0vXnF2x9wNtG1i4b2AH52uSHyg4t/lm
uY3G+xRMLlzr/bsa31XKRaGnOKzjetWqeIQ4Sns3UsviDdC5/GZvYFK3KqksRpY6G6JQGjggoXSd
RmBu+j20rr6oO2/UUmyQKBuurQEkGSoNgltTSVVrctMI8uWc9waU+pEZHsQTQWcDAHmUGtsuPUvN
Xpf7EzbzUNpkV+AfJxc1MEEl/QLW+wRhcDtsG4pO64mGzG3vB+kBLld9JJ2lF6uwZk/UkFJVJTj4
ZH6xT9Eb+rTUwLSgMLAIacIA+fb4ijm4MuBOs5wnN1/X2/447ccn2He+5Y0npgbSigV70mjbTw9V
6jS41oApPson9WHGXuoErJoMpwSSNhCrYBsoMQU/trDRcmTcZPBE/Lk8wh10tO957iiajWE7yV4Z
VZ3pt4ztk2x4eXeHeGscPAMviM7tE28q8ZrzAfjFU/J+neh382s/rJXkIVSP8+ApLM+n+VTt5Ndm
HW7yfYf0OlzFcM3TleB1u/mkuukKMO6ZP3fH8v5UfB/31VH2R9Yl5QiXrE6OBkMycNvE05CRNNs5
JuD5sHSnKT1grdEnrnqaEgeIUMUmMvcCcsgGTzDuJbYcjLYM3o0znoTH69p4EE/cPj6WOJE9iica
MuKL8i6wRmY7gEUjtAOMO1yA+7LGl8vWT8pZd3W3dCQbI9B95Ue+ipZVdsn/fG8Q2Vi28Fj8sBKn
anEysdPHkXln2vUbD/q61KyXrf4SnZETxw/lg1nSwanur959b0Nx3TWtX9ZpFBxVgrOEV4nd/sCU
Nqf3gG2MbPfvpVcc6rv4hXP21jz2W2utn5O3kP153Db77EH7OW/lQ/rDUkAa0V6AIvKzMG2TR4Ui
3MK0xJdoNUg7jUJcQ+e5z4b7NtiZ7RFPcsFPy202rOdpPw33fXfC7TZU/RhCqe4KmBBKfmyy6LA8
4AixstqVpbhCv17iVRz5o+Fw7FUrR/8Gwqlj5pi4eetoCaPFTp+twr62ovHM8ebuVPUHWV7PvS/P
KHkOcFcjHStGRyj2Qn/IujuhC5xUO1jxUxVug9Y2vuCM/cOcBdqGtaJc43lgDH4s98yevLUAn9gz
8uTqjjAVbMtzacJkclI9Mjjnf71GwNy9CqA4LEPDuu1mJqU+J+MopOcABNLpYpMVs6m3pZj+mk1y
C/9ekfxOF/qz0XBFA6g5oGRJEsmX5g3IhcOnMvSRmZ6TNqjcZc5/aHLRnxQjbZy5+wlpKiAq0guj
rvSQObrYxCA0Kgq2VJ3tqstx/mS30jGeXXWQvh1M/TvfCtuff7/R29fAkwc+uMKxoq6pqPM+voZ6
wkWnS/L4XC0WB8qmZ5jqeufSPsFvU+43f7/cb9L/n8/lej3sdmliXfvmxu9TwB9Vfoqx7FK1WXw2
42XcZfW8n5LA9NM2ahGMLz9rndbynKAanU00nUJkGj5YYuGUatbshgatDZ+H5N8E+ZmOETY4UGXs
K/CFv9/pb67qhzu9+p/rtN3ZVXg22s2TaTkABmmjLBf5W8/1pKtvRfYg3Kkr7RKscCbwynsabNEl
3JZvyjNLPV20+FuWOgi7qFcayLvJCed08I+sYDXxpP5IHrQS+0LsEyAIAKFd4zRDW4rZ/y+9elSH
tXXOk10o7QqMv+odVV6dOQnGhUjcNB9fzmHxNHOwo2wjdX7fUET49MoQeQkYfeaHQgbtuxeC80i5
n3hx7ZW/q5Z5xy8VwY5/EEZ8D78cP6eBVjXGbLS3EWCBulMuUcuxHz13rH6QcgwHu9MocRuKQM2p
xi8e8Y0rCJE3PGKEAvQB+Ad49mYNQGJ/DdrNxMtSNfuizwlVxLPJySI2SqwwZZxg9e8Y1aESTqmu
cpFYtOA9sdJyA4p++uKF3+zrWLKTogzrmqGtm/810v5jZHIUjnSmbHGR5VgC9s/uVHUcVkH8UyKf
2i4e56FcJyMuW3+/7i1w+Pu6KHOuadGE5P4+2vxx3UIhz1tv4+IyWIJPTgkeVlOy2LGOqZMcy7Zu
6F/BCJ8mPR8VmiiVG0gC0tsbGEFQieWUlDq/kIw3eI2xm5FNcMijmk/yr7z1/+Fi14mEhybkVKSw
N2gCvlYaHjYazzWpX8gHo8BWzLdS6h/nLP6qMr0tzvj2gAj0wikHr9vKDXKj1IoIGhqOl2BJW/qI
LbW2DMb/91f2e7P4uDZoJIARBcs4gUf5mw/1xztLVJy3pFofLuZh8stjiajiIcKBE1+ohelP0eeY
HHrjtZmdNGwExatjAtLIpXjs401Z7JLoLFgIfnaV5iUBKYkaik8/0zw5d6vO6yf6nUeleahaNwtd
qcWd0bXUdYuvZYzqYddJnsFB0dqFqge1vlnWVuAhBzIbV3rnOEmbc6JUQl6ED8dD/iA9GaCvOma7
TnWk9uLr2VOKGz9RvZEn1U5I9Tk4feeU9JiyY6l4Xbye8mNi+OPvQzxCE1NwBrgatV8rXmiskl2X
r8VglY6r4VCsvorPvEX/eJVXgtU1IAzy0Cd2vSoKeL+S43wR08Wx9OGOphAgtTw5Q9e8EFZzFxlf
aZc+Edlw6rc0GpMMo+tg/V38//FiCyMaiwzq+oUmVsIxcHJnzOA8RdMgAw2t6mKyDyQ0YNMrdKFX
l9VX/cjPH5v4asLdyP9A+W7cSijEcAmjUZuKSyaoT1mc4/mpRoGT1EXtdYksu0n53huESv99SH+e
pSzB9BcI4VBg615V+H+ib22P5Wc8VM1l1pt225krAfKWFoE+S6HwBb74D0/ZpAaAQK4j7DcgJn28
mNCJfTA2JRcbzUstSuu2yJAlY6c3nkqhuPpU9BnO8vq0yaryi0LwH64OVZF8HsoPSjPjNssXI0I5
KogcugiFaK3IJHCHIjwovVa7Whwf5v1YJwldo/ApisOXf/uYLQuymiJfRRKcV29WXlmNq5AA2AYB
dIv4XuZcI1qsF71uT1b75Tr1aUvjasBixD9caeC3OLY1ig2cMK290Ivv1gBZY7fB5jXE1lp/UnA6
d1AxXaMb0IX//XN+Ig/CGeZT8ooBcqExKPLHVxzxaUhgUORzns+wohoiJSDQFv2l74Rd0SjMYpke
5tQZAso5xXSgFJqoUDc6qatrqcpEv1tE3xhV/dLSmP3i9q7P+cMCjloF9RO7PZ1g5VOWYlJlwtU9
XTzPdWc64TS/R0NNUEBZtRhJ0g6mGDDgOqsqdzexMnccouvouYvxbSSJRPU7sy+9XKfcq5SzrGU9
zmlQpKrki1v9NDHhN2KnouOhoRAK/pst9MeKRFLvqE+FXl2sCsLv0uaSbVW15ARy+jOqoSD9/cl8
2kBZAzAkYnZApKU0u1kHrLZvpQI9z2U2JgUOMkSHLOizL+agdq3sPj5/xNKU1hhkkMrFq/g4PEat
UcoWe9hLDbsJGwNLflWk6dxGyyaq43Kvq9CbwnlBEqnW1U4nycK2hEw5EJR7RxqAdULpm/rBAh9k
MrTtoKfjsdJiZZfidWXry4tq4oxUNIl+Z0VkRvRLL/mL/JNQdA4VwQ8L7/YNtwFaCihMfuDRqjXQ
7sJSnayZaU/TREw7VdgKaVCerbxwE6XjBSxYf1eGiCUG6GjQmcP9YngZuTdn+tCz1pUno8ZapYu/
KE8/n5xkMt7YF1B8cIzFx+bjI2tj7Hb6NksuS5cnxM/AcR3EunSNTCox8wbyi5Mu2JKzd2Ixf0CK
PtqdaL2JnXhI5cBTJnV4VmXLWRpwgEa2Gh+BrfpFaSTfIvEoUeCt4OhyrcPwc7mZ+LVchL1lFvFF
I8d7pYyDcid1GK6EQ4chdMdw6oPywEvFSZf2NLrUft3WEQNapW/eAAScwoIIwSzfLla8z40BTaba
r+KsbfeqEO66QJLXfx/0n/ZchiDUcXT49O/JRL85rCt90QiRNg5XCpCF10Zj7+mtkX4H19lEwWxn
5tS7//6aLJDXeoPATBbJj69zlDUonVhjn+Wk+0ko8FseZc9ZkG5yM2ATpO+FU5P/92tKN1m6nLig
erHr8oUrUMqK8vGq2Pk3so758LmICbBH4noxLMx2p6eCZjf+vKH0ouUHhCtdvc11SB6Q+ciVJJ6E
AEXcS2ovjkNyA36JM8knkPhjs3UVTmotgQhEIdjhgopY/mF08EV/6FOJAGfXAPghFpGHu0FOAcTW
BCDP+VmejkQlcLRbB/Opy1w8nYqUsyYHoac2w3C7esylH2PttbTvem2jWr4VvcMTzSKQQRxDQNRz
9VEv1+Zzobtj8aIouxFlBtGMg9OeNNPrZzphMERok+qe3jsWvtj99C5U5xR0HNuaYkLwS0LLndE8
BuB3+rOaqZ6Z3oXccHOmhT6UPq58zQQSe5wruuK28MqqS8MrxmbE8FG+MZ3ymsRf2Phs5zDnViTT
/P3Nfd4F8HBjWmEyIUHXu2XN4TyOu78us0IqWJETTaOAHx1DeJjlOKRfDM3/ekJ8XJ65HDPBYjfA
iuJWLRlreS5e/cXPveqP8n2p28Fy1xJ3kIm1o+H/lgEUaC+G+d2qDgEvsQwuUfcS9dtWeVXUN0l9
m0YgruoUVm+ZcIBMUi+emj4v/QqSFA3yQKQH8yiZj1ffdTV5Dq/Brb1lk91E+Ph9iB9TR6zMNNX2
EPf2mG6C/jxGh1JeheZLTxLKXP2S28ZZFPAL3lDbw0fBAqirSS+dnq1gO0fY0SD/GHXNmXEoNkFS
phYaTCR4ylg46NxhXKljD3QyAsoBLKeEvw2QgemlWZAkDOxnuhlMEiN5nf5fn2OVo7xJ2q9YqOxC
gvwycZgi3AvCCp0e0ILwpS7z1cCtz+DZDV+V0byMgQi++iRKuS3GOIa37CYpDW6str/BNScidGns
5GnAXeeaJH3fVOck/aXSPE5lCzxgY6KltcIHK7yPm9dSP4ukhUUv5WBbOjEGnHRRoMCMyv8Pe2fW
GzeWbem/kqjnpsHhcAJuP9xgMAaNocmy/ELIssz5cB5/fX+UnWkpnNeqfGigG6iqTMN2SooIDodn
773Wt5LrgDcj3L1bbLvyoTc26F5H4OJXE04cOMkK2hOEzHSiq72D6OdjwTOPUKyV63r0WZijdXf6
N+1mjNZMwDVB0Eh6piNtX4DXWO39rrxSrpgK9l+MU6gO9OfjbSHB2/sDK0K7ErjC6NfUXgw1COkX
D0l1nTpfBv2j4voFGTM6P2bdD+suBWLjVdHa6rZ2ssvk1qU2Dk5idG/DZ7ehJbnXyQGaNkm9GRb7
FnyhUYFhsPz1OF22NaplDFXNeE8SBfO4h654GJnjItscorX9cfgKLolxHgAl3GgMaGv91k1PAmJc
9ZOw/RQ6+2z+bPePM1cmeLzeYbuxzKq7yE9Zx7hOmIq626LzAY474ykCapZC/pH9Wa3cpM25ne6p
yUb9JM0QDpzlnZ+UFxZKJNl8SZd58rhKm73UrgRvXim/9tpVn90E403CsLExfdwFTr23eKIX6Z2M
zmVwYWhbPdxG+YkgkyQ5S7uTJDupuqW8N+Ydcjo5X2ryFBy+FJvcJEHuHueX0d91MBL2XQElcTuK
TRnf1ilesmutO3QM/oN7ndtjHvem67vOGcrn3NyBY4EbEK1CgrAYSBbv6VWWp/3RQoLjWqfGU+HQ
4JR8+7zpZdEWkOb665kBYIwYMUtatFLttJk09SZJsmE/V9ZwKdpKrJo8PJOkwa4DN4i2kUoXpep0
+sIpcbypPverKmX7a/cGXH0rR8dASBsxA53b3zqJvG2DZX6rF35mq6gf0pGbtmr9No/GbTWGdGB6
mBF9w2Mqc9XUM6N7DOnaqoTkjryyx6jg+FbVenFmIRCckZz1gMF+v5L/Wn6yJ8KittSBrqriInt7
SIilaxItUrIbPVCHgxX168qQa2hq/YpIWh7GPe4HJ/wydg2KOzXs3qu+fzknvIHFULaY5Zbq+6jr
anZaD83czG4o3sRZWB7oBkybshXfyAYaV20LdSaraQ7XE8nBMp2/4jJm5lRyof/+WPzS+lzeCVAV
2AkUqIh+3h6KYc4iNwNkcTNn6kNoEsaRTlRcS77F1oKM4rKu//4Vf92eLi9pGaSto9Gk/DsqwGVu
ZM2sC1qfzdCunUIOXpvaTwbJpodchCjtO31v1SROO0UT+IGoL+tRvzV4GJ5UzlSiKMjvQr3m25yp
ZgskUdbVKQDLZ5vEKQ+77PjOUXpRdb25iWB/A55BskytqqnHW+p4DuJ0iqv0Jk64PnpNRtt+VIHJ
BV2/1ghF88uMvAY9pFyyArlN3Dw8ELmRhowbO5n1ZKG42nZS1W6rd2JlVsBj0i7UNmHQWBsiC92t
Yy+miTxBjNG0zbbRSms3Faiuoih+mkAAnk2Q6IZJV9/5dOJ4hVjA5rRqUc3iW+OMvL0GmqkkCE/M
6Y2OCn8F0ed2UpN39vcvrMXjI/j6RY7OehCaRBKlAUKaRmXQMdv5JtbqEh0NvwgHi5gd6rBWMlqx
Gdwoq3E/Vd2lHLNyk9hqvcmouLVBvxwBHK/ImvSXqZOnImVYz8m0ZDbwZBgxu+SWwA2mOLtShOjY
S8XeuGvOrvHeVv7Xu3hpput0sRxjUSwe3cVl7FjAVmbl2moRNhEzMfsVeU0rl3CPfVRStFjsC7rw
zByX9m4YEpfG9yDQGpx3TuERnISqgjHCwmTUOZXsTe2j+7h1RUCmdqFcd1W2NVsDZWzLUVRmsS9M
HVW7Xk6bGVUe+YCerk3GpRu3bBIQ1vuhySbMzJm0JPZ7Qsa/fWPkGS84KvqaUA3eXlyyHCSR4rVy
XbmksLThcG0AFWR/gGxzHHCLyvah74L1GHAO80g5VekjIN5GJdUriIeJY7kp8vHTP16EqOJZ9Th7
Jk6IY4xGTSZRMoVleEMuqrwgI2hnGd2WdMzhdJbBnsCpek1oQeiNYlQ9wVd5VlNap2QK+4lCdsmZ
wZRUqFLZhU2bs1ewvkk3mjbVJFVvREj/8ob/A+L4FzLaV+fuVxBHURdPT8Ub7N/yHX8ibz/w4IKL
gH+cficGIor47wAORbM/sFLT43YEaqEF6PQXgcMwP9DZR4MApQJpwKLp/xP8BybXZk/AsMPhCb1c
r0egv9+B//BCv1lbgXlQ7GMLAInBCIVL7WjZIxYqVOQUPtadUBZmS6rnFyXhoSnpyV1V7UNyl0iG
CttclOt2pI1rUmywbiC/n52EKL1tFuuS2XBnhLKbDsPY1mVwljIwR5yv1gYjb6Hm9bd8nGb2W50M
nfY2IawJ+mhZGIXgatb0EZhCbkibZ49VNW51H+opiThiHZDUOtbrSo/HNPSSQlHHxa+Q92Hn3NLs
KQSTbjdSW3nuilFv+00302q9qaOkyw5T2HXmJ+hime6XxWgUB8uOsfNZDrKMxzh38+REmBGqyUx2
o+W7+VjYXmqH7NXjPFTVk1BvFFTFcGsrf5xE/Q2eWIMRVuh9fWMatUsMYTeo7WVp5eg+KyK09/ZA
2blTc2KR19KxwsckHzpq8kEvs1VOmWijXHJGPK5zUKf8fa2vRatUzdpsZLVxFGKTVmbnyH4j2asU
l3ZfqGQw9TDIiVebUmXX1mxTroqE7FPP6SvEP1HdmuU2Nitz1+DbJylVVHQjsX9YPfzVFN/H6Jjp
p8ZJp3ODBGeaNVAIv5Xg8LonEXapvCiDUdVOtbgJb5XGIFE8dYzgCUR3k2yNMS6Hu9JUl6CpMkym
hsBi1ZnjR1K+DHFi5HXmPFflFCXkq4q5vrTLEH2K2vOTfAJlXXhKPTvzk3yqxFU/ZIjVhFOPX3I9
z8n1k0HarsgRU6+VwmSiJrRe6CSikt+L3UnatNFhFUINMa2IPLBKq/GfICH5bEpG43PehMa6HsP+
tuVWA/CS9AjC0jq0D7ZOO2RF8dEsTPB0RLcJsQRdGRmV33rdaVsvVfv+JjbI9lrNtjRVL6W4uKzt
wUlxDHVyaBPfTomUrjaWzEg1C1KjxgJTVcSFMCrCWKGSZHbS6hVVXKrGeuM3TZUhFpaOQoaJys2M
v4W0UT+KJezGpNPKdNNr2XRXdmp5HtmEIp/kJgFrgD6cOLy0iSMFWkuntFm1pQUp2OkqAjJVbf6m
9iWRpmojuGHUikS084xhi1hPJKJd5+WgOXukTKa57TOdM62GYgq3lkAnFmdxYq7jqMiuM2SZ86oP
FJdO5kuAH8a/Bf9nLX26qU2DRTA3qjx9mxYzeGHOTgUprrQVWgekN+66oNQe4lotCWPNClfMnk44
nLEn5sTO16ae9pw2HRUXPtuuS4Ilsxs3cZawrV9xUqp4PxRmRJ+5noe7SuhRviVOLb2KoqJU1tTG
NPbI9hz7lejYey6mSxmuocUjnM/yTDnLmMJNK8epGGlXaYw5jeEErZDUmRqH5lBJeV0VtnbLchve
CNnZNGucrkZdHwSDuE1JjB22cWcO2QX91I54e/LUYPCyddY9PddUYkxo/UafeuKoNT4AGzmuRyV1
1vOYa48c5WE4jIUlrpK2hXozDLpC8HnVo9QJRsXvpHQetYFB8J5kRMLg+yCvCClxIGd4UNVL6Yex
ziiFkDbLXg2dRKmUlFo6t6uhGWW9i4kiazax3WoZgLYqs1F1UzDpWD0dvfys58gFIIsJ46CXYLw3
jTYh6BVjCz2GkNv4ca5N8yrvbVZyfbQ6m0jKcjBoqoXVN7sR+q5nlS/vSQjTIt/RYthL9PZM7Swl
sLFdGYOmhduu091PUxBA0gkbjlZCDvR4RiLRPPuW3fc2jiRIQJt6NAcu+Bx9rBcT96kktKC6KboY
+lJAfs4UG5YCmxX9Y1fa9qMjmrS7J83QbDcGhwZq9Bil6Y0ZgPlf1YpqxLvBijXau6M19hszhFl3
QS6eepPaRoUvVCZWchKJVlURP9r6lz4yyHt208EufK1OU+NSzaOBc6eU9Hlrg0S/tSBwU2dZmmcd
rTUEVa+p0lE8V1Mk8mJF5uvc1/jzUiZ/KzN0CRCko5tW0wH/cZeQrZk3xLx71hwHHffnzDRMX+lx
UHQYuaJO6U+czA6jU5HOcbyowa3WPiOkVKm/OGEY0Nci3bLGazZlJG97ipmHtCvbEQz2pDaFeLLS
Qr1rnHqixTiZfRKMnqvkOLz93tYr+7IOu0nsCuJxpw0p6i0NDbJjo10ySbybPPlSiYyYbIdDzyBm
2sZy4vm4Fsx2SEsAQgtEiJ1J0k+ebqSMYS0HcUepDwjXx3HUNJj3ozlfJE2kjXuRxNq0mmzRhTS7
eJ6BUjH0K0GQ3UADKzeqcK+GyqxtTY1gzFU2JQ1GO8OJuu0chk76KS1olcAdDZOYTm7mFswWVxEK
yAa7X0Iq4XMcKlNx2qQq5iu/CMoxk4jgFad9ROgnR/Ax3GFyTQq6cOSqqSZdfkyyZDToF84UO/jS
ObnlPksYlWbwXKYhGH1SBKPpXI6BHfhmBKLmVDDCdE4aZRqsrdDzmBM3R7VKVKmdj93oC55yDfCQ
IHCEzyhUR9xaqFpJQmzsqpTLKzoVo9mtxk5q/XbSlZEpQtpl6rzn0g1Zm/TJtSNySMmk/LxIVZvz
HuRidwmBeIDAaShxUN+XulGaZy3zT/1c72rFOo2UpE0PDkgcuXarwbZxjtTF3B9Ki1zi2yqo1f6h
LVIVXLJSVzOuwXic4v2kh9UilI7zur42A9tiSE3BanwrapEEp1kzKNJHk58FD4FrFpWfo5q8XSZA
5xw4e17PtpBfSrsLKgFAAGLw54Gqiy5mFITTqVumljiJ2Q2kt/TMo/4xxf72pZJtUO6ygoDXs5F5
LB14NRmwAzIvGA5pXvam17PJtXZpV8jodAoNkZ8EijPInZ3Kuf2Uc6VzFapxWN+PeWLeLBPyB0un
ULuzcrJcPUkPhXHqrJbxLiQ7HuTtKHuQCpaeqWu9H+purzlDrNxmWVYM14NbmLnC/VvF9c4RkZGt
yLvVeFNtNVxHKov+93bdf0qff3GbIcqj1MD4D5EB0eNvS6E7GbfPX/+4aR/b5+aP8xiK+R+XXZtN
5D7+Hafwb3/8j7rJJteDfjACJzIy0OIsxdGf4ELrgwX3Au4BLODvFfsPXrrufNA1Z8mUoWFoECXy
s25S1A/0QJa6STUW9sFCPfwnldORvwW9BYXTQk1EQEgRhWL8bd9AJ2I77GMrfKh65tR9HZnXWpNc
lM18qlTV81Ai/p3nm8aZyNrGo1jwZCyFi/430Qa/lsbXV1Xn4Xun6jXD/W2j9Mf7YahOVYi4UXWO
mmRDjRBhmvrwIU/ZoyoheeQvv6RY9dZKikE179T737/mUaOaQ+guGjRspotM10GN9/YgNIbOqqTE
xu1kKaemVvtkT9cfwymqVm0dZX5djcKTFSaVSkYfreY90uFSnf5s2oll7shsnBkkKkA6n8eG0Jzg
X6eCpH6t6uFe6ZAf2y2q9LIA4WIekjEEz1TET/acyXf6hb++sklLa4EIL3gK/v/2k9dNGCExNYxr
3VLwE9oIJYcYRJ8R9DduM2waREmmVu6qQjy8c9BfrFM/PzWXMGeYTjgnGtLq0rl6+9pJL0xStKP8
ijSRFRaW1fn55/0+9wgc2far4My8cH3zot05a2tv7eOtta9Prb19ofjgM9au5/qQ/vj75evKXb2T
u3Z1qHctv3V9fa8f2hU4Eb7wqfeeDtYa691Dfer6REvyn5Mvw8MEIWzejlCxzPNwX/raxXwRnrl3
4xXqvGQ1HfQ9BYHHHMfrV7Zf+08HfujTU8tvR69bc5y8eH1lrjsPnyiBGoze+J2xwrvk12t1q24L
X932GzJNviV7ZI1rcjZ27s5cJ9tiB3MH+8r8Vb3Q9tP1eDleKqdA7nz7TD9XduoWyx4+WXT//DQN
ctjy8x3f3CsbY+Xu5oO4MAgfSbYEj3jfdqfFqiMVxF4vX+auq111Stywd5OvmGB70J+26Oz31kW0
dW+b3bB6D414RGj4cT7ph7gQXehvO0fnM8a2EVSmkl1t1pe3AOROK6/Yhlf9lxhJQbuKSGQpfSwC
UMZ2oY/u29dWiHM38y72iy1f6gNy2zxvL04oSIEI3EyrYReuGV+v+As/8dP1xLvOOORy+fd80rxh
dRXhkFgNLbJ194ADMebP62GnrMON9Jbv3b1zy7xAiY6uWxihxCvRz2QRPsarlCIfCL43cggLbohY
YnBOxr5KGETL7RBHzbqYkonkNudLq7bV2fdfcMlFXR7tX/7UTMODDPtmW+VYEUqbqSu7WkLtxoVZ
0RfM/C2tUveBNni1PhYnL79oyGcinUGRzS5khQiSeHVbpUAypUAmPVwGMlFPAk7UCe6ZH7/IwkLK
FYT2+uffvXwdfhjnnZHT0h98tY69XAHQdVxX58HG0+sY3R3MpKNPOOmvoA+dKEI5EzK6TtrozMmf
lba90QJyZOL0wlC0c93kqYLHa+lShy6zmMrT55NE/RpG4DMF+UuJfCwK96qyY5zY7mmXt/ddMXoB
RdtKfonF8EBHeFcwvzcn+gF1d+EW1jbWPjra7Pjgjw6o9bfV0ogI5mhrgdwAKHA2tumGXqA/iMAv
oksz7fCXln6Avryw8UtZ/S7DSc1Ecy1Ee5qY8aWR4cWpsmtDypsBntjAbuyd1fCtTPDl0EGZRkoK
KghB29Jffa1KzhOnc3U9j65UqjevTWxivnUsf+o3tcW7H7dbzTyg3NiModu/8+LLM/XVBc0Z44Tx
CFwIEC4Pg6M9gBMM5jS2GmWFKUevcofYS+ahXAk8QT4tk/a6FCjDG6rF33/qo+tl2Zbx8ANkyt4M
T8jxnUR97TQj4+fLpNGf09wFt9JX+WYO8ZaHjblKWtq0swty1k0abfv7F//FuMYoygUCtVjlxIID
O54riQ7uZ2di4ddSDIIiJFLESU+1DlWHGgCDgaYFPs4szokT2Mdz3J2nZkGrKz+NmMQgKZOPQsxy
HbZzBoewfCqTsrnN7Tp5h7jz9jiRiPzyTpGQY/lHu3ccsCYdNS4yNhC3nRY/oIJGq67C5YsN+1Q2
8UOXmkySmWBmc/auzWQZHP28OOjpMz03ySFjVScYBC/I2wtTG/La0UHAXtFZXmfDEPhlP+8369gu
GcfUuD06PRT7PJ1BNMYkceQ2BiKZdaehXPRAVeeeAc3fhcBiT3uhfXImOVy1g15v6xoz5ssfrQIQ
oymwMcuJ2VirTnddmGcXhqleOpVIruy2DO5EezHnw3SWhCdUpf1NoUW1F5UQIBMxqetoNBOvGWR/
MkuprrHEtNd2GFyoFhiacDLuXq6ff1Qv3RY5//zX8j1PRTnVMS7GlznGzz9dls/ypq2fn9vzx/L4
K998IxOPHy++TGfe/IGqDu3IVfdcT9fPTZd9fxFS8Zav/Hf/4x/PLz/ldirJOnwqOtkuPy1kO/d6
6oNi8tV99Muc6OYxlu0fu+fsWT7+rz/+u3l65gor5B/kJf5xW8dN+yj/+Pr4h9fJ6PGXH/ujKBIf
2GPjkUJ2h5Wd5wQLzp/DpBcyOzJRVLUqk8xXKVKK/cESZBqyW4ccp+uYM/8aJylC/UAMh4lw0GT7
/s+mSUflAGWaY+qLW4yFGJ47pv+3lzzt0DHOi+hETaM+2zR2gbFqLQFVyl1NoyS/wwFWFl/CVIzQ
KSPC15GIaR1ynES3o8h4Z3nWlvX35y2IKwhgIfNTPjT0q0Vv/Pb9MJGbUselgZlFdH2lU3VovPqk
zGti5Y2JykDpGweqOC2DvjNWzWy6zW5sZkNBKm0XgVT80Zp1tI21+567+Uhoa7Equcg0VRj7usri
JI7eXejmmcs4pFsVmHbG2StJYUUk1tpRtp0QRClYsSOcPRBgFsMyw2kzc6pDIrPR3Zi2sVjm2Syp
77iuj1Tk2FgXZDLkAnwP6qIkPXqq6TjkpGLFJ7U0s2JictGJ8UxJ3Q6TYTVkMNBXtaXPCB47NZXV
R6bkot+nmhvbjqfRp7TYNQ/KNEPjcCXZOMKamuQ21zL7HuVSNvbrtE5iauK6N2mdloE2qdn3J+Q/
WmTO46e6aIpv7fHq8WbV+TeWov/xB/2/uAwZ3N3/c27Ebdc/Zt2bBWb5hj+n1bZL1CrAODbB3DPs
Rf9cYEhG/aDS6cS0btJHwbXz17BaMVlfuE5IYmdo6i47op/ri8a8eokboSHDt1ER/5OmC8vR6xua
fhHeOdRg6sIUMekJHW32GluUDDnNFh0jCs0cvfPpaKCUNPNO7GKaunvZjPnWCuvioPdGeSLKoNxk
kzUfGmPsT7s0zfAOS4h2OJucokrPXEJfbzVtlGdA8gAnkVmwEzVdnFib1Wxdmk0A9xf6IjT++p1t
3NuPw9z/ZfqOuJ89Px2bY0edKhhlBuzubthLM+jLpeMnDky1IVH2r07y4fua97o79Han+uOVltuZ
zherzrFnp8sbNxnKzrzRcxykUTQ6+3mECsYsL0cdHFnnJQM9TOKZNr+zCv/Nh+QVWVYs2nJIIJa3
9sqdFDnM3Z1cDW7MGG4zxN3wNAsEqkLTmvzff8pfXoqLjB0flEOXZCe8C29fKuG66aEsVrfKYLWb
aLIecytSPWXUfmRcsjD8fWLuiznt56OFA2roKDSQpWGCYqe35CO//lQ82qwwt6bqNrXVTR42e8cx
N87cnslK9SuiUUlPWZnGXoYpWaj3lapcaYXuJRj3g8fcfmYaiZOl2UVDezLlB7VG79yzGxT5Js9u
zC66G03QLvlCbmpOoS+c1n14aCMonp2uHX5/3JY3+/bDCNqi3J4U57zwsdzTGafEivQsJTVtgFNG
T94bA6mv8gm/TSwUufn96/1yNSJ6WRC/yGFwlHJlvD145TDaaUJb/5YnkLWdgxFvsjJCdMkDuS/H
gch4poGeXr97hbyVuyynDbMjmZPceUjS0MW9fWU7SdCuhLG47WxrIP1CAqrRg/ydu+1YVMbLMLJB
qcDWH8+QelzPa6VWJAp0gtsu0CACKFG6E6kyw6e0wWs52RprT7MKQvTaYY0MrgkiehKCUj7J6/ii
7KThKwTIdRV7xb8W+39nHYCc59qoi2lZLuTgowW0HKusK5IgvIuDEO5XIturRm0uMqgeXp82QGKy
5Eqx2Vr8/nVfICFvLjF6xDwaYEcjXML3eVQzau1sqZFl1netwMiAeYJJHKbxQV5VzXRfG/1tkjGD
tUNXZSBq0AECP2uAs8tFAFStO0SD0axQ3T0WbblNO/051OiNUZZ/KbDnCod2ZIlCB1Dd79/50aaW
S2bZTztcsGzYYNEcb4cUZL8inPvprjL184AkMoQr68JxLxqXGAQpPLOlolTEvfaDhPJ/YQ/z/12t
tNzyf123v9RK9wRbxc1LabTp2k5ykX8vwfZf//e/WHFf7VesD3jVdFzSR/FWqOucD9oClaAU4jnx
Z5a8ZiwjIgooHMc8IrhLX+1VxIfFiky6FYv6QqPQ/slm5WgRMJeFBtEyuEq2+LDJ3aNLPiTbNI41
tb1LugRnUG1Ql48ytlXPHMduu1ivV4wowtSfJ73/QnECgd5RG3TjhpXeBVVbXWSjkV+zPZ63jU16
+quD+jeLwbLM/rwnX94g+sJlbsLjkhbJ8jh99WQeRt567VjtXZVAewJhcgJyzEEUnlfinRXx7br7
46WoMakplsHFsX2y7e0BhfXc3k1M+L1uqEM/VKP32j2/7A+Xhz8jGQKpFrnlL6D2AaOIUmPm+NgD
e9tqViWQ7CLOqQrVwxxa4VZehkRtG/CsyybnYq6U87TOTusogKKmhXKvdensg9Y3b3KHI65oLlKd
aUo3dnCd2hiNUwrIXRKWjJmaKNhGXWUSSEEM++9PjrZ0/d+eHfTIbKxZLdWF9nC0VE9sDOspb6KP
tq1EX20eCYchAlrGHosA1Lh0kaVpJ6OAEd6JCWRwNnvhlKrrHACprKEjZk1e46e/NUWf+H0axt9P
6n/WJ9YY99XZ+mV9unnMi6M1ia//q4bSPgDGpe/Hdoorf+lK/NmksfUPNEzJ5lzkvi+y3lfrEumP
7FzpWnwfeL9Zl1hCeH7ST3R5gAIO/yea32WP8+bCYteFR4RoE94EFdnRhhyyEQ/gfjRuy7iqlAe0
be5lPIZtDbQyoJDPehuRYSAfZZ+SO13llbmpsclDPAjm8msZByBPW5PWqR6RdOyoVZ15jA4ChkYE
2i3BDGo1ELhTSnCOtgutdhhQ1DWZZR0Q286kHKEoTb0wnXR7Tb5rcZPMyue6b2AjSn0ovqjGnDKy
Koxm8DHwK9cwLOZoFYioz1d61k+l36lm9DW3SmIOBkmngsyRGjJv3mblIUZmsqnaoa+8Qe/H7p11
85fFDAoaTAjQK7TegTIdLew1Jzaeq0y7zdQ4AKzf1V6ei3796pL6d1ZnXoXevsp4e3H0HuMxsjpr
u6qMtdtcisaXUVFvRqMhuxkoh2/0+XsobfHrdcFHoQ5dYiWgOizNxdePg07P5WxAA7m11HKiCV30
D6PhQNNONGv6lvJARcqpJe6WvNKIs6zZQ75qjBIb9ligkyrbAHWXkOIpl2r7HKiFSzwdJC7ba+0B
W384FeJGxEhvPb0UdKrtyYTNYNCJ8+MSP5WchrrxO2BXncfjOS3W86xNFsqqYW5pWNvSWgHWSC4b
DYn4WhjlBKmX1CfFhd2wtkQJuzKwq+t0HsZHxYJd5SlNZzyasVV/E3masMEWePlWog+6/J1C95fH
qYUkAF6h0BgHLQfx7fEjdllr0ZCPt20ovwECPw0Vjs2suzv4EPHm5er4z9r7L+AKr26UX9be/5bt
Y/3Uxk9vFuCXb/q+AFP5/1xwl9//ucQSeIq/Yeme06KmeF9e54erQnGQG5HRpzO1WegmFIf/ZIlF
AP8Cp/y5yi5NAaZj9MLYUZImTOHw9mooJyKmy4TuMxLHKWtqPT9Jlx6po+UnoUEGsjZCr1+VQ57n
ffutROzdqocA0a1yZSkEQdrVqsjrHBthgKdV6H6RhkajnBtRWI74FRy3S6oTe0pmwagmxgdEelkY
RECgIS20xrbG8SfGm4anSqL4s1J1Y3+CxFjm0QVt4ykcVkLW0Apq0RG8VA9KKy6LdtTG8zJItIWk
pUbajnV1qr+qTdvn/pQLd3oimdEB4xC2U+4n/VyzGOdhrW/Ra5I9cyLrNkxKvPkYJ1IM/vQbdhNA
HMidkwDJAnrVSoaq9MbIQLTaT7mWbjrXnM+ysK/Si7LtmvikifEHwLa24qp4atgGE+JQjKTiGTjT
Eb0SmLxGSaVH5wHWguE+bYgt0VDWrkU0EFbQh5Nb+RGEofLK7c3yjleQj65blRcjyEigLokRkWWg
B9AhUExOJ402Q8BFu6ij+Kjb/mvmGhXQ2zyyDs0cLHyZqSmwW4sZbEnKc7T/1LpZtSeEcPFEWuIx
bWtcFfFEN2U1GbEF6I1VcDuGCv4YpG4f+76vJz+2hTrZXk1w0bTjYGE/GFuDbEg1GyIv7WtlFQy9
ALIV1cX9kEfTuu0mJSXlIrdPR7eDgKjM9txshiYP8IEV6GTxoqq+FprBtEuYPVMPK7BMdIwwXD8f
0TkryTcCF7FQeHCWGcSPYWxfKlk0hmvaU3bl8WDTcbbG1CucaSN0T5lgVukXBgAEL7Ukg5DVm++m
zAxPe11gGaSZctN3KjrRJJpg5QLNstfwOZXLbjBjWiuLg30Cy+1Miss0YEgPM2s8fPA0yj87VR9t
xkInhU8LI3U1iwJ8uqqYuDzHVLcXbEiNETtQgk1qT8Z+zLr6Xm+wXODpnrD2B5Ua3eVOMxyYK0Mh
Mcs5vp3rse88pazb8ZvUSlh5pgEC40qaeBHwfg/NZTUZnE5f0aeKcCFDDmxpZNRMu2YKdWfdGmAL
MvoL2plW58imZroy532eWVwwCZnKpxIhuHEa13YNNCRSEEqvgqhxM3IDlcxBFZHHaE08eGnFR5Kg
ZP/I+ANYUqTOu2CYTNDPSqTNQAaGQH/mDs79EIXyCRLYRjmLsLs2OzHNPeo5lMjOatST+mNu0848
IDAe11UdGD4lYbNpsnYmyr0U/fNgFsa9O8f5Tjdb5VMP52cRMc/EQfV9kZE8MWcwopgkIVKXGh76
jtHXrJKqgrYfYLDtzs1lGjG4oiBCSuLpXSCgvnRlOxL9aJvJehgQBPo4nrpqbQcynL2ZBIV+hUfF
8LtudnbzMJTElsQW934HNuxclFqoXuEsRhbNCMsOn8gSru8zI8nKU3rwzrgLmcOlm4nGU+p3UWwQ
hzBH827QZaHRilT04GwUcXbeO058rQ1jcV/1YXHXTvpwP6UgzNO8N9U1iwS6olpPFw9rEWmJx47D
yX1ZmLWvpWpwMvej2M5WGh76zNa1bdg1Fq4yJ4SWp5RwnbtEcc4K8JrndIOAI/aJW583dJXvnaHg
f6uhbEGAMEVP17aRG4RnJpN9YYsQc34dWLAeu94+h1ULQ0Pkjiy2PRO1btVNNrPHbq7hueE+8WSQ
hSRHpXm2Tguhb9pSkfrnWsw94r2pUhDVFawdXt8o5WXfzy3pOtKefSUf4RmgMccsxSgPmR4eC/t8
qHrzY+CwfK90OffNUrPqEB4rvTmXFLGEBI/BaD7o0DAOM8asbh0AV508s6A7TlJp2wdnSjDmN1CQ
iW+smaoUNvysrFHwS6mZqV1HVSQupRIGHyU2DeXbnLdOuh5RSrX/h6Mz6a4TV6PoL9JaIEDA9Pb3
urfjxM6ElVQSeiR6oV//tt+kBlVJubkgfc05++y2vs1Vx3m7uWMhtyYji6POCKlxW/QFf0Fkz4qj
W7TLvo9tUPb7cEu9/rnHiQebvxqwrWCcmdYXcrQrdZEddt+xLKOfDuOy2fM14PF7eVuTW0yk3qUr
rCGOKufjCzofYWO0CBjAdSgCOmPMedg2eONLzM9W3LnAdPVnxvl0E1kLdT/NNLhL42X6RUUGUhHa
vOmweJv3otnWJPtmjsKXlNZbAs/f8s846jAoZYAsSjj9jfs7jn70Ach+gwEuLWJF2RCE9fUy5XWa
tKeR15MEgKSQyS6aeEhQ5YzVk4ka4x0zWxUP+RzOyCTVsqbHRaLUOCDp6YJL2uNJuow6/oIFlQN5
g/zNSf/u1fj1JaaW21fWVX4BmmcgIy6eLYEozdioU/6bIUiji1AN9lTrXO9jRGyYj++C5Xz6Le1x
jPlFvgAvGuKwgT4zKcYEYyKRCBpvyPDwB552tziO1qek1El3yBqQiyeropHvaOaMV52Ziq/8IK9d
OfkCgtn8YgpO1EmOkR5HBJsg/8T0tm9xingVEZBh7eOJGUcr+V0JRTDl7BXQc+TUer9X7Xs1sKWW
C3qfNUW2nbjj/WfbeqLh3s1jZHr4wjn+qoYMUJRnh7wpqXkqLKm/ltYAhCj0DH7B+W0q9M52lX/B
HlmSYJbW/G5qLkL0j50VzXvatISy9Pi9xv20ZhXZbtL8f6teP4q1bZJxb7Ze8UOhtN0P0BWYDBVV
TgBmzC/hzJVLEEof6HbvizCEP6X5mNIGY88umyJ87LUsxuHWY9SeribCwL3rIxv+1/mO4IY8Tgej
99U2La9z3a7NA/SL+hmDNl0uomoDPNQLNC120sgXWRjYytH8Za/zO0hIWEInfz+G3LTvWb153zzj
+NbmKkzfvcHx9MZN073CZUh+rksjPoFlf1GYliUangqOKhI/JvD5pq2qBOuSw9GGbmR57lfXchnX
axDvSXeLyx81+WG/2zIL1T5jUguZvEbwdz8LOXd3iRMEaCzDEH2pvD01AyASwR/+Tynoelt2r4mO
enu2qIm2C5yP8EOvg+fhR/WmvjoYD5Tqka2ys4dkCrbrJLyoO5ajw39ckECkdmW6Grejv6uCXcAt
99PMcSX36K+tOK2esO0rrJccm0yb2PXNyQGiT1luH5vfcUIy55jmU02EJJLhBuDJbjCpellEv0Zn
fE3Gvm8g8cxxjFzK42tclQLaRj1/qtYhvecjnkBLiVpdBl6qFyeM/GWVMVhSF4DpMDI04VIhaEq+
PzHXzSEi2Vrs8FOTxAdxkyO8DMNFHZOCpps6t4rNbVC27eAHJam+G7w+EP05ABuoBkA1a6bPjZEr
WS2VWr9tc1j/GeNxFPvYNuIwjuMicCsXiQMgLLEZVOuUvC1yEv6ts2FdHmo0bsjtugrgOAIPL3jc
HOSAXTMCTgQZnwwPuskRSnbpko0Pkx/qX/NQK2oQfnyiW32ZE/0z5NNz1BVFdmPnjqi6mbLXgacn
wgfaxuZXP7Wlw4uJT/koFIf5q1Wz618apxyHpLM1scK4a/sU/UwdRO+9W8ccg+hQ3I1RjlhkUc3W
noPUYoXOyK0iZSFO1t/IbiImm2yxgWX2HfEws15SYppT8NewTeR9RMlFOkKVw6RTTujq6K8LAmJR
9YqZz7TmyY7lLKDqPI/C+rhZr7xsS5PaW1PO6zkL8LCSvpC1eOR6u7jXyY6W4ZNwybWHJg5ZP/Qa
Ckrlld6pDznx+TiW6D7DWxbxWMi1PvVLaf6VOKsxbW4q+qa/blQoWSbH3DsH5afCDgcsP+ykJeHE
FPK5NhitTnmy9sUt7mTym3mVJng6yrJb3JCzuuuHyeSwoK0qidmrip9oZ1d4qPzAhmt/iMfnpPSC
vwMtYscIrpofekufQETkFM93nhP5L6tNceeWQb20rCHLU6cZnO0SXFIPtJ09/gjLla3Ba/JabJpG
AMhVmYb3ck06/26rWhMccGyLP0YWc3BL5tyrf0PX75Y/Xp4RHFcZElUg95UrFeeq2t8kJ2yEQi8k
hw9BeVNNUVCo5fnvuI4ghk1jG/0IbML2r/JE8V3EDld6ZXT7opYy/s7PzDZEAeMg2cuk/cbZNOLy
YmYT+7s+09P74mEEf2iiKY2PnErkl+QCE/yDn4oIAyTZMv33NQCT/q2egwVkGALW+tVCIRxuracI
uTE6p+fbdy6pm6vNV897WC3Pw9HYMQfQl/XUd4rL7COo9Jif2Z1s38LOed7R+AKlvBqSannEQZv9
nFGXU+YuhZwqnDUOd7UrZUQMoo4r+3f1JhO9W1XL8dw6S+7TFC3ncuvz19nF3ndWVPK9XdR8haLn
zPewF+6Aqmr6DLifkpdq6BwcnyRaeaZV4hGbUmP5y/ykx5QAMAsz9uoDJ8txwAqkbejfSb1qn6yC
jRsPHQbeSCzAiYr4PGDkfvBtRuBYVvvfhdd+xf2NWQS+rutHDp15GXcVCuL8EMUttEdF+/asnPK7
41A69qxfRHx37suS5UitvhzhPfmv+VFVcfpArTt/UobCXJxVoy9ev23300QVtOu6NkLrH80yJutK
l/6+TwaFeXaeCnDZHMbi1GFIbH4UPAvdg4l8Wgo70vJeiIGguGBYjnYMs+12akwoaYRXBYYrDCvo
jqO9tiKp/9PU/Icsy9s363WZR/wiWrW4TNWTXf3+IfSnjgbCsn0X7eYRZRB7bfYr8bEuUi7n45NW
K+mhc1J2t0iH9nH1tZ0/dbDlt6hK+puEyFDcJcmIhgg61B8XNFhUJ4BHj00eLmeb5mRgAaoiiyrp
mPtgqKzdK6F/yQKfoky3vUrt9FbbisWNrEwld3B7UYRMRTH+cVjg37MgXtRtHDTKOFN7PRaGMk7f
VSbzt7kIUIPUdC/gZUNiaDI29liyw277FYnNfxNr6H8vN5Hv88EJd2x0MZ01epiSLEtEJoellxRl
snKPWMr5RF0yYXmW9ZhRXaqQeq3JqYIHtc7wCDGAnkVXrIDi/OScLkOZYkCYxIkviMpqKojZS2Fz
2ftZzgxxywFnPU+JJCqCJsInFWJYgj2y62bvmRFhOLsyUX9EleCD8xIzJFD3qP1f/J4q9pmmOsn+
drjFP/I1oue0PKU37F/6tZLZvNKSg4M9UAdO3ZP2c+y2FS4SeZSYvm+uDbzhTC1g/mOvG8Yfk1iU
OlQzu7V7woTNV6tK6A5dK1jTgtTYPqi8a7ItQbkLp7L96FKdbLfBJzRWllH6ggBt6PZzPdRviZO9
Otab1REoHUGEjivX+S7asoJf9orvH8Znpz9cGEf9zgxl9py72cY7cLR0PLjnuNwKbvyLS5fk3TLc
Xo/jGm7NXV3E03JFuS2+1iBi+RXZKHgIlCDqT/fkKZXr8p8LQ9OcNTOlYz6l+Tkul/xHbjKPWCcJ
bWsf+Lm9zxc/Agqitds3dmN5iU4cCWtux136ldf8SEkMO2TJoHxplROYCOQExFXWZjmVaWiHFxy2
JKg7fMjlG8oQnhx/EmtERFhfrNzNvYrmazF201MxM02YVR0Ub6WfGuw3axH8QuI93JVLmchdVKHl
u/ndlrwFHrUPb0t1llFeX8M8zl6wdCfPXhDn5NrhJVcX4RF2MkV+ekujCrg76AXi2TZ4h8IV7aVt
Z+CVuMi5dOc1hnmJzaj/2WZJ43+fFLiVOzMyBuawCDWwmgCI+cxR1YLp+xpHgNxOE77UkGZn7sr0
rWDfNBBSh2H4y7btXrKpqH6KLOK8/Ro3PAxZQ/OfhrqZTmJKK/6wIslN1A3W+X5NALyy72qvSqXd
H8NlBhB0BmGzyIFuXYgBHIG0BKZuTCGpHFKglX3nxXLPONF/KKpsiY59pA2WnNBvuuE9ZnE1P9VO
WPdP69U+J9xK22PlNqZhqmM8t8LHeXSZKJYfVcWKZm+KFeBH7In+OADiIYLStQr0QjFwRj3GVQAx
t2eO+oBosu3eg6IMCZgLMK3D6+2M2iiJxy3Zm1IoZr5SDX/Zwng/i3RIipMZvNaeipBdC6k2NZTR
Fzf6rHhEhiGUgNiQdLl2y6ZTXtPk7kJ25t+3UsWPAb5ewA3R4mHHKkXX4VUYu3vVmqQAkTYTUMeU
8k/FlKU+sPdc1tM6O3Z/ukrTe4p8c1Ey7zZgDt72xKsMtRTb9uuU5UwChnLF6J+YeDmAg9uak290
eN66pAgZxdVly9m45MeqC8IPG6v6vi6Bae24EWa79zcekOOaFjX4NbPO+c4yh7JXWfKqAUVZm48+
l229W6AOPAdym96LZgUEmTpwHdck2Ey678OMwIxiGcad3eaFiD62VPYwDK1a7okvwZm2eN7PZqzL
8AhAo5ov27gt6zvSr/nnYpL2Y9XeRABcgJMxbDyK1SHYbqCNIuZJ/Tq/F9vEmTl7vbcdgz5JLqUK
6+6gszHdzhynnX7JagG9Da9tXL+EDckABG6mHN427ZNfVcG4ZafzqSTcI24MfH1DLrIy3U/Xd/m9
UO1GPqkAGTqhZKhVAdR8XNQKtdXboktZoIPdb8zC4e2YuP4z9608MUwrzk3Vi3MSTII4nslCDoG7
rAY/esJ+5/2sh3W55+cyT0UgxWUpXHRX6U7G567wxXxWm4j+don+ijtaiB6fN2XOW5Dlf8sxCd/r
3n0RTq0G+DKuW/ajapvuJe9EdclAP9Bcp2RP+GOQsT6WAoSdl7qw3elxjUlAEmBtmGXJaQRpWyT/
BY0Lf/e1GK8B49lrr2KK7XIrq1NQb9V3GCeuk/t0Xabq5Cunf0qG8bxGsfZfhiwqyhsjTQ35AMwQ
LKEveMwx7Uo/QWRRjRfQ7j6k3ATVxV4WqQtOkzSyOTfhopH3TXIMCGEr4EoorbcvbGxYpHcZUTrQ
qDMA3mCSVkZ/shL3cxX08d8v+SqB1DZJy72QHpmRbT0zeh44zXaFXtPzaql5A2HNY943UbhjHJuv
UN0UUs1KBI7VQagIFd9Ezys3K3yk1TxJyI3dsiJsMaqkjZgk4/ZENs96m+ePDHzEt7IvEP0XEBPM
PhrWRB0if5Pzc1gQ2ZcsFH1270zYMl1rirJ8JscxfmGbPw+PoWnhzQwkIXv/OPeyDxfNSt9UXCUP
S9XLZybsfARBKy4DwK7+gHRHFRChQ3kj+acyn3gekl9zFDcPWaPjY1TX/UdqDDYnlyZUqE4sycUP
2pWkKQrP9rSsX2NLxFKgJDhoxP1Wjy25tE02Eac7FfWTcknz0thi626iT74SxhEL/AJTIv1jEwUZ
t4zx7KE0WX1iFZ+QlKlJnzWjCHEtl50PMnnqFWyTuk64W7pQJ3u9rSCuIeYk9m2CEnZuUVzftr4Z
fzkHP5C3FENHLpXAaF2I4BKlIl0OiRLlXQPFsj2wwxh/FlNClsl6XLYtPy2jHPxDHU7VNUmRgu04
w4GtJoH4Owcb45Sl4yB15cBQhjZ77nddO4Good7fficUOfelNwpmveB4nvylCf/L5awvrhfzK+cK
OUFh02anbBFYw6WomiN+xr44j1UfNuQNMSg4Rmau9nWzmerVAUSMj0uwjvLUDx5jAteQ12gTr3kf
5mwkMDBI/xEJ573mOtI/mtwRwVotqflRTj4hsLoVLXxa20YvYyIk8Gvje/8GXCAPjM4DfQsWSd2t
um2ynIZNqC89iR7tnkYHvmu6MXl7YTQC0Cmqivw5NkU93jVbOtq7YlyK4kotMz0FqZDJt05CO3+O
fMQH3PupQGGSJOkXKDFIzlsZ97T2OlrvJkg3yy5Psjg/JzlRjjhZKQHsHHXRYWDtghN9GrL8PCW8
LBzCRAgcVB1FJ2+Zk+CzSG1PiAM8qHJXOQkBXPsiCAGr+RVJu1M0zQEevFLdDaXXosRC94L5lUHm
RIm5mSh8WKmR/8sgaJWPsHNXfUWJEHgH+mGCBuOOB5EjrwY4HPYjCxixzG+BqRZ/1zVCHWgo6boQ
Y2ue743FkFpqMulruEaHXtQ+NW+VLAcVDMuRnnBaCrhIvecOSavBmTGXq8grwCKXkUxtSTpMd5HA
sbrst4bp7l4VhMmvvP1vDlU2rnO+/rLblm4g5XoSOU9yLUmtLH2kjEUff/B359eiJlfbguQ4s1ua
fzk5yR9eOm7Alr/WVGHWS4Ilg3yakXwEDvL3Ym13q1Tvmu/Nmq7iPom7on+JwpytpyxnqVjUKf1N
1Ea9wL5ZultdhWRrODfG99vShzT+cabNS5cmIr4YgEjinMGaySAwQLD5zMZM6p8wqlz7143WbRxE
Me1/6JdVd+prUzcvQbom694VKYngZVFP65+hS82yd9kcJsfVzpXaWzZ4bDMjVh37Dd70f8ypGJdR
sKy/zASa4aL5dYKVi9eHLKqn4hGekNivXDVMpeYCmFIbjJ1/TPwtaj7V2KtfctpozlLr1xctsuG3
3tihwOGazWh2cH1cdR0Yk+dX+vDgNlcSZH2kJEuOTg7VweIOe2hUZ4sv80s00k0v+ol9g+efA8NU
5BsXTTww5VFxs+ebhByH+FHP7ygPMnfzFsjzMHSseswn80UVqKDHtrvATYb8Ylmq9OozYRxPST1+
zdaZe7yXsBwPlcuX+Z810snbCLO7uPGhhncsG3yY2+0g5sNYTy48pE3U+t+sWrS9rbrvv27lTX9m
bOaZk/5/4P71nWJ3U5K4Sruu8/rW6ZYM3NTfiM2uaYy2MhiLW8NpsVxtX67+NUWLcFW92BTbOuYU
QdKu9W+G6/DVUiPtF4xfhmc1a7Jmo6AENCnNeqjnCSwZsqlPPTC0vRNN6r9uqhGECRW81UkcLRfZ
9CF6Ms9eS6pODSyeFiEzfTx+i+JsIyOi6UrxMAh/JVJRCYuAFxLc2vjeHRtZ8wNSXszba5ct3Q5+
3fsP/jr4r3Wo/AXCPUmfTCO3iIDWAhCeN4Rrvfds17xP1vsKkWFDGx0atkMAPeooJzGg7u8oxVmc
2XCotoZyVzXvMtncLwh1uP0VioXv3HtfVH42FG15jwTLc/6F4sZbvZ0KmUV/5A35aPhJgl49Obor
Ovt41MDy9TCXb3SqsdyZmNLvkuXMdMBipu3ifo4YIKPtwLrIlPf5bCHWU0dUqfryKdDFgbCXyVod
w8EsYjw5vxtUeiaIMc0+43hZu0Mk6nEKf9tBi2BHwcIMZmLaubx4BfeEO7B2bfOrrXVZxEwrJ+Nu
4eCHXyCwPIzmO+yjU6KJAsCA010L3sz1o47KXD5rvcTlhyqzrUEEMNKCtvhEKkX6p5OeeJSSzvow
qn6ZzpuOQAO2ZVV7Z+d7PQNv9jTppxznVJN7V9JFlXt41WY9ijkdUbCUY5yyxmUwfVrD2SDBqeww
vvUsYGr2u8B0qm9kYeUZyYv1yMz+pgsjakvEaBRO22GBqpx7JHA2JbxNiXsz7c8pQ+mCOWvkr5do
E1R4j10VxPp3x1NDlb9ZhwCOEgEjAVtpZkk8LmG03jfwomcWTCzLaBGYYffPrQWH+rzURdUCRuyb
LD8UK7Kc+GBDwlbmXTA2OREm1jBmuwh6V71DP97M9TkvG58i2TKc9/cJ3p75UjCyhscSLnV5V0vd
F0+cHBP1NKtd1oHtVFc+xPV21Gu059c44lcRfq8B3a0rMMwT5loo+sQlWKPFHs7dEv/VYTzE5HaU
QX5PI9u3x7VTRX6oqzgms4YRtrvrCYzievSyxJ94/5gvf9eiaqdjMgZNd2TZz+HWRUhHrqbP/fqR
QVpgT+k0rMQBFMn0ReHO0vTvgGinHQ8omCKtL7gTdQDaL9pIS8TW/iUH0nlBW39kebXGN2XrlpDF
bBXMBFkT5ymFBG44OnW7NVUVXIoYEgnJCekkvwbSyMzzHfqR8s9QsRv7Kta7kXBol2StjM6N9UgF
eh1rk/vuLfWGIDojpWEXT6U0hd65YBoTUI0jMRl2edoHEQH15Pd5ex13FWD4JJzmOyv6ojqCWssQ
VrK9mPQlTgEPnielveA4oMklon7IoSKy+kO4fvYGJI3ZmbNh9cbL4PESHUbRsw5u6k2sf1nBNEN+
CpJZ5Cd+vmi4Fg4tycu6ltb7VyUZOLmQt8L87nPBYuVfVPYTG+Cw60KWWBTLLt3ngSx11e5iQ8gA
4+OIG1SQIS8G8XewMOIPyRp09blBXzKcBHLglZEwo2CWcsz1wMRuzfwYNBHfcSGHwt6WZFMCpOBW
4zFz4EmewXx1XKOFqUVk9qNZK/3WE6uS/hOjIg+iGIyn74k5pEKNsgmc5yTLQv6qVOux7FJMs/y7
vAZIzCo1GuJ/YxuD6uYc7NqjZLhMImbtpJwJTrH1/LDosPvmSZrl/aD9tPldWW/SJxzX0HGh5jmG
Jx3rYzh+vsYliRLh2xxMbTYd60JE1WPNsF6elp5FwXGO29I7C61NekQbNucfuqEIuoaFsOLn145A
XdE9d/Enx6OZ9snamPp7JuJteBx7OKrtrh39fNknjcndHfhhOAyMpKU2p7nkrOO2mCsc0zQTicRg
mJdGHzOZFO6UjrkXHtAJb4Kr0hX2V6LGXH5ODEOjewZRFM+7FPIl47xQiebc0TwIe/Z9IGUR4Mqx
cg0nFgBQcHpjmrJF9dD7NDMzMc8QmqHatiGSpPOSqTvFzs9JKJ4pe9Mbsxw9XR31sfswIX3trRfZ
LDy0VEOfHgwKbXtFpyP7h2UGL/ePf240Wl646ukRohbHwpXRCM2Z1X61Evmy8UTS+mRJdV2rtiPw
nllYdkKcWDevngZiCxqQLoEzUSjNqE/Yha4iaNaEJibjV/PYsb5Kf6hO91u6B3u8jbc1zoP2NiJd
yM7S56x+RqGrokvsEXyLXNkb4VTuwl6Dad6nUGfnZwCrBCi5cMiJxRk2OQCoXnPdnprVb9o3A7A1
eOX8QFRxZs/uWoJ4SOY6bEs5cZyPTdtu97lIFo/aeynbbe+D9pi/h80k9N+lLbz8rzL9XL9yIms2
USYcs8PAWSNJjJn68MSgsp6+04Il+cXlTJh+xUNGqXIioqCtn3jI1/7dWZM2J/KdwsG+zkUxhfeN
v06EmdD6M3gETOrXOyB2W/uxlZot6qZByrubm00ZncJJ1v6/MLZmgYk0JS8YnTnv2LE8xfkiRyQm
VcQ3+VRtbRZiO7F+b7srYWuzPalp8obuyDiwX34thvS2jG4+mjOepxmsMYvTDQ70HWMQwDQouHAl
Pm0u4XPaOZQmZfFfTbr3sjwts7bNf4i2aQoZQ5V6Uvtmoe4P7v2kjizVC1MraM89KntZg5fc+Xg3
xbFe8pldlPRrXxybqg2n17BonJHn9Ws9/wY+PDGXYuYmRYtjm0YSuJMOXfWpFpcZc0zKFbUmoTHF
4uyp9tjzWHi/LPIf8sifw0e6qLbp0cog3HjW6Pp8ZB9It+oL8pMvkDd3eP6RSbkR022mdstZ6S+j
olgFhpvY0xjOfNEUQd1Ltcw4PONSeuxYgGPu4Rq371HoEyMwuDH4U6zF8LmUY/jSikKtu6AQ0z36
fxUegFyMELkGr0ofRVAECHZbDKhkUqWTa89ZEiXuOCRtQKvdMgGcjti6PE0gWr0Ur5kMBv+UZlPd
/p0Wxn5PaLnk+innVabcP30exuQxxfR5u9Rlqj0jmZx5aF3t+yUtrRdu974dwkfb6vI0ZP22sjES
iDpL3MJ7z88W+kpRAhMTfjg8d2OWXrKkZ4c+TDjnXeeGR4suDH2/D2mb8aE+TGtNqHlTre4VCHH4
VIysrVjF9NXnUFfAqJZA3aJAlVDP0iG4+pEQn0qF/PVMMOFRkLm+mzmNDyUO71+Um+F5rCPY5Xwa
e28x0ba33ESnWbP0U10U3gYvag7CVY69zlgGz93SLk9FIQDZN272yHysM8VicYseczsQtxO44CHd
chjuhhn0VSdL++ZZK/eEbcavUhZit7hUN3tGtbKn6d4Q+HFCfO/ojI9x5eaPGBnxHqZ4d45bkx9M
n5REsqzjTaQ+WadePpg3mqaO4ZnwC5ayaZfdt34vUji8pIcwcGw+qqpjrRx39p8X52p7YrWTU6EN
pOQVdVb8GeF6TfuIZ/zrtCzkfw3w9W2fJjCbe7VNw4k/j7gzL2Leiqh8TOag+tnmOC93/jBG7whm
0WWEm6I6AINyHVSX7NusyO6lChgxwpEcKPhK8NtiCP0956tBbKlnJDTZlA+IJofxUJiqPc6A9i/V
/7W5jNVTBv+2kTsuBe8R/oJVpLRl8TMudtZoul6Hb94UodvlGy4egtqucpeWPIj50LQPdc1c5uqj
JtlDoe/w29WxMzuphQQWOAzukEK8fFTTglIijloisTyCquG80nNoxjclc9BgV0Bt2yP0ScJLt/bq
XG9JzrYtRs4NqJGeuo0ZdVcNe/l9EdQlnbpFDh8VS4julqHJeYAs/Mkoqz6B8rLnIMFnxJaMYeFM
ftLerlV5tWgynra4625bWlCtV4tyzCdRsU730vGa0ty1BDaztGdikDh4bn3U3E1bSbfbd8muKGgZ
9yvLXQaVRYvGS9UzCEO40SEbHWcREiSic6dMMjfaRzkcaDaFUffIRJJQQxmypai3PjkIaRJxoJlv
QDkFwbUM6vGyePVQsLmQ2TXj7LnO02AusasnwlSZSjZdO9+V/MsPxLPdG8D75j1xIaD8iakwPUNS
XMo2WJ/6tS7vs6RIHzwHPn3PfrN+9JeVGbSnVPxatCmSsiASkKkXLW5ZbMPfHhOemuNFxSYEVawr
7xQgcHjXwMK+efWk32W3pTdpB3lsRp/FqL+5/ELVylYjW4Cv309z8j1uVopMVxEgN/nu3jA6uZ/X
atSsb3z/HoSgeSiRs3wkfR9Lwnbr4NhBtfb3XwaH5BJO6VDviiaqb9gHeAv9uW2f8FkhKEq4ZAqg
S9GutX5xPyBnKU9T448HuyTzfAtRvOwp/MqOAHU7PdZs9D46HJpHG0cQKZn5nIbNaRaoqezlfpm6
T57n+q7MxnzbV1Qbx0Gk9YNpMvKMWR+ox4nLCW0ne05uCXZSF1BBvG4KqvI3RtHufqZD/5i8sLmx
1R6OGjFpDtCU6WAuURMXWbM8pwbHblMF0X5kTHuKgip+DClR79PGAft2jav2sNOz6Xlcp37AQtBX
bzpO1ueYz2HPrS3zk8+Z83dDy2qO0tFb9UjlflF/pdulkyDBNBT31w5jxyVJYprbXavG6osTXf6o
uGc/SxjABfeNMNRNHts2WFQrTXWjbEmO37SwylfRf2bICIE0A5Z+S+HCpGXsU3kJ2Ho0+82MhCYx
Cgm7Q8xu65nGaaUfiNr3Ea3wXWCC9NucyCm6jsyyznPsVv3kkLn4u5Xoj/c867zHHJsLCwqTvvjM
kK6eHdarZpFAGOQ6Jv5pI6jxnDNv/osAM4qerR2nNyaQozjlJci1w0ztuvKO5owv3VaF+SEbm+Uw
9G33N4IJfy1UJG7c/9XwbajaID0sJRm712pEqHs0sUkAMEJ+2unG+rQRZVHwVZdIyv9xdF5bcupY
GH4i1hJRcFtFxc7JdvcNy24fk4MkQMDTz1dzO+Njd1eBtPcfb3Re9Nh4AdWIveeaPzOpvh83RUSM
MWYrKDYs2kOZ1117EmSyrKec/rftVzsOkqL5ZeG/P/PBN34KfhZMf/Ol8KDVmhIeEGYftY9YPJwh
1FGVl3FFK31wgoTsb/iOPmAYLBJTdU/Y9GYLQJlUdP8JuIfbhu9mVA+E08oaeetO9u+47izN1qVs
ERpk62QZjhz0KgZxd1OmIhg8ZMjtVubUJPQJ8ncmRrq6zbu/huV9zA+HFAGe0EIY86d/IiRvmVbq
SU13TGC3EpEp8p/DJSMjz0maQBwdGev40gNxBSyQnIVXbsFlv4QTCpBMYiNIVR4nTE+OvZWvTjnI
tpMTa/6jcNysQFiHfP44cujcmpmnqdzhejdoEZPEfAalZFGMez88OlU5jH9nlsJ9Q0TVeOXscn4L
Rg2VruHEb+/0DD+kpte8XIpDZFermcBLXsBVHoMqkMWZDortCthfvuTtzTCyVWIMPodRKfUzLkoU
DZt1aG4vtOMBjjoxhCz3FCOwBKQt7yb0mdUuq4Kb8nDxMqXuytwa+V7QihKfQm9L1L92nmsH6QCf
P7Oq4tg/J6NR8gus1h4BMxC9tlImBVfJ0NQ/zNoguE0sLG2KDzE85mh81TeemmHktl4j93XQgIT3
kC8TKezJYqSb3lpv+ss6FpiaDmIa8RPvyQYNwwsopH5nKfUKTB91dyWIoS7QpgvXPBdLNyZ0I2a2
R1KluP9/jFUr/XSgDW77Jg8auLKmSG3MNhj0FQQtD6ik0V6ZnJlBnIEJynBCpcISw6h39LQEw86R
4JF4j1M6EsxwqBffZk+wo84xpEbvW/s5qfBGiPY3sRzsrFsJhrIr6ls+U710r3ImjHMdqyba27oz
yZn09/44EVZGjBngawZ/UTclddPK2G8y85Zmn1VZezcsQSVfMuQ3/yFAttUlGlu1wNhxQd/scZgv
+jz/bk1g+OW2GhhvEdGZzJPqv8ox9gq5FkXnMRHrPerf/4SRMQdVJUu/+9wWjYcO+Cts7TFCpzrs
82CT/MxYmwcOPuUU4hGJVV/gdF27/FttQWhOkyONP1HtADOLipBEgLO/FlnU7FVPD0a7Z6VLxHkK
WGX3Ed4G4ojITHGQwWB9Zg/GQoU0ixy8pnzuLHzzqU22sf3ljMMKC6d0slFDs8hy/SqJG5W7mrF9
wNHszbi1PKV47mQ//rfJhK4NTMLBguvPIsgBO98Q7BS0eSSzP4HFLKExbHtad9+DcAuKS2tuYtCF
fAydD7weidcyzNg5+TtAPm4PAwUjPBDE96vDigSsfig66nFSMed1BWS5jaY/iQAU5oBFPouYRU1D
P/mA8n45l7olvmu/mrD7QxcCYN7VLmgys9RGXmuuodMm2bY3leilQBiw1UEbvjX5Oq3rXSQdDYrC
2DVRAaIykG/EKbbplsfC4NYi+YhpV0kkPGMQYOABB++mfeiiBgbpJBssKrf1Z2TMYN78KW+qA4Xn
Lo8x00tUUv7rzLq50F4efG98Ug3/lBD5cggVhUCfnUZ2QAEUFL1G8o8JeqclYfGXqZD+oI/GDt1I
YZLTEijrtMHaPbl9YPlnJy+s3IdxGhbnRfRFFQUfgFVVRCWoLpJTGQCusyEFo0YdvYa9Vvu4wFB2
n6NSHjOafou8/TfWhet9u0kBj3noFIJfMYfwKujZX1TT5v6VxZfcLE8C7Lx4ZkCP2pO9Ye+Wko/n
jQxSl6YMlK+kaGd1cAlrJFA7QeTrIVN2EUdXA5Cijl9wia8NSbAOnit85WFOVDPc1BWdPirCIZ+/
a1jFtEaL5Kc0qNCsXNrqKovMiqNOqLD1lXTve2Tt8289jJxBB+NXmT6GxWTd5LgEAZVXCN1seAM+
1sJehqEInb3Hz1fji3Civ1vVY8fZQl19SSKVT7Pd1vLk+S1BU1MEkMFDusKtN7ogAw75hOsSpxHP
5PXb6Tg0o15Ae/gCDmEwjQ+6wfbIodB3L0hgs6s3hP3bijQ2Y5vUyyMNBerXaKAG0t7rg9085Th5
IWoH++Q7GpXsqiMX+RMK2OmC3mK7q30fUwla3Ia66olrEogYhGDezW3SVyclNCFNUITjRTdF9VQn
hiVspAz3GXQ/6u+CPpt58oUtX0guJlA2lGJ98BSaFJZoaFMfSnTeA/4Z8US5WzDdqE8U6zVb8Ovg
zjFm14ZozA1NHoVQDYW5vNjUsVz8ovfiQ4sxRh27CH6eKIhiSAfplT/9W0uHTSbqrQr6cYJDg9jc
eYy2xpyaCRXbIaAUR6TJggIeCUxCDnkM1rIzscmHYxe4xfSwmYAtDqub2ZAr1FBRGIkWfl1mt+Rz
KZzhXRYtdYcT7hzOQZWZ7dL64UwRMhaR32uP1wAPDiodik6LDy9ZRb8Xo0PwDoKTVt/NKLgwgm4E
vNdzOadDswQXwF6/OGZm7W49jtBt5KCpH5Gl1wxz8bT+V4Q4du+UTOZXgmRCc5HhNr+7NpKALM5U
ncIhK/rjrSW9P7aUD5xNWXkL67PbBk8GJOW5q0t1VYFV4aOSo6apGadgWDBVj61eLmJrkosdTXQJ
oyb8JpzIgk8UwOOUmA3PbMd8XXs6hlp9iHB2fMspr84tbswzr0pxYFuxDGAG0O1arux2F7J+PIya
td6Sh0EjEjwrB0XMUZCzgCGvcOBJHZStyGUyC7HeJkV4kqrQB1Eyp3Jpzuq/MV9YbdnhI5C/zW6p
q8rhrgKX520eRuczKaBt3twWrVOazQbAI8DShn+jgDbmnqbam3Sx0zDK0qZ2NlC9Yz4wNc21Vx28
EAkBaEEyXfrJDes0YRx400kFquOrDPyrlRPj5UAd1A6GLnnqLV271EXdJASlH72sboWNb1nW7tB0
uVh3/eRMz5lTVcetdtrrOmf0jQczuqOJhGAaw5iMdX5LGJn1+Lg2Nb4WXjvFxtlImxJcqtNQMXjA
F0t1XEOvfVI8c3sfgDOlL7Csr7rxstRF1+ug83fQbhImB40FVe5/TBxMtDGPMjgVsYO8qSzn6Ea/
U9O0d/0GVRFATy8uOh4rJ40c6hHXjAK10wb9dXWQ5jB7TxiAj6hhEDhvsuL1Leu+37dYErEuVR6i
wEKM8MneFIXruUQgjt/a0l5eSS+gRhYG4TwK6x5rvwYnK9zM+YtRnO6CJiq+Qo0ml2wX4V+8ySCI
6QjplTsPNBGMxc++yJ2PfwR1OzmkE6r4isOsPxbhpA7UGCfV50iu1lvokX+CQgCW4ody6IYyKnD9
YwdbxGZYegk5krA9wyEsi+avM03Rs8o2pzm3WIDFvvMdxMBDbb9bhW8wwPT40q1DnRJRDelYGFpV
1eC0w17B0F4UZO5zVa/6eRz9JnstYUWfhgn+BTlDxC5VIzgCyO9oVPdmk4eHjvWv35Uu8lkjehZA
S6fzd2S7NfvddX12D5vAW9Z15OSwhOQRZmwgrvNYoVprdyOy06epJZUX0ztSCGddoAw5Dar3Qomu
ovRO0CsBJ8TwM3kpZPICXIY4uhIyewtClwV4xJqFEIxA5H9kmoxi5xRg/bvGzzlUMa/QbTdhMiyU
v4ojZVHr25qtiGsB1MRJGx3nHJt9y5KD0eI7djbsYGKO98pV5klUbhkd8p5jY68qpwMFYeR4wGE8
6BQEM3tcmF1+WEXM6y4aw4IPKKN7IW5AuLyOeUOPTbi3UT2/svQW8YMcx/zS9tq/jz29VNcEL0Vy
VD3c/S6aB9xJImg99ROapGJAhaXTl8XXS3fEONQi44VejasU2SpiBRwB4iHj+VBnlAcTNZtDc2cI
e7n5QeYJbzelLqmXzf18jFQpwQmq4BGtR5PvikCBpuVLT9PGeCsy8Nva7oDN1wv/t//o95Sb8dcA
Al5pRLDuw4Bd7dEmbnF1fNOenVEOv9hdu/F+VcmyXuwwhyDcA7cobhIZWNxaUuWg5OQ7XMfbstr2
Cq9Xb8RcXcjVH0GeRU3Vecd2MSyh/rehUKUU2+WBxeOY4NSi7nD2rpnLWPFu5SgYFIIk76NDO2Ql
voAaZqudFVoIpJPVuYl1/ewEfZCf2vbmtrTkwwO/4qxTH6ZYt5LYw7GNUJe1qxsOfzFNqTsSPsxK
Gym67dQYEZGFgGS1OaDhZhoR3jyqEw62Qe6IHKgZBtvJnOHvEjw1hIWk3Nr2ieFV6194RnCeI1Dz
+0vM7BSft2DOr9vqLF+RAS5eB9GiEkqyX82K4+flBiLbX0pGK240WF5S2zKv/qxW8Isd6+v24aKo
4YmG40W9mLGPPXoFdYlpjZ0BkRy1EWfdSo+Sz36c7/gVSV9gQ9D/KJvKPryNuiRCBVD8VTTIBhA9
LpkEiDDrjRJob5QnCSdCAyXKuByfBtKZHBsi+qKZpKkIvHT75HAs4XDYyv0cagL3LIQ7jOc5X3BM
n5Iws0XqdzPiu3gTpE0YWjJNkKoJI8Rp80r9x4um4WVEk0DhZRMAOvIowPw3iExf6tiNXruGKjiM
glM6dqt7cIZ5OHC+VOnqxWh1R5Rky3tI6uw+3KrxhJYuUa9xJ/LiriDUfDj5XAAVqGu9bhcbEuFx
yFc8vyn0kndvWlgqB2/MpfcLgeFN9iugr4W9SYB/fcMvRrrE9JQhtbtS0d18O0TI/NIFQQRcWnOG
UTlGZdPiNTqKWdyOzYIsBxaOoIfxKZ1jZEITnZcqmA+4pTh1rOPpNl1Xyn9PRMDgjzGinND9Tnx2
PXaJlb+X955Y4rSHXkinfIrbht7MheykhYsmdvDOMzGd0Gusv2Vm7FmrmVABxlnybQicM/se0cN/
vIhdgXs/Hx9ZKz1/N8VB85qgi/xrqdDjeQJo3Wka6E9bP48PKFogd43NCOET1fC0gcFcQvIRT2rZ
GoS5Uw/Al3uQlwc+F+dtHEM808WGWrWKYfyBdsb+MI8Rn2vDJnAQuBN+iZx3898qBiO+qP1zU2/c
EHq7a8lUji+5TWc5qydMR/HFuAIQqZ7HhC0qJ0dtV+aJQR27LWA2HfGMaLnfNDvN2ahiZpspuupU
gggj5g9XRKGD1o5zbiQJWegH8esfHWxwY7opMHHs1RHfbGjikPGp3njK+J9xtxjLx9ck7aOeO/OQ
8YXfoxvCYNbQgcxzpzEUF2uLOU1RDL6T8dheWTeDA5aQ+K+ZQhyp2lB/hQpHZwdrBCwpgRsJLkBj
EXDiNHgP29AfflRDEUApxdLuapCV5hxKSin8ujAN50KMUR6yuIt0RdFhmR8HNyBAgLXG1kS2QpG8
u3oMYwhVvj2oeFiG8+xLQ3mM7NxmP41+kZxboOT+0BDPgvRFwqrjhZ2jRLnIuW2BP8gjSQWyOWzy
0+Ao4T7jM53mhwk/yVNb1Oy9sQXkfxbSoOBHJBmgaoBXO7lOXgL28c07uxj7qiL/Y1wIV662p3yx
hr8iwsiDofrnAln2zpyJmDEIiqi9Q9Zc2nsxrTUCPTt51akdxjg+9nHomPvSHRL3Xm8iCmArPUT3
2dircwh48xOxavW1JPU8oC2MEcdyFw0f2mGPEtzdJTo+dHnmZDunIPnADU94ZAEfQxhSvK/DgjDR
q+7qKas/S9vIv34cRC8NIcDew+a2trxjH0DIyO2+tGkBlgDwCvb82JE18x37Tflk+DpfkLCPmLxl
U8VwYt5C/1E0BW52IfrF818kWmT/4HujJp8BTHwkZQYTwz6yaF4gLyi238it69VuZvT25A66YUZh
mDOaLjqjA2pOlmPGX/hf05JfA2vuJPlB5uXELqBdrIxVMSbx8Vb7R+OyRmLyQy7I1U9xhuDlQKBd
clmnKj75QTE89ZMqJz4awkVSfhpyuQPEeRfT2VXv7bpNP229Df8iGnz7lKh2rMzUifdiJ+tpfcp7
RAX7RWzEJfQooO5JXA3nxyXfCJ/L/B7Fqew1jHJcSIDsLEPCTqVl3rw4cmjkg7P5KFlCHlp5cmxh
rt7mrId+daNr48fZt6Aw+nYKR0behT2StQcyr9otXYVQMkW+2/TXohnFU1N2OoWyzF76fjHvNZJi
mmczJF93tFXnMYlJWwBFVyP1izZKZ/GVtM5ETVndgpvlYNr2a5r4gJqbkTND4h4q0Z5h4e1TXmXZ
hBOo7Q9rXg/ncOqqh37xxJnUpdX7BVkfo6uumRyKCl0yQ92oxleHjT7Ys/XH8WWtwu0Mq0X7NLlK
wdtKS0/yhDiCjW7osfk+JPgvNqB+x0/bGT+CWRK4cI9qCv9qHRFQc+whqto7GQGun427+NW77ky3
wIt2BBBhx0o85uOe3xe2nGxEjFyqcN9x83AwIHHwvDt3SuLHOpuX1JSGiD0NtsKPG/TRGxL/ZHpB
nS9Z0t2CYyAGxYOpIP9MvSRBuCmqx5t6DthxMAfwrej6n2C0Cz78dnBoOYJEsslunEV8Z21Ovk9f
9CgqsOSPhpM2zlgRSwIY/roBhckybkT44Cja1Wa8UCbEIzC1GzTWDoxIkBxJkpSH3CrxRblTclof
eFHo0wkNGUW0bKSNlyB/L8VEh60DorgjGZcUoc5P6uyIWiO8VivzOIH70X2LsQNTxernL/h2B/QF
hICnEXvnQ5N50W8bV4q06DHBp/LsOZhKzgRG4Rgg+gAjMHVAyPobzJRt38wPtUw67yDxQel0Bmcn
8sFdbXk/sUEUp9YfgbyrGfhr19d+OZ/83sEPXI1K3teaRusvbDKh/6HwX/1WIT9ooduOBsqJQxAT
tCFhTVn3duFIytmraJLk5aNFvlAaT3aZOzbjle5L3I6WTLr7yacrnTQVN4Dn6JY1/JoWG7nnfCRS
/YjWCYajMBH3hqi6af1Ly/rwpiG4VuKjrEFMuO+aGuB+7epa/mvGrq9+QkCI/IyyoWr/T3yjFVHR
EiDUDyt9jAefbbcOhyBITTO1MfS6VJeAiQJG2htMux01gi5e/QBnSyxsm9yxBG8zv2u8/Y5YZe/7
qdQ/M1ip8lnaUD4CDm11qmcda/J4YL+GPX4M57/Wau2iz5H6ConJSQY3SLe43JYDEs8Gw6hE4UyR
3FmbOkoJEyJRuEbAXqEi7QPvw5latF8zaby/CSi4LW62oun40yTuAilJ7DEA8sJAHfFq5FkPj0O+
DEeI5+Fj/oGmFuUXMV0czUdyn1CJKuBbSZua3abzEnrkSDUAyz/9mkbuE8BiDUAU2gyJU7vd1yA/
xHopVFQpv3yPDzdLwGWmCvJba14+LBevdVKVJzPn7UAAmwWWGFzr9JfZ8HvuQpXPCTk4WFKfpm71
xhcytjNEklFUoho1/BFKuG/Cl9G88CovL2Qxuddqbpvn0N6K5HuRhd8g/PEDWvExbZZ4W3GhMFkS
3Ya8+xblZaJfnppuiEh540GLDcvaFVy4/PSHRIY7LPX+4xDClwOdLG0d/oHgRySVwa3tqj6on/y2
l5hWvGD5IoUkechr9JOHDbuJwKUp1tMSMDWcltbJAkJaBhUe6KIWPwx6egDFICCxL0cHPJ550STh
cENRtmiTEE201y205l5VzfyuY+TDOEpy25zIwLF1Snd3qymtr7rXjX15H9qiedQQ38suceNwnyEM
IS4CbZpENHgaEescHFb9/3j9cUU5xmP6cnGDElg1xdlloGo6Pk+1gmXH+LV9DNtsl1PUBk7wSkMO
3F2OeLXZU6tBZgFqrgg4PiZG4RN7+cYLa/IoeTEVKBb1stHwk2TVeSHsQnDCtYwU1ygqMryxhQMA
GizGnfdzbLZPRPXjb5aEeifUuJIOly0kSMkQCDFHrnbcWADf3KLewAsgFsRxxGBWHVpo1FuyEXLy
7Oi7AnFc5SIqhVgp0IxzcYbHkQNqeBlyWaI8E1F17OJOPSwu198LFqbZe0jcJrgGFF0ItnG4sgtS
d+3fOW5E3hJpxd5XRUpF7OLX7gYsCU7YDsdCqrggDZ1gzF+J30cXFSL8JMFqMpIEhtK1r/Poth9x
z8xHu+R0gNepCevu+q1KZUSOzUq4VCB+2qJf/mRt75wXQ4DxfrPr+to4oRwhmykTCm+y271ttPae
MRb4zZGh1EET2EgSnoKiLNZDnjnDfcMs80ByApxB4gdUN/gzEslL3E7ZQWYAVs2RHZSRa4xtO5z0
yDKJIH8LQGudRLzQtHJz565+M6CjsktwdrF6XltU9in5ZXT3RfmyXeYsinxa0F3IbNJQkA8Jcvv6
S94tydnvk/I5DNEeEcvldu89kuzvxM/ivYf26b4cjP5vCWvfRWs7k7GRC/HARTpDX6rkp8BquewK
hRyJpyuwDzPC9WsPYrkncsRg4OxBnJ/hanAIuhZO7poU4JPva9CVqJs8ck/ar3VzxDFbcEQyomeC
f1oQqXSgcBN6g30IQSdDez/cL7kgt7S0+HsUGId3iKNk+9nUU/u3Xq1zFZ2A4FAqCFGYaUbSxKF8
DibGJm8l5MT90A/1RzlPCIj58Ek5C3kh5igTOm3JYpLvlXEgQQcb+fgVQ6SMN/8FwoFxvMUVa7KJ
FGp5dLJSN3/JRsAuUQQLYKgv5O2gXGHHSKsb/myJ7l+2ct3+FLMMPpzEceQ9WY2d8wBsUvKywAb6
wB6dbw+hQGPzYcsg5nICW7nFos3LHcS9HDD0cCle2lLOlxwEMDquldqctMGRceJiLXJO+Gp64ipW
MNl0gh3jpnXXXT241UlOzVQdK1WJ+3CuuR8c5iAiHXmiHCIWk+4PEDGJownGC4QQ5oaBFaM5b1sC
lChm0iPwWzYXXswR3ZivLhq1Z7BrkjXzDlmHIInoKs1VSL4ZVpm8GfsoNSRtFPAyfvUthC0OSO7l
nY8OgDk6SND2anoLP40eo7RvFeY4HgYJWZYlmLpjglKvQ5dQKc/7t3UYbjHVMLjBpUETuTiljrhF
ln0XxKCXdinnt6pTBS62AXfOS1OMjObZulZHMeFyjyYxeU/EMGzeydWtKS4btZjoOpOoeB9Ao4nG
cbUqHpg18oe5wNRCHClDBMf9JnbBkCTdM5Txpp/IV0R5RSKeie8XLeH3urVV/rWHVefZJXoRCZeT
q/UQjHOv7rZ1bUv0OA79jVheMcxncF3rPo98nNSjIvgWPxXKwhTt8OjvicxAIZmI3Ov+qS3uHiOu
ry+/MvHr4gTzOXAs51JdIGR2hbd0kL89NH2AsP+x6hs1HBHLxE9j6HY/trCq7WGYlX0DT5TFK61c
nKn7tivF/JlvbtITLhYncA+Rq0A2KJp0X+YA3OFfXOZt8BWwavyzzYotVVeL/JS9V+5zBCQxlnQt
oZeayX/xu1CT7o6cZntnTvZvNxaITZPmkdnoHmLBGj6iOev132aO8/IPG0aJvcFseX0lRx7TOcQQ
N6+E79sQyjZxcGxiGiyZp9v432DD5EeYFwRowHRz7aO24LmAZTXzO2Agb+ZhxAXxGDqzmz0hOUSI
uGvFCmm8lnH4M4qb4GVx3Lo/z6pZL37QIYDwiIwPyhlhlQgS7IvGkh6lkmwYd6LU67UawvhrUARQ
fXc4Mf50mmMUMjPq9LcN22R4zNBZ+BeyDMMOZRmFIQTUcDNhtkVjPnyx1qn1LxaqnvaHKPb+U64X
ts/ylvIh4AJ89JBdNnYnjVoIi3jMQrnzZRZfK07eh9CuJiIHRHq/Z2+Ozn7iIzKRAwVffhbxlJtp
6PZCSuui3KBmgoABFrB+STDNEIKxXSpUUcsvNQWR+iRvw6uYc9Z8/jKespZbuYx+ojWw5pUnxdU/
CBFUZEcsyTjG+wUUEAN3Xz9zRhAAo22B9MMA2auI4g1Dd8GdYg6nnjtzCcTC7kZ9Wlsv1CwXlZf/
Q9Iuu5ST2ntmcJ2uSb/JG+6djH9q1Q6/hmrBdFHluTrj8BhfDUEBpyHWw++Z0KdHhW7CvMUiL1Gv
OF7yEI3eonb8FAKyGT0kYVVMPdUfsHjrZsepQqiCkdaPO/6acqWgrBNhRmwrkj++Nb8N7d9sK31C
i3tkglOaVMRrf3Jy809uDEwZ2E8WPKqCzWllcvKuOoBUQfy0CVgXK9xSpCF50z9qMj5qwLeK6ArM
JlLSXKDcT4Y9SRJL0aiKLDEsxTzRizMVqSRS2B6rHJ3KL0wMFSJAZw7mF9Fqnn66CIJouJ8wAQ5p
Z1YyacKxMKeEGmIAsx7NUIr9sCxJ6zIYsYJ47tznsJwbBvIRRLDXIWvDVjaxg8fW6JDgVjN4/YUG
hC5E+zosf8eOcfy+KmIA4FlX+f2CD+J3mcC106ICdYdGTVAolfrEmS6ET2QEp5lmK17Y01FCGV3D
hpllecl8wrPtHl+TOAOgwqB0WAF+97HOt7eyC1pyX9F1nHwF9QSHx8FDklsmUuupVZ0LLl2EyzzR
7fjV1V30UGFF6SAN+zL8jybvVnChZjVrG6JSnplbKKTKXjBh9c1HW5LieNBMadVx9er80HjkEx/z
bFirA/USSUcERZ213wLznvvTjzYXCQNB/eZjwrdQ/4zRIECLopnNiiuZld4bpF8F2lKS31gLSfl3
z9F1CIIMXsIdiv7U+Ry2Azt9ey/J5x8gBVv3pXWNNHtpnfAZ9DsrD7VLhu336BUTDwhJotF4YrTB
b0LiIkvv7F0yBhsvhXZCsRcvunBSP5mwKaA2wngZlnIncHmeuqYbLkyVznbevNhx3ruRGO9TPBV5
eePs3fx+8x0i9vx2CaiZt+D7DyNPjzrVxiTMgQHwbJrn5XjP87v9IGjLNNxBA2JkNaI46WkQhxJx
S/WnWPRU75Tf0dqD0aLitYgDfz6JkPCqwzq5lgy0asVc4bOpk1zUrZd+EdVCTpnXHBKE34BnmDou
VDuQmC7jCS6l9bBQ7ho36w/a7/N7SJHqrQ0HFCGVH7Q/koYQEzacvvgNm5X/IdVTkEJiZ6TZaDj5
bski2aOK9AmZcsK8bdGwbWFjvuphjeZztbDt17TbBgdJ3M4xh7PAA9tI0g2SkHi/H7eYs4rZmbf5
oJl1kp3vw4XyTPWePiALnalT5hK/4LMgdwmA6UbGkxhJyFffbTt3juLuCSAeg3/ZdMDRMcovdEGh
KEFRPNxZHVhBiPGTbM2dX28Kj4OZQVSyaBXmsHngljxXenWzNK42G38OHEjEtg5gGW8kCjrla1QC
XrxBJDIRJC7x7GemjrX42DgH84OXFxijWJouLXwi6TPZfAqLHi69DtYrUnyC30gZPa94focdRc2Q
Go07S4wztzdZCNLqT1yGZSh2OfoDBfCuyWRBOLLYPzGf4XoPCLsR2UZ3JaDJGV4UlnXkaXjbeGzr
y4geARfciFsWvWwUf8RNaX+Tj+IPPx0MFZgZOn6MHFDn2kVS3lMsW/9js8xQKWrTwMePnf+jyrzM
P4NuV/cFqzL7ae3r/BlxiodSYrWQ07nNH8CL4MuqHGI3xAe2A74OAPjmIHgZO4eoyNBdcBsF4OIH
TqzwF4oZ57WvPZShgQlI2iV25GGZSD4piHOFI7dD/7snouvOdNocWbtwKwWi9c4z+oZ32uN0/xDj
b06JjnAE6WRBGezRuDRPhdLehgcb//C+di3UP9yXf4DlpWiEX3B+W1lu3xHCR+IUYXnkY7L1ACy+
1ET/h7K+mlBJ59gPmXyK5lFCaq45GkTkBd74o0ja/tu6INB4jHWPPE9E2V0pV+JUoB+8Dx8ivbss
7Wb1LcXHlGcSD7KH3HD54Ya74We7McFFdHvbjPurlyQb/mYKDZKnEcmoflvyqZZ3MXmV23ucUB/9
qYkMPXZDQiht4vZ1kHobc9XTBuKbxq5ef3ke3s4b+fWPjEOESUIRTNtFSKyySQ9fQbsyZwzdZMJ9
OVT1PSnJ0fTiLz6ISc9wQ+RVKNBUilCfMdbm3kVrRo0pDuHNVc8f3DXOqr8GZ1t+OQ7GcyKtFG6k
cT4RKhJGPA2qu8yO1wHnhfyIsHBrrB5lPKO3oTCnenBjUmheScLwMpRgkXfmztjaHMErGpYDgEP0
KYi0eMGvWRN20idASZvx2BeRWKct8wK5OU45nYgrYK8n7rn+r0icBUqZfqtHO3bt8ltVMSK7JYpW
SdLNZE6BOzXzcW6IBN5PiPL9PfNu+6kij4zVoccxbpswpv4ZpPmJG0K+NWyvCE98atKDLq7/EFCr
Hgj0XgzubeM/k2JcpW3JOX1gktjeAklL2Kql05183PyHLsgwlWbuWuMxIYmFg0mcBMP2R2Gxq+/y
aA4+xxX/N4swX9PCXp+6Dvseu6NT/hA0E7zhbBieccP8RpNq/5BmX5wX0mYA7+vm2iCVOfuECQLB
B0MFeGzDi5SSoJ/yZmGmSO5/JJ1Xc6vKukV/EVU0oYFXCWVH2cvphbK99iKHhqYJv/4Onfu665y9
ZQm6vzDnmNrut/DWp4sY8sjdaasMGPXUqf3seaH8HhSHNcqfrD9WdRMAvxidd4dhAkOiUTkcDzqR
R8L1WGx7N4wPMgU+JaPi7N+ae+UrLtXlB8ykBd3CT1x2fJhXHBs5NZrJPHqcJ7t5GfjYn7Br+ycq
VEoxD1wQrjQ7f67M5H8XhUMemxWY6D6yjSR2yM1kcMBoi21ltmZ5mHJ6PxRKcLICXDkPnmhovqgU
dl6Gln5rK/C7MFdRjpplvXeQ3FNpQnxmlY7EzERZzdrKTsmItF0jYzRF+XubqeytouvnkB+ih6yr
hpeOOCwsi0FTvo+B/sj7yufrKhE0DIPb3Isk8T5bQC5/MnfGARnoIj/KmZ3+6i1/uyycDkW6+s9V
1xflMeTF27ncenrT+07wqBoStDYS093dSIKd2k1ajji3pDotyuVbDTr9Qf2x7HqcMXunTaP5x+9r
W+4tmCv7FmZAsUlVznoU2TcqWQuR3MCvRZBJZJKjNTeRE1vafgkjb3qwb00WuhGe32wCQ4nAOLo4
dZFcbSYJGy6pKvbYerHbIMHkPHRufmJKv1u8ctrXWUCdhcW8L1j1deHZGDWCNPGezZwBgPOW9myN
efq2GPmC1craO/D57m1Uz8emEeFTgJn8sBIebk6CgO6Ys6ijX0Aq3cTCdZ1zzu8DwYjtgdh47uSx
iRkFZYZXNW8Lx/AZ3B2/LZsm0s/bPg/fW/aY69FDpvHscVkdiyyx35E/EF2B6JmlagD2Q/brWMaT
64Ue3aP+Rpo5vEZFixSoksU7Qkzn1PgwiKvRMS4qfNCQSLyzXzZF2S5viEDLwWRu5MDnamZYVsUo
0E3TVMWt60LBKoNJAuCdGAc7vl0+YmwYY5OF0TVj2URLb/IUWZgl2dgXXpWR0wO9C0FFbR/RZE1/
zdzN324haspZ/YXecN451TSjVa2T6M0KE9RqqfW83v5SRJDtQhQG78iNAIPtog4kiwUQ3IB66WBH
9AC6N8eSiJ0tuDrngpyCRjQM5vG28yzsTTW3+TnAaMNHXaHl1jkyDtuh1AF7uh0ME20PMPVGkKDx
xIIKWDRzn2KmYOqd0uU4THsSEYbuBPpgIOdl1MNTlK5Hvuto16kVOWBgsf7DUvvtIA2Ie2Gs85xP
ZyzVTCs7qYt/ociGjaUdLr+Bb3WFrly+rEsUhvEoJ3JPIB4MWJmI53LSigsNINdHSr97K9jGvr+t
hCgPUUk9kaMRflqDf5/5ylzABaTOOUoFh6oAYf1gj8j4NdSnLe54CKaoau4plqp7f76ZzyVSi5+E
eF5YFhUOpKgM5Z6kkF5A3+CJtoT1X6HAgzn5AmgRn8GeuYth5YgUrFJu0GwBiHIRh0H9UrZBCeey
rJxTyLT5MwxUe5mDEQs65fAPlXvzW9ftY3VzWPLqJgH/Z8KONrawxNfUVY/toNKPEI75RrMRfUxC
SXB0GohsM6VgXbeFHxkbg03LpZ57P40lqmcurPnsU2l1mwksz2bsyfY5Kpf6meIWkpwbgAshdud2
hVbcWG9uagPQZZbLNxjpI1MKmwEkH3NVzC7Uki9nlD2orbMC9wKiEBVnVcD0gNp2Q0kfvas5xUow
tsERGRAAjqLCYltU6nWoBppNAoEGxEf+DZm6TvmulX7OIfP/b0Rtqr8sp6Jm5y2peFBmTR0MDcyM
dKqhzSsXNteUNz8QV7S74fG7CV6Vzv6USeI8kONSXD3W5nE1zCHkcer/eatQhwQ7d1izIq7qMaNl
TTvWszAbNmz4+1tlkf3OiaNf6PU/u8RNDkMB9hhHPRUCK1IiCGr1xSJ+yin8OnUxQxF624wtNmwA
BnRfC5SdbCv9rjEXe6DlV2P/l+kwkdGhOwGzmsfumhOoB3Uqym/C8xoFUFDc0KIjyHfc4c6r706E
7Ph9V32pQmSHFfX9tug9BtuwzdrDAsnsKe1Nd6VL4SyRpjN/SfQwm25ckRKYpmbU0vl+tuVcCIjb
AfCzG1aZ6f1NrrClq5y2xgIW1C4qia3aQt8xEyrbOSW9D1rWhm2GtM9Owmy3x6wVIyYedq3JFYaG
GquqXZh+K+eRRIiiDZXe5WtHKduiriKRq4tHgJUcJ8sbsDn0j+5k6e0wRVhbp/cuS332+DdQB2on
2Dfph5nwlULRizD5olTO5tnAM2fPLjnO8FQI69VZWNu4rinv7MB1PpjRZJ8msLtTpCNpDqIqDxAi
b/Kjkt8He7iTPSUNw7B94MBf7BXOnS1pY0hjEjKi3QkDdpGrE1g365SzeGwPlmY86JlAvlS4sl8C
18/iCP8buVwRDLRgcN4rNdgfFrg261DldvEzGg/JDbdW/Vv6w3Sfo8aKgLsT07V1mPff/OIU+yRw
1JwcY/7QaFldvCnst8qEjPrhPmDoAL6TaEm73GIXytHGE0LbwWtEYtcd8yLEKJCz6qqD1EPpN/+X
zgijcEueCxtjeUt1jKKq+GDwwn9sjJ5rzeY0KuszJoFo04XT8F5Ao8ejMi+M1tcyHf6YcnlNk1uN
UPCmHSa03AiBPT9eYArtpA6rE8az9EmxcvgsEveWukFw7ODedg3OnHF84nGi5AK6fmDJwFQjtGvy
dezuoQ8hfxZLqV4n+BTbsjRuv0WYIG46xez1pvV7w/Kw1OeEoQfVVJq1BAKBeL1bwajvCEIZfjBg
R4ZlVtpwwEU5SjA/cBd6N8dyd52e599WFewuR/6KX3/KebLyOtlanQD0L/DqfHWmnC410xn3QAkU
gudmE44XjQccwW1eW0x00ZXA5f6FPjG/Mz+xD2EV+Yqgq8F9HsO2z06lYJ29H1bPw8iDEc5sBDat
f47wuIpmxKTxmNn6L4+vaA41G/s/TpFPzZdtTPO49mv3FMB8eJqQndDbqUjg7A+n8obpB2FzQs3m
kSoV2cB6C1icUzxAY8fKI51e1lcaR69n2tFxgyNyLZxj4DY3il5STxczT3P0NdLnBQilBtwbqJas
lxXZ7fJX5bwCaxBAmmXahExkXDPAhqspmku+hNy8/IBFUT8H02iAcKxdec6dIIOZ1+Y/i5MJblW0
1f4eII1fPeEBcKbdBE7snTQ6ai2DAW6fyaY50h2ikS7GJngUE+i9UHsFjW21hi9ZWvoA5Qxivxeb
0W/OsQHPhmpidM24Q/bQ7BItrOgOBYwjt7qq/V1e+PZuUvTd6AXhF5Y5kX97GteMUR0SGTfqoGz6
kgg1j+sQFX4b3a1Z09gHbWbvP/am7bl0dU4HSLCHQEHtTHe8hTfkMSEEe6glw2+OXPORKQ5ZPnXk
eeiFExdtJkQHFpAhxiITm94wAbJhFTDWwea/HT2G6ns/DNZPNDe+2QTeKv+YoVqaOLUbqR4njXmU
kLoeNa7eVNoHF+j3eXEjwzl0elmM1VWRVrjgQb13AeM1ryyyrAV1zs39+2XTxLYfmYe6AIlBxzIF
XwV9P//zzsF26s9WTclFgtOwdQamUgolbzosJ3oFPibmqOIFmgnzqC27DsGnYx+KyyvzSglHCtTq
Fr9Pkzy7aZmlRYy4KpsVpS0D6PzI0WClggmpm7rXCE0FlmH0kdkfOIpF8pbUo4k+J0zy+mwm5Pz4
V1rLINQ20OjaiduInELngDpAT8eMd7Wo2fFkhtDssk3s/N5JEtcGTg3XCZpbSAZEeSJoOphJtFpX
W5OxpPq5JjJL5xUlHP+oQHUuBXZ2yo00wQZGG2Lyf2wjbfnfVMFBmQAt5IXXoeeo5KSuWZWoBH0F
/XHpg8OD/dLvGS2DAefiWa/IQqKbf4UkzGtU2NZwVAnoIEJUuE42NGECy11nR3EtFalIKTqHDUZZ
5mLZnDJARiQ9fJbpfNtLVY65p8NNQKpDvqACw2HibXTvq/I41tOq9yby6k/CNOz6ZJUkFQj8QGPs
FHZZHOmmyU6Uy7QWD3DuiuCwqMANTzOctQRJZ0PNCVDGORt3pEeB0sPiyad7fQHNA/lxY3md1hdy
mJngoM1vGxhbYT5f8TWhHG6MpIV2uNnHh1LPgX+s+yaa9qGVrwqDXWs+HWeEz7uhYJq9O7qX6Tjg
jkSOX/VB/9LfaB2tuEU1onkVNM43JTDBi0mOSR5Vw7DF55HqvYDl9dXmI+IQD7w1d03tO09B5i83
ZpZG3jRIklNOiMPC5dR3rsz2wpmq+o7/pFREiioEuRwHkkhTS7/11hI8I4Ay0ysZRcOjDIzHH0UM
DaAS11WHZqhdoHYRExnhKBp+H3kZBW1lT5ztWfuHYqEZf0eYP78E1OGGcliOh9jJMPDfI1Ho37sq
60DbMmx/bqxR/4s8/CFHPK9IWiskpQ/MEd3i0VMOhY8bzjseu+wbd0UwnCymqxvZpcVjwXFQHcxU
ZeW+IfruR0pycuIcDyIxF4wu02MJ1y3DBprzOeEP1xeAYZKoKsvJvXgtO2f5xzx+vPapasdDtPTh
D8Q4G081CYqMGV1NDS2Ba9hxlsr21HpF+3cALsJcybbIphvWyb7YbNm+8JPO12XurDdeW9KfUAuR
cBaOxRicBj8RDxNdi7dvhCkvmYb9S3XWcdTzyxfe3lMlG+KegQGWDWz/LDBUEd1XkNisOMWWQavI
CSQuU7W2bzh0JEN/GiVU1cLJcbTMgaBvc6RLk0RCW/9AEkIREOHUIRyppKO+E0I47nxfJufRx0rO
hT2VcG9Ei51QDuwt46Cx5OuaYuvg34ELhKjQtAWvNIrgjjwFvFLSghx4c+hkhhFeJesYdZtfvtVw
0adjPY71j1XNiNNGZrM8s/kssA8BKPrxCjyq+OhFErzCMC9f+EUbdgJ9NZyJ/Qg+hE8Pd2QI6KBB
Ggzi47wJx33fdL61D+mB28PqMmSPcabQfbq25837HgmcwedqY/Ab8Hx/5uuUdJfKhw58RgSbpX/7
PquLnaUnne6sSanqlABnzCHFEsKG1WIWL4DOYW9Ldn23PE8KtRET4HPQj4qBiEhEua3IDydcjC8T
VGgHZpxbbtLPBfqtiw1xMz8IbsVvIhTpmdnfyitVCUBTU90+sR5t5hWN1RCH4xcVrvhpjNhehDaV
g1sVM9riWnBum7VzggM+F8jNnJS4iwdO3mecBPWHaH0yb3l6MRSkBkZSTFIYJDauROIhFAfRyaR5
nr72C6Pn3Qg+a9wyPnCfcsBhbaz4G15TA50rnl0v3YKOFfeWzm28Kela3rW6ofQaGLrWn71v9f0f
xqnNnaXXKcW/NXX5mbbP2ymcGvrAZI1nj3VYM4MAhRPpIce/YyJnn0XKqSGyxHyLOqww0lQrs0+B
h45t0AL/8vbMpc1JsS9EPUO8mUBCibu3iJvJ6f8ADJPLXyepCQTZ1IIR3nfhGmQKlJ6uPFIQGrkZ
elugmYbFnF112fBtlIuYSD/y5BxB44mYJM1zS6L9MuHo3wiop9O2smqzHOzJSoqDycPQPWiLcZij
eHY23aT0TyjYb+9l1U13AlFO990xTy4RNKS9PjEdt9K7jkBReXBNISUVVAVEZmK4cK1mN0Td1FNy
Yy0toPJJXEMEm7B1g3XCTFbwVUuTTvaRtYDOv9jwjurek/jNj47jtf61YNhsb+x+7NZj1Q5kjLnt
1PjHxe6L8MRtMTEQz29QU53SD8OicdiXujZI9a3ddcFrgy2SvCmgUOm3NmPTnVNu/38EtbCn4cfu
X6we9WY8QAlZH7y0sf+hTJ4fx3QCKt3lkF0wPgj7aVHQDOJ5ghpz7lsn+IeOgS2d9Ow82AbIHsMz
aSNr8KWgh8ZjiARKQzGkeqir/CHoPWPvDDexRV+EGU4g690uVRac1zAiC5nSiglc0WdA/WC+xzXx
khwGRCSLfWGz73xxAa6dKpA4lA9T8zsHiKI3ptdoSIwPz3kn0obRgPZGAIlNpfRjDzeEirI2lMS5
yv1X/qbkZfZtsHDc2ZENZi4hzKkIw3Z8zpEKnoqVLf8NomY/YH/P7lolPmzFqjfW8Bsf12mGu0IW
ntr4QFx2qrVX7PiWew6BDKYc1BKlexMm4h0/qi6el9H2AVQxB986nLusQSznMYAuZON8riWDsNZ6
EmjQ7wrmqeW2ZtC376yCQMJb7kPfINraVYzJT8glMkgjcx0dkI2x13ejov5Ya4O/tXaJjDpMZrbK
u35xESoZATFMq4jvwiTJKnbQ0lTHnitZqxJl7IodqS2c/0qFJyqrZ26ktm1u1VT4eWPFPPAZ1AOI
NnapLpvWDqlTVTqbfGphmTX18iXduge8u+JUsTGnnD3HfU0Zde+SOrxRq4w4o5yC2tDW0Qf8mL+w
jjwwrGZ6Qm/I+1+MKy8Bc1v/caaJuoINnjnwmKjuET2mb9rS3qEMeQzLacnIuahzAUM/ow3wO7e6
h2KA1mmJ9H+dr8tz09mStWuJVHMX5WV9FzlJeRyqQr61YcUdyCIb31EPKXgzKRzjqAXDrNhwJwS7
3EeWDHgoiTZKRw7QNAxEh2wkkRolOL45vfbEgJdTG9znAo8zSA3EawazDJsUKCWut+78xOMmBWbw
kJeZfMwQvt2FgqghptPQiwJGpmgtO/UzUm2MMXXb8mpWFwwSlXjkfbeMV11KXv6w7ew6jKZaLgsG
Zd2h4hGw9yjXk5ZvT3F3LIOCwNN05dzvtDPm84l1rp3Epqo14FkqC3wwvBsvvNbELTJaLru9CbLR
jgNPdeV3uRj2CL41c+QWgLcACtREFL7mKKPQ23QGNhnaaJkB7yDwDQQB6rETkF6fIfVst57aC8Hr
F9N81MvHYHdZsxXrEPaPs5Xq6Y5ZC8YOiWPP49mPUDZs0gRL6iG1bpxLTgKoVR2DFHdbOROKAIY+
ETJK24sOXmeqG8OWlB+ul9R/gE5xW6Pp7L8oxVEGO6BbbgFAnCCkICKaB/vhJKSR7FmfE3SLXqIG
VBaRg0bPPXIku41tSMtjaEaa3VCjkTGLDPjjBd3nbY6MXGmbZ7VauI1qMTK+gniGwhzBdNw4afAC
TYtNGv/54l01LcfZEkbdl5uw5tvCPYq4QfDwdtcBny0/70w0525Gu4vfCzsytlT8sqBDwmAY98gt
vRdoZBGrOZQbKTq/ossPWUnJs+PMZkVZ6CwKIeYmKOsD7iNec/KYoXpmZoLFmIEOir3G8ZYj3qDJ
bPtm1u4Bj6oTHVwQR6c2AvCCsCMzhtGJUsUd7gilDrpkx7ITQ0caRSSHDkxKaA2P3njLxwhJn3+r
rQ4ln8Y2clVeCVsWpCCy4MKE+cJJ0tn2gRgZJok8SWTO5iQSu5eebEUHK1fTZ7+gOsAwN+GSfNlg
zJCbaJWruIiqiu2Tm/SvNqGEv+syANAm14n7HsFuS4MfeOL22UwYvK2pxvtD1VnhqOuh4J7VMuSk
CBLA5+7bZSUviFbEo2NyqNx4Xcmj2wOa1GuMIpYWEXkyZSDpvmaN4XY78PncYpqPHWCLfw4/7FfD
2De8b5bCmi8cmtijSYXzMNzRYD3zeuNnDeY+ZGcVEfdCRRDlFkE18sYHQLnwHKF1hj6XsNfhebLL
06TAYW3NsESfVuJYzjYobp4hlKyND9t06R1WDUP3ibwUUBsVgr0faSkIwnFQIxBt3Ud676FxQvDp
hkuLAmMcQuZN9DM73XrwmpwKVNRmDCsYGkY5WXkZGI74DL5bPz+ycbPsk+9IFHwm6WqghsaE4W7u
NI8QPBI5bllxtS57m3q4+gUS+Zt7dLKB5XH4caa4iIqboqG9FdT4Ycw6ixOnEoIQnRSfo4Q/TR7u
ju+hLSHTJJ13Qrzipi9eiLTukVX7QMCG3/rzpy/cVu2BfTrjoaxCJ9oiHpE+e1nkWIRvhcN3xkUy
xKACgtvIlaC9bYbu+GXOK4Ih8fBp/5BKa/J3FOG9+ycHz2+/ClouC0J0kEeYF3g+Y4QoVXk3IgME
h0QhfC6l1f/Orr6hzOu5OVAIpi9jgGFk17UCXzlkmjm8s6XIwxomtangNPimWXZybuHNBugBWc7r
m0qVilT+gznMMo/KwQ/PS+0k/2Z/LMikqtz8d8lEd1cTXs0oBcoLv/vqVQn5ocgpkQRFaIF6tqos
WeCMfSLDawfGuA7MI6yuyNWy1LIgZQT5NzMDY5jUduiUEiXPdYo0C0NFt7zwz4LnCOFtt1tdlHT7
jEG0s8VUP/ywiJ2tmFJF+fFoZcP4yNi2zNik6wYIq5h8uskBVdK9k4a1/2ElmHhOS1kw4PF6Q8A7
NMix3M5JMd6ZCYd/vCA7aXaMmDq1TXH6XdFE0P0WPYQ+K/O9t2rxl0uPRn8AI9sFT5CaiaYhe0Pp
00JtykHbs2wBpYWsEOrkmB1JKxj+2WNb/FhDTi08DcgoTw4GY3H0ua1fF9CV/8AUJeqpcTDKbjqn
Xh9GipjHfij8hybtWEckHKbAbKbWek6XrrXu6kFV3xnJ8P95OiUATHWIYxkMdMQykP/pxfD7JZI8
MxAoGfUWVDVjuz838SCvq5UXD5KF4l+4RuIXjXrzFKYL4rQCs98BtRPUWjt1SRBjYQUJridrBO9f
fgNrRYEcWaO5JfWaJwTFLC5Q953gFl1sKZ2950oBON+VjUSx1lkeq82+A/H1AjvT6eIeseFPZ9OX
E0Rhd2+C0LFgSzhGPuz7cGCZU/RMgW6as+iKD5u0Ll8UKVZx/KpQSHK0dZiFjR3EwZJlrFVxI+iu
jr4TlffMUOAqre5CSaf4hIpVzT7vpHyQ1uD9gZF5LdvlFRDjU5UX85M1L4Q39LO4Q1sG66fP0kf8
sstDzyOVg7aey1OFEPckHYPkArVydhrMIPfcMuURMbZ6IeFnubLNX3d0eMRUzoH1hYDRvhDSy/ns
jHLXDWR2FYCn9iIclvdU6tep8SZ0C0WxdTM3uMxYh+5lM6B7LkPr3ISzHduD/7nyoOwSX78ogDVx
A3gPbQLJdih5GpazTB7ZxypMNFGQmQ+MCu8s7MPfCqvTs6UhFVDf58cMJSW5z1X01UlQSakwLM46
hrebpK0qTtVx2C+RJ798oErvVtbc6FWjUz81IrDv3SlLtsi5vpKQcBpwkUGHZLWDAMEoRN1hd3pd
ufE3GncAdC2rjzFrFKQazvlva0OXW5bROpfEpTzXBYQGu+qXJ8SDpGP0FolCYdhf0GHXl7Ici5+u
S4F/FHVx7MkEfLTMuL5LXsqYNjbAIeSvX7Tsy4n7E2tDBnb0fc5xLjLX9/8LOltfYCrdYJd98ltQ
ycdpuPaXSIXqzsGNhGF+aI6IuMa3EYkYi91BPUYqoLvuoUVadqBfe6LiwGjgOAGts/B3NT9FFkRb
3dfOHxvR5Db0pXOCwe0ePaPdt6RI5X8jHrdD75AOhARBPDliKP/4fqE+XD+kv3da3McOS+yut6oX
csLUYVU2hgZc0jsLJIrsVHEQdfcf4SvNDowEQ7yKkcTFGLjgSYsy2jeux7QXCdchgZuA/cUbiOch
3uiwVIhjKVXQhrnI0GJTluK+UiZ/gwlUIZamcERTMu5HIfXRl810D9IVpu8oGQCQRcQgMWK6iLuP
3QVjkxP0gwXhSzGFrHjmcEO5HD1xs8garvUSPExe+DLiLLkvs1VJTuVhOjm2VX2jx73iH+k+3REf
TpSNyGTb+UQ+U/LWltHeYoj26dMOXZahdg4tgggMpkxr8c8NRx6gJ9zCH/nA5Swqa/yHDRDPKj1j
5c3DE2fcZ9Cs+Xvpe1MMnJZRlAMDqiFiEUrzwHSdGdfbnEOuzxrcP1T//sHxFOcChEHcqu4QuNuE
9KRrBUbKANKod6KNqiPoYPVE9hhO0HoKTiveoH0l9AmznY1qpIuKmNRvmjY9+H8WNCGf/BQTiQvW
S4c179MqaRkQTzR3BMORUuOhqQHiN2Imaoh6PnZO5h19UGzEe0MqZMncMLZJp/W3FtmC9F+b/SoU
NqppfBeWjWqcNFnJNjaFjJBMI3NKGgGutylfXiTR4ETgWum77FWyXYjsey1NRiDo6qvgBwrK9Fi6
bCE3Tb9iUcATx0Qenajzkw6DH0t4TmLjd7qA9p+63dfa1c9Z54MVGOSdAjaK1KYmIYN/R4lnTNlb
Alr1e5E15oXfRG64r4ODwPXOgNk3f23Pjj6CCSFkNkO7V8qvvd2aIuZPoYjB/UU0EzdrKl7dRWHi
8B1Mnk5D7ClB2FdRtKiwCxhyK0LOoPhDD9IdQqee42qtYOMhNO9OMgVYXnWoFbyWCaxExaCAYz5W
vs06dGjXT3smB2ROEOSzLHQurGf1zptIJRQOgosA2vpJJdHH5AP113RP1zwN838MPdFPdDn9v122
xT7IZRDjMMDrQU2YMHPt9I8TMLSm4iXfhsk8CT4qAPXXukiNBgpVzAECoyj5QogguhV+r1LnMEN3
U8qI3o/J97ZPInVMp/p/DSmeDHqi93y0zQc2P2p3FlbtmdM4+6pS6Vz63vxnG9QJ8NG+ck+4F+UQ
jT0RDLBPgM5thXYMhI8mfWCFhRXUZWceo9bC11/Zy97WunnAqwJ+ouxZpAwZftG2kI3CKs1qDrye
+tZF4d0XoUkehT8XSAStbGuP/hso2PSNAQwraBRvj5ZV5Z8To4XnWfQ4CWsY8QoW5T2xA4+kFrhP
lQnEoV/m/Mm1hHl3KsS4uhT6hiW9oV6tLryosOgPUQS0l0LQxe8FUuIBYwnOXzmaLTOe9rX1bNSw
5aR2bZQ4W7hOZs+8TT7lvBNUyxkxiEi2cc+twfCvTICAIfOZ3CvbmQQjuRFHxWAwdiqdXNcqBNWQ
ko6HTjG5NwHxwrTTpCMh9HK/8YBhq5nngTLRGzmtcGdeoKxAvUGlMb+BUmvTWEZ0nBvfZtWmU9e7
W5a8u8e9yC5fpE68MnR/sNJO3EGZHC7zHKozXgr1HvQ0kFIEasckePnq0+wZSCRK2jR8Ao/7ZXt+
hw6VYd2mdrDoyKxxrgnYi732l+HiOh23D9fgXsrRPYmlut7MwTuCrCDUl47F7kRPhyXiC5mCalTb
bkrpzEJ/iDYGBdhjjp3ybNA3vAS+Fn+07iXUeBvE4S7B7ak3jaQBvsjCl8dwaOwTpbs4zkuvyMmg
vT/RM9mUHa3zKVc3OZU4/c9qpfWJWDPEfSLNbkTQIZAp9/3z0tb62OTz/I5jvzmGugHqxhcbQBhk
Ifoyq269j3pW6vZsZZc+at3Xwgn5tOFQRIyV+IFvQI3x0epLa1ta2eucwzokNgAwqISX5G0nm4AI
Y2DMzhi2kL2GKUt9j1EkaFYv+1ZD0sZiSpIPY+sH8GH+s5PfOGZ1kCQXd5DZY9WO9R9ca8hgK2Cm
0Uj+LCvbsf1qCoY0bBvt39IhXKXR7Rj3gaogQrfkXFhjciXSg40i1OMfYre9b4guh4nGFRcPvI07
Ierl0MApoVFEIt0wexzdeFiIcTsXA3uqG3I/zpPczWL2R0Q3ItVEwGi1CzLsxPFyttD1urMrnR6S
mUEoT06xbQrhLuguuVUSRV3grrL9zTKjD/6sgzc9m/wXeTD6CpBesY+R/N/SCGQAnBn9RhMXfMgD
911PmFs30eJPU4zbvLoyJinhhfu29eLgRPkcG2NQSPhWspetnzzkk8zQedMm7Ag3fsu00kRmSO8J
fRPkMU7wkopvbkgJ8PBiFERsYMthQ/OREKTwSkuKFs7VaYw6Mdz3tW8d0lqIf1Exgfm4AddJAsio
zRP/1SPeHROQo16QL/fQBZMFoAWJ3Hk9a9KAyehhbViNVK5Tf8Ussz4DU7Po7peAyV5VmVMOeYiK
bgnIcujCmGTBBAVnOn77bm3vW7drrm0uo5wbxM7iVAgWv2lI3EGbtJQHfZ5BZY7kiZjr6EEVuv/W
XEV3UxUEf7BgjfGSapYCNN4+CU8uD4Lq1zLaMExutwnT6++yIz2eVdR8JxgmH3P8JdciIyMxdl27
+SxYq/7iqsz2BGCyZitt/TR0YBicMst/O8dFBWWNt/CsxLsg1yse1mgmtHKxvLcG7Wvc6nrcp5EI
bvK/LnxH0NH/YTWZnFy3Tt4WNT607arPugDi3xB685PSOO9wenBsLIOzyYBm3EApAtROSAq0KC19
Rho5/BcMZtzz/0terdCmHVY+sXMjbP0zjGV/79Dr4+4KljuZiPnUpNzbU83ahhGkox9y6qKO8Ngb
jcvUf6elGR8aCH73vo97DLEnVHV7xmJY1cUvG39O9zyzbhxdo77HmRBZBnrnGVjWBuRz+h+TrPKR
NqD7XGZDMo0yovmzGucNMx3Ti4HswW2nKbajLhgfI2jH5c0Z3jAc8vx3Y6Gzw5QfTEQt+PLcr8w2
TcI924x1enU6ox4KpQ2A+lnVG/LXpmcQimbPK2oTvGCFZybrkT4ETJoQM/zPz6acdbjOYWrOGuTI
cCYlcTySL1Pf93BAN3KizdoAxtVQyKrG4tzN08/SHwlExogmN1U6V/t8SukwGQm/+UPfYKAt2NNC
ab2WoDsPRI6FkKFs8kcxhcyIT+EeGewWeEY2Dui5/2VP4ORwDTm4SFvxk1E50JSjH6qzJDmiMozm
K3kno7xDQlTGpEokL1A2BJU+xKQWDP8tl6zfVkCl9//H0ZktN4psUfSLiGBKEl4lgWbLlme/EGVX
mXmGZPj6XvRLd0fcuNVuWSQn99l77daxWmoh3LWQxU3pgzbM7i8QzuRGT5ZIvtTs8nWbuCfw/L92
ZsKP1Fr9B+uQbJfzYeVbe3EdPxW8FiNk5ncXsCkFoVNUbUbNYdTtsXUjK412jaZgWIfJKev95Bnd
d8xL/f/difuFR9CmQB14JEfI4C+EXIrjojVtglrrsbRiP0P9I/NNnfkt+8ankKTRT9jCQs2a0IGJ
V9i/kRhaBBkk8QunjqdtBE8OiZWuOUoy9k7QTvILbCmk+Wq2KBsCKXOwqNfjGxUztrFrIBxXz7q2
gFaFNOkAQ/4HPKU2rmlNeGILAKg9L3TlPI89WAjyZvHZS6bmX9y23T30yoxIbtN+JpxKJ9K0ahdR
1PpM/Ud69Aj1Xlih9nvNYR5KCoERc7a10nfNPjnketsWvmfX7d3QnOVNKyLnPGeacDHm4RzE3FDg
zkNKcfiVdHoAJz7e9ZNITpZZ4C+bpv6OK1Q/eijRH1mTmj5hugxlu+zEQ55qPcZOJjPnsba05iNh
UcmhhYRSh/ZMnGSpk8OE9fKzi6L52zHz5bFx++w214vgTKDXwm1042Z0Dj3RqijfbepUd31o/4Vv
1dFLAdK0KzrtjzZSfjNZKjlIWGKrab/87CYT/X7tqAiL2EG6EvF3hvGDTUBpnh0KHTejshKy+CTO
4HVEEqQZ+IrHMMYxtQEb6Rwj5VjgfMr0aQVwbVRMrZQz8s1OjRq8BjGrjlnTzN1H8tP9C3Hl9lpy
x6PPMwvqERvvYB3Awlj7Ba8DopE9X2mgVH+WLtVgRyyo/amniFzgNy3LjlEKkTEiaD655VHnZUbe
3wtj6zrUWKJ0xH9snLnzprg1eRtwau+EIkhTa6RNPsOwVg/klcenJY76Y8mrrSQNS2mI7ZAqt2Bp
4PAF68DSZXR9+hmWYCicfJ944fgKRKU/U3pd3I21fwQUh43lleUum0RAUmhqneHdNYG7A24z1sSU
lMBdFKSVqZjh5k3cWqV9QOWp+GKQGqegHHq6AvEjG2cHv7cRmBrrdvgGjNIti7z9UENJ5p1tfyDV
pgSgEzWCBHVnSids073M4yQBaUyJQH3vkuEHgIZhYg1zYj53vHh+WyW4eLzJoQBjzZAENi6p93Kl
3T8hOBuODx7OPOE3YweEDF0Iav+E0D0/YUR6YdeI8tQXku1fklLW9k1ocXxCAY+MIK7Gpt6OuE+m
sxV3eHqprIvSR5w3Jg1K3G9+LMfQrW2Rs0i54vnvKsDDcfqJEonniTLSeNkQ98HQbGSTKLZFzYeB
4ObkjyppiVzMaWERWstGeIgI41jweY7xJVMxhE/Z43LYL5N2VfmKl8Eli8Gs5c1GD5PMnjPP7lGz
jKRgN5OpNKaTJ8bHUHht9DTiRrrDUMIgEWcaUWj4LD7kQIZ+aVnlocbawYSSl26HP89oWe95YJKO
hWas/EzpLf8ILpAbcpd+PLVqMZYTLMv6BRAzQLiWZTXwhGqdxFJphO4jkFc2v6SoeFvaMawhIGWZ
xm9bjOQnPW5XaF8lWcazSdCVhyHpCyqM3KjPDwooGPj7CSgYCdAa7BuEdn0/Oh0BlbTMPkZMqoyF
hOac1ZNMJ5yqau+8JC2/lUQ3FyB9cH+3kPhMpDO29zhouQLLwmPnqewY0kejwbbwp9nV/2WdRhUK
WSn9nIAE4K5Z1cAp+Y8kadMlswEfrxDiNI6DlA8kdWqe+9qgSFnXpHaeDVWEvukYZbFrQaPU58Lw
5IFKNr05jlkOBU9OifFnpZsy/aq2+rXEKIPCoQpjk7JfeGH12i1U0UBNCBoq1MZzYuj2r64Gri55
7NZXIBD2jY4W+R5xmHOFRQd96UIuSb6B9ZhaX2Ble1FUwGw83q6QO7VPYKf6ET6tQmg1i8oNMF0a
ri8LFqo7ZC8cGfQc7ccmH59N9NYfrc9eqQkG3xJ5aKlk2Uk02JBT1PwHtPAJ0y2e7DAzZ2y1zfQM
acU9c6Vh8Ii4mr9jnqfAgXpUVDUw82GmfA8Y5yY3rXdujggMqtD2TNreW9JOv7OVJgHdKVz2nAFt
3S68Q4PNnlGCmAPqdx8/4bugehUHQvzPGvB18DAArna+Z47rd6BOJ0GMdDNRtV1Z4yONDttSkBAH
DvdISPLurnFFjyGS3O270wm8i9PY0mkOF9cv8FntjMEhtgfzkLrFyAxwUBFyder0YHZdjiXEHfYm
pYhgKZ3mgUyLfKx7JPhtSCsX6IJ5DMiZfGBwHK/o1vo5jWp51IVrfNh9H57g5NFw5Wpe9bnUjXfN
1OqVCu2XfMDYPuhe8nfmYr/XyViTqwU1UmGwyT0W0rbamJl7cSdzuhoQB7d5pTuQQ0mw4WmIXxoW
ZmJj9/hDYSDekZeNNwRB94peV/1EoaEe3WodUsIr2CEAljg43LPMjfrGBOC26yi1HPrVqZ8xlU6m
4T7F0F/BRMFNKAyJdaWtC2L1iw2tIgd2BST6vXDbX4+9egDYJvyawSj9C+ni5mas7EcB1DDIwnra
WK52YBuG7F24vLB1wjmXwTGInDkdL56krF4jTTwNjJhHA7ZK0NIT+QDUIWOdyhHFnusQZaRKOi/U
gtKM602KYN3uJqDy11KJ4sxlFg3OvbMjTPBWNM4ZSnBIGDbWY+bC8dlY8tneuC384nykyLTkxPFR
lNk54NTbYzDhusjuCr1jwJE4i8+WVMSmH6w3l92Sz1qn2BBfv8naCx+0ybymhOY2A5nrAFASH1WX
97t5kSqYJ6/eoQSX/qLBER1EV3+D8OsD7Kx90Nn2ezwTh6SUfcscD1gSfDETLIsFT5fuBW+pcxIK
+3FrUKHVhvjtVEvq2VTeSx7BjKNGGCKM870QfwTqqErrLDFSH8s4dt5ZiZ/FglHcaJOEhmSBpjoY
n/Os/ppNdu1gIHSNMi0kVL05W2GR7i3pHHGr2jvHFRWaThgfsCbnftTGqIiVmIOqb81HJH/3LJL5
DFQPrTkcXwDq2MxCi69iez7js/yKjUESu2mBY+NWDvA8/QECyYItok8SGye4CEq+VnthRDB0MaPx
cdDRUnIq3zkl9BNtHLh6plru2sk2yNhZs91sZFw2nwae42BsKujAzYhr+ExNp3S2SvJu4MkAymoY
m8nFwsuCR+xhIplPzeptYHxlnJ1z2+8U4Ilx5eRxPOGibivnocH7iR/diHc6fbjIavSUM63uDFLQ
uOHN/kBYDGvaaKhNrPJ/hcXXp3cX7d4yBZ5cve0OwFzGbesm1SW0+leP3eNz1FpITSkWR0XvaBda
+1pa07ehC64TtnuRKGDcwUAGgbhoA5hrQLUI6x2gHmUPHdSYfd1r3wp48YZarR6TMFkL13E6mjI4
ig4yaeU39YK4RLJ8rKiiJ/aqK/ZPuWeoBwxkVwLL9IwLnS2OO5eVb9lzeMylxm2XyTk5xeWAvAEg
YD9K3WCFQYihoAQAcmTa0F9LU4FNzpbq7NSg7lBzPkl19z3GtFzA05DGwGUcO+YGtldPgNRIHhqI
QwFgqWbXeHXyGhvaN7D2YTy5iQY6k3T0L3ZjHZwM3Oo9nv8K33RCybdWTiJYWsprEU7H6chczXuw
soYzNBvtkMqhfqSLJf3kQo8/KmlsPkv0tqSeq0eqIOTFtFTgzT92ldhoRC352BUwBohiIXtYEVN0
HNM5Kg/dItWH7NHNLbHxXFO787rBuDL+aTDepPsJgfDTtnrnrxpcvDNGNM9blUadeWT9y7U++Rw6
O7w5vJXO6IoBZgL3SsrhIixJ12pa2tGwY2fwXiqM+LxhwVP1XBMSOn+KKceGXQ1ESPnusyT7m3QS
R7nXZDv+wTvp8VLPZ2Mpo/dEo7faDU25RaBz6QVy/szW/K8ZlXpqYmrMbWAkSAb5t+6G+D7i5eLS
YHBrarxeelRcmqJp2YqaGeblTPcL6nq2C86PfCOEWwfzOLivrIVJc+QDV8qBBpN9ara8lRrpXdx1
yT4kqI+0KwHliCLdONdTywuwFsUL+xU6Z3msJ1uv4HbE2SvXKw4kNm5E2Tj+7Qo5IBXsmMCOOoW8
scO/RevYCB4uv2bL0JyssjcDTPnVM9XcIUXX1DLtTJ3ydiciYFkwrn3hp6KtfOhfWw1TXFG6Dt1+
FbykWjJL6WyZG2+ljbB9vk+GOunD9O42UeD1WKxKwjXLZE1w18uaLbRZ/I2sua7p9tAgrkhGQlTs
a5+k8i1bKG6Z5vSmC4dXVtOKUzmGQd5m352Wg7iB8u+BEnRmfpmkzAg2RX87bRnOJHrgLo2c13Bd
1IPteRYyfdLu57hff4YuujlmvL78HEtcNDfq9pGRdC+8SmdfHytAIHbR5x/ScZwffTLSH/xlEFXi
pPLpqKt+Qxk+JglhGH8Y+o/OWm7KSREXJrZY255igHhxurtj1vuhh1si2+8IL/KWVVVKYGrSD6Mo
1YXl2FogvQJdMtY1Y6x8gZVxyyvkmwnuBJJ0OlYLB41NLPtotjOZkamPkk3XUsI2qLrwkWDLvRh0
lxzZsO476le2QM9Om4UkQqLunOll9tot7GEGqSjwRCVVbA6r7LWyOFelFhF1hfx7GFxvD479H1r3
Asq683OYY+ckw1+ZAPc+8pjY10qL99NM+mu0yjDddYjgu7Y0IVonw6ixBmavIerXFi/Ohr05WBWD
oXfSCyCdgt6ezF671PNFPJCwG3WuzVChw+7Tq9UBDEfBdqWoQM14j1lKHEuGODAI89DLJefkSHNe
emb8ivYTpomLKj+w8mDDHl40qsoc6CI1qSMsCqjoC2yTfSQrl8G77BRNbRBGNYh7+2HEbliO2UHv
GiNopF08KfKCfpWsWmFa0ADV5QzDhXOL7PRgEOAjWjp1f/DvN3vL1uaAtj+Gb1PC6huG+qqW+O5C
p2EkgehcwHOuVxncNET1TUY5+emy7pkHyKC1M59eShvDO1tW8cM1nYYGi1j1Pavz9mqSRaRlFOnY
dIevVgjCLhtlJPd4NHFRO160qpsMURnATejaCDVOUl+8Xt3wED7VBqbnmdbCDcySb0+V1RkMTeX3
c8y0qNbW8YzF8bnV6ubYO4m3myISiLJkbkui77loeTnakx1g1HiJjfJW1y2vUqTRCQhHJA8j49B9
YJtJTmjChcweKh8Td98pqT0Td1zFW/bUJgbd9dk33qwVT5d6jDlYNPODJuKnhfUOTpys2kV4p5+0
sH/MMyi7DBW6j1aj+7XbpH91fAQcMzy4vfCy/YSA5XOCtBCbsCj51FwKGui14SkZBkXND6mNDabf
NMJJtJb2JU7yUQsyK1R4raXezTmaWWWCAQgUP2dd2zIgUMJNLwLDywUY+PauTezy0KYxBKcQxozj
/oZdfLHxUkM+ZT+TuX+4DjjHBfrI3hwtcZUc7XstJQE88b0oQ16OEEwMH88uV1rE0n4M6tAdX1wR
VbtEuOkL3Qenhm3O1ZKN9Y9cDau6IQ0/LKK6K2oPBlw9uD47tbfI1QdStlyKXLI384Rbp1pQ1L1x
Hll/4Qbe6evQsdNCplaC+VRpR150AkH84Gn2iMoOCyazqEo4LeSirzn8/JNcQCfyza3ll1fI7t5q
1kMNzYAVF9L8Ecc//sTY65Nz7ELkNxk4Nnja09uSsTcZBloFUp6O17Atku1UG93HwooO+YMCbqg0
ySkZosg5FgKXaoUewiyPJgY+GlAf7B6um2YeW3uSVfmOZ63aAzpoSbTA9bOpmgPPLDErM3fSmASE
lA9lmrQbDDs+GZFrH0yhwPCJjm2xST6s1Eg2sWZxqvFEki6ZeTWeTTkVz/YU9a+qEc1DlUV60MXL
+GLQBoB+h1x06hx0ClHM51xRqFOZBbMh/cC/QKw9xslxzVRJip122AIBYBVRMuQBPUv1Q1N3VjB0
xp/MK0/C7ccfxR3uTADQ4Owl/DKx7bK635gPOt9nhe3gK2wauABJuoT9nnaHke1qGD5i3x7OkYqc
9J4j1tjBKFCDjo7RcezXXJkJeKJCbOK66wxWM5V8a0hP+DZ10Y8yQZDWlh6nN4bH0uYdkHVPUro/
xpDEaFWttc/hafmTM+NJzkxPwGV2Jt/m6hUsDBL7yuW5KQYJQWkiRBTR/YN/vVn3dfoEDIfULYZ1
O1v+qj5p/syF/DuXnbPPVZv57L/jDB9hwbOM2nZYQMc8paLQvty6CqmQWvPr2IeJmLomfbzQjhsu
pvmwAS77F3Yv+UqTt81KV9tmNHDuuTj126anTIYfHhpGvN7ructXp66KarL1BMvtiI42LNS9uV28
9CjKBLNc0yossXNz4ciERYBbHCu2Pszv3WBWAIZIUXFYUnOZvwwWq8qTHMcU20Zb8jWFboVZsY/Z
CSIw0A+T8IkEGHYcuYcc0B3zEovQ1sFAtse51rLWTIr2jVYYor0wZWxxKiAfVOODxJ7FzlcbVLzO
YxgnFJHXKsGIpw+XBfsy4BVHCn8pwk+m7eVuk6PWN4TUzQMSlToO4BVeCC1L4CKYAt8aqeD0Y0Us
7roax30We1gue/7vut5Fv/AnB9+jCvNEJP6L5EZ5WDCwr2Y6GmGLtZddm6GJBhBUmtK3ZGXfmd77
czZBHsN8hYDnKSO6hU7r+InH9xKrOwaNekSrNdMPemK6U6xY4HPBbcGWStZhhOyHkw5vlGU6OiSL
f9YLbMpjbIjU8dGWwQr7mwwZWVkrds0NqCnqsuhudEmxIK6hmGzQHLI9iwcr9XMD4wZm/th4NTP1
ls4lMuQ8w7gh9m9h2hPNbxcXYD6BlKK6m/4o51tGz+5miLEZ8fzspnJwH/DaONcWpy4QYyCNjc3i
dxZ0KvE++JtYgxGExRyzARvfItMC5QpnDpIMd7hjsywDFpA6C1HllBxPdNMvm2RR+Ur7MYzzoMfy
2jEIH4iGWHTzQCYFV0+VTgMADPPaeJqMhJwWyyA/p5h9saoFFeGgN2wBSi+OD73bkLZOIHzbeeft
WnQYbKacvF9MV5jZw95+DWPznU91VcDx5m4iLb0soVzeSxt+YdWNWNpakzrNJSkfjUxXvqtm/NRp
c6eHlKV9CNZ5bbwwfiP0D1iA6zoHfc8gGA+Jgn/JumBANOdNBdQTJovk9OXbM7c7t8XCU+sVk1JK
XxmNbx7tfE15poVkoJQydFksdZmfrpNoCK2QaozJRWnBZr8jGbuprJQp0htpjYIUfqtT+Tsv7r+e
ID+BGsgkvUbnFQ6lHLdlb2MCXahn93shTe5OAu8nfEJYnElaBaZbrs6ZpeQPXMQrGTRq3B3pJJ+8
SJ4IedKvYBBiB1bOwE+p18Ieg/bp8D7DBCGxMPfTA+/f5mkimTkfiZxbRKn424zHYObUQAPsqYyx
H1PTOPU4Xw+IqsUhTXsqQkxK+tjgeTv2AxVrTgOrrhml5wl7xt31pl0MV3gvdYv1d65/L5G2V01L
i2UOZbEZc/St2PSe5pFeBTlROpLP9dGt6aLCBKZ9RJT5gnxs9ZCnyVkgBzbGV9kNcR3QLgo2ZIQU
Wjqi3zOEtqdiwepFNWZ9c9vZPLTJuFIcKIvzTEWMwPLY8aTpme2U95h62n20zGpnQ8HFH6uh4eaj
OVEA1GBzb8cOfExPo6a74lbnr5reNZD7FNif+wLayhqJcL8qS4nZn9J5Kc46zPNniVRbnTALoFeo
tjuqohqBmbZu+KB6HtsbC90q96cqg/QQz8UwBsJZiMXu2PuVHbGbwjxP7Xp4N6p5nrLpnpq62JmN
+iZUNNXbWeG2RB9i8qsXeiCBnhOKbSOYO3ikIoxsAvTAbuJmeCgSj1/gpIu/U+/VpxCdDlsj0l/r
5q+aRvIwmtHRdexgMej0TUvgPSKSO7HRnqYIbTLH3JPpGXYLPYdNFBIHRq1pjfzsLvS7ijkfL5md
Q30zZNRs89oteNumo25uMStQxj2P5hvHevWPKWB5r7lcTn67yOkZrVU92wv08ZQY9sFAkTzlmv62
ErJ96iU6P9JN7wX7c0/UJx4xh1t9x4pSr0+O3rhHhgmQF9kkfezmCHYmJS2PEBXmnExyk5KHjsKL
4K2U3TRLGeOZHfB8gqziYN1y6/6AzWL0WHVgYEq5px6kGsOrYSxQpXuZfcxF7vypKRO620tuvdHs
ylagKZS7MUFD8xQpqoO2LKsiMiIhPdgFkoAH4ADYZG23ryl/8HuTV3UwKNtHraAtcSGoG/Ajmoxl
ShCC5hQPl5Mjw+SeAGO7ji4QMzQxSFogItMpSOaJwEoximw7S9X9dSu28p1skJ84qQLX4ZJd8d3V
imSOfXATgN8b8mgHEHYN30GuePTW4mimVjZNdsCjsEIn7rzTiYkcksKTD9WSfUIXj/yFODHRONmc
Yqd9KLrlpQJVZSpWRkCZqKfRlvZfH6EeerLCi+2M0L4dW7JfLHJt4zhFAxIiFsP673oJyyT/KbCC
+F4zNPiwEm8hxKplwdCG9kGH74xnM6/eFyfd20nx6MTJb+ZwCBDAJ43dp4QTWEPw/qrHZq3FEJKK
8ERLt1EMMykdwO5G8ED9skNAI+DXFW+qdzJ2ZeC30WE5YFu8TIHGtf+oKyu7Loq0fYf6jHLDoqgO
vUOHheyQcUuQJNzm54G290dqkyu+NDMq8NCoIPF6cUa+4eosi2FfkWa+RACG/iUwBYAJA31CTva4
fuRmdZPz7B3YSps4sAihL1Mjg066/ySF32dKgBg5IKzvOXIgtIqUD4HHOJATMwKO1oUUmFN91GwS
XGpIF+pneiW2oh2MQ+War4Y35RWZlrz5nLDnkN+FJBUHeSLNJ5zlT5Q4WKduxSWEpvvg1pp4wCPI
NpPFMj21Rga0Pg6fYraUO4otTbnDSd/TBDJYng8Lcn5tht74jhxMwKZLPmpIK+NWDwbzTQPVWT+U
XuvsRFsVt8JLp51FsukO0FB4wcz/XG46y1JwsjE5nVly1m+WkE0bKBWPz5nKzYclDfm6Wkl6IBmZ
n5gF2ZA4JgFx4JXrXp3hltUR/c6jhifBafJe3Ucp6j99G9mfzDH9KYtmbV8rIz17cd876B2avQey
Zfwg4sf/9NnA8I5Ins9deZVTfh1tdatYJBGl94iMj3mS35dyyAL6PNauFUJPW290LFi8GuXVlFUd
C268/MUuwU7TJM1WgWKOqvmXJOCAzJZjHSGWFx5xebaEJXLOZilLILGjcW+biT+EZ5b29vzDSLsm
GLmtpFtdp+te2DIMxqmkRowGD9gcHs2GbD6PcQMLFPWqWmZYRiykD+VkRCGRjt7SjhqnORmwqhnv
ndloExqMEV6apjSHQ9rzu3heABeB5cwcbsY2wGkKeyjNVLA2dnSP4lAJJRt3G5rMXgCP3BtdiG13
EZwLzQi/TFBKhiquSIbSGuwYPzFbyxuABMq+az6K31gu+XHIR6mx2+G4K3X6QfyRJNzNxUV2hlbl
BXwD88e5EH8VqT8/NGAhxwKMIamCdjPytKUj4enZUTSqg5/I/3mCMBmZEdbwPRrSb1pHCOK9kY/7
TmgHUxQ58b3yyeJugROeSAOCDoUNUR3jeQEVxkrAYAliOJq5t+qGD4Xk1DOodTK7dAahjtYTKCoW
mwGWPUAaU4nD21HOdF3I66IFNSJEwEXyw5SIYmq5HqSs0qkOUcX6AN+05S0vou9ix29b2X2pWi9y
uhqKOdmFEybYLYk4HjrMEYN6A6aE2cauBv0iadE+eWmmec+0sTm+NBpwrCX4FJ++aPPXIAz85NhR
qDYT1qWdwljwEXcw9zZZbFvXJpx7mtcwfQeplyzhHod72aIBFWrtHGRLn009+slkdn3yzAVwsnyw
mMjZZeMWu06b0g8Rm1lgcYtwvriPj8NRU/WYBrbeUUUKTwuHmsOpfTbnpHmqWvBU0I9D+QX/XhaP
MQKm/dwJm70SkIcqflK8DCrfC726vAHbFlz76JEe6pMi/DkFSqSaWEW0+NIlVDnWY5Jaz+w1ibZY
euR2G0godBBuuYdEQRISWEamoUgaYcykILpe8gs5UYsy61JzmfEnMasRMYOCXzZVCBjHwpYZigeu
SOy9lYKildDJ7Na2IpKdcwfbyHqZ2vPsmEb+PIFu0fZ9Ikc93BiqqdBDcGnRk7X8aQva6c428KI/
RFTNIC9FtNzwXaat34ZdNL8yqhHgR2dPyh/X7sQTQ18h97nthkQbBwSkrhDdg5brmUHTezY6H+Sa
q/pm1YZY9qwDcLdsFgNtcDvHsFbqDWLTAPkwA/0ZaiFhsMS0eeNVtIDVW22y84nHr0eq5rqlM3th
2PVoN6+sI1FF8ce2U2rNsbGJHa8Iel/D1BgeEhaJ+SUCV4uTBmPYcUnbwn4wKnC8V7oSyjuXv0wc
uACNHLvZRG44NMCMbuKYn32TuXCrIMcMsB9HXhczcgJvS88rcp5W26RmYJBVbew4dZIPxkOLSkW9
Ll7nNhuadwB3MuU3iD0eLIHat2HK4r2hfDY80SGmG8ci7qPpwqJ9FvT9ct3aAteP36uireRuDAci
LIoP/lIkwh5PeM7KDpKc5R6wgHXmG/FeOk1tqkP3DrPxT0pDxxvLkEb8JJOdXEbRM6EKdqg+8Jbs
BMOmv+WjUR70NUxS6bRRbbQaiR1Bw1mt/UBy3lDUMoooSxmFXxUT6/jk4D7mDKNd2io0myqXqivX
624xkGFyujAZfycCz9WuFLFsAgw4U/+da8qLvlNazseTbo5mdsl7ORyVg2JKk1Cbr1n0scWTrEXh
qcZxpN+xZk93AonAANtO0Y/tFAtQe4pwYm4/D5iXTOxvCcfFZCXYvxZhD8mlJAOXPuiFSX9jNJvp
ycIyXkOniW22ZNyVVY6ASIfDodRTjL5GE2W4ZKzoHimPZgKRt+TthyKnJbJP54uGibtn4SySd20p
UdrtknbkW2OFGgZYC4iWQ9u3vKbT4r4PA97hjTZRGh8iwb81dS125RTqd7eqy6NInP5PZHqOhG9i
CgNzJbmws7dAmU0S+LZQ72ZVDjS6onigF6dVskcUo55vVJEe702LgAMHO3EDThyaXfo2xLONn7n6
spxosJgUUkXob2JXf6wjffyhIGr4WDIUzZjIWz5MPuRw9NA2gnuz2i6MsD6GXWNi6cq7BUe43ujV
KQXLAWA1iwbENopeiom1C0xpkEFE5a3FXL6NQfTjG+0TURekU5WuNo84ocOjmRI33bejbl9bruLL
3TKwwWUQjmS5IXcjyP3Ty0O1kaqbx3imiwEfGaV9G2PQaP4pS0QgX7GrRYNF2+/PndYPNoJmJN0H
HSp/CFgiMT8rLjOQFuHZGfuYZq1Tg6Y94TE1tVegarAIKOsYXHivK0853rYG62qucZ0JRPbkZpj0
GySklELtPI2wFehhtZZbGyUcPAtmMDYFXt1T3zYvWQNfQawG37d6aC3vVxEOHm7kTSt48kIRdtFY
bmKFeTDmTkfOrHSZi5NLl2tQhbgmt+0AveqSjIOp6FSwyvhYu0wIh4E9v49jsX+12gQwWh1VXF5X
o81R2hAbcOwC+KHISv4w/nc+3W+YiiLgmo+eyeryXBtY9+69szoM+7ky4ZK2rDbx9tEE9DAYuUvm
OiEBTlsWVVN0CEyFaVWk75SHezkvm6MyVmOgvjppgrT24l8aMgz3AbnSKR6wW9q4QD3DbQgDGyjv
SJGpkIS50pFXj4z13ggsdp7yZnlRzGaFdcXOWmCt7hhSs/ky9bxgH/WqRfXCaNScZTFWb+Q7Jkal
Uuvec91s/CwpauODua04JkwnbJ5F5AB9wazdvdZEy2MWL5az01s2knszCqFwObF7TIs2/CtB9aOh
D/UZTHZ4orR5vMjEKCDl8BPYNBp3Vou9syf2kbLfgxQqsBN0XMRYdvE3oHhWnMMLkAp7PFfHOMBM
3007OxaAAfFQ2djHLJsFLGnF2I8MgsLnsvDitfGiHxb37NgmDK5xILvS810g/FaJId930AdYEpVS
f3XLFdwMBAtp0VySws/YUhZbr5nB5ZO45B6Xc6psU9XInLa61trGzM5vySC9G/+Z7PVw7g6rzXSO
b5LllrkxB6uP9wzeHSZiSjfErcWne9RcFrMEzSc8hyBP8bpFjdBZWVjzm2XYzpsZK+MpGzLW5uPa
SHB1W6vtrzpdJ+W1R4IJfwo2fJwcpuQ8hUdHsdWBKyaKI1oTLU2RTHIt2XnEKKOc1wTf34M2Jhav
HEwpL9FUyIuU/ailG8prtPw669x5oFPFgOEnzv160xWa/GAyNbQnXWdN+qFDFN1jdcrfBgJ14w+m
XMhnvM+t+EP2jCd7fOz1eC/TOab+ZZJ4eZy5nndtTRkIrbfSJqMjqycLUO1Mspq7686hQYdfW0W8
4rwUqcL/tTJb3wetTX0uxfWd70SoLiT1zBe6R2gg17k0HBO2q5Kdtog+iE318w6HnMejxa88PIdw
JEly1o0PBmSgGGnU5NbqptJmy2SK2HkQigvSCQxjIZYNOJUZP1QTJStAwiL7/4qwEWHXttDj59Aj
AKvHxV/HcPljTUyQPvus0cLzxQh9CGfTO4K+71nx85j4+jw00dmauE9vM3z2xS1tHNgPSFnMvvnY
OOAOe5M1nqlncD4q6XQaDi8hJJk61ySDKzs8udAvPcenx8GZvjzwpA+awW/P3KEcj29D2WtWuaP5
qvuAlU1neFMziFhkKrpz1Dfy9B9n59EjN7Ku6b9ycNZDDMPQDebeRfrMciqnkrQh5Jree/76eXhm
o8oqZEG3W+hutEyQwTCfeQ0FgjBeg4RYigW2ZsHpWNcwEgWak+5KuFpGR0vbwjvmceQka2lwY6yo
wQJHDB172ELvmq8pAc9fgkaY9b6bKpvSSz1hBtTNWFnBTRvWgPf0dY5gHjp/VpjHmwTf0BkCr98Y
n0F7+kfXqR0OQ2Sr1EMh82q8j+B7FvE6RZ0InlhSBa61E60o6/ssnAZaFyihQiKwgKCyCKoeGRLV
H6nH9tcAsiSWyRPaIoZlXTvov3gboMoWChVx0YhvFdLy9qariZrXMdokE3AVEXkpElROPpyEt/So
ilBaZbUpUBfxSKOdwZq6TTywJul+4Tud4sLNdiD/2kEKDDbB2Fk/Ylj3Ny6r9IAxt9Ni7DcX44M2
TOrB1eAjhN7CQEFQOI019PqagrytvLHeWBO6cmldgakFVT38oEkUhj/dEr/hG1jSKcRTiTvgTlLI
9EFhxk3S3oe6o5muWjdP92j/COuBGjnq9YOj8n1Y+QY1gcrPoMZhYVf2kOUPtgm7dBsXcXEFgCDd
9pXpHIIR2OkmK6g/daOF5pSTh86iORkwzXN9gxExsXRgDU2zBVindpTSBzBXdAIrdHHiLntqRzdJ
rhPTHQoA7rP5ywsr8YtCDYq+haE8wW9HfPBbxYaxNnONkE0wtsiFryI7o7XcpvoZJqfeQJnokBPL
jSsTwjNBHbXBwtiUqStyNOHSFCUQH8kFcDwy97/PYzNse1Q6Oo0cWTCj3NnmhjxVgTYXniL97Q46
2rOdGqX93WzC+gZA+IzoUlnsgSfgfkIbKVbgfqZuh8rYSLO/6KjboBaoQ+Yjlt0WicGarKZs2p1V
AVGnaukOD0RwcfGMdhuoA27Z3oE72BLVlNbELVD1ru2ucw12cypGcOUo/gfrAvdMMMylMSX3GEfP
7r7vCNWOTat96+AWgSif0oVZROkdCZnvYz+NaALmKE3FC3K6LE8zEmXQwR1TduQEcxDdgwqv9T0C
WgN8MN27JONeaKBVg6F1OQwndBXDGne+nLDnCe048qiNtBchzMIzrK1lRx291pnbsSGtKePwk9ti
QrjqerCECRDrpIA3Z9KCwioES8pmWzpD+1unSx88pjxzqh0XnRtSUmyvZFs9F1Hg7SNLqGoXSBG6
ALks/ZSNjffYdkn7JGov/D0iqmB+sxBnWKTeXfEL2OEAyjyx+k8E7SGSJOEIICGxqoGLPETep+ZP
abyCwqnRBuGT0U3GV4pE04MXxNrHaMJF3xbZPpS/rn305O59kvXflelRLOIssJ+Qw8YNKU2GbrpL
EUa/Kb2Wl0c0QeG4qvss2Oqy0hIv1Ar/p84Oi3qbCYihay3S6cqIaS/iQir6pzGsw+8eCCyxA+Me
Zp/c0oRQ4nuwsrbUjjnVzJE4IgB9/IQ8pWGdJu12I3FPijA3ulZWkSP1nWCQQueDXp3Zed4NXJey
xNi1wjQosymVXWVAcFOsVbHZhHUSarHt8O24kiUNaATc8Niml8e9twUO6I+fIAV5X2CCpM+0pId+
W9O9PjqZjcY/gkAPs6T1ciIltbNTQOfzR2jW/WfX7N0bGA3GRAnDnfDCloiEeoEY2m+4WlZDeTVX
1IQKQFTcVbdRT+cPt2Cj7L9icgNABRDPTMsMmUEfyqVnAh5D5namQMaxjsK5CyBGF0Z1NeKeW6xp
zNMKCrtmoC+IURV2vpZr16gNg88bb3vh9Xd91Tq3MiqyRxstQ//OGBP8aaXfj7gml07riU0uyoa4
zy+9YitRvQyR2q+iQ9SV1udQ41V3pEnvNE8N0Quk81SGYuPhIeOQSpeo567gQQ5IzBhI9QusBQ9+
raMfViiqZ0vXCNzEvfkzjVPvBAym+qeNzPY6jlx9VaZBkO6l12OQ5EGOoFw3ZNGvbGoW2VY1Bz2G
O4Z96/g0t26b0A89ckNC4qvJMmt5Dea5qQ6q541BbKFs5IU5JK1idKMKNWRpq2+6b40jJPtm+Awn
zTMpu5OQIuJewzr+Xbhc/neZzqj10pWYC++XpRsd36RDF1Nhksh7YSTAlQLQzlcj94vg7t/k2AeL
lYfw2KHv56i/Ie0ATQ0/nhRhjGMkDDEyLWeMg2cizaNtx2Bih6n08Dmf+uChhmjWbbtJJEiJz6FS
d4BdjA5IKiH/acQygzGmGLKMr9zhtud6uJfOPN1hH2yXn/AbSr/meUBJdfACG8WHqIwgoC3fDoFa
kEo5TOZNA/3FeNASwYv8IAKMQ5B2n2qvvDe0hwyyEVsI5616zhxZLLbAMfLzVugh6eH4VgEq1RnI
ElY0TgcD9Y7SGtH24nlPPkqn2DdYZZf1LwYdwVCtrbaEHkY5KhqDA7Vm5KKlmpfOr8bk9NqsOH2A
MFKQo4w0hZ8DROVK2OXFXG/oq8MBp5QyOs8aSzQUwYGOxNfaa5w2Qi8Q0ZlyxZXl1dcWLacX2x+R
8mjRiEiplBQBSX42YZMao+mAbMSoCzjOCMCTWVpWgltICx1TvGRZ3SLbMvVhYN6QRrZA91LYmjTR
VaETOBIQR4DKuXo2qMbDjKVvRW3oSLw7MnlNYR8ykcPUCOrRwBDPtY7KdpIG+RCiEtRgET6xHxfa
cfkbqdxsHwxWuVcVKfdvx1oWSYdBx9HxJJ3Jvoyyn2OsZExyL+ZNj9W5s8HHm9U4dBWF1rDDfu3H
PMBgPaQF6cdtZDhlcSel0VW7GmhYsBZ9rtOj0YymDf1a59ZNEiQAJnHjg3iCZ89hZP0ji6kG2/yt
geSne5hsHJsxqf2VPQSo6EZJWt0hW81V7ifleFPQMTC9Vd0Glf2UQrjUj7AXsjRYAX4ytkDbgBGW
KFkB+POGFzqBaDFEnglMnopRAJajNORNSuj9LIhBsvs5zqNHm4otuRt1458YdRDauTqo70VTx8UG
bwX3Kmdff4XuOKOZDH93S0JGsYhephiTlUXqMaKkXmT2VVQE/AQq92gL4rrgItTZGHV5S3stQvs0
nFVlf7aFMx2QJtCwZXNMCinmqVXnxCj85kl1bFSZGHcNORAQDqGs8a7gPKUjSkshmzdj4wQ2qBdP
PUVIAYKIirw8PUX0ztcewOSu3AxZLOsb0LRR9jUPQc9+07bdd5gYAnpf237TDuskMg3/U2hAEKKz
rokQ4MMW0v5SIOnhGKsA/TH5AgmIJhmgLi85Aj4qb+SoEbWh12B993CI86Ek4XyMyQ+nkb03ZooX
GVkOxfsbQ/iJ/9srqFuhVcahjKzut5Ivah/YVnWLc0FmiupGNTghf+4tCuC7uJOlgIRpOs6WdhTM
uaAd5i0sBLyHHfpQyL20enau3QnlA+QpZucmx2PFoQ00Ufrwtin1HPo3CFs+Ue8Kwa/RByUIcaHk
w4RSJFEFJAgn6U6xC2ToyIE22w/YeVcB4iiG3xAzl/QRU2z71F06q3xd+gJIIwFjmLvPDVUqMvUy
c8ZflM+BsZJ5TqAWKDeWCWVILLHG/rfyeMO10BE1Cm/smqckDXO9zqgGfZk4i2mHGnaYEYFN41ND
cP0pnXuDnRVWL+jo6ENVim6+rqyetDRC7nVnI7sQPGthjhQzZpHYv8gxNOQ12lvyMQ0r92XGIiII
dlLOiHiMnP7IfjgiQRdL+/FTXhSBf9fB0d9hmYFgepPMj51AfW/xaO6D7lmPqQi3Xj+hnYplWZW3
91w7MYDnLMuLF1kFbE9YMOFXjhj3SzMNDgWXdMaKFh9y/UkYlmdCRqj6nopaOgOYyLS+n8gPzGOL
Nca3wu3c6AWAEQpmo1UnOEi7vnroC1/CE6oSUqJw0F8kRvUneMhwaolXreCpRa/LvceclGyLneN9
n/qx33tKQFIey+yqFgvkniJp+kIAOx0o/8KidJXdbjFrRioRYf8WJTBgA9NNZk31C0SJaHxM3HSY
6lXRS37lUiGl6Eho+7Oll70g921cr9CoQTmpKyHW5VntbGcyZggvAbngem49Ff32EZy8HiecGk8i
9gp6dUlrl3vZzQSgqPKV+zDqYpoydYW+iyRohUZL1wsf39HW63xo3FvsoQm5YYDQ2U2KzP1Ky7m8
77TsUdiwsr7pt0y/YV7nnjPUXwX6PsbzAEncWM8wvtYlh7Q+CkfU6H8VjtHjx6D68JdDfJoe6x69
CIkfhnNNMbuvDwqCcr9BZC4DG+U1SXnneu4AG45My7D+of5kQew2UFooH1Iw08VWOA58RGQxUciG
XjzQXrWMNPikDNTdzGjE62FrzE3lPgRxDaWUGMZf0+JE+APpLmSrIjhzxpbnc8qbcjAL8McuJzN+
CqgTFj5p/cafLffnTEsJq2Z2wXOA7AY4iwTdZfgUBsaZRIUyXTdzNngbciKpfng5BN412sl0idH9
MSeCYbD59JpQMEBcCCYg5QJaZI+qNbCpqOiCovto06YcZLa1kOnq6Ck55AGIcYE5keGiUeuYLVQU
KrvBblCQtHsETNVa0Y17AiNvJruY6GTpkJuT+z1HcBZZq1BW+Y6mtA+BFSvY0zgU+XPW1jUNj7ib
ApCVi2wn2S2Ivl1IgArDt0NUBUm9IP3WcYKNd27iyeRKxF3UNjtzKh3jpUR2y/ladh66jG3AvXNC
dQt0XiX4b4p4lE+fUDhICYwJnu/k2JnJvNIKGNdv07Rj5o2DxUOQGF22+QCcv3URYuETfykRwJ5f
YAvYAUo6cRZ2jwWugY/0bscACwU3+AeB7S65rypXI+8NUmGfGswhUbED3gkzT8v7ht+TwINARdP3
qcXfOEwDuqzQQtXKnQIw2I4ZkELQoFh0k4Igvim7oPid+q5HAUBY/BO6gb2z3Z5a09L+nk7Au636
pY5G/zctPLf4PnBRYBoJrpvwyPDr+ilHmgHleGqAD75VURpIEAji/pDu/D0xwhJSHIEdxD48yfGs
KTl0rA5Y6o09msMhnc3yqg4Hv30C7DOqh0UkoN63skWyYFN21YSbSOdzjugQxvwjdkVZ+EiLSTKm
mcA5VQZuNXvMKuzfOBORiMZuG9Jairtd5bnOXaX75CidpNpWIjZ/OND64NKDzAeOhq9NdW3PEp8q
ymIAtGa25A6egmkCoormvShykqCOveGOyqC8o31KKhScENQwrfm+NoBZbXRmDV/yIBu9fYJx5YR2
k+/hmaBiqhFrJNlzrAg5PJBnQMXfl+P8JacJBlBU5HM8QYPgbl/Tk7IX8UsijFUvLbd8okHnzscA
AmhC0jO5SK5xLlaH0OprWkdTeUM7Mq+h5Fi5+tmFdvnsGp3QCPdMgzUDvDH4jW0+9Z/svO6uAfE4
BxxzDLg7iQRwkQ9IEUye4y0l/xyJVy/v5xfVlhEiVuY4vJjwoS0qTNBDzT5jCUfMqz4QLAWYEube
Iw0m5jgz3NjgIPMs6J34cllwcrNYFI+BV2YY7nHEAZXsCuJrH22UEwhUqosBCtnplnBrBofh6VKt
E1C4+b7o6IIGYJA1+ujgCw+ZPVoJ+76vra+gK4u4pdoQV9QF5hngpDpo6AaMEE9m6N6DgI1u5iZL
C4QN3N741M/ugKFZ5dnm3ViJ1jxxlkEiJAurv9V433xKTKP0PztlZ1iL5ISsj6Ev5a6CiHHCYne6
1XqiJ2tE9s1EatV86W16sGsqcfIXVZYiesaNYX6uDIeojVzQWRcu03qPO2L03NDFWYODLa1f9B7m
8oR3pneVdfjqrNE89ehDxRgRQSXG2eAKyf3kE/cC1CRSAmVsI6fy6F7HGbzGXZM5MxSWIWKLjqcK
yTxEgDWVX5zv8ETFSVrYmDsgheoN8VqkRA8SoEsPg/KQtKbtxJuA/Umom1md8xgPZJabppsHsns1
GZ9KdzLgGWdLQft6Bk4e7IcYpg42Sp7VfxPILiZPUzMmARJ0ZkNZwho8aDIQragmB2hNjTujx2vT
XCvsDDJj1emSPkzl4gWCmH0p/al/gAwQzNU/jll3PbTFvpygUUKLakfqlgW4tXza9FWYt+Yjerkx
/t++QWu/eYoUUnmfW7foxxuAOkYZ/PIItmN/R/+MDQbmewQuv3c78MY4rGVQem/J9WZsOLRjekGK
kAVCEAf8RKA+WBPZ5y01fXfedIUsvkW1KPp9rI2KBpKolO72MRdZB11vhCCUr50MCKc60C4Kw69h
rzmxDhPeoVO5Ezn4OKv959//+t///X9/jv8n+F18KtIJK6N/IX/1CRBI2/zXv4X497841pf/ffz1
X/8mDUGl0nJQdCFq8ywqXPz8z+8PER5v/Or/pZIga2Ffld99u62qDZnPsE/NVLzYknwCth88bYjz
mHI3pjeRvdQunfsxoa8VAU+6/DTO64eRDkVuvCI8OJ22t3RQXz8M3bvJHrj3vyYCuMdG6NL7IuC0
tFvZZ1O2x0gFOnCVhIQUfzkypHzLkqajbIVqv9KvR5aaHpARGsMLsWKyr7MJWxYbcJzj2ME15Mif
wkfg6vKYwnv9ugrBOeUKTc0cDTgHc/fXgwKbopTkgPfGAGRoblzV2QhHttrKVvRjaT2tBrYNR3PZ
WOKTJeGdIoRveSm3s3IoC5V0Uze4vhbmwaZMG1PEqjuCAgw2F3yigd11MsZl/ziIzndPQUZic335
Jc4+mTI9haSwa3laapBWnvv6HSQTNFtBbz5MjuiBJ5XjN9Tz+m0jTaS6FEHNl0nK4Hh51OVP/WPV
KiFNgcEKVUwWiiX0sqr/WLXF3CSh5dvFI1KPmFiUuZtd9wnMQmjEc7umHOzQX8Zx9hi6uHN8sEyt
d0ZX2tGsVsm/TPl69A6sbN00ZvHoF0P7kGTKegyaBaaLPuIHQy0r/vxFlWtJBTDP9rReltAfL9pI
ZdAQ0MVj05JZ5gA/1pCJ6l2XeOOudkz3+fLEnn9OITULEryha7EupXn2OS0Ee6oR+sMDrpPwFkJv
abNQx0BYLsoPFPzpG9mEx5dHfTuhjGpRwNdCEoRb5uu3pMbBi9J8eygSQvTVbNg/woYKNl0zY/75
12OxTKmMuZZA9/T8jGFtViYlNv+B1rl6JlBEtwQ6WrRUo2DTXR7snenUSgvHlULTaHXOVoqGBG5T
ul6MgRY6P+p136eFjYMUkIS/RrKOrWQaiWl7eVzxdt1oBnZtviLnqKeWB/tj3VgG4FHppf4D6KtT
aag63dUKLd6AWgsW2w0S9dEw198zW7zoxaNnnTQtPgM+ihU1p60N8WEgn/PQf/mEZMmT5/X6g038
zjPaJJxUoW2KjqZ59oxVWAZDg3jFw6RxJlmFmU1ZDr60vsobfB+jtKheLk/L+YHL6nYk5xTrjCnh
CHk9KyHZ8uyGhn6Q7G2AgfAHWooC4KNtFJwVKlIHbRt076GftLsIg9z15Qd4Z6FzXgqeg+qWsNXZ
Qk96AU2kC5wHuxvlMdUNlaQy9QHj9t0HQ53f7JyReoEEcc4CaEMuQ71+2SAe/c7NSvsBQTtvU8Kr
3QG/Jyeknb/P4/KqJPJbwX9VGyF8VDaKAnBAPWeHy+/89qy2POFZPIzJm5vW2S3XYuYCjn+0HozB
k+jdjq44lmn6BTY9kX6BFGufmtMGjmz0wchvPzfXksugrsuVzjS8ngFvHmrPKrV+APJBB9SwRmcz
Un/auXNiXdOUukvBGu38zl7AIW55dfnF335si+uJq1EIQgrQFq+H54Zy4Qw04kHGRLIiHooR0adw
3qio6X9cHuvtXrIdx8SoTku2Pa2212NhOI3vRuP6DyZwxp3ZeEtCF1p7INLtOjfHeH95PPHmqzpg
K5XDIQMj2URK6vWAGYiL3jUzunyBIcorzA1jdejpeFIajnyr3tntYB4zbG4QkZoCbO6c2VbHCVO7
+VOD5OSPArC9WuW6UdfWnAxfIotbHEmjGuJ5WYbxrRda3t3lxz6bJtsG1M6GcGyTfyrhna3Fvpk6
VGNFfiXnfD4gGlYfCiMTGzpy6UMQmh9twrfjKVPafBe0ez3KtmfjmeCO8ERPKlqUHja1+QB7HSVR
H7F/uhZIjLu7yy/4nyPsj4CBNwS0ZLoOkl4uR4B3dqj2gCYKUEzVFc3k9tnTRrbXWuZrOzTHY6Rm
9cUYdIIZ3AgmpMzaZD/Tvt6YJDFbS8rxg5v9/BT6/8/jEDawKhE39M72oEgRVekkmkqAZvIsxNiz
Vr+GuPTDf/ySPtyxDsdF6MdM430OagalYeRRHzUuRe5JYXn6/MEEnSU8/3kgcEiuUpyJtFbOdiX9
OgFmsuWTBFnar1GFBqmgMWtihVqxeYeHJEhiqrMoGmHXOKmd1RnmP2kpo3DTZ5p24+UnemeNCMfz
PMs1pbssl9c7yTONgch/bEEE2OnOi8X0iMDUtKf4oH6bgqrR5fHOdu4yAVwKwrNt4M7SlGdrMunw
wOmodVxVyEajHYyU03AjE5sOd6UA5h/cqrbH25ry9hMWm339wRKVy9FwtkQJZrn6mX9BIHYWvDdd
im1MEzZX4ZhOxxafOtRBzfGzF9W3RPwaLa3wbjGv/ZUtDRtyYMXlVFEzt3FPPeCXhMI4zZ1x5QCE
QhlYuP8EPSpLgT3EKz+0o8dJOc4hUilwkIwyI7jZ75cn8fyjueTNfDAUITV3DPXV1x+t0Qgakrqn
x5JHx/LGtlCwcaI77kBnLfAseLg83tldYruurT0LfrQp6Yh74mxbh7IOHQTBjaPrer0J05MK9Eiz
sQogvK3SbOIG/2BdLn/kn5/JdUlJubcV7ylMYZ/tXBuCAgV/tz3p1iwPDmVvfD8mRIta3axtqxq3
CC4WHyyOsyub93Qdi2RA2NJa5BzPFieWeVMG5hNTAtdxaR9mUNSsOzulZ3KozLKedqh+GcZxbETZ
0rUH3LCOO9o/H7y8evsgnonuiORCtVxCh7MPnJvge2qIXyfsfczhmmZb2D5kYMozrm+7a77oTthw
ezuqfhsVoNSTIbbWjtOT00dWc93SdTU/U961qJIgJWxGXwe1WOaA6EV28zYG6Zc8VMhy+BuT5pr3
s9Gob24FuH0OnrCrzYcS5daQNLYCL4eqBUr2YKPbkDCtnCLcoqOhFOaxQR8Id59MjzROp7gwlkQ0
MqPT0GVdj4ljBMR+DVnKCJ7UgDrzcwzAPv1EfI0m4TiMYydXmEigzX15zb7ZIyTonqUUejXkdNJe
pviPHESC2cMTAZyS3eR0SBN/sFe0GJHEkXP5i8KK+8FHWxbH6xXLgOwQwQ+XL7ccPH8MmDTwt/Ej
y07mMLb3COaWjxijBh+M8uZKY4sxDLm1ZFNw0569V4mESwzoPDsB2MDLmcrhsdYKtxbdKyyfS3k0
MoQWMQEP4T7hWZKWWbN2win5IMA8P8l5EPJKC4yMoATj6bNDYUwUopdYBJwCTw/PukqjXY439SnH
ja9HZX7RgYyK8kTKW30wCe9sD0lpyqZc4JBcnE+1QJ2vKCOBbwj0wrWd59FdhpbRdlhW4Qix4wjm
x8EsEhPilJLMp8tL650vTVKjWFeE9Vr954r540uHWSPnKQNNGeQC2CuY0OyXEWXR369gCbDN5JoE
x2vaZ7FCPxSdgxs5X3qGnoi86WjfKNefrF0QD8ELcH4cAC6/2Tubhi/qoJVIzIR4zNniiptwLMMs
DE+NxhZH980VDEJg9R3oMkviiXF5uPcWMxrMwgQFzg+W8+s9U5vJ1NISC0+DnXKNjknN+eZzeIxj
skPqAauUtERnY4rL68CnRTC5rbgz6+rn5Qd5ExWwmCmRU3dy7KUMfB6W9HoEQVAH2QkZVYm/+uiM
7gmyzph80RiWzqsK3yr1bWxA7q3JoGS0sQsqxqvZtYzgV+KMZnnndxLJVeRa6tk2VrQ3LLWphRdI
tSqIJeNTHM1DeTsDS+rvKuFA9/dMhI6adeZ3njoUua5B4QCrRaDz8gu+ucG5TBWldkJPQmGlz1J/
lCIxkZZUY1wQ678Xxdh92/dIvAIewgDw8mDn9R/uUWaTHxY4Yior54kHyIbcjbgkUM5LVb4L0Rb6
Cc8TqezEnewDh5pDSooJ57yTYAeqxZ2rfyqx5Emv+a35owQQ468dt4lucM0W5Q4jX/kzJoYVHyzB
d1Y8ORl1d4cdZlMGPFuBU2FC7G2iE3qYswKsjV+tDpzm2ZqlW9y0dDb+uTw775ybNrPCtJACKnm+
5kc7ltTbjeQ0TF6/wVvIAhbrRKeYY2xXKtlcNyrA67AM4ufLI79ZBJiCK7RUOba5oOi8vH7XJhU4
M1UR69DGahYqjwwy0J9ddJUB9b65PNg7hyQBvkXyBc1PUV59PZiyYASIssJKT7njsYVkuRZT8j+4
hDinaB85WtokVmfR/IDLQx/Bej41c0JJE5QzAFJTGBh5IqyEmkKH69AEGM5Ps+3lF3zvOxKambbJ
eblUrF+/4Aw4x2t1EZ9wFEqp4cli36I7vAldhs8amKtwpPQ6kPOwvzzy29iYvsNyTrNguR/E2WYG
yK6GzkuSU+vqwrkLDWpAW5xRwkcZSDq7I3aN+FsUo//3S3eJpZb7niwf8s7rV65Lraba8ONTicfL
NhlKYzUBab8ex9j+PeJDhx1GUEBsoeBafnDnv1m8S7WcCr1Jt5Cqmlo+xx+XLvjxIHK7WZ5smHTr
gl91P0sfPcDYzD5Ir97MLxkOLUlBL5CXZIu+HsoC2JFTJJInPJ0lNDyMnRxw56vAbsbthP4efV8z
+9uDiEldRuUWAuRP3Pp60DoFsz+ZyjmlCHhckWYhZYUx0Cqf22jf0gD5YD7f3r1cCSQ6tksRzbS5
Gl4PKJ0MA50ks7jy4A9Aj8RBPI7/qWy8CLAwmVZ5lPH2ZY6CewjdA7qj3BUjwjV/uZqXq0k41B7o
FLCszhaVtuNE+4GvT01befumBd6JNkW+0bWjVsB1zaccktoHb/9m8y6Dck8t+4chvbPZjnx0MUfT
V6e0ie0QBG83g5gZiNdXHqH7CZVDJKkdK3MONfjVv43sGJ1+JZGGJPzhLH499doUNad7bCG7RDf+
pXZwEEACpChuAWYlCGUEDYSDv59mmkA2ZySdPOpzr8ecDXwcs6AnmMM6DFZKFW99o/DuXBxP9sGi
9wYqNos/WNXv7FpviSRpd2kp+Lpnowq6HEPQ6tNkZspEkqppUHcKfCqyIgRMe/kdl6XyKgVb5hVN
SLYQlznXz+vRstTpYsPI9UmXnAxt6ORrOvdiF4XTd4Wi4enycO+9HHkA4SKBBxf62crtoLNFKEAp
VCOmbN3KCLM8E1BLjkTBBynHe+t1qa0qSbhMpHwWmFeiGmZNl+WUdlhFmKrzDgaS3bvcydWxBff+
3EZCbChfoo54+S3Fu6/pcjqRc5FwnjcyavQPEJENvZNCfT1zgTjPZbFGHmesVxXcEn/rRWDRtvht
mBjsYuCrsYoIvMmj/tUqG6F+H9r+it8bI5SJ1t5k7uYc4YlnIBa+/AAT8N4icBBT4HSjxsox/noR
+K3vB3UEI3h2QSL2IECRy3CyQx6T0kxhYnwwP28CHRbdAp9gwZE2ec5ZDjODxC+rKUBhPGvbX5g6
1ntYqdnt5a/w3kdwbVO4NlhFVsLZ0tatO1amWetTW1TtIy5L2VXbIvEUNbP+4Gx8OxTVC6EoUhLC
E+CcvRD2BJaBNIVDgNqbaz9s5barNILPUa8+OAiXZft6wy6FEhPqsSvst8CXJLCaGkqgA37fBXMV
oIXsyKj9DEq83/lE4Fvg9P5mUiUkGRNllsuT+vaiZ3iHBjnYI6DJ/1n5f8QUCsUlhCdy7zSF7nyd
lvomKVG7pcTmY0cP9lCGyAhcHvPtTmZM4EUOa5TI2D0LG1FkxBRwWkQrKNU9mPOIlpkzKEwanfzW
KvBaboYeFnZh/Lw88Nt1usROrJylI7mAjV7vi8YdyqoCEnSy48zWN6VuUElHM7lKPl8e6L31s2Tz
S1JFGeEcT9EbVl9NivMiRCTihH93eR3Z4XNtMrWXR3pv+TCNeqna8gHP88wkbM1okoF7KsPaAMZm
t1hSRnV8JYYB3bgkr/r7JHWyr0Nnxr8t7sb7yw/w3pwuQQQFGluSBJzdAOSupWFkk31CPmq+89EI
xM2IfP/vzxjyNcJDl51Ct+YccdTHjjYchBNOVhjHPfKmbeXuE8qLf33KMA73J5g8is40SV6vEcq3
szuXDu6WYE2/OXrOr+AT1eRw5q/LM/fONiDYdW0J+m/5a1lEf2w9R4caELVnncZyMra+KbIdNe5x
3fcVDtsA0IixsV62aJV+8M3eG5nQjyPHdhQfb/n5P0amz7NgxDlz4I1nX9FNijde3kL14D5FtzZ2
sj3aft0GYNlHzad3dga1SdpfNCRBYJzvjCLqIZWGnXMKvRwulkF3a2rTZNMNbrS/PL9vb0HCLQ+m
J4eNSUHl7L4IY6P/D/nyBIGYNpY/RcMh0xRVqBMjuGJgF3h5wHfOUl7LpUHEvcvf59NqoExVljHH
iwgQVO6tY2d5CJxEChvFoag3Dtofl4d87x0dDhnBUmUVWer1lyRvGCrE2dTJ6xHaDkDRXmkJgcF0
Co3QTOJ9cNy89/nAOVCmtMlBwdC8Hg9Z7NmcVKVOSksgBjwRSmQzriSD+/dnNV1Zkl1FReptWSNq
p7EqzV6d5sLyXkQf9hvXGosPdvt7OwG9D4uiEEeKc95jk41ACRAJllNZIaFceZnxGUOAfBP0BQh3
q5HNGjnGb5Hj/yVuk4OFOoRyXBewnwbudxajoWGf4NJHoC4A/+YruLD256bwXqQAaK1HyBH1kpb9
9XKRhINoZi5JgrKXw/zPjV+0Tlj2CTVQClb7NkiCjfYK/6lDmWRTQdCMPogM31mfEklEKvceHxLw
0esBkSiAxT2QZPZtozG5jvqjzKV/xJ2IVrvVPF9+vzfoi2VWUXsloUQNGMjf2X4w43qyIq9TJ5R9
2rUVxOjcgDfcRMMAN2EkNlj1kUJ1o9cOqUJf3xQL02eg94u+Q9gMH0z4O9ezpMBAk4jLi+159pVH
3Banwh7UCV/bhq65i8H7CkwKPFUbc8hDPXjlroHMcKiAYz24dpzuLk/JOzuWnHNBoiCeA6pu+UJ/
fHLtz64fdbXED2fw9xHd9NNY1c02rIrgg5d95/xTAvQqLUcX4Is8uzrREFSolHbyFGeueQXTBFnU
rrM/F/Ec/Z6ceLppVW9+cMq/M8MgxwEAkBEsp+7Zodt6ltM7o6VPuYmaL7LiXjdjDoGQyyqtsJVd
9egK3gYt2jdrBNqdK0cPYffBmy/75iyI5z4Fx2PRD2Mvn31m9CdjlPtIgCYsF79GzeDfz30o57/f
TeBmLMqtS5sepZnX37JIB2T4CqFOwnfou3SImhZlI6HnQ8tTOZ3ev187HqcvSBW+JkfV6/GwKR5w
kKX7VRsi+zUa2j5hIm/cFvAPPrg731mm/4+z89qRG4fW9RMJUA63lUN3O4zD2DeCJylLFJX19Odj
7w0cl6pRQu8rGzBgliRycYU/qEG/qap7UsklMhQJv0iTdm5fdDq3WxRfR9wrW0SUIzNGwPzxc70R
lUg+gOCoEgQEvfqcv52JIEvn3hLcmgVo9S9BT1W3gQSI1ZKFkQNer4Efriz5xvOxOamxOITcactt
Ci0m5TrzzQsELv1JVo6g2dcg4eeicfr46d44EbQyHbrT/zN6WOySJsHZLUxDvJ4MhdFxkN8YNhHW
4Dvoc/C8rX78oVmDexgQNqDEnJzPj3/AG3EAopzPsI3TAARzEYSnJPfKJBTwK+Nh1uDIWwr6hvIN
2hvmaCBSBHIn28LO8uuVE/JGS5doC88J5DVFERXt7aeFyFw3dRXnpEGON8EVDFGb010smGYMtHHw
0nxE+pI4exlMI932Pn7e/hz7/9qt5+4fv4c3ogKjVEpcoM5s7Ff6yW/bLBs1napaz66zlhn/sjOK
rchT5/3J/O+rLDupPXJEHRL52dXR03BnBqON9wfS0K1fVN88J/g8J0JeuqRcA3O/9Zm5WDxOEhMu
uCC3r9ouAXIGMNevA7ww+zpJtBy+BJFj/MHQMv/ZjjpagJ6Re+NK0vbGWVLDH9olFPIIbi3umbTV
TBd1yvSKDoQ8+WVjHtPUwLgiStbu79dB0iKy+/5rput7cISWCUw78G8WdhdXT+Y2jiqgWrHuSYoC
k4tOdK04Y+HXhYcIr0jMfccSrPeprmEdz/hHQytauc7vQxe4SaY/qmdvEiYX1zlJTzaHU1FcU/L+
Gp9QOSVbnZzv0ySc4UPXlmtUn/u3raDbBEvYGgrPvggnUKMiR9dSfGnjsTiWuZ7sa6dodp5pr+Uq
9zvKcgLaM4qMBY46WHxYfFpbrIbgtqVu3fyKjaREzpMjiqxP2UI8j81ip08B0omPD+obj6iAhNzg
4HmgzyyCRu+KLsVMNryMqNJJblJZPHdJXFZbkWWM7B+vdl9z0KlhHMzeNWDXLlezIK7iPQK6FnVb
/yVHD20fig7DGJy+kdCduq7dmkKB1Wl3h38/Xvx+/zDOU4wEnteju7CIzRX0Dm/AhPLiJAUdvryb
NtIRPUR7N9jkUVKvpBD3MVBVN0z6aTFyG9zRG60CDTuceS5tWNNEdXLzOIBi2T9+qvsPyNXq0hhW
eSAMpsWpGDwTHV+MzC8TSfXHqvHnFw0i+SVvy2CtpHlrLa41nbYNrW4y+9uw5yVeLsA7TReEhhSw
o0CLGglwyMrZWnP2jaUonBRknsME1muRf6XY2bcDouKXqfOSXxhu5R/LVMt32jynK5vy7aWQ1GMS
CO50Geew5RA6ilc9PIxq/IisSHkyK7vcoy2+hn9+YwvCk1CQE5JYNfS8fYF+02PYFxTDpUfy6+hL
JLSLZADzUaESOA9tt/Jor1SI2xjuMDZXgByPoT3Sj7cLQifW48EN+wumggWOm76TnKd4DP+o7Nr5
ocvQOEbx1KcbWdA6cSPusZ0ozOFk5jjOEMoFfrQ47z7es/fBziHgULkARqIHt+yEFRKDODPF9grB
A6Q1zCnae12YXWIEZVDjGI8IhL6T8UXTAQIh6GUaxSqcLxP6rrCHMked82Kh4vunBqL521jHyGci
CXEwGhzrHj/jG7tKpQYACOB6uYSdxZsPRvR1iqS7NIhFX0pEkc/0+OeT5zXG8f+wFIQYgAvU2kzp
bpdKjG7s49xoL4h15ZTbUXi2tMg+xBRmK+O1t56KMGOrNorqLS72EzbcHepXaXsZ+6T56GtGcCTh
Nb7Q6PBXXuAbm8SjEU3jhJrIc5ZDzwSlDaHXXnvR6xHZeU0Gp8HDVtWL0+FZ1hOCVXP1/pKahhtf
ixwalAsV5+2rjIJG+l6hy0s1zMBNdmiehEDRcrwbCzyqYxSXcUEb4yOjewSxqsDKw39QZxHNysj3
jUhB7sW9bABKpDOxyAe6LsfrWFZgwFH5nT61eB7E51LWKNJR5GgIoXZ2mG/fvZF8i8CkQE2su7ye
vWai0TDbzcWzivE44b11SFCCOdka6kmPl3rr+dQrpgwNyC6DxbWFNdeYYR5Fdq5Ud0I9+Keck3AP
7m5Cx0DrD4+Xu088HKZe3I4MpZigL9G0ZtdTNsaOvAScfCT5oblPmGacRFl9wmQoOTXKrwuNn2bl
bL75nKQBFMA0Ee6AFygWlpOGQ+9lbJzkC/Ie+Z+D60Q7JBiUtqKQ+8cP+kYVSIdanRoyXyAByysm
Jc0QdSv6iwMLCwBamuFWnmMptp2GFq2ZRmJTEk2Jj75kMY8UTEX0Vya17OdoZM358a+5DxecJahF
qt8KUm0ZLuIJVXM0aWb6bvUQ7XBim1+CPquno94Y1dqeuv/I6uSi4qDotWpv3R7ePpbpZOe1fjHq
Cj+zNEMMfoddnfV1Qkj8S+Ciu431VJrtZJeJFcTjfbhiLPA6zSYuct8uDixQI2NCX0m/MCOpt16T
ip/GIJN/q1JDWiZQfsFOm/q/3v2CgaKTUNNagU+1xFmmCLbazoA1b2SgLGenrf+hLMxm50dNsbKT
3/iWNDgBLtGqIgNcQoj8xqlj26E5NVSZ9bP0xumMcgoKhDoKfI+fSr2r26wFvrriaNn0z3U+5u2H
jLgjlbD+dIlATB8YqzroN5fOKQf9d8L4FmBAo4GBScWI1IQoV87QG0/qAX/nc3IXUC0sLgEfTd5C
MUsvpEzVsaEU2QyYk2yQlltL0N5YCvQQ0xAAUtDwlkOlRtcscs+svgjA8HsjmPI/CjySsEGVyUoI
fGOD0hRiLkhzipJhOS+TtH+whx55KuRRgfePWnMB815gYY9U9PdCcJCvkuNSvfsqY96KtIJBfQm5
3Vfv4LdeEPjYZIpjHCAtPEKAL0Xe5JFce/O8axHM+1sEcsjfSbYF6wxexrVsUnpFpFqs2WJMqGOL
XV6KYBDFca71oDjUcYa0Y+F2OKFUdH1Xgt1bLxh8lhq6Kn2HJYaTvqDoIXUXlznDMzWsnV8JmtEb
v4MPaLrin1IL1iAQ97cLj4maBPAHdZMuJ2nGqCyIgrC4yNpqnt25EYd2NAtIWHVxHLRmTUNguR5w
Y9XVU6wqmnr+MisxOjR13dG3z5ORVxES9RZWlpjcxlH3krZ63pUbNaLSV3bQMh6oZRktqLG5Egxa
1rh6VZUxfGnrjNlV05/EhFrttrCkiyJ2h3ZsGRkQ4QrH38UM8PeDPw77xxHp7lpl8yP2SAMKrAkh
YYkKljVWvHMRmWcMhFqaufVYDl+kA37pEMxJrX8cse10D6EWhOFBoB2Cf1Yusuh5EPTY9zEK9clK
Ln7XoOM30bCxFHwWLhR0yduDFUduBIhVTOdc1M6miiJ5HZmsbh1oM0ApYtxuYLhufXyl6OFl0VHg
s/beklb9CK5alcLBVAKjcvsjDG54LYFNch6A6ew9nwVxFB8vntf+reNovJKiLu94tRyNdUoPxacn
Tb1dLrYnTI4Ksz/H7jDKj1kR5LCT4gk78EPDNkm9DQq2Ge7NWL8lEyNPrBFWtqN6pN+vJ34DsDFa
ExxyHeTf4npCtj7BScPuz/jkmf+585R/y2Wcv8gm7lced9lDYikakOw8UA40OJec1Bm7P70ZnA6l
vNLDcaJu9i4F2MrVcH+sabUwP1R5BAFsmTMGhVMyiR/6c9+L6Vnm0HrRq8CaJh/1jY/E3ebxaXrj
IyrtFS5ZVYrT97z9iEEKP7M05u5s8fWGL31WkY93hTWNBZaHhZtfoLiZITaJuBdvory19ZXJwTJW
M5InWyKVgdgMGE5fbCNXZB7S41FzZpOlGBWkdjnlB+h1kEmy2kP+qtSSDh/KwsLIe01Z6Y5wppbn
0bmiaM+Q6KgX9NuV2JVB7+HMPp9x44rM4NRLCvts42MClR/Q1Jb+1Wf2p38tbfTyaKf7rQiGrZz1
3v/RYbdivAyz71vH3DUT7YeGyp44WD0a6HtNR77g2EAwi+Q2GmkX/B2HMs0/Gl3qYdBRKSLUTz/A
jvlzg385YppJjBTne78wqBKuCYP5DMdkmULZSZCA942YfSX1lzLu8INucbZptBw2Rd+X184z24Nl
JNpKlnp/YCzwuAqOR4RQVfztm80snKtHdwrPug6SNKX22sbuVHx79+OxCpNhm6KO3bP4fhLr4Mq0
u/CMcZ2ZbqKmU4JRdj/QNewc4R99F3D43hsz0wZLWkR/vHd9ACXwN0gzwM3igXL7lLFXlSMUq+A8
eyHcUCKV3HQ9M6c5zsJfeARGuyzKuwDBLrdd46ffRwtkbShnaN1BJSSdvF0cWT6BvM0cnMfewCRI
d4qntPaLj72B6mPts+rjh31jPRoxiPIp3g/sBfXvvx2WAKXbPk5H79xkNcbGlWX1OJ5KyGWN0CgA
mqheyR7fuFkRzSHhoAxRmIblpea6IQl4XXrnaG4VFQTL87mi/NAnZuReHVpIWNZxxSADME2SkDxP
CWzVwYiL56wJ8nLlOL31CsCW06DmdCptpdtXIHP0ABjS8wrwobho0fgFyfB6H/Z69lwILVnJdt5Y
jgmJC3EMYKuiHNwuN5Sp12IB5ZyjMUUWp4UYUkWTuzciY9xMOtOFx1/4Pr8D6EbTgvLdVN3FxX0w
2rxLrGmiS1fhZ7CZhYknKTR445dbheVT3TsuRl+T3X9FBh5rogDPkvL0+Dfc3wjcBqwPYRGVi7vA
UbgMkkOrAZ81GtWpa7Bsz5I4x6mBJkkZIXOYE+7eOc6lh8o4F/VH/lTlpopmv23tgiEXTYIhuiCp
F+wKZqbHoPLKA8T+NXWL+6SFpVR5ouoTZmCLb2rp9J0xjokuOIpr5gElyqjaOzo8zX2fN8F7wa48
GX1LVcCjOKLmOLdPZohMYGhkYtDsac0Zw0ttUxZu9gNv47XGxFunFVAQ7SX6XexYZ3E6RGhhImp0
+LY5znywMlw8Sxe/MmGgIS6Hwd6mI/KoaMphag4TCRveID483j5vvF5uHMpqCgQFg108b5hrkS76
IDi3XVcdhsH55E9z+hSCQHl/LCBjIHkh8PN2ly2fJA+c2UHG5tzzPo5+UepiIy0MErZln8ttHhXJ
O0UniTro9nCp0v2liKfavP2YyWwj0D9oaKeNhvkM4sGBmW/UJxhl7YquxBsfUzXwaDMxA1eHcbFP
zWgojAgzhfMsGvoEdd3o/4aiNv50+wx/lBre9MWe2hGj56nTn2dbS79jB2ivhKT7EPhKIWMTA82i
vFEh67eTKaq5taAt1+dRaD6N2hbdLJllz34l5dmgwj8+3j+vKq+3RQWUNVIWCilGxVTZtwtWLU6H
+JiIc4B9DZIlbl5o1QVhcs/9MuNJwQNbYYFKudKmObaBXWufR1xR6idn0LP6v7DWJufiJpPmfh5w
SMXARjaF9ctLOzfCnmew4mRrh11SnEdzEt0hMIYSleZEYma0SU0TM0/cB3H33YyMc/VkM0VRYH2P
Aw8Hn6Mh6yY+OHbWg9eHS2H+0LGN+xuNLXwWfbTCvX0+pFH20S+rotskoSy1/eNXdB+hkTFmV3BV
QLggvbx9Q6VVmbwIfn/SiPAYjPNnJqbjicFIcWgm8Lz6GI4rucf9sSZVVxp+9DzVFGqxpqbZuF27
GVquuDnuEomHs146Lh5XNCHf+3jApUirIF5Q6TH8XjxeOhVlrBX5eawn85uNhUW0azO/GbehZ3bj
UfQjGOVZEk9XVr4vx5jpQ9hhUsnZBr96u3IRRIWUOGecXRSARjjrkQ76RItwcaEZkh18O8E8su4x
cJ2JcSuR8/6zUgFCVaCxQ+OMLujt6rC+asm1NZ6dvrCQ54ZLSCdh3Pd0dp7L3J8/lYqI/fhlv/Fd
A0YSTNZovsIYXVwZHVBpZu6YUXvmGNenvoQ2eNLNKkYhu3n/XYjEmmehvqmm3sy7bp8wibCAmIym
P+u17uzdBtNwEpxgM6fWWp/q7mW+gsJMtAE8ygKGXbdLeSg3T2MVt2cB1hI7zbzeY/Y3vIyRblzK
NM+wVM3WMKV3L1NhT+j9MN0CJcZYf7EodaU9VElzbsMI7XvaYc6LV0+BQD9NRF8ffzm1HW7iJApL
ZOSglQCU8vkWT5hMKb6buLOcu2YI9iPzrZdiEMEmQqJsP8Fc3E0Z2aPflcqpu7ZXbt/7+0kVXgpJ
oVr2uAcs7qcsARaF51F9riwI68jiB0e7HHJUp2cZf0DVON9OzJ1sfgGu4jsMiWsTb5F3g9tJzsH/
0c1nfsBOXmrWZEGFjbJvyHMxW6hQtJ2D/QFu4JscSdsvj9/53WWo1lLqIRaTYXpuiyjYOSYamyjx
np3JAsla4pyZbsoWJdMDEcU52HEdGisn9K01wZST6TBUQ3x6GRZsFDakG9bnunFEfBKFEY9fXanh
al3RFvrsQZt/7+BHvVObUSWRSI2Kl6qpoZePWtY5NY29rvrXhUO1defI/Tp1aHw8fqX3DWXWIrlg
I5NbkXkv3qlIk9B1ik6eNb5w2jGdFWUebXPZNrRstXAyTiQEQbH3hQi+kqgLZx9nidl81nAxDdNN
Y9VVuxKL33jpJJZArkC9qy7r4kehKtK2WFsX5xRzt+9AEvuf1PextgG21x/pS0XN+z8zTWwKTaVL
pM71bewQ5ex4WmUV5y4v6obp9GgkuxiHtvlnaGf2N6vFOnIlxzTVGb2NIbBdaD9CmrDY0sviRM8G
K3Fok51ngB2Ft5k5OInYOrgWToiYqDaZGediii+WhV/RJ9ct0+FQ49LmvEy1iZhN60xD9beB0461
FY7RRq9uiykOP51LFyRIIj3o9kMcBGjO4QM2OJtYYFv2RffGUZ7q2RXt8fGOeuPbKUFccgjfBXS0
nFDEldV45VjnoHKr5FRqjnnKNDnuTeF8FX6crkwfVGm6eIe0iylZldY3BeUiDoqiqAyRpM1ZZ753
yca2uZbetNZHfJVEXSwDvQ/wBFcaN/Wy1y7jAIWtuR7OWK/03pkKt0SKRcdi5FD7HkPuUAPL7+5G
DaeELzV6qcYlIldDTtrKy+xHNmM38hGn6CH8RnsmiD+kNh5w084JSsvcYygY4feXkSkr39ZRYMyG
eaZ7doaRmA4f1EcZfqpza+8kWdgeQdkn2gnKKB23UpY1TEAgB+YpEXZvYAYtPGeTzfnkfULWVkch
J8yD+Wdb4VSLEybWXn+VmqHH+yI0bfESB0aS7HMEO4Zt0uAMtMv9eh6/5baN5Etimv1/eFAU08tc
Gm13zadYs5CpteLZID+Py1K7yKBGbmhjmMhqZBtwHU7wguRh6NOPnLAierzJ7q96Bh/kikp7GcL0
EtABloXfQBFwbhHTHU+NMEecuqM4ybdQZpp/H692l5gCEgZyQC6MOhzbYJFYwCCPpoCh9Xl0c6+O
d2iK2/VH/Oo971hOY5L929ZR2hk7H+Myb5+MGKx8fvwT3nhgYNkQPmEq01lYxidtkDlw5KmmtzCW
3y0oFd8lxjNYn2Kv8n9YSp0kJj4wOZY3XlAW3uQmpTy3yEIb32cIE8MPLSND/W9Ep8v+9Hi5+1SR
Vws3kZbiq77gooc9dHUqAAK4ZyzhmudC4ggHw/WcG7J7xng134AedFYi7xtrqsYxZT1xFzLXImjY
KRhVnKmwhpVT2e3MrjXl1tXs4msfNdoWcZrujzjA+ubxo959REUdA/ugKDlYxyyLedIal8Gx5wJk
K+1nD9PrS8K0GlPLdu1ev4vCr0uhIwixVnHzFltWpnHYIKDhnppYq3/ZTTDLPV6b2UcTMZRzYc39
yol8c0GCvhJ6pxm/hElaVdzQp9fck2vPf4WoXT8PWHbtDH/+pzD15OvjN3mf/iIhSMCHEcI3BAqg
roXf+iK408x4THr2qdK17JPROfoPuyOZ2KdZ6cbIJ5cVZsnp0IZnU/NaY6OHiEbt8J81949/yl0h
YDHeodUGPBQSDlf57S/R/bCJ/MYzT0OP2+6/2hRPjbcvfH9I2ycxOmmk9Mhy/WVOAbls3RrQ3yHN
rGL4/viH3O+ugKIZVQ016/Lg/dz+kKBrGGAmeK4OcxNtIivWj6bTlMceLM353UtRPirnHrazDjr2
din8b/GyF9iB4nrrV7Rt4txy/zBl5I7fSdP84Mvj9e4CMCpKSvoHhCbzF/bY7XopM+Np1LXu6Kbu
sG8KN/5ranGUovUjj7EtoGv7bXS1bZHsHq98PyLlCOEnANQCJRHjbuSRl7Mvkbhpj7HXYN6GqMjn
BMvfq2aFYs8rEjs4rij8GF4L0NnwkEys5qem0ZOz21W4ydnohwJMKHbo0yHmVYjqnKPsTGEW1Fie
9p3zyRFDdNYHnA7zUJovtpF6KwHv7nSqp8DeCgI4bHdGobcvMAGuEtmYHh55T+41ruv6nFd6uk2x
gThga7amGnsH+CcBAhOCqCq1ONCEZagjGXDLQaSAumw7FgfU3GNG6FbY5chNznNtRn+MKI12F+mF
WfShA2mfkykA53nysenQvwRj7GtHzDVptW00xJTstcruNRO9yen4jYQPpBQos4AaL2Kkhkaw046d
PDZ4NFyMZjI3UsZy09RJtY0HLfnLLUxrr8+D9TxWIUUmOg+7tk7xtxVpejQ63d8ZdoQjVRynn7Dh
tg+N49S7Zq6yM2r+2RMehFiBopX8NWiFeQhk4mxzguNZxI27cTBXPQAZ0U6YBk8rO/cuLqmn4/r2
wSwhuLaUIUPoDwGhSpPHIvLKHfSq/OnVNbwS0tyFWdc+j2hG7fS2a58YhsXvDRFqedpNiO+oAfzy
AsqkgSzxGDfHopqAnNaJf4xlPW9711qro+6jA+BSpgIWKQulwJJwasDxG4Vrpee60APZ74ws9cLD
4MgxPVhzFVYvvumm1s8wisv51yxp/+krL/suoYCFxOmymP2QyIDRWpwvJxv0XJb8hCwfr3FUNVvc
Q5tnZyjqS+Ny0LV2nk+PY9Obi/LAkLpUwF+Kiw8IuErfjbJzIM22T7ayRWkcZXG38k46HiPz35lp
Fmm2LTNbNmtK43fXDUJA7C41HgH1S654+8jTIIVZGXp40ga0wDrHA9/de9mePlO28nbvl6KTyAyP
Jo5LQFlKhMQUM25STMGpatz8RAvR/ISChredseNduc3vAiWXDI1vCj3V36cXfftU0YQLsu6FwWnM
kuigF4jE+b3pXuEDfJOZmb13vMNy9JqZoZEcqXno7XLZWGG2hA/vKYcov9dRU9/miKmdtBirLE0g
UPx4y1iLV8kMHUQBGe/r+IL6ZJFt08fUQ9satCcbmEgBOrSqh6cCw5nsEHe9X9M+LDwEeWmnRXIj
PV2Uf+L5O+jHDJdI9+oPto66LP4kCM3CWNQP5NHd/ENQlP5HSYlVazo7YJZnytd0b7uZOx0doAFz
s8N4Knsah0x3D8YosngToPxfb8N2HCdcr+Zw1F4C2MsfUSWxu1M6wVfcIsTNxMMOQTacvFQ4424W
dRgdkzb0CkrwwpitNaTHIqDAsAXfoSwPFHJHlfu3X6V3sJ6n8xM96bkVHqWU3/rWcb9Y4ehtPbtz
d2nvgeeZ+rW+1+JEszAFJvkbtFQyDdteLGxQxb72lZEqixDS0I1fcGy0fZ215tmI7eGkxDwOj7fE
G2siyEmMttTGR7zl9mExTE6EM/v10xj57ilK0CsoO+FfZWpPiIxH2Q743RrN+DUr/u3uRQIcoVWW
VIBNxCuXBXzUc7070pmvNHBsfd/3/mxiy9PmFTM0Y4r/qWQ4/FlnmoWpctXk9tZHj/xzhMUxAg4p
PPttXbtNs5nQC32x67qUh7CIPe85EpH/zZmlGX2v0kLLWyIxYD7kvfPYwqa8iKcaOzdehdgEEfbK
L+hktemun1rP/6LXhl/uar1qxSfLF7PxTQ5VXzx52IZltFTCKau2ZQ6GukAUN+jYiUowPkIeUOJa
gbHDAOr0M5099Dq2eu0KIDqeCMZ6Z0RNKXcdfkPXpoG7duAeyb73Apm6DXPz4YwM/azvE67NDyNU
un8yzO3+DSAo+psGS+z3RTq+ALOZVxk3Rm6EusWVVQXxEMxIWl+LwJDojBm/pilMXmzYOacpSa2V
DPRum7EcSSHJAEpElKSL5SQ4uHAE0ohgpJNem7C3Gc7iCx7StjrMnfNPGUTv5FqqRwSOwVEC8w5o
YKnMFzAPaka4tlfRyemzI+bqz9bs5NW1mNcGSqzv8VG6C65oACqjBHDi+LdQjd0eJQfh0SQiNXyp
Y2c6IqyWPs1zXB0BPc/Hdy7FfU+gwNwQUxzFhrldas7CuoQcHD7V1Nt/6HKcNtgXtT/ycVwjbLzq
E/1+VoGz8NVQE3kV+AFsd7tWVvi1QWnZXImVFTWYZbfFxTEH7aelpbbYAPEEBz+kVvAZfNXQbTXE
eIKjxJP1s4/xr2Lv4YNyan062TCgEP2op8743k6tsYbLXtzfKq4olSWCt8JDkpzc/tY5qmhs1711
rSt7+lFCzfmbxML6PJnlLy2VYqVXph7991dD/wgqCYmuA8mN3vAieJZZ4xZDac9X4Dj9dcCn+Hlo
3XolRN8/lCpTODXKyxImkDpbvzU7qk7gU5mJ4Qq0IsOaYdKTF0M47ccxmTAD50pZ2chvLkhiwpCY
5hH30e2C6dSDDpnN/moP84SCiDCCbZ/5zhHB3OhQyspd0/e9Dw+8SUhzFGKECKAutyuOUzlXWknu
7MW1rm+FhdJ5ElpJsR2LdvqgR5gO9VOQrbzZuxOLzbFKoAlKaky9jEqagVQ9FDXj2jhzv9My191Q
Uv3XzsGaKvQbKzEOUUeVETwkucUhaqFdZmXetVcnRPpoM/WQcBybGnFjuLFciQ6vUInFvlTRj3El
H5GR+OJ16hCs3DaP2muYauGuM7nft5oEnfZnZ3mt3Jh4XLYbf5jiH31r99WmDTo7QJTVDK2NyhSM
LxGDsP5Ud21f7+zOyTDtMLXv3INBtS9ap7vMQYttmWskEYJqUhr2k4d1OiMrBgLp3iv67i+7dPVs
iwRP9QkBVDM76PY0CZSQO8nExGvGtfN4/5Zh8VOT4MsIoB+Gz+02gsM3OkYt9auDd9uxQEh003th
/8LsYlhJpe/PCMGMDjn6PWg2IAhzu5RsesOZ6P5fK6//r6wp9sOBG0yR69ONI/Tq73dGfIp5ECJo
GCndGULb7XohsL7BjQc0JXPT/m/Ee2jft2Y9HiYvmtakXhfNA7V3uMCUbSgATILcIuJ4kxUmsgrs
q4PS806UNqoBHPurU0UeGvz9lB7w9pRgjc18PloiXhMtuX+7tCyYOL+qbnDJqQ/9W8grmEpXE6a9
Vzvyx4vsOltsg8yc//Fd6XywS5mEK9/zfutwbzBYASyKciF8iNsVg6xIc+zd3WtYd/M+xgznHHWD
v4/GZF6JOvfBDr8q5G1N8m5PR7n3dqnI6X07MqimrDAz9jqaoafOHrkVBbIXOmY4P30NS9rH++fV
H+/3mKCucfqokAI5HKQP6pX/9kpTWYWRH4TiSsacpyAYvaHY9ug8z3tpabN4QvHN+xOGWKiD/g3r
+Sj0yLS3SH0X1S6ZbJFt5Fz51ksaD95B6LDxN7TzPPOQ1mWiH/PQlP3+8a9e7gP1o6GWYVcKFkLB
P29/tFmgQOBOMMoS8sP0U9llvrFroI/9JeJYiI9DNDjvnJ0oS1cagvD7KMoV/nwRRGZ/dPrenepr
kvX5X+Q8frHTZCuegzTtmkMQ9tPP9z4ld5ACYNBLh82xBBN5cGDzaQybq+zr6tlsZv1EE1x+TyO9
Q8DRWpPPWBa4PCGwD2IWUrkg+ZeK0XzP3qwK/DYjcO4RFbiRtLvIt4rwXEmcsDYuCqFf3Vlo28Hs
5u/vfloAhqgQoNJIy2MpBuM7Jd2pwaiv+TC69r63heNvg04E8fM4VPo+zR1+yLvXVAwnYG+Mauil
LAKaMr0uQs/BSmzKq2/JaNZocre+vnGMpviU+Frz+fGCy3DCHalmMKoFS0J8V1Y3tsu1aGrTVVFi
TznT94MMgFJ2ebNWC9yfEQoB4FBEEnoGd7g+EQZmg1bIeB2EYe1r26621RTox6iM/p7pSq5Ucm89
GSkMqwGyU7Tf2yOp8B2DBTf9WiJ6GW8llPhuN8R2+9MRyXsFN3FFV+mGAmKrCRtOnLer9cGU2D7A
62M+zsPeM4vvA8yyXY+k3lPWd/bKGPNVve33KMl6cJpIcJibKtrNInPySRcGIKf1sTKGGBoxVU3x
0nZ+0G5AX+XQqMxEHEeBo+QmKkvrFYYWJQCbW/e/LtbRXkeFApzW0IzVR9/I/O+1JhtzEyJ6+ofe
BFq5LQttZN4Mq9HfYhed76MUeU9w0lq3j0r44jSYZBlvpwhNvW3sieLr4825vN5fH1J1yhV4Avbf
IsKR0uHZ2tfyOHSafImaNAa+rNcHBmAlMyFsd0aXzq5R2vnRC8Jp5aq9XR41GaULiWI2rTUGMAT2
229aGnlr+syfDtPoZqfQLMzLpA3p3qLX0u4GTRNosCUl2ApH/IgyfU0lfAF6+58fAGgEsgahHvrj
Ygt7Th1EGXi/g9Vgp1qakJVTY9Y/xyB+d9ggz8+j6TsfWrPoz9Joon0NynOXuppYuZRvA/H//BDM
d+iDKQodv+b2TRR13GnB7OtYhYdgAGhYIR0ZIZzb1U13CSFKf6w7LzrA6rCPj/eA+q///0YnVKjm
JumH4tkqDbXFO5hx3wZoEZvHzHOjL1k4h08N+fvKp74NFq+rMAjkcqNvT/Nn2V3Mk2rWO3u2jr5N
UY5RpfHZmEy5C9JwrU9xGwb/dykG8CTlzIkptW7fZQiQqvJi2zomXmd+SLSWy0sa448wGv3DPIdr
CdXdo9Gxp9BA7YrhGhpbixfoa30bSBpQx6TsIcDo0F3wH9UOAy2D7eNvtYhKPBsqn1yWpAd8LRj2
ixPjRNziGASaR+m07ce568Kdofn+BoapcdTb9J+siMWZ+nj8iu/hvImc2H/W/ST74pYYLZHdNUf2
IcAIq/J3E+nWZXKxOze9NHlJ4kL7PLsZyKUBFWcJu/DYR34B+1l5SyJjsC/drv70+JkWI+L/fSal
jEEgUkXx4pkMp5noMXfmsUYn9Q9u5xSJAG8+WZkl6T4Dntbtsj+ZvdS2cT57p7x0JTNYTe59a0LL
wEdU9fFvuttCvGYFXmSipWqA5WvWRWxYPeOlo29lzgeElz+1UzOdZImia1XN/z1ebXn41UclP+BS
oyPKS1gc/sqdRyanlnWEjRN8yQL0y9gDNKr1Rj+K2TY2NaSxH6kgNL57ZeZOJIAI0dEDXpbJWUx+
Bp/EOgqO5iU2wMqkVhxuPE9Mf+hWol3jZjbPodasDaDunxmuA40QKI7EO6Ydt4fUckJJj3SKTjlt
4p3Rdv3BSnHwq+ycwtKX1T7PC+x6O2tNk/n+25Jb87hKRduhqFi87V44pQTYlp3mAFqTqLxqXzlW
/Jz55Gdocq3RhBbrMUlTtgkqb6GMIPot1stHG7GZSEAMsgS0+cOQaeRkBYWdH6B3PM6onNJZ7U+P
P+39sjS0IK5xr7OpIAHevmDpJYgqu9I4FaGlYf6IURee6f/Y9TAekjlag30trnKeUnW6fT6qA1+V
buHtcnAcushGUfqEC5ncNYHX7bOqt75bZRL/dLSgPWWj7+540/qm4GuvpPWL7fS6PFJx/v/4lPOX
2+VdvKG6CY2GU859fukAKW7aRBuOtUg/JEWr7/Mk+wF70To8fsu3FTzdHpoEYFvITLkBiM6LdaNS
T4Imso1TXofJdx9XyK2dDdFHJM/M42yR3TH1LVZy0zcXpTUK5kq5/Cyjk5kghOcHhXkapWMdtML1
UWIgYP4/ys5ruXIkSdOv0lb36IEOYG16LoCjyUOVTFF5A2MqaC0CwNPvB1bvdBGk8Wz2RbWlMZMB
ICI8PNx/YbYR5Hsucpu60y4ZjL4xwSjOsF24n0KCeKWBBdTXnnNTP0Sgyva4EgZeomn13kiQo7C5
Vvlu0LeHoCytDcQc/df7H/r1cqawrhlcjaGEoVC1OiQkUq96PAvrgPbzuM16K/d1IZO9E1mJN6vR
71kFLhPLQ0IbJPGnevgKvT7FupHKOrUPCZ0L3y4d5yYCwwHLs0Zv8sKx/tbLIV7EqY5X4HIRf7l6
kb0olHno7UPKGj5g59zc6HIBTUpTfsrZOBdSvhXh4K+3g9kHt4LIS8F7tVvrch6RQonFYYZU4NWJ
MV9XUuYf9DJYasKasW8iu9jrmYmxG1jJ/cQZ6CXcWfdD3s3XSaAPD22CqTp3hPLOqIr8rhNQRCpN
i3ygQDkoFJWUSAahzH8vlVymhpsZVzL+H2zGGt9IcXUwyiDBuVmT+Z3V55ZvaOjx1k1/Se7mdVgh
bC/mJSpaB2Tp+suJmYdAK1ox2Ie6dJKDq0OI0UCh3MnWBnkAI9Yvs9jZxTVije+v91VS+fyScNg4
ogA6Lg61L0e2W07IyAHAg3GK9WV2eQCvNmo0dwpNe3x/rDeWn/n3sVZ7q0KsFbfxThxEqOEULmCp
T6K3TzYUAr8xB3F4f7yVNQzLb2GmAwUDGcb+olTx8uXiuertgM77gaOpf1Cq4a7Q+nSjt1H3KBs3
+lG7yZXeV9ZxQDTEQ5lt3JGoLPxTpd68/zCvPjR4czDg5O2cligSrPaeGDCEVuFUH0ah2D7CztYJ
muY5clvjw++ORJK7KMcCw8aPbq3AC/LMFArZLek58gZKMitbWQn9GKe6/ZsBhcYZQ0Ct4OPS+lm/
VO90c1kXrnbU7Tq/KrroSXGqH3E25g9ark7b33uxpU1HCruQEKmWvtJWwN+nFmFmmHCObNNvWje5
dgvMGrMhv2Qktj76GIpLAkfeAgKjS7g6b4dmarCYYWHEajt51dTZy5qY/bwLtG00Gd+a3BQXLijr
7fE8JjehxTwQQpi6WiHWlNCRNFvrGKG/v9PbUtvgKVr4sd3E226myvb+51wHnWW8hclETQQAEMHy
5e5oMyT+C24lR+Dk9abXKsNXR7CDm4ky6fdBQY1eHXN3hps3sFXfH3z55X+rBqB1sAzO2GCdOQLW
LWY1KEQ/jJYFhrJW/zSqSt30QYMr1vvDvDWPVB24dEDu43+rkFPmldW7jrSOGLUpO3uaPhoKzJ1E
IEuNpkp4rkNRXzj13ppH+h4Ue1CBek2dsVG+rbo0to+J4YRXiMcP94ntpoTwqfT1XKrf3n/HdWRZ
PuXfxlvXIcyi0u2UStKxHMuPaiOHa1QKp59DLJxLaIe3huKawcstEYxl83LJUFOCaNdIeCw1laqs
K/MbwUG1WcgYF6LYW18Rqjo4MdCKi4LLy6ESVRaBAwTg6ARDmniBHTp+HWcpeQPiVt5gF8WFdPet
l+Osh2xHoWoRR3s5Yh62ppGpkX3EDKLZE2iUc68H1jEFl/rbQ6HntPRdHIK0xq345VDTZPRW0kTi
qMX5jywzphs1wTqrCqrxwmd8/VL0BJa8gkYc16VnXsvfmnD9IJ22FL040j2IbqHJG1iVyEWYsf49
SAV3XIiz9HbAFC6VTm7cL18q7ZNyCkJDHA29P9nZ4pbsyA6AmgNYTUDLNyJ7/vj+2n+9SujrQJGE
BrPgONZ+O1M/Y0rozMGxCxvds6GzntRGW8j/rbkHvPl7MmvP77iI0FCAg9yA4dnqXMiDYRxbMoQT
Z6m9mYomvBNmalwoCz2r5ryMju7SOyJ1pntKyWY1jKGFmTWZY4hToJvvRZa1fjtnw0OsTJMnk3y4
qWpaBiIJoofajBOfFFVGPurl8TbhP17bDvoBIk5P71IfxIWo+ozVe/V85I70K1HjeWUQYw4jylyZ
phwTewi9FoDAD+yfhuuml5+yEuEjJbONHaRqY2N0lfCtvHD3llW0mymI9NMgx+5QjKl50JPWWGRl
7upxBhFaZyHi+o7h05tsvli4FfqY6BG4M0T0FMUOt7aV2D/SRNpnxLLSbWWa8qyYUhyLMR8PQ9W6
G6sBRC0TEV44L9/YSjTrASIvFSW27WrTlnbekqj3yhGk6HjKIsQSp6SwTh23xAsf+O2hFpQ7TQFa
X6ujuUyb1rTKSTlaHNA38M+RmwbLcwqHorkw1KsT0l5QDzQp6QgADHdXSy1D6C1FAyU+iaGNNnGi
6Ec3alVPRK1yNBxofKaJftT72/bV+zEooCSabQy4WA29DBXwAgkjxpicUB5r93FvtXvDiYd9YSaX
TuO3hqLkuWgF09SjpP1yKKHAd4nsIDkpXYkRzWiPZ6mPnT+2eXGBGv4qGPFWfx9qdTr22WBN1ugk
qJo5vddEWrGdIiPa8P2/hSENzPc/4gonSTBaxnMWxBXHCPniakG6E3RZUaMHOPSl5RdKWW7CNKq2
+jhj8SOK8FpaoDysQojdpBg9oH9lBjeMfIKeaMWti9bO4xQOFTowXEzKKgt/N6XlCQXWd8BOWF1M
wsuPH4ii0hID9RXCf36b9NbnUdfCPzPG3LlmVv6efuFfX4RuBfBImqosMOPleBi8hBIp/BSDlaHY
JcXc3CRFj0ZJIRQP/YJa8aQe1f5M6lZ4o9kmVzZOcBcSwBVZ9PkxIOcA0oKqAt5vjfLTnVotilZN
T64xI9yoqOjjjtU4mzeznsaYLmWN+2S3Q9xR8cnn760e0GBx4d7XvxuzFpjhsxA41W8oJqslCZwe
ndfKSU+9Ct5wDpG3gryf7yx294Wh1oU7ViONZtIIKB3cPtcoi6Yrh6TEhu9UpZl+E+aZ8Cxg59tI
E/I8BrXtO7gh3EV2pF4FIT5f7++GNzbfMxnLAob3bHH9cupHBAXLDgmxU6EN485p1ehUJmq7raZy
+mDR1Lww3puTTIGIIwGk+aJivxpQzsFc5UN2GuzRYIGnEuzK3NWedO2IdrwbWf4MByD056zX/XJE
NodNecn+8K3PDg566XGQAlnrlDyoGndAizA7iVGMH0ZAYLsQ17STmfWf+In8bChu5ttTG/t2hzHP
hePjjfC6ZJVgF7gwc99ZpuVv+WU31+EUVHN2MvssoGjUOjetXcUnwBOXjPlezzBLmJs/lVJQtNRR
Xg5VDRD3h9HNT0odTV4phaQ87CpPaHU+6n2cXlJrflU+WvDngKzBJZKMwdlcRS/IZqBmNbc9jaVw
fDVBZLFFRBjKUlR6SlEgoJLDAlR7N9sOhtHvkaZx7mk/Wp/FYF7qyb5acKQe1CNZcotMHsDl1aeu
i87OJmUcD6nIOtergYgcMprqPkutQhtkzm9ivsNxqgbzT9r89T6Ole+/t8sohS51SjQh+BzwlfSX
c+A0iVXKEsJYb7gjmPAh8yxRRldIcYxXo6gvlcfX2QmlcQ4PKgQcHlzL1okCRsYkW4WlnVyzsDYm
6PeNoTe9hy+RjhaHnvlpWNgX4veS8vwtuwWiskg+AgIl++IgWcshmXXQlQDflWtnKo1TMYroTunU
AYn/nrZsN1iHscSkIy+KSwX6N0dedDAWnjBKf6twPY4h5aEJtpyWWuqpDF1nj0NgexxKpKMbZBK9
TtUiLjY4970/sat6DO+MIBMFPKp4SwRdF7sT9ESigW7OuQUXtUkHLdglsvnNHuUyCpsKHCDXUa6J
a1l3qxVt5xZzfh5HrT9Eamd4YTdG56ZVZz/VZuX4/lutotPzeNQrDK6HCwB2ndzm4H1kaE35OXNE
srGtJjw0Y4cN+Kxfave+MRRqZNRE4PIBxFtjjOCfx0OeOfmZWy7zVJWBEF4u0St168S5dEFcstaX
S9R9MdpqHwKQnpU2x7OSRogh/LiBA9tLO6ONX34gkTfuOKHrx8ps3DOCYoaHk7N2If9cxePl4y51
BQ4XAhO4plV4lBi2pFkk8nPZmHm4yRGs8uFpGh8aw7wylRw5zPdncx2Q/xpxAXJQm13KGau7ytTx
ymLiG1vhPF2l1nTGZ8r9VfRKferxz7t3NLLcKnE/d64IVD+0qHQghFvwcNUl7uQK30xkWt6fKzr3
QfROOCJexsI+atsWy+PinM6WQue3yWx/qFsT/nUKoK1LmI1cD/e6FLmvBFkXehoU0zOQ4nZrRSbi
0gZVwrBy7E99icikQBzA2AT5pG0vfLi3lotGnYldx2Zg0l4+aic12uaKWpyHAQPLFCItyv+h7YvA
VK9jhUylAx/3tXZa82NbJsY2dAZnuDB9q1j+/L2WKyaq7EvJS10lTNmSLTuJXZzxy5pBREhroHlu
V3urHlIvSDrFE3r6m/3kv0aFxS0WKS2uSqtVGii5GJycWQpTQ9wAXP1SjHoJyGWatwNIUr80o59l
rTof52aYL+zTt4ICR+X/Dr46smVQj6hLtMW5opF30yHgt4GaZ59ivfrz/Sl+azOSfulsDghiSJa8
nGGnUoKorKbiPNVB8RVAcroVaS+pAXFQezk3od37A74+qhABAGlHTwuJj1fdisZOqp7CT3Fu4rq6
bSJszoLY7vdy6u7QKY8RM3XGx4GZvhDT31pGYF3o6alcrujQvHxT1ZBTqyZucVawltnHah1vLAlJ
VstFdKUKlPLnEFTI+2/75qAAkAXCjPSy1+RVFJDpgUxheY7ifv6Q2KK6NkJ8CEWTW7vADJv7uLIv
aSOvYaPPa5f7xSKTCDiMc/Plq5aZGoTpWLF8osx8mtDhP3ByTdu2TtqHVrN+4apq3zit8rmGwn7G
uKOhiGwbl9jTb709uh4QFEiMlh7cy+cIRi1BxqUuznnmajtzsvsfauTSmZZZ/HV0reB66nt5YZ6f
J3J1xi0lKaCcFIlQIl5NNKAEJ50myvx6g3w7furKh7q34PU7yfjRmFS188NanZ9yM7N2AI+ivYjd
iSkpy2MQlNWOZm90zcRdqvO88TnQqqb8y0HPTWSdiFc2jdXezqMzvRwElnpn2girMbaiQRVx0pxg
P02Z3P/mClwOGdJRthtIkVfNz0CpwjzFgefcDlGI0RWQak/tS0waSAbym0H2yMdYjX1hFl69K8OS
dvMfkEfk/KtJqEJTsSCER+es07RfGQ7SR+Aq6Skr5Jd4CWrGOF3KRVdjAkOA/Ev1hMVGawWpipfL
rRrb1JBZXdxWWLvE+yZwpJN5oGpLq/Rp54nuTg26Ptu5ejfZv1eyYvCltovCCLgnmLprt/VkjnIK
VqK/Leu5vOIe94kKF+ylsdU8tE3GC4fiKm4DheRySRMI3MfCBTNW5cm+GmyrNK0OJnO3b3r4kdJK
kXvH4OYAdtG4e38VuXy6v+0phgOKDxBz4eGQ6Lur07AphVm4hjQfVOzS/FHnBpMniADYKLSRKE7j
VqoNjutRVlynpVQ+vD/86tD49/AsKW7yyzG1Wk1gCOByG7H50BpzsnWHcTgqeaMCh5zcTTLqj5Z0
bB8Kd7N5f+DlF79+7/8MvHpvow2NLgor88FJ0nLTIn11n+i68/j+KOuF+9fXhRPDRkG8cV1+DDF5
MOuqNR8SN1W+NANURoWb5m5yRHgo68y9yhtjuPBqr1cQU4ruERUKxI9A2b7cLY3bpqEazubD3JVy
h12cvbE7EM1YoFle7gaXMB/rU+l5Ep91vdHRYKeuNWSyWMSFPdvmQz1UvV9odu3jfoYMvVFOG+hC
4c5OmmSXIerxWKJo6+uR2tzX6LZcKMGtsqvlQZ6dGQwyysU2YZn0v9We0taZtDROrIfIDout1dfx
SW/hcc9leUmh5Y2PjHEW/BVYT0DH1+JWdpjVoMGk9TAO/V0tBu1khJb1NRtSkFJirC+Rfd9YSTR+
KKNyawXxusYtFHrrBnPTWw8TrOpDkffuLw4AZSMR5tgG5uRiA2he4k68sTsNJGigPy4eb8S+l98T
0zojSfXefsA+D0Cpm3RHd+whHJWdeZ4D+BRpWT6Y6jhd8nNcn/XLVFKtJ41cikoL2u7l0IHE+qsv
NOuhmqDAZnZNC9dEUz0AMbmbAhXjyjSMt5bAbohWeb8rwQB5EdK0t0GX2NuoqNRDGzaXgOsv5wHc
CAc9qdcCWeeGx8Xk5XNpSRpF1GrsHwtRwr2i2JnpV0GsNrW7CQwDwO9QdMnwKe/L0Po9sf7nwRkW
VjS4J2gma/haJA2qq7iX/RgrEe9SXBhOfMRok9riEv355bnw11D0KSCf4qkowMy9fE8zIWNxjNH5
MQFT22dCa3ZSz6aDa/dILygCZr+bqupHBwcwL8G39LdOXUqiDA5cbSm2gS2BIfVyfCvTxp7ydvKz
HCGMHFzUFdW7to4G+3NaR5oMPAXVgPlC6FwVFJZhKS6iTEfVllMfEemXw+pxXUydWes/5zZXYMi5
kZ1uEaKy66PImmpoNwCI1P6DAd3QuQMGqiY3U5tHrWfqAZB3BCSCbRdwg76Qdr2MNzzR4muMSjfl
bjp86EO9fDAyLiB7dqz+BCUJvcZMU22XBEU3bKw2r784RTVcouC/jKbUseG+Qx6lmr/grl+BJR0F
9b5BWNEvyh0tTtmj/Igb4ehpeR79+J1z8t9DLYnIYnlDMrsK3FHXs+Fwsv8FWS82rhO3B+sGvcnJ
HjU9EXfTEGFByF4T1oUZX39XVjogekgSFOgQ4VjrDFDbxmvKHZPQSwfRX8VOYewnVP0NLxa2ckBy
oLik9P7quwLrRQuIugfWj0TW1VQOAW5QuRthG6sI2uxK2Fl+FRLVe7UM9+9/2JcRnA+LGM0Suql1
0PVjU71cNgoxTChd3YReYtnBoSxy+vpZKb2p0uJbOQvzFsm01IvEnB/eH/rVawKxXcpyLNpFCWM9
dDMP1AnRhcRp3HSmm9Cdgm3OneVWr2kC/uZYCzzfhcgFewokzrrx3cZKD6ilCHjNPki+IndY2R5o
sf46n1u3vZCiv3ozdI+olkKMotzHf1exMdUSiuZzKiMaxsAMQRmludcmmet6kkPqwmivppDbD70d
XKcITShMrkZTZzOcQz2zI08NTVUyGmqhXmNFgUn/I7PSBcwLK8G1pvJsTKbz5f1vu2ozsYb4sn8p
N1AtpKe72pySym1mDEYQeXRBdBUxYSOZNpXMnexUji6+Xk0ZJph2q43zI3IQ+ffSzlW/dF3b/Z7n
F8+y+Pwu2v60GBcn5NWzRGTLs3CliLxeGPG+17PuqiurgSkXBY5E8yUphldfn+4i1SyM2yBuER9W
G0gf+nCkMAlZoZBd+0Antd8hLqV4ZpYFxygt+/vQNuTGIgm5sIHWqQb6xosxD7uX16Y+uhzRf8tm
sTURjZMPDD0aSf7nlFcPmC8bH8tCpXss9OmYIjd/IWA8ywD952JEp4mci2wPGVHKo+D2VifgEMQc
QqWhRp5JDt9+UGt45JtmzKfC58/mo2FHY3kYs1H/0+7y+N7I9b54sjNtuG7RY5SeVabTR0stYs0b
RT5V13FSmF8A7VlnTbTjXdNHkNbj0JLKvoVwOX4lGsrrToVy7Hckb82d0MO0/+ty8F/fx/8T/izv
/nqH9n/+mz9/p7DZxGHUrf74P+f4e1O25a/uv5d/9r9/7eU/+p/b4WfT9c3Pf5yfqvYfu7748dTF
ZbH+Ny9+BSP9+0k2T93Tiz9siy7upvv+JxJvP9s+656H45mXv/n/+8N//Hz+LY9T9fNff3wv+6Jb
flvIY/3x7x8df/zrj6U48V9///X//tnNU84/8+CEDPHT+h/8fGq7f/2hWOKfRGsMmqB4QgkChv3H
P+TP5x/Z7j9BvhP0KMEQ0sH3/fGPomy6iH/Gj0hIFkH5RQQOegyP0Jb98890/Z8LGonYRYF08Q3T
//h/D/divv4zf/8o+vyujIuu5WVoebLk/7M42QuYM0N6g7JLagrccLX9HTk0ujQESXbfjOE2sOcy
hztBA3g4F2Gsy0dFTyeVI04qhqdGMFwJTpo5fbNI68BcVYH42mldEm7RQVA6H/zKlHiZbYZG79MB
QGGxA3T/0KFOGO/Uqkp7wl7iWqE3zuMYeeU8FdottJvO9Wciw+xR6LPqa1UtTafiEiYi+VholXWW
CUKMh2Bo2E3bIbVgPvmgQTCuRv1gSoFFgtQ6mnXZ5DuzEfKXzKvuawJsVeycDv2GeBL2tpBpsgnc
+GZUjfGx6fPCp64PUTopb5XebLdp3kv+avzJxm/xuyJp1rZDU27QZPqmxo5xNY/KiXrAIuMwqHiY
gp2eoWR7VQy4Hjchcz8nyhUEhOoqTa3WF2Ha7TS7Co6AHa6s1spujbQI7U0kDJ/e6n07zfEmbaoa
SR4ZYprZDTczRuOwpReipYjusXmxPSdpbqx+jI5dNDUf+qGytw6k7iM9U93XJgvXY6v7WeTauNFq
cRtSqzzWg3KqnBKvj+nesNLZR+5J2TVj/DHrB1oJi1y1gBZxr2X6N8RwIH24Gccg8hwfK0Rkt6me
F9tETb8pofO1GKEVsy7Lva3O34lbyq1q9MDh4qT2zGYeN6kzJJ5exsOH1O2/TGyCh6riVRtHwT+q
CIOPqT6lX2NWAMYmdrVVWnv0uZpKYiGeYp4jZD8+xtoYqT/kXKef9EGNscSV0Jg+oEk0HW0XHuyp
Hei7/AgG2s4syFJR/NbAnUC/SWLaC7sqhlW/TxRbva500qWtm4U1XPneER+UsVv0KrxJGRBNgp4d
a3JjDJoz9WenMyP7Tkyd65Rbp9VQ4vuFZlI3Tde0PFpXv4MBrMgw9CQ4gfjUNlZVbMxZDPW+tnIj
2pJc9A+hWpXTlVOq6HCGSqN9kJWlP4kZkAuq0RCIk6i+XzSY7wfZNodYt4SvjTagwqELIt+OO/sL
y9bwZ6V3vJKOvwSXkHeHKG3qcxMk1S+DeptXhEVZc6lS7ZMswummD1PRttuywjW0/dTGwSR9kaSB
j6OV7oehRGVwNO5CURqb2jZympLKgPwg8vvmJg0SVrEjqZiiIAqp8qTDcqgElt/KOB/wzKx8MxyV
K6ll6gFszOiZgWX4pqJMWzfSK6oFQd1et1UdNhi4QPjftMUY4PnOAeZ+c/HyOmTWUtKSUdB1nhmG
waEPlBDJ1/Zj1JTWV0WWkccZDfwHOoncTX0V3ZklisNCUbStq2jurnQKdWfWTQcCLKzwQHJQqKNF
4UVl/GWuLMULuqI+atJSNk1S47YbNZj+FnF6HyfzfGrN3DFTLzSNxLltYz2+aoKqOFZhw4a1mtFz
oHjsnNBsvpT5pFwBejM2QN+cszPL5CkEWeelI8s+nGY+hoHNj2ktf2VGXQZ6f7Z3Uuns21ajjZBC
375ymsHZq2WDe7cOdDuj6+cD1Zy9Nq7c63R2nRuU841N6SbqQQVtfiURq78CGm5+jC26MG3Ihbht
mwwfuuTYRmP9QWWfeM9Dpt1UfzCnwPFwhlqeyv0UNkQsTw5ubG+YDsaNu+bL8wyWLXWccpyNjaMv
v0Gx5c9mbIqDlUdPKY7YVyMJ6qkpI3lEXX18dCY+CbE3uAVs3vpkHJkfNVV8LIau26GKxPvVUu6k
WoJA77lLI45rHBGgzj1JIeuWYp7cOhmrB1niyK9G+08nmJKn5/FLoHyfpQBXkbb8DbUO3Zvnb1iG
5fgIO6o7Oo0ZjWfw+tFnla33I2wt51wYkfED+wX1vs1E8tQKnLHbZk6e0t5ovhRFMH8bcywakL7u
dc8ZJkIf1Ks/6XGNUBkU95HMafjQzIXyKUbszsP3NoYH7eggnwrnWmp26ue6I3/FiAdhvY3mrAtX
wNeawq2czwZ4YUUcqyAZ1XT5xiScbPW5zIaTMdpVEvkAjLSwpI6h6VHqZRXocsrabeNxu0gR3yvT
xza2jNMopnHfSfs2KNUPXZ0+THZxGAtj3pSO3EaWhL3bHmFz7fR+AhZmfKscpwQtF5obh9b3SRU1
i79ybqVRs9Ad7c4J589DjJuYkdaNX9lmuptzrd3PSKhszKFnMU3zhIgrwpFu2KY75CCrbYASnD+N
KCw6Shxuw9iF4e9E5lVrlO1ejWjl20Ns+HYhNE8gjXxobJZ4K+1c86e2exK1pvvYLwxeIKdPXGdj
vn/5mOrB174JvqPRU260QvmgNbK+4Sxx/V5OBcJoer5NesnqFoTifo7c7TA72cHtUvsj1kvjRoer
/mWKOgw6BqFcNfFAqltG0bZotHFvt9FRc+uJwG06v0a13c0Tgvna4KENJjmy4vmh7YL+CteyfYts
DLqLxqaitn2rp4o4V9YIhlx2od+K2LnC41b1Mazb5nh3e1UVfQyKMPEUiWySrNtT3SWf6w4xPVsf
cdMd7H3nGLNXa+n32IwnD4mmws9KvfnVUY+jrtaqGxd9ZK+JNeFl2nSYwdNse0vkW9Udiw2XVR+K
hbMLzfJoToO+mRI7uw6zygLsmo+bsqBmW2QRYRBTu9OgzjAHm/7Ifk32yoiBOuTCI5AcYnUZ+V04
FU/JFI8cip1xL9E024dyCHwrqN273OrqB621pW+ITN0UTuZ8KBuhoy42GYc0D0awl1k8bsK8jTct
d+l5k9HVOgzUtu7hH1G5k06yiV2pH1MMOiWLL4pvqPBlt26m5Tti9RABxVHU+wZ84WcM1u3aa4a4
PzqxcDckpA5aW3TfD/akdycEqX7EAzWNQNfkWS26zC9TE/OtqkLJTa3hOXFRO6Lkom2DvAEVQIbc
bQKzh94uUtarOUQ3gVrUu0ZNmse8wh6B0AZcv7fr+WvhFspe9FazGa2m9ec5lMdhyFHMQfNgF4+1
chXnTgoXpNWuDDsRB9qhFIV7FDknkSi3SdkMLNMwvdbcZt4RF7XjAI4QWb1Rjn4VIR4OlZQgE6HL
Pm3omuo1x6FAPC3pqmkTImExeroduddoH4QbUYmeXLGszmVcNpskTbMdtQCszEe1+VDIOPUng4zR
xlfdr1IxfR10BVcepBNCP2xE+MDtQNIUR+qxGGX0E9SotZVFn+zrOsJlMIIysO0nrfE6CqxUOsJq
E8xyuquk7t5XQbuk0CNo21S5kaUMvvOL0zsXufZtVxP/B7WbPw7jtLcDs/PsWEmOs3RPQEPMDeCr
6Weo5/YPpxLqXrEFOpeoysepYR7iJGg9KwjkHkyD5EC0BbaLJU7QFfqjJLHBLzfP4y2+a8LjTP7S
pbI9a01c3ptp4fqyKD/VcQPxKFLHU9Gk0aNLyrihSoX/TmmhYN+RgHZTb28xNo63jih+caI/zHpT
eAFHmeeqzs3g9g+BakawEZKJTYTo4aFpOE0CN8rvzcmJPbIaolo9is/YjTwmpPan0Gp/CLf/rkKu
8sGcGZsirUwfHzMOs1Cf7Y5wiS79oCffbJm4mz5MngRO1Ts556Wn9fVtwx7zUsrw3mTByCsrM/JJ
NVo/dGz4c6ma+WqggozqxBl8q37NXSTfF+Oc+KOaRZ9wLMWBr3Iz5yoEJ+KXVdiRKuu+S/bt9REd
yLEgjjbc7bxQKapdrOpPDuSlAwlX8dQtK4Ik/jQhp+kpUekeAjOu7sdCSL/Xsvoqj9KCadIDrNbd
Ad7COPuxOn2YCtwC0N1XvZiaoIeOaLYJMvMGV+onJ2s/UnTQd8B/5u3U9Zavpbaya2too56apWz6
uXpQBDmlEzrLpP40Ykd4cW33d2Epx22X1j9lq5Do1k3uQUROvdYYig96JPp7cGJd6emxrZ9mRccw
s4bkY8g++NTWFRptJFj2TpItUWed6yOdGnPviqjxx8z9PvR66qd2X/h4W1M4bPTgOHDUHSCYPqal
cTQUp0aWXqoHWuP27ZDWMNq0ea9EOQRA1ww3WVm4RJHI9drQtXeV0uh+1qPriEM5hRtK3cWWS3p4
DC2T5UwGvuli5OWCyFA+y65IvCEY73Gee9LmKvtYyMYzO7N6aBUjeUROR98PZmP8yb2q3Y2O+qPG
FBfuiiQWivpWHZXbWS1vckpu0iHTKkKl8qsqKY6pnU9H1Jwaj4X7LR3ja8ScnM8BoEmPdJ151CT0
wNg9pfbQek2Ax2tnhbhQZi2YeT1L91YHfcVzs8q8lmZXPID66Xa1ktQ+UmOUFvVU3Q3ujK5PNgdb
swjdqyEISc+Ur6KI+rMARbAxcmX4GSRO88mIwdjhL+XuTEVaB+JXyGFZBZ/QHS5usliV+9m2grPU
FI6wAGMeOTrZxojJeQI+pq2iqiOFgcfS1CLJVUZpBUkHfx2qGPJsddiIFJTMzpSocz/K++4mITj7
GFTSeJ7yGgz+lO+balQLT+MW70fq/KMwXczDxmi4H6dM2Y/LPZRkxfYms7O4eNdIV0fmSPqmT5tM
g63BrScq/FHpvkUD7lDA4WKgRZa+t2Orv6YA+yTTSvvTmtHUtZxEO8VWbbL+J3KdzvwySSRE6mTE
GZOY/blQBNqLdSAes1ao9yEa3HRdKooLo1RIzCH5YzkZInqb3g/1rIDKhr9Z6NlnJ47sg4Ni6qYa
HOFn3f8l70yW40a6LP1Chd8wD1sMEYjgPIiitIFJpBLzDIcDePr+IiurTQyxSUvrZW1yI6UQABzu
9557hn4+yNkdfTcDKQxSO++R1S/JLXeXR/3YXhNgXJKAzbD8YSvMbwN5AT62i5nwRWd6t03TbFGO
g+hPBJVm0BQuD73WktK3VCoRIVDIJNIW+MClVWxNinrR2EUSuoIeimrDu0OlPT+Mrn7KfC4KPexa
Y71nvqJF9MIlQw/8ZB3iMS9pUaeodVLnMGfaGIpBlo+tV7f3RrNyDJjss1e9UW1xTeLvhdFa5bVI
3Pl1XYgKN2rSTZ2ySh/qk5dUtblNtLSm8jwZ9hK3njB8rE67m1op+29qb3bHXCgnHUZZYCJCRqs/
mVb2NBLUlantlUnzn2bq98rqxi8ucFZQ6k616xBT7Bsv6ffbYn3B38WKoDXXz71e9Zcl1GDf0GT+
lXjV6lKQCHLQtO3HoM8dprXJuhckmlyaVvNL9WbtIpXZhim4Ln3NFAu+dsgct004fubyyXlFOsZm
o6WRRfAkWvP0hWHrGCVF8hPasthX0MmH0xh9G9ubwVmaO8de7b8SG/KVkabicqLiu1OGJIdoJ2Dw
qnPafW8aq7rk0eWhU7nm3ll1L1TVbLxzKMZvBc1W7LaJetEBOgTgnJVGOBeRNorNx3J6RrjAnSKf
+EEbipqVcS30I9si44wJIQrbvriX2Yi2N2+cvQTNY/RRy72HpC+A76g8e11iBlCKs7Dtk/phk9US
pJB9eDDYhHeUQ7uxA2P0Cx05emlZOovQWCxfK/uZRNpVn/etUWSRmJL+umSkdL14JYFa2VqHzdKY
33G3xQR6TosRnKO3Y73ra+g2rhE1maZ8sSfakwxhQSjg3e6bE0qgpkLFe4XTFssyJADqFPO7MggV
gElgDdWVOVe4DJhT/le15dWPxuk0PNumKnbaGvujvl6/jR2bj5p6Q+Wz8Zkvtt4Tu9xu7g8X1J3k
v0bEmzW5sT027W4FtnmuVLFGRW6mRP2JSXv1hNo8TW43Vr4GP/Re61z1pt8K9aXxpiSyZncAhHfM
XwI4Cfkopl4tVlS+QNq88/A6C/SERellS/cEBJX8FE3RXkPWnoJmctrLtJv6IJWNfMk98dVIzfJa
pnkfi2mksLG8pf2+Lot5ry/MsvAcX765eTexhZjuzznfsotOUee45OCGjiZX+54U0eJhHhM24bbv
AlmfGm3yd5k9aRtq9gzns45DqMUUHt/JulEN32w194p8+vyiK6BB4qhVkapX5antzwSS3ZKt5IRI
yIvOt8cci/5xcK4NWynXC4k7X7eH4zH6eW1HWIyXodk5o+FrWc6hU2jzxUlLdTATqIp8B7130yyF
cw/aVl5pXZn+qPS+y/1KOY3pyM0I5sydvzJMUcNk5fwfwNweIdsnF5AplBAJl77TvVQe25zsbWHA
cukVRfklurb2SS6F9pDOt3rtLMc2IUbIJmRzn2g9e2O5XTEzS/czeOMlUeXJncJroyhdvVt9qclh
hlYZrKLqrrpETY7srfV1VmLSXFv9AqOROpes6unVoxDq2vQn5oU/FUt9MAFXL1G0fZ205CE3Nuqh
WZ1D1cIa2GGZuJn+ip5DBLrhfbdFgWkieWGDUacXgIvV44TvNlWQHqql88WWXR4w+3cIYkh3mobI
R2JHHmp8DZEBd8iikCVsDGVkVuk6xM5i1xQpsV09cjLZSQrMtTvObTo9nHLvfXMsryC96mx31bab
i0YGGQqDY2/oc1hN61PaiOe29/ogswRa33nX0o36WqLOV5oGgpgkdcwHvvlkHSVX3TTp4QbIfeGo
jRMvWtXx4CXlGn4tYeplTkBaUnFA8zjF6zKu+3VYq1D1yiMhUdMVbRL8AW0xf85OUYRZysmfC/3O
INos7j1lB1MsD/TcSPfdsJm/bLUbHuySYMatNIFmDRqpba2KwBg0O5bZ4hLWR2qenVl6RG/lAd2L
8ko2HthrPVXS762GLrIonoVa1iGes+ptgVziKu8VrfCLTZgRR4p3w1w3i7x8fqzzSgu10YE2s+KL
1k+TFvQWvPDeTrK7eQI9UKWjhKMxXm0pFf1YAd8KMaQHb7TbqwYsaecMkj7KoMkeUM4LV7WCwdaU
o/H3nbEcHpdmvfcaSuWceDyfupOqr+8H/9RZ6V42R72lIk6ylmMi9CUkp727lkV70NviazemV3On
vHZMV0Ml1+dIXZ38Wk3HO3VVU392pjVI1QTvOM+yQzV1qf4s96drjwPdSvMMxNMHM0o6mig3O6wG
BjFdcqrba30H75ByTNSRAmPqbu4MFoAkgaQx1GCknQhwxeoJ6oJFU3owjvxFujcZH3dg6l0ezUVZ
H9zauWSovRv19lmuquXDR6EN7t2gNPOvY5G3Ee1D4tuMh3a9SeyQVeKepPWbGjKcuDKL9pE4Xs63
AUy2MezLxsO+xhiYGDRZJqPecJZo+9uzw+3wuDBB97Ju9Ntk0XHHK41HRxm/CQ+YDndrN0gVZ+HE
RD5NXnRQrK4M68wdL0xXfhlXD09w+OC7ulOfC9dI2VrKObaF99jalFz9ZCxXepaPZUAvuveMzjhi
jnTv2B3TEULfryuQcTKMbaWLvJZUJ6tZYVjP3yHjPFgJkEjRFnt2ehESD5ew93buQSyl+kj5WOxz
72WD7wN+1wBAq94jdeTXNF9uaDRa0oHb7CFn9Loyz7kuSeXZCdVprkxFe3USkgg9kkHzzdeIPdh7
/dbE0hDZ8URG48Ss2NNYEo6Wy/16agO8qtlVZvc6T/Uha/UvSQ87oi3V+y0x22OR1sXlUNPZeloR
6h7jajcD36rpe7R8ZrSVmOOhhHtETD3Hh9K4zeVWFEe6pPQoySDc64r2UmndY1rmP+Cga8e0U7S4
lEUV117FJImC9SKdUmtvUKpdqjbO9PTVMh5bb45We/NuVkN/NdCHP5SqvhxapV8DiwSJO8PtZ99t
MswayMILaN6HuxRVx75pxLd84Ri5JGQizLNHtnR5qGrZ+UYl1r1eM9iZ7Tb93i2dFoq2YYmrYxFQ
dx0mWRTcjVKEozXvjaY+VHL7VgvtckzFDofQxe8XcaxKiO2CBZhbSbnTquLb2pp3PO/DYpgRjrUs
z5Jjbu3VCNR1P5b5wzIm4QIVLOpFk9zmGX9pFvXF0I9rqIzdPZO2exxId4JM185yw1rXS5+zJtLq
mV+I9fuFmUxhI7Jb4WlPSsqn3i2HsjSyk8vlKwmmZZgo2k9CBQ4WDjYzSwOn+OKqU92DorsPuBpX
wWzWx2VMj5aBtMk0/I14ltulaDWf+ZrwPRDKEL3SsWpHj36yt5+yoXm2yEDOoMt96xfl1iqzwNTG
BxMBOYY6GlIG5yajW4yY83bP6lZcZ8lCZB/hFNYYLlX3Rc1ETuPi7RrbuDa0boy0ddUPApP66zRp
43bKk2BwczPK6zphMsusS1fyEObcz800nKMy4L4wK6SUTVPybJ0qC0uhgrIrERLYLP1OpGNEGse3
OlNltGzJlU7bYs2qGg2YvUbMiICAHCa4rXcDT8LYub1zTN0MOuqo5XR4RuN8BRCzfNrC3G+SSd6g
WbjoCRbxbVrNqLYn+KOt0T2bwzrdLo6JHUqR51f4gXQgCWhj09oefEK19+As+QF3CHs36RVBTQwW
uyezL+RPE6s2f1zAXVjkTfUjty26depqM2HP74xVidRx6KKFUk7pylfbngkuhrfBQEYV4eLhBkz9
xUy3VkfmeUBP2Ww6kcGbIW6iiFAmcHpTmpiJFjrjAKUbJDkFzchn5yF31TLGlG+OzFG8wIgEeWBI
BWbhC1TvvMGAarAFVBcEKsp2YNOwrKMuT16ENkKDRiFydH0yk+bYOyXxCqp6a4utjHSnI0s26Z+q
TNzKWf/CKLT07Y75v2Ij0+y1dDigoFvD3nJfhrTXaMxVsZ8Lu30U7ewcXbO4nzYbrzLP2IneSAJj
0VYfI/o7vdu6qEYLcEReGKLgr5jHa6RguWMge5LELcD50VTLO4s36jil7de5ReGaOvuVwajvAtAa
2EQGdZWU4eIm12Wd3jsNoMXozEz48ebj9Ilx11T9JE12rbC+j672XeDSFAzMFKO5g5wzFNNT2ooX
jzzVPvEYpdhWNJtpzjo2bjMhu11bjYyCKvXFLvM6Vmy39k2H+ZyDvRylgx6RmolTYFVdDDBRU4ER
XOsU35SWYQSmH5SK0/WgSGNvZr2228b+3k00Wm7rfrKd4SbFoSIcksW+HFpThBC3591ccyqzfRpH
tyHsVKZtyAw6O5IvbO42rW9jr6RsZ3wOmJ7QhDo4pgQDkZuaV4zXTVdaV9mUX4zNKCIsb2ItWW4K
k2Wong6ahAZjKMqobseIyWXuz5i9gwAxwS314kaqTu63o6r7hQPhSebE0goG9lEGpTMoXT3jq1vz
Q+UCWqOTckKFtsBPqvnSqsyHeZvtaLHkXW/AGFEd9WkcCyJeEJrwnzY75LP+w1iAMdr6akqbOiIW
sLqC2FdRgGLLoZk0KoRf0d3UBHmB4tLY5cDCBbin8TQb3VJBoEk7zfi16V3Sh0nP9N63t6qdD0Yr
nPJiWZCd+F0/VsYVM1ltCDRrLofD6Cqadtl3Q4ZdXjX0TKKGFM3kzho9OYTg6MOPAmEhOP00bl8z
oLrlbgRK6vwcMFLu+UNpXU30n5iku/aa3XK+J8PNoLTrXxtuwUPEqL0Dr6+xNo7rmgy0XZ40c6r7
2PzINqjTvlXDwiJs5BL2BwWhvTrZt76TqXE9QXjv7nWGYlTTrPsyv1ysvBX385DA/lVSHTcJAUep
OTZp5omdx7gb8N7yhE1eXz+re2IBB2bNJfHnykUK9rpeyyXh5pD/AWlZhjlOYeEWdAu+N89avvjD
JBfzuenlph69lSxfyprF1KaIusd2b3LIE6xjWSu2rykI+6RW5DMcaNe7hU3hXpuO9nPprVt3sAhr
mWc7qOwm30/lKO+xvIILUnR9PCZJUrCcRPq9LmR3q5QKEuehmTY90FXO0kBtNPcA0eN+g3P9WKfl
czo4CGew0sjIYCGHat6hWL51Zf1Kij1RgQNdSrEO5h2D8/aYYrTqBuyGYnsyc+G6f83DoJ+uP9sX
XjN+kd1ks8FkOyVNXjJTaHscefZeMew7LFMZ1l+uVq6FSaFN6NranFFItjGEwZhnOSVsrXV1GGf+
sCmm7aDVLbzP3oP2g0r9qd+suBuW9iKZdJo3yt4LCWMQudGiX9RWloVoYqzbBvsyoO9hPyhGeyAa
dd1Lo/uJ2dR1hl05PVJ/lB01Ht3Rwga39QufpZVFSso+auvdEKBEY1Y2OdqXZIQGqiy6fVVhmBaC
Xq5QGYrkQO6p+XVdBARruX3FevO1pegIp2XYF+OWxA6RuEGK70SQb1bxtem8VwJYioNoxXVLVOq+
neVjtuTLxQzyddf3bhVZ0hl2Ra5+byZycfJs5JQ5JewSSNalu4IGrfEz/I5+OC4NrbdtO3NhTk7+
/CGZMvIr4K7RVPUMIvr1yNDOiB2PQ9Bb9S4yNbnuq7SyqRKcZ5EVdMrNuNylWkIcpFWnAeKyAvgY
myQYDd6V6wz3ZuN2j7BXkV+Izb6D0+fFEvdS1LBV/5LIqvRl7qWR11sLs5lRi8cZjtdwigLSCya1
GQnFvsHd+5yzii+GvjnwtYO7uu5FDpnmtWdwALi/RUYj5Xbj6qtKlLtn+Yml6L5Mym8l1OdwzDna
Wr14KIt5CWp8yyPGsA/bUtdXXpkw1vV6qkFHTHjx1cXy1JpGTTEDR+rIwFusMC149j6w6Gr5qCK3
H9DD9J+VV1nt3eTRHOIcN2u7BlUIbIG1LcbdpGbq0Srq7ueGqRF8k5kbvTSremsDpTK/lrmWM2Fs
uy8w26wLSI/EwhoMOMU2HLfTluVPY1JemW7XMA5rLnH6bANyl0FCvW4M5am40UYFZ5ttKZ6Kssvg
PGUSRVlCHiB9dji6SVUSP8U6iJpkwG9xEBpV19jITj1qyJgL35gEIhqaPmQEs7AIXliS5nLwyrA1
e3lc0ta8Vyx7PLqi1sMFr/tbr17WHTOJ4noiyPI+65oXfUj1Kz7iJijrSrlry/oOL8buMAyK+XBK
YAE6/mUNhUtMXHFpzxZb4Waad53QxBzmWqKEm50WCWybbJsuXDv9blTtFyaPIlzzLRK9inUjOejM
tPL7hUSKwFzBpjiHY7c3lF9ND8eg9ZxgXNt9oTdtsPSbPLBD7CwLHpHLRxLVSrEKFnlphpqVaJzM
dnmVOurD7DHbUysNvjaTAN2UF5056QfdUMYggWIfzLnckc3Os5dyzG/RyM6U8w3zyClz/H7FTcSC
IPBF7ybnOrVrZ6QxHKegLQY1wABhIpwci40x04cvW1E+EQPA4S36Vxqg6R4KHiyHVj5kbLsbvKtl
+YWj0iMAUb4TzFuY1N+ntZoFZIM41N/ykRK08GuVfaLHx2tXiu4rxpse8Gwlj8mo8mq0iZm4tJtT
dyEHSWSmvy7eVFymlmX5DNCdL0aJoXdFPuAOIkO+Xzw9KuABrV69RScon2uDb7nFBg4ubFJN4ddO
lwTQNuZO15SfQnXtCJzIPehLrl67YjX56lhhiQZPRaKQC+BzqWgPLDs2YAegDiDTOMA/U7ve2ul7
afUSexGt3FfFuJJekJoXDCNHRNq96c9q89qwHsMOs6yLfoC2ijFE+svOcphCfSSnZQeifwnp/2h5
/YOcW+hsDC1iglkvHcUJNW/O4tqA0GFMm0Yx3uQB3PGcpa6P1D8e1Ay73fUMGkaYP4zej57QYsFI
TkfIGNajCOYBRgTM8Qcvna6durusdXivGyEeu65OIdiag1WGlYmFQ7p53WVREMezkhjmWzCVQtzr
mKamUgvtLGn9PneTeBzMLhYAb9wvxC9MAJ5qbWqDysmA83lK5Zin0HqL2hdLca+MypMylaccrlMk
u7Uk/iTXjaPeum3rubyoGouZFhPzPKnHC6WUzQ4yaMyobgkzjZK8bQEqjVKdIT+436pMLUBQlBdD
Wx+wnNeDCfg9Kof5UspC2SmYYLT+utEe4jb16wQ+H5Di/NKKyXQDzZ6nqKRU8KW2bYeGh3WVNKKh
A/mb/P0PDf0Nwfr/Mt3/txHizQ8J8QH6iF+/0+FPf/0fOrxt/wdNOiItWOuIPv5hwiP2/Q8ydfgQ
Bi4usNH5H/6HCa9BoMe8FIM4jDhP+aoINhiy/82Et+z/oHU6KXmgybIVqMa/YcKfyRSxWjtJ9hEp
woh3TqYIJ+nIb9IQiFBGoWjLdlGugzPzCSnAWe1qKkmMH+n86rZ2dXcy47CDrFCUARhC75VgAiYy
I88dxbrL0qL9+Zua4J/19DtB/0wIjgEGMn5C9WzLQYHtIaF8+7PyxUrrJK3co+PfpP7918vrh7t/
Vi1yjPdVAG+FqX9e4+zWvZW0Ttsq3WPpP39/TP3LxP/Eo+csF+zPS5w0Qb893dXu6h4wyT2O0d3z
1eNtEd5uwTfV/+xWzpRVf17oTOFDw1Wt1sqFLjxfCx+zkJthwviJKv7vbILfVBPnr8U6U5Aleqap
RctrKRPJcHzv1MJvtuxUT2OwNASJUYceGlvnQWsJy65nqmorSCDOTtBjDfNY1h6Qlwg/Xi6fvEnr
JPb47TGb6/885m13c+MF+2uoUP+fl0C38vslekD6Oam489r/ngWPk3+t+5893rdqQCQBGLwhkXYo
QTUk3+fyuC5NKHQ9Z9pjpSEjBYQhtHPD8HvQ+duPn9hbRdh/X8oG2zTxmWGjMc/EaFg66RCI+mmv
WEn7mFrusaE2jWH8lkcJGc6HtPSZifvpm/1t8cD1Qb9JUJx18qZnwznTg5V041tJDxKDLUJUVVF2
WKhvTqBuc+So/ixo429F3fkF8Xo+rVp0/9DC3r4zEOteH3SdC9Zob/TBtCH5DHYApcAJRSf7sCz7
ZD8V0G6zqXcuLGvo4lGTjGG8tKdJnuSPrlOHLsChRgSQ5d2wynNM0EW+bKGyJBz5dk3RYdXelZMw
FBZ13sbp0Ln7buH0zcfZOcA7qC8USEtMmTxsy0Xf7yx9ZJzqqFkEQAWxxqmrqJtxfPr4PZ9kTG8e
wcmhn7IVa3HsDPCXePsI2ql2mKbhm0Guubrzqgq2ZSvnf3sVfHHRPGNXh64RTu35NqcA3pTq1u9W
u9YDaSXzblDEZ7Zg558HAX+YATooGHFBQb559pXTadHAr7W5mwirfOrcRjnSBcsHgXHwJ4LJdy51
cpE5BZOhRWGe/Pax6WWC4xcw8m5NnQaFklJ+WYl8I+vOFPcfv6H3LkW8DRwxvHrwYjj7KhBauG1u
qCdEMrUiB/Qo1JgK7TI9+8xp5I/FgOsnJzxScV4XhK6zB0iztXUJpKsdSTFWtLmdDKdKyf67GPx/
HqvnWwsJ5zhU87GzFKhg/jDmHkU+IoQXsZNo+l+4dG90s5UJFyVhkBJZS9kSG6xNdfHJhU+r7Pe1
jn0sMmqCnLHVVU3DOLs9FS+YfjLnZJ+m9MKQ4KrhGVGzLHdE3OVfJ8sZvuXUY0getBEq0cfv8Xx3
Y3ujXDNRFaPEx7bubMnUWMF3MyrqWCvRcgRb2mpWvBCQgRBpYHyoz16qfXLH548aEffJnZksecjV
Fm4eb5epWy8QexuFiNO+zWO23fS5s2Ht0Qag1nO3FilDO33ybZyvItNCRewQ4Yr5gMM3ebarjhge
TqvhIty1q5dMtdqrSRTbv0oxYc86XcSj0MU1BvtP++yrYCfcenVlCJbPzXxr1Bv2tKXeHQs9+8wY
9537QarM2uGDOIVvnD3EdLa0dUFXEtsDTErpkB9GWtccfbw8zj9zbkhHDctWTKftkBv39lUVLXRr
ZFJdLBvi6lFFbFW+Sz0z00MAD9v8xK7+z8txpls8xr9N4jHQfns5AS9uKfVpibERIIuZcNAL1yDR
rkFscv3xnf35/BwcTuhU+PKwjz7fVVB0TG1m2WusJslwbSVQz0Dul09K6feugv0a2aOIg1VN1d/e
kIKDTurUBNhqQPW7SeZDrPTNz399K7BGOC6wEsZ779ygbYSSUXtKIeOu1baokC24c4FO/6+PL/PH
VsHTwnzglB2lYZpqn62F1l3ATLRKxgpr8sYRfXKpM2246lZ3AxZb1pePr3dWHrMKEMfwdlDjnyxf
zoX4mlV1qVjbJbYbM72zy0mJNAO6SFHXfdh7sgynbtIjFAr2YTLy9pNX985aPIWAoXo6acFxnXr7
6kq2SyfTZwgMVq5ESZcrTATQOPgM0ucvH9/qO8sE40QObpRDOKOY533QqtZVM2syTlFYVNBqgAQ9
ogmMT3be9+7JoAZBA6Sy+o2z5chk2CgKw1vjZTWbHzxRZ4zdBvh633Kx9vDxXZ23wyZVHE/vFGfC
qaoRhPT2EY7wLXPHqJR4TqXh7tC59O6tqqTtE4R55Xrbmnr8VtSe+ygT173Ha8Zwo56hf+q32BgX
n+zOZ/EgbM+2pSP001Ubqx3e6dn2ki52YRZSVeOU5zAD9S6zt2fKCO2YHHZzCPtptcYo1yl6ofpR
y+3KzJ6R0RY6ulqQ/AmWDYou/GOVDd+PDM7Zk5bm662OAPAzq/c/PgB+Lo4jdB0ah/Qfj2+xnULg
QrjGBfnnr02iqND8dDHBHtCtC6mnBRNAd7wSjnQiXV3lJ7vxH+f06fp4jLBieHuYr7x9fc5EDqRZ
92u8nnSKeuOZgSbnfG/U9fCczGZ+CXf6MzPbP5YoFwXbwUjPUk+GjGdrZhPbhAmjssZ5XszfS48c
yiAtxzbxZxJBt+DjJfru1TB6wrEMm6c/3B87WS4DfpNr3Mz5fHAKZ8z9dCTsU8909ZPl997jdPGL
pdDi0yOO5e3j5LNPJBOgNa4mBWUQLRfb9JqL2GtzCStfX6LFcVLzk2/+78rmTYF5eqKcDpzfuFvg
D/T2uplmZBviWVSMLfLRfssqsdcnI7lFmCLNABFSXK1gzZ1TflVT2d2Yix2ljVEGRjbA6V/m/Eqj
bakYK6WT/kld9sepwq+jCiRN2VIBzs6fipI7SiVVdNQn4UeQNeP6CEqvSBigJwmCWn3Wubz3GrDW
w2yZ4uaEW7x9HMSAwpvBtyy2KpuwBHK4kDyM7ZfO7NNIDIa5b6WtfOIM/+5F2QjBPyH2Um+8vaiK
f5BiZfoW95WEONHAx4DQpPcPJA5n9xluM5lfINv4LJfsnfUNeGFgDkWJD457hnwtPTRJqE5qnEsP
YVwJa0aJqmR2X21e7tePP6Z3bhIzCQodm3QKKoWz6ldZPMaBjrPieqAqrKKpIgsjt8U108km4ncI
uEli/LeF3Okco2I8mXvhE3TuEmQTSVwZg70hxGcm4Q8akrhAlaSdRR/f3h+H9N8XYjc+PUjCT87e
oZtlhsH8FXFMwdyafqqMq0X9zNL/vaswzPa4KZ0j8xxCVpEkLYxqtHjahhZzO8I+1BBbzPqzMOdz
lPd0Gp7sDcHsMNylLTrbjxqb8KukhMTZD6oK7XZYRR92qOu2wEhPjw8PlPpxnFLTxSsBgyC/G/Qx
DZRscNAsy0p1fLVD5xLnbm59lsL23nOgQncctmYQuPMgXQgvTZfXnRYXldt5SDCwZtnZZoak/+PX
+t4n8vuFzl4rrSq6IYMLWShb8GprekX1O4L37rWhh4n28dX+6PbZ4mDEMPklDJXq9uyD7PsJhmPJ
YNdSkFamJzmiXTAKHpelRlc1OjckVwyhVxvGZ8FE75QTCA5OyUxkjmAUe3ajayJL+NrsBWvtNY+W
u01qAIFluedcgIVPgo56mSoJ5AzP6oJ1rrrPoI533intHfeOoyJ9ynmj4uit6D17REVeF1XrN+o4
SkRiI6YaHz/ldy7Eyqb/pBcnY+0cJ26gRJdNSa62iv4zrKoOqv06fWbw987RRYdChcTZiu2TfVpZ
v+H3oyHk5C3w8WGD2GD3tVy8cJZ5/cJGlJXwaRPz+eMbe2exwoqBaseXYTJjO7ukXrZZh17ciVvG
6+GQOiP6EfyeaAGTT/qfd+6OUASWP5UyPfn5OUll5OK6o5nA0NP0vSZV6NbwEmUOvb7GOAnjbAwN
Pr6783nQaUs6hbPiugleapGR9/aJWu2AyYOWmnGtb72zw/RCX/2sr8vbQSMOZJNNd5/iAPuXOSFe
gPSXa3dMnu02/OSH2O+sILpp4EbqBI0nfbY5AsJbNexnO54n4RUBwsFp2CG16+8UyIr2taYORrN3
rW6C6E/KwIDFjG69TKnhqTu9nGzIbpBBjD1RxEOOZ6G6irDugfgOSLlXZP7VkLnIKozpqWnyQQR5
nuh5mM5mgeK82ZKHFgbSV03J62s1W8b+2djKwYD8qS03te1InHSIqrfDOdlqe4+6L+l2SlUYWILo
CgyTrOwnN9jMwUReN68OvFq31l6HYZ7+ogLt28tMt+CfVFIvn3qk1QoreHJw1qrG9t4SEJH9YlTU
ze9GaLVRq0/my+y5ErYSZvNoaEBDMcVdFe9ZeIizAstcyiEsrVlxdwufhgyUuViGoC6N5IYB0dze
EwBtJaFjoF/2FUA4a2cU8DR9ky4QN/ne1ZNoa8zluzZlynRT5GK4miUEdx8t0PC96KjQYTFoyo8R
9xX3gKGAXMMB68enCaOix24igso3YLI/GiR3/lphAL64I462+xG36jsbWbXO2yw66PKJ7q1hAj7H
ja6LZdyhMx7ScF715G7IVWWFojB5t9PYaZqvYYb1kjXT4vhzkXTXk5rMTsw9zV9aIazkxhYpx4dl
F2ofVXiaXePe3EHhA9BagsGQyhBJq6m/S8Tpxt4Y3erLIi2tjJJeildTnVcMUPk3Sh/nl0zD+0O1
XtxUk9xP3zXNRVZPahM429JneHGUzERsU+hwbwU/aDfWqdvv8oa29E7dJGyyuulhedrzAsfErQwV
XmBdrHMw6arUMZyYUXSmdabHEClbdb+QBpkErV6PRpj2Ui39BWrwS4s2zfNLTZNOUDrDXB9dpat+
LLVYXqght8OKoQfyHU3HLcLS+8HYDVBqfqau2v40DTzXd+0gKlhKiao0Ubu6yrOSqjZ897Ea7jrq
CMoIofIzWGdp5KqThDCsGBJFnIo5TYhKtDajlFPyr//CA0MuY9EbnJ/j6Z9egT/xxc3hq3+8Bbxz
UJ9M/UiVoxWFp3r6898298LovF5JRjM2pYGSZVCrvozKZcmeh3SRwv8/nJ3Zrty2soafSIDm4bbn
1hpsx3YS50aInWxR8zw+/fm49gGOW63TwjICJEBihE2KLBar/iG00GACxRmS1CICtvX2X4s/Fjek
ScENQOOyv5IZSpAPaqlfWuLka03L4pClqdiIczKeLp6GPHvl/Hgf0sdZTHKcutYojEy/YCncAwgk
QeDqd9Uum3cqV2gKZSp1vgtnQlPy8fquXS/czzTGUMWQ1+jt+prIg8tcQb/A+6sylEWs6dwY6vyb
VbrOeUT66fF491OVYp7S7EE+NzGqvh0vgAgHUn2wLnOQtej99gooLa8aSlSGsKuyd0pjzeNJzAr5
7+Oh77cSgvUUwVyKiDTMlpc2XScNXuIYX8spjL1j0TrG9zBKVLB16uBWu6xw8u7Y6cTWnS6Et/X4
XKnDUbmlVydfLTzOli8XUJRo39hxdrUjW4ToAiFVsM8jtOig75JoH1vedPAhlKgxLjQCSuXUI38B
urpR26+mCqFxY0nu8xh6eRS1gAuQA7MNbr9GokQVLAAkJqq6oRHtNbX3NDWa5fd15P79ePnvdxpj
cZZx0gBwx1vndqwSVmReIHlyzV2jOwqELY6upncvwhy8k+X2YmNu9zuNRwuYAZac0rW5lFDv4Wm4
EeoIFzeKkzOQIBcIMw5/iAZrZ9iG2m5SjWbjJK8sqKwQQitgjuAxjNtJGuoofdkM70LkTl+5yBsY
tTYoy05VN+Z3H5pQKJcOr/RN1PvOSR0K22mhTFwKq9RPitklfgsM//Tur4bGNKeGei2t7GUCpgUz
r4WyA5WjghiEZqx8bsTQH6NBHTilmtgoI+iy9n0bC6VViE6NjPYdct2LFYyR2BtGnm0Uh/Uipfbl
Ev4oaBjV0zhUxqeiymH3DPAaMiiK0BnOsCjEh2aonY+RYqK06SKfhwB3UCtfgslpQvjGRpa+xDpO
nbsAUTP8UEsLnxW17YNXJ5/Mb20weV9njOi2EBQr+wEkAM89eneuhUvs7X4A7kZqabXBZVT1EYkZ
LajE0fDYQLsppJn9/u3ngv+hcMGQspZ3O5zSuF45A/25lFXnTpA580w5UjauvwBIL7aE+Vd2IIgj
ApGma5jKLPsKFTJZigMp5NJmUJ+zsLe/4T5Vb4CN1kcxuSqwQ3C4q27n5NWMkKYTovG2ArxeSYy4
+6qOtuZuDLRyP2AhptNe5Z6QAfF2oMQx+8o2y+AyOxHabaTLOtkfbLi66TILjSB7OMIJEc8RkNmt
qsDaRpH1AN6vbHvEr28Hx77MUHrsti+q0kZfyIha/c8kNvKvugKI+MvjQ702GLVBXnk8YkGMLaof
YeOGeA30ykWp8TbEvtiL4cVW6rXXvOj9AYSNT4EXYAVZxh3uZkTk10TT7hKmiL2lfdtCmdeHE7rS
3yGs9htRcSXq060A+EkpjY7vsp+M6meLE7OmXOiNiw+6WtUHLIHS5yZJobqXvXKtIV1u7Bz5cRYx
i0E5tZas5+BlcPvx2l60I3e3gv5KhiuJhPCjHVtpjXXs7AaRRBshYg89xXz4W9ED96w3zWS+u7aN
VReYClAzCFJThr39EUk+2pmFkMeFymWmXdCOAxnWo24+nNAlmtTD7OH4iO4rKsiPt9PaCXXAIv+3
nAR25nZkjqLoO3xKLmk120/Ydin7kOfsxvzWRnE5m9IYRV5Ji1ylUcrZqt2CL5tMwtkNNOLQmeu8
xtkYaCVRodsmEzR633QoFtOxe89MrEAwHYdyUuy15R7pin/MkKJrjdfdRily7TByLCyZFdF8Xg7X
elGclobrYdrSICGNZij9pxYFrrj/hcNBE102X8GlsVUWW8S1AKLq2KFfuqQFH9a5cfdJFZkJlDGD
9rPLzZLpxZXnvT8IEE/RZif3xST3LgjgJwvFkDl2CBhfqMvCNdZm+ysioNRDkN84Pt6RK2vKWnLf
OjQJ9Lu81kqpqsvH5CXVLLhEASSpSbgG1cdmy4RjZVtKswKTIjKNj7u0ll5+biAP6OHua0Wv+I4K
v7P7+Pz+CZGCUZkDu8jeX2z+EGzAUJDJX0JECZ7cJm6PsL3Df73Qyg+Ph1qC+hmD1BUPE1dq8OP3
s4hmelrW2pDG3iX2GnRVqa+c0COG51KrNvzQAI5w2gZItYYdMD0UxXel7bl/1MYcnhHQdjcKoCvX
sifNNgFTypt5+WxLKWxk9Sjvf1Sn6BS6RXkuEMtFaQD93EgJ02NU22R8XGjVxlqs7SNUVTmU8rzc
9Yqjqm2cLmNsmi0Q2gZ7BA/l5iawXBvD+y0j4tXheKMSdgjgd4/xyIB/mBsW2aLilVdhj4Z74HMN
H4dygsf9+DuvhDnPcsnq+Tv+cct0B/6WN6DB4JHugKXWxhHFGUM3dgHoC8hz6pZ55kpVmcyU1qB0
ceKvZS5sK/0Agan1Lk06t/Mua3UUFdDmMFHGDNRaOdlFEMZP1Pmb5JyFTQ/bPTeiinoo4oQbB+rt
sb24s/kp1CKkwQiXyuJExYPZmLFrQtKKB+T+PIowFfLdWSE+1EVNuVWkMco+wawg46ikSfLUQxn9
F+G57k9Eowu0DboUEU93REuSewE3qrPado4/UVcfdl2AquFGVFv7YjK7eKvNy9bk7T2bB1E4qrMI
LpCl638RsIu+qUlSfAMwl06HPO7RuXq8R+7PHk8xWuXyUcGTdhkKHM65JeCYgwqYh+pswrv+FqDU
qh6AV6TtsUGcNjmAyjE/zw3CYxtb9P48uCq2RvLqUOU7d3FfdVaTeHOQuORVRo36VGGa+YkkSHys
ZqO1Npb3PpLL0UyDQEPhAbTz7fIK4L9dG7rOhfaAi8hpml+71tzyVV2dE1cFsDUqLmy821GaNKwR
TmsYJRHpSZt785DVuTiBThw39vjqhHgHQYEClAj88XYoMRWdAKzsXNIAKI0HS+BS6v3/+tn8v4jt
1QmRS1A9pLRDanY7ihZO6txMtnMRTo2YvKdV+7pXUbtW6venSnwh6c9KPVjCkhZfSMfaMsLrhHo/
8WKPn8F0LBEA3M9Toe0f7/zVWbngYbjSuQOXOz/PyLJhwTqXWYx/aECGQGMPDbz+cti43+5PtcRZ
OTgsGYBAyDpv1y+ywBrO9ugA7yraa6Tl7knNkmE/erkO48nY2uYr4wElBtIJGBBQ2bLAgvSunoMx
ci85KhV+oSJwigVqc8yNpof0OWzF/bXxSDk5VC7GeoBIb+eXJ7kge0ALkt6X+rGj4f2JxxuGF0HW
Wz/UoIj1jefYyreDCQGEE9iepEUtjliIZ2fSKaV7EUo37aJiQHuHtT9MqPdtBMi1ofhwZAjkm9IA
+3ZyTlu0oMgM9zLns+sLq20O9IHGQ27mW3a6K6eZ0iEHWeZBMg+8HSrxKsNuuXkuRk+ptq0bNHfQ
tNnY92tf66dR3i7xn/otBtzfsp0a98LRAIKJhjiNv6n/MmGFcRkz2z4+Pmer4wHStwkfVGuXEIGB
HG6ip8u3KmZ0S/LC+zTZ44T2YpGfTDNW319ocamxQPLw2BjUlBZBUXF7h0IfVp4Oas1Hp0G/xQaW
R6tr3DKJk1/kNsWgEgxHVjbTKQV7i6E6K27ICnLWssYprcX04pCY7Mgkm9G6Gwz1UuISsqs0W0NW
oNb/eby0K4k84wNSoBQCxI6my+2OaYs5EYbN2g5ODBE9Qoj/XyTsOjxrItdBWUq3m+LjVCX1cHbx
zanIgozmc2brjV9SJ6PlPIg42zgyKzkFsQCcJ2QXkFXLxCuvp7irR8Oh+GRNCADZhfYS14Hzd9dV
zbCn94xRomv03X+0yqIP/HhR1k4RrS7YLtTZ4BPKA/3T/s4kQLryyHrtWpFCaqhXQyZWro9HWQsL
0oka9BgESf4Ht6OI0DHHSKH34CTV9FojTXuM+8k9uGP54/FIK1m1ZHFzU73Rlng03A7VcqRmqjzu
BeBD/2HIgWzsNZoduJXnqf3NzJsYvQBkXa+qyovb0wZavq2y1UlaWVeIkq4rG3u8Ku5SNbQ3swA5
4kvuCdSqk7Lf9VP+boC+tIfnMqFlhf8xz8LbydY4suhDraHNn8dR8FYiAYs9ue2W3aJctcXRlfB0
iBa0GmTN6XYgBO4luAKfJagGRYD+CKqpx7ZqjC+JYkbOOU/m6MXQWkxsHn/PlXio88RndrA579sf
U037PS9S9meaaM8tq43RjQhfzLBG2Hhy7fPj8Vb3j0QdAvBjVWk+387UKXRyxESjVGIa/bfEDcoX
uxEujRIaCGIIxqMVkaNCevXOTRJnp0FrtzbP2qTpIbB/kBEwMY2//Q2j2c5zE9HK6pDY+IZ0YuOd
bSeLcZHJSdiP/AvU8B5PfOWIkoKjq0DXnXt1efFQ+xiMzOOic1un29cz6mlG4ZWnuJ6KXxiKsajf
yDBMlnw7PcNC+K+zBHccaIavmA6Y/zYEZ2snMiusNt5MK+EVxOr/DSYP6k8BTlWHMbcmXjF2J1Rz
j+hC8q2bcUIaAZGhDYWq7kcQH66zK8AJj5fHq7oWBnhuyO4+jDV1GY10qQPmTYp7UfSheI3MZHiG
L6BvpMxr347qngw0uqzMyP/+8xwT8omymwivk1UfTQNzF8x8zKOoymBjOdcmRLmUPjJw0XvujCnC
eVZTsq6gizHQQIbs4OZG8QujAMSUT2zZzb1DBrQxTDvUyi4izcR5TrLiMEdVubEPV4g3mGDSGyQt
ViX0frERqWKP5Wxn9qWo0hLGndb8NhmKh0qySWHPTJCvCyYBVm5EWxmh7h0S3EgNewOdS1PKMCkD
DlZOVb9mMdq/wRxbG192sdyk0vIRSY5r01e0oOXdflnIbaEVszGvmalOr43ijZ/jaLT3j3fpEonx
Nowp0beUFhxZ3rgdxkqHiaKJ5V0RV9Euo16XqDyOCN/asIdgSum7zsnC1zDKxp0nuv6qth76kqBE
NhKF1V+ClzJdm7d+3Fs7/KetPFgd4LwZyb1UmXDYzERVp/vBtqLqkNsYb17qsOz+UhW1mnYBVCP7
WOKuWJ+MmUrrLsGGLt74SYvD9bY2FqBdWoOuRgIpA8xPv8gi8NaTlQTXZIrSU20U5rMRj4ieRaLd
6LSsfW02owa+CvYn3IjboZBIC9BMi4JrLaUMrLaKj8pYvfNKfZsQeT5sO2oHcKjkr/hpQuOUB0ZT
VcrVTnR3T4wAeqMC+NNBMxzKOf7xeHOtrZ9DI5caEkUe01kM52VRW6SFE1xdqsV7tUarvcSpeaf3
Sfo+KtN/ZyaB3Hwrner04lMVFLxVDDCUqzJFAbCtRvpB23X53DezZezKWWjGLrHE/PvjKS6yo/+O
S9eDhIFZqt5yXJEFbYJj5BX9DOdcd0rtu8j3P2F0o+16eDDoISMV/HjQt/rbTznZ26gSOUZOZqm8
phajIlHdmyhthX5QKjmyxmXhmiggeh360tTkIYsZRud3bjgauxhazY+udr0frgNHdYfFQoDvppqY
ysEuasgx7VCXya5zsxq1vRrSBV4C6fBpmj1lPCAYOmJWEqHKteu8Mv6bTH/M9kVG4//UFlbzZ1D2
Ce3A3q6/qW0VdB8bdDyvbWEHUCVKrtd9TwgLNwKXnOJyCQhZUGxoNlMIW8QtBx8XrgUMzkYcqhD3
H53kuZoQga4cirC7TNCwEV7ifR+tcksQZe2wIsQnUSyEZ3tZGUit1PFyrQqunq5Hx64y2nMWBdHh
8VdepIJvH5nCDRoQVLplA+/2sBaZBUB1GADJVkiaW2qtHic+zzlAEh7FPCPZuHCW+e/dgItdVSM0
24keVG7jFPa1joAVGcUcoglcwrwrZlSkJ0UcUuxkZCMRQ+Mo28J/rk6anjZRikIBlfbbSZfCKasp
L2TIKKsPNH/qUzSH+l6pDMzKvCJ/d4iX3GNKZKwx6DhtkW8rVRP3gj7TVc37as+xag+4rGVHW+pI
Pv6e96HiZqgl1KQAfA9w3wyuJYZz3+dsBgU/dYjXNIPx2lRwWY0iqzYeNfL33x4TJkXnl2oqIBee
4LfrWSVFbWDPxTGJddYTq7i9qmbj0Y0QSKbigJhqEib53lOaAjwv5tyPJ31/BTC+DnmWI0phccnY
TRqKnKMubQKMTHwQQGCe3a4q52ucW+YWQWR1MMl9oV9IaXw52aZv0HWfaTsnYZi+GkHTXhUnGD+m
RRtv3NdrQ8lKruyS8AhfyiiMZogKU51G/mhji9DGbnnQWsQkm8Tcwn2vDUVdlScTdWOa0YtbVMXB
Cv/oOfSxFFeeJkzR/mmMvj04E/bjj7/W/ekDkgxEiRSMhjc75na3pF2mTFw7kS+QTlfQoN5ZxhCe
EClLDpQ75uPj4VZSPgmBBqJER8Yh91uMVzewjcPBjnxqlO6Xvs4DPN2DZF8omXbsOwqEaoPJWYfz
DNa4UfJcll26HxPN2MBa3t8mEjhKlFXJcnl9G7cTt9NB9GXPDwmGNv7oFZaHD30d7dH0c/bIBqMe
WimSYNJbnzbWQF5UyxP689CLz6vkSWr13ZT4gYeHp4YfKBK7R9VKkpcZJz88BeoZeWsg63hSZFpt
AKpw3dIHvKKeMBeQpsAUxLcCx8ptYNNpRM2FavQbFu92ScYut+k715Gv55M45HmDSa0yR6e4x7LM
y9LyyegbTAz7HmeWuRbnuBi2gL1rW5+7gJ4QoEewgIv9oaCDkAXsEX/MAmdPkWL+NnfIDVS1bWx8
h7Wt7yJtQA4HzxWtqtvp9mpYRVSBiR3l/IeXhYjrYl+XS/cM53NeNlsBZHV9SWBIVnlQG/R2bwc0
BBhLEkfhB3GH2oNA6dWNpszYdUhMHwojwOujJm5BuhIfrCpCrFh4W5zWteuBTAbcI88u7Y6q3CQO
YhuYuvtaFbt/zQImpCQXnlPhijOkbHcP6jk9REbeHm0V5dfHm39t0cmRINhBaoFVslgDR4vjAEnp
yK8Y6rPpAq6elDh7cgZFfErRENi4DdeuYJ49VDOpPRFPF/upEF1ilG4c+Rlkj1MZziZCYWHzDddb
nCBog2D3bhq//cIkAZVwyFWHu2KRqQ6uN7VGHhJbUM7/YyzxgsgVEb8i7+btlH6eNya5+k2liwDr
SY9xeeWaw5TMOYQKvxywq7S6Yb7g8vJtsgPrOmYpXuZDm/P46//CB/2Px3Nd29Ua9UvJ7iBsgAK7
3dVWTwfQ8Ar5MlFxjRCAQbBaRAmQ+6S1sRXptc5HTNA5hX2CVyeqrr/l/Syc6+MfIsdZRFWpzEZ3
CzUzCKOLL22jsC5S9Ob9FBrGDmsE8bkcFHUjZV4dRQKHeVBLtOlitm5lYzLulqE/RZWBY5vztcpH
c2tNVy4n3uz06EB+SbTQYi4GNRBsfSKFHFWhVErJaMDOa47al04tS3U3US3wVVc4f3KKU3qhGKKF
u7xXkmaXdgY4RkUEc72bPBHik5DjZrOnzV4gyCcqC0fEvA/EbiySRNm64OW9ufwMgAstAqqExS/T
pJScG3NimkqYtGDcpUj3yxgFfheKamSql5h8pyAN1ds/gQr31sFxR/UJ46by77DtgmcbjdQMQemg
GDey8ZXQAyyS7htqNsBNl1fLQBMJCJaiXHUlxBC5ao2TmIbgHz0tVKyO53Yj1K1tFdlpVaGq8HRf
nkq2iqPgEhv6ejX3vqUHVKA7HcOOjX2/tuLcl5QF6IJxsyyijavwRKMiFvpZik4BvmuG+FsEtvm1
mfWKnZAFKVDBRIR/652jjS/KhO+a2eV1j0U61aFXYyoSxHsy+T7Jcmv8Jhx7xgLJ1allO1bq1jtX
6ac/YWM53+s+btWzNnLiD7YraXNwf7PPBdDqaNi1NPrw1ERWBo5ZV8jWsl3yo3AqdjG8Hk2rvkyt
i0fkZBbFk5GkHt57vZZ8zidYyi+qiDvAf6IL67Oul8NfDv+T5D8tYt7g8gzI5sCumhJjkE6vws8b
K7mydcmFdRCPNPHuIhnG6wl+RS02N+pk+CoyAa8DiumXx6Os3Ega4QkxSWA8PJIWZ7v3ogKoSEWw
jgv1qUZL9QmvksZHLgCWteJ9hQKr/fl4zJWsSrZ5EP3hQUqfaxG1oCU3OhQY5TrhL7yHyppdkdQX
hyCco40AsHbK2Ot0Q3mF0l9aTI8rH+eLGbX8qSp+lJ7b802T6XNkYr4WhF6+hcBaGQ9EMPUDef/R
UF9kcVPg4uAzZgpi+bhY7uK6n7pTlUJ1xOncwNEXfqwaf328nmuDwleV6RO5EW2Y2zsPf4m0mro+
uLYRthPzoH93xNzsbIy/z1k5bzVkVz4fpBfWEtAcgXVZsa+cCF/DKQuuuCAN5N6hjN78acvcI4Aa
b3zBlbiFSCxVXO7JtzzxdnKhaZShWg0UOIuq3Y1q4VxHgsrGRbqyhMCZ4aLSzaZKcZcMm1hAl7YO
JUWdDb6YTqXiMwAsYT5PXo3+ZlkXoX14/N1WFpLWD/gHFdoWzk+LzQmrwGoUPVWu1QDu38Xw/ZSU
GB0lPHw3VnFlKHosKG0Bq0TgcdnMSRuMf41YS32v6ouTw1MWY01DZPsq3Qxc+sonk0kuDxmEMkit
F4cgFomt6LOR+g4e6/mxD7TU29szwts7y+prexfxpPxRd070F4Z4HQZiWo8LOYak5r9JElcvRNxy
Phg1jbhjmegp3z0U7gkvbu13FdgaEvZeifCrV3QBpbmhbb5rva7+gzerDWmiiIfPrhPjPv34e63N
iySLxjgcTyg2i9eCOXZUC0Yl8cvIg8vE+ToEQOA3IvLaKG91FiogqBEtj5fJTWSNIe9xy5zTSzkg
JekZWE+8fy4wf9HIJEEl/ZD3wk+dmClEpw5kT+pnWdk+RxLl2BTtuLHt1uby8yiLndBVDDPoTYrz
fOYejNEWJ93GNvLxXNY2twxHaPJZpDjL+yRhlKxV6tQvM1XB/oTaEb244mSqc7sRJ+6HItWmjvlW
SoRittgCHsmZrY5m4iPJkfsW0JQd5gqTL+GNGy+IleKUHAvUCyrOMGSsxeKJqsqwzw5T3wAPnZ27
wMCTthOuYu4AuncvVWE58Q5ZJoALoaXSGNzpTq+ZOzMzAr+lDT9sHAA54m02zS96wzdJjCAk5NtN
A8B8oFscw24urfwJHHr4So1T3bmNheeLGOPXrELsZUiyLWrP6rojvqOTrKBWubziWt1pI2zEGHlW
tXlf0kj+bmUdTAxXL7f20/2u5eHKsZA6ELTml/sJq6a0a9KOXcv7dgchWTzDp+zOj3ftfeblkB/z
QoQiCGVvGU0glA70YvPUVzGjwZpIjFZ2UAuIPrs+qIh5lWiDF5viyFZjZ3VnQf0HCik18Pigt9+x
VjHDbowk8wszn74GRT2+pGlsq8cs1PIforX6T22TO4cxsbqnxMBLYI/yRZHiFIr7/MamWvu0lNak
rJmsANmLBwM7t0CaN0j9ai6/VCJzrgJdwIOa4G77/hUH0ADiWu7hu0KIUU1629ki880oSq996amf
JmXEFjYtmy+11+UnpPrqjcbwSkXC4RUkSQy89SBzLULG2IOqDGMl9YOx9s4YwVsQGsrxU+fo/0xV
552Tuu32aYogIJo21rFABGVjidc2NF+anUY9Q74nbr83xlMB8gtO4mPuGJ27Ci+v2HO94+PlXZ0p
yAHklkGL3HeFFRNtHjWwEn/06vST0ea9t4NrD6MZm2ShQV0bpueixffItSOsk/LSHr7OeoBI0ONf
cl+BIpnSwV6BJzPhKcj1+OlyC/QBjIyWkIDMmEh74AyeW5pE3/MpGl/GeURNt8TSu9xVwxgecy35
lbMt0XPgZyzZHJaP5J9+AChTU8PYNfWxLjPLo8sd+DQ09On3yRDY1a5LcEPf13pfWxtTXztNP4+8
mHrbuIPhFDF3YV1ZL9QVLa4MeghGEtkbO3ttV3HpMkEpTotazu0kR0qZYVYFfO7Gw4ATPm0Q7yBG
de9U5KcvzOcELALPBKYJ/7gdSKgDLwOPizAwdQw3jH9MK/qudyhC515TbtRlVsIyEYLYSLlUPuMW
4ahr1TF0EDbwk0HX4y/0N5I/dAzB9Q+J7QRnS6QF8N1uC613/wCRkka0oogVMJ6W5ZnWnEy6y1bk
p02ncwPMZPL7IKZcFelJ86TnXf/x3YcEMhIFWum1ANJr8fpAJAPL35qysJ1jYBrvhmrQq2dXaZXm
mLlF/9us6r1xqvIoFf9pWm6kUzaErfnl8c9YmzhQYtg9su1x93FTJZt16JuRH7EJLnFQFQcNsP5B
1SPa/1Gypf+6dvl5ZFXs2Dd05PJ1kmVmXNUzfaUavcdz7dhIp4uk3teT3uxtQ6n3uK1dyzDKv7ij
Ph1SEZSHPprMDUXGtY1GBgBNSxZD7OUlHHlxZ5rUX/xCJBQe085UMum7O/1e4RV+6Dv8571SQ03r
8YKvjouGPJADiY1alihs3u5ezsvWD03h/D6XQn/FE0zLjpYd9c898m6Px1sJEySwKErL1/t9+xhY
D3iDnvFAAThHW9o1enOxRV5ZiXvS7AT6D6IENLUWx1Z4eubxlIn82FKifVaGNT4sU3CYMvedkvEy
HAFU5oJxsc/g8bQIsTmXdOHMeex78xDb+6qt536XtEB4dxkG9KfHy7d2PiA8SwMIOBLoStwGv0rB
tbYRSuxnSL9xIMCitLT7L94cfZ9BQR1+YTjgCxZtMUnOWMTaMJ4LE73VGE/TrLrSlHYP+WA0Vx5x
yTEOrOb8eLy170aZTBaMJRR2+aTIs9btdIXx+qERPiD3+dhqOeq2pqoff2EoiaOkv04lZKmfi1Dx
pESjhq19RnpSzrmOel2j/YHw9xZZ/X7PuziRyOq3Q1SDanf70VDt87y4HN966mSamp0d0YrcItCs
JFwMg++EhDCsVHUyjQc135FhaozCdUzMz/JhAxMT1qxIDfdj5fXV2ZmjeIc3oHmwzbreuC/vcy35
G5AtgykPZGMZxsa4HTsVYQDfsjo2TKnXF9j/03PM994P+IeAradsjvtpGB7HKd6K5/dvUsaHPI66
GDv2roCttiFUPN0lC9GbOt7Zdv2UuE2NJoM17jtwOrsez+9PrZNsyemsfmQOJkUuA8mVZW+p1ZoO
e92M1c9Ee5zjqDg3ORSJ9+7at9I1/UwJC8Hz6XYreSD9oippmJ9QEKPkT+2HWnMOYVNviUitLaUG
qZ2O5Zu9zWLXso01BYkVhgraAqaa055aa8QQUEVieppG9QTmcTjBrLQ2pbclDeu2tMA0eXHrvM9Q
DFo2qZvKbDU0pWI68bnzaSzM+AecVLC6slfQnykeRhaoACV6oTeGe3qsYnpF7bIodoYmmn9+YdHp
h4AKIpm+A2OERt/neLqQBIZ2NQGvioPf5lkZG8yUa5C9j0db20hvmuNUe4AQLzfSGJYp1vbEwGBy
wV8MU+h+qdwWDvDjcVa/L2cU1CoWMndALhKsrJ2jIubZ39X9KS7K5Kvb63OPzbk7PuExx+OeRDxF
+to0gg2Ay5ukzd0n5oSSdrBr6R7c7mQ0vdKy9bLYn+e5Sn7TM5Sa6KKFM7Jwet2pf2Rj2VsC4dRo
YBXigeTLAG5m7HRt4hGJ5ReG24od51gIR8D3DqPVuM0lhbH0JxYZJQJ/XdlfmmkK7FOZTWN0UdXe
CHbzZApjYzHvLy66yZIYIY05TB7Wt7OxHIx/izyJ/VrVMz9DB/XQulaKSD3G6Y+/22qcB+DN6UCP
hxrY4v2uB5Kk3fexL0A8fSh6BB9QsCrS41Sq8zGqeNW61jDhAxRl/7qtADan1e8vIjBh2Urj5kSF
cDnhuI260LIGOv1h276Oc6/ssSR0NsLd2lkgK0WmWQpG3lVL4lSgKOyCJ8iSqr/i9KZc6qh1tyoE
a1+PMaSQPlPiCXv79ebe7QvNnmh71pp9ECoZcNN2CcaKobOR598ncFQgpC8vRr8WL49FVCVWD7BH
BpKbuWxftFbXrqlJzXLstf4wQ+07/MJuAdBIO4tCF2WcxTnrknFu0PTkKTkb6ndTMaf+2Dp5bz6l
mpNrh9oYLKzzPLdOd16eFIg1drn7QU2QhdrYuWvLbBNwqHOSB929NSjahoo7eaEvYPJgEFEHvog9
5xRnaAA8nvbqUDzYab5yTu6QHrgBes3Ug70tAPT1By1VG+0FsR4QZFpPQ/bxaGsflUcktVM+6D16
Q2SC/EZJeES1Vr4fwRo9hTGgAC8KzB8gJbcwuKshAOCGJyXgKZQuyxJ6WUDTMlhJOxj0dFeGU/pk
tCZc8qkBKbAfCkoFgVOGX6ZcxNWxDOoQHnJpbBVjVtYZYJes/tO4xAp7sbsaVmUwYovn3DCP+wxf
eQ+Razu+9PlQbVwZq2MRXHkW0COlCnR7SvW041OHgfDBIOsXG62do+cMqJVrMEUef9CVuEMPluIS
o9DbXq5vONSmSGemVRSzes6ypjwFarBFGlm7A0lxIN1TeuEqfPvMPxUGjWmE/wvLwbfDpjN3ExJi
P7Q41P4CceS+GlpeiB2UCz1/6oq+5DI0aEX/bc+cmmMKZ/UrbklqdzQrpbgUdRuqh6GMBwR0DW1K
3aNmDn2zj3lwo74fuYlE1rjOEV/ldEtLZO3bwHqhbENJGfnoRVgzi5zWb0EzVLHxRbIqV9ulWZhc
Eju1No72ymEDBkPolOK3tFwWwTrrI6PXhyj18VglgiodKv41nKFvUaeMJ8MMJm3jeK9OzkOtAbgU
ELHlE1+0sz5PGUk3/kHTS9eY7rlSwvZKm29Lj28lKUPdHiwoaa/kQC8mV07F3MO9ow3khtFHJffi
61wndnFm8c0XeG2O38xxdSqhQW6hb9c2PW8X8hjgP6T8i9rCiN87nUXGjuYBcVpQksfWitrT46O1
tpgGP5YrnXDJfXt7iguj14JWttOwyajsHXgjy9cHJf6PPZtb4nxrWwWAJwB0nkr3zChNieNYb9rU
jzM7xrZOlE+jEv6G1lJxyB13yw9ubTjwDZKeCXIfqtTt1IaoHUr0+VI/LzLz0HDb/B52pb5TzB7d
NMPa6mCtLSX1YXIwzKToeC82i0U5tDbNLPXnrNUOCDAEB7ZkfsgNZYvjt7Y3YORzuZGr34NTeK9M
KvkC6V7QB09a2VfHOMyG9ycIeImQ1vLugQG8PGjAnrvOdKlutRg07ykDT68Fhku7WTHrr4+34X3d
UwpIAXRHw0ViQRcBK+kLYEtlmvhu3c4nhbhIE0y4H8C0ZuemaZJrWgVbDnerq4htCvkycfIOOpsD
rauqMCGQVKTKVqj13GXlP49ntrYLYY5QjiTTktz12104ZiWmHvBafQN4LYYwNXoC1XQKp746KFq+
sY5boy32oFmhjaq7HRW7IrKeyzT7O66S5GPL0duXzfROcQiqrQjAyuABE5Fbc1kgRPUI8kOOm/3U
w1DowBxgtwVFNCw4Ab+wjqCFwdBJAZXlO9xzQc3FI5vRVBTvFBl6esHdq91HcaQeazG+0239v1Mj
W5WBY4UbZ+iz5+Qu9RYcbNITqXzpBwrmYY9ntRYzyJ0QUOGavm9olWZTZF5XJL7t9t7Rgit7nChQ
XsJOr4/vH4qeAi9UeiskiYut4VIpTgebcBjGenQqsCg3Dgr91uMAPDHbGGxtH6IOzuJRSiDgL85z
Ec5OHaIm7ytChUmIk8U+QvbOV2eac07RvB+CAgOfGwwdJ3RB7y5LPXdDF6hZ6ifIwXwQWq+eorJR
v06lY2x8spVQRWrIvcL7l2+2zK3YfVmdyKI40278IhVThhmZ3e4nuw33tpLZAIHq5s/HX291VCIj
ElmUAO/q4wpmZFnlzLHf5L1ziHg3n1Mjdk7YMjlPTqflp3nGhe/xoCu7E0wPLEYQzrIwv/iKJbZH
fRnXDDo1iBXls/gt1qLkkOmj+W7sFgm3R5kRsg8vimW2ozvC9BAai6WKj+aeAjutPoQJQMZrYfOg
2XhQrGxPooiEfEBYlAIXi6Csh1VqiIBXeJI6f1WiCs49qlpnKxqUZkc7ddhox699PjoOPMwQ7vDu
UMAs4pz3/UjnRokVvLO8fq+jmXIxhN6fctDqe1Pttuoo8kQvanryESA7t29p0OLz6ZXb9XZQQKDC
2umjo42vPF7tU4Qyyd4RVXSewnw8j0HzC5mQHJNHAbKJ99UoLa+7BLwJ5TclbOI9gjpY2GQDpou9
bQe/8C0lhpwaP9H6riiFZqInilSNfMMuBOy/GNT/vjRKQQmswL70o5tzvW/cRiupg7SrAG0qhXXg
EN1uoKCtMpnnQo37H87ObEduWwnDTyRA+3KrXjUzHttJvOVGSBxH+0Lt0tOfj3Nu3GqhBQcJfJEE
YZMii8Wqf5GNFdsr83dutAus2xrFJlwTRiUKdB1qUlvAUuqodIvCqo/ZLIuM9bAnAr7RdOe80d9D
7E9yotaTSRGhr0Ergt/TSB0OA6+9r56olQ9YOeSYySEoUfptKcra1yDmHKPItGKEd8CSYOba7dQV
VkeFHjG/hgggNbWJs2vhwXCQKoixZqHeq/cHtSpyXzue1DKmKgcA0X8c4ta1m7vh5Df46dEfl3WR
qFFkX+th0P4KO9P4BxWqoTj3VTPah6IxM4Qq4uoPtpKJ/I3hDObJCxexZ3u0CrZvP4RPDGVcmqCA
0rr9IZWpz3ZtD/ZVGdPuqxdryQF/suh9ZpXxzu282ldvQ9FrBWfA9UytyLgdClGj2C7d2bmOqgLa
rFWXYxTj6fd4aVdB9m0UeJQkhnxKB82G21HwCR0TFwWtaxzP4AZbVwc1Hk0o+FblB2EO8Q7rfmPj
gDF+I1lAF4cxcDseru51V3uhfXWGpX8OIcSemqVQXlmB6TBZVnnmGvsPmmUQ/A1UI0kG0IBe3SR6
5oVkHgxqdHnoZ2WtH8dRsa56byW/VquW68mFBdOCOfKqfUP2/7xT42XoMhHz1ZIayL5mgkOpq+gS
u212wKW+Oz7+fhsb8ma81Xrmar+kQ5o618hOkkOT6PormduE+KVIfy3R+P/U4ObQe0L1hgLc7aer
Jyfv8ZO0r0WdFn6EpeP7USjjJ2Ridia1sSnlIxNoPaA4HGRWm9IzkDjCuCwKxgrefJiM4tS0bve8
jG56SKmsXh4v4uoOfpsZLHnoMbJ7eCeQOCSFYqDBHQVG4zg5ai159runDF54RvbIy0+SoQGpJDX0
5y4b9jSqNg46YHhK4ZRpuRrXmtNdPKmoyrlR0NetdrJqJE1JUsSvH3SiFokNQkdvqkO3X8/S8yQX
woiQzuvqF27e4V01leLbUGiFdUjdtNgzAHhTXvkptXlbVmk6Isk5vK4d+Zl/OgvOpIhREyIOUL0b
fy+1vP0KfMEwsDgoXPOlb0d8MzVRoXc91aij+tbQxuGTlQ/YdwxKUVdHPezNSzPZ5nK2h7xZfOGm
4MhHxXWzo+XWDTxYTdpv5koYGR9+fVuQWANOkHQF6tq3v7/HGtWoLQ+3H2h/se/oinMO+zj+kCfQ
IjwVER03a9WTA0RqJ/hvHWsiP88kCraMvBo6dKowd7tJuaqFOh69ftEvYWFNx6yaxp1K7db2o0RF
iw2BUInYvJ2lUvRQcLi5g95wlycalDN433YP2iyDw3ovEBk5zdAxpS3k7SjoVrlqUS5JUPZx5l0A
kg/LAZPQvPvTDg39T3cwtG+TYsoudWy6L5mGbuj7x99za1GhMUKa5E/3ziTCyL2uMZM+DlxtSk50
78LT7ETf2znew4Bt3HK0duhroQ3Ba2ktVpxmaaSaaL1csb7obT9OIvAf1Nqb5RAX+AqSYnvdSN95
JJV7PMmN2IkcBbKjFG8pPa7FXvVRvhWHVrkaqL7374oBTq/fDBVKuRX/7rfWjHuxc+ltLCxkTen1
RXkEoyEJTfnpoE9xotdemilX7EU/5aIrP6l58Qlg2rDzBbcmx2qSW8oqwt2xyB0UBjW9Cq953kyx
T+931J7E6Aw8WnDkKU+TUxV7kntbs7P4KNLpEhDheuvOqtb1XT7i2ZJ3sXvMEGxTfZ45qeE7U7Ps
vLE37qK3NwvmkpTgYVLerqXTKzk3FC4tzVTr0cXrnBhu6DxAw65Sq6kuFVfJj9jJo99LHm7zzvbZ
HB6tIp73PAspQt0OnylDzFF1wyslPuWT5hX4YEdOO+d+S/YyvfQ0AKur6aZVE4hlHJTPj7fvRpyA
Z4FIEmVmsH/r6fcUMry8SeNgnDWj/+EiaQjjgb1Hp18f8QumM5eWuAZnfewDp2gQijOrMd3JQLa+
OauPexCVe1Dzq2XAP07MWY0LGIil6DnnxeW7eY/DthMVO4fnDeW/Co20IyQEjuNDbUz+lp9OT1W6
ebYoDjANYSvRO682IvVM1S4uUZ02zKByqtpI/F5pnfwc22rRSnWbdDqoepQ7ZzEUTXpxpjJ6siZF
6Z9HRZlfEf+p7J2tubko8tUH4B2K6DoBtIqxVj0IMJiQjr3l93UW/akMQ2MewqypzJ1H39ZZZxPS
qyGQyrbD7bIUWahnYYavX1zavLcsyHq+SYHZCCJoE38lnJ/5/HjzbVyFkpENMFkiTe7kx8mfAEFF
ahKYs1ackQ2qzsto76FodfnLVx9cKmXRHcUnTQrH384sc5dkqlwrDuKmi4t/6G5oyXNraXPiNyAR
kEI09Mh7mjuPyk+vOosSVP2IZGBoiTkNIt3I0y/CNGO0IhujGZ/Dcuhf4zGhvtkZNL0P85I6M/7H
dj8/6alTN78l6NvaPxTL6Tp/LOqJvAnn4Gpnh2xEDxhx4B/ZI+yQtWJyC3emSdVGSprXw79VNQ1P
7QRqNnQX8zCbyfibaxU/wlQMX375y3ElkCrRHZWQw9WSLrFVJSCTvWs2hN01nA37gzON3k5wXBdh
ZEb7FhPw7oTvcRedRlODs6NqSaB4qNIEmr04E7rCMCF9MYPSedeDqmwOwM0i9dAvqDCeC8ts9bNh
KPlr7WXFHrJta8sicUGoAnhBBrcKHramtOpo2EmgOWEdJMKuD3GOyd/j5d04+aRsFLhkr4C+8Oos
CqG7sM7dJCgcCl0qL4kPYJ3qi5OU2rfHQ21OCOAofyN4cJcoLkXaJM3CEutRRN0TJdCD5rZ7DISN
BE3+v9mjmGiTYq/2S66KTEXGPAm6HrdXxWlE7o8N7kJVjYt8berdu0iL68t/mRuLCICFV/s6gObL
YJSiI77osLoL35tNJT1Wws131nDjGFq2STqGYQY9v3WtMBzdtrKjPA2yKOY1yRxRLU8cHb5ekZXh
dPFCN6lfFUMMn8xCpHu47o3QDSlK5zRKwJW6DgMRPFQY3pGMow0vWqr7B4AL9WvZqOG17Lr4+nhd
N8cjbeD5LD311knLGLdRTQU4DgqrS88IMRtXc6mNYzLH8xd1SvcIQBvj0SRGnwHXIbT11gG8QygY
a2IRBUXW1qCKUguwbVKi65pMV1WU/+HipYQNzAT0GiXmtc+Hg4JjjpdBFMwDAihLl9fnmZvqPOvh
nmX1xklnKC54Gi5Ud9fJLjdTOsYii4LWTjzs82z9Wai1FtRj0gSPv9rmUOi3s1UpIt89kpYJNY1K
53k9jGp5WNI2fw5F5EIu6ccdcciN407XhEoqLRZ25Po5TdOtGAcEcoJltubyeWhDo/FrXtTGsRZL
V/hzDED9qwW6O965mTa8+RAgwG0OsB8p7d3m1KxM6BZ2NUG1pJm40IaFkDa5XvVPG3f6cwa6pjr3
UrnpiPDCnB86UHr22bGTOD/YKRKaB8WozS9DCxz3KPreeelt/sHJttLkNQKqHn/+9Q9DIQA8jsOF
R910lZ9Mto3N1eBdR2FFh8iIvCu1M/BVeaHsXCxblX0qpggSgFJAbG69tRUTfyRcXrwr5qbQ6Bph
kudX42nQo+pQiDg+jUU7nUQIh180sQpZLOl3kv0tbyFAlyBDTQksJG+5nfA0170xgQ3FtczMSggT
ignvLel6xDYKo/kGhCL90hXK8MXqBv4DM41L3ppxVVVnZUGs5eJ0ixefH3+GjShDQRAkN3J8fIe1
a1tOvSzG6waLyabJ3iVOtPxre9FyqcY59us5rL8+Hm/j1oAgSv7EAiDXeeewNzoRKGzcIcaGdo5n
/+toyfu4sd+JyP7SaMZfVYnB0+MxNw4mnWQOpORgSd2g25VvR7x0kSfHtzMyqm9tWMwH1e30UzQ5
VH+X+h81s82dYLARd9jbPCzY2Ux2fQvbyBiDlarwKPbSb1SZukNblLizQGnd2VjylbhK9MmVpAeq
ZB7xqLidnd1YdmVlJlYwiTkkB6VDPcFvbXht/khtVPWLKB+yYxVr4u+oWdoQVdZG2alibk2XupsF
0xIqzt1prpoc1TpBQUGrFb3wnUy1X1vHCvHTtjuxhwLeHI1Aa5EcI+mxzhStFlqDaVIsGRN0fjWr
ij43VpweAKCK/zKxn4aSmeRP7+YhUYZoKobwippWeRG98s0AyXuetWz8DydRMqtAWIAOA8RyOxJN
cU1Pwx6r6WJCmEyP1ZelITi4c9Ud3Kk1L49PxeYikpSyN6Hrg7W7Ha82UDZRwdJdDTVrEx/QLohl
ve2KH4a26Hs45K0zyOOBJw39lvuWXFKqQm07G4tk20J1spuSIn31UHXJjvo81/STUwRsfQu/yj0T
l62JkqciPkASKLuctxP10DMa41nh+LvpcALP476CA1WRUTfF6dfXlAoe3Woo4xzH1VlUpsSeMUUI
rwLc07mnfXtozUi9ar27V/3dmhXsESokyNJA21gN1aHAX0+wda9ZBbKhULWIszdjogDtbg8+shVi
yCzoNsou7l0qOkJuzBaVfmNt9s4HINZL0Iem+hGCk1H4Wje273iHtIGCsvq3UQIudiL41q2B+yDY
IyAQZDmrZCEyM2UZMTq4VnEYqoEuwrIH5jTaP9Q8Cv8VYCHaYzTmxheKAPkegXdrqYFdSMAyc78r
V3q0Bmk5eM7VKebifVfY07l2W9unuLMnjLs5FM4BmLuw3KCtbveqU4k4segjXyuEAs9NaixHMSTZ
k9rq/8HVFG4DtXsGkvic1Zoa+szjQ2Go1nOXl9o2hkOHLRyKv+nkD1mzt2E3NhGLJ+2nJD7vrjGC
S1HZJ4vrXqVfZotbmrV8Evj+NVSiqugbBjrcXhBIrO9k2dUTMg/Jj8enc+PVD9aBK5koKw3DV0dm
jpAAMCrkSXVALocG/PlxKJw9SMXGJ0RQhh4otUtAquuGnuFOXa7HGJz2k+ucR2HG+O7q0yWFLrBz
LN4qTqu7n7xWKkRR27Xus6nC7Sur97zr0KvZcLXGJDNKH4Kj9rfAm8X7otV56CJa0efNj0jprJdl
MpNXDdnL+vNi1rSHzKF2xtfRGOFojJ2Y88/KODhNkHWzox2UoYqKd4UWI9Za03NBKrNZXu2h7ZXD
PDbZ8jLUmvo7zeWuwYnIWfrLMofzP9Dqh/iQhK1unPVxxglKG1vUsxBKTYIq1yJLlp21+dgg3BA/
oajrw433vsLCm6ePVjl57UE3ElO7onKa/64tbWT7rYYf11Fvverf1uxzbEHrtu4OaVHq6nW2k+4v
pRI64txRz1ZyRRv/ZmfuPPm1nZllkHeDGOgzmHWCS57X1Ae1T5FFU1RaZCetqK3Fd2vXfE29Oc2+
VACA9iTLNrJtTId4jXIK2IDr4z03w5L28sxR9kECb0zrQEHv0UdAdwkGvdyz7drai6DvuNJgv6Jz
tDrjCSloaI2my85QnY+VpxVowmFVNqjeztnaGokYiNSeTSmdZ/Bt4OoGJRFiiSNUwcwM6cq+jKKD
lkVue9aTtNzz7NtIJ7j5yK+pWOCws056MbihKORoyrUHb3Tmeoz+sJCz9tMsto8pVKgjpdVfZEHI
wiyD4idMzwjI1PpkC7sRLfK1dCCHsQ34eOGr7lX2eywW9mgdW8ESeC96SmiRAS5cfbjWmcx5RDrg
GoODGegIgVO9uFaT2H6jIGeA5dpc4eWUq+aTPvTOdEhjxxA7Ja+tjwqcSbZbNeveyi+MlWK2J8pp
dTxGn7A5Kw/m0rifCwUNnsex+S0LW4cydinFZTwmIZmsZlwkDQDCtKNBRSI4/957ZfUn/VCn9us8
MeNzni/jfO6RIcufl0RJX6KOBpqf9pn9NUNL7RWrCa8LjNxSyqOzILnhq/h4DZh2K2b6MYmAZh6S
CUI4Mud980nkZeYexrZTVd/qMqU4lPRG/gIdkn4mVS2Vs86z+anwnByun1uWz00UJv/Bnx2sDO7d
yAtBnljv44milYJWo3L11OJTlhnepZ5tw8/VaQ+svnH5SQV6xoEJzxW8el50Q6p7IWiZa591+SmE
d39sqjrZ+YxbpRZqsbQa6VwQDdZPs6quTa8pTEkHN6cXURkosFpV6A+exhKnpWn+XQ9wviY7+zoO
cXKKem0nFG0EWYnDBZcgC2G8pG5DkdZT6Ss9hWNaGclVMbN89KukXk4NTLSzlpXRDmBg45gQ9qiA
c9lL9tAq9rWLnY1I9yrXDENYv4QleDA9qeCncPc+PiabX1HCgKnyyfbX6pSIZYLU2xvK1Yqc8prY
8XwdvcbawU9ujcLDWoLFHFQC10WhpBQw8sZQubaROR/aBitZvcP18vFcNveKxN4hVEDNmQTm9kNV
rpK400yFWw0bJ/BEFF3LyTDfDzalYcubln/pWau2j/yW/WIU1oKpmBD2x8c/Y+MqkdZwUtUNKAKs
s9tfMXlj0eVKQt07m+LrPNu8oVCMOZGaLlRvpv5CX22v9b81qMQpScKlFHJZvUkFrZvCjEa63HFk
nyJVCZ8MrS3f5XEmrkNUit/0XuwxPDcuFbwl2KAEAuzw1vdX04rEnqYKqFmc1J+1ODZOUYdbULgY
yXFSmuJ5SjEIjCduTq38L57FEm9iQooENHRXtVGTWa8jS3Au6QK+K7u6PGpe/SN0qTTy7J9++ahQ
1wDc8X84+11/KNU6rdb1NrzGi6P/4RhzfJi8ct45+3cvUyngAAwLJDz0eRhwt7tn1kUnOsr+V69u
3Y/N0NTve09vj33eO69QAxxs6+su8sEu/fJDg6GRpONVSn1RYpVuhy56L0zhHfcIOcW96i92LP5s
w2WZfae0wj1dkfvTSiigpIHqokE/k7r97XDR7JoLFIvxmuKXMvoFavZIgntq1b3G7oBLpFZTCD0s
ZZ3NvuDhofu5Ppbk1JaVpjt4lo1l54EMf0aeHhKl1flJ085Wo7QcmHvpLX4O16OiVp4nX1LRu19d
VfTmOWoNZ6TrYvGYeBwzNoanovzGAycJoPZ6uxb9EhvDSAv8StpiHKqOwpLfLXbrlyiGvrQluNE6
z50nvS++/PrIupSyIa+lor2OVl6P5GM7NiMXQNgcMrfOn9XSFDh1FuV40ZbIfW4a0R9BbIfB46Hf
NKxuUjSUacE1knDTQyFdWe2A0G1DGCEWO2Bxhif0cM3siFWsftSHeLlMWqu81GlvfMOucKCtkrTn
VEXWR9jtIpt8jd8ilfC9D8s9cv5dNJXizFyH/AFyCCrY7eeojHJx41Qfrv2o2J/d0vYQrV2cC9SG
BcXg2PjUm/n46fFy3KUZFN9gC1NQYEQqcKs9gJcqxcpW7691XqvqyZjy/No6cfJ+9CoFu+HEMOOd
G/PuXpb1PkSMZMcGKTVnvevHjAMYoZ3klbx7LT2ZTypl8NPjiW2OIi3uZDWf+2J1LXdtY5Zh2A7X
pumtv2srq99TXtgTTNsahTcatxANddkjuf1mwszdskkoWjSja13aYarOdOj2OgVbo0hJSxWELH4R
67m0s2XW8zAOV7NT5kPdYFE3OnF+ebxi95AdPgy4FZB13AXk8qslqwWVCjssGGZ03AvKsFFzLENb
+5BGwkqONcB7z6cAYr0i7FV9EPiKuUdByyo+oPnh7l19d1sTUghAC7ihJDR0FGT4+qlpUTldXDua
WK6oDmS6jytbnPhdrqJaYnuVrtAZnuZ/Hq/B3UrLMSmvoU+B8s1dk62rK1SvAIBdFdLTD73Zta9F
He4ZZGzODGs5CDbc61xItzNz4bJbA7YwpDDRcqhMr7+mfSJ+A5WlXzSsjffMJO4iPQ1jjpq07pTa
ietnaTR1IPA1a74uuZmePOBsL07ZpL9PRlz7kxY5Fx3Hk2uEhNKvdhDlyPQS+Is7hlry7VTthGYQ
MAn1qiiiPmMWkHw0Z3oJtqd0e4FF/r9uIrsci/uMrydBsevHoWtgv9zVynIF2myemtCbX7oGL7Sx
MYtwJ4jdJxIMpiEUAFhBCgZYq2g90SF0OltfrmOuiC/GqMfP5KNugm5xgxT5YLaJ5net1X0fI898
hQ4/vU9TKoI7OcT9jpUNWtk1BX0LqXkVgdyoq4coJcnXhV5+gA7SnYFKwU/91YOB5gMoF8QS+RNW
zO13HArcr1OHLcsGQ3k7EnPrHjwtmvbe3vdn43ag1e2QaXoBqchYrpU+JT7+3trJjpQRwltyMsps
D663M9wbAPWnIPOmpW+n83K1oJ35Me58H2vkIEOECo9C0/eM2O7ueJpqAHXpjEoSLKCz22VsFgyi
YiQur/ZsLydcr9sgMc3pMqaLwMRONQIMxIbjf/h2Pw26WtKynDVrMYfl6lqTdlnauXiK0N/e2Yj3
p0+jUsIBlJVhduMqk8hQrzBtpIyuoT7NH2J9FgjBpdU1gu+wM9T9nidz97gTOHxcEetbV1HSuGvN
wbiWqKIdzRisi9m3e9S6+wnJUeTZpvSMntAqdMnSJeg8YVy7NBYHfc5H7F6m+vekpwz/+Avd70Jp
xOvilUQqcf+mTU09D7NENa7zsuBwEma4ny8tAklFkRyh8KtfHo93vw0Nmkdk4JSXYKKsxUc6dndu
97FJZSAfLmOhij+rKl2ORYQU+SnFmU74gD7VnYrM1orKhoFDMQb40LoejCte48RFZF6BPMZHMG3D
AbOG2q/wKdvZ81srSlFG4ipYVmpMtwetjOZUqGVqXiEoohSM3OKnCAPLlyXV5x/eTO12J0DKQ3R7
+YDKInviWuAKstdvOcsrtKSOYZeOetL8lSOeJJ4WlB5K36iLSifPbRVEZZvCOaBQpASlqVffH3/V
jeWVjV3SJfIKUl65Jj/FMpwo2rxOSue6hJri955TH8ws1E6um06Xx0NtnEDK3ED/mfJGh3eeY9pV
UWFfl8qIL/Dv7CPuF+7p8SgbH1E6MADLRZrkngkHxdQqBsIoaYtw6NFZxRlmf3+EmFpfxnxS9vKk
1bRoyXLDoX1KsgkEiErI7Qo6wAFKWk15QInFfbHCgoTTjPceehujQLHmHgVKAhR3vVXypje8uc3z
IAVi/Io3VnNcKjf67fHirc64nAtSa+SwdF5oZ93NxUQoqQYkGZha2WONmmmnfsn/dgZtqX0TI8zQ
j4BE/NoxeBsVZAyvO4rJdJpWqW3fdRp0iyYPRgtPg5Ru1tMQGtLxoUwrz68yIWnKfQK+WrMi40Pm
0lj7L78B1jV7U6L915hqxTDniUsVLfRZdX+zDDKvKXQcX0RherCTpXmH6I3w7TktvuZmU3/69YXn
0UNfj1c1D0/5YX46hnVODxgv8Sqg36wdmnk0voWOLXwSte6A/Hz5DpYYUe+XR8W2EGALSCjKF2t2
wzI2OKNgPBkssM4+Rp2qX4Q9tZ9bdXLfpXX2Az/m4evjMTc2MvuL1r1Dt+u+jKNVZd4tzVAGXiWM
96JShB8ran59PMoqssotBQ6BC1inaCPVSW7Xc6A+MSFPUQZ4YLp/ItebZqdRjFl9JbNpItR7IkSa
hzRKbT+rPKs51W3YJB8f/4pVcH37FfwCaBAGZau7Xu3YuV6vWfixyKrC19Acvs/lbKEN3et/PB5p
a1Xf0IdkiATy9S0Za/WydFgWBSIMOykSbJ0XY8p2IvjmfIhxb1cFNeZVUhi3SdyYqPgEbcoblF4k
Qm5G6PBkUfZwT+uhYDHL00DEAzSLhvVqqApuFgkobDQrrLqTNuKFMI5g8+g6x8fHa7cxFCNh7EXw
o47mrpJQEm47CfPWCDSKx6WfjX1+yURvz6es17EteDza+ksxMeoFCORSm6Gz/Mbq/+mkIzymWqni
6sEyaK3PvrHfLZ1p7WS760AuR6GtJFkNgHHJnm73f4rEujTOVINYV5N3QERbP9EL+wWowAIGQq0P
s5Frf/361KiRvykJUuBay/xR4gwdM1HVgNNfPLdcJkHl9c4vBi05NZw4aCFR/YYNt/pcLu9U3Vwc
LZBJwHu9bIyXQnTthyyLzD8E9n4hhW+u7P8wLFmh7Digb8Odf7uiXVR0OIr3aqAZtfpRSVL1PORW
ch7sQjXBe5TxgKphOuzhPVb5DNmo1K+iVEgpRlLO5e79ab+YTM3u9dYKhjyxfmsMY8ZKdEqz4+jW
5vdacwZ1Z4fe7x38wEBwSh9DABBvhNqfRhT5QKrrZHagTXDeBrWdjvNizHQz6v7JXEz30Dt776Z1
aeRtmqT5gEff+nTraUplK3MA8xxk+IBn/qQ2WnFAOGf50qZ5N2KE1ljhsVUH/QwLaLl2Gu+cY1a2
zp4j8304oDZDfipzOciO5uroYC9lLVohzCCZl+wcZs4S6GprnVC4r8+PD8zGUNSDpEcPWESoyauh
SqcjZpuJGZiwt8LE7V4zrVOPRanskWLvow6K4xqaqDL3lgfodhdpbddWLR3pQKejjOhmaIXLwaoK
bSfubI2D1ITEfyIDDpnxdhxdNqKKxV0Ca0qrl7nryuM86HsPtVVpUm4WGrmAR3iM2rwlVrOJRlbI
qk01sCf2/3GZmnTAvA9l3TNyDPVwsLo+/RsSQjVfhrbctegy5GH/6eH29gMox7yVEziX6w836anZ
Rzaqzp2pDXhElPQFD1NWNpVva/DHfEud4R+Y2Az/JnVDbV8XhvldsSLvq2fXxnc1m8avYTFqi9+E
SvFKy1tHXjZWTfzdQcj+mVEdHP7Stb79Da/CWfhqTzc0MKo8em94ZfpXFrvWt1pPYnHMI1tpD07r
9H82Vro8G23WKX4yTZNyBFSDR8njbbsRkjwiBNcyOoXSWO/2I1upi8k8tdvAiPr4OOOOdlSVSDk0
uTUfKLf1O8nc+pgAXgdXKmUCVLrNpHW347WFgbalXXlBP8TNJ8eIl4Op5PVBKeI6eDw1S199WWlP
To1NIgWkHNy6q50seeHORjMRh1IVNkmota+54kz66wLGxTl4zdQ9m9UcDchNJfG3qrXH/ilV2kk9
QQ639UM6ksd/TRH9pg2eq8Wh4U331xQKL/mnsXLvRR07EmwfT3vbfkL5whJHnGQ0BHf0yIrft/is
grtq6r46THMOXD/K7RCACJnSt2X2FtuvqwSzuymHy3PQa9FMR6W18/agzJqd+vGSZ62vLo2IQOKq
0xdL0eMMLwybCXWF60bHOB3r8sM4ju3ZmrphfjXDos98jElij06OlxgfhB6lJA3RkFF8yGgmBToO
RdGl6rmQrjn4m+ikuBh9fXr8BdYdJUgSUhLIRCWSdgrt1tXhRqhSR4khWQKk+pLq5My69W8WWYPh
m1kBH9zK3PC9SPs0h1iUD+VRfrMveTcV6RGRxWbPsHL9lJC/Ryor8ohg/5EA3O4+Rat4O3WdGlCS
qZKzoEo0+JBQ85NmzE7od3EGs0ibTac4zib+Zyg3LNNOaiUH+TngsC0lbFvWLaWY3Lr/6UStPVT1
3JMO9/3nLp615AQ6KRcvLamKODdFrX+timJO9qjcdzczQ1MdIu8hlaTL/Pa9fkoH7JAERVHsITDc
Bp9dF4ulxY/HKvpTrTJnOKBOMytPdqeZRaB1ivaZmNXMfoGf67LTGNpYBZJ0Ag6PR545d4pXdIUA
SpZD0NKPP1aamvqpltrfPTMdDnZdULty2mjnStvYkFRdGNRCcgh6sLUKP2zUTK/qqg/GNmQZ7Nz2
3mvsPHFU81EA7TOnNPLjOazUd8XEy5OigaC4paR1G5+gpqbVTgBeB0S2JLktvSRk8FB2XwfEuETw
eczCOTDLynsf9UoauOpoHBfR/mIPR55GVltuANJBMCerd1hOuIRUMEJ7mfuUXjJyxrXd7T0s12mD
HEXWlOlHgWoGZnF7xorMW0JFH9RgyfviGC9Zc9Ga3NxJbDe2MgBQ6eRH64u+l7GajEVYGd2MiytB
0/tQpL36BIC8PTmi1456VsR/TMAYq0Q8e4qwX7WyHHeusvsdzC+AiMHrlnIv2InbiSITVcWtOatB
P8KVSto2uQpMaNCjDZ0gM5oZA7Voj3/yBsq5jR5UQvmCvCaResEy4nZUA903VGDtJZD2B7Gvo3+G
T9U0iPjcl5OK03QmzBeFVuxB0+cWtSdTFc9Vk8SdDzcoeYqdSHH8wRmV5Pg43L9ZO9/9NrrndIG4
ce8u9zzyUjPCzyKAkKs/V+loFz6bX/ztLB6AriEbiukSE1HTY2uZs+sLy6MCoaKLEx/UKYxK+Nvw
g/25HsvEb5220K9NR84lCaHx5NtKbTcHo+NNegjj0f6C/KE9+U1Nq+PY66L9YPPCQu4ni6tvSdFg
2DvVYogQPiqKv0ZO//sJN50GeRiSOr9B9rb01Ugd/x1gTRe+QscqAUgdoW2fD0b8wSyi4pvad3V6
erxW67RXnhKKPODi+UzmHezNtOsw8bp2CRpLC19Vq3ReijSaUqDpmfdPaRT9v6IP++bsVI39x+Ox
N0KOSd/67ZjyPFwHwclUyiicmzGoqyYNwlYFgKNk4e8kfnsyHhtnRGLtUPDhwUsusIq3ZhuGJPfL
FCzq7L0XXVacZuQtDmNUq08lMe5YZGm+E1LXaysLhg7dBsq/uElgOnx7RFrLqtIyFkXgkOt9RiYe
KbIexXHjna1MsuOqV4MdRGmc1kcQcLv+gutJMz4lEyA0UJkcakOrnHok80VmpquDpc+UY9sPc5C7
dX8aK7M49oVOh23qjJ3e2jrsMijMGATxgW/CvV3zQ8e0isoyHapgjFTjbIS4YHrTuOws7XrryFGk
VArgFdkoWfM1jXpQAJmEZRBruYnrT11faqwF/FpRhp0TcndX/38sak9IxIOvWpPPs5x6kapQXW5F
3EwXowkFSawwig/5iM/HuUbI6CWym2E+DrU+ZS86UlHKqZkdMR5SFQ3rnfi2tcQ2KQJeCtI+cl0y
JXJEPT6/TH6Yyu9CJ4HxE1vbozttDkO/RuaIbJV1e6if2kzQX6t4trTNx2jMnCAcXGVnMhuHhNuD
Jxj0c8Rn1v0CkeR6M3miDKzBywy/JGG0j4SdVDt3UTw+mXM8KX46KOkFE51C2/m6G5MkESPtAzVn
c4GvLk9vVFBHa5cmmIRt/KFY1fikeb2+lyWsH/fsIUqYPDOktioF1NUwQFxHSnJFE0SKqX7ylCZ8
Xzeqc1EaDVH1zFQOdYew+jAs3TnvNI/n0ST+sJQi28k8Nw4O5ACU+ngOUc5dQxaSqW/0Lo6aAPpR
+TrYVvkFfJLwXWxULo/D+9bSylofdRVE0+4gVyk5PcbDtgh6wNSnoUTWiD30i9h/yZLTkKOgcEIm
TadxFeTQ2SPL85wsUJ1yrPDw9PD5c0dv4IzSrlHRAzbbD5Ee/o+z82qOG8fa8C9iFXO4JTuoJduy
bMtBNyzbGjMAYAbTr/8e+mrU6k9dszu1s1XjrUGTBA5OeMOU/detw8pM1jZSjA976RyyKrFWMssW
ySaActknh/ZQjHCYvqLP9uotsgq3MxcIKEDmmGeXSBp1QxVaokTdJ9BxhSBVXC3ttbP+OshtywBT
JffGRvHVBlUyw1GT5OOUjS1nfFGoX8Rep6LmwyjUlD7a5FPmLfOS3jmM5ligoqC8ytgDPV1FCHSd
TtmVxsm5zOLfb7vh8RmeAtRgG728QNOm6jGw6MtT1SwOhiq1ybhycTMFKH9mw+3bfFbDkXLILO/S
vNgQ04MQMY1eRvKz7/Q/rAVxu8OKW/GXvmsEiV0mimuSKK8OFS+PwgmxA6S7tnboy9/paiwYx9IR
9Fzd+a70q+I01zJ96KSKrlyvF5cimSDRp3/wKl4ZmOd4KlrFCdkbcYPnpR3PlMw3NCwe3z6+l1Yi
HnOiuMSAZZ8VNpmq4UpmQ8nBUn48ON1wkunsoOApjf3bS/01XPh3wr4dYoTHqNQ2oBNR8uULHLte
ZJFZihOzTPu5dgFkIyLkRI8GioALNjBSPbV8g6eyNHGf9dE/C2Mr0+YP5IY6mbSddp24Jc3R771m
9B4GOXjGntosoOFlh9UvM01dKx772flah2O6xrbEYo/8z1muPc3FF0clvbF3SYXOY73dIhkBs6M8
BVMtE8jqZdyaXZuMIHivpEGXggMQESpL3h9n9/wbzVNeQZAvT25huTerXop3cASzKyOFS6twRXvo
XlIgAEl6+XVgfg+RDILy5JdRuCtzFLzrYvF3b2+CS6tw0rmL6Yhst+XLVXrcBUCN6uLkqcXbYRDk
HGhUXDM0urAKERuS0caqJnk622kFwih5vfDGJmFnH2cMp3eer9V/D9qsQo5KVYMcxPnVsBj+VDk6
YxVz6fYI3oiDm07X3JhfpU70q8hdEHf8mz6d44w7I6pBlwliQdUuwT7IRF/H6RyGqNBmmxiBSy87
KA1D7QodqCvX++XV0WchISOFOkdU09nAUWRYyxO0pOVGj2GFeIlEDSrC3ujbjD/5vjBL56cpr3qH
bxvuLFwgSU4n928UZCZ0tlXywN/wOyWj4M7ZdU7WGijuWKtzM4dm/d7K5+lrBcXyz2CI4Lk1vee3
t+ql9UE08ddmPcfM+OX6fuqJquoicRorVS8Hkr6wQ9ZN6vDkR8yM35d22z300D71ngDWVTtnDUV9
5QNst8r5W4j4D90yyI+vMmdpAglIKWVPuTmqozP3xGXq7fDTYJXV51yUhX3buv21QdmF8EYXHVUl
Nh0f4XzXGXU41REQuJM/ec6SpNgAeXEBXADON/IZ//2+o4Yk7mwIJmZ05+mdwwgq96rqVCO+ZcfW
6naf2rDNnmdn8a9ldBfe6IvF7JffVbhp63ldSsGuhbozwjLbecxV4r58NErze5169ZXQej724uJD
txFkb0QKyQOehSONl2YbNa44ebITYyxkOX3pKwXFTs2FGW4K3mq+4pl1rp23pVWYM1JwbS0yaCZn
i9Y97jRjk4uTCtv1IWpXOs3FvNzg4uDsMr+aQCG0YjeXvnWT9fWYwLvp9qSP3a9+qa7Jrlx66dyT
aAHRr9vcHF++dHZPMfd2SJ7BEDBmGq9vZ1wB3+ksL3f4PrvIFIh6+e835xY3yapBCDJtODvCNA5F
5Ru1OKWDWh+GGuJhaxrhr7cDxaXPy2Sc3vCmXIvl1MtnQxp6noaBvGbNQ+NQGWl/QCqy/dzBevkk
Cn1Nve7S2eSMcCw5Lxz1sy/rD2TnfUTr3nSAN47rXGO/qcOj4QNsePvRLi9FWg7whjvo/Lo2Z382
mlCJk9/ZXuy186/GtdZkiTzrSvF84cqGSs60FlNsIH7nIaDsC8OQiEWccl1W78zAmG5TWms3bz/P
hetsM8j5CwqhXD3/VJHZ9TqYqLPcUq3jfZX22RzPUbG2e5ziy+7kF5lj76J0boPbKq/zP2+vf6nY
QVCVSIBSNanWeRGxun0Q9CuZvahCbEpQLDBvMmOGimHgjTx9d6wikN+qtq4YmIHhnOLCWFQGMjgK
6selKH13V2KI1yerV7rVvlor4R+iJrKuucRc+CD8Usb1LnfAa90d+O2Vk3ecnb6nyBGgM+7obVw5
OpcWYR/DQgA6zzJnW3lMXcCGsPpPBWyRI3WOiL11aa60Qy4c0K20ZBOjm0Cr9OyAIu1cjUOwIpAw
dcEnK12K+96bi59LE8rHltT9Wk/40oKEgr8wxA0gf3afBTBpjVyN2cmo63YH/Ms+DnO2vA+N9YcD
12L/9q76m2meJQkk7qwEw3or8M+y6iYNO3uqx/w0qLZ+cDBVd2MkpHJvB8Wi+mxN6Vi/D1PTR6OK
weDNpNcRNKk7Lbf+strewdEiLHfVhvD+WZbKUdBQynzZ+XhoO7G5iCxNhrKa3UTPtiXjzHLybO8z
7hc0tUNnm/cPtRFXqrSMpGbcix/Upo18AMdQHyLy0+62TUNniLtZls5OlUEHSQLeb3DorLm+Nh26
ELjoh5NQcP9Rbp6/kdqusFD0SsR9F3fZM7ub0Lx0nF069MuVGHnpYwPi9wjH5Gn0p16Gf8kfTXRX
0aWYo+WUVnb1ZRhq+YRmlpkUmJ3+L7uLViYCtMBNuNjPtnOKngeTIm3cTJYOdlntfMgsl/LT7cfb
dTWaK8936YyCr6fVT0pBN/psc61KmBqumHGTmma/Kxwv2zX1Wl2JzJc+GC1+D8QiWMVXJZuJrV7W
Rr5xY9mDiaRQa931jNQ+IUQrPr99XC490L+X2j7ov3AJCBNhNhaib907cgAQJNQxqFEJ/x9WQeGC
HgEMHdStX67i++ucj5tSSya7Lha0xY+Axq+5wl+40Bh4QXZFk39T0DsLoLLIZ2m5VXZKA2cAQmUZ
e2QIiwNybvat8rv8mIXS3GWSmPf2813a9tFfNqgLnobx3svn0+Zgo3fDCdPzUiQ9R/5Yj9KKI8Hj
TiPeZW+vt+3qsxhH5zJCT2NjMr6ysIiQI6IODdCSdxfjwe3xuRV0Aw9LZrUJ2r0SwbblGojh4qJg
JrahEP9z3rIawPbL0gtxvbHsdC+mdUx0l3snpJCD3Vh7w01ES/VK1nrhKACgtTFi3nq1XrTt33/t
z6D329QwenSWw8r60Ah/oNgN9FeM75zD2y/14lKbazxjYQbE540S5rX+GEru36oowoP2UxkrQ2Uf
wnZ8/h9WosYDj8wF7J0L6ZRVpDzVIJUfem2rE6vAD5T5Wq1+4HM2XeO8vwJsEKoQliHB4+xBRn2l
WzlneTOIPD/1g9bv3NAQh8CVyokBsfmf+wmbhb2n1lUlbtq7T27ttO/aVSl15Vv+Pz9km31xWLZJ
8cuPmTVt0NYSF7fCap1dbrXi2KSlPkx2U+/zMTKoAduRV2HVYYIJC1GJQfz+7Zd/4axu0YE7Cm4E
RZj98kegJlNN3ozHYC80Gvdl8Awyso8jX3g0VvxrQPtLu4rak5YlPQuGYmfFnqwn105rHIKMrd23
q2ddIIs15L8GePnXYGYXojm7iTEXTWX61+eN2Lle2yatG+OmUNOUOFbf3S4bUuftN3jxkUgjNleg
zfv6LNoBI/C1JxGdm5uiH3fe2Hg3i0BOKB6Hwvnx9mIXPxd1EGB5+Cuv0sd8Mv26tlG6ysex9ZJq
qPlyqbWcmrK2dtNKXXBlm15aEekLhN5pdGFkfJbDNG4wc7egnYgCBg6Qoas0KIYyS4Gw+suw86QK
rrEFLn04ehRM8Hmv5DPbK/9XmGsbg0JN6uxUFiXHULkR4hT+tVUuRXDSMvIKOg+v29opmjZM9kjF
u8rQ4DB8p2iPHUJJB5wNh7uBoYTEry73jm9/wwsbZps0g/qE9wH88eyNRhPNpbwy2ZZead3meV3s
QWYHcQpq4MrHsy58PSDHMAGYTKGm529//q83idsc6N5yLE5jninzaCsctuECSJD6erI742sKVNg/
OMpWxU3le0abpFUPEcsGPNfFZmmGn80wZ4yaCae+EVqNj1L1pX8oPbBLVxKHS2/m37/2LCJ2xgIv
o1do2oIb2bnLiGnCNNhxQA3733MGIBSMmnAJhMNwXvjJvmQkxYia/s86fjHntU7qismxY/Ttfa0b
d9cPg77y5bcve5aobOI8ZJBQ+QEmnhV/WH51bd2RMwRVVD4Mk7WAJLPyRAvHTkJfGju0V90ffB5z
N+pIPby98S5tBobIBA96jds1+HIzjHXuD1OZ5Sffrpxql3XAaWHgDMo+ZjNms/FiBvpaDXQhDaU8
AIlEoru5G50tCnwYq1yNg2dk2MWdpWvg4dMk4tWQFpuIFqslmhFmav4fJV+2NidxC8omR4wu/fnj
zllTChvK78loUv++DsyG+V9uJXbZBVc+7KU3i9gL2LKN+8lQ5uWbDRYfaqjaZiFluqX0rWMdlS/s
o9/QuczMdr1yUi69VaQ7qIo2Sc5XZlilVqUDIbU85dmYfZt60YC3ast951lLcFv0OqpjQmZ0oHo3
1JXF/3bczvZxsNUV4E1JGfi2Lx/X01bKkLvlzeq81AiWGS6MEWRD8lsHsd1uDzx5ZPw5ZvnOGSh5
mYLkph13TljdG3k/PWadAQtbZHZf3c9czF7SZFZ6Gzh6EA9pWgwPURd27zFLMu2kafCUPHShV1dX
TsSFiwaZM+RziJD+6/b73OWtW7Z0R9qmnO+9pbFA2uOofnj74F1aBh7oVp/QeX/VZUJuR+B8IfNT
NRrLuxDKSVK5wTXzmQvRE08fpFrZgphcneeTfu+t2gfqemo8RFZ2DoInGJYZDQA5l7bw09vPZF/Y
giEwbfA9zFIBUJ1dYyOe5Y3YhiWp04fZIe2beYwBaNmf4Z9NOvHzpspitulgHxd7acoYX5gIZb8e
BsqTsmEVHXiOQu6WctHPDl4DcHBmu5M3QR3wL5iVgfOhjsK0P9ZrNj9MKIFM966ZZ9PnwfchDrgV
PrKJbtPMuMVqqOXGGrW8czNdPSCks7ZXPuSFV4yCFBRbkHc0Wc6DGQK8SgfaUWTLlVqTtB2no5Nt
Y1Zd8vcrd9S5ROAWwUKqf6IXJQL391nsXGU1jGsBgDQtRguKZDlIK9HK7FRceTLTSW4P6mkoXNG8
M5EsNI9NZpRT7GcBDSZgpX0YG2NnafrzDiDtaVVNu3t7H1x6JZDWNlL1xoo/r4Mr01LrPCLvUJUh
399s9MGYlz72pPyPHit/XwcEZ1Cf8OSgrJy9jsGt8xwXYXnCoMc6IMI//E5VWiXaXqs///2psPWC
p7BNV5kPvYxw2TbdbpAePplDHR4W4fi7AX3dxBfVl7dXunSMuJ/Ax9Gehbp9Vj5MqdBihXR0ohvz
JFUR7iNcT2ITsd4HN5rGBAthiLlWU/54e+ELQQneC21vZo9g4M6TkXTwMlN5vM26Hpq9syzB+wXs
13+f325qxHRlEJiHAHsWJWTvyqrverZHVsibVRjNPp/X4L2hrWuWe9utc3YrsRT9SG4mEEvnKV0x
mKmCvsMDhVl+m6upSjqfiqzQi8UFZOQJ0pL149tv8cL2j0BAsEM2YtkruHM6wPb1RpRaiqXrwUb1
6V1pTU9hHRRXMCUXNsomawVcnxzjtb7zUNhRRzQWp2k2xvUU2dhE3eYE0yZpnRkxkbWs5/nDCNLU
/5xloZ1eC0cXspxtGkNQ5oJ5DXsYlk6ZWW2iF2O6xe/UoGd/g8pz+cXypWyhSfjqCyLxdGqxnCj9
T8bSoOvSkfH6sfbc4t4epF8fR5RA74B8hQHZfZa5sUyRddu//V0ubAaKHgaT3IgbA+gsRSkCd9Sl
YJrWkJIdlT37cW0K1Nw8Z02kIr9Pi3m8wiW7+InAaFJN0l9iyvAyaoRNPZlpMIqTDqTzw4pq+bjU
1URd7ubHsh/EO8X75XozvdPbj3upmbQpTQDW23aif7403aOlgt4sYFQueR0XCgnAGGGUtUwkzr7w
ykJbSoRs66ZKxlFYDoyU0EEacGyNT2//mEtnAgbAhhwnOWRQ+fI1DJVD7Rx4EtcTvw1j6nv7e5G5
7eapaw7zlS99IY4hyoImC73YLf3Zfs2/SlyqbJVDY5QnkIABLIceAxB8DXb//ZnId+lGbGpJr/Sv
M/IVGoeaVaQVPIChdeLcXKp9xr145YEuHTOSURraqP5tLdGXDzSjEdsag49gkpeKY69UUCTOnAff
ZjHlDvMCXT3+14dD9A0cEXgqkjkym5crYkaFWGRUqpMtMQ2MQ3eUHZYfzeDF9br6V1a70JQgE4b9
SWPZJ5yd81IqlzagkRJHwjHEzU7XJR5mlfLEV2i4VDKu6sM2GdCjah6iesqzOE0j0ONL5xnL0eci
XugPZ2O6rya/zPd+607Vvq3sIUVI22nd//xBEFLYuIpkHWgpnVd3dt/Ds8Be5oR6Ybcvotm7Rca3
ueFIifshGtYr63m87pcXGbhyppNgdGAOvXJZBU/X0HepoURhWZWQdnRJGeK3WTljcPP2l/8rDXO+
FtkHDVKaUbA8zu7nbGh9f0Re4ERQWfpdrkeMAP3NDi2eiVNfasr2HyjZtPVxDbpCJwtsjTlGEg1+
qlm1jYjbQeX+HaD0+VbOWfQMiKnTcRfNJjSGbJqyHdw7f9qN5cRtfOX3b/3ps9/PQOSvrwuoUYap
L7dusOK9FLQAqIrA6j6iFRP+mlLyOpTF7NVPutRz/6FwjCBBqYgIJAK3/KyEUMs7v5J4c4Egz4sr
Sc/rE4w8MvsbYAyNN++8Z8r71FbUb1e1VTdfrMLwY2eKov2oRuux0fO3t1/CheW2zj0Blxzrtddh
YZjTJMdCItREPZLjlvdBlyuApsinqeOu5TXSzOvLlaNLVrwxhS9gZUqXEG8ID+xPMRSfphyI9mzC
3lsQcjliCKpvsNkrr+Q/r+M8EGe0IfCLJmFlpv7yS0MGqKGwifHUCLPdr2EvN3+z4MpFCvDj0kJ/
AcJkOdDnzrvPvipScxQyOvVZ5+QH9EDK7EO1BN4+shYjj9VkTFYy5XPwwxqmut/n3twHO1Q6Ryjq
oTE+445b2Rsrzf8+zF5236QyVx+8tp+zBA2asX0HqWTok6mal5oxc5dnQHrsrD+mS4rIfpsN8/ix
nyrpx8WqK2phkcrhbtWmgnZaB9HPzpTGd7f11EfFLZvRxrPT72GW5WvsS9KqHbBD48+Kov6yq9ax
/mCpbPi5LLNU76J1nn971oiIh9l5Y5U4AlpHwqPkEvL7gFcFgLH+63aE83imLeod2sHLl2SNgkV8
RCFffjErJb4HpV1/t+a17I65LfuveUhfe28V64qLQDdN2DTrVIh/kCbO65OmN2TEYSTzKW68Rg6f
p7SC/R1DjRTucZp8RieRoZfmZ1Y49AiXpfU+GWYd/iqmqPX2BXn4dLSL1heodoqheydQvbLfKdhS
2U57sxR3WhmLeQeG3HF+jTIqjBhR72n9TUQTqLy30ga9bq1VmhTRIt8r2ze48bqusT7KKm0/K89I
Yd0Cb4vM53Vuo+rGsNvJeV86NbPZeASSZROaA6OS3SnsBcDUZzvMtZ+Aw6ogAdeO98xkofLvKOCX
o1jWtk80Dr7BzUzHabyR4Sif89TW3xkYk6ko4AyP2mws82aW/B/QzKimalcOyKDEOHsEODoDwW8S
2mFTmwAgyv6EVeO4CXTHco11peQT8iETWoIqmxhatGH4CUMtS4IIU/m31kubFoZZJ38MOAnJxA57
cvKFyy4C4wZwb4/prWpj0Dyox6hVAtWRXRWBuUKg8TnNkP1PLAuwB+j8bMl24NQiuaPdO39Nl9z6
QBoz/ABENFT7vOlFtx9lNnVxZ4ejjn1sJmUSRlhMJZ239n84495uBF7xsPQRBOtiGfx3RqVDoHYB
g0dVW8JKqEREUqaNr5MxyosHo++wm/Lw8dJx4Lb6TpShrGP+233NWiHvSs+pjkalml+L46voaIvF
anY9fq0yiTC/eiiGGi0To7LHOWH7ixL+tWs6cbd6wT/W6KTfVzvLbutyLuY9JBtM2ytTOnI3mNwz
7/K2teGaiMa9RZWMLNtspv5OF+UCcjfI0gdrNYvvEVeoxM6vyD7XIi2/oJq2PuVG2SOOVOTWkpR2
mv12iylHT8dGgSsRkCyz2MAfftmhDVWFN401zF8d9H0+Ro10dFzUmfg6i9V7jDJXT8naLv4HrUCW
7vIinH7XrrHYsR5r+pddGNYo6CjtoDTZNyXGcYEqzF1ej4tG624dDf65jvZlqLsUh9O6vMcYKLN4
siJoy53ua+RjnKUvlt+w9jjKfVR4+a5m/idvjAFav2Jkdr+mebRTCCIinFvraYmBHbprgjfWWO9q
hnsqVnhGJEr20yfD8bt+twyTfe9mjuRvXtXtVLOGKpnXycsTFenqeyE6+Uc0hgNruGosvu6SBQO7
sKo+tkubB4m3FPpbnsk+S9o5U2uM7y4HZERDB0cyr2p/CQ838jglmKld39I+PAyo4nz1zXL60/uh
/OpUWsz7wR8HL4l6P//oNYafHcGTwwtaqlYjZiM7TwPRohG4I+GPLLKcLO3jKTPso9sLlR2QTepL
iBZ9934WtimIdGp6TG3EDuLKJW+O66B0fhdmkeX7pUOo/CDEEtLaYfryw1mrMt+FtMqKWGM+8Ngb
eaoTVfjeN/p73bAvjQzpJ2iZ6x+DOe/GapvDNV4tY/lWz1PVJVFmqJvOpahOplZYaJviByR2Pnsm
ii0DNR4ob+V3ABZgwMZ+GOc4iszhKcvSFtPuqjZ/4lM6fJNgLVDM7G3xhNqS3+4z7CT8OJoG/EaC
grWSsig2jgXkMy8u06L5MxVAiHad55dqP45zECRtaMp7GzrAgwUrYU6GOc+HhPzc+QqRmx6kWeiw
eUwH0x9ApI3Vz3UDmHAcLaPbr1lVFgc7aJydaykEy0RrD10SBvn8tYG0Q2rqzYaHy3g19TuBpwvy
u7hnWvHa2Ri20LTFW8qv1jXYh8YUgMEJDOAL4FQx73HdZjnVJgplx75uNgIgooK8FHum4594QthG
UjW2pfblZNhfaQ/ULSZDEwA9XdfOc6+i6D1kJORRAuSTcORRta52jSuXB2cem3eeyPsgdrMOcBNX
pLhf7G55dGuxPtayZa8iUO//CVPyuH29kk4TO4R9i+YeXkOyy8L24M5t6sRRo4cFWCU2NLFRKle+
c9oR3ThUsX5mNWEhnsoc5SUEg9rH3nVycSiRU3oeafPXtyg/ry3jH7c/zU1v/WxFVmLL2vBv0LgM
FoR5bWb7qgumP824Oli5Qeyhm6x6wqDZ19F7SA5ptlv0Ehwtu+rbxEk9v0oQYhz+8apUevHamHl+
KJchUJyyLPoDhxtxnopoYsRrzW2ZKGCAeWx4RStjZtDqjy78cSW3yGt60bV0l9gCVjAkVtZlMkaK
M7rPsxyNXnPx5mSRmKrHrtOW30ep83/qxp7GXRogo0VX2/AfMsesOf+e4VZMnKRHgoF6DwAlLlbR
8p1jV1f9/Rrauk8WUuZPqQE77tAT+0/an9NoN6uU5LjhJrLpFS46BE5d4LgEc49b1/fT7pvt1vYK
CCcTX7pljeS+qgHAxriYh/cNcgPjLphT9mRtD3N/IyCv/eNURvVRGOhmxB5aH1OShWEjkqmMRhQP
xRa1mGIsD3NWF/5NaZfFe5TRsU3ti27Dc3jd+FHgXLoclxqO/4EoYX4MtdHNJAXWsq+1aqIPlPDl
A7aq1L6d26IRVXkLULcFBUmVcN8sROQ1k83eLEw5xE1mcu1kjp8H6C9Ls3hnoLBRx0NXo3g2Qbbg
fhznhiNKtP+nWofyI+r8VP+Wm9tNghvuat+sQzU/R5bOjr1feRHnZZi/1P5S3+WLM3wxTcU1iNUj
84eq7ds0rm0ibIKPqcLfyjW5/A0hUOUNA3AHfjf5P2RYcsJQFXNu01IhPLYA/PDitCMoJ5ZETyx2
jXys48yu/ffUcsUcBxgnNTu3dLS5X0Vt2yjctcTFzpk9bwdIBxiRRJzB5oig5QkICEfYIM1TERvT
gharV+fGux5NChU3bT/yh8UY3deSuR33TKCMOJ2iaTqOA91z5meSxKvErfKfxvZ0ATGfJBY4pSq9
WPY2eyVdtHjW/LYUi67c+qxUkz0ano6+B73JJY/UmvdNl7NnHqc8T7tDtw4KJWzftjo61I1R4548
+wYbvjIYofhV/X2MzLGhcyf0jbt0eXUj58L5ojotHeoPC0WuprPBNEa6s6qD2RougG4PjMaOqQam
G+ZUpfduuKJtlrtMisEieVisUGHJLm4WO58OOaOaAcl7A8+6GXqZjg3fE7+0Xa3dTeXmxielTDSx
e4Dqj9YGEEm8Dr3+uPSBj8egI+ybShkz8zuch7C8nyf9OSqa1kzEEI5PvWll7/KAY5eIzpHtDXWy
VSZQKrhJDIodQXqo3A+dm1bMBsPcup0Ww5qOCthdH8tw0l9QSfH41aYnMZhffPNJNGV5O/npJJIq
wCQnGdpm/tYC2hvi3EI3L45gis9Jrjs0FMHfp02Siknke0uTiCdRRWWzY6taVcIoqfudC3dEHDsq
AnS/7N4w31sGQJA7ioNAxjYq/ZRSo60+tUVR9zFK0/ZvU6UeKUhUqX0WtI3aT2XFJnMxCJ7QGara
jxmQRmQbkZ355Whr+Lo2CkG9meSj4j1tlUCnZtXtxkUMNM7DWSAFxNAS9E3bFp/7co3umdxw/68+
AjmHnjTJjcs2yn4PrZP+ZOyJlKkXtiYaZanbsCz2VR9q5kjPneuRYeem/0nhT9HFldGJD8jcMIBd
Km/+iZG1y2uyoEUnbt30024h8/rlelb3bRO0Nw4T+ch3Y7X0H+SulIBSqsMtSKtliAXZy0+Eyng8
u19GusvwAD6kzGOmg23I4jcl2vxHNhJ1YCT32KKuajpBNTG2U1zmLkE4nT1+8DRZaLZIagzV02JK
neE9iAbkokTVyN+Ylne/3Szi1pAufgJxm/drsRtKw/3uamqzxJ2D6TsFLYGMgAVOMiQ8vxMZ4qfJ
YhVjviPNQ7cTJykURYZVLk/e7LdNjG00taVnr84TRFEyH6MYh3knvEh28JfG+nuRFtOzpxVQjlJR
OsWAU4x7MnaP8lW3Mj2OrbKmWOth5jNLr8UTpsl6yAvgLAduxXn5oQo8D+Ih6ExULLOwvE0x4SXa
dGL5ZUxZcVfbc18+VBZQoNpQ/tcc3rg4NNMSQUaom8i5w3ivaHZhr7JjmHaD2JF3NgBYrGVsjmpE
nSGeu8VBVspPa1SmW1tTOSvX5lirWSZm6m8NY5VxjeMI3P1TijYU8bSsBTUgvT+53y7tp9Vw5yH2
gQaJHTE6/TC3TvHH9we33Hm9IT+NKD5Xu21T39V4+JK4t77ZJvAKbKxEy4BGWz+AnpvIHj+Hi6+7
pJ+m2UyAhBhcf4bQzyJd4aRFxlp7MUXufFOVUWvFpFbdYxYu4ZwEJQIUsdF1xk/JpfErnf0a0dJs
xe1LRprY79UeFbFP1mW5sxUS/hojSkrZ9N8WGXgFds5zFxy495fPpVkXP4HJtA/IL6mnzl+t4DiP
VjvgF+RSKPX+0nBjqApRzHxVAeFfAQeOFRUOxbHI3Z9ad8MHp2DduMCJ9nluhJJU3euUIitQOlw1
3NVeYrbz9FHyZ59kYUTG0VfW8iNVKvqUjkMZ7VID4BUnoe24mV0a+PFfihCymtl8Gst0RTpNavSQ
/XD17N2E6tijIPc9RiqMnqbVd4njKLR6xDvsEeOmSaN/kPxpRUwy2HX7qEtdeUAmISwTJ8wJqEs6
qW9kjda7Cd8+HbuNZ/W7JrD6/lCbbYh6aLk8uZM93HrWZonQZv7yTLhmr4SDx4KR0hVREsRgFlu0
AJ6HxQvvdbC2a+L4ZfGL/Chy4yU0qltIGUNAl0KDOKAf0KYn5NXoI/WtuU7HMppKWvZmye3hr10Q
UdA66lhSmc83Hd72Bhx5z7D2eS/79+BWliUphrCouZhaWlCVkfH1y1Z3Mu7tSnKdOcsU3hnNZD7q
vNP3UL5JhlZX5e9IminXllxmFSiJflQxasE07IrVcMgLQfrJOG/wfdwrxFEfTPxq0UG160/T2vf4
bkbYHcepFc71bkrzoInXcJwq9CLCsEhyJBk/zBpKBe2y0V72oZvLX8iuR0+mMXRlkreRxUC2XSMd
j+FiZ3ET0iRPtG6cL4451k/lECGvVnThNNF87hvzRN2oJzLWqSuSbOhMK8lpLGexF+Lyk7kN9YaP
rt4H04hkm5DR5cYBYiLTDniQ3qcy961qJ22NdZNDg+v/ODqPJUl1LAw/ERF4swXSVJavLr8h+nZ3
4ZFAIAFPP1/OZlYTfbMyQTrnt1vqOyH5J020ir9hp2eVljraueuTWL23zVq8mNUrihySwf2n+Gse
2sTFTxg5Xfy81vPKZ+ybqxvZjb4LJFl92jYsZSTXAmqn/pSUv2faQ8qsF6PkhimreDxItvZ/rmfi
Kqe+TnCtzNrb00B62EIFwuKHwuu5U0cAGnV0rg67y7yP+tHqmr5CDzgnTzKcFg5oy94BNqLJm3ML
tHU47IGweBhgvJ3U7nf3IhYR+nzgIiTxuMLNFne6f7Z8p7qnlnYNQfRW8RFti/IzO6zXV9O4Jd9X
uYUXaxJWdEF+HDsQS0u5ZlzyUXgpiOj9kUSzUTeKfu5H+huwTOnb1Kj1yFGYV+Zu+SsDs0zpRmL8
HZPZtpx6hMwMijUYT7YOcn2cGGO/hyRciKmBjH9L9mapWMgVoZ1M//G3HJLuVdPpyVWxEgGLDjJm
F2t3oZ+SRDQVm7ZwnYPf732IpSqyf0EIWtPNMLNbp0nhhg9dUHgXeq0SN411uXwTEtr/xwTn/ngk
tsJT1r62MiM9cnxkEbUVE9vuTKdiqO1bPKRyQlhdiDWPycD7XXvLFkOhJaUixCEJ1WHey+ldg7W5
DO9lKw/MAkCL0bLX9JP11fjT2aNNJvBQ9H/0VHJ8dmC2cW5iYfHm7Wv/pFqn+kGhw47tjot+3R21
Pm5+Zb54PryXMPT9/ypQTrLZFepQmliK8bsnL+K+LEXpnvZWl783JsY4m5oNHjCJWMbSnezUj9Lo
4WtvHftTD478NREV9Gn1agpPBv3gI3796Hddl4WkhWNrm3wEgRvy3XLWE7o0VIUMme6/HRX4lyLD
6LMb1n7NSDpicWVSdf/2Gzh/TpBUyDO38JIssdeSm2c77WvoF6TntW6BqMTn/rfThCawJN36Lpmy
wCYm+5RMICyMLWJ+h7h2n5soEb+WoBK3zlhH7XnubbvKW6JC/Mxwmayk/nr2Dr/r7CrdjF++Fta4
lfBwbvNhksri2FwN1aFCTMG/wYo24FQon08qBCh4ISVd+kDbrS0PcD7mIkOzRqgeovndKd1q5FAr
veg00FgWpzyXSJ7564ga2Bb7joOI460uRAHzKh39g5SQU8XeqsjJIJeEdeT7urJ9POavm4xW9gVi
7ZcbT64mSDcBj5jKpF3jlNFDf4+4BoYU20sMFtcwy6YdrMCQjrL2KdSdOWHSHgF2DWVCcClAl9v9
UwAM4NmOjRhzUt5w9NEWOpk/Lx7rczVhx8UmwtE4Wh0r8S4JWUkDgMItF6CnJVKSrnta2rHg+zB9
KLhzRZJkZTNOF+OS7sZHbHST91Hp3VO5TKInJeH2e7FO4Y+Cvvg1lJoZY255PheUvhM4YSB8jidl
JbnXdcOHO9ONl651VL/pxdPeGwXC/suIlEwORwoUwvADzlr9W0bX4oxX8eIJlmbuuuBED6W8b91k
YZ8Z++nOqdFznMnf0wRSalF8L5wdN0yGa39sJBqKrAtn8devi4aavqKLp5TGPqDn1qIyLbWFXt5G
ZSpQVs7s6qSjebknWRoveB2V+qcazXVjY0F8DrZWPm21Ew0kHUyeYfhv+nsjHfep1atdH0YMWjQd
CrX9NH3o3Yoq2l4D6bQfPU9pQLHWaJ621Zt+i2YM3weIdhC0muTedPCa5a1Dbi3uIvqaJzaizrBW
ji7Ds+6dBkhI64BdgoO0Hh8k6OrknDsRe7oFhAm2wAPatzcx26iZIrcnabWdFHHgwzJETDnNxuRu
IwxuD9XkFOxcDhmycuxAn+2hjIbUilfHzifO17fGar2nGOSUcQMpzj9D/unH0irrc+KzOOlAd+QG
L6Qc7Ils63+j2fOhV1iRvQzFQXOZwbRkXil5xQE5ZR5m2+0ELizXjIem4OPAaqzhBWvE4B/tChv7
387BrZz6kN8zoXOFZpJJGCgJ6GKj53BAhjYT4VbQDPMQrL69Znrrk1+DGdfx7NIMRbFAT6nQFVyw
5dk1LHGHwO1Xfei8ofwYLHSywBcTkE63myrMbFqGmrzaqn2+tcOyKQ6rt0dJPgxhPKe1kpHJBVKM
mLFkHl5wbGwNxPw2IsWODF9Em0zmF0CEUFmTEP3+t7K7AFYwrib7ohZnD9KI27PKlPQYz+a46Fpe
Jsb0E8QQJZxqYXEYQzn2+dj34wZ+inXj4DmDfa2HKW3CuZINgcdRdM7qPNHCrJFucsd9uFsRA/4P
wTXUUfpebx/CvlnfdbTMSW7I38XBHEJlpT7ii/2Rn290szmEcctnHctbLu3+U0/GOydNN/5pucGq
s0aZ2x5js/XNMRzH5LHXqm9zXhYghMaNxoo1I2yTg3Bwi6b1EjAg1gDs8ni9Hp2b0tQium9YFP4U
nb//dKP2vgTp6CJvOtKb05V0FpElHV6VFImx8xMMPpNNChw2hycnku78tAX1sn8CeqzqfgcCDw8+
Y0yVFp0p/+HiK7eTA3XX39JrASwjlirq3wURpO7RGYnCyAEF/ZEuBL8pjzqaKvHgb7JY09Ls0XBj
gNMnNlF/izLeC4Zg0Oh6u/Ser5xPji02moT8Zd6p2kxLmHY1d/DDalP38mQlBJ94qZVs63zAPNq9
MlUV4Y299mJ6FMSSDzShB5ub97bY/4oaKPD3cjVvnmYetJlX3oa4q2rbOXgcec2hLvH7ZXquuoJT
d+id4xiXC7spzw9UqmPIdKtpqpr5f4rCv4RyCefb5Dp0v9FXG69/ms5aFG8wh0/asj7yfalarQ9E
ry4cbcJuJqqhOs+7j9Y1rC9su32bYY9oANKNqQgOLbjxwz8iDGRyAsrvy6yLFfxIRT+GPsBNJO/V
llhoAcfd/eNtvlpfuiJUy0GYtk0yS2tGVDXC5Ga9I2r3ZOQ2mnvyZS3nZBGO3mUWLb7iyDk3/qye
NdlHMxbENsxwocdud8xfWTbgIKSor4bhJXF+NP+4vgOCG9ujB4g5v0UVZ9Bp2weWR74f51HYuM8y
iUOBCZcYHi9ziBeZ71xrqM+L1HLIietZ7pyBo/cvF0tsMpinwXmyijH2siqWifXkM8BJwhr2RT8k
hYmhKHn/zbMjlsncg1VH/qdDIEh0UKvyYVrE5ppLs8VmvucdcOaMLVMS0znzQuS+wCWfaq0C+48D
zz3lcQ00f+OZrpM3wLqkC6C/5xKZ8SMozi0ui/MUzLLKg7A26uTSdcUombib+9oBD6m0bw2lRq0N
lJ6Nm1iH+yFS3AUde6zKzTQgUF/JrunTjuKxLkUoYd/ajm4AnWqPFHNX0pnAakQ+6iUBePu7yw2O
GW26mg8sroV3LEcab9KS80LfDcnIcwTFva/5zOgjfjVX8wR3VU0szrqsi5WLZgmvnYDtONhnNAHh
mlENpr/ddtd+lmCM3lMeuDk8l13UzEfV7iFbRGJ35cEd9DBnk98sba5cqKFDQeCcm1ezP24fbdy7
NmSlv4SvgaJS6ZLArbIkEnOYedbABy+bYX6bxrXA4SIQt2cak+maqVnSp1V3WofM7Ns8r5drjdyW
r7tfNwdcNS5/Vrjjp6msyYiHxAzBC/84F6Tgj3tXs1FOvs9LQrwFvP5fNin1QAhSuZ0h+aoPv7he
R1VnYvvOrlbbHGVimCwCw7wJY2cx5lVh2ctLU87ci21l7WGOAmSH/Z4jT9LIYoWjd6E72//ls96i
vmtm8u5SwMp2YG0olv1dbPbYpy69SAX0wgDzS3NXURxtbfvyDSKCEijI4r68Bci4xqzXVBdlAfxW
eOjWCiEiujMFlV12jn4Hhq/Ko1CRuYEHlOONpHIamXcQz+vDsETWfYC6Ir4BTQhlakm7dm4DoI+3
RRcBWGmFHgwKVVkcYFMygMz5rU8xd4TwkJz2JV6y0lWjucxRSVx8U7NGXuQekAU8tLXzAiTLbtF3
Exl7czIAofZTob47BrEgH2OwMchK6cm0GIVf582AcOdL9j0jrwcv1aSR1w3deRK1sh+TFvPksdd9
bN/bBN1xdGuwAshMCBLGHTwBXnBgdiDNpytMOJ94CvcxXyaFp6dqOtBdB8mv9eARoK5Y2lWrfw2J
u063QauldTEarvYgm4Kt10d3HQDN65adpUoW8V8zF/EIVcAp2jGdg94Azdo85qPNCnbyJwDLh911
mjq3kL16hzkwyXweSl8txwR1YPVrmWhISic8ccNxtYgRl3R8ibMxan7tCaO+naYmnnK3nnc4RVQe
uVc5wXAXeY2g9yWm9/McrjUAST0raMKp9vR6JNOj/wTtKsKsHuOiooM4WH76fQ5r4gG6xb+R5UQk
k8YI8ldKRz0aqK9PnO3r/1ETGxpgnjfvCFBsuXRaAw68xmUSb6lRfjTmrmysgiQhBuKVBGQoL7QF
3nEYCA58JbkGwXokvOFfs6h1vwwcgeZgmTpGA8KBR+mihLQpPa/p7sNmgX/NSdkgDIouhK454Tdt
KefhOYhyd4hCfRx9SHpMZau1jCKN9qatw9S2tZb3JZniVLvFADR3KF5rfQwbMX7PE8ooEKql5rlM
7IHwjHI1BedhWZaZcnfs+Z3epw92iV4/TkFS3eEpnspTNW3aOwogYjAC3cLaqmR3hudia+P1SIK2
SU7tbnbrCsv5URrgRuvT1fLMfQ1Xn5xqwyGSOQqqMAv61d0oc5/Y4hZL1ctxaEd5mhFZlZlHMXp1
50KW9Xmx4BQ+xwRjob7dhnbLKddaZCbczdnzuQzEksEtcFNzvdcefLa/WNkWROX9Sqs1+emDiUH0
krZ6mJFuoiCqloA/qXb2Q1g7s3fakmH6aoapfNC4ldHA1Hxuhxzg/rizP71X1Rg+bHzuIUuKeGHr
LmvxYdbO/U34QfviB538LgunR3Ghd39/uipu4nvH04CtaJYU4TWA3RQYyljsqSFI9rtuA1ml3hx3
CujDSuq0VGGyn/bVGv45FJINx24t5uE4THUQnHgX5/jgVpHujiRGII6axbbJk2uF7XoKURKoTNVl
FBwxAqniVS8syfnk+9eLYJjtD/4xZ7qbGVSd30bOSXASwnLcXFRmr44yDlVy3Bo6c1+WQtdvfuPz
0tZiKr7aOFEgF6vvfUPzoN9qiAv7NW8AhYe1NMH3VGIdSUcWOzhihhVeds6ldwXWVlFfMY0/xvdt
QkLhhB5AAlvkNOEcPREJMCFqiAPdHGHVV94htyrs1PYEjUSTWOyBkMAyBBHv7eGtEmvy1myh/EEt
7Hf3VJLUiJZ7HA+uFl2f0RACthbYtcTLNvLJfs3BKKozki3B3a9BrF8XaolGVDlieQ7NSC8hGhw6
NqiO7snIEuNfiLmmvvOGmYu+CEPl33rbrNSnQScZUa3nKv80VZwsF9cC2j2Vu/KWfFSeRivjmh7r
acFC0wAlrTdLHc2/SOjlEaWOSH73eNj+o5AkfrYSAp2zoSRchnexKqNzsxITkFejpsxW7oXtX1VZ
nj4vaGGHUyG1ftln3bNHT5IwmBlmPsndeIMzKq1uBqaraioCpGStRcRhNnVGwLSY3NKj/YS1CJRM
VONEnih7bnXsWQP/CR2vkFJbBAk9lTx6f9phncrUc9fdBb3U63iD2I8vgQFCUho3bP3Rq2anysN1
9r/YK5AKAJ5t/fsiZsPNvWiupCUWsNkpnhBBTLJ0KRVaAF+b+1Y09Xtl2q7NR5E49qGNFqrHorEY
Qn40D/bEa+HLzrYz+4ZEod7+by4Mgh1E+MGOlMro/9Rs7aQojPUyn1EI0ZRAA1IRAzVS+pxHVH89
2szB5m83LmAriwctlxlb4RzuBqsSKLumsD5WfkOmbELWHql8npTvxiXw+jiZaTJnzqTWO/C/HXwJ
q9sAn+PwPKuxnw0+1Hr/dKqmGE4E/ZJ5hlzPnw8FDypwLwr7t6Yr7eh+pAUNjUI5O+VhrWawczux
wstmLRKQqIrGDu5muk6mhGEGWRAFCEVKDOeAqqVdoESCeBluho7m4VwPcbnmaN4qboVeAl9pWc57
WsgYVNARkfW+DT0bFF/Xl23FCqhLYh+D0Yf2zVea6CQiPmBBzmDSKNO15FfO96WLpnMNqf57VzWw
WQRmrJnfypY5g7K+V63rRN+s1er8C1UVFocJ3Pu52RXiIi7JCkeFjMIrLdkvB+zYIVaStfJzeMTg
dURGEx6wMhT/yCBEk3MNz3naQ7dvTknR29GF41O3OWO253JFyJFNONhttEPs8dWxZFyMTwE//I/N
9zUy185RfeoQKHe/1URAfsqwARed1tHgnqEDyguOeGu5wUyatFf9yy6zsF/Z612gx/FFhKDoKf18
gHuqiZ31lnOzMVmQyPgQXz1j6QyT4JwDAlv7EwtRhcuvbKvugmK5XRFjBgpDegTCduQJH9p75xqA
zBsIunHAqF9chmmb7quZn/+4h4v9C9JMv9Bskny7gwvbXSluRxtc2ubhQaBo/9RTYrXpDKFZ5RBA
jndskxVSA/S9Qwm2AoB7w1p9TkHQRgfKmVesnMsg43RGMGcQLCvjHkDbW8g+p3bRjYPN17ctVSYT
NjlnLiHwwbM+o8ET1l3tMQLkyQj9m/l2S0ydW7nW/oxWA8RtHoskzE1nB/cd2q/qZRNkGjXpvPdq
yVCj1PfU1znDo7ebCXJP0cJ38qy6vgboK+fFxn9JKJ9Vu+vzmIgS07At53+rmBtzu4L9ikeGke2a
ZRAXjMODLewTlCuDiB/Oo/sEIkWJssUGLTld4+ZDKNP6qVe4wfS6g/sySLUlmDDT92p9OONo6but
c2DldkwlwQOwV6ePlAgE/pslut3LkXOtQMYhTVrX7cTg2UCsVOVqrqo6bU0zW3xNMnlqWMyArSFE
7TNC5uTLQ/XdHOfF57lJkm5Fwuh5259FJxt3YDtCOZcoaHioirn8seSU6Bck4xCuCO6X9ylwxk91
PXSea4Ai87R7i/5GTNtOyFlR7aWj3sP+5M8IoQ7lnFiKROdNqUyskX7al8bVjLGF+JoZhkq8J8L6
2qTFqNgFLo6mxOu1eY3xgMx/QgBhZOS+mTHGiF2uv3Y6Q+ynGbAIuYS7+P54ro3mkipRwz270eb7
YCBB8jE4nf17TKbo3UOlv1x3vPGrL7sm+eUWDcJxd++b5M7Ysuye1t27olVxHY8nF8kt+l6PGyuT
LkTv816DKt1N0zgmd46M4Bb8Wbe/Ajym4YM1L25zYgoq3INLQWNBSVGiLTAuq5jYasOyXu+aACzq
YJZQ/0m4bnWmKik5rpWwh2PP3Y0/3nEo/urIfnts0CP2aVhLKiGDgS34aQM8Ejk5X0ORMm3089GX
e6dTJLETyZgBlD+qyWuSAauXZnKRu8vvz0BG5Km/F3MWTZsABhPu4mUl3zuxVctoBBNGGMvM5tC9
jrF4BnOxRRRjzzThrpeC1zDJthr8MmvHPhbMMHIc6Bxc+YRxIu3ph2Ywz62u2uhlO0yJG7iZAyT+
VbemM6njcFsflqiK/Hs1CX5HXxHcfE+mBfJpmbhSvXbgs/txo57k+kSyc2E+BhTP9lAN3dFHprIh
w2S3aUjxQA/Fnc1FqMPg05GATBnTrtOfWkvJ6dawuL06k+xVplWzWfmyotCFjfXQK/tg14875RvW
MQ683jsMsizlxThjU936sdRMq55Gn8lXwww61GZ7GAhMIN5r7ATJqpTqNuydalCM38l2wQvSdJ+4
naMzaaHLy+hVSIfWUcrfJoi6H3jI+JViGuDwxS2Q3u/ufk/rc/vY4Xp+MoOYp8MKS4G6c9ncl45h
GL4bqvvF11xE8JnEHzEfmWnOis5F+mwvSh/NoLzkDojSifIlrtQ3b8PIdcr6Dy3uGAoeBJPoVx9r
jVFim5DCbWUQ/5Rr4paHhhV4zRDFKXlOqtH76S2krYewQ1DBGhm7NbG5YyNDuOh2/W9B/v+xKu6J
K58dqqO/j6396NBlbjIoDHe68eql2E8tcvUvFFIYINytj1+daA6nxyJK3OvjvDUtGEtciMcl3jio
VayJsNNrHPyu6raJTsAcMGWiVPXFi7YEQ4Oqou7MxT4jO41K+xAF0dQf0LMinFP4L293pssNlR3h
ghflNpXLFlbwp2y1KRhhhO1f4qjnfPUmob50b7n2MaoaTnZ2dY5XtIOsR23dheNvh6vkba1CNWUV
gTjewQ4qLz73NaP9Af+TL5lvhoA0qKIUEU4XiZasCU3/Z+3i5WPbrHG5WJFtbtq51P7LslUt9Ji3
Jc6zLQ1GnuR6oWetsvvnwO1MBJ/GsXneObRyhOXNgBtXjslxXwL2LzDbteqPjrU6NdYFszxVljX8
JemDTXiz7embGtpGHJFooVNutAbSF4MUAfP5YH/QmKaqV/w35o0NBS/dGm8JTeLcm6glPBtXzcQ9
vDGq/9f5k6HEViwcYlN8lWXZXozsuWfFfGjQWr6pJNm9I9pi7xfq5PouQqg2p3GbyNurcgMcxNvt
Ne+EDAGbnUK617zbVdFX6gbfKyWc71sd11GqoEuqdNoQeeC8rned+h0VpilotCAyjSKa9eAUiuky
mh104liuEXIYz3JBUNRG9tdMjsarv/clrAUqiT/Rgtf5JtJmx0Vt7yH9ey4y8aywV288eQxrxZXV
T+pMQ2McglAri8e7RzGrXXatu3nAtQaW6LpdbhmPM3axhD9xPzPZ3vU9jAZC/hFpCYJC9PODy15w
6FRsqYNMyvWB4CQT/rfzhRKzwuBo38rI7zFJNYurj1WdLN4hNN7Wnrto9cdbwp84Jrq9mzH86Gqt
c1JuJ+efw9h0LUCBCQGil+Kb5C0sX/wgXp3DjF7lRtJO/rMluitaiPeuftht1Y0HK4xRdjGX0GOR
FhVkFsrgUtKshlVGnWMLyB0id0czO80OCHNEfLM42HNimNCWDYFvzRCOba+kQ+xAnreLsKWiED0y
8j6KZlXmUTWX0V3obc5/3kpyMbyqNv4JYGndTqpOjPzdqki5Wa1RyF+uWjGZOwgv5QmcL9Z5aJV4
vBgw4visHNM09/voiD+syNsLJ1pbn/DR1Pd0KS/yZNayDm6RiCevhFPVf4aZ9ymVaJx9RMHDRPeX
GOqKxZIA77SPNJczmqqhZjdBdJphNcCMBHlbAjIJlsUjeWl0+Y21x+WMDC/YT6bRs/+Ercqpj4U7
N3eEMO/zQTHwtg+KPeM4LB6pW7SRTpyXtTX90OjjNxdkh/oz8Yv6wWffWHPEiPO/MrSjT+lhunqI
EzOJ8z7Z83PUrV77ZYND7G97qU1/juetnHlG8ZDkQzTqhCGhjdRNU0bcLhx/ztvqkHmbdX7HOcfI
z8HLHbiQKsrupMiidQb/ZJnFt3KcCsML8HX9Iyxt/ZGI+NjuFrhEhINL/9vqB+bEyKG54AxjFNaH
oOpaBqhmrQ5u3VwJr5jS5Ix2ank3gSsM+Wgj0sXZ7rX+oXUiKwCz36P/GNih7hyNT4j5ZWz3fB3w
mB66qEZNqAlh886hhX7k1Cy7+xUt6KlyB1l2d7LDqPgvNHzUiYJM8o5g4x7xjCC0WlZEMdcsHJQ8
cz9s800A8n1sw20d0TvwLPXY4Ybpo2q05ULyXPMHJy8w62kE+xw5FPr4Nw5i7xlxhfsfJ7wOr0qq
tjyitB2rX05lLxJlP7f0/Fy1RsDfoDEtDk2/boYLKKjbs+OWLtN2uLFiInIfRG6Bjn+KsfKXk7ex
cMFolaK/r1wqVHD2FWJ5sqtAqlyPm75rdTugNkUayQLlwQPeY7sQNqLYeof67z1JraQ/18t6thww
7hSE1Tm7sgttVF4r3h4sG6rJiQMaboNmGP1HGieq6RhaVzBG6aR+4gMN36iM+X7SHZaMiW1zKoCF
wS3lL69YoTyWXc+IfAm0xxNjxKYuTSSS/pDY6NNa3HYo8XfMyieOOFufrQr5KtKIRHE6LpN6RZ6+
MUEHo1vel9MyzA8m2fclI3B6R7twrRuFuJhxvKgFo/0JYL+IXvhQA/gtxp0iM4XtvRUCWjeTTs3S
G1VVUiDFGziMkwrB4GYvmM414oG7wrWC6DhgebhtWx7658gmN+nMto48n00LCV04Olbx2bXrAio6
CPMTIEPYb1i+pvVkQfJ6F8TyjJrh0HpHhO4dD1JTt/eLcAzaVBTyr3in0H7xnIruhfEz+YPgscU1
HJXLmGHoctlbiQetXsOxKn+jMoq2oyTIM2CXoJgPv5Yfucex///ySU6ex3sH5v7HNXIyKWra5h6k
aKov9Dz0mjSuVv2sbgXKDSSE6n8kMpAHiNZym/oXKLujHdBSfhG8ymXe+XX9VJd9gz8j4lV+544e
cAKgCyjvK7TS8QVZee3lS4sZFakkJG5ebPN423deU2TgePHHSORUe8I5yFSzUNBKm9HktNXFcWtB
tSa1ENhzIJiiq7CPwtyygPXOps5X8sOIlrfMdRsiLQlLowQhGOx5PoB5x90jMl2y9sN1w5uyubJ8
XLtCcOvqbj1AAvjFoW8MQLe0vPhtKFE38ZduprjnJUNgcV3nftml7yznbo+ZX4oo5ogIA2xKIVbf
OFeO4upPPCnCu2WNMB1EgAEcvo6J7k0b7p/1FKCWU20bJlnvFXBuSWuz1biN3p56/jt8K/gUal5g
yS7SutFQZzbigeDg0bthDr2HK/AwOD44hShB99JlQmeVhaXrtyfEOG18dOu490+rBVVKItcwney4
Rlw7qs2rz35Y1P5R15V3VY8FzeM8m0KgcGtD+bj3Uz088/6K8KZwLLPeYKMANO785bGK8NFmQlYa
5okvkWmc8CrXls5yTz7QGl8SOQ0P5cZ2fZNsZI4gfmn3qwJab/Gxn6tA5BPc6H+qh58/RMoSUzZG
AERMTnv5rBD7r7/H2YP/qoXw20OB4iM8SR3W9lnqKWIspPPgx+Pmw7gRUbqU26HbDCe9+No8zY5o
Qxx73fYeGcL5+U+EfYwLwZtuqxYt4LFWC8k8gj9kyewZYWu67CU8BJkOnN1DiSERwGnkculbtC7p
2oYOH7poIDhA4Tr0yLYV/k2osYYQcteqzuJpG51DT2b1zZpwQmbIKckxDXY3nLii1km9KV3uIVQU
9UnCt5WfzlO5bG+qLeLnEhbHYTpAs5/b/lw0mYPyCEGzqPA1D+QzM213gTJpUETjbzgPePlkSDwW
Vb9CS8gXVQNMMPm1Z9TiTntwvWgHkwkXv4bowjV8IB+njI7OBMp/s6GVAZ0a0JcyZbW2AvVDP5eP
kamtrGkV11dBtKN/s+4oxs/B2sd/IRdwW4H7NOXBW8fVO+yi3954UWEMcVtuaexswjl5A2GzJCZo
/3VEYCjuRGK2+VKOgX7nHb428umlPPSJEH+92dt+0OPWWMRGa0P0FTMfhwuSTu6FGIOTbADW7UTM
UNq45pKTtap9ytayKPbD5HnOs+CJfqLovPmBJU9yRH5XsxEQ9PS5b3pv+HAh065hr8A7osvxETZq
ZAJcEbVQPg0bzug9TXEqip2DzaMR3M3w1gziQEtHgMBl5MDJ14rc95S5dfvQSTD/8kZHfa19tJ07
cojqywggfRsRhXZ1qRrcNR1NKQh1IwL+Aa+K5m5E5PbpVlM8MD0KR6Kz5mzm8Y/G9UBoVQF06bt9
dI6NFbf55lV4fxJDtEYVo2Y4SZR8ZDZYY4zkIC6HJ5rAxi/ybKuXemutr/+Rdl67cStbGn6hIUAW
WQy3naksWZbDDSHLNnPOfPr56AFmLIrohs/sc7EPYGxXs+IKf9DajA5OavFg3CB+lej7Hgyz3IJs
t2+saIApgqWOAdJJxcRPj60YcIYn+tPc56SHB6qeAjoQutvaGIofKvbG/b4dDJQGUEyAFG7ZuW8e
Bww6HEp/YIqemtF0yOR4XjbkQ85LDdguhBjjtSY6Qp58lsCVI3oxYni20qn8YhoxvlI6ndPXhott
2CcUmn+UCpCuDShifzgiO6++siWQBiURUUl9rH64R0HCmCXxJmlgFFLF8b522rp+wMilAjWtT9qb
WU5ZvYGpD9w3t5DL3vmTVXwKkffR92XR+g8hGlE/ea8tc6e0ySjImzUd6GyWJD8yWnIDGPPSAng7
9QYwOj2md1V1OXihSSdenwpIqYBf7VieLEH+tQ0A1lMhEogsb8wKAYqt0AJaF8bgO4hQhOgVNXRi
2mPs553HS96bX21V6yGw6Km89y2fdEeLHP1r51lCHNvcGh6jMPGTa9OLnN+m1YVfa6XgLKecrT+1
0KndIWmXWlu0j4IXK8+j7lSGE4QMy7eck+Loor+DAIaRV+cMLYBJEerjlW0CKyU+7Ch55DGepZu4
GcxvYz+ABBhap/GOMZ3naw1WXggZyY5Vop96rg/DeDSOkzKNN23Z9K0r4Ng5OzMmL4VS2DvWNe3Q
OuUQlvwKpc2pOEPEjGKanYhG7KTWRMUdlu9oWLB71c8xt0V2BJOFmZOix2P9FJtt9BDX4/SmQWdw
Bw3a5NwKH+EbdnnpH4DdyQn2kU1l2vFMR2yNgofezczSUMGaKIjKGWEQ+0eJ+AJ9d2nk/m4wCCGP
lN4D7ftQD/1zbnRKfYC1aN5OjZ9WRxPNh29hS/JADbVIn0BsZv2ml0wc2wApAiAiJnIavWdOT3nS
ynFDsWAEnlspCK35mglcpVVGshoS+tE/+RQi90IdaOJHYaoZxCZd+bMRNnlAE8Ft3zS9ORgkNJP3
mLaprhx0GAJvapLopmv0Qv/VToVMqaGY6oM3xSmY+txuv84W0YBCYPYTDRiZI68mkJRYuSMLcp8h
TgVWma5RezUWnZwOsMkzoLDQZTYSidHXHoY81XFb1q+OmQaK21JD+1RCQIg2cJ7DuwaYcESzpzAe
NOrd7LJRp+gvxjz0biEYhhA548q5r7UkGY4QLzHdFXPrBaRM+UnRGupQaiacYC+bpOT4KFXT3ju9
P/j7sU/wCquRds9PXE8EVU6qJQjlD12CN9Bgxwn7yUIsJMyAhwQ+bTBuosbWj4UwJEzJP6WgdKZ+
Ur3gmdqOELivZT507LgUmBKxUUDLBZGWFuyfRnPqR1wFzn3E84b8Cw/JdxP+VnUVBp4v9spgUWKg
5tDrewsRkXAHt9Z6Et6kgWnXiyDFj6KyHpqg5JavW+I4JS2hv6J5AzCP2gSdtw1NA1/fTbFXUE4T
hXVQaUABYsoCXW5bmiwUGVU1fyIOI1brc1WDy1ZzTR0nqY/3icYduulG+mW9jMI5Sq4oKk+dGVEC
y8NgGw4AfTedh1vStV6oST3zTYgWf5C2WBaSH1LcM8+8JVKqWIJBmB8fDQS3vnh5WaOuEOgA7aeQ
G+SALFdTXakkKU9+b8Xw7GURggKCMdVt8gi8+S2VBaqlfl4bL54dew+NP3m3Ki0Z79rIzcnaIqqh
9HvH6bV0M42aOV4XvoFA2tCo6W/sBYtvStB6LyPo0MmNkdz6TYcjxLEsA+uwsZupQ/a7DCh/aZ6T
3qD/zKWrG13wA8GiwDqiGocb4jgmo0mGg+6Bq1hFee8FpUaZ3SS32suKnh7LEGQQlaTp6SdLASUP
4d6cgCtWZUWjIbe1nZGl5TbGTVCe6H/Rj2hsJfJ2xmTZoNOAMmOuESdt9gSpoX0Yo7Z71NO85poG
sV4Dtw+GL5UxpyAQRLorxBaAh9lxavXX3HGe+ondCFPCHPWs2xW2lNre96iHwPQEobYh95yV9dWm
v/bsATCkVCRymHTp0q1p+5rqb2I8lH6VtNJnUBpU4g2V+e5bq9lAvElFqqegKcDkI3dznQOEkntv
pNeGMJMP4czT/fCnX7basAMTjrbLLIohNhPYDu8gKa00KALozhfpieAFLfb8UzyEHJzQyJrTaOaq
Sq8lMK4HrCbFJmLToO1PvBPtZawjGzGGqnPMnUi/of3aZG5RUcu+z9oE8I0lSPbQSun07wK9gXTb
9XTpTp5FaLyvC0lOj7IeIKvAJ5bZK74WfTXrqJwOJR2U9oGfNzxVPEio7SulQ2HUlHqzn+AQAJLk
vTKZIkn7MjWm+sVuhaKBE9PGx9rprGqj+abN85C00DFAaAAIMaoGfJ8/Ox5sI91Lw2OlDsB4ULrB
j4Mij17fickJn6nhm/KOzZcgBCrM1ttrpeQdQx6FvrjfAqGmFilLf6/GPTIv/KdduUfTGDGCyJrQ
t4OkiHI/8wmRiqoQ5VT0GnC3r7q+iQ41OrUBeVPQ3QnRqbMygB3cTpOu2J98zxif0/kAUnWISF6T
0CtCjJGqadyNsoiv/cpOdHRznPprR0tzOKYw5+9SXgFM0jLMXn0aSjnvQdt/b4B1/UIHwbgxlNRA
sMiyPXvrG0Cjr+CnqegyF/ngojkkr6oKI8UNdBUwDxPhFJuU/F1+1yh0ftHAXRIrgSiiUAkp0/pk
ikQv9l3VmejX8Apva6hDLvISXXnkz4J4U/cDlJpEmIW60+ELpQfbaMfvidVTsZ66wPF3gsw2/U6x
1d5D3J1LNXpFsEx+p+gngILtVad31IcUu5QEI5Z0XumLiQRqvRbMjwKaz7Agkl5/Rl9N/TTUInlT
2Cjf6nTIbwPDH2cyiMe1Kb0xe4N+r868Y40yGIVg51eQKljU0Vkxh83Io3XtsL3H68RIkwcljmK5
nUD7RhtpAST4it4FW7rHXRjOGaLL1OMn0kMeF1rJu2Yo+qchiqbmKacRBxvKqZqXlFpjPUtJya/g
J3r7CDhML8H4ZFyPWD1aclOWZJ6nXs2V+jttbzXbij4sixvqFflVTlA1HSv6z2IfqL4CUQGAFtI7
6RA8EnyI75rvEXJmE6AQkNgNCLdJjcoGkRz8HDYlHaOccrFeRMdpckZ4YllCxFyYqsOmCzKD2Jhb
bzik5G0c/bzWinswrPEdFJkquumLRAL0UVMgVbGvZ2CAI8PfS2rEBXFjN3c4S7QVH9E2g5AutdDO
XDAwpr4FdeW9oqvlRw9FK6vogMGFyPaVcHrAlrYo77BlLsuNFqr8augzQlwJG1D3LkcN4ZhoaRJc
UfjMCdYwHerAXNWj+rWxC+WnWvbh+KLZtvmoGlODw3UMPO+tBNJ10P1hbPeJGEj2J9HVPyPEivID
aLnoQUO5COmnPC+mu7AsdWxkoc5g6Aao1k/v/gvEn6k0YdO7pt0FV2mDRt+dBu7A51SMg7b7L+Hp
lQHMNXUnr8P5SkuzIkNCx8iSfY/K73AAVa7m/FUTYIM8KsZTUY2ZtU9aHqixZckgQsT9BbXOFWFQ
k3gGuUzUWklJ5j//S+qWhuZI56ZoXQSg1a0mcx28B4hcQVp5Sex5Fs5cCGsi+kHV1ERakv8thEGj
Wf0Thk7rtsge7DxEjPahKey7EbGXLTUf67viTaQPDmEffWowZTnBN8S+SL+gprmmx2jpOMPT6LGw
WVpIfCpsZgpgauvW1tQcWvQtkb0Ou+N5Ec0VTUvTQuwNHc3ZpUFfyEsqPoXZkazDbb3qEwvof9GB
jM89Q8WlXEDOVCYQrM8Pqq3OMoL2GghlzICWHiUZlMbeo4zo9l2nPQBNsI+G0JStQYvlQJCFEhG4
mX1am9OugKawwazU2RZ9fslkd21rIcP1vz9k1hj9a2uhnlRZlckkd2mKmh7wKdvWwmvon90Fy9XV
5QSCgcHTLNT+QbHVHMzEMqrWNekLH3Vbl3cmMnAXNKhXR7EMi9nSdQBri+XswJy0GshPV+C2SjHK
kKe8r+T+/Pqtbpq/RlkoXeuNb4KuGlq3gOTs4jjh7236PV9Q1squogqAJCFed+E8rCwVFj4qpqSa
auETvPg0DOEd6opG61roG+5lMTZ3bdx7iLFB4zv/fSuzCMYTpIwJBAn1+YWgeYt4EhiPqHUxnhPw
YRvTPgCBjC8J5n4cR7AbVB03Gw1p2eVlE2Rc5wBT2H1Rrd/lkwACOg3+hT3xUSeXUYggdQN0xkcF
WcQXwXtLdp6HfOLBzkvx2XMGZbiawki4lP08ccFqfV7/95eoQArewBlAtRCEX+51gXWJhb5Q7RIc
tC+BJKtQoiTeD5npI5E8a/fHZo6amyfEBSHbP8Ybi7EtTBAcEw1xw8bmZnGi6aNA7Aont+kUU3Nj
ALxIKRmKQ75bZCJ3Ows8oVu1RGIn6vxmSVaiyau2hW9wiFWnJI3y4Agj54UOi0ysMd1CcvDkKYMe
CyogRdeT3qnt+FepJemrF8C2NwkU+3SPvRPI1xQNExCAyWQ8W9UEOeZftyeq1TwMhoZiC140CzdB
zUnyMAzF6AZ2bD4j/AQwYQrUx/OjfDxv8yjzfuGGxuxocd6qWIkNYF4jzSdkAwKlbyALBsLti6k+
nh9q5RwwgunYjoEkIjJL79dMhXo62b7FUPhf72ODQuwMB7xwqtc+CNMKHOF00zCpq78fBUEop6oc
A9NAoELbsZbQgqau3sBFuOQeuHIAKGSqlFJJeCz6bO+HArOcwUO0B9cnN8o3Sdqj99T2s0QRgoQi
uEE2NXjtnRY4rUiUMbhwV85//+IQ2AyvGRYUVNoAiwuM4mmUtkY5uFRHFCqGKR3YvAd6R4HhuizV
aGfq+SVT8ZX5tSn4SZzHuGZwYn7/0QXZXGQ11ehGSohFh9kne6tq+72OjM2/LyVDzb4HBo4cGEO+
H8o3I0ThY/ZmZAxfDTG08LXo3pq6kV4YaXUm/xppsWmaUkESpk1HtyEIfQKTZd5lTj5CeRGdW6Ja
QpfVNg/nz8PqoLMngY4xjkrE8f7zoLmRO9sQNWrgGD84Mf5bWpC22JnQblOtFa8jvdQf5wddWz6D
N89gUnFDWOp/Q0Tz6eHEvevDXbkq09jEDx0mAxXp6sKkrg1lm8IAaedoAoXB99+HljTJaV8Mbm8g
8t0bJaSisPvVDr1z4SVamUngEKqky8FbgKfU+5HK0cizTjN7N6q75gFVUP0wYgbymWZteWN7PpDE
UH07P5GrY2L9A5eMNxC05fsxw5ECojZ3QzugvikN3zq5TpCM34UDQkhw/lXkfEZQ4sbp/MAfH3pd
03gP8JdVzdmw4/3AgNuyGJ2jkkdPBtChaZ8neFr8zNM2/6UjOuJfWMeP9zYDGqrkncW4w1yaYFUc
vD6APYo2vVKTM6INl8ZhfWEN10chpCV4FlymiyOo1RlqjUNTumk+AAhxgOM/OpEpLnzM6uxJbM5M
/oHRMv/5X6lATiAT2zUMW0fpPOgzcMDM/tYDHDdQr7wQpnw8AcwcRrY277j4uEc0yrJG5zWVW/WI
oQH+qaejSa2y3wVIH/8+vy9WBjPnUAFLL/SApb3YF3TORqsMg8ZFrUe5bvAuPASDl96NanHJrWk+
T+8fHh39TkIvU5sdGZa2Xk4vJc0Kr3aLoi6bn4g9k7KJdkzuUDcEdt3R2OyuYAp5D9gfJaTVGnHF
+c9d2S8oKHHWCSQc3Inn8/nXQiIfOXkx5VpXekF7ozYtaBlISy/nR1mbVEIjh9QR8yG5fGLtcMrx
pspbN0hFcPCm9BXib7q3DLQXz4+0sjHniwSncItMWSy/h8ZFH2iDVblmNKnHlt0YUR9HSZp+dtce
0Wtt/t2vmpTYVHE7Fw7B0tIepQgUTarMnhtDmn9rbJhKMX5K38ZUdvvzX7cyj7aO4bBKaseTvnzr
ihzTBx0JBVetlOGBVw71I3NyrgUU4sP5of4ExovdSWDCe8pVNSNtFzsDZmIAYgfxJgOuanqlUuu5
p8CHTBYEEOOqllX+CyZv/4pngthzvavPAjXyC9f0yhezNYXAKUUnHF0+tACxB1GKGX0B9vgZiV2a
rXZYK6cxhQlw/pNX9o6jo4vMLa1K4BeL98+y0sRsw7B1Q2Bo10pfyM9e2abwE2vqX6hVYmWz+9ch
8W/SeREMYDb4Hc2f/9fxA3uUZUkY1S5OGAhOSHNPB7neqaizb7Meav354T6edobDKxIPGParXL4O
U08VL2jsyg009iu6HPlR4VsvjPJxzRiFaH72VVMpQS7mMQEAbXi9V7lh40x3qALZx8R3AIHPijTn
P2g5FCulWpy9+UE1MfdaBEdKaWAw0CrAAKquvKpzvQZSa+UHX4b/Gof9GYprRbeRRnQ+OEsm+Msi
9pqoLoYn2YlY7Cs8x34mkfkX5m+5SsuR5n3616bQRt2J4ybHRyMo+kPfeubOUFAZOT91y9dnHgW2
j0r1QSOZXKZdXTTSdyOpcjWCLIRhpfmi647lkopY+67Roj3ilc4t1i71fkCK8cJhW/lIDMV0zrZG
+EWG+f4jYxydsVhC2VIAHbnKFLs9hTMr4vxHLo80H0mUh5MKdoSUbdXFVkRzzDRCbhY3iyVU+hTa
bIjaKHY3IfBzXGv+0YBoHu9/Qi/BnoQx9P6r2kkhyPMU1aXVie5yOsXR16qykM07/10r+56Z0wlf
wfqoHx6CDszSqGSmgHKD1Swk72hCCqqhPn2VasgxXBhuZbGAyDKBc+EB5triLZB5CcAdogTVAAlf
qoyiGxbXcs9/lD7Pzt9PDrPHRU82JVQLv77lxSEaMyJHB0vIia+dlzDPAuo2Rl4/l4UCks3GhC6k
VOQHh8yoR0w6SiF42CfEPAHadmKr+KEWHBq7tcKD76jVib2t1dvKdoBil1MwYtbAtQqLngblY15l
jbJD98d8mEAcUZFKFN04mH0cOt/Qjx7r70EhOoDiEB8EXT78WK4GDyWYLUI3WbDFTEgF5I73yXjh
+V1bYBtDOU2llWNRh3m/kQZfII+DuKobqHbkTlAjN5GS5NRI4MWdn/aVM0I1mGnHcX6lQhZF6G4g
ez+h7hV0XyyMdlyYc/2uNdri1zB2F0yh5wxkscg6HRGdgzKXfZZ5kF31bTapDIebIPJHk5/+xg/T
/uxjqLFFo1fcC6zX3CLFVuX8h/4JMz8MLcnASMSo7i5f2zTxo7osAY1RsvbldZEZ4VdQHc5Tp9hy
toS1kd4LWv9+apXyq0jb8gABwXwuvVx86RFuuO+ohO7P/6qVlf5T1gZKz6R86EKkg6b5YWzg1gqf
/ORXTX2FTEn+GRxgdGEC1oeiY0c72ZzLle83lWNMKC8oJivdqEhb5hWYIxlmt7kCTOY/+Kq5+SCo
bXG/Lx7mtBMl9u+8luiuQLJCy7vZJUoQPEGQbx7Oj7WygfU5UzOp3Bv4YS8+qxwJQaLanlwAD1P8
4hPbfR5AR9y2CepFb0KMyoXHa3VESJdzQU3nX4sRAyUNfS3OJlfrCwtJAJQvwe5hSNP6lJcT/5KB
9rJKwsXIO6lLmh9EbR8yxbpTCquMm9GNA1/sBgFVsyvAgwE4ScG7+m8qmck/Rt5/xmRPchET8dBV
XWyWADRq6ksu4MzKn4C7QD0FyHzM+yT8fw41Pz9/BTxNTlve7+zRnYQdhfsMj4THNAbhtFESVYwX
tubqZEoccC1Tx3pxGROgaGzaAbgW16l77brHh+DYGknye6YDnPypKF6Q7y0u7NG1oyegmxm05umW
LZ+2GVpY9C1FWAk76m5AB/HYFFWIbhN08/PHYe2CpRthM5hhm9bylEd1BSU9cwYUBQS9Fz8vT/Ap
UZ5A+IakgugH9y7MVIERXyg+XRp5PjZ/ryMarZEyZnwk+MptmVrguZwR7dMhc07GoLU/u6AGKlGZ
eXZhaG1t7Lk1zWHDgddePiulLDpwBTGr2lVVzkveeB24zDHsdqgZR/YWR5Rg2GWkRf3WBCjtjhBw
I5wCPOcKwS9b26jQGIKtnRk+StwQuVGBGwfP3lSyrPFUmkQPhbtHpmh/fsHW9gb1JoIf2i3Gh0g8
DVJPG9NYdcvETg69o1g7VA4SokfVvrD31y4uAgpVEMdxby3zJbVDidrop8ntqnI8+HlQn3D1yXeq
P043QZCPx/OftnbWUDSku0mQL6lgv98RgJp130ej1u0czxEHo9Xb27QHyPPQ6bmw3dSbBTC0uG6e
zg/8pw22fOsBwkCi4KknUl6MbPq8cypaHG6uDKLYTU1ovFYOZjVuY5V2BW+bXXTAUAzBu76KA4QY
Skg8oEUH+bVH4SG7hzsTCxTwQ3hXXm709q4YQxTtbZQQ4kMNVV095WUXfU6RbJulfbyihYYSVP4V
TILpc1R2KqCrUZoAYYHjGd8bH+L4FvJU8zY104S0hQ3maQcHqHwe+8gCl22XA9yCFmm+a0R+dMja
5ydmZQdQhEbSzOE1IcpeXOtDlNUm5OKBUL6dVdcKLVGuozjovwMajpJD3bZhefj3MTWLYhztCzoZ
y7irwPoi6BqFxkKOIMCuLLKRbcfNsAe262mwajuKHv/JmDTWDenoFI8XAUjlU/QeKsYcDctjETRg
2Q13w0Eqw/CpU50LG25+oxb7DRwJT6Wq01WgXfN+p6OkqHceWvmun2IxsfEa3Ha2En3xS3iglSNl
UAWXpEimSVywWEAniPVwtNPBNRCmCBDDUDUFKaIUOC2SsjFuBME03UT1GL2en9GVa8rAaFoQP/Mv
et3vv3Dqo9pUJS1LgRo6LhYoWzh7nIX0bt8JKS50Zdf2KXtUk4aGOg/1uPejGemAtC50MLdsphYp
pga9UiNUxLCzmglpFROd9Qv38MoTQmdGskVJXinyLLaMnQd+owflBNAK9c/bJp55zGYQm2A401dT
UW6tzNKHbWY33oU3e94dy91DF3gO/zWJdfFiaMTbMrUmPXW5U8oTl3+yTxtwh5VtRC7Gt8bJxF1r
l1WRMm2KrqwuzPba2poOyTV+Cjq1u8XupQKcEpxr3ApN9mjjeOTiy/BjwizmeH4TaWsjWUidz7Uf
h/hr/vO/YoRYQwQs80vWlTBJ3AeRpKgKfULJdggK0XvZOFNa3OpWC4kZa5rse1mX2Qnsmf2ippkO
uBKu5g9OQWlehcBxGhcFaOpI53/nynHmucLcxBBEUZTH3v9MoDeN5aTD5BrBlOxE2yBYXkOXvjDK
fFgX6w7rBxkA6opUuZdRiyI0jA5RsXQ1Xv3k6HVpW1wDJPevWmyMYFR3faXDDtKiawu/UMSp/Gz6
Rh03x0R1iCHoQAPIjqoVQl2wYD7/rFWw6gg+Cx0vlklYzRYBNMQHkRaCKEOKiSOZl46QViLHiawf
plKjvYtytSquyQ+T8WTXJd7QpmHFPUj61ELMuGhGFimMC3wCGi7rm24cox+DERSPRuj7v0Vhps3O
6zUfmrGHT9wWT1X8dBD0r650RPT8XaqYY4aRTy+udLVOs2/nZ/IDSpJ0xaR6r82ZIC3WZRKYSHys
56yeNLoNxRtRQdH/atEl+gIRPKgfVKM2yHnDzuyvy3bA7ShjYYIthbTxtwXqPb3wAK1sdCr6HCXq
cwSly26CraHHmZSa4eo5OP6NL7XPZPnGAxaJw6fzH79yV5IT0lmzyUf59Pli++tMqU6V9XkhsQBV
uFtQnmtK9H8iCytkv4H9+kSbIfj3hIYyCjVI0EEMubws/SkUIQ4FOrIVqWmeCBuc8NALrHK+joZm
XerrzedtcVBswE4Svb8501+GEEE90nmbNN1NdcjmOjyMY2XiVIBAfPoFPHp/SNXi8fy0rrwH7CeK
x6ZBL0NbYqBIHa2uyQKDZr0FrBZNJoEDup32D1XpED2XHWUqf4qvIXL7l3DcKxeQLXGx54EnSBbO
Yk37dEIcAFtIwLYIiUPYQukrHMZ/v+Z4yAE80pPVKCbPv+KvndOHWLzEY2a6cSt7LDQt3MADLbrw
uq0cBXsGOs1IVJAJy6p41EjHMwjI3AGV/p2D7BiOcI2y13M6h+fX7EPbknuAHFA65NoOXdklPA5i
AfxjnKTdqrPgyJupvDHsJtyHipxO1miNVIrT5qvRdvouUOxoN2HPcmFWV87jDKRh5Sjc8ksWs2pC
qkAIK7JcCXnqSxLJ5skqNe+Q2738gp25f6kFvfbVYKWNua4HzZyI6f062nViFtCXzDnazZ7VTML/
mTKIpo4sdvSSsBcccfGJ+wHRWD/s8ZCcrAsX3upX20T5hIj8mOVxiUd1HIJEtVASdYxDDLd4i6kP
8lqAF3a5bkWXUv6VI+KoFK0Fd/4MS19AO6HvJ2bktZYLiyuyUTJxYoR1jWzX2DiwWIUxu3Pb4RMQ
CwSubLXeOhb1/lFG1aaj5LtDJt8+hojlvJzfhGs/jLqngd2VQM5GXQQPWo5Sfq8qkrNrG08WIe5G
tp1/4ftXrkRm+v9GWdwQEiUnPNtDXDlilGl59r7bTiO+DL3x2qFXfFX3jX7hIOtrazyDTqkKgkFw
nMXORkKfkN3mlS2qtFU2haW01SHPhgLXFoyLNw1uMxCPEqQP7jMUOiBfFSgh3YoICeSbWG26b2jL
jifMeLzuW5goBrYUIkMpaETSBTUTAGioQUI69rdV38dPntljuhSLztxSH505/0oyvNDDUTBq9P1a
YiIoa2sXgo05BnGDZJyOQzG8SdwG0O6oIs3bYaAivSfbG4Bb5fpcV1SR4YW2rGHX/R9cQI5OkQ8+
LYwN1RDvj6KFfheC17VJESwfnUMUEbYdq9JSg5MWY0q7qSvDUTbaGFonzWxHBCQEcF64ZYFnHs9v
xJWLd27qsA/hxIAuX5wQJ2y12ZbGdCd6DPvI9PFviwTuY06qXjj9K48lQ1ETn7Hzc6/w/WfHMoY3
ZQveKz8MfsbQtRBYLjBQ9KvxFg7fcGrRUbiimS8vBdH8zYvQAGwkJS0K43N6uvjIOEWfNBon060n
5OkyKbqtMYSXumRrU0n3k/yQ+ApfssXORyNyjEPbkm4/Dbg5+lrKnRbpX1DU/fzvi8adBkfDBpJF
7Ph+JrHzwMRGT3mTHQyp4zjMX8EQ67dhA5Di/FBrVwhVYhyv5zCVFuD7oZQMKcSiYH+kg6Vf+VIp
n800FTch6faNGNCFt8zqQlS1NpEOeRWVGQ4Hl9/7Mf0IXbgIu1TX0v3W2iuEX+k2lF2xRx8mupAW
rA9GRgC8nHBVLA6jUTllir+QdEPs1rkT8lloXYtOqFAZFw7Ax6FIWFVCRVNAUNH1xTYcw1DGRsd1
7Ihkui6rEV1tT06fiim4VMWdp+j9jp9zYx3fDEq5BBmLodCriLlOhXQlOgGwu3neU2QZD+c3h/nx
SGvzNQboeEacfSjbOV3gBaKNdLf3ZekcB/oV4lG2eR9c40ydJfgGOu31vK9+ZjhpILPMg4qeWR0/
47GoPjsG2MVtlUYlylpaJGiYoyhnoU2L2RumEHWjVbvIa+yXwTLhzmuByH5PkDU+dQWEg4OHfye1
ycHz3swEcuZGkYH/Gepbnt7YCLbZm6il6riBNaJoW7vzzLekjaV+DNExfLMkWhHIeSvyF1bC+luF
s+A9xq/2jwYJ4HxL8tqN8OpFgTNjadXHwCla6xnyHMWteJrK7qkekii7jv0QLeRM9vHB64rpJxaP
VXryclwGdmMPGGir4pb23MPuB31UAlvegunKtAPVOKxpjCTr9Y2PzMFbEntBt8/HqEHphFD5Ni4U
E5e/tGzUK4wikS3U1FTdtNas+56YemteeMBX0mRa7jze1pwqUttYHIiwUVXsHWLdJf7FQhIlLsf/
oZYBFGEctDXjtiv0HgRFHOG4GZhOYh9RFesfeLK0L5NdONWFWOlPMLzYzEBmSCA1NrNmLRPJrul6
BC1VWhJp8MnGLhqZkgjNNIS3h+rWHq1mjwE10h0RTatcMZxdYAQRkkm6TndJQfyIevLz+a2vzdOw
/FGUyKGakUXQel3cwVOao3yZ5MI1krGNkT2xlewmzNATYbc5/hdrAr1yGrIQRZkahfZomzrqpFxB
NmqSq7RIh+hghCkmmhd+2McAjDQNaJ0G6WDuyy5+GI0vsKxjjtxWkOcdwmleEe2TsS+d29FR29dJ
ceJx09WwoLcoTqoYF9DCwg7GwOjsRcBjVk8KWlX6TsfKt0DWomleacyP90WodT/P/9qVe0qA6LFn
5DbRxzIPkriP4tla6bTJU/VTjKXqsB11tCYvzIrzcbUovYNeBl7MaObiGetamGV2oOqu2mfOt6Tz
cZoAvnmvE6SizYOjTooOdY+A0lAniDaVeD5oFyABH59SXhdoDIinUDgEJfj+WVOgsSNzVHIn838+
sddsBG1TgVwK0vb+Hsky55QAiLyQBKxNMQ8B/RzQ/hoY6/fDhgUqVHUzUfaaOoFHcBpdkTKIC4d0
5W0D3gwQAAcwnQ72YoK9BFECSDaGS/0fH3tUX5y31in8RwMUdnT4511DikEoSSkaMt3yiiKe74YM
5W43L1LpjjiXPE5N5F+oeK9MHGmjRXWXriswh8Unlb2dRYj86i5hpX/lqUj0wE4r785/y/y3LO4R
MBvg9IRDkZeM4P3yZCgSeHpf9m4Wep7z2+mFGe/gLhgIdNYcwNuMbvWFMVd2ogFfAuY0wcHHTng2
mYNt5fDZtFKvv/fqjEtBOmVjIRO0K9BBvBlzrAbPf6g+f8niS3FUkJQ9INRQqpvP6F+VpFrHVzsc
9M7tYrxXblNRgpLDP4CuCUCm6oHpwWwLL9Rm1rj16W6jWCb3vqyDYlayh2zUFwEWJ2GaRtrOH+rK
vx+gS3/uw4kO1wzRuLWSMsNcIQ4K7TnwCXk2AP5nU+iYC/dVxwUm/lbwVL0qTaDlp5gLowbCJULr
0CcxWrYp0bX/lNhdam6C/DLbdG3u2VMgMin8qKz8+1mwAke3jLJp3CjSx08ezjM4miCMCJClEYeB
yjUeLlrZP52f/ZVtNjflgOnTmYNIPJ/fvyY/yEoE6AyQ6xqssIfER6wdXSNrC4fXfuSyai5cuPOt
slxsqpN0IUlwZ9br+/EofrUE0EDI8X2Vj32m1W8IjwVbZCDQRq2a6Q2ITblFvSq7sM9Wji25JXeQ
JHVgphfbTBaiLryK7mdr1Mi4IZJ2lL4cjufnU1uZUEbgFM23A5pniwi7nOyoLwsT0l3Yor7SSE+t
T2akCdcsetNnw+bxtCltW1F2CTJK07Ws2ROfWlxS4w2Wz17zEx3yPD1w0XWIs4lKgPjJlf6zwC/b
uPB7V7YdtyUdtZkf9ZG0hA8K5spVRPsO/Qoaw2bxMCYJDgFdo8ftJqy8xM2HJnF25+dpbVyuaJAE
gJ2FWMJJikhHAwcnAlfJreKUtE34aFQ5psVdrN3zTNZoxlbhy/lBV9bmT1Wcmt/M91x29rtuQPR9
JkTqUG1QeFSxobI7ez+0+YuHGZZ7friVHYcVIW1Z3leVfvTiSFdZrBod3ppuXbdomVidg1eEUSSX
gBlroTnd1znahF7gcFG8P1STRMpGw2XTlaCgp13v6+FrRoVpVh/ORnybg8pwNSSGO0AacfhJRRJe
HDujlDizC2N8Pf/dK2trEdLoLBPBG7DD9z9n8DIFbVy1dkM8QPEbT0LrsWAfH5tW5NcxMmliryVB
/u+FljlS5Fjo89p+6PRMcayGNCOgSHZolXseBo9J7NenjrBg/9+cnceO3Ei2hp+IAL3Zkmkqs1Ql
qeS1ISR1iz7oXTz9/ajFRReTSEIzjUELvVBkBMMc85v7U9yIG1GHpv5BbkuhZZ16zN5MrppU7aWU
sRZYka35daN6gZom3WkyqvCshWp3SjhLpxhZoY/3h9+o2mtsKvpI3KXUKNZQjlSCak/0qrugBSLD
g+70qCsJjBTeJehpQ7t30PQCo8RuPxpJblJfTbXoixqjYrxzo29EeA4xJBEsnERwCKt7dSLLRqoS
zs6U9fPBBp1j+6Yy9c2hHcpmr7u+cYS5weEucK4Aoa2fSfJdQFtdC6trLMHqdXH/QJrV+x5GPwdU
/MVO2rs1O4cLkmIGX5tI+fVejrGQqwwv7S7d1MJCrxsDw6NJzNE3zENa/e3977rxOtKOJT3joWJr
rUejlV+hAtl08Mj6LugVDd8ASysvfaopJ2dC4XjSHOt9jbDVzn1s6Uzk9cNMuWUJm5nm0p1dfUaA
LWlY5lCHoPZlHNWBUB0vir6QPmUMleYXpJFnmbvjBy+NcXwsTXf+gj65Mh5A74XU1103tI+RlK6L
knWl4mvlhiMCgGPX4kMh6ynxZ2wetAPyVlVzbMccIb42AiZzdrNyWoTeJYqmkRFqvwsPgxw0KaPZ
wXmjcj5oVavkvkSW7TnsNet35mhKfLIm+gUXg5rJxzIKUTIeGtED8Wj7D96IosbJg6KBjGFnKQYf
b8ZFc3BGb0C10M6A8eKadrDgIyIXFIfj7zJGrO8CXa9zAmxqLHFo0MoMA81OsLTzrQLR6CCqY9va
2Wa3H56jDIqTcplGTrbGttjpDMUPVbkL2t+V+WFRlvB+4wHWx2ck3MGRxEUDyyTlvg19QjZ9D/S2
/QOIiyhbqNoNuK+OYrznHIX32Da79EW2oGpQWW7rp4ho7ky3KH0G1tG+naGSfr2/62/PNPHS0vIg
/uBSW3fjkpYum8wMiWY0b4LqoJOq4njnj6jCnOaRsOj+eLdnmoCDIJClJt1BPuf1mc4zJ64xJ4Jh
YLbimKDAfrQa9d9u6Mfg/ki3L+HrkZZD95/oetJ1kWCsAfOvt+aDNDuJjc5Qn7AWzE7o6wo28Fyf
7w96G3YwKKfY1YjnKUWtItAuneG8x0xPDymijonhXocpa3aCG5rDtzcGUfSfmjWd25uLXxTz2FE/
WfrlqRg/GwNyvd+9usyMH5UDneJRNWN9PMMzw+29Sxr00UN0upG5z5GLPJqt7tUXQpWMkhSwtdSv
7LmTB1yDdVyJy0JavqF1Ve3nuJctWoBVlT6mXk5RPLKzqkdQCFTtgYumry9tZebDO2ILqWNR4A7/
VGYIJzZO6g7t7DiUCg4FGj6edTY5w6GOW+5WrdU6lMuhXGfnCMu9Af7MbPTvlNghCgXOHU8fAQMp
n+wkReczyqM+erQGF+c7Lxyj36HtZM7BrFDbPdR9Qs/RtOPWlyMiioHEpDs9U/evnullJ/lxqS5J
dGgS+61JryRGR6UTv0qCxJNphdp7F9j7u4Yf/6iPHharURyp2GriZNYepKQUgZ54mtZvoDJbFJ7R
rP+sdZqbBTFGaRPT6/TnsdNk+rWVeOj5VMY7Ku0hsQDPY9FU3920d5ufXV5SFEXDzIsfrQhPVxyR
lPRzN89xeKjrdixPSLZ650EXRvcL357kAyKoRXa2bdStH1zcxcp3asmR+SWoCTTMV6ki/CPtFgxX
J/UPeBEgTtaOfZofq6nqy3dpDSktUCfLTX7oLeXRa+s2PC0KC2MEWtHoCDRaYvAeMC4IkwuHFzkU
iSPIFefZDvH8rNHmK162rhuIGPLd27wDkAUiWuBz4WJLEn6zq9S+dp2O7RjFccr7BuXer4rVtAMl
cS2bPuay0r2DC+/FeBsmqVkd4TsUWeCgP+1+HiOgg29kDX7ws42GePkjyjJEYXWn6R6MBkE5yv2q
M/lmiuDpG6ULo9Gfpp7oStKsNh8bmZjpQ1SUDflUC4bcR9RY0TDrnu0EW3BZtycUIHn1crehB6Cm
llF9GdrEGb+0ltLqfl7r+o+oNuL2sUwE9iRRG6PQNHH/qg8ztqYThidLOOd1RvnWsmyuSWiXjnrC
NUNFodJGYHgqgPce+BCiOXRU4pOWo6WZ6bFr8HMHhyfzq1pi0hzIytK/4/8XogqMyx842byb36NG
gAGgG+Gb5SE7bfBHe3oqi2yuUQkVcR9kQCt+hmFjUxvKirR6FK43/eO1TsIbNVZ8dgpVE67tsWMp
F6eDpODnmMkm2KES4xxzfC1snwwCz0CeZj0P2sHtNJy/XeNnY4GAONL5obeP0SkiUkXctcUh0hs1
OYhJSYoHrei1AqBaiN1AUnnp5xKX5Ucb+zma4m6Yv1etzraObgpK/QqjZ5ivlacl7cmRTnjhDs7G
t2QSyRN2KGp5zke7awL8xTlYTjzTXJziuYjeqFo3Gg95ro4fcqSkfkF7x/7XzNFSDaRl9/FhHIcI
f59KSZGxtJs+C8IWvdMzfgnyaW7c+pFVY9HpYNPKqmlBFf7sqkI7ytTDiRIYit1/ntSucf6B6NHj
ldv2OJLxLoS4ajc6b+9sicXZDzAIBC6erH8ETiXar0lXh89T0ol3Wq5rnywIMtFZNyf7WtCAiLGH
xHwNxGLdNGf+CuMyuGReftlYtGxQPtoLXjf6MdQqlw7mkl97N+VXN6usJM0T9xJ2SVQTzcXuySx0
84eJIt6HzJyN75Vl5U9NZTRPSRK5pzbS7dF3Giv+Hg1iCo/YlqKxj02CtpOTbsQYaCAhLQDdX79t
9St2ortTr0BSD8M6YNtXp8nzpkehNvOjOgjr719+FA05eFS/QUfry+/5z8vfRXjudRVrkZIXvm/w
AZl8XrH8IWQvx75IbO/jXOIO+9dvP8hR1GQ1i1riTVseGyTUfrPZuXjIURxIUoc3IX270/1RbrNf
lpDiHYh36lzaunXQA0vuvFBzLkpueLlPUhjie52OxrMwzOxzU8fi0bSq4U0NhfNFNrL+df8HbERw
KHbZFDx0WCHGugSPKGGqdw2ri/lNd2gNEIhVBDh2wsDr4f5QWxvHAH1IaLzkt2vQgQoZVZ16nblS
HPNDnMVJyXgUkMn3njXIT3uJ2G1UtRTgbYqHSA/cRG962rbYLhjORdPjH2Zk11eZe/ZLHkp1Z2Yb
cSJwI7oYGIov9dglJfjPFqVFrmdcJ6DuopjkKB+1Z2sY55f763cbAiMUQf8CQ1EIVUjCvB4lnG29
HrTJvVitoj6maaRghho7LGJXPdARKINRZ/fcH/R2f0AUX9DxCyViIWW8HtSWOLRnAwU9HQcoFCYx
paCBbAFHH7Tj/zIUPVt2CD289VnAdKQO1bGhzDUn8QlxS8OPTWs+F2kY7xy72w9GyQmoEj1RzvYN
5BbfsSQmsHMvdQy0foGiPxH11js1iNsNzyi0AhCmAaZHleX12skccE06ms6FmzxUj8A1o9w3Ist5
dEsFZ3jUOREev7+If6oLq+rDH7gIjwcfjd7T60ELxylRz3Lty1i7kRLgy2Q907S0zIBCvfcRXH76
G2achZsiAOrKX7gLTdA2o7Cx7QCx51Nbd6oTCq9KebbDYdQOQxWl2WlwexwbsGBu3EPk2VXzbiw6
vT+AotOcdwKzROXtLCUqJdDsFictyotYFyAOMwb06t3LIJsZfWa1sJ5Tt6qMnavs9qOS9CNvxfnz
IHKsMWh1OcgZ4Snn0tUifYhx33yUqugP9xd448ZGcnBhJyGDeyvu5nnJUHkKt0qJuvNLPzfZN2w0
y8o39E4zsL904qsoMDvw9aYuz/i61V/u/4KtI+lBr6AgTsOBQOH1F1bTlgsPI0FEePUlbOai0wJi
LSWwu3rcKafcThdMuo2UHNpPSJ2uu85t28YdRk/WpV9cNXy0fqL4YazzFFzzCFb9ME2Gi9c9wTsu
z0A8DzR1p2Zn0f9Ihr3e1Qb4FC5zOuAUFNaQC7VN0iZEpvBijI7QD+BObPFhzKqmf3QFJdIAULVX
BDkp0scBx9UW2ysVD2s4+0n3LUYkdzx0CpZaD1DZ8DtTEaStH+t0dIzjrIyYLGlYXu4Rom93JNuQ
xjN1yKUPvF68XDpKxTkxL12pyWOSagVOaBiA/PV+WA4wck/UvdgTy6/4z+szYkrqNYlnXcRiEN1l
NAn8KuFQyzrX9xSLlutj9SEMdAC5NSkbL4SC14Ol+Md0kQolQiEnDnpvmr8OcnRSzGLi+Z1JkFoH
feyobxKj2xW02FhPgxnSmFGplrCkrwc31CEyMhuEfe1Qtotm7J672dp7HDZoy2A7EUuDKYvUA7j2
18OghtI6Td27F+R3uyeYeExvxtX9fasr6N6Rl8wKhTW102tf5Z7sj6Oji+6aCcUYofirkeYDKpM/
oG8BbKPyGnExlKlW+kgrdAU+QFJghUJNPz+6Wdpcqw5Qd4Cva/JU00sHiJz1zTd7IOLAGyt2++Hg
8PqrR2h43i9X69DZwr7XePYKsnzSP10pA5R7MA43pEC6F/8L76+v10XbfyloAj2nJLZ+WIYi5D+m
7sXt2/yIv7bxYADD2Xm/Ni43BCb1pYVKlRbW+Ou1Lz01tKOJ7CKBkR9MnZNhnSDwharnvattazfB
ZUJOTP2j7LEqXg56zhWL8SbxYaseqIFbh5hgfae6tzmh/4yymhAFvbQ2Eeq84GwvQe1UxSmawuFj
iiHSzlAbASJRKIIaCwybyGP1hcIxyassit1Lr2oj7tAzBpk8Vzh2Uht649U06yHJOzsR4kaUA3eJ
47hA3F19TV8KZYd9mkbx0owx1LFyOZ7UEa9LGgrTscEJ6t39627rs9HWcbBBY3/dwAILtZkGcxyd
S8ZaPksMwAPAZ+7Ou7e1lksLjpuV0I19/HofejmIoWRAio0KpPetxIPcw3KUugqebdeqHZULBljD
nlD6xmaBXGcuJDuC0psHw6XElzcET5d8wrskqZTogkkdXnde7B7vL+PGZ+P2phFHkgvxbJ1NcLuD
0xOqh85ULMg5M0v/pRjK9EyXJ3+CTFnsgPM2Oq2A5NA0BrfPy0HT9/WSTrhVRPgohheqv9ETylrO
PwAljS/Up7yPE/jHg8g6LkSZeYdML+z3dVqG007kvxHPOMROIIA8G9DE+v0i0inRgiuja2lTWseW
Ph0fZTpPKJSgTvA5Job08NyKszjwdBERpGsC06e/XvtF9wZPLAJWdC5XK+HEBSRqQNiXTlPl7Huq
UsygQJX5t5AhV2psx+XO7b3xblOy0VH8AlCA4NdqP5tWHDfx5CnYAcnkMoHfeFfi9RcMydw8JHE9
+cKLpT8Qbp7vT3bjvMJoX1CZ0F+Mm88+RoVVeZLipeV0zrvRxgfOE16+c17/XG6rwASJNqSSyFaX
KHH1aKdQSCPp1QoWDpOqYQaPFtWg4VbqZyMYAx84t/qvqjjZuxRGNP5c3py8VTFL/aFr0pIfizhL
Q98mOEQ/Wbfk9FwmRVn4QMyRr6202tYChJY7rGYiJdFOXac5YdBoqYoVUh95FDqL1JDHARrrmxZW
JUolfa6NfmvneJ3F9uzi9z4nY/ZmyOkz+AO4deuhiiLtI0wGb3zQQFfT24gG46Ud2/ALCj3JS9eI
XD9kuIe32CppcXeeYcC+lyhf4RU1LiblHbk7SPW5NrHNzRaH5CExpw92BnM/yBDfm3B277W3WGjY
WK9ZRf4yiLiwD7i+io8D0RoOlW5FpNGFCuZbVgKsNGimogGOWXdOeygGryqCDhs92+8iDbc8i/7Q
C8/MALofsRWc4/qpppdTTuK9VcaYT2Eugb+5K/JJfydSxIaAjBsYvqaZO18Fmcrvwur0330EwLua
WePjGPXFd+QoM8+fKGe3gUrj+icsY+NjUyTFT1qa4be+iZpfbo6ZxDXtU/kJbhWmfi5TbRDd6N03
kGghcqWOkp9wPiPNDakPYeuJnFQOqS11zU+F4tjxztu7cXMv0TcALBrPCwH89eU2925raH2vwDRP
vsyTbtMdaDT3aJoi2XkAt4ZCqxp5DOJwoqRVRFFj0MzPIFBRhZjeI7xSvhMYhl0T/Gl3HomNs7tA
GnWKP5ADbt5aGnxpiCGee+nomDxkmJQ+zyneX/dviI2nyF3YENaC8iN5X62djVOWKEfHvWDBonzl
A9aPceKpCUwVwyVlKt1yONwfcmti4FBA/oCqUgleVp8rbaOUBh81iRnBDcUZhqdch7V6f5StL0WE
ybpRHlyqWq9HceNRqxPw4pex1eQhG4rpYPbjL+Bk2c7225wPNyxs9YWNayzP3n9yQNNWctuOmY+D
nfYD/pkYtFbhXj98ez7/P4q5mo8CBVTkAiAaxc48yNC9ONM4SoIO9uvD/aXbmhDvFWX/ReYGgYPX
E+pF7Wb4ElLk0Hrr2FIL+adVnPTnX4/C+7s4+y3ktJuSEf7Nbq40sXeJ2qE4GmjDnbSyFH9/iuAQ
qjxKYOoIKVfLliL8UODX52FzkLgaGdoYeg+4Yo/dzqJtfB8yJupqvIRkKuuboVNlWBRtQ8+i6vuP
WHwCFNANdNPootfRThCzEVFQheKu8wBaQbRfvuB/tpyABpK1yERcJPKd3VOhWG7lI2glk1M26d0T
8Z1oLh1or6aE1xTuwfq3Jmuy08F3gSm74UPo4UD5pyOxggwSHuD3gwJuh8nHpm3PZG9rqkCRMZyj
ReKQab+eamQLIiedXlBO+UUJWk3Qnw8zNzX8uVSqDkDC4P4UMfaCGnn/+/ubdON6RJuZrUOKRei2
vqtiA+2sQlL3x/y78JVZcStA3pUJy7eaP6KoEu1so63pgoaEBkxLin9WZ0/mFAJTwCEXpCiyX+CO
MQwe2lAeaDfmz0oOBhRGiPrcDg3KfPcnu/VVoWnQoEXiio7Demx00ZJ+ye6AF8trZw8WoZbVOE/A
T0x9537euGSglxnsYjIS1LxWg7VcYKF0SgdUYGQfG8Mrnt1Cz3dGuZ0Sehh0bWigLGXp9XIORo9b
ZduGFw+4xQPIitbv27h8Ozm7hiobnDm0lFE+s2AJeVRtVzMC4KrRJY/Di6gpNB2oEszxYSlbJZRR
DPcTKU0zBpjw2uOh7Yp2CsoC13jfrEyBrbBpEp8enam192C+t3tq+WHU5eGCwJlby4+oaBvZrUiW
+EhG0Ym6a/YTaVPzhIOzViHw13ZmoM9Rk/h5icPs8f622hx+AXJRNueyX5+hyS0xFVG18JL0vVUE
GI7PA8JKoE99JWrLx2FUjS/gMvPk2I1oqv11hGOqhJkUZlAL57paXSBlg8sofiIhkuSwjkzF8w5C
rYajCD3jpYiyvVbhRq7Ng0Ze76JbQ769Tveapq7p7JbhRTXwnx/MDkarzSY/zz22sb3WqUdLS3E6
qdzxXRq3+HWaY/Vyf9G3Nj4JHwgWCrbOTf8Lj4ehbb1GucTTaASzN0HezTtx1IVj7Zyx25O8POCU
bLkzFir9aoGdrLWjciyViz7lKqgi8nlHL4z/YRfRI0ehjYdnEUl//Q44susrIdxlVdP5pGo5vpid
SI9ThohVjz3MIc9G45A4yEfeX8rlb36d3RI/4E+xyHiC2FoX2eIeYmAozfCC4rAd1LZhPkV9LQJX
VcRbhQ7I3uu+odNtwjxfzipj3nabsdIzcU7rvIsEnrLkjUWmf0ebLKpfrEHaxUkUvfjidJ3xqR2E
mQeOnTlOIEI3KfH6LpvfA9TB90bZUl26vxhbtxx4TEDdi64GSPLltP8n9LAyV+ZqUwEJya2sOA1j
ln1Q7VRHJhZdwC/jrGrVCfq6+K4qXmT6iPKL90bi6M1h7J1UBrVSadnOFrytLAGBJRzh1FlLnWv1
o9ps0WFpHOeSJurL3BdvSgTQz4nXWtc50vIj4cE/+JXLQ5TX+df7K3JbrWQd+B85FIIVNwaLttBj
wy6oVkaa/dSL7JDFTQAQKn8GvgTsDp3Ph/sjbpxt0EkYCfNsunRjjNefIIqGTDHq2rt4YQwA3VOH
Y5xr6j+VNv89uoLKMkEtzxl6yrwgr4fqqxm+Gc3qS+IUemAoTX+ActbtfL7NCcF0WZq7KH6tA48s
MQiSKQFdgAniDkviSYYD1fGDHA2Snb9fPQuaPX8NnUrSgtdTQv1KN8OJFD6yATWCfRUHxHgs39bD
vRx02XarmwMwOBcW7x4N1HXbRi1hzbtK710Ky+qTh26AwuaHE6YcPsZaUxmodgISXh/c6IOKh+be
Yd24uRifMIuchH+tAUbUXlxCLO4R1VXkwYWYcJRGVx9KZ8gDSHN7yuIbLwFAdCbs0DCGTrO6o+G/
6tq8FBP61hqfSMZM9PyTvZ7r1qwo9kASIyDngVu9N/Og0IcgMblEs2cnVyvSyg9FYnANq5UT9kdk
jv4ea88t7NJMRhJho+0/4tHZ6hFZpDMa/+pq27ypChk+UQnM96ilW2cBZVsUaSj8YKWyWsNZKXpv
ZI9epkodEZZFabmhJhqoyCrvVIc3hqI7iV44iIpFkXQ1lCpB4BizbVxiR4/joxzpvFCys5TfVdxm
xfH+udt6OSgNQ/NaLi7UPVbDZbUmR4ly0gVkaf17LAxkyMA9q5mf5uTo51mW5fRiNKNE5z9qEKgZ
PNjbhyzTG6rALWza46RWar7zvm/sWhfUBiUw9hLVotUdhwBLnRUREgK5qTRfpBp9mSyhvNyf/cYg
3pLWkb4hjnXTqVPj0NAwwLYvWqVHgUal8qLMsAvuj3J7NJaCGlARcPS8z+vQk0Rf680FONm7ZfVe
sXtvxi0sscEbyfRHMkfmzmV6e8Mx4KLeSiHHQntjdRYzNDadVkPpDx5h+L6zzeI0JV71oQS34ss5
Hr7CdRKBl1rtTtNhc6rLg08NEWj4+hpvtbAzUnVwANlP8xnUWkUzy7ADHcIvnVDj71UZ0I23aLLy
btCIv7l1Ms8GYVADCw6H6VxOofbQDKPz1087ckNLMUxHCpkYcLUXex2JT2pUzgXyNDwz1YjeiEb+
9PSh/Pv1Qy+VQtWy6+n4r55B0+mHTB9BhKLXrT/rvQcsu2tRvG0U7STVxNqpkt6GSXQ6qVSh2EfH
Gq3f189u4wxpbMP8AsKA7HpqJ81xQukiGJRwuiqpOQcIB/2tDbwJbmlhhdu8RjzD645jJhAolG1F
T7fx7ENSYkzChqqOi/b8p/tH7/aAg5oEPrF0+DzylFUVGLBRz/hT+DDZSfx+aMfm4lbauGfodXtn
L8PwxKL4xiKuWcmz0aGuCbfwoXRNpQoUTSsPUCIxNVb1bK8FsTkYdS8gvMsJX6szI85scjUW4cOs
2vm57SucoOw6fIi1eg9p/qfv+ipWQjATWAExCcV664Y+p2Gz5hZ2E1+V2QUXGiMP4hzVPkOGqZnN
7tdcVON0KNF8t321ydFC6q1O/BDSS8UxciyBd8A01V+EVRb/joKi06mX/VxSacjLnzHjJie9Husw
MK3eyYNU1uCtJ8NVnLdGxDfT/SjCANjPZWo6CC0lfR6UokTbt9BRZzvIPovCA4/p/MWow/rfcc5S
IJwAy3oUrACUcLPPqCovjNqAu97BqDGb2Wyid7ohqMawfmspkhJXIaMYP05pFF+kGBHpko0Yfss0
ah7ANVnaIRae1oPx63MIJ6rMXibpQsP5yw27LPhi30NnmErjOmeCAVmIEO+lazi10YFWk7gIHYDF
/VFuthAgX04gZ5CMCyTj6ppRYwWJhG5SLi2YtE+mWhmHXGr9cxzypt8f6uYE/hnqj1oFI93Apd0Y
GQrLAh3iNG1yNIZGf5Si2AMxbI7CO0A9aSkLrGN6Cu69jb4IxbQx987gb5WjgD+3M5eb1w25GORT
FoVRiB43Ve9Kek06uFZ4obmpH0OnywNN0ZOvodenV7OZkj1XhY3vRJUbxd4FeMeDvnp4aMW1tsT0
+YpTOmK5reqcQ7CAfhwPe1nRLaCUyZkQShZ9R8L49c4rtVmvgYUqFxmH9ScyS6M7LMW0N1qXysGn
uDEMhyTv8xGqpRw5KrHdXTErjF5SPZ1edDGpHybL6GK88Cal98tST90jB1f8pPXd7LXeNj45txI6
L8t9y+dYrY0m7XTqoNJdnEKk79WmT75D7lR3ZIuMrU/AEB7CAHx4Kk6vX0gtypS8tj2IXa6SAAKI
o9HjTTZIMeYGrt5DNkyu9NswQRx2xm9LeYgADWC6rnXujyLxjPi9ISJlQGt+sL7iQQRjK0aqynjI
RNbMPv3PzjmOKpfn44BiUBZYsdXE77VwyizEago7RcBW76yzkiRKG8B6yH6IyRzmoB0s8JIocwpu
OBQOjaPl9HV9ig0rLCl1qwvWoyv030OXaHDvwlDfs9ze+gqEmjr/Jy9C4/r18ihWqln4JlDHTc2Y
y7aer0ZYQ2i9f4tsfYUFyY56ETLrN7fI0OqjJXoRXmpTEb96y4ifKi2fTN9GOv+vMWecBABuy9OK
Fqi3Tom0AZERyvPhJU+HDNqj1H1Lz4s3IPn2rJNvIvVlKKg4VKqoGd503ZFw70MjpDsxJ5MZjDa6
E0WWu8dZlcOblsLWWRGY+NSTbf97f0VvinOMvAjgcblQwL2pDw8xYpmKO3qX2gMi6VdzZj0kBWUB
tCPrQHGRhNTtHHhfYckjxIdyJ/Lc2jigNUjcEaXiylltnFGTKs9p610sEcbXMbZlgBpBcbo/y631
BUGhUrRF+gCG3uvtiV6nHKxQ8S6m0yCxhxPOcM6tOP+2cAkfFGX80YxOGwAK/OuKAetLx2l5juhy
EBu+HlkpAY/hJh5erFEa56ox1PMEygp0cyX+tmJA/M5Z5mTQS6P2siz1f4q/rTmgMLjs19BtsjdC
V8WjqHvn1FTDXma58dXYqiBSFjHl2zLdvJTo0HyJrmiZt59rI1oYp8WwIx+48dWgdS15Ce1lcoXV
2tllFM+TiQCeMbjZ70gfxrMYYPgeq2b0vkutMBzfsER8LrIq3NkxWzNcWCR/4MJLp+j1YjqZ4rod
XbBrVfbWGf6/MR5UE8bX4f7OXObwOrIGAk0tgASdnhS16tfjeJ3MBG2D6CphFx7BuT/IYjh6STc9
4Kay5+i9saILVQ6aKqUOdvNqRWdjTkw9jpJrbFT1Mc8d71T1s42dj51+Mmq9vuhu0XztILDsbM6b
DHMhyUC64vhxzdH0ez3PKSs9RDCb5JrbYAwnbbDOXZ5nH2HsGo+5bH7Dzw93Ci5/bujV4gImRQAM
ewwaU+sbfC5sYI5Onl+hRlThkdqygoSRW0at74xuPx27tizSU5ekpfEQTlo7XAsQdcDmhjj6kuMk
PPkzKnW/UBLQLX8wE1EdKfvjWaJ7veXnbdl2vjGwTf3WVKKzpky24TdeY7lcY5b6dooNLb82g91V
1zZuws4vnQ679gT1zX/cYobLoHjJZaj6Rver0kuewfZGX20cf7+GkTr+TiIVg7CoBmvmx52n/wJv
kX8T2CRERxsxovjZsnAC7jLLfKFBK58dNixiAVK15wCt5/rj/f26+R059+S3IGZv6ru1J7R+zNFM
oEZO36uQWqf5he6Nlt8WUWWfxxnbuGCCk2zsHMmNp4qkmoFxbKVGscbVoBeTIKVexNfU6fPunA9Z
BI6yjUzrpcza5okNP/5UwGu/JSzu9Tdoy9LXuj/92zop+/jPnlricS6n1XuVaEbej0aSXOc067L3
ucWzDZ6Sjj1EFq4lv0fRVQYKvs0/20Kb3k04JakHOMZtHGi1M3yQg5EqOxnJbVubn4W6Irh/pAeh
6KyuK3saw6jtuCpL0bbDkYHaKhjqCmbNRBNS871CS6yzpg1VF7RzbeW+1dqm8N3c1Hayyq3vBKQZ
QSuDTs4NUsXsAUxQDoiuOhZOh6XNeUyrOXzOczBeYWHjDKsIcUgm2HAZTeNf9z/RMtX1oQcwSd8P
vcnbBCach3JsvCK6CrOpfVeZrTchQfXOOdiIRBE4x0IFlBybct1Xn10yQIhejBKRaQJ7QpOFUU5j
Lfeuzu2hluYprV3Q4qvghTS0dUIv44nIdO/Y9ZP53ki18YCGRn28v3bbQ1FsZ1pwgNf5cxX1RDFp
FF3TYuzw1FLNQyGk9Puh3+sKb25Z0lm8vjDfXMBGr1+EZsxjUWK8eMlFZj+ieyOOSmhYHw1FtM9T
UqJQpoo8UFEoPXWTBtPMCPPP9+e7eZxhHCys1YWRuM52azzNklgjkOm12flGmzMhBq6b6m2r5ilK
KpjVFucpM2Mw5RnX2xNOHqU8lJExfitNTfF83RbGnhX21iXLDl6MMfB4uoHHqlkhHW6R6MrbNvxE
Cn4CSp9H6icn7NpHJD0hMesjFnT3V+NPfXJ1dBCtIhMhHscF3TRefxLcLgc6iEpypeuCBn6NZcvP
Elz8j3Ka1W9C7+uXYXZy8aKnQ4lySq32qg/bMEXfJ29ISr2uc15Q4Ek/SWR8c79wpPIDV8JBBEL2
2kej8ubYT0RdD75qjIoZoKKj9QfXjmeqCkrVnIbS1OGcezys9Vi1sAH71PmAJ0NuXQ24h5hcxQ2O
ubGM2++0L0T+WGC3+A9mwwOZf+5UR7zo/kDlkdkJUCCKgc3PefqSznX9j5Im5RiU8BAA6KO3gjZT
EafGMRNl2HIzzuWP1tVKzUdAv0YXLjWKd6SGSvkVSGf5CEC1NT5EcsqOhdnK9rFup/RXHefWv0kU
j//sfJDbq+zV91gdkSqa3Tkz2J2jlf3Qh8Q5zo1TB8LM5MNfjwTpH8g8LFIanOs7pp9JnEbioOts
AnqzBhzDxDg4B5FM1rv7Qy0/erXJlr7G4tJJe8hZpymirRGAVrrkOpRe+dhJlBnssikP90fZuMlQ
HyUXou+FgPb6QXQAwWJ5MKVXSuL9F7TQkmfhhclJ4NuzE2beaqMClCTIBNkCmIA/rS5oqrPoCVtR
eh0Vr/7Rjqr8PsNs/KyiPfOhr7rx7dhUxQ+tHpLqIVHjEYen0eir42i64ff78964Onh3WVnSeqQ9
1p2j2ALhPNTEJ2Dfmme3k2ggYQ1zouPrHK0y1b96Vm7vfNKNJMZ1Kcdwa4BQvREUabxcEXWpxdca
ra8jZAjIJQgwP0d90wV4qESf/odJLo04ypQbXDWEwXoZMctrmiTUmBa19A+RJhz+mCfhN7r/k/RN
qlDGzg25tXddUN30QACN3CBuuAuRlqJne41JdxPfEK7ECDt2X+7P7xZjxo4iX1lw8RbmN+t3eMYR
vXP0Ob42cQhFGoDg8FE1c0TDu9BEdq2K8ncKHNBftQinSztUOVJvLb6wx7EY66Dr1FQ71XKodz70
1qlauJEQKdjsN33CSIeq0fQx0b+uZc+j4oznMXS9N5nM9nppG0u9CP6RLBKHLNWp129RHg+2KKs6
vurxoH53Gt04dRIW5v2V3jguHgK38Ci4LHArWx1d7LNrT3pmdK11HpzJkIekD4NZTecgzKB89YiG
/P3NBJyDZ5aSHyX29VU7TuL/ODuv3riNLgz/IgLs5ZbcXWkp2ZZr7NwQtuOwDXsb8td/D3UVcQkR
+gIkAZwAsyRnzpzyFlQ/e0xUS0uIk2nH6p2tMZC3EZI5iOo75xJsLcL3eD6w4ra5gJhZpqhiSsN6
7pSHMXOH90uaKXMgyPr7S6lU+nBwQnY6DBSFq0Dyiv5hqPzys9UgerVY44SohmjfNWTenzvHnR+Q
NVXDJE2GB8vuXIUJX6YM59c/5s7uXA8N86z16NzM50d9sZ1CtWkj1kZxZzrpj7FRqie9af68vtDe
3sTVAm4M6HWgAJu9OeegjMb1eFZoHX8ALvRTBW5wUEbtLULSD1oZPRW6iJs3GeHHaCw0IkKtw+dH
omCanBPDbI9oqHtHgMtgBcCAQrvZJIqllWnS8zBDP35uaEPfMbt2LmYv0hYipVoHaQu3+2Cf7H0r
alWQYswdb3HYdon4DR6BRBLFjJ7aeioCV8OXxq7mI/vo52i5yThW/j2tPGhgBNZNzQ5jw+hiuxYh
JGIZXfSha7IPyPQP/7amhfIk9BEU4mQfmyeDfqPjM8Pon2rULgDPLsmPLBtRs3TSqP7ZARX6rcbx
8LkUPZqPRWnVjT95tXOUjN9+fou5zJpNIJcMLEN/eZA4QmY3F7MIa8PFCmmItDNax/VB42BvlXVu
pq4dstu5jesNJLtOTIdsKtNThi7LeW7y+s0Hk21s0LXhU0MkvwkKQyKTvm+QhFxscWHDi7u21epr
3sK2eOvRZFgDnWQdAjO0uSnoWjfTu2nKQkcBS1+Lrj63VXEkYHV7ZuBO0QHiuGg027fTwGLuhyLu
syxUe/Rnfb1vlj5An8P5EPVMZn29llp7HoGcHEExnmuwl5uZiRRpwTongqS5nQXbFFMoW6ZFCD7I
WBORTneDUR9aeaphlCV+pi2mN1Fkoa59Rz/Wtn1FlerPWujD1xJ50vE0ZQOUTm5Tm2HT2BW/m6LX
MLFqYjQVEzAB8aNXpQngV2Dif2hDyg8W+q12ACnC/GB6Sfqp0Wz0Whrda0FSVIUhT0uvCWwH+961
z2ilGkDKk1if7/he5RykYkE53opGV8Cg7swWhrhW9IHbrtIwoivMNKhq1fy2GBV07dGzCDlZNVMA
mqJ1ETOy+OPX98ptDOJVWuTt9M5QUtzOF4DFg6c0dK7Hss/uBAbjZ72q86Bycu8gmO9tmJXrD/8Y
rM6NQE8dzcmkGDINJQKrDGNd+5eZt+B8nbH9DCcFhzjZvRmLyyXIPJYYSxcOJepNCBmHXjOanDQZ
5Ih2380QXtTKw5JO6soJOGdzcPZuG3/AVSjobIo7MM03HZ2u7VFaKrNQcytLnNI8MX9nrR1pKxkw
R6mWG+jizF45nUG8OL/1uEEm/fVvept/rGYfpDsYtu1pnWVJrnTRSP5RZ2UUjNEcf6EXLR66eSoe
7V5trqbeDsja8PsP1t7bT5SbjDl47beI8hYg1qxPrF0K4QUr/nHVcDZR5RVHDd+9uL06rdnUITsc
01xpKHEK9lOEiPFZumV9X3lFfxC3b/NH5L1JplBdoSOEstTLO0jMxsK5tfNQV4qgEkVxF9F/99UG
aRlgFwe5uLbz/vA8WotWHulWiiPORK5YFRiaWB90lAnm2L7PQL99cZMSK9w1GsiTFXfwnt2Rbo7f
NrnyOBagito0FUGpYJ14b0/IlgURRPmHTI2PxFqeYXWb+EtneZ1gAQHl4ty8ExkT8dBV4y6LcSa4
W4C/gIRhIoAtVI88+aOGuqF6boZ6+BBH0uwDcF5jdU6HWnxRsYD8FxPiYnmw1bS6Wrrar7LarYk9
cpo5ZxuKXXZSx9SFgCjUuroK+l9KiE+PGAPXXf2oIoRg5LmI7C4Hm5mN3cE23tlbAI1QJHHW0hN9
zJdf3aaTkc4Dn0FDjeSLWZieb6BjfaAB+XxRbV8k41XMQmE6rHzpl8ssRlpzjwM08txWzmGKh4vm
VzbzMaB5Stk+AOhE83tIG0v7aNWVqQRGzvjC76yVyqYDyytQE5unKMgctfwcxYuJqAiMeOnLQe1p
6XYmNsq471S+ju1CcfEGwIlBFpeiDWI5u++oR4Awznat4kklk9EK5KjbfxfDYnyyqnkyfA14XOqr
XZJm51yXrn2KB8XqTp2AznXWhsbWT9PIaJcOiyO/Va1RmME4zfF9VVlT7xeppv7d1Gn0p6gj+71m
zzhIOABiv6STMH5B30eRsi+92nuISoSj/ZqmZ3SZ82X80S5JofgEcFQeRKxk07kYINM+OjGdQb+a
JqU9edg4fyW7UvLLgsnZdc6F+o8blc7kK2bb/yqacebsgtuM0WFBkd2nq5Fq7zKzkd+0Fr/3iwv5
3iInmI2jUlfbuREIHeQqBFMAc9suHM2CSdNj2If1UkyfQAkxsbAy0TEC0grzcTYQSYfaE1/qSlMf
ZBTrLZL1mhWA9jffTyjxB50yKh88QyqXxR3Uz/HcTfdMGpXvhtnJu0QoR4oRO+08yi4wZbx6pgI3
acFsJ1g3IZ5+bTuJljXN3VNmtnEQq4X8sDY233tdVjHi60vI/f1w6hn6BI4z6Afh97kVsD0iwLPW
ChDg2S1jINaNIp9m94rKi2GevXhM6lOTdU37fvFkQyjQkzR+yD1vyu6KnnQGSwAlT++7TLaW3/fe
5N2BK4vmi2FMiPYXDlo0OcLRlm8xS3AfmfPMwx9Va9M+QFmKPn3BHv+qDlYnsMxdEjT24xZCklRG
tfpUD+5YX6o+n34VwsFPAaF4rXrnuov3zl5m2zy1id0+ZZaSfXdrHHFhj5h5wf8mO355X8xzoHTO
lPkK8gs/0mpR80vhqD349jmlkloSk40CC54TPqMkX4bjPFTh1KUDPsxERHkS3qx9UI0Ffz3H43Ac
RL+dTI1qaMUiEZfIZNY78T8omrFBbWiRlXfVVWyFG71oPL+nKDxNGntAybvmlJCaH6y6t+lYFkUP
yPBMxLbzxKhaEcat4l4T9BT8zAZuMuVFdUrrgfHbUInALboo6DvyZ1Wvpwdkyto7o5uPMME7CRQz
duonfgvU5BvgC6L0GbMafghcuNPU5Mt7RZf9meGZ9b4fVIkNQOFcLOuoc71z++urGAjqmeqqVLu5
dhyADp5Rr5td9cpL1GVqkDWeeVm1Le9eTxJ3+qvcrAw5ad3wqW96K7JkNmxinHB1c9l/RIkIn+TM
BTTud8bC0Nou8uVjlo54FDiNyug1NeSQfhkmZfnb0FF7aFCzhJ7lx2mkltfXf93O/cu1C1GIBJbS
/6a7JPGomVbtFVdpxTlPiyU05FQcrLK3z9dRH/ENVssNMI3/UBQzqgCYQWYK0ziQvl/m3GvXK2/w
QjnkDhbWVpIepa77lwKtQagmwHVvIH9QCSanbxLlGkeik2ejjVeVycKzANvwn0woBX2NkLY1zr+k
lco/xKL+E/uGaXCZzxoux4nRe2dbi6zmnvQ410+RU49/zSDjmD46mXJxZQvgIKOI/vT6x9lJiRHr
43KgbgaCuq38B29xOi8BbsyRFNdsKZK7qTaLP5mU+Ze0ULSD9XZOBeSYVQWKzsltqzHJG/gkPetB
nRK/BeySJqjGoX2KufSPWAe7i9EMd/DgRo1h25ruMQ7ANM9WrrMcshPtJxxikMW+RwbOurz+Hnc2
OTx1osyKzrqVkazQnkMghudiiCwDbUEuu5ot4/T6Kntfa8U3szl4HL7by2DOE5JOJSX1gQB2UjeL
OJu0h+5iEqFTUulH+Lq9F8jFQQccOtpOLxUaSos1SXSVhT2cLDKrs4KHu4+SxtsbqATJVYCMSYyG
DfimqWlGkSNFvD5aOvePsFJVZJ9dDMfEmB6Eit2nAqRL627liN3AAvqJEeuQK1ezHtN3g+LJKx3L
7u9CSxz/9Q92tNTmg2F0oyUyzjheCLJcHNWlrQaP+GscpW9W1aerToS1+ZtJKbiGl3vDAf83QfGN
rhl2QIk/zEYbYDQz3UuHFPP1x9oJtrREUEFYi2lmZ2ue/J+kQml7PQNPAtc8H+JzZy7Z+6QYs5Nj
LX83Q/LH7LTp4I7beZP/XdLdXKdTuVi5tBbvqtkp1DCc9eTnCt3WkTyvO4IP7D0frQLwKs9I5232
0qzwGhWvkWvt2uV7BXech7zpzIfS7lC+neKJ+2RxDnpqe0+4WnOsHRd6alswK3+49N0Qufi7qnlo
JwN912rRL7E1VQfbcieO4MO5imox2EJjd7MtZ7xjta4nO6tGpT8tSEKeJqPHtM9M04Ay3T6/vl/2
1lsFYVf8Glpi2/kvzOBoGEuUHfJhzC5pPy3/TJ31w+x7PUzt0TuoxXfeJIUOXR5GoGR+W655qqWl
ItoVZ5Ik6CFbOGYUmP7cIWt55HWyuxTf6vn+vOXQyiqFswjTICT4To9Gac3v6fjYT4MLz+j1l7gD
7rLQQEOsCxUOxunbWYBlCxzX7GhVPvW0i5wLJahlaZ4kmIw7RXNmcvoFUi3ktPetUfffiikvA12r
lYc4ptv9+s/Ze3JGvjaYBfbSzRTKaFi/8nSIVSiunmfIb/ekR8o5pkt7gEjZOY5oz7Bz1muP609/
GW7GdowmZ4TXhw/b/Fh3VXyvpYp6aZdYnNvOepJKlR0AT9YjsKlVQQRwDzGqp3fqbETD1a4QiOrP
yjXryvjszWX+kTlEe6CVvPsS/7PK5slqtahs7DaU62hnKaUtlpp+5jWpjyY1wKXXv9heUQY2H94r
X2t1Et9cEUMkVj9F2otQPJyfGLJb1wkZitMYwQ6gUeEZTw1ucQ99JL1vWpObTpAuBjCyJnozw51E
HbLFOqkgY78pS42WOjgzSM3qWRVhbzsi9GLvyMNj9/Uib7dK10Db3xZ/ipo5cVbUcdgZlgxdAYDG
tZL+vecV/8egjncKHYA0aeVKb97tBJowaxoAtK5MgF/qXnkvxuLz619w9yCsim9U8jTlt1cEIgRe
60bAoiNMT/zZmTFfsXNcDjMkeEeRdsGQJwc2YHvv8DlwA93hetpqhABM0qSDOG9oznFHb1CvMKbl
beYRhOHXH293qVVQgvjGv7bFSEX4FGiXoV0N+y6Y5xyjj04trhHSbQf5+vo5tscbQAcC4ZBHbkHd
TM/aSm3o5CEOK+6GwVWRWxnyCwKu2akYpuwH7Tnrax/L/6MdDTDRJvkExbIyOV4Gs0kinoNQNVE8
qb27Crmtk5MO88HwYS98UWDReSCdXudmL1fBHUCbLJejDugYHZBWUa+5rucHd4C2tyEpHFcVApy+
YPy9XMYZNEatHnJlSmstsY88VQOCth9nzbexx2rvI2cx/jAcY4jaLpqsT203j+1dIRZrbQHJsfaZ
AvTeyfEcoLTr3kj8SizFP2q5tN2ZTqF+NAba22argDN1DU0JUtiXP1rXl0RiBqdcy1Gdw8VtxW+v
1I2z7Ujt/ziwDrB9JngIEt4gCdHIaie1FvQGqsI9rRAqP7XV4a7uy/GS53PpF1WVHfDM9j7Ks6sg
um106d3NDgPV6CWtCtRMiaYR3UcN+01MKM65pXy03RmqAnSs/+PorkR4m/KUfte2yePpcGh0/NJD
R4vNz3nVpgEq4O3v2Vl+vB4kdk6u99w/ZhWq0u3OLrJFq7sMiJtSopLEOMFsH4w01t7ju+dhbWnF
xWe7N+vlDljpUeGzc6yoTQnwNPWYA2wjlJNhvIT7bBxaEuCtr7UqeE3Ud9WD17m7Du0kmkorxmTb
uTCryE6azoIh3+b15I/W5FwmLON/vf1dru6T4PZU8qvtu0wKVCQWc6QfiEpSyKAZQasZICiz3ihE
8r4PvBiKIHYjR+X+3gPSpSOf9cC43bRmdAZddhfRsWyHYvzEMKuBatIeXcp7GQ/1MNrpiM84nMFN
GIzwZHHmBrpqkqxyrEvadO4JosKqr1vPCx3Bqaydc5F5ReRDS5kkjdBkYu6wGIMTGG1p1AfJ7M5v
AsHAABp8OnfPjfoBE8Sq6FDSDmdDVNd4rIqgZPb3qC2l/RcMp/p7ScsS3ItS3AtpJ6chb/p3sSTr
ff3r7/8Spu7rbQTweDvOSjwp6qzVGLuK3GoDyKnpo5UpaRb0tvBCzFH7963WmviiWvMHOk/qu6SF
DwcCoDfeKn5sPOsDcS1yJ/LNNvU9tAZ7QRw+C9s8+S0Q4/LRWegwIvT0uylTjiQobvffuiOYiDxz
4QELvrwDYtGhNW/ZWThq2fLJcpr8QxJHxcH9eHvTkMegB8uAZ73st6sUaWTPMVPB0LVTJk+G+3vG
Zu3iNXN90Dy4jYpU8SvmjRk+2cX2U3JeXemUKie5reqfZlJl8lq4nXivysirEbVANMY3GuZfgytt
5e71nbS3OkISlKdcOEDnN8csXty6E41CTFbc2Vc0ILpZ01UXrZXJPRHavmsZQZz1pDrSU9t7w9yu
q64M2ceNsMyAq8Y8C0iUiZrP58xR3BNOj5iht311fv0h16bWy5SRMpCpJdPLVbBhu0NTXKTVtJvi
MF+6PsQVrGWiWBRB0cXyC6On0i+Bet05CThXH8zbmwUWSYpX6wmOB6TI25Fal00Qj/jE85if49pe
Lku/mAGWRemJL3twA90mEWwmaoxVJYkB2jZywteCrq61CExnXnw/Ktb46OI9GLRqO59yGfXnZFKP
WIg7aMB1NEBPChNgeIhbkDD+9rDkhQUQkQGiPC+xI2u8WvB+Py9NxbB3TEVC983IKy2Yy8n+hB48
1qgY10djIJ1a+wuVIYbyrjv9q06JaE56zlQmaJtCeYRWH4tgLHUK7BbkjnM3LjL+mGqyN0FD9PVD
VOXL6siexdCo2676brYoyNwBu8uFP7RZ/xP0bZNcLK1tvwGvT00+OhXfaRYeygulZc/pqdBinDqG
qhtOA6mt+F0mmXdJxZQgidnjfX4vmyrW/tL1fv4Cdr5rD8LOznGk4sWMB2l+XuY2GctJ+apOpklo
CawhCnAIFwiPgC6UOvuT1aV2mqMyOY8RDumvn5GdXYNyHbk6Ny59oW2jL4m0pi0nwNd6nVRkENyt
ukyGj9haMXMf45aCLlfffjAtgFarqwiV901V3Aim54PXJ2ExxPXZQzIYH52+/KvRDXFJF1Hfybgc
g87RivOI6flBQrpzlVgofqzip5zPG01e9E2zPBkQITBopF5xpk8vKgoAby7owE6vShiYWKzS0JsL
qy7A92BvhODAMqJHBgdhPFWilAet072HMeDDgDkkK7vRb8i6heshAfOHvkdZ+MUcFz/LBHLh6/tk
vRA2sZSnIWAT0CjAtsPxWJrxzM4Hqpp41juz1M2PtDWw7iz1/FRNi3Kw3u5jATqntqZAYZO8vO6N
CdAIJmhAGXulDjO3F5+lGOODc7e/igeTy+MuvlEsYTBhDTFXfei2TCnwrVStIM7xMDpYZ+fSg6vB
7Ir7DpH5bT/UyVJGVdj1hMaESac/ahW408pB3h4OanE0LNh7KlZCbZAJsXozIk4qTc+KpktCgfuQ
39ZRHmIx1h+kxXsxCxADjDvSMtq8+ssvpCTktylKpWFdaMWXtO2Wcw1u7WFx847MXDonIkqJ0ITm
nV7fi3tvE5TK6kEJKulGz3tR8LxScw9iytLG93Olrnp9yvAR/fDv/89KAGIoANj7WyzOlLiGbIsi
DWFvjD8qq2x4srT7ImuoKa8vtXfA1kkBprToe92wsjJvNNy0h48Cdrk6la0HxU2IwC6Xb33S//X6
YntvEEw28DLaWcSOzema59lI+tZIQm5v525KoumLhGJ+HiDhHmz9nc24PhF6xaA5gZNstkm6mLqY
jCoJowJlfnKI+bqMrf32LcEqpLKkbUA6t43ytBeTnDUJhwgvzw+yY5BvQ5J4HLrpCGS+c2PCNEWC
Eh0njvT23dkqsAdmt0loFsIzw0zNRXayl6FlmuLhFrhgfPu31yz2QaDf+WYkWIj+g1alMb6NwKUB
v9UBHRHKSbT5KZoK7XOUTVl9UhN9vry+QfYqTTrWQNBoejLe3O58RcTIETd2GQrUkc8a0genXJUC
+7ZeuYwOenOp5n1Bfh7WhlV6QSO0BLO3/OAA7pyKFY7F1IpLh9H1ZqPSIW+QghyLUOhVfC3rpMen
OY4uVuGRmo3ZUWayE9QQ8kNfF/kBZp/bx9bVSjExBivDyZBqe3LcNPmuSgVPY0eLZvKV1P7Q5Ul6
mmE7/vP6O985KeuIZy2oOZM3wO7GnbjCI7MIu8LtOz5wZD3FqtMfycrtbGDsLcn2GO/uWJnqxdJb
Sm3xaacxpp8y5iE1hXMuuxzJAxqRQdd2xf3/8XC0bmEOIY55U+7GWW23aauVoRmp3UNhtsW1nbLm
oKjeezQqEfgtwOMRl14/739gDn1nmTVmnWVY4jHxuxsX/T7SnPyHV1dG5ePK5GanYcq7u7c/HB2Z
1W4BpivX/MtlAZnXPW4LJdbP+XDOWwf57kaf3jx65KORr9KL0hGr2w6soqGEXgqfFWZrXeFyhf3i
jzbrqhFcanwIxdo5Caj5cPLousPg3V7vTU9ehvpyGeIels+hUOO289PGcf6uRT/+U3SVAGDUClTs
/HSWlXXwTncgkqTnFLQmUk+UCdvKxIy0nF3jilBZZFScFqTL8Y9poxYOpJeBxGuserkfCRuJ7+Rx
8Y8Bz+4bohzyV9PrbhY4CY6YvqIMc3RwV++E4lUZhciHvAM9nM2dpsN4y1ET56fF1oDrqDtfHEOY
99Q7R+TYnQBI4kHP9TkqAW55ubWUNsuhK1eCDK6pT9ZSjY+gIwcAXStZDMrVQRDafe1EWoIQeKFb
DpVi4SOT9KMIBy/q33eZbT2R8TfuBbj17F5SqSoLmHiMdU5dvWR2aAi7/WzXDb1nZ1Ay9boUuXFv
9zh2n18/ZnuvfZ2Ck4cxIwHXv3kXdTJVmmRHVJlV/FYQrA+EEuOWOlnmQXK7t5S15nzARNakYtPc
RDJCSFKNlfya/mtFpvfotsN4MWg5fH37QyHkAMSGxuMKuHn5UHLK7CjVLRHmc16dZjVN8aXFO7bA
1e4gFXtuxmyKOJAEGv4KlN63iTMwW2tO0qYIexFlf09ox3/sJ7FEmNN6+VWbPPPOpu+CD1ZWVL9r
SHTnqadp8+bjg7DCinxGEmdF/26idKaViofgXRE2hjaZQYmYb35C9YlIYsx6u7x523i06Mkg1iKP
ftTmtFZAmFw1KWDkrmGzymfxbbbtn0uZGG++5FgJVhapKOCFm5b4yK1eRgh/hzq4H99So+XaVOJo
Gnrb1lxXQQSE3BPakr3u3f9cckbW5B01P6VxRj1ulJr7cyYsdj4Y7QVXDCsPhTEknxmFZw+OniXZ
wfe7vWX5AcCaVqtusqVtZCbNnYzRTZmHCLv7ykZV78ki8SNUcF/y1cQezqMKpP1g2dtQyIx09ZZH
RJW/tsvmJA1Zk0E5bCFxf468VA8rRTUe0iUFXTUaqaZfXj+ba0B5eV5YkRqaUQAsv1tGQNU+D4bS
cEpjCEoTvn0oE2gHN93e62RbPiurrcTDzf7EkHoU3UQh3TUivm/xwzunQsiPjZea4aja+RNicuXb
YwFDWbAGz/Um/9gcQtx4OktbKKLTrNT9POLsL96QBPQn589t22X/TiUMeW1oxWVSVFTJpi4vDz7p
3gsmzMKUfwZWbCNB7ZoT4x5mSDTw4XYmXvRA9nTUfdk7MHCs1waZDfxte28MIzwDDxZjWCvKPOAG
Ynr3CtnDl1jPbO+i96OqBq2eiE/gxNMh0AHtPL19J4H/psGLVykVzSbKe6KM0b9OsrCIxvhqGHhL
TWq3HLQc904IRxPyDG0zTHQ2t9bASx76VRtzdVwPZgQmnnJUTa9dHP/K4L//H4H1Wd6FSeDKRd3c
x6WcqfqtKQlVjeiqtIbBMB9zUmzPj8Qo9s4I4FeNyTCNY3W7W8dCN9h+ThLmiahPAxJSD2iLUwOm
GIbP0CP7+H4p5+Hb659tB8FJMwaVkBUKuwMHGWalntSKYj+2UPMMppz7SjSW9Rg7RfuvhaVvH/Tm
rN1ZWEV6fs7+sS8uM6cfQJUUpkpl7P5+/TftnZn146KxiV/STWe0GNhe7YwsSzelxq88dssnE0WG
g5O5XiKb0EeeABkMMTaQudugpGAJhlwsEwnX6qPQmVr5ztPH+Z3dqsnp9Qd6nsNt1yIUkerTI2Lq
vzkcFONQIT0Ce5anEGPJ5ZvHppiwSF6MpmsCsnvQZbFT5/ol4w7/AgiziH+1cZWcUanq/kJ6ffig
9n3Rnnq7GY0712HL0xlc1ceWBJ1EvxaMY/1S9lN9cXvPOgM0qLs7ZVDrc925pqCf0aTfe8Ob5sDA
N3EMNLmoIzzRtHKCJdUTA9VgpRsPov/O54SJxDOCXQUBvY0MWTWRbCouwgyV90UbhP1OmFl7UBfv
fU1GoQi60FBnrr05qbEh9D7vUesY3bE/wVhiFKEvzYM1Turl9a+5E4NWcZDngScaTNuTqid5PTcu
WnTmpGonDfTqh6nXk3fISeo/S1UeyXTtrreOWNmnQDS2jzY6pa4sjpkCiVCzr7hZfS/nWtyPNE0/
ILHsHtybe58LWBKFKcUcYW8TYpXaGysrTUTotOrAWFCT5zhDe+X1l7j3vXie1Z8IJvBNb72JF436
2snDVTfyQRvs+lQpOhodY1UfdBVu63xaTWvXGS4P7botEgDhw6mGGJ5RYFrz7xw1lGAANnCPwsAQ
1IqbPToAbJ767BDrs/PlIOGtUCJiK1OETd6DbjMzTcPMw3ySnE3JjBKzN1wA3kvUen9CrSiPMte9
JYFNcYmgNQRzaZP02K0xJ0JS3KbqnF4SuVR9MJhMrMu8U1o8Sk39oJDc2S/QGqjumPrYjIA2D5nj
11XKtC7CJVGqAH6zcYf4wpF73s5+0UG80yZZm9+36ssQnct+QZOn7Uya7HGShtAc7ABrgCN9tb2l
Vpl/SIhkUjezWyvBDAyYdhGid7j8BI8ZR0HtNvb3NB3Kf14/Bju3PtpQQH7gw6NNv42NIzHazLAW
gasxiXeanOY2iIpO/5xGelr6Eguqax1V4iAk7y9LMw+gHWZu25AyoLxk1TMKG60rcTQZiC61PyKx
ek6kqVhBa9puOKuTdwRW3Hu3zIBWPYrVj2J7FmcOy6hPqQgnOWBIBjrzS2mAGy+kqn96/dXuLbU2
f+nvo5F9E6aV3NJlXjjcCHDxT5gaDLnv1KY4F5MB2OL1xfZiDNfOKtxIJnFjsj1BMEEKH50jdbLs
vzohNaSVjM652qK14LDWxr1WD867rIQwe7D23oPS6kYwhZdqAvV/WS2btmhmsye5sFwwkVWDy6na
pM0lTd344KzvRZf/LrW5ZdFlFzG6WxTmLqL+ZeZ2l4lL5F+URjzfxPv97YNeDLzBZD43ISFhbhY0
lA5hj1KkKI0g1G+O0aPo0iOoGNfNbS643ndsF1pUqy3gy1fYu0PKuAPIVlQnlvmloMpZKt8xR+UJ
03ZdvYgl7RwfV5+8D3I1soYgcRqbqrmJc98yyrIIHG1Q5ju7ce0adyJL/diNnfGXg5CG4/dzjNmn
HhfSwuJCdPYT3pftv7k55hlg89b7EudWWd57dt7lgIQbDQoj2t2dr0zMZoWmwYnzijxSg6SU07+2
iqi7LytX/a7Zpaef8ICtP47jFH3KR3vp0CjVcbaAkIg6vZfF46MikXu+NF5mfHex7B5PJjRJdI6F
sRQnwbjIO3VWM+IlpTaKAkx7Wd5L3UAGu54Guw8mZfaKADfB/LfVUV9+imjeEDMiO9fu9LrtNDpb
C/3iEVfyYE6rXAR9pDgQzq0eQMACaFLaVGwoj2dEHoTNhCtqkoxK/iqSwklOET0ucDFlLL/JWOZf
iVLO8qHzHOZjflv0wvoHcRY5n/pOS350WZNO16LG57oYly67KvrUxWeSei1DxUZ1xTlSRW6f1SI2
c780Y90grqWGElRGlr5fQCuIU5XN3R+ih7QfdCFT/RwrSgsqa8rK8Ws2t2Z0woO8KJ+Wquk+a/mc
PKaKM/9Z7Em2T6jaJLUvWnv57lq593tCoOPiSQDp/pDCzL5XNLt17kq1KQbfm8bx/ZCDJnk3ddM4
+Xbcxe6J6nIiyS+sPD7hS4LUUA7TeLlXOxQV/Vjl0sOrpHDESZsHNN3qyZbapaZD1d3n6qgVfizq
BlWQ3ksfynnqBlhTufcd4dfJDXpZWl8bz+pK31m9id7pyjSFVq1NwufqdDWULtJS3o9JhdgTjTZE
4nBMxVbB71Gvx54oqZGpF4CzmquWJ3YT1NwViP6Pcf9PY0ZI80VCsRt/xHDOhpY1F+pD3S/Wt0GJ
EtBnVlYGYii78mznTMn9GYhd/DRSUnZ+4dqN8q2UrW4HcV3ZoYLL7Wcjq3LnqYSjsPhkbtnInvTm
8YrpW/t1nDur9826N/6qG9xCL2Zh2NW/AxzwAl5hgbzK65F956qkOlxVQ1zQdzdD6TqXce60SxZa
Q2E8gQKOvniN5/5GTEF8bjrtn5Zc7u0RHYQcFBb6Rvxz23aQmewWgS5IWDde9VEmcr5qejRR0bT5
5fXH27k8WArpccDWhNntoCcbyzL21DwPo2kocSKIF59a07roGAUc9G52EkWDDIexHoKujJ43hUWa
LMAP3ZJZbDM1/wyFMv/WBqZYb38gLI2QTybbv50hxunoJVksKCwMzGT8dpGZF7huZv1MelyADr7U
3sWxii/BXKZbfEM2MvvaQGyP2iKPp/bRS43pbmR4K+9sQ5LK0eCUV3MstXOlavJoa+59O7g0dIyY
BIMN2bzQsgEOR/eErdnV3qXoEa71dda9lkrfv91lC2wLhdSzI8ctzaS0U4Q4F1qMupZ5IFM5t24v
7zolfvPwhHQY0A6YHYACmGZuSpguR6GkaZcyzPs5DboV5lqnSnaeFevX63vlpm3KmO1ZcoFyl3nD
Fgshma2p0FiK0O5w/HGlV3yMjd62TpWX9d/rETLckHcV184sv3WGmx2ptj7DXl80hlbc5DrmAGaz
U9botmJj/DAxV0e8YDqtbdOHufW6X4tZun/sxOS6Ugs31/2ibct3OQax7rvZRNXj1CeKKy6RFOkP
NSpVJscT5e3rL+hme68/D4VcbJIZ0d4M5KWSzGaaeEWIXSn+EghKrb6tEx6mtfdzjB3j7LpSBFFU
TgeEsZtMk5UpFIC2U1Uyydvs7UpLkyluhoIqJJJnxSiLs6jr8c7KneVRT635qMtyc5jWBSn4KPt0
iobtXmi9AVPbhAVLZc7DalYlEaT+BB9GHLSqnmPq9qNjsbjS75jY3dAt8YfH2HqBXpzrSzT6+hQD
F5f6ZMXwgHrGXEXUIKhHwkJ3TjQlqr7TnLV/63lWfVQrw/2iW6k5n5YZtuX9OJQT5X1qdcm94TXO
16Lr7On6P87Oa7duYwvDT0SAvdyS3FWSJXdbN4Sd2CzD3smnPx99cWBtEiKUBAiCBMlskjNrVvnL
OJTiGdRC+j1VAyBU08jjHaDKKvNhqLT5nxznUMMr+wCMhRr3Sgr2oa7VLxzvrnVB3Y79e5TGu/SA
WIeGmZGcF5lL2mPSWgMi+B0pW/SEqAas2LNi+EqonpY4j4UFekN4ZjniYz0FZuAqaA59fX1jru4S
vpZFHQnZjkt55bue55E5RnlNm4NnPeDl1X424l2dus1V6IUxVWUWuUL2yVbSz5GcZlc5bVVCeiw9
1Fm153iwRqLxMEypCNXUIKAVbwJenCSpmQJovSJOGJ/SNBgg9+NoNcZJx/dXAi9KVf0xitv4rlDR
M4lqS3scGJ/7r7/VVa6z/BCGgWR+uGRCwXpZBplDgCSnBvwgFvp0CFKFe01qGJHLiA8LW2JPcg/s
HIetGMNyi8gzUsCY9L1clJPmzAv+hRZImP8Kjay/JFJoWy7lpXUM9EJ/hpyWPARzZDU71/fWoXew
IARWDgyCDPjl2mytkkNW5lezm4a7Wk57YG84yEW90z+9/m43l1q8W+FdEdRWiZZUUu0tCCqBnQNt
Tjxsizbs3VHM9k5Ot/EZ7cU8DvUvenJ0/V8+FVVEqE0ywn5ITxanSRfltRSWeVAYOHj4PRR3shXk
O4tuPB/9pEV5g5uU5PXmVdZaZZKZz9k1MKv2GTnW+hTXXdu5sTpbewA/ZeN6oF2mIy8EdXjNladv
RgXRs2lqqka37g3lYtboZBdNGh/0GPIrXIHkUIvO/j0wMPTLGOifMOXmnMDgwet1Ni40wdpDWBnz
YrNU7OShG7kFQ1+aQYjMoPR120bvSyNSxpH7JDYsUFwq1EmCZSbGI/K8xadYS5pvM+Dl4ygE7dlZ
Sqfz6ztu8x0tw1KO7Ia8PVL2MTLMRK9Zxf0LvcmnNK9GrwNDcZxDKJNvX47pDr1ghpcQDG92XWlW
OS7t5AqlrUifbfyffMnIkEQt+/QwW9Muv/vPK7y5R0EngBimOwS9+7agwJMF9dysBTqL9+Q74Ewh
LptlVLvCEMn3yamHY1q1JZzZ3Jk+BW3SXyBaFTs50tbGp+OOCgXjPW0FiVFHdH0yHaxPZjbxXQb1
ysfXqXJbKdsTe936ooy3mPQvuRgYtpcHO0vlubLFkCEbYrYowMeoZ9LkODtlaGHzVFvfX/+kW49G
a18HnwcuhWd8uZ4ajSUWaB1k3BAnMFYyZm8eEv2z0fe1/h/2D9uHQ8fcSUfg++ViXVXO4SgX4trM
WXUSiphPSqVWyFEYptdZY/QfHo46A0NYOpqLMNPL9VIlF1aAghdFth2c5iD/0DvjeIhRFvry9tf4
90rLZ/0LzgS2RAln0qFry6jZB50maHvRdlMCc69fuvXFqCeQhl/YmIgxvlxKbRojchSq36kpC7cA
TviQNq3pxlDvPv+Hp1qgqzRDGVzdJgsTpNteDsFIJXLeXmOLw+4XiH3SEVapWl5fbNlpt0edQgSD
C4SO12B9QatMpkuUXLso7LzB1qa7qLTnnVRk6+3BPV9Sc4ONeHtHD40Z6y2o3KuUzdrnZI7EYWyN
+VjOzV6LZ+uBKHAoN6islgnhyw/Vpw79pIo5XROmuIbRTb4C4dkD0i2X7u1ro6rhWpaZBa5mIKNQ
0JCvNJTUTSM9t2hsu7o9NRejN3G6senOxlWPhYWu7IWqrVdJhg6JBDjiemidmSnYAi61a14kMULa
8nSG1iK8FJvi49v3BlZZTLFIndcMisYczcyOTAxWUFvwo6lNXae39jCWm7cN2dSikwPxbDXnjErC
YWMtJUfgdIekSWYapXL0EQX/5EhyiVTz1CvtQRMzvYqha/w6sYodiswavMzkbSHHwKLg4ltlrAEy
eSHFT3rVnVYND4kaoMVeIcN67BN0EICW2BmUZAmWv1vkTt2diiLLNFeILrin2s4yF0BBdyHn3uvv
bW02Yg6/jKOzxozXfYgdhMoMIAe1fTeYFTMM05Kesrj4OQTYozhD3D73TBx2bo6ts0RooHigTltz
i9XANiXNwXxolHvzwcKj+atDZ9V/fZttZdXc8kB4IMuZKxMnJy3UXJRZdrViK/wn68bwmyO1k6uM
MOwBEo2Lh1x1en3RrWPEIxHSqcmItDdXR6t3irDbJL0amSE/ZMqUlW7gWK3uAsxSf76+2NYHdJhi
oiZj0+++RSmZNWrkcsZi/Bj4vFo8lCfEKgLy4zrSTxO0oHdjJSObbVXN5fW1lwe5iVQLZJr6EsQJ
HZ8bbbuoTEMl7YiHzJP0DyiE/yvG1PldOE1EDdz1e45VG3vmxXo3FyWmf2rvLBPwNlVQ7M/Vdvrp
zOqezezmMhCxobOQ0oDQfhnmCf9wKyNNIB5QSA9SBVmaGe5OJrMVmlB/QOmX8hJbylv3Lb6mzNgy
T699pPb9WY9Ak/kTbkK+Gaem4kumifGDkXem6kZ1WyNJ1AFE87MEqtHOYdzYsfyWBYe+iE+vJvyy
JWqCHzljVWTPmiHq82R3pgf2tHj7bY2xIMrDxGS0T2+nJHKg11rStvA4uqz40hY2Xau8cPCMn8z/
kBksHxGxx2Ums2rR9Mz2tS6lEWcjcvGxtBYH9KQMfGvsrZ2ybasdtDQFCTU0JTj5N6nBXOi5ZKL1
SFtfx8FUndTudybK4icCWuX9mCjBUUmbCgUBpFEPkDh7lKvzTnEHEHg7QW/ray40BrjIGhIYjvNy
/05NXdqSQpKMBlr4tasnxUP6tb6maTgdXo8Ary8FXOrlUkWFHAQ+kTC5pwCjqq6rfCuqsneSRuH8
+lIboRz6AnY7ixXOAr95uVSjtTFtLRLySChAlixoEmOUxBdnbMWpQrvuPEV70Il1JAC4BGiQ/UoB
t9J9HNW4apO8ppU+BtN9EYTGJ+pG2dl5tHUcZRk2Iw2gJS+/Ldm0KETw2KGX2Pf2dIjhrz80g5T7
gZSb93HT7KkYbK0HMAvEN6FHWznZqKIqtFmh7RNHpeI2pRI8qEMk3qlabwJfGrs3FwJ/bDbBaTCU
XXrALz9dbo5O21TQZXGgsj52Eh6praxUO6us9yIy3AidLd6QZDS3YTvWqeVNFBmuA6n/P1VWBUeB
w96DJoudOcf6zmUlCtCFP051c1sHCJ3R3RSBnoNYUv4zO1Nme1YrGyc7GBkKhEJcDIPpU2zL4Zu5
CdA2WXMhgFDxoFLw8l0C44D0rIGpK4zCujTjqNzHY7mHJ93aIX+tot58MT2IomxSc3ak0cpPoTqJ
YxlN09FUuu8S8OedjGlrObTSYSIAbCN8Li/8r2I76UjM4emj3TqVrZdjoJu4iqSFd7HZNaeG/2ZH
JWzrCzICJuPFVGs9rDcbTUEKmBqrVqrRNSMLhA0CDmeNg/5RAsFNU7JPvvdl4+zFsbWdF18QtvGy
f5ai/xaKPILq7yiosivWQi3YEIsMym2VArO7nvnIp7ISClFUBomiBd1VjJ10XwFT9lqljL6Sz5k/
NDUVtWuPWYL+nBL0O/t7zS9YfiL9fYacmJGu/IxtVRgDwwZ4hmBBPoSiQNAU8eRPCCj191MczmcQ
XvgCp3nhVpktuxkf1Qv7xn5ICyvaOdh/9vTLPHMRkEIbB1jZH8bpy+1hyICh4raH/o6uQO52ZhbU
XiI0/Yqts127XWTg0umEaTYdpaEoC98eJSdzY0VLbQ9Uk44ZY1CbNq6O4TQDvGqj+ClJ6sby2j6Z
e9fKZqBXcWTT4R/bWpV3HmE5lbdPQJZHDkJIADW6HIC/NnhU2VERO2Z2daj9DjpNpGOHvBHUVLt+
UAOkhRx08N2pHPKzhejlTnqycb4MHX4l+Szj0lVFgk2PMyWRml/tvpYeB7lvj4qRGqcalyyPnlCw
87gbyS2HGQX6hZ5CJ/02Qs4TzH2EPNnj9mCei2YafTDiH6VGzIWnyEk6uEpmSYPXW538btS66ouW
yns3wuqtA9DllC0KQWhwrO7VIjfTZmKaealS41tV69kTLHxzGbsa57qss0dtrkGByXO64LGMyxsT
FuZTfwy+uGYXQt5NUCuL3kQSdjQvjgQjpAA39sjsqH9g9DAeM7VkjjuHexzwP9HjxU7749lNW2ah
Bi42OS932mg7s53IiXNxdDQP7zXVhKrSDEIXd7qBHDfOeDYKU2kXu2ZtV099V8qmm2VdEvkCTbFH
enmydA5QFi7cORDhx5zN+042x+Q66818R/ag7tUfq/3Jj0YbAX8VOrtru10a1eOYFvgI9FX0NdEQ
G9OtUBwbFAewdtKrnax1YznyYtSpgAAhE3RbM8eh2gQRQOkLUpHjh8BqGo8Jse6iTC39tKv601s3
ApRUwAk01SBHreoQGwunXh9xuUCYWmOgJYLuXuvVb1Ia6E8ZiplngKDtzpW6yoZQbEbw1SbDQ6OE
nuXNPsjKqqc2ci7gqqaLrVe2p09IGw4DyoqvP98qS2Yp2nRw7Rgmgqm6CW59V4xh0IxsORMRQd9G
2i4862BA/n19nfVng6kAWWihhPBCb4dVPbIOI70q61INqY33HHLIVgeSKZjj+NiW1Z4Tyjp8IDTD
1Ab2DuFjxext1cGuMrWxL0YX1u8dUbTnCkDFOcR18aqMTu9KVlG8s8ew9SYNF4XXH3dV8Cw+6hQ7
COHR116BWyo9dXDyUKxLpsnBI1Tq9Dtjy45Vjdx4RlWRS9mxqtB/fdn1xmFZtMC4LEiQVsl6h1kt
uGbdvESWNJ8E8GIPbVPnKJv2m3kvPBYgPOqehUu3ajuEWYjkodbjWlDJn8Fnq5chlq2jpVq535dj
+uX1J9vYP4BOmMCRS4CavCW9IJWYYaeociTMeshcSF/N98EW8buxyMRTO0xvxkOBjoA/x0dkrL9M
dF+ewQk7RAAfLGgPuf1RqkrZTRCc/AbqnOmOUv9+/fk2NsyidrmU/oQ19s3L5bo0wh40U5xLsFR0
A4zbd5PolEdNsvCEdZTuMstad3x90VUmvTwjegkIYCycbVW9WZRC3bLn2rm0GKKGp9AgRXOdbIF9
zKCMxAUFSenZSHPlR5HV7a7vN//7l9cdywPPWCTlljB0szxCsN1gmoTymoc+TrYmzgEPudO1Wke4
BeaCBCbX5TJkWnbWX+mbnWhahy2kc6nqSv9aIWB6LeLwzX1HbCxo46LeAq+fo39zdWdhg4uuBIXW
wqT80EiNeuhKsZdNb5zvF6vcvDG71vWQPj+KbpPTHCqnBDkZaKjtx9retb7x2sApsye5E/g6twE7
LNj2eoicr9XOla90k3rROjvYCVibq/BpgHqjT7eifo3YHwwSGT3z2Wy+KKMAKx/O2k403nptTKtw
QaAdBGNn+RV/bQElVJSsqhdliyT/MrdBespqJfYqa1eajgp0vakXQCNXHWny2lYJb81BHWMMw5vB
th6togq/9ahYPCqzjGpGp4kI7f081kd3KDJk3sCFqOmXvDcg1gd9Z4KEjCIgzPoQn9EVaRtXpyn5
GElp8luoIRQQjjTI5oVIJh5iExEzP0o6+R8ZO+DOhamhfrBafNS8nLZeBKir1x8iO0snN9PpP7uC
lLZ3hRTLBwuAcew5bdyrx1RpK/UTSXkmu/hRzz3uzo5FoplmcuIXlZOGGLHGzLomqzCfzFnk2JmW
kpUepEHnZnM6xf5Xt4Vcwl4IuW9EPepPNhYvaDeGszO7EZ6y0zuSXOPOaGrkKvvRln8Uo5P8jiLN
eg/RNwz8QUqcyDV7pfyl12n+Ad/xaj7lRP9HpJqCwh9MC/yl3ElC8/rCqb4mUl48N32XOd5gGHgs
pH0ZDO48WdEnYUOs8VvdKA9aYA/dOehG86HqpbG9Fl1cpz6K99q3pIWDQateWzA72K0fhk4bQ9dE
BFI6CiWu7rMRw1bY+pJ4jtHNis856mOjazVK7RxbbI1zz3akCvxojOQD9JcR1bNONarHvIiUyg/G
Vi09Pc0q/TI3aEshK5V8LUpkx48OSRfNgHjuKtdoWtt0TRH1Eh4NttV5ScEfri0Z5SOKyZLwqwDK
sG+Stsl8JFOiA9FyAb+bajBQzIom7c7KrLF+kNRsat43oSb/yotZ0TxRIbvp9lU1V09qIMQpMYsJ
Qgs9K8kF61L/U/Kde2+YRZB4VZPDGdHtsXg/W+NguQa2RPVZUtXq9zzbaXSpWZJPoUKmcY3YTpwn
MylV+bHvTVozFCbNPbEWIQWQcCVoLCu1fkgjY344Un2WfAiglRY7rId1pkBvZunvcTYXQeCbw46g
P6JdRqlelDBMOzcKxyD+gkeDdh7yqIl/FEOwR3jeimLU5gyrQdIwNrzJFcwYszjobPF1asPhTtEw
djfMvN6pSbeiGPq/5Ooqud0KfTUR+MdaSMirdEPsQyiaGX3jaVnj8LGTGGwtRclNr2MRa2PC/DJg
RrDvoEFhnibNUul2FDvgMmJxovBqdsjiG0uR1UGfpjm0MRqQ1aYYjKTCCidpNdxx6+xYVmZ4r7W9
swfWWW8NKhxyHsgHKHCtTF9awyxUGxT1lWlBdzAnWRyMwkh/SFmY3g+KPtRvrq6W25MkR2ZFhjo3
WV0K1VYt+jzAH60Z/azJK7/iZO+1/Db2HxUx2dqiv78W4WqBJ6fmRL1Ykbz5adU5nlPXtWejseGa
g6r/Y+AhcsanXfMzMyzu+mr6CaQw9cPZzM9DqXZeWxf9+fX0ciOnpfGL0hzp+uKUcpN5MZRJtWgO
7UtjlhgPhE4ENL6SD61lF8/6ZBonUsA9cMrGfmJRQNXI+SILecssDYiBcwqS+dLRpvWx2KyO/Rwy
V+8kayfSrJfi2zJjpvPN8JBO1ctTEuYQS8emVy7xONh+jRjlIVBBbyd51fuvv8r1F16gSwuxmqC2
FvsJbICeOrL0F6oV43sfBu0XUuW9VQCB32YvPAoFCH8uEXSFuSi7sprsijlMovd2daji0TyqchiY
Xhuhc+BOY2n9FnmrcCumbWK7sp5Z9lErgjLxkN+3PquMwEKfhlkc+OMQwsMEXzNyNxVW4QpNXbzG
O0sIbygK9TGGkT76EblL7iPqq4uj1AzGk1M7uTil+dQ+p8CcfymJyL4YzhSqJ8xoMDKXQ+T/7zWi
lO5lDHC5hJxR/ddsa6NBLCcdvlno+k3nEj0d6xDQPfue63YYQ/VNm/nYaml6nJWhZ4JWF4Z1WYjW
5VFxksn2zR4ZjTupa7jeQ2RqdN/Q09jxZGno0HbAtiU4RMUIvFYho3rO4NkW2FpkVeLiCacZfmxL
rerWOAV+bBo4wlzPNhAAdPksxSuCjoIcHXfNQq67ryOXVKQIXMkxJ9XV01Ao30ccAQuA43hEu6HQ
kp9GXMeBx80p/sE6WdOPeew436TShvfhhHl61yhOUJ9qsoPCS3WziY4dFPWfIlOC9NgZY/tBEWWX
YFQQF6Obw1lL3ULrtPthnof5TiudKHxwhGT3Hh7g9jdjiE1yv8hCLzpzxHwXydOQ+jZCKK3Xy7Um
uXoXFP+2geDDlwXqfr4SB0KC2qyV97aTit5DmmXS3WQMtV9zmmXPom21O8xQiuGgppiquZaVhNU5
EY18zpmXtW7nZOAmhlz6VzVRLbSV2nieBkc6i15Nf3Z1U32rc+wU4At8QHWm6IJYP6eB5nychDYl
hyYkpzssARC2r4npuxvNSf+Lj149JFo3K0+o8pvmwVb7Ln0/50wmjj3kyNqvVGn61McjDJ0s7fuT
lEyxdtCDrEXKoIydRwSSpArK9hAzdzDn9pDZ6OBd8k4LCs/WtPI5TSESu3pcG+2xcWZZnC0z0H8V
Y+lUPpWWBBIsanThp90M720URnCs5LDEnrPVu9jPmy5kC8jSWE/uoIzNhwDme+/PWqFV93JIsu22
eWNY/iAHmnDjJIanPc5Sezb7dHbOtPPRXBw7K3uspEjnNJjDh7kInIem0OWPU8Q88FyGbRq7WW+m
n5lbpRNfUw/rQ9XadnhqLK15hgoCGaqE7dj/CNV5UPzMqRSydTEZ1SmKAdNncVMLd26rIvIixS4H
3y777DzGSln7xF31Q6tExvzOkcbme12Yzk8LAwHpbpx7ub2LopCUXArj4m6IzMjGLhQLJiCzWqq4
EAjax1poKVRHqNfSaZLQooKVGDifzQTLrY8IMfEq1YQdzvkkrj8WZA3tR3Q84+b9rOZN6HUp9eCV
r6ICQ5/brwEaX8ZJz+fyU1nU1fzW8IwIBfcln5lG6hq3XUazBCSyEdec7/suQdX02YoN5/DGS2BZ
RcdeB6zG0v++uW+yXkiBJZni2lOIg5uuuyvY7vSttzarLGgimBTAb1bJrJ0hGA7DjIF/FXsjdEc0
YTv9kMY11Py5MQ998Wb+zLIkkRGk8SLWdQsDtgpmg2AYgNlnw3DElzg7lE0d+fQn6os1W7Hf68m0
0xRYXanLoqALF91QBnu3OW5eFn+0sSEFjk3wpVOF/p7ibk+JbJUj/FkF155FhIX23s036xUtnmvk
x67pWGUew1DFg4Jffej0Yk/2a0nKX7TT/ixFg3VR/lrb75EZ0AdHzRkTVdHH7tCVOK3UAugiGguB
22JKBLapSI8Cq7xvr2/N5TFerr1AlmDWksQjY7+ugIC45osaGCJe8H5COekPtkFrP65y3XWoDHcy
6/V7pV8pL1xiBrM0924y60GOZkxc4baHCaoN7SLaiZrn7IUQZ3caiBvPthw2MjxKyrVGsIUzLgRL
vNqysMrOlcjFoU7b9lQVcukhdbE7Bly1kJZeLOeAepLSC/Try7ySYb1htvEgrnobp5NfIRgo+QIj
m/eZlMz1L1URpA2RpuIJPotoespHHIz6aFIUd5oShFSMfLTOnVW38/H177w+NEQEuD9MJxe539uu
YKBj8R7p4eIWZzeYMinBewwDuw//ZRUA13xgBim3Obyj1cRTYdND69TSl1CPfsdl3v/7+iqr8mQ5
L3/GrDwSHbvlWf/qChYxreemA/aH25zlNWVrMRPSx0NqtWypMRaSRyImP7++6nrjLnhbpuqM+OgR
3m7cLMN3FHMbhFvK2L5PJai/lSUlz2gH7w2htpZirkfQwb+LAHSzj6Crt+wDAsI868LrJ0TqFS3L
/Q4Pl50zst4XtLypQZmQ8slWY1LNDhp9THGFUXPlMabYvKsRC9mpc9fPozCGpc3CWA8G/8q5oauM
rswRItONYr4Pqunf1MLJNI81cXjzR4LmDP6be4GxyO34X0+GuUEAU6BEDjm1z+n8wZGSXDUq9+AW
q0Hlsst5GK51kK4rnEMLVkjWq5CoXaD+F3a19d2ByXhM0XD8WhSm+ZlH7i9lHELqlIA37RSxa4LD
8gMAwgEvYVDKiXh5DPreMoqiZJdMrVWNpyyPTcfVKtkpD1YZ5IGrMf+x3tdYCP6y21IRfuvQxcav
MoD6ngobtYg2Mi03VCTjzXxhfhw9e3AgbKu1xwMaSo7WYG991cNEuZazqZ9o9EqnAtfKndC2FQ7o
GuA7DTMa4OjNe0AxaCJd4EOYQQFnNFPSd2aOfOAwAC1wo4DuctHMe6P+rc8PEBFEwzKHW7FWW8Tw
URNHFV6XJOMAfZ+QPlTmSaNmPbVMez6jqDx7YohOSrTnRbS+2UgVMNCgcwR8dRXNLW3AyK4kFlWS
UXzGCExyw0Rq3SDThHAxh5F3mn1b7xiULJwhYA20xZa38VfIxYxPDqQW3PxoGMGXPgolD0OYwBXt
kD10ZTIvvYFyJ9Fbhw2e8v+LEnRfLgrpm4Q6QQJvRgj7ZKA+fTdUC0O52tXd3giDjNKB3ZE9k0Pf
pkFgS6vOhjF67UeVhgEtz0c5EPUOJ2kr0VusIhYNyEWecfmsf71FLerg3wY8EIMX9QPurdmx6Y3c
Q5NJV9xizMxTEg3fJKXZq0A2XqXyx3lp0Wpk+H9zZRotVGPydxSFmijwFitFF3OH6FPbjXsPubUU
9riksgxV0U28WSoQGNcIyGvXoFWTh2lMjfdBNuPN24pxiHeyyY3vxgdjG4DxgQJwC/FDh0BzwgHF
adUUsjdoUXzUlHqPHLjxSFQAi+wkMR3995sIM5kA6JijJtcilZ5Fk2f+KGXqBS3oYSeB2ogqSDKB
s+EbAZFdFVQVSMpqmsJrJdT+Z4j2z8y+qBXm+ip4XRfNMKd6X+aW9Y825XJ9h4JpsgcM3nqpMFNo
7S/OtytxC6XXKqjTeXhFFG4CtxmFR10q9niPG6tARVmARVwUyqoQaOdipDRhVJGgUHDnDGNkeFZS
2ntRZHMdWqLoBjmLY8DNxwORMbYm0nawpWPlaptp+JjCCNyJVRtHG8Aj3kiMKMxlpPTyaCu2MNUh
k6SL2mW5x4zWcbNBmel/Veo7u0xUL0JZ/ikEObYTVDY2J9UhTuMAH4Fi3CZXqhHJfYzE8TUOA6Tq
DCk4oM9u+104Rzu3wMarpL1MUEZ8BFvZW9hJqPWDyiWLXy/CBU/1YCk/DHDCO6ts3DV0MfiJLPWH
nP3yVWLzHXdSF4TXwsbM8qBUofrLEKaD2s+Y1vYRwko5XoqQ4vTNeSrIoYWNxZgOiNQtSDzN+7qw
VVAa7UDnz4lE7cfTXPpjLkWXNyeqRGGbSwBZWfBDN1fBoDRxCo4NMfkyxmuVgi8HoxjGR2yW1P/w
WFzcy0wQ2NdqNiB6geA5Dp2oGYYdBi9pZJ4nOKiMleN82HMH3dqPzIyof8EgQ3pfNtFfl9xQG04t
xU18FRVJmIU+kz9UgeHbsbQ3p9raj0sXAayeRWVx26OxVaW1U3WmeZEH4QOt0ukkacPv17/UGlZt
MrZlQAwlCVjVKtkqnNoYTLLrK+VseUg0Ub9HMQrf93rQDmPSVj7dPecUJ5J5COLBQJhzejMQht+w
CCMgXYf8jno7j4xiq0vkgApqkLPqkmqVctIGNNWrsJl2dsvWS+V0L7KDChfAamdKsSMnOVqqIo3a
sz0m02kUdryjj7v5VuEhgx5j6I9QwU1yR0ORAS4MgqtcKqofFap1LOZsdi1o8F4nd6k/ICjmFYjQ
uPXUZe+rQN+Dqm9tVebyUE65hKjlbg5hPE19GsplDJW2KI4xHSsAl8XgAnpJd97q1lI0Xoid8OEB
Xt8sFWHBXXZNjZn8GOJa1k2WW49j/Tw1u8PAzaVgeQOZowZeZZmVpUW6Acf8Cuk+OaioovnaGMOD
jrU3w1ZRVwFkyeFYYLOrdGURF9OcVMng2Hf1R4Az1heESRBLcMzI3EmNljf0slPJWiR65K/MMVZi
hxKn29JzJF0kPOeOsix37rxQsNU6kU5yXto/Xz/3G6+R9ViOApvZ/G0eK0tdEqoymjldOWcR2sNq
e69RNj8B1wp2dsfGlYd4zLLUAhxfEXR7vRzgLCyUR6b8iW+Q6/koJDg5wgki4x/oIjkhcGt9fP0Z
N7IW+CncCExAIK7eNixlo9BKxGOpsNRiPtRqGRPf5PRR6xsZjdukYcjWyY95mg1vz1qYWCNfCWFl
qRNuzsOYZRKnxEACoR1G3wijyMeiMT2M2a458VaoYY/ixriIM1Ll3YSaxpxQ8kqxNGdarVeuFZvj
oVSV8Zjkpgl7X1OrY4f57VWVAF75xVh15l3laN3XN7/tJTWkR/zHZuE2BpSSEYepKomrE3T1QySJ
xqNZytxaBL+EipWwjH+NP46wzF5feCOks7AJMWaRPV9t5ULM2lSaVLdRpjoPUMX1h7ZM4sPrq2wc
GBqJRHQ0nrg67GWT/3Xx52FacUfRblcZzHxS5G44quG0aGns6rluPtBfS91k21iW9tbIKPXajqXp
O8qc+pbc7XX4Nk7HYousU5EtCqt/OIV/PRAI16hslqaHGIbsB7Td8LMKfedUknNc9CSPExiERs4M
2uzyz6+/zI1o92Ltm/OhalNfy7QgrrrI8gOyXBbjJ0p3oofixrzbnS2y5tIvfH3aaDTRltT+9i4s
qqSZGglRKYCfYQQgIkwvSSvsrzQZMSMcOuSs3AbEki9PQciTO6l2b4TF/IBqYLYHaNnaS4tkAbMU
5JYRSnm5lxJ95uvjDHjl6keq32JC/GCCyyhdXRu6T29/11Dc4bhrBpinP/Hjr+9Mw3bUHCAa6AqV
zzkztmOUoCENyTH2U2V8M9CJN41SyXKvEOpX80sHBSPQqRO9mNgpr5GuN15i6ZIfhaax0yPe2sFU
pGSNFNjWyttbjapgiDRMfbUapAhw0SB6P0gFmulRB3xnsEJmTnVsBqMPJFO8fQ+TfSzNccLCOudh
6D6NBnKCVzmeTWBH1S95QurGUMvufWIl6c4W3tgzCLLg5sIdSgy6vVKUQbOnFOTxta/79gnVKP13
FQ7V97KXur2IurnWwiyl8W+uEXK2wfiuMxHSaS1jvM8D07goIOkunYGW9eu7c2spuB4k5Abtp9VN
mQcynS+FsBq1ffRulob5aIZZ/ymRKvX0+lIbYZUcl8gNj4XJxm33SeSDKRcBXcJ0NJKnEWDwGfDK
f/hOpKW8ORXm1MZ3ChjgVba8DAmr6PvUtJXXAj566LtG23kgdeMAMJHluqWcgRJze7QlJOSSAJWH
62DPlgR4ubTqQzEQSo4jcKHY0+os6Ty4ZmDG1Nwyfwa5jsBvUmvycxAyH/FMpYvQHTMU8anJRv6T
qB1MvFGkvkHHNw35+9aYDOicA4mwlWU2olYd2mGHUZ2S3nMiR4p9zIbY8GGRab+w1R6So2wEGBDE
rQ0K6fWvuLFhGIAtuT8kqKXp+zJ2gkzrnDGDyICManWA0TUdHAQnH6NmeHp9pa23i20kAEqUNCik
ln//V+CUbBE0Ncrt6K+oKBsDJz1hRipOeDQUOLVlmad14Ygjnx4cXl9543oE5cxHZUa6cCBvnrGz
2jrI1AJnsT7JDgnvw62EGE5JG7Zulsv9zpNunAwAuuAjdG6kNeYEcMKEZxMQ7s7Uw0NRBPM3kPXO
Tjq+9eX+8MWXQcvGiFmNohk8ZnwNZvh5Sa8OH6QBYTKEd/cy/62lQCtgXwTUnjr/9tPRJzTCUKah
UJuFX8VhfYQjkroCsv7Ot1ryvpvCjenvgnuCZ8Vlvrzbv3fJBOleVgPMWfREGk5mq1XfVAkRK88p
gviYjUn2HpppGf6Hc7CAP9ADI4FbgRGqQbHmMLFZNwLkCF9q/J4F47susKoPr+/GzZfJrQMsiQxi
1UdgKgCE2DDiqyWFCUpzoe6hNqp7k1LsJdlbG3/ZgvSy6VisLrl2+DOmmmK0f6bMM+HK/kiDVPYM
J5zurYoGyuuP9scT6fbrWZhR06axACfdFi1YiZngVFEAsobI+MbQQf1agQJ+L4PQ/WqUWfRpTCu8
eWKrjnqU2AP1dwHY5aMNsUb25M6SJo98B6dOq6/yy+gwSXHtBte8ARvU9tglVv+jNxq7ZDxdjdCc
RqPK/FotjDt9zvU9O72NCQu9Ax4EPSP+ctue5K7odRRjkmve2T2ABCn7t6Tu/VlYSd17+qzb/+Ps
PJrcNtIw/ItQhRyuAMkhJ0ijUbCtC0qyLOTcSP3r94FOIogiSru7N3unCaC7v/QG+j+tPh0kk7zP
xuh2cicobd0lyAAtbaeFObo+D53lTk7bODD7pVX9Zdggy6osmnaAHVunDgQJGAS+3KIAfX3qIAmJ
wVqgOEo7l4Auk+5hSorPnjc1Z4DPbeBhmny+v1m2zgFN1wVZzwTrptCWVJ5daDL6GxzlO5Qj7aXO
0vis56LfaZhsHQN34ROTgtF8WtcHMqJBQcIFnEmqyldXMbVvRpdnEbpmsnoeu3JPa2wr1Hngp34B
DmEIrl5n7GFNYluLcXjc1u85EnPgJVhN1Ypr+mo9ii9Gp8zHPGfv3n+ptx/SoJkF0RJu1AaKrTPg
2VQVN7XwxvyID/MIANydjm6DHsvU42rZFFa8s3tuH5dFqeOhQzJXugE7yYYMJk1x7lRCUZ51xfw+
2hl2tzLSMTrKrfddWFkHHQPMnb7QBqqFlTmZi1g1M4v16XBny2iTEfcUs6qzvxmM55Y/JlLCQsRW
4AglGb5z2maIDwhPGbl3LO9L2HXVuwZPJ93vSGH1oBvyeO/qvRXoYe4FtWLhjiCqddNGQf9c1ykK
qWes1PkC5qZkio6MeniwtKH8D3+xyoIpoaTvu1mU34tIkhCZQjf+yQCNSp/JYZHvBLnby4TfhL4N
dCWqSjpq18dcq6ZKyXuSabXoxdkYkDe1WziJ9/fg7cGmrQA8dEHdkf2s+4ROmQJRqEi3vLCwHgcl
c+OgzhNF93vTK/YMdLY2HyUcEEqaEYvq1vUz9VqRuL3CFZ3FifJU5Jbqe2o+HSkm1YdCNeZTH1Xm
k4m8z06qsvmcFFPgkxEuvfEJgkID87Fn0A92CGrDAHK6bQhjiobm0v1XuvWQi5427CC20k2/pTG6
tIBJSa4XxcUlhsySBGXoKebBzZUSM7g5dL80YVc/pRLJ1p1tc3t/MnohXUHVb8FNrfPnKI3s1OQL
PjbG3AVznmQfnMiJfVmN6YOpZ/FOzHO2bjGmqnS3EUdZlHmuvynQtDlpqsWpejDSl0QXYwUHuC4F
pJEW+XdcGYuWjwtLJJCVCzk1Z2L5zcm8zj06bj9VF+gmc/uGuBvsF2m4sGfjMRnfDYYU7l9DMiri
SM8sLV6ko1fcij1oqAP1naWcWzubwgf8h5PM78JZ8w6xifvdaWq8zjgWA6BkpFzDsvNpVfSGL8XQ
vIz2kApssUIb1S9dC5+KbIA2UbnS/otptBv5atyUC/WnMl/Cuo/VACDzUEPqF9Vb7iSoio6TYlRH
r2qK5NhKuB6+k7f0zCLiIo4WZj4sYDEDnbGBwZ/CQycVBCJA9LiL9bMxBdZsD98tYNL6YbQmhwln
O+Qc8sSdnaDsJE6yuiVaaHqdUo4HqXYChsk0ZLZfS2vQD3kX2u5J75NY8/NaLSbOb2zWj0qKJ/yp
Rwy/OZPHGZ+Lslb7lwLqSn1opkF9VZnwJ34f2kN8kGLUjLf7R2Dj7tI55qiMccj5n3G9J7TBUpPC
Jaamed6fndBKPniFGZ7ur7LR2QQkDP0O8SsaipDwrpdp6dsiYYnSe+ougyO38E4YcJo41cJn7wa3
vDheDY+SCz1oLYjgUcdE0qRTsHMItm6XRaV00XZjaL0+Az1aFkRq4AVzGhkH2liYMJIOPzSjEDtJ
w+ZSi00L9ycST+vzLRjON4mdAy/wZHHiwm4D9GXCpw7H9Puvd+smWRbCAZFx7k2eaUHWl0UyMMdF
1MLw+9ZO3yi67AcxueK71ah74OiNXQNUj8YpCd6C2VtNc4QjBzBSDZztwiktXwmjBgNLhatj54be
ejIYm/TEFzoqD3i9b1S7txmb4CYu1bQNRsbPh15rhE8HcqCYmaedO3nrmzGKg9ZCv5s0Y3VFTqGJ
brqLa5ChyvoB+6jmUGVD99Yzyz3e/2ibSyH+RRWJRcaN6ElEYB3UMk4fbbUfniLk0B+12uiO82yb
/8dOJGOg3jGg9Wpr84hyBv2apxNvsSzNI1p0pt9EcXuMTegmf/5US9OLUay9dBtWB13Y9mTENcLR
czEhO6iMU3pGNi0MqTcRdr+/2EZAQ6cAtT3aQb8EuK53R2JqMwIbi5+h4WaBIT2390Ga9z6KFPWD
QDD7HS2NPRzIbfXK+BBSkgHemQLWWP75b72UOq9QWFVJjYrJTL4zoWqOmak1rt9aE07iDDJCRjM2
rCvYu579OVJ6bzcPvuUaA8/i/45gMgMMpCqvf4SjtoQgQukjhDOH7lTZKO8Ub0R1tY6b/BndGbd4
i+BDt+j8AxMNcPSpPxeqWpBqJOjT7HyKjYMKPHPxi1p6vcyzr3/PpBX6YCcVguFThfAfYpN+m1a6
b8VtdrRFuMel2YwoYBOZly+6t2Ccrhf0mhHwmEP2FOup7ovZm85NL10/rWPnkFlNdradqj6ZkYyO
mZQpfec+fJQu3qj3N+HGOQabRMeJ4QDBbf1DkLKrKgcVhsdpnqIDSn8cLiuTAf7ae42grZeMJgeS
c/TsSeDWL7nG0EyvCdYZVqt+ATAimHkP71KSjB925Aw7cWXjfOFYZC3zSE9HO2m10wutkkJpkvQx
r3pdCUzvuUB+OvdDNTJ+DKXavRWDW++8z80vC2SFrIQpyDLzvf6yRZeESQHN7tEMG2Pw1apzLVi7
evuDHLF+D4My/VwlvXW24vl5RBmfUq/UL13c7cn8bz7/IkQEyJ8bzV6/b93meWXNp7U6BZ5wnA9P
TLf6V7tP+geK8fYLXYdp77reWBb9BciAxCA4nev2WCQEHTo6qhetnDAkrKQba4GBiumphYxVBrDy
kQ/qahf5xvt7eWNlZNSYFi69Mf7WKq7XTtTZg8i8i2kJ56TXZXnxRmd6UEzoxilaP5jLlHu6XBvJ
BJDZxXZlYfDcdAMN5FKcuGTRBB+HExiZ/GgP9DjuP9rGMcXti5EM3Ql6j2taHEQClzkhytEp0NWD
0qTRoTWNUwcdfGcDbzwPLn20obmAaI6tc4hIyhioIrdgDerCn4xWfxVRqu+ssoGoQRKYp1nAiCy0
rtCxYLUEpipovGJWNgajaJS3VHM70qQxShRf9rVtvqgwHBY8ft3UvhN3VfTc0NhJ/zyX4dOR2HsI
X7BpV/sGbdnQCVURPYYUi6cKBYbPY+ZYfuzIPWnBjedeWMegkrn1l+i/SglJdXMwb6C87RJz1dIL
5Uxw07TvnV7IJkg1rxHHupbhx2TRuQjKtBvee6I1ftzfUNs/hBSRKAQL6Gau6TZDPPQUNo/oTYSY
SVVJgOutkfg0ykIop5126uJ6DvREnw9FMum+Hpr2f/d/xe225m2gOvKLYgu/fdmMvyUjc1NZNda/
yqVXa/Sd+T0IRbl20KDltXOCNh+YjcYNQdhly+nXa9VVYcZDZCmXbDEqC4yoSQ0/qQxcYXPQE2ck
EnTxUMWqkvpOOFjxqbCi9rFpXYio9x97I0gAduR5aYxCO0ET9fq3sJyXCcuKmJ11MbDtqrY/pui8
vSuievg3VYwEBydpvs15O1/6CpnrI+agpuGXMkaj6/6vuc0Ir3/M+sVoKvFYwhjRS7V8iy0HRa9R
m53nJq3HIJ81F70kqH6eG73W6IL9+VVA/gOwlROIfiLaTNcvo+lqox9QvntE0Rs1CZO0/hcy+jvm
DeR7eVZ77+ahCk9o+S0Cd4r3yLtQyp1b4PbiW6DmNBGgfzqL19r1z0hNNmNk99FjZjniXFj2rAQy
T7p+Z53bNIi/Te2+4BYZray/fSUcL1ZGDTaJOUG6c1JwmVbVn6Rlxz6iaMqH+59364wtfiK0lj2T
qLxKg2JEhaTpTdxuRa0cuqmeHlo59D6yKd4O72JrqYU/CXiGx0Mc9voVlu4Qle7InZJaSuJHDPUO
kSsR6CsRGtlJ2TfXApMJUnDxb/klxvjb1eGkVlmUZRY9ijTuoKIBirQ6dQJbZu2N2zaXWugBLmUo
Q5TVLVVmAAim2EbvNlfjDwjjmJ8LexzeYfbl/X3/Y21twgUP7Sx4HZt2/PUb7EIFo3k7hb1lDuPR
rEPl5GR5cbq/iru1zMKOAUpKMkEj5HoZo4isKhzn8OIl/ZScnMRUxcuMikD0Kiyt/ytps1wLCkcy
fR7qRnxLYO6kD4hPlVkQV15lBQSIOQHD56Wfinnq0lM00Cv2GzGrP6aW0OnX4VR1CB21SYbvi8jN
h5bMQh4GOdO57GI7+pmYaVv7xCJcaGIjmdKganNnOIhOgYsqHSuJA50Oy88SZQQ6apY1vWJPNIU+
baF8et+EFdtZRQ9TBKOnlxSKaes458hVGzMY4tguCam5cUJzo2hQ5uvt9jCIafKOFPrZgBcDWKIX
VZfu51TLpuIZG1+BUDWKmMfZTLFZ7PDIOudOWYAPceo4PcvMNr7aOWYAflj2UXjMpqGQD04+Kt1R
ExWKnbVa5+4z6f58jiK0Ov1Fx+adoVRgoudR6b+0bl6El9ho2x/UtF58VNQ6e9Eb0aAYNRaIAEFb
Ff1RgCFHwypMUIds0aCo/E7too/0GeHyxxGes36nY/Xml6U2I4TVtTTLEsWsvtH7T9KdQLFxDkAD
LUNTVbMoqla5S5gwDtbR8rmk5pg/Eddx880jIB+SbnO8c76XP3aNGqAAXoxhCNVIGHjLj/ntfIdt
WxlR2SaPnh0lR+YJk49euDwUUhVHJCEOZZEjhejEewvfVhEgZ2g7LA00CwLlKg70etUbrePGj6aa
ZV9SnBf+GrUxRYddd8UFV2Fisagje+d5N6Iw6hAWnZlFjx2qzvXzukYc9k1m0tqNq+69y0s5ozr/
fjRd+ZR65r+MNZWHdhpoxFd9s3Nxb8xM6eHRU4YYBKwAIZfr1T1LamYh+uQRGdHSQytsqB/wZaIZ
1Qs4iF1rDtUj4pZ65yPuUHwFZ9S/9oZHMYlca+ZPWms8JHE/nu/fVBtbjgb/MmhyiV83AGqniAqZ
tCqoqQoXTUIn9WPaT4eJodjO7t767rgaculSBRBWVhsuQUpOl2kbo0SU2FBKZR/kXvGfakSVn/ae
d2RmvDeZ33o8rmATl1XkShE5uH7tcToX+ehCVERhQT9xgWiXEIG151TR9gS/t5aChkIRSXW+aFtc
L5UJ4GckWGxrjXGrxeznMLTagCV2OT/c/2gbGQ71MJPkRbBqsX65XiocPRdwikkQS+fQ8Kvci57H
vhoEY/dUPCRQw9Sd07OxJOPIZR65+FLSJb5eMsKlBcc9N8JlrI6PeAxYn5g/RScvRuAtsyZl58Bs
bJZlyMvEAkLW7USoSo2RDgYS2YmnE6L76WPZ5tVXcNl2ILkmfWuc5//jZgKczJtdyFLQTFc3Uw4c
3LEnj9oxafqgHXT7vTKXFM9TlwfoLotgqus/Nm/kK2o2DWo0rAwaOqtFbeQY3cEmp5usCtHHiD6k
E4QcCOf/+IRLNkKOSk0KDO76E2pRV6FaJ5WLgSm1zxQjDoy0cg+LJt5DleTK8f4u3ciB6IRD6VmQ
xDR/V+uFWVikjpiUS5u19VfHLfvAzay9jbL8lVUYI82n3c4Ija7Y+tgpySBTJ3OVS96V+sM492VQ
ydINuqq1/vzYMRaEn2OzKSnpVyd8nmavzz2WMvWoehkVCB+F4f2dpo17xNtzT4Zr68j9ttyaUJqC
YbaZD1O7x17ix7GlPcxGKQ5WnOtH0Gl7PfqtNwkYjeBo0fF31ppNwoi72Qkn7zKbcvQRpqseEXg2
g35QxOv9rbG11MI+huy86OCvm1NzDY1DQ8Tz0s3Z8ixVfTbribfYwybfWWpjLY7yAkBjqHvbh+la
zlbmxHjClXp5tpEa7092GEafxYDUYZxVeB2PWetlR2ys0x+t2bejP9J6BqjUz5xI05hdeRalgZp3
TvFsf1QTT4pPyA6b4mjiI6MGSNOHzaGopGq9YpqmP7hlZv2VmqIaAwtszlOcl/ZHp5LWXyi7krvb
tsyNdzTlnPBEmK9+1LlRIBA6uOIlpBaKvrsknrMP7wNnr2QCWBZMuhYnBwcMu+qPSuh6fm0CkfeR
+Rfu904OQj3CYo2+JpiVzH5ujap5cdtSHYMwUYe/Mz0d+wcEi6wv9OMIUlQoqOQbMeJ1pqJFmT84
3Qz2YHbSnwWtc8ZF9z/GRs5JG4L/LvUrgWT5Vr/lnNK2UzupEaSO9cx+yscsPMwaSuvLVIjig6JZ
ASTyXw7Fd+fsbuwCmq4whyDYIwm0viY6jQRKxYkXPwyrOo38G4c87uj3zNb0dv8htxphC3aAFBdV
UNZbYttvTylqRYAzM5SLgnnfeaa2hSKmZDP5NTtQyWfFJ3iNQRvb5nuzNL6hUdR8uP8jbp8XMxfw
6YwnTCZP68ZfgRNib5VAEgtRe4ENjDcIW0d+MkQmd0L17T2/iCwtkz20oSFLra7FojBLJ7KZT49M
v85kt8o5z5r+5/0H2lrFRUTLZYmNLoslwfDUJek7po7aczWP5gVFXn0P86Xd3rrIYqGgxDzLXgCy
q0RHTA2aUeCsQOu5/QeNqdm3bJikHaD7lw8BEGta6ChjiPdUs+Iz7gLyYU6gxSZSs79BXk3+TcfW
A6ysxp9mbATOI9v58/2X8QsafB31aLMyckI2keT2pr9JuybX3XKMH9Hf7h4rejWzr/Zx8XNQ3OhM
WYEypA418Hkuo4G6t5CfCpmNxzpVnIM1OOppcHr7/RDb8nL/p21sPKY1SHMwrmHGYa12Q9zLZMIX
Bh14txsecBhsz1aIvU1pa/nhz5eCNQDkV6deRjXp+py5issYLEdWRSi9elDzHs+FsgmPuZHtihht
bD/g6DAxCCNgOdezzpK0AEQc+WgE6fvbQAu18CvajNlDaPTjNxvBzDpQgKNEvtcO3UcwL8PgA/ER
32zaGuJZREhfTGY3mEDC6PYcJunp32sgXrgvu5BlfGRY5XSKI1XQ2lOqJvObweg+4d6Y/OW2xRj7
Buio86xPaX5Io1BbWi/V9NWzAOMeVKvvX+sFi30wbIkmfKdoqKIWxYSenBZZtQV5SjW+CWYwtH/z
ymr9gRjycxqr2PUFvgA2A4k5bQId75CQbnSVfGxi6e2BdjZ2yAKppMKmG81IaPnnv12PChOvrIvR
VSncZAj0SZZHHdj2h8mo9vA6y2ZbHZMFu4apAxMHrEFWm7H3cssIPco/WaZftd6IH6RiicAtjPag
u5366sGGOOBGr/pJKead/Xlbw8AHpOHAuA8xHgaY1w+qATNw+5zGcGtk6qFoPXGAhtwEkedhLAwv
BFhjsyfNs/XIBhn+4t6K7Nb6UESjU2QKUuePk5q6x5b5y0XY3TKe78fwrQzDGSRKWIQPcV3RV2j6
Fojw/XO5dYcupKUlT2beQA/0+sGRyhlnL9RDFLxFxr7z8uLCGCj0fs4YT2j/ejSaen9g8HERoCaT
M+ZOBEXJGF05tqWpv45Z6n7RZWn9NMdqRMzLGWjey1HZA/xtvS6GEUD36Q1t9GUaE+iW04aXwpZu
A+AQEBmC2wk5YE3zyvZFkugO3B05tefajmL1s5Z0prvzyjauF7DU7FQwMuCq1VXKUCYqlVHWkp4Y
3hyMup2/mqWo/5iSQYHEdoQxsDBV1xWZyDKnQ3teucx1oo4HS/HitylCjy6o5qrVT2iF15/u74WN
cMrmdyAnQaa57YpEOTlm1onwYmS4fh5apbYfumKYvSPgHO+jy3D/8/0VN64XEDDs/wW0Ci1qtfk6
LQR63kXhpeVCbEiqj8KgXzDlWbHTO/vVj11dL+TyKIohorcMm1YByMqaMEtmoVzGyVZezNjLHZ9i
VKpBUk/TdzacxAQBABII5Los5kuWasn3kd5NeVDKuv2G34DR+LDtvP9CG/1o31Rs7cXKRusVe5Np
9DutSbVAauqEQGmhqN2pHZTSepz1mq6Z09FB/0/r0HMJ9GicyAHCOvJwZpjat35M8DLV5ykE65bp
9Wcr6WiqUiTFBV4wlJLHYWgGIAhhL74zbkEqSZ8U89OgSYZLbe2VrwqT0otHP4uCRSim90ZWoj5h
XqZpB3Mw7eqF63sSH5hUgbJ2+7SQh1DLwX0PZiM/mKTcSuCWXgYNtyiV9pxkJZr8btlo8UHRWxN7
NVwVHzzoqPkHUn8APXo1oxXRut5kBfgdOCJIel3tcb+u+/eNKtqC7qnD8DTO1c89XJKPPbJOra/E
yvCS5E0dITrDlRzICUhjVXjuR8OgoAK4PTjvDABgX1ytq1yAMwj4HpLKacxTzNQUnLtMJ3kopZwa
v2gHhl2YW0ZtIHgvgy8jHJn8pgxj9+DGtst9VIR5f8BNJ+0PsCHUHEEW6UEwmaoc3okeKarvZHX5
D0wJfJmQvk2/3N/sN9cXrVvSESZaoGxhu612oD12eEWBt7t0WqlGvmMNxt81K37o+yL8K2eeEmM6
EbUcunACe2DT8Jl37q6bI778Bj75kv8vQMvVgdOwFsGuZHYvM8iGxciMhAcYOz7hlKClol6wURuD
+899G1rxOoXa7/LMyPuuexVDKyyXmad1UWmiH4WiJ3/nyIif1GJA8XSyphMWE3v55kZhtzisctqp
X+FSr2NrLCjiLKu1LzOqaqhDmY2JvpdZzRazWIgNvm200X95a+DxRlfWZSvqcTvnTxC1sm7n09/e
c9c/Zgkpv6VRyC+xKRUHVYOsiA4lNozHym7046TuOgluvG2cJKGp089jtL4mmDp2wYUy6uZFI2IE
0BrUx96q4gLXTumdJBfEizBQVbv/jTceEBAtyRuX6zIoWvbdbw8II1EkfTEYl4Fw8RDaanNA0gFO
yrinsL+xEg0JIBL8h6dcyxMnwkZOP8VsqAeofmiElb4JNVafmt6K/77/UFuHhZeIDPIC3yMurh5q
VJJ60CPvUuvKm+S1Pmpj98nrErQTpRHtBcOt5fBpYjMsLZebcbdWmhVwrBRrV3yGjjIWZkASpQVe
GhqBWcg929GbN8ldwJxg0cEDcAJg7/rxcHuJrVCVYBNDp/gcDiIEV6Zg7VqXUtmT3di6/Gjp0a1E
n+62wYwxYmTlyClerCxJwnMJfsoK8lIvjo1ud30g5wafwQGHlYjoEOfvu16WOyJ5Wy+YPPcX+9Mi
4Vh9T6kzhsHO1bm4jOtfotl08ocBckpDTZOXTzWhYyej+qVpdJV18I5J4wzMIKi0b0pRk6hVAGjy
LnHm2t250bpcHgxmhxCi4WQMgMnwfSm1xIL75/WlcdDEEP7oylG/CKeHtB27WfS5TuIRXEfdZR2S
ArnY6/XdpLT8TBpPjLOBPzPjWB1fxZWEXQUD3Ab45icdVfH/nMH4Y93fZRUkH6HIEYGoNq43nKfD
0sNfBJ/bspm+1sVsgy2bwTZEKEN9vn92t55ooccBZaTtcnOYKsMbQ8kc54LKy3SkFuifkjrRD/dX
2TpCCLx4BNJFXml9hMhqi4IijV2djlmQ4Wf0QF+59kOPXvL9pTYeiFYau5eSwFyU2a9f3oz4PKm5
bl8oadxDWRbN2UBy+nJ/lV+Qy9WGpcIiXnNIuRjWYzWz1VwlVfGqi2BV1d2hkt3YHomz6ccCQQFx
TClk3YPWNZ3ABstGwhP/sLx9RcEUCI1MrKoJcJNQrK8tJk+vfYiphA9EPIoCVZNifuchixO/C524
+ltUllCeZI8wVjB7TvRjMM2CHFsp5Qm5Xa8LVAurMzNUMAzrMRzBuKvTjPxSj1X4RZRO+sPts+wj
LtiGe0DZZ3bPuonnUTC2zfBVdWYwJpM5jv+Owqz2IPwbH38RQAb6sQg60DO4/iLqOLhONmLC5rht
+6CpUXcqB0M5VSIrT/c/y01Qpx/CaI5oh6ohAWK1VJnPcWsrmHDP5NoBYBDP78w4PcAEkQ+WXlAy
ISN2vL/obeNyWZWOJbNO5vE3KAxauFltIZt4QaJHOVGXl5QDzG8+VpqmPSakVFFQMtN7mYbGei+7
rHhRaGi8F3aWXuzBgzgiTN3+6iHHG+/UcxvHweKto1cDjZ9ft0qmucAtmdb0AnTFrv4NFUt+mKOp
+X/eO+UExBR9IWqvVkmNzhFJ43oXpUKjLkUgqArCPDbbZwdCQ39Jla76t0kzBMXvv/uNcElIXi5K
EuOFPH29t1o9b+s2HcILwGRGPZ7wDnLywmC20/I4ppX6KKbcOwotmt4w6v1jFCxfnvYDSRYb3LzZ
b/jyzhkOCB5JltVfauElgZLmxTlv+xo1Ky1/br2iP3b9qJ/q3NJ3phRbTw8gj3mMR2oCC/L66WfN
TnOtSciEXLf9ssg5vLeMSuXVO6j1aV15aLS88ykgx2By1F109EaigHcu1/oiCsMvWE7+b9kszzu7
YZmHF3Nh7yKX15WvqZun2kH0Un+dpK6UVIht818qx5iNlzn/NFZsPoHoGDVEk6UxnQWDzK9haBKs
SzOJXifY0fXONtm6gjw45wuv/5co0PUPndsMg+uBFK5M2ubrpKcOYIF0pg4fjWjcCXYbRw6sG+R2
po5LLbc6DE40TUobkQ7roFqZlArrpz2p/T/3d/7Gu6eOACAATJdmzfrdl7GWq4pSEYAyaZ9R3tI+
x7MQJzU0FTUQzR7na+upmIctiA4Ud2+y4MwQbT22sXcZszJ86BAST49O0bfFToV0K3cBbRiMqaED
3mI08cty9LdNJXWkOMKU8r/UBO4muTbbLj2I3viKP5FSffTCefje6SbiuAQC8U3PExOnHc+k9+yU
Sf2YOnUy/PkGuvpR+vUGwqPUwbWzcTH+bOcTWvHhBx2/42OjhnIngbmtyJcXAFqBSAYaiuTieq3G
KJ22qlX3Mplh/zDG4J4SGLm+U3n1ueC2CSBaGD5HJsFldaJJ1Zd5trOJN04MF5tJl3/pDhDYrn9E
nTYyU+qOTJdw+2LaCny0tgofUe3dc/PbWmphmzGhRIf4Jt0te9nOVsHOqkwR/ezE0B+xKhdfHLv6
dP/MbOxhNi5Y/YU1zo29Sg80i05aAnbu0lmdeSzCqHqTXezsaMlsnEzWWACRYJdv28PSZXBptfSO
kKKSX9RYpOcRt5DXhFcdBZnX29/vP9ZGGFgoSAu5n1BIS/r6W4m0EE6klu6l6oAp+87YJF/zyUmn
v2OtAHJlVl78TbZ5/zbl8HKDAQ3VvQOytWsXJizOS7D/0eVb/QhEm52uKUfngvLn+JXZXPjQtjUG
T+5glKkf0kiLfch8pWQg0bZPYATk4+xiSbNzfm7wGLTrlhYL8XiZUq2v31mGaF/1qnXxYtqfUe8a
vmaN2THVUDku6lx8mHupBBZSQjvh+Fe8XRUFsCU4s4u+CQqBq0PjYI3kjFFjX1ynduTRnDrz1OD3
6vr6oBvDMyKXdesb8EvPlWeEn2LhhJ9Sz5Hv5i4L947wRjKMp9CCSOYSWciN19sipFEZ53loXfSi
7TCk4vv4I8SHg40sykmr2/roFq38dn8zbpwxJBIdlAQBBt+yornQAck3hX0pevtrI5vyCS5CvNOh
2LgyUJQG8wwRGmuo9QyU5mwOq5tHEwmmpoU6NeiGz/38HYNBuznef6LNxQBpMH0B4I3Ryuo9ptFi
ED7Tl02L6lIi3fK4mN0evG40/zxbpxMLTpOR9jLvWX2yVi3sMLcn60I3A3RGUYvTrFrZzgnZ3Kck
rVDICYuIFK6y5kktjDGcU+sizanJjq5aFij/FHn6FjZaKoJGaulzn1RpFmDhGb/ra6BNfjmNuDuX
aoEi85+/YVRSFr9R2og3I23PqbounzN2ql7FTwMNlsof4d1lB3VwzX4ntG3tUNgrwCsAvN222OjZ
mZN0O/uiMN4LBLOkAE/jfKck2to1kG4B3EIsJpSuPqWJy9BQVqzCGB+ynmGNQWY28wn0Tf9/vD5Y
+MSzBReF1OX1BkXKsLbqkqXgA2R+7o3TxUsn7xBGrbaz1Na7Y2tyg/4CTa+zzjhpFVlDEL2ojlI8
DqwH0nHas9bbCCaIrCxNMPrk+IOtWwYerRIXPjhHLim8HwJb8DAIpRCjL+0ZqWMNaOoPciQbjaNC
5hiPV2V2MMyR0dD9rXkbzPklC7hvkZEl21692y5iYu4mmnVxAFG9DFk21FyidjRgeO0Uz/os9L36
YWvJBf60nISlv7TaOTaI1SQiRbzoMNXO8JYWGRgoV6cIq7bHyej3upq3W5X2ALB0PuovW4ZV6KaZ
PBSGmzgXCATDIS3a6EQ/yTqWLYjC+69zcykaEgjHLU3U9XTZmFQDhKRlX3IMsGFNq3jrIVl6arpU
3aGILq/pOhjzVMw+yKYdcti1/hIZGINmjO8uRt06RzWchtMshm9aMpnHLHUYLMZuiHRWg0HDnO6D
7hY63M361H8Lv9+2QXNfn0o1NZQY+I9zmXAmAgMRtR9xzNKe1CHEV7XRxgdptFXvZzgvJb5RxuM7
tGr2sApbL5y7jm4YkJXbMnGAKpdaZuRc1E4rTjrkisA05vys6czr73/bjT7YAi7k6xJbFo7q8lt+
r9wqEMZwvu0LoGsEVBEA0//N03imaHGVTzkIhgfFKryPbTvZl2kqE83voWk+y1wdn1rXaB76ZEjf
nD6bft7/abc5Ic3nJVFA5GhRp1qd4mHIC82MM+1SOIV5yZS0Hw9CzZhuGjN7Af/pMHrq0MZ7TntH
a3Z24sY3gC+PUgADVEZW69sM2oyahxGre7k3Hyc3Sl6hRRR+bad7JM2NpZhmkvQiFUlbYL3pURsv
ckUk5gUFv/EQTVkYOGHYnWdR/zH1eZE+QAsYMrpGmr0+ypWhRlU8Ntal7AzrGCIyecISMfpw/8tt
XIaLsgQZrE64vmlxVaLo1b4arQtgCkX6IALrL9M4xB+NcGzBvKvRv/cX3HqDTLrZxzBmYJasju1g
tlUx5h4T2pGiQRuE/jyWDpIGebanqmQ6+u0dwaWLtA0il8hhr6OLmbocSJDIlzCLvOEbRUFtfhit
XAPaRt+0P9Wdar9KZGe6j1DNBPD9WZlnf5H9005T3LeY/JZWgyxNkgFRtT/UtVJ29bOVmVb2Shna
Jcem4K/7QztViT84WfMTgKVb/TeXtohOjQas+lmoZao/Nx6j909WQpnq99Y0uo96NURg2Ga1kv/E
udeVgd2ZiBkqljfj8QQyNP0GEq0ZD4Mx98aD4hiFdhauJozAq0PbDBCd78OfDt5vBTCYCYXAgFMS
pS/dMLbo5qKZMB0GjAzIkcyq/5bbcZqdoIkALIwL1BKDSEH0JijdvhAHii4GRh2az/P7ONUHMBmK
1+V+16bNYz8nY+gnEGUmH28JVBUR5tJf3f+RdmbNcSNnuv4rDt/Dg305MfYFgKpicRNJ7bpBUJSE
fUcCCfz680DdM2aBDNZpH3c4Qh1sMYFELt/yLmlNe6vrW2SQ8nzWykA30p6ECMy+C/xNjt87qx7t
INUTkYRqK/ibXRold+g5tuIyT1stuoijVtV3WCtCJuhjb+o/5cIodTt06Ng4j8vUafG+Mnsn2jUG
bAO2eTrjVwKweyk+gxlym2uZpVp1NWXWXO+7gjz1+1SXUg3gXNhjUEndrHdpJZAqq9Gi7e7VolEK
xG+X+VvXWpUZQj8q3g9YIyjfMeaub+M6N9QQqYfKmo790mvN4As7Vs2bYsZAKWhNQ16vhD0gPuNg
fXeEbkV3mt3TgkF2sf1s2e2Yh2heg2jUhgRoIHR/XfXR7EOKGjEcdcSFLdI/oTWR/NQM4ZEG6FJe
ly0M4oPdsHweYIWXj/TdnNanhZQnPppF2pc50pX+HQxCqfmdVg3GNRAe49Ya7WVCt8zMfgg0dZtP
SVwU84EmyHSNglld3i3EKckujS0987Mxn3t/sGx5iXPTGO2npR4/oU+ke+GsK9ODFlnWlarmyidv
5h+EtOeZwDB1ykDMSfS1ptZg+WoX5WM4DfOCTIenVY7ni9RJlgDuU/1Y0miPA9NsjLuOytt4ZSMz
hcrmzDv6RimMOWiMFj+4hEvvozNVw+PQu0IPvTKjnaYCIhNXedSVxiFXUkNcpKOofsL/4wSuhir/
Xnoib/3cszrDb6iR7JfBTh9TtGy+lQ4m2L6tFoi5xcrkfUz7RNWANOWa8ONRyHulUUhQsqxJe9+z
6Jz6orVTbW+CNvb2aG9iRKRQGwrlyv9pktHRKDykZXUcMtoTF7lRNhEPaaY3GXbRP4bJ1dpQ0xr5
UcSznYTYRrl3NkqG1RjanTSce6lFpRkYaSSsPdAHODSd2SQDJQOhqZ+NHonHY1HYcX3VQdOJlKCz
B2cODbj8oE0TC/hf1awg2c50KPpMfeJF6LRMFumIMAzlwTGb0rmiCDx8LAcgXI/unMNYmnsRJTda
l2n2J5nN+QUZFByPtE564ONtIafhSuaxEb1z9DTtbjKrceoA2VPvChjDkO1ixZtvGk+V38dsoTAL
mwUnjExrzfsmyQf1bkFy0+MoRLCIk7QwnzT6cnkAidqTl4bbm+MBjFl/LalO2X6BvVvs14gRIW0K
v2C4SzMJvDcaW2w6F5hLfmRoI3DILqs+TxiIwsIxxTKheUDB+E40fXGrYDYQXYxRk487QZkzZtGV
s4UQYVo/NHWlAYafmbHWWtr3fZvX0yctEVGxizle3i1iyBw4WIr6zW7c9h0qz4PpG32vaggO1ANU
a2qls4/k+uL47jA4dw4SfSYkNDTyrrUG6Zd7aKXDl6VT2B9G7HY3nc3a3ifcByCYu9wNVFu2WYBE
fTsHtoElXFghsDl/xpMtn/exAcbyql60FHOiWKb150TpB+1gIpvwPhFz5exjN6mqL3OMhbAfwYdq
Lix0FT5PVjs+gVadpptmdgBJolfkDKGRdkuOiAmClH6Rzn3pt8LIkneZ1wt311SkeNxwmih2ho5J
A0GyVu+tEse9II1HEIljrltPwpSDBv5f6RFHl4YGRwFigC9nvOx8Zy7qBwks6bumiPTnojSIJEzC
Kj4riYVEVdp30w81d+wsbMa4d/wJvosaTmI239O/ycBLa4sKdYsFyGsUfRl6op6/elobvR9t2V/V
spp/SdeWIAKLWXwcqQZxUFRyGHw8OdvPk74UWG4TtXR7ws/qo2P0zdcm0tL3dDgSbJjyotkhwqph
05KO7jcrp5OB7XKV5mGFoNQv26VbdRmpyVgfNVHVSUjgo76rXSVvj6iOp7eLcCc7yOE5RP4w4n4Y
EK8lH5GDbxxSZZZ1kKlO2RwHQMlZCKbRnq+H2rY+JwC2IixLhKP6SMvLX5NLHxF9N+zMXCiuNx2y
3KZvdRba14VtxddmUTW5D9cqwT1gHrowGnsONCt3FhoUw9Dz0QCt3pd0Aem9D7FcAqXK0qeliRZz
R6qLw5U5mP23Ma615rOUbvmJjvekQJCrkYqqrISjFr8vxTmKuUmOLv4nNQeH4X2bxrl5MvFWMnec
RaX6dR5la+2jLtJwEElm1dwNbVPd6k7ZfTUQguSWn/ThRiid/oUq17AEltEL6RsjWbVf6/y+Q1PP
qR22vQSU5A/F0riXDgx+A8ZiP3Z+3hUpYiVo+CK1b9fV/bTE0qIhUxYiiHo1OpLgOF9sShB5QOE3
+uBWyCsH7tz23R2Jjc4FU6QNXHIv8+pwVpTlqXJG1fJrgfVP2AE/paLh2LNxKQfdzUIUJGZtJ5VC
qgd9tLqLXhscK1TqbEyuC91ZHrqxbs0DzqYsckBp8lNXgPINxKA7IkhcLy/4Ii1loLwDMA5QzMLC
kYChucVecJkvLIRsqUTF0fJxiBPe0gPt/VDW6aQFpj0h4ylno1QSmOLRYv+ohr7tPr8dYb+SjK2C
7vA5sC7AxWpTT5UjREFsB00+cq21uwVN6V3UzFF1MURKf0CNz8XnaJgqjqFGS845cbzMKNb2xJqI
URlAu2ET4Jd5n1ZxXQOMHGJz76hpdKUXYExNb1RDxPTmv1zTRbEJ4iRlCPr0LzKYQoNCCOveOC5r
KEKdvw/1MfbOJd/rrJ2WGxiGbjxvRGHlBc9fcyr2dpuZR2BPAvav1ffvvCqrOn/Ip+onLZPq3dxX
1iFPUI7zPTtr7JUgpKOLZWRf3/7ElPpfPA7m4CTbLi9MYXJbkyyJIpfR1XVkFRPlsUHUMcKvgpn3
7aUziqDrhJoHQzWOY2CXrrr4ed/3121kqCC6K5wPd3MM1RjnFgyx+VaZ+6j3+D75GX2dzDdjdWzD
TuXE5iAyauyXWtV7nI1uQZNuleUKCyePMfE19eGzGY+K/DxVrZ4HjVlZX0Y1N9kGSpoDal4aG4Xq
iJhARUk9w3W+hEW0dEPDtTwipEOs2aTKLte9Ibrkt0TLVWOu5wiBo9aFSUM3Kkftd3LfRWBt5oe+
ddx0p4xl4x5kWyR3XaPO5rdOM6SBeZeONjzxihYHDUVOVHASjs84LBoP9rYKKS861IOCDTJqVd2l
5/X1KqS9OoTdZqUm5AXwEh1Rk7SStJbaUrEDVR0iEZqpgYiom6mKdqB0LvNwVGLL3qee1KqwLsZK
IE5jt/VFKx0iuljXs+Z2tDXES2BwtNlHB209xXcRk02v4Gq3zc5pzAahJazR8x0hW25/NMkQ3y0S
XkGQ2YMhgkZkyxLEBqr5vt2D6aDONat3snTH4gYot/V+sbysDhIPpu5uTGKt3GleXGNxjtg9gHIa
IuZFM9bLo5SL9ilCzYiDvmya+FrRnL7y6elxspllXaIlk5Zpd4AB0N4Jb4WrocJSetzCulz/Q9Qn
dzr2P/BaKfAn/hwpi0vnM26U3TB26RA4yGSRCgsr64Oq8fp7xXBLikCcksNeGVrmIMjr2fhQNXYh
Yr/07GlgG4mivS2jtO1+ZUtXfbbV1CY6tczZvUo1N76GIxlZwbiYNXOd6rF18CrFRXBTLer+upz0
3rqYFZuQGGZ6+cmritaGtaJbbAEwD5/HSdiXTSN179DPWgaXvIzny6GwutpvUisaD1OZaUs42G7x
RaSQHNFdHM3EL2RuvBdW430lgM7eS6/Vr2L6rkogEqssrhsXcKzf1ZXiXSAIIG4Kc4ZdOuWLk13g
DtBHQZ/TF9kPRcaNVIJBrkMsRkXjs0tV5KVa3b3NEyScwCJXSKf1bVw1gT2W9aNpYg7I7iu8JzMu
k4ktszTmjltcpf0ax7BxkGHQlkCH92MhElmPD0KtzPxaLVCkgLY5R5/NslxKTAfc9AvBh1MEdmEt
Hzy6AL/GpVWXXRsX8kO+yEYcFNj1A9Lrxvo7M5nm+7wb7Yd4GVaCiuoMlBgqq7ptxqKt6fNaxo9i
bBflZp488X6qELL1Rxjd6q5w0zaHtTQ7ziFyRUohocSJY18DTfmpFHYzQ+gBF+mPRmmUeChY8wMK
f20VJJRUdd/AtaE8ek3VHdK+9LxgQHW8DtTZi9WA2LCsrmQKLi+YPDXlY4kBnvXiCaP2E8WIdmne
RJ6vKnabU+kpDPIGzLP5qIq1N6ZE0MzRInkl9FFkAX0WWUKAbujgO/UwfRjTzqWj6+n9h6yrHT0E
RWHbgWYR19NoKzCqxiPrS9zHpn6w2liGUTY2qK3RtEqCIe7VY94ZctyVXaeIIJ8Bcx2lHmO+oI1R
dkc2Z38rdZF0Z27ElwEAuFl0TFXU/ijGbmFr7oK3tEOmecTdqL72IhIARdfFJdUV555CSoaEoid8
1yzzw9v30stbaR15JdsDm3rZlBuKttedvjeOfae791JIjUBuLvemcKvbSYuUM+2yV990tX8GoYWA
6LaYaCYIG05NaxzX4qZfe0Mduq2R7ouo/hZ5pf2FOLSkItSN+7df9GUVE6l0Spgr1hq2ybbkrGQj
fETD1o92ES+oX1kilHruUjtQ5zNDrbXzbeCB7j1NTrBoq1MhP39W9SeBzLPMio0jSIclLMo+vhnY
2O+ws8j2uUG3c7QdO3j7/V72IcHyYfaMDiGyNRRqTwcd7bmvxZKpx8Fs26MnoidrVs/ZFbyyWmBi
MH04MGK8tG3hNmNSpwjqq0epDXYbuGIqv+OwO9yg7e61u95NrTNk1lc+G6sF9gr/Bz60hbOmtsAy
JDaW45xzmqhWkqKgVKV7objlGbDKy/bY6tkMSMMjBKaktvlsuC7qY20J7YgXyLJbOlv/vqqKHaB1
mZcdYgwBHY0O3QFBKoVy6pl49ZW5RSHKRvgCwQegFZvh0yQvnIKa+HFEAG7XjaB3czuLiM6WLBCT
+R9sCCApazT6W2tjC80pc5pg5aAux1Hv1KBZ8hoFyHQ8WtZYnMF/vdTFAzfA4lxRN0wwQf/p4uws
e6osYavHMqrZ2ari9I+r4Uvra1PSPXkFNjloYhlV42eZp2QBTQ45QBLttFsxtDlsP0cdcUiWXvVH
O+W/nuT/iX/Wd3/sy/5f/82/P9XN3KVxMmz+9V836RO5X/1r+O/1r/3vf3b6l/71bvzZDaL7+beb
x6b/215UPx6HtK62f+fkVzDSn08SPg6PJ/+yq4Z0mO/Fz25++NmLYvg9HM+8/pf/rz/828/fv+XD
3Pz859+falEN62+Leay///mj449//n1VH/+v57/+z5/dPpb8td2TePxRd9u/8POxH/75d/ob/6BN
5wErgoeB0MEq+Dz9/P0jT/8HGItVcQHBLFQe1x9VdTck//y79g88Rmi30aYy6fZ6LGaOn/UnivUP
VcNyG8kw/BJYdf/zXCef6t+f7m+VKO9q0q6e33p6m6zWAOAPkPwju8MW5gXPTpFISeX6ouxYvXvh
5B+MAcGd8ldF8FxI8JPVQRSPVfWpcK5dZ9xpNskfDlbYg5CF6IdE73aqnI/Ppu/Px3z+WKc7eX0q
Oo5rc5mcnov1txfys/O/qGXk0jnydkJ1QdIgDRhM/eDt+sQQO5BmZ+/UF9MA1gVQDeKOqJbxKTb1
A4pJ2ciBbaNOU/SK39qVVd4iAodvwIiSn+HHhtl1GHyx7wJbFRkKyXmlvOc+osSnRf1Y+RJS5C31
kLTzyxhCjK8KqydrVnvlXmuT4XOLc1e3g0njUvMC7k0HRZr6l0Yu5CvxmCyfk2ywvqG0KuND5M1z
E46uO2Xvqx70yq7UrYVUtQYovF/fxN71heg1NFDIhw/2pHaF33hd6l7SWeBrFlkFwtda9OEh6vGS
QrygWPaN1DDqShc3Pig2eK2wUAQmXAWNqn1Sxqrt141B5lYX1XRIW6u1fCmq7HNslYZBVpVolFCy
KkNxldziawuMl5Zb3yb7hlCQ0ramFz3pK0jbMM3NlYVuSQ8PFy8ahsCLY2yHgJDC/c/GuhroOYC4
CEywnE9u1MrEJ3ZrvcsckEwTpCU3qA8VpKZ8GU/zu95wRbNDAoDpNVeOur8oRW370IHKYRfTO4h8
VO2tJBCKYtm+qhbWR7G03RzI2qUFQKBN6FxM2nARI+p/qyk6doZvr97Ta5DVSwhB+GAQKBGPUhY6
PasVkaWFLGdjR+rcH2nEeLd20aqNXyuaqcCkkBRPlcxDJq0QehMA4UCG7O1neLmguZVWz9T1hCCi
2Qgr93rcuIVma7u6c6jAF+mANONaPcGr1anIextlKi0/kmpLfdtxvX7/9gNsbiw068iwwf/8poFz
iG3NrWhqKp1YcnWHs53xgW5Vf4dA9hTOouyuBe0soAtxtad27QVLlLrXmBxNkBLLilA9icNkHJy/
FOHxSKvKGFagK6NqDcHWY+fZseIodpPOKlSSRIuKG8/sxDuAAt3Ht9/8NI78cxTiR5iJSEKj8HQ6
SixjPctEqoW6IaurOa2KXREtxu7tUTZ4tnUYEMksM9hRq0CQs6k5thnVmTriZZo6d++80bUeRDeY
PzUzDnHwMW/pXX7haDbDxox72Bv5OcLiZo29eILNi7parSIEkWvhJLVfjlk1YQ3SPsgw7IFh7wRT
HM0+ChrVmWBos79ejLtGvM8+IyjT2kzTUgtHdH4vqbQpl1lrfmuTlsIKBbZm32Tx/AMwAtKdpVrP
Z1QZN7fT7/HxsUGTCaI/qrmbmVcqJWtiGDEhizreR2YZBahOCrpkfXHpkCJ9P/OpT+uwf3xqIk0S
PjIUVMa3gW2tlJG+2Gqoe9hAKS7WTL3a6B+TwkZS0ZHZ0Spy7x7/ivF20Sz5c7ZL571VxESAbz/K
y7UNXRTAEwUGiBV0KU+nvlY5nGfK76T9c+Szx/QHAKj5HxHlSUD5/Ppf3+ff6d/v92WH6viyML3U
fDfB7uTWmlE3oxZmppp9gBG2HKtcOh8sVLZ8Cvxo+MdJEZ1JlF6+G4Q/uiuIX1JHIPQ6fTdBo5fu
GcvZalAZyyiV7JYR5a23Z/A0HVvfbbUeX4FAaG0SF66b6tnirevYmvmcamg6fbKXpWwP9ciJWGpZ
8fXtoV6uUxoEZNHrRYTNwxa4hd8RMRbI23BJxumm8qb6kyIr0IGNYu7qJj4nqfXaqwGLhGW03oBw
VU5fTZHkldXoqhQq6/ZgjUpBVDlloZBlcibT3EhnwQixOfR08kxELwiszc39ljg25e88tmnR9eOy
i7XKFpD0rfq7MUftGNS2nne+hqI/IA1qjBe62lNCneO2ma9Lp6HaN8StvMO5PRK7vBkAuMjUmXUI
8Qp38ttfYjMzPC2RNcpHq8MeVQ1jExGIeDBBgWT6Li1QHzCGuQ7zIZN71aB58fZQ+ilGdJ0ZxnId
mAXgEzmkNgtMW8QiqnzWd8IW6reJmjro4sjqP3aV8LoAky9X9xEIoTSYSmnAHopd81JzsmkOAJ6q
KPkjgCVhdCzeY5lxuezNPELTuZSG+QFQvVr5dg1ZLsQWIaI6jnugdnz7JV6ZL8KmPxzaYMBucYB5
Tm+BGoWx02bDvdYLw71c9G6+csZcPLw91OasWaeL04zYHtaHDctoc7ZWbdLnnc31bA6JdkB9frm3
lqgnsMw6bBQqNfpgtZk4c8Lp6xd/dsT9HtagtcHFTd2UQOx0r9TCVVmKpbErq7R/yNo2qoKcmule
6yJqJwMAqySg6CiPQy61iXSeUneQRQlkrNzoK/tiWDoNdj8d1cvUzpb6IESaHiwACyIYey+tUEzR
C+tKxphGHBA8bLMQXUT8c3Itc6fw7WncHJ6/34feHAh+zk/qoJsVXrnDhAcYWYrexcONJxovdOSS
nBllPUG2s4auJB8KLRMOtM2uj5pyKtE/1nbIcBTX9ijsHzXQkHiXDvgkGFHZ7nNrws5KmN4HwcV0
5op4ZXyQlRaSpyaUNIDJp1+t5NLtERHl9Iyr664zrhrdvEyc9hb41M9SmMKvXOeTaTRPb8/u5iRf
Z9eDiMGmxmfGBfh7Om5bIdxUTaq1KwEC4sPY9UecPSaaJW2KqpPj/OV5djmsIHlBd3ORC9msTgDs
toe0po6liOiuvdoo3sONrY45aXTpm2li7DxFVw4mELsA0xY0B99+4Q2daD3FSP3ZG8CrCbWQATh9
4yhN6Qg6LW+cTNF7xyndLpjBHGEF7Q34vdSaA4KltdG/8GuMULJAxczQ821jrD4CJoMa8/YTvVzg
1G4clhxVACbnBY0qIQpXOsPc8VMrcNvqF5CQ4swgv1/r3wt81WZhAFhLFNjVVWVp89qOpQw97UN1
p+ZZtPj40llPTZ9oMoQU75j7ksP9Lq00i9xxcFwdVxha94cJB1wI4U3xFYB1XfiOkMsqhIcDg1+r
Tn+VICXZ740srXRKODWAVRMv2899ni/lRZy7GVKqda4mfgp4UNm/PXVbEP/6VjalKqhRVF89ipin
H9OLccepUlPfgZnf97FOIJvZk6+J0n5aEMajPYUY3rd0lg76dGMrDkMN2cjX0Mjd9SAzAzOtrHsT
kNLHtx/t9KJhvoERoIoElYKHQ35nc6B4Ch97zjsnhGXQhqBEDOnrlHDu3VizPv3FseBwUoNHuXIt
ulHNPZ0FIaa2h+HrhA43M8J9cRliWd4GqCjIM9vnxWutyQI0a5JwqAn80tOhvMQElzoLN6SeBEhW
Ts6Oys14sJzCuXv7rTZ5PlO4jkUFE6VMeLrOWil9HtAWwP/UpWEskI23C0/FgSTGQJSa8wQhtdtB
wgCdNC5irwpPv0wAovpem8OTEFmzb/PYPJMfvnx7wncudW7WNWtyNxGQPmAfqPUo5WSKOe+BO1kU
9CaobN18jqJ8bqhNyOug3KhXBUOlSd3tZqoagdMXHJQDCn9vT/RpoLLOMwVKxF1gjHH1qFvDRqBc
pRcJ1w6B7o93o9rNn2onRhxNzu792MdamBeVcebCe7l111FXZTQaq6jRbG+8bq7mxBvBi84o5r7P
1UzxPWlmR2/p9QtUS90AvGzvG8lc72yAxtec6fVdYqfYzGqdbqGfYo0PC2Cov/6RSWtWwSzKxCbE
ttNlt1RjhijR4ISTK7190w5LKDsx7UHZq7u3Z/6Vj0wpnok3UGilubQ5lKc6rs0JC1ssn2r1AtFC
+waj3/wWOdHi49tDnd4yvz8yQ631/vWe4dTcvJXWtDAL1qF6YAwWNm++Gs/njofTws2fo1A8WgNe
5Py2oyC80DWmETlhIp0i2+uZZn0FkAuygK7u4o+6J94BTlyuXHhlZ5bx5mb/Y3C4KUzmqgSBqtLp
K/Zoi5hJLJxwsQ1xSSVd7OO8Nd/ZZdTQ6k28QwyR5hNljWJfOm1xJPJPH2MUCNozp+RpNPfnk9C1
h8fmUE3bEk/VKo4aT1YOdeq5uOmXKH/q7VbeltLtL4yKrrZT681HZ1LFh6YX5yTxXtnQaHKypzjz
f1/5pxORAw5GfEsBa28p8grRWuOTBCq7z8Twgchf7K1cnJNVfPWV0YG3kRj73U48HdMGB624snRC
lFcXdCNwFK1Jfo9N4irfuV7nqwVbpk9TP8tDVtrnNPle20mUjuBpkm6ty+90eJFreebJ1gkjCAP7
xDUEgK48uhmAavx4eydp6x13EkqhaPh8rM3RrDb1hLvdgruUVXY+KbiF/n9vHBD9b68gKXQXTu6A
yy2W8d4CaXurQm37Whm1fSPyOfkPzhDqIuxtegOrv/vpm8/mHIsU0lcITB6eYMs5CtftF8GQ/P8c
aXswKjFulAojVTADg4hC26pxqNGuQRj0zByvv+vlHP/7rTZxRqFq0VgUvRNqjT29W+wy3oGV199B
RICJ2GY7t6u9oGidqAj61BhvumnaQ/M4lxe+uq7WjIHaJHV9ff35s6IadgK2yXXgwBeZu3Cx4Gno
02DspZa6Z975taEMYAoEcmsJeNuIT8D2oH/F8WUk0jwU3WDBgJVGWFDeuXh7ek+zvj/OJ9YLdGNI
QBBMNyvYKxpXsSXB6VTRXjTxkPzmqZ24wn+hRC/IGc5wSteTd/s1uXs4EHGcAXmzWTkxbLsshfkV
wiR2sDMC1ljr+l/0GlgvNxdED4cAtbvVdeD0W0GWLfVWY5Rl0frLdlqUWyj/xP0qyP8OenrgDalx
U5pGdWtMSG++PamvnbrPh98sWYmsnNON66FvUbcv+sTdF7ldHpIJI7+ceBmwm54d3h701ZlFPpI+
P5xpY1vQtsZYrRW2AV/SzMLCrArQONU5JNqrSxPvNcJeAn8qvqczq6RF2ZgOr5YVqouzEsQCNRa+
40TWmUl89XBlT1EgoFpOwXEzVN4Rn+TkOdAQgMgGSksdxE4HiaONQGM5hasIFGi/mEixieZLaznL
I810dd411HPPhBSv7pNVaICX5q23u78xO2xBgEeH2UiOqaI/eWNiOHbTZ0YbimkQx//gaz4bb5Px
qMlcSZr9vHziNUEL5N/XGe/MHL+2ZigNor2EzSlaA+vPn51pUTkq8KE5W/tCKR9gsMWhMiXqf/Au
z0fZnJxDNZVaujTseTDEBxwBnH3fLOnu7RlbT6rtyUKgDomc6tkqZXT6Lr2kelkp7HlkA7vL2YlT
xc/bbPo6zrTP/NpIW6p35My+07WadihAp555hFc2B80WrKaQBeMP26Sw8DKcNcrKDeUUiyuB/84+
gtMCCVgzP739tq8cMR4xFuUzej106zZ3va1GnSqR0QsBvlZfx6KTSFZbQd/XzTeoA+q+qCN1//aY
r6wWxrSQZQAFS3K4PtOz1QJfT8EwizHjFBmhJMu0S3RAzjWvXh1FZznSIUOUYXsjYS4Ccbgr3FD0
VRW6ev3LaI3izMJ/dfoQEeJ/ACi4Y09fpegNAX+dL5UapRNxL7j5zuDE+7rANX5HfTm/nzLNODPq
q69G6Q3RAcp7JHqnoxKJG3YyMmpLbeKGeqt5lSdnO7k6v2WzERDMAIpJbUYns94cHb2+INUO/SDM
J5kfcuF0nwfYj3s3KZdr/NCGD9liLIe2UrtAUSf9kDf6fOwRCrB8pW3PlaRenWoL/Smdk/OlnsmI
3mONmCTpJnZksz9B/gAkrreHopkHju5yuplNA4DP24v1leOAWfj3sOssPVusSZo4CkETDlvz1O/0
ZoxWNqWDnbGHOWCMfoHvGJ2Hu6A1BwOs9zPjv1KzwgyW8hCa+TRI2amnD5D2Mh6KOnbDrpL5Jy44
AKlaZw2GX7i98+iO1vRj6e1l9uNB1T7UemU+KgVtVH+AU1DvsJsEjS8gnp5LzX8r8bxYIVQ2KPFo
hEjby2ywh8SQcM2glhsAR4B85gD0C+WWbNm9xX1U+yKFecj6oQgyPYLFYInZ74Q9f1gm0/zZd9FX
xykiRGOh7LZenO3V1M3e4WcDQQV5mvFMiei1jUOLjr4ER9cKUTidyxkNDbdEfCwE7WIENpZwRzWK
zoGzX1upqPt49HzpbqIqfjpKm1QtHc+ML1aMMN7TSZG+50TTXjNiCSdm1uMgrpW/KtRPtIpEk7oW
iCnbErutb/9sqVYVTsGORxbhagiv4vMZ7zonKfYZztvh27viZVWGodCTQZUE4zTql6dDTVmjCA/A
W6hOVXnXTwLCWDaNUgJXco1yhy4DCmoD3NtvDlZ75xBjvzXnTlceS07HJoUOE+rj28N9asRclm4c
hbmIhBmgUZH/zBVBDAXa0LzNCt2L/VSo9rWVVXLZ2cP0XkEyL/FRuWlS36ySBfEsVZRuaHZLhjeq
UjrS721AxUFkDVl8UNvRfEyh3IyBXKJo2HND6rcuKr6Zrzu4Se1iR+0eCM31+7Uw+djDslsC9C7q
el9WfQeZuWzluwohgvpMhPByIa9q2wb9LipTmPJtrm0ELF29yki3cozidn3tZA8dVc6/XLdklBWX
wV7h0trGIY2wUiv2cmpvnaCrU2EMYi3jz1wv5RmMxGvrCdIu5xvdQxbwZj25wAwhvzMSmNXm6GSG
/lEVi7E3ms5afEWK9hdSY7tJsYxzPYFXp9KlpAYQnxX9u6r8bNfgqAj5yqJqTFKnobsnm37HvZoe
DHV2vkToWR4cu2n82HX6/ZhyFXb0qq841LRdVgIaU/LoHrnP6f7tLfZK3rKmt2QJK3KLP2wKUENv
cccVIwWoGQ4Xbadef28DB/1AH8i8lVYTl2AjtOJpjg2sjLrBBTy5uGzCAAXmuA1KW8xnhCdfHm08
Ezo+pMIUrOgtn+77NLITz/awQWdV1rdFNkS+EOPyQzPrOpTtghZdW8bnEDQv42EWIeBUmpo0wAh8
Tkft9IRNiOhmmC7lFMS6Ve3Jo37g/+qeSc82WB3qGBDkUAxlKRAUgwrdvCB8+t6DpamEreoWly54
Zb8xZPzAcSOuUzfN0ERIJv1bMfTlXsArOtRYZ1ELbrMHfSmbJ7c1kx9wGNU7W0Eyzy8QDDpz+L4I
SdZnZGEAh2KvaNv6XBTHStIAoAtbq5B3wuqUJ4QAosc+t5fB76s0UQ/o1chfgkf7MutLf3h7ab7Y
MpsH2ES93VS5iWVWSihEAdw88T4uY3KuCvniSFgHIQEjsNYQgtbWpfhsX2YQ/zO865QQ8bRrWnmX
eWFUgVSM684arwbTerD67kx8sH7dk2tlHRMULDkXdSX+dDrm1KLzYiupEsJdTCp/inFhwryiI5tt
D5C3lS9vT+QGGPvncnPx+YKtppE9b85x3PpA+eAXHTqqWDViYivMek8W/pyZ3S85lu33qvYswH3I
R83I+d3YUH3ffogXu2t9aQKGFa+BmPU2h5GsswTCqxKmoGT9hAOPDqhqoXoqmvdvD/Xqwnk21Cb+
oscZA5hh4VTV/2XvvJasRrZu/Sr/C6hD3txKWmupLBQUUHCjKJxMyqV86unPJ3b/DaymqmKfyxPn
ouloAyq5VM45x/jGagMqz99stVElzx/kTzdxzzvnrx8Cv7ODKOzNa0bKXWyaVZ4emq3b/NCXvn5K
60H/AB7G+v78Ef+1KlLNcpXg/u5ySewMvz822qAUKiwZ0E1KhyvDr9SNN3jVHTmhEDTILamOzebU
LywDLx31bKkS6ZjNleqDeA4C+DAIjL6bMgNpNgRzjPuzu9bUkL7wufz3HeTrsgckYhAioe5cHSjF
trlrTsCqXRbela037rVhZNULnZ5/v/scBW3KnoTE5tI7O7WF5cXfzDmNq8BQYZDP6O5zm4ltsWzE
dwaqzk41ht0lbMuqeOH5+XfF5exHd5He0zsHW7H/dL+sPOARiYVuHXLMA7O8HfYyK5qbUd671nAN
bsDAsy27CwU6/a0nRfBIiaYfXWb5AL0x19oSgMfzT9ifLghbPUxWuAF2seTvPxLu96JvepnGZR/4
KP1akaye5b5Pe0ICIhuC2Y1sXEJVG3N7kU5s/ftJw3cV0LEhz8EFrXj2Ri1GrbBozNkht0b/KttV
bVG2ttt0AL2r61T/7H5ar3NelZmxQo9zxhWrSEFKNi+e6ZZsnrQeoowjXeeErb6wMMro1Qe+9vkH
BrCv29TC8dwx/LEP+ZADCsmFRYxMkLaSsXKrqeKQFq39kE9TkJ92rijCjHboX5NAYNlhoxnLne3M
+qvJ6kmKLvW6x9JN+6INg0EjHkAO/uyGjM3QS0+1hSipg0Ct75mQ1lfcFuv3BvX9dbCJITgIry8/
rKMDPaRhykuffd3st1an2vc9EhjOp1PyvYNN8YYASrALuP+bIJSWw68N7lgVgYXaadEI3r9s4wqH
wSFtcwzxAbkFRpfWXi8xOc5wFdJekebcLt1KM7wYk6CupBN5QHyogd1uggHhmAoZu97LzzD3syx2
5aZfIFWZoAg1U3kYO6uwYrfz2/xOg7MQ1X4p/Hthkfwxw1iSfRPRS/KBjTi+lugyC9BgNFMPTaHb
6t4z3xnMiiiMPM6vlrGPXIDQFAjc6TuCrRlxFL7e3ht55vvGafLGqmYwSCJC2EA7z/FEAY08GLkI
rEgnjdqNHXcyepgSOZMSTere47jm4hOgAruEyRTIKrIqONSYaHyHXfckQEwQSUjdv0GGGiIDlOq3
2bH0u46B9Ld8Ed4IhghiblRpWTbEPg6G7f3g19lydGGSiGRwbUmk56aPXbiuDIbiztBccCiTz7ZN
qmF+SyYMrRyjopkVd4ND1WoKCcmgsiAxEV87Ddsle2d/ZBJhVzn4QmUCusutTAPJZ6AGGrdV+64k
z8DqzAbtFTvrX9Np6WmaCi8dwoWtg3YsKwLST401u7e+s212VE16b0Z561Rh3zHDaSsXcGOXa+or
4wCvjJXlZW+kxdoTGsDqX8/IGWH/wcOSVAAWuivgseKB8He2BzPJP6/YXvp3I4ySt4gSOvgKEtxf
PJmN8Vp1skQcba49PArLWWbIMsC4j4sHPSI0EBMQJq63AwGmae3mh8BZ9Y8mL9s7Oj3zcnBMOjrR
lrn9RdHD7wlLp7X7mP3R+pmB8/xoBQN/ENNAPIaEOW0WVrx5ewstT3/L4NP85NAXzHeAYatCAgf6
+6YanPVAE3W2UQWnrhubU7GTNjsFEYR2SfFttFJ1Wc47vmmoivx1apvreGkRnna5h3E0p4GvPiGv
Tr72sZ5rC7rBRZaMyTNE4JIpYXYNxG59o/Wa92mbhfPaIZkpT9wyx8BYpcKJ69Q3RQihP7uxtXJb
Q8CN3pdlwnbO87fM+oUGTnAL0QaWdewrzEpAknN3oy+e2y1AEGuYYtVY9jcJzaV6PWtWVkRZXmpL
AljOgOlGTWeFe2BKcZH3ovkoIUl+NNLMej9ouQKtKHsc0B5e909+mYExUWba0brogHyQ7r6k9O5I
1R0jOo0Z37jRYU/Wk3S+lNZy767CTAawQtg4A2sLu+1yAp32eQVK1oQGJMGH3NELBeFT9CzAjtN/
BmnS3WdI5Y1o9N3xwRgr10ggRChvXxgmIGqTyN/pmeu+M8tJDEfbL9chBrJWrx/pmllQSleYqgdV
5ObdWqTzeuKlSPmpC0ufvkBqq8yoViiqw7osBu+qyIjsu0htojKOVU9nKjSGlWE3tJWxDU2VelrU
aQiUAB1VojhikGqrSB9X/RJeApQ7l/a5Rt9Z6J86W2xTouy2NsJ5B/zS4qLKCUt31lXsDbaq4nUi
/Dx0CxMXRUNogBv63eh9mtche287wJdDsk5SHPbzhMVMrbo2xKJ0wRu00ExAEcELcBJRewsMALf0
I+wgYkqMyrXem9o8pfDS3L6+GLwZLoyO3Al0iaXvAJMFBOpx0tMaZpC7aqc8H/TvJpA//WCvupiu
K6deehKX2FFH02Av6TsxakPz2jKZg5xAr43E2yCg5b/iMYWaCkJUxUAxl4eJ/IImVE4hgsiw5GAk
gEu5VTBMpvrrKMpliTt/LZqwdofuypjgkmYkXLzTZbA92OxArQMrqA0myEqLD67V4+gtF6wRt2LE
unQQdtOUn+FfVvjzTezUKBICBqP6VNGrtQAZhWLrpiDyPEhWszYENX0YWhNxJcqefEozLz6h91tv
t5p0wzc82ksb51lnJKVRaF96256mC2tK20edWYmIcBpvTTi6acbaEYzBZl0WZPG1IXweiIbUKot9
XBD4OAdEmKgJ8BqMsJeUqz4U9Wi8Bx0DEjQrBOuExj7kEXQffL5C9ED0oC3BkLJH+z4D6vkgYVpS
slsr9YA2zNYM+IX0rajsRf7BajwYVK0Ymnc1MiIzlu1sfNfkPH5brE19xC+98OJJu7zy0p7MrA5U
zhwGG5Q0CDZ6dwXLa22OTdqq7FR5RXXhOIOrwrVp7Nc0UqpPppebt70DNDZWqm3Hd1ZfFjdjA/s8
Bjwhbwf+rzRkONu5B93MxefcMqD4F2VTO5FSM9s51y/nb6YBHiYG1O1el53efZraftKI8zPEeJjV
iAHZb1fnaiSfY7woik2OJ7sTmh8ZpKeiM5nQK0f2nLN+Btvm9EeMN/adnTfr27TxVX8iNcqHhbXZ
ix+7C21QtnET6TmYjtiIYAEhsLGfkLWHVEFNHissY2nkarN6FCPgdrY2tTZEM9flRvNaJNFei2cc
q3nVzpEs18vU7BcCx+pvFlmbRdRJW7upLHjH8cbYxllc3M0FjxBfG3pI8ykfW3FF4rL0j3qwlB/J
45jGaJ60qoibvpu2qBpt7YGUVl5CZ8yHx14pEsZnKnjn4GrwDJt2R6P1mo670kA+9wgx7ASDHzLT
zM8b1rVpnsq214fP9UqI0KGoK7OIbL9OmVuswe5IpUBwoloOKTDEzdsurXJp9biE+nQFNyi/RTtG
+II+evabCjY0bUYYSK5jc9a1KNke2xKMZ7yYXYUjcCY0NQS21o5oYLUFaORKmsrBarOVSGlfT0+l
hnDgQJAOCFxWfiBme5LHQdatHCM3L+RXu16n774u2RE1mVvfBFhtiKvekYVhpUpXxxbla3VE2dRb
UW9ufcqGCAP2HprVtqEhnWyCK6uJLmLny3IWMLzH3+44zXBQJZdmL7LMl7rWP8YCv/dXMMIwgOHX
vYl4rk6te9ScZFRqMZ6UHIsQdQwhqKR9XSm6SKBTIUFasJeYlFjile+Ny2tn82W8VkX6tnBb7UIb
vC0Jpsx7U5PKTmMafGHTz07ozLN1agFvnAC4mNHSwNGDOYB4fVt8Qq2HDYiYfPd8WfaH/g3+UkzN
+Gt04BTn9nm5zduSjnoa77r9k+FO9oVtbEbUdbZz4wZgqyBYlbdssHM7WrFu3Q6Tm7+ghfp3Awfz
PAU99dl+cc8bxd4aLP28VkFsmxWJfno5vWGtYTveKPnfF+a/HeqsDtWgw8m2pNMxNFqekCgwvNWy
yqC9UfenSmGU2Dp5b7M9/vD8lf5D3wGDD14qYDkB5qK9RP2lJndru1+YewfUFb15qISQBw3Uxgtl
9h+vJHJmKmzUj2B5fj/KpjeC+MYyiHGI1R9qy/PJ78LBdqLr9qJL588Ho5xGpg2K83xMGPBFt/uC
/o1drm3ctwxJ2Xm+CRR10/MX79/1Ow8IzYz/PdLZxWvrHvqzx11jILYmuZe2ia/WDfGhh3I36xY4
eSK/f/6g/27D0RTb1QN4SHnZf4w3frljzrSkeUfeWqww/0GQ9ERc6Ld5d22k6UsWrP2xO1tX+Ogw
bKVt72IiPjvBHqDpOHg1kT/StL8tweAsseWM9tt2HfW4movmPm+s6sGcNuO0to75/vlz/cPTSeuU
wEKbfjUD0bPnZnFTtt0mfWPLXLz3ssLW6ME0/s847m9k0Ov/nNAZrejsH/+fhxftrb6n4UXH/lvz
Jf8fclAem8dfEUb7b/sbYeRAI+LrQmojCXTMSXamxd8II8f+CzEL/Utaiyg6SCv+B2Hk/MWwgSRR
10XxvNOKeIT+ZhiZfyG98HcXAH03ItdwGP4XFKP/kDt+PqyQ2HHm0Zkm6n1nLDFC/32RkaNBz6FZ
MPpk6QzaVYN6Eynb70CQD4LqWIHoGgjccNaK4CO5fLT63CYJcxTg81I+8lG7UpjFGLIIu+1aHex3
ZmXZiaQVwz4yrxfHohzH+jA625K0oyntw0AiYxAWwtWWiJ6S+whpmf3z2OfZq37Q2uKIk4cyM+uw
REWp2VFeQZjcjHgiNuACgfrwPfCH+v3c1bAcy7QbnWTzUnuN5p6tyYEBWaqfbDVo3akvoakQgJOn
61sgg+7lMszDGnHx+49wsmAaY+t172S7WnduJuY6qVVbfhWakm+EHgg449m87Jwh+I3mCENvWOdS
u/WaZU0W3ZI780Cqb7XZ6mbc0K36MrVm/jACE3njWFVN0mHrbea1nRqaFZGJsaVROzj2Oxp1AO9t
erzsgxet/mqYqVu/1zOgou9pKJENkGp4RA++MVv38PfZT2aeR+dO3xySp5A6VtTQ7gpEcwJmSlWH
V7t4rdcZOQEiQIZEkpw1cRfzGdgtnSdN3oghr2uuNW7Y09T0RUBPO5OXANvkV/RdegEz0yrlsfeU
D7OqZNJFLlJv7hLUrb2tp73TRsTkMF1iJ4OUMXXVVl8WBuNpgMITcPexxioDickRr5puHridplt3
saxhckckcY5f82A1odkIqnYiEa3+Qema/9iYi/3VzRsglJTd6r1datkHAolodQmf9PiD2dnuFK4w
WTLSIILJo1RehqGL6PyaN7Yn7W9ZI5v6FdQc2zjmhYZoAfD2Wr4bEVvY8bg2Dp+22qLZYk67/xbY
ibgxMNc1YUELCUJs1U3uG8/reiprDXIczua9QbnSPo1dmqA1NGOZ5feACSiGyHZWyxrKjvcsmh1E
uz2xfDY74Gz9TISen7LPXoshRtzbP6DBMJhN9+if+tr179qcne/RmreqvjOQxtAPDtpFu7Are/ne
j2lQXFZDmeePY69Gn5cgtbwrJkfEtdSKdntseTsri1BENz025HJQIg5zJ6J6WxuXQqSi22hU+UjS
gtekxAkOsoKoW2ZZedqytnhgapJ/k/SdkHS6XgfFH/MRvDvLWmruldUmq5M1d7jmbTRuzBp4mgTP
e1x49jYC0WGAeejWxrdi6qU5j7U5sL9rcKg6npJxt+mUvjlgOs+bR88AeBUuttW/FYtFVHBu9UAj
bK3ytwjMgi1vprwd14NJs9eItUzP63Budx4pkTkdJZKbHQ2z04tkJQ7gtJYOSPe80ue7rZXpQ5dn
PREY1ejf1vqQ0pgLjPG+6uuczADTEvdEQQuyyc3V+5DVevCmA4/5Woe4dFMSgB1VmTu1MT9OPsWM
/1uo1rTA3EjSD5p4aYGwskIWH4JxWB9TR/n+hU8BUEWs1LIOrbUAmEUyTPOKnsGcH9zF5N3MmnJ5
raoO7SXE6NSmNSVEE9KDpTiALxsAS6sX30AYKqZ1L7e9JNtcQV2vtGG9rNJpnWOf8B6e+tkfq0NP
BMbfOqb//0X/BUe4a7Oe+aI/VgIm39f/uRj2vw2/fdT5nf/7Uff+onBEA6MznN8/3D8/6q7xF/vL
XaHEfAzN3a5S/JtLqLEX0GGLoaWmaqFA23Vk/5AJzb/gXhnIdvd5P7fd/G8+62fCEQ2PGr1uDnE2
LOxpXaHVFlUiVufVmm8yJPqlAItdYOkZe+uTPgjtnUeqyAO4YxG1xbYc685wI5WuKkIIHZzwJBeH
WU+N95CcXzQ+cf6/bI5//mRnm+JcK/V58G2R0GOpr0xbdbire6puOAo30NvTSO+RFkhUbKExK5KV
rO3drBGsRQCWRIKQOpCktyqLIdOZx9TEdW61g3HyWn89VAxv3/xy5//e3v6KUjqrpn/+pHsp8Uup
oLfUxCOLRDKlKHqsfurJterQ2nsi/6JXdn7l2mt7mDeoqaGTIqgZ5fBievG+Sf+5L/t59L1O++Xo
xN6kwUyfnrGY6RxZj5dYI37p4Eu+Ln0+1gli+CrKl6VjoLSQjyTT4gXd0e/z3Z/H3guLX47dNiC0
8a2IZEO82YSdOxd3Gb3qCw1ud+Qsgf6msAoVhKNHYuPzl/v3+vPnMa3fjzkH7Jk0wyyTTkz1cSGn
OGz9prpB6P/1+SOcETt/HuJsi+sDWqz1bRHJbGT5FS2B/ECx3t7XCHsToonyQ2mLGcKi0iOvq5uk
3ubx6GfbraiWHx7TOLCb9SYQw+dGuvYRnPwUGZqRvqA7/OEz+tNNP5MwYUBoSYxdysQU5Ro1Q1Ee
XL8djhXth8SiEXBJ6o24zIKgJkHQze/xvhCwZMjg0E7EmKs0G0LsBd7JEmt+qS+GedvRZL2ygDZd
6EPA9Fl6Q1gzlbl9/qo+dd/Oisx6WIqx8p0m2dK1jsrAoS+2lvOp6bwXZDo/ACH/virEV//+aNAF
yCqb9maCAbMCFmPJMG8YGDtVt14hRmID1xftiRlAi7Vf9RdTL4nBrY051NfJuPN73FR5nzuvWsG3
Wctn8WFsMjvJunxKvFLRvsVdQ5YtqkoLNfZhXVtQD7lBe3aYjIOoFKlt+EzrNDWP87g1V/Tv5cXa
sRHsHE65Z+54ZWe2JEqEAIUpo/YDv3VjZpN/XLLe+q80sP/7COMC/v1SkHe9lZjK2oRxvh7tkWqx
cmGa6p3yjs/f0CfWPSrP348he9hEgVq53F45HPEb6TGRwjWxINMt6s4PS9p/BPXUxIvlydCvLfXC
jT7TmP48u7MVl0y1CR6E3SYC5vYauk5pu9FCc4NKKJ+/1bPvNdQuledCG1HCjqbOIJUhgEMWSnd1
9GQbDcZ4L1yIfV3403N3tgQjKOnarXW42GCmrpdNzBWyjaJOlHLgxjf2ZeNnFfYBC6zr1C4HzRBk
Dg1yTWa7fgkceGb7/3lVzlbjuXF43XWjTZBHFEljgroVmHSjPkvfSWtht70XRIrEO2Ry0j9siHFO
vr9NL3wN9qv/p8twtjLTTrM1ytwq8ZfZiwzKszhrK3nVoEVlowo76vnr/eeVBFfJ789dqnzeLOha
yVyu9WlQrsvHHjuLbsj754+wP8F/OpOz5bWvgmADWCASMU5lnCIni0sBI1k6xgQov0Q6jaTlw/MH
Q6L7xOHOl8a1nBqatU2CPVF9RVUKqg5RhbpkFqMFR4QHZFqKwa28cOqr6qrKdNKmxildER3ZAV1z
n5L+INyuJxZ9EDcgf7g6xYg3pJp9cbNWPSF4Rqn0L0gj0kcyRY0JCQLJQSQ0Th9zfc4wJo3o8HDB
9MR+0lAN8RfiLFhGD/S5avJAnNyUXDzdn4hya4MUShqsn1kP1WreDNOsbq20MqfDRtv0olKDz/6j
MLTtUNWp54d0p9EIuWzRTi46LwPTGVACCIC0Qxa8tK8yx0eQTnJGeVUEE32KlQgOJ2wGU/ug7F7Q
wNHq9TASOF9fK7lmHx32FVfFRKzf7Rw0xsFxV9uKSqfOAnTPPQGQU7mUbhQADnMPeddkR2tts/Fk
5q17DxSHTFXVtNt3jeyzL0tZBAcz1XwngaRq3UmfchcIlmZf96Ub3KsBX+DBsNOi46CqQfE616Yd
Vu3UP1CSLQBbck4vhKq89Yfat3rnWkGnsbSRf0lln0xWdVnpgJTDZi0MeirAW+fIMKfysaQzcm8V
tXglKMcvZMMsyMlMWjdj73DnMeN0PvKBLlcU3PZSJIMa6Nk2kErhiBegpjfRGA8usiwrXDpBJuVi
uOKVi6tGu2TENnwjOq76jvsluOql15EwgirlwCahPRi+MyOFKfpRRrIhIxEXyUQwmtGv/n3tb9xl
QyzVGyKNmhr6o+m3iBWIwNC2oiVhcrDFLtUJGIh5s1E/LKQb0cbYCps8y04wX83NTKuTYM2tB0Jz
58TyRf8OunX5aAjX/VIjZxlgR7QKqNiou1+A2WzaEXP7OuI2Ntfszi2sRkZGp7U57QifDadJHM0b
/A/1+8xsmwyasSn0RMhJdpFljPoxrUSDNWseTGKjwVEcCWbd6PUNLoIDBC7Xg6MCK8SAgC2+6Ao0
my6hHzSMcn26s8eGPUMz6WjJ/AL/wmRrZhYXo2lDzFJNFS+d48Z1kKPc6ANyLAk7jGkLpAeD3tYY
+j3oXL+kegrTrNw+BsqRkhylzW0iM13Ht7KD4xk6ttLwjk0d4y/fzk/2ukwSbFgw3mUGz3U0pT4P
ezVm352cbM7Qdpa9sWeUzqFvReZAIdtkogVkhK+D7MpXxBK6b8d8nR56nVikg+a2PIc8OlnsrBZf
a1e3yrshz3+E5rjB55Z3TRKR03tv06lrvmvW4H7xs9kgx1fNzjcJa7eIDDmhApvlNL8rtYGEV1rY
wedxHsY8cgar+dZmdvmuaAfiQDN6ghMGfCa3IdMqZYSSFMRHiU/+diIv+oNaSUg2IVffu33REUqE
wuhi9Nu0O6SOlpLtgvbAH/xDtmIHCDugi9/XzOmwrfhO6OdOd0n25no/GjVNsLWs5aPH44Q6qkZq
mJhtTYDJklsVwAjf+jgP05ofGLVcLrWeX0iEi3RCS0N2iY9edof/lGsy2pVnkihqbJ9F0HdjooZS
bQczK7XrdNhgJLAo1G9S4kxZNcfuI8NiVV/qXarfFBPRH3LKR1iRoJre20PJjZ8C5V8bYOLHg+gl
wiQNLc2UpcWtIXl9uZEyceSyuoS+wdWLAoFmwqi8LVZ1UbFQwOBLZmWPddiTpvbNacm8O9TVon+p
M5prIQWlIy6aYJ0+S7aszdHvWDzDDnFIHbl0pm5U0I6M1t2eAacYuxL2g5ef0m4XCi5aZ3/Ug7F+
nCtyLzB8mGQlBbUsutAVgud5mAlRYw1nzYwKGZB3pue5cw2bivfw+U/gE1/0c8myXKyJNmjPBmpU
w9FprOyiYppOtpuVxs8fYt8E/eGT7p1tVtepHmo0CG1Ck6xnGKGsJCuVSp7/088kAv/svfaBzq+V
cLGZbbB5ZpOs9Y/RtWCWEND4nJxM0a9vh7eVUxEdTEg0UpGAaXoK+n/q2bsEbZEfhYFg23cmIyzt
FvkwX8EjWSrF+45E4JNmjjUqgqFISsdD3NCVfGXJ/7qUtj/c6n1pv7SV3Xc4f7pMZ1vZlX5sWoxb
lZTTUl4zNBhCp9SKuDTJdCk24i2HrN3ftmC4kOyTThVJAgTVzuYLm7s/t30gCPx+Ib0crKrwZZE4
qtRfgZlIb9alKx80SX68WuohRtCbJdrU5Kdyy16KQzKf2PKdM94VkbNI+OwiSctSfkWoCG2mQEBt
5N7SXRMW7iLSyKZUhrOsl3ejYw+PI/tpGmaTmnXCtIWFejcYSFHwtrU+gJItGIzYqFhQCc/yPaUp
8wFCNWeQHUOV3WtVnVF55lUbHDDEux+1cZ2JjUN4tGd/pywgdvMSRu+p63q2aW7srmxZXFE9TKvJ
riffOxldNR6mdRkInpCpQyFlQlsPAfE2X/OhbF+y3T71ep9tpzei60bX2rIkaNz6o5ut6kD/HL14
V3b/lQXqn/fv3GHQA5TupT+U7NzMCLVcfaobg42sVnxdLeW98Ho8cSLnjtLM2wqciZ0gI9yyrzOm
enT7d9EKZNwXlsKnqrhzvETTbK5WWWuVWM6WH/sF5U1VWDRmobEDtOTzE61OqV43TdDz7LXBxeJv
JfgZM/32/GJ25iT5eTHPFjMPOkIw00LhLSPCs0uVOplBk79GrFfcyYyI5ImO47vGgHCOFdG5KWXt
3G1SyEhhJkq6tKpPz/8sT7yW596kps8KHsxRJBrb5tCvSB2tdQdRcdVqkVG35cEL1N9KhSeh+E/d
3rO1h3aNB5Yoa5PJtyD+upkfIcDTDhag6DfPn89ThzirkUcFjmntrb0LVppHSbINmx3S7cWCmeP5
QzzxpfPP3vROBUjH6cLS9lr3kMOhBV07Gi+otp4o8v2zd9lPl3yrPbdJpHT6CDHCfdvXwdVQoQVc
IFe+8Bo8sVydOwubeSFwyzCaBO/sdtBHfbmtMu0G48p2XRM3Ey3ojCJ3ctjizKn5wqU7swz98+Sf
G/MbQgKMfGjahNgA+V74BSfkaiWViVbZ20OBTC4PDb3MKHqXrMC2TBYgYnmBgyJKpSaux6rfo7TT
QnxnsN++b5EU+Bjz515DqTkLyYZuL6g1xVq8NYSJXVmObE8K4Pbrrl7nBw95uggXZsIXpkkzPU49
O0/Bj7PdPOlioDbzNBlQQaB7vTNE1zHZtXtwWus4zHdFOon3jaoZi9iNbLcXbshT3b5z1M5EcOhW
SxZxmhHWUQlX3FXC02iP0xsVhksusm/lF5rdfZ8mzBZEqzdvn3+ifzil/7ArOYd60QrxlZKjdiqK
vLkcOkQReutvHxWsyZuOx4RoW6QGEenwRMt2ZrbSDAJBFKIicD4jyu9lONIeymJrKYLbRqWpFfeO
mpLCWeqjRsMlserC6CJkpt1nofv1A+jt7hRMOmoPzSQfNZQUg31c2GplporC+JUc3WD8v1vnznGN
wbgwzUKRnqQtf3yFZJ1I0XG7trDvEfMiygeZV9kL7/CfxzY403/fY0HytrrW74qEOLJvljXe7Xw4
qsPyttJm4zT4S/WJhFTxwlv11CftnFusuyU5Mj4jqmbKrw1/mu70tkb6sysdPLPojtOQB8cqEI/p
5mkPiED0cGIz9Pr5x+eJNdfd//0vUypBAlFHNoNIbMK9Ir1y69iYtgIVSVW8MJB56hBnX46ekYu/
zk2eMIqbLtLC1IkRKNorjrXFz5/FE19C9+zLsfl4A7pJy5LRqnGtLxJnnHTEddcb3cUqsQlIIq++
PH+wp87n7BvS7KFnKvCzhNJ8iPxFdy8CYlyiZdW9w/OHeOJDcg4nzD3AJigWRFLTz3ttbHtudUMO
94gt6ZSOOIyeP86PuJc/LR5n3dVglM6q9SxcRuo2V2WnrGhw2zQ20KEcG83SbiZ/EJeDPr0yWFdf
e25dHzyj7d5PjWk8tktdsUk3vjVUcGHTYsn0R/0+W8ommUNXS7ukyuUQ5pn4sBWFe/wRZEwPgiA9
DXSOmjJx1PrxlLe7iKqrncOMGpu20ixe4UL4UrK40UDAOlliqE/mFiuX7uUynFr2l6ub13cNt/eQ
ip7dDgaDKzERRDwMJoBqN/3kjYU8epT4LzxoT72uu8zw1/dlrNDk+bpJkeV3dFOQuZch5iyXVOfW
jZGg+ae8N/Wk15b0OMtK+5gNcoqsutJfKKefeNads+lVOyNY3iwjS4bayzChbM3bzcRzaU66gT8C
uyBx2Pb87fkn5CwS4J+vvnO2HnoS/t+oRJYA+tdvPBfejZU2W9INfX+x4H49je5gUpQPJllCcx0W
GBMjEljtMC1cDMxr+y7ItSAaapLeIVroR3tZES2SR//JZdSyjwjL2DErM6bLgT4JL80Lr9FTl+ps
rx7M+IO9YsoSb12Hg2U2eshCpHAzOR9w4RV3W0X/6PkL9eSTsS8Xv6ykaocH1Z3MErOm1WFbajjp
1ag+e7OarwoSnC5nVxCBUOX520XULWqwcohlUbx0tk/sbZ2zdbYUQVFo+sjZ7jIx8h+1qC7gg71w
fvuS8Iel4jwTQg59MINJypLMgOa5mUaRtNvSH3Az4/VaV++q01YTqdlWXvSOxBMI+eWFCna/hn86
9tmSq5PAABWFXaLuVEgaprWJSaYo4Jia/Qvn98SS65zt3enplfamcD54SpkPVmquN0jevgw+iPeI
1tRL7bwfkJM/ncvZkusrMsTA3uaJ8BB/yGBVd9ayEZXdj2Nstql58gGuH5cKlSS5dsVdY044lN2C
HbXblUyJGJ0gmtXUYc4861I5ZhMPnvtSDtkT19o+W+EQG1uj8vlcV31T3qUm3XZjMysmUo7x/vln
6alDnC1hhfLbCa9mkYy4yk8/chpyECav7Ml+CRG7/1F/uMrnGdADfAIoCgWHGMrh0lsMdDiaCI6m
Uwe45wqTvCljOjCS6174lj51UmeLDSJYuXX+WCTcPsxcq/l/2DuP7bqRbcv+S7ULOeBNozrA8SQP
PUWxE4NGQsD7gPn6mofX8bIuxXqv/RrZUYoCAQTC7L3WXNmBIdtFNhLXb3ZSX4hvXPt07Q9zDPLg
WNl5QAHQ0+QdFe5iq4LWvMrbto7mWLNWMz7HW65LcniXyJ054cVyYn9Bf1wSlG4buC29yY4WSDQr
m7SyiBpNv2rb6bvT6Rcf0kmj//F3HIIGh02iJZxOsWsGo5NFc+rNm8qliebhXtz+eRB9dZ1Pez7h
NprpxczfrTE7NNMLoPFVgEqZamUkC2zDf77OV+/109wTgHur6sZJKI4Pyz5XUxpqItDW7ZgX38w9
X8zcn4NpKpqtPdayaqfUKNZLH9gXfVPO6//eDXyacDD9o9IugnLX4h0O4SM5a2GyQvgzXfv/1iU+
pxJlTdVb+HzLXVrGtOygOhzB914i4x2/WV6/eAufY0figBiZds65CRn4l3WGAzOo2uVKqeK7t/DF
gPrsNNIkSXMEaBNE1Ij+QQi9RoidGXtX7+oQKWi///PD+mJX8hm0xq/eTkNmpTt0lrcYu49x2rmh
AZl7pWoBCMP+Dn321UM7/fmH6YJki3EZEUfvCEUFDl2SiJp6jUGRRgbfDN2v9BmfyZR9bJa9X6t0
l6bo+OBhioM+JRqxyiWBUGOHRv7UETOp3qyTzMCxSyTEoS2wvRJY8+2+/KuX92k28KVDWaDkGC2r
pp7CMfB7QCOOYTwJ0Bk1UIK03StTYHaHePhcdJXx5AxdXWE6tq3XftbGQ5A58O0zzhxI43KOEaQv
UZ/681t/H6n/YUX67A2qtMTheI9m1xqaMMN/fjvbA9II8hfNNmvXQFTsCOkhol638qPOmqEC9Pqw
CeJhDO3ccVZIt2bYq7zGEXg7zXSv+THEhr/tHSg0qhDTGu3lAghjjNdpnIK0yORZO3bnjSq6sOqw
aQykluo0Y8/VHLs/XOmrbRFb2WaI2zPeYLNVvYZvMYnN46R3K6P9bo74YkU+6bU/DsYcbIlZGwwU
5BXmPjUmzilBiu5WbzksLuZvbTkFnLe4Jv/8xL+44PuJ5sPoT0Xqdrgigy3W6y4ke+LVHvPuMigp
HpKMblPL4XcgyjH4Znn+4nP7HHcFmGQq5emCpqPV1xmyot9M6+7ey5PXP9/SV4XGz2z9UYeUhZU7
2HqKTWCJXXFVFTLbuInRvfSuRzm7V/mqLrp2l3SFu4IvPL18c/Evlinz00KiozlxNTatW2WMd7Fj
6NGsJNpNvCeRGetqZSonWUPwSULT0vI9mCH9bGxGDC12Vq4sCPKbTFfPf/51vni97wTjD693Wsy6
qNXobvWxEkTUKXfTLmV3DMjAIjSGUDyhJ4T6lIb7zRW/mGM+R5rSi+wz8lzRBWpp9mAii11ZxRQf
ktQ195R/vyOnfjGOPuMR4UURzofbdIvNtVzL3MwvdGNQq9pMsus/Pzyihfns/tN09OllomKWmT/J
dDcugY4ZYKj8s6QhphpqToaBeNKHk+swd4OohiByYSSVGugZ0lpYW06SrCitoIbDbM0RLGEXCt5j
qtltjikIkNaxArJSWaX5FjaqheoEEoB5J8JTPj4VOUgknEia2PaZ3+3NhDNziK9vepNKADaS7Giv
nEZTlxTTrdvcMqBhQhh7k00pDWKnVU6WeJe4FyMKmCTEQTTICLasuCwCzalWSgvGGxhHrlrFtVsN
Gy1+RaBRVriFhHkseyAzISUJ2p+wPQ+A0ep0FSx9A60ClPPKm3UGeoJyYVoDrYplOPtevhuWCUGC
5mlLvsLNnXlr0WHbC33g079cipyrifBEaKaT1f1slZ48+72PyFhr2uDk33dg2kASFs+80OkBe+dN
78rx4MxIOzojuKxjhe1wASMd2q0EKaNmV6OpSWLfeQX4QIdAJG0VClA79Zr7S96GPDfORRoLJ4LN
LYYV+rx24zaVfDa9tkNSIVJkrA74C7m2Stt4dPrGPOSgrNdS+l2z1YuSMh4oZtgQ2Ti2RuTXotlZ
GreTjCSxRD7bOnlFsqgFIE8MKeQJq5x+VXrdqxtUxc1N6qUKlY4fQDxBXxe8NqLLrWhxgnwX67ZV
rfgOBeatei4gglhxOx77QMvfSjDAj/lMhSbUXChb0NHs9IEkSCAPI9CUH2MiHS+ayFcTqwHgw32P
oy2N1BLXL+kwM4UvWQ6Wo41ntTem1BpCHSFPhByqMTeoAweG9GJCecK2WeYhA3J8nA2j4sM1lH9f
myL5raG6TLY4JYts5RWd2E19mYL9aksUQfaMAiy0Rys9UcMcAb8o7gdSd7IZZJPVlsgnh6RJN5zW
Haz3ZWFP22wkfMiylGWuiYG37ciRXnIxEmdsUMUY9esxlotHQDQ+xMQM5H1swUW78I0S65BeT7q1
V8uiG2EGQ6lcV9gzg33TaeVL0tsucY1DHzyNXrARPi23CMvgfOUH84y3Mw+8rYKEYAHSsceIZfBE
XyEu6HwEqJ9tqPg2P2eVxM+dviQbTeXpqcIr08h0Oz04KDr5VdQQ6LiuR2a9w5gYZDhYVAGv8YjW
/o6jD013nxUvXw8tqKeQnY39EpCidq+JDtMyX4V3SE0DYnHGgks0H2w90tyc4VEMjTpD7QC5xPRb
J41oZAe3cdJpAIRqpBioaoI2vaELU23LVHNelTvXK8aCVoSDKBbq4FmT3A+l8N6qwcnY0KYEmEdT
0HWnDN6ywkHQ0KTc9EG9xOxoRH0Rj1OSbViWuuvYIVQt8qkJOtGSBYRHt347QGTBBhSHlVwcZFzD
mN1p2EuxIXZmcY9dAF7wlEn/BZQqVZgMIt2CjeckDcR97Fwu/sngUmXKzVep14stOt1WrrVAOMum
odB+zIsJAM7EDJJgJ14MpppaaTiv8g4lK0wmbT1bWm2scgtHzbpafLgtuqjvsJNhhVC6d55ZI0HY
Mij6N6XINoOo5y2bOQl0OszGSP/VtmHPLeBC/NBMGQ1Br+ghWf14oeyOCAP+PT8yJxHvWtGl5mEY
ltpec+solmvZ5m9BoMZhVYzGQARL4fyEZKEzdWX9zBNqlPL3lo00Myxg7OFQ7n11Ni2Ed4foAp1L
nYjTOAzaftwXkJmgCwWJc81X36BelkGTAkELhpkcR3+MqgVO4Tamw/XiOOrCL5qHWCezcWUQPnw2
mVr8q+DnGQnoCEPCOJJLu/CsVyFjDWhZWteYxV3T2cdYT7yNJZmn1kTMIv4AE+Zd11MHfazSTx2B
Kffs0G3YbAJPG5TgGNDTU+vIKAcsn7JnmQvDaEIql/qjmOGA7/pCXDaJ5V0WljLukgqhA9wvWYWN
WbsMxRTDOcA3og6QfZb2eU6jn4Fej+Jq0nPHDu2+Nn56VTBUa6dD5YiMs7nshNmT8T7fo5U+KbaC
tLzTskVLkXTL7i2f3GqOOjSlkNSGrHjKg5xfriIc0CB4224PVN8LWPQM2dVcV9oYTomvg8Tts+EG
Mex4Iwm3eyIsspu3fm9p5trNnLYn/ywhWz1V5LGFLOk6nfEq1ncljyBUQV6+YLdVd0tVFscajBKe
az1e6rAsxyZZTZrQVOQycHawBWeYgFk1xpHuTRLcUDIk1rbGrPkq+XZ/sjFoTaBlZL6j8O3EybMd
t8upS5xBqwxE0KP18sTeHkoK4YhJhnMkNU6IhtTCRW9qIVrZ80S1NSA8x+xu/negGBjsGvytKtPi
B1JBfjU4efWPP2+IvtpznfZ8H3aTSy4g6tWevyVZhupL4F7m04yCmFzzb07KX13h9OcfrtClhWFp
NI+2rq/d96llXaW5QYa9M38XpvTV/vS01ftwBXgAOT0zmwZA0pjrEaLDWTVVxgZXaLU1Bv+7kJAv
Chjv0qgP1xHET3e1BIYXZ/KRQ+weQitS7kK+NUk17zO3975xar2Xa//DLvW96vDhUm6btzqeB7kT
A47NpsrjKy9o1SWdJjdc+s7dWe6A+LdLyws8aFZUtTHh71JOK4sP5CHIg9/w+ZiXkz47V2IyHtJi
tPD4WOPKZPe39mPEITYUWhDdYDWQnLtrM0/cKwvQ7Sbx6LW61KURBJbeftTSNupnu1hrdCE3jUHc
LMkH+WUM2XRreXV2ISArR90wj+dKq6e19PRiX+QQ/sYctgbTxLIux5QYDZwAK29AicJuG7LV0s3f
DLSvOlHvf/7hoTVxnqJQzLVt45bd3mAtXUMmk+Bgh25lC6LfoMJhtM0y7dAlvX4jDYNFx5ffsXu+
GOrmpxbCkBlaMAkGooMfIapy+F+ONfcb9rzfdfzfD9X/YWR8Dg4Y8LpKSy7ZDrRCsOL+5k0dU2uG
IBTDzEcJXKXLiM20WdZVKeKfRNO0cN+gu5rmMh9yk32c8Nt4u4wQEoouEBeCcMwNZxPsiXFwVdl5
fp311WvrBMnmz9PMV92fd4nth3cjKxGXQ07rYxELoRcIBKMCquLmb47kpfeuWst9nfzGOs9n29kF
CV0KM9GB1bEUXlkGMEbEuIxCYQe3tnSc0OwC45ssiC9mEPPTLOjHsJAXOMk74dfedeCCISSMJInM
YMHq1Xr2N9XcL2aQd6X4h6eQxXqRxa7pbWUwX5E+VG0zMkJCQGgi5CWC0sA/8ecn/tUtfZoUC18B
K65MsdXbSZ3PKNAitobjxvR1LHjYSr55dJ+iqv/ZKH8v2Xy8JzNuzFYUYqvGLrCgmC75JZ1xC9gi
Bq2tZ7iNuYI2ERgImLvuWZmqQAjmDlsfvi4ngzkzVmPqOMcgpSfzze1/cczXP32Kloy73iawb9fm
jbEtEwpTyMPN1fvD/R/YxQfYxXu299e0i+0wfwJXvf/APyAX7l82YcMQBW1AZmQKMDz/Tq46QS5I
VTU8KiUwjj+Sq/y/ODgQNgUKWyfKm/iVfzIujL/4AZOcPQI0oKMRL/9fQVw47+rsf02jkKsoKRnA
s1ySesDyfG5BOfCK3KxUMpIkUxiweyyvhHpd2XXUTi4QTiAGy5NaDPseUaOB2McP0iRylkbik5l6
dTsm04QQ28isJ9JMwSbxNXQhiVna3QxE+m1c6sBcEe99gOte39Dfxo7Ua9OowoqD1plVG+gzYkvF
NxV0aC/SyiW7HobeOcdW6EEjnlrnYcoSzo31UlYjiud6hKZuz3aOKhD+d9QtMKrHWA8o+FMSeeRU
2x85bkFQ70Zh9BvkEdyRJ7Lu0dDJ7aIFap1ASEi3nlt7iK+bWigVysHKfsWdhF7dIjmi3j5lLUj8
sSf/ruXjbXUJwWtuTyYFxwXFsdXK0jtrTOFgFsWYGK/qvHDpdthcbG2YFTwadzTin30XDxeqh4vM
6gOENFRxMV9Lzjb2llJQdyh0X+P8Re7mZYtFMN+A78StbFK8UmHmccoKiwED4Arq3SRO76Vw9vWi
m7s4hnBxpK4AETh2Ju+n4fQijmyO7NpKdFmAAhUbEycXT6UOz37ES4tQN6HQ0bQdSh5yE3ZAUTNn
b43OLZ0qcaOldgygrCP2LcQSYdxohYxziNy+d2Hz+8UrTLDOEMWWt9zHLXrcEB2wv9cJUtdO7SY/
ZZ+OTD7UbGkCiB97NvV5oQUvbjtZMqpdp38xJoTsoZUZtdqZeuHcOn0yc3jUcnU3ZrmnONh2pxV+
aOCdShDO5uAckjJb1uOYCNxQQ1BfgP2hS5L3cJNIk/GM3z4KtiIUVJfKcGiMruNpgwoH6xxoJ8yT
aTfY3FoX0LTCQhpVs4avZrDnN6urql9qcfXfhCHol24707gWpWnViGWhwkT1iLJtnVFsgZxgaz2v
rJmTF+mO/RjCZZ0xlfmdAlIt6ievrCRgCQxPSJxne6HFA/YyXJzxYiGjM1nrXYlcZ/RTXGcwXdun
dCTGInRHYHGVqZKNYWe9vaYm4x6cnkWEAqXwAJfHkmBtzFsca12zqtuXWRP5EcxzjgtKet1+SGKP
B6nywl4jFXGcrWeqfKHNOJjLyuycMyO1CrEGMFXf2Xph+REpQ3hyU9NtymhKVEmdP0bEva3aVF23
JHSke49onzlySwqzka8t/ktdLnBvWptKURgAz3ePk2ZSU0nYhF1yrgbVi7kxf+sNv2vP2sCT57WL
lSO09Wk64VVrYiCg1Oh2VC+8ixNNt/5NZVKSSZaLR5T6y7NW8eojetfuzxLoPu9Ot+ufudTQR1Zx
qrSVPkI+gzjvFGnYLEFSQPOQ051PZyKlhmGqo6oxdobs14cnh2Lh85hhMCWpVKbQzccSxNqyaM/e
AN1vRQhV8OZ1seaFSyW6OzKqvH5vMf1Joiz65rYkMeSaMWZ1J3tQTTkJrnFKTRjSfQRgXqMMiTf0
wacVUaJ6ZeDCnEY+uBk8SUp5WZn1QOBRHRiHQa/H6ajsZPKoRHl+EolJDf3BrQIeh91AYY8K5wSQ
HkzcUeCFlta9I0MjsyTSyQbOGLjRlEmugPJOgSqBYjzqepUdnbpLvHULujxZqR7d0UU6yti+xByq
v2gpON9QkKfjb/N8cWFoJfpJkef203TZEAaGcciq9ey8wsJbgsqonash1+b+ulooIEY2sVSCHAPX
9m5sQ5N0d+Vc6QetSWgGt0PhuCJcEtcYzNBWzexOoVewE6FKZCTdupsH/d5bRqKYZgRYWlTa3qiT
cagxvqW0AGaYfjy3D56j9/mvLAfKEgKI9MmG4L0Cx258f95m7OWYJebc/kGKqX/VMRa7EEoZspdi
Mo2XUw7SC82BFIun4F2RVJCMOqWmor8beTYLftymDDZp03kTsvfEnVbdLOXR0bPx0MEKeUzSQgyR
uwTpxQJ9ytgKXymAibOv0fcYq/o17uPl1emy9rJqsvSpJl30TErX+CH4oF8NyqlLNPYB9EAmHYIq
8Cl6b944DvcWHHvkiYkq+sg61djxEQkJL574hBY0ioBXa2a2/8NSU1CdudRe6YAsBWeXpm+JL/Wb
pWCVYMoZRkBzEJcrZhtCZ6xlhU23Qhwa6NPCeulSWkEWeQvc2p53Y1c7D9U45lSKp2G+h2XN2FNZ
HsdUUWOaDdY4ljJMeppSm6xoUW1TxuABNgiHm4ORwLGGVCgyuTEUnZwwk5MHd1Y0wwNQWqADmmfb
InSMIUkpxfsGcgqK6feJN3Z+NHsBRsHeCvSe5QKSXpgGIjtfAiJOQ+Zjd6058cIwSyrzCcgg3Z6K
CUWx/Ge52oCnd57c2Cl+ezGlXE6bbt1uyItMf5ZVNT04ZupAghC6+4JOob+zTIsICCr0eRHmHJ1Y
xbGGvHqVFuxVH3RvfjJnV0EzVEwYtkJb1zonLn4tnfx6LpO0mrastkGpn5VQ9R6GVJDN18V9gyiS
1vnvDCXSb6XHwW/DrnVmp8I+4lFzqxABbHfplDj9sY1VF5TJ+8fSbziZ48ev7pLOabJwwdqJvNk2
TFDvRu3tIN9xSCw5qp7nPXkUYZuUVr/2dHSBKw4Z/U4IzxrWiPQKK5KoeiDwS0t/c8dpmVf05GDB
wFoB32elxDnpkwoyiO6meedbg32HgjlGF4cLIQ0BTAuaVXHNnmtK/bu+E6UbJUHW4uOpic6OwBjq
J8ihegz0srdOLSgyeXC9WAlOdmc5UpQGn9ENQ7dHs+jbkAPy9DjYca6OBSkCxsoBAX/PiqJn+zTI
jAfPa8wxsqZObGTnUr2eULHaq1n6Zry2vGG2NuZUAhQqy9a97y26CVtieOzHlgRU6jyWzO6WVK+v
IHskcaR0jXbDFGf5OZM6qMfAVm8FbMw3drPzSw7Y4slfMqQQFOl5dWC6TH5Lj1cd8c172FrruuMz
d0V/lXhC3lM79kUUD2zHwpHGoB4JLcvuxnQQGbVjw/05D+lyVsaJ02wcawyCQ+0BGQhbAOLGvksE
CS40aYyHplDVFVqmqtjBHZsglOKoWlmsHWeGGEa5au3SULSywDaGUjTeHsaKMsPeIEh7XJY0p4ue
ugeQYpSAKbpiq+1kB7eTMZyxaJr0fTDQ12LrW4q5cTHZHizwleMN2U59GcbVZDyyRygkEno2iSu/
Cbofsgf2D9QV2X0INTPzoMwHdHEQUGrpLhAwtCLNFqYHnH8JbuZyIerE9r3xzk4b+aOyyDgAA1qK
FqKPKX+U2jz+8r0UwFyZsXUKS8NBeZMhgjkjk1NeD3SyANKOo3dX1Cm2Adb4+JjQhzlZyOoZXi7h
9ibOsomf9msZHBfPIO8i5TMrrUF7tErNs3apZoFkr4axPGhjRlqRcmZnn8EVu0/pDzDBkhuwECvT
iUtacfwOYyloD6jZiM2QIqBFxWiQ1ML/50AcJ1X5keEI9uRDCWb13D///bR8fC5+/Z//dfXcPsfD
8/z//Mg/jsT2X8S/BUjqTN1wXf7715HY/Mt9jwUNXP4P4EfzX9xHI/jLDAwbwrL99//5zzMxes+/
XN21iOsDGUl0LjaX/wLO+d+rl4hroUcCHLccm+O673w21s1Z5ZsjCOO1Fee3JRya0MVdhBoi9v5W
Pvn/9NT+40quF+iGhT7os1jZVplraHaaEU42z8d60J0rQFk2VVva9x/ewdXfTvQfQYz/6aZO1QST
Ez93+DldGMr50Js9N4Vr50pCTYg0w7lpWvFNxf7fy21/uyXLwgkDbt/1eIb/3ougpgHGMQvSdTaZ
XU77jQMnM4NxhkQaWECKIejPN/bvpcS/X5CgX6I9HRDCn+3nih57QnAh8uayzS+DyucIlbYXxBvZ
m0wGWujIrvuuwu6/Ixf+VTfhsj7ZGrwzMP/E5r5XaD72XIidbLSgs+QawJp3pcHa/FXWs0DqiILe
Ql9xq6Z6PM6nVoPVd/UuMQifnSBXHAWHjJXTwmBx6qz4EbAZ3qToIg6KSIGrhTy2yC6gJMl5aPcB
qJqdwQH/NkUWwA5oIgOj6whYXwpqxLTyqGTWKvcP7lRlP3N07mvPlGxvAJJXXdRmdb/SFQXKcM5Z
AgRURkQcmfcTOGmxlWCY7LAbO+2SEC//VejCfrJ5dcTGLZAZijbDetkP/XzuiaJ/9qr8TWYqjXTL
O6rOg0plBkTBoPzAtWD1Kc/D89jOOlQ7aQSf+W0L+4zEJSArifbDsKV/dLxmXBsFeEjXHZrkpHKZ
HkrP6bawnZPLbPRJbyNTb28jntk5evGsV425E82pbgG3KGZ7WRnPLf2G27pnfw+pECgZKOf5Fep7
hTVt9PMNp+xhy+pFXzovSJDScEZzgkhAvEQ5iViXDjuunt7wlCOhC1jdIU+dS2KLUho5erYia7B9
RHCU3Rg2Gc2erI29P6fOytQWl0jE0nxxFwvJa6KXZPQSy7RaRKKdT2bswxvVHTYC/vAau7MWwk03
7jSrPlXWK+Ek0dwX6blboVxVRS72Lb3ctbngxhVt0B0k0szLNG/jqz5vxN7wgLuR8WbBUy10jYZw
kefkS8zOJsO/4lJSmkSU5KY61ICHbufCaVwwz+VosE8ovEOfOvJnTPizES6+wIOkchcjUgaLetGt
A3kP5bMZd/Cwqz41XxUotCHMim7YjQJvQyixurFtbv2dkSScpGh+z+sBDerKLqA96lVySUDYQo19
Gd5OJNdDMQXoXXUqGcQIWa1x0+t9+2vQ9e4sFbGLupqHuziQwpOOYmLEYUuqsGyofNQm+50075vH
xlXx3lWphVQGDvQQaNJbWaRTEwABI0oVybKyZjWC0DKcB+o/1RUtevRNcZlFoqrFD79f0ggyKlAu
u9APNCuzBwdFox82Tf40a6cUHmIu6cP5v3qjLDd9mXiP1DHYr7r9fJcERXxTKseFvG0H96LITCD2
rr/t6JIfAkiOF2jS/Il6g6HfW4s8xVXW4mgYCQUw6AnTrRSOvqJrLt6SJJaXk1Om0TJ72VlA8vg1
VNju0YeN1IPWqpt8TWBW2b1q0q7l2pyDIt315axXm7FUBF94tGl6coPlCb/QZp3VbBFBNA28Jncq
rpVupnLVAKjX38ogH/MN20Fyzsql8cutcDDvh1ZgVdWFxOW0y6wuSO+zzLKMMJ5z/a1T0OA3M/Fn
8zpO2JEhBwKmdcGSwvNeOPH5kZh7+2lpNLdfTebieRtMuEO/0kRmjwc3qUGkQom40qHseqluOFvK
bTEVUdA/44oNPDvLEihd8Yy6Y7hLVGVnK4fmk7emGm1fAF8EXE8TrBgP0hlFdSihWfwoC7Ax1Ius
6blQFNRDmikOTBizm14HPdUW9AOd9QDdO/AOmSf730XdzbfGXEjrLiVZl7MUPH1SPApzkftW0zJ7
VXgFFFSZcg4j7sfKbxAs+qGWkJCJs3Sro1+lC2xrkej6cwc3OvoVwpbajnjnoW9xeioKrVS1oPJX
4yH26Q1zhI+I6REPlkoILC3S9Lct5yWiAAWAuQngDjOcJv5i7XuhjctyGzvWoS05a6BJ1s+0wWW+
4HnsNaX9Am5E0qOt1Vd9nRg4tQcqWsSd7FCAIK2Z1W3G8Kp6PSJdCuAx19sa0wmIJIO7buguW9fd
ibLwa67l6xtSr7Z17B5Mb2oIwib/oBS2cQlL+oGSe1QucssKBCm5PfP68cyV2r6ovbN8yh/GsXl0
qibZTmJ+dRrj2VJNmPb21mjVOZW8e1+X6p51aEuxZ6e7HDrdFrkyAhSSFUZgXcIk3CCOh31VVtsF
RV6o3OUhIy2SShQhqLW3POdJe15l2QWrJIXp9jeK/W1l2Ze2Xa+KvL6tmvy6tIKSgCt7O7rWNvHk
8DQwN4SFFDS6PZTXSNnCrOzsoyrFb2mPd0D8Lj2DQRKUpI/CYvXMdl3J4EcLbJFM2pnERlLRNnHX
Xfs140gtO09vsG1S/p0brICpfJ10RLHDHMbBLyIuMZc7wUou+QNGgz7MHcWUmVNOzADIAVOADFee
O870M3G9nWUTYkZehlUx72bGOiepzO7751bxGy/GuczmS4AVlNC6EwfDYL9ZL/yNZtO1Iw5n77Lv
RiCDunuMK5N13xouHNs3b22vXZNfvW3UdEduakZMWVtdNL7YUbFhHJnFDoLWZq5B+nn5/BOMXI00
MD+MY7+2Ex9hJDGWTJYaCVs011cjgrftMDXVKp40KKIl4H5jpIVe+cDwPAfSYtBGlZ9roemZWwqR
1Izn9kqTafPD8MnWrC27vRygYlrKxmYniPY9z5dBUqWirYH/72AjHF5xgiSTNcvvEoetoZ6VFxS3
4m2Wl5sTiUBf/DOnk895lb2Vlt7cEOm4nj1Ij7ZpHlKXE//JN0Cx4TYo/LO5ia3LlJxnnPk4xrkA
N5+Wa0/M+IstfYM7lvrQ5P+YxfzLJlgyahx3iDgNo/GVA9GoHS0ptze8a9NL62Oik/CWI6MPdb09
1jVM2inQhmuII8E+qJzHTkt5ZN18Fnip2JxSJ6nE6VvSVvob1Q5iU1UNXHhN7ILFHJ9NbZIXjbd4
B0QiVyIpd7NOVdGmZ3CRac6+8bVqRxj2voWhhJxYe7JY63doJ1RY+MYFTYnrcgLA3YLyoBCawinV
fZTZ9RGhRfeIA8GKxpZ85qEzt7MY4VJ2GUTU5BFZU7dpJ0Q7SHH5O3EXTf503ankoTLGm8K3z4Kx
Q75nVpLBTSzmaJpHw9MuEJrCZnRpbVS9vJ1m/WhYam8V9XVgzYch6c4VNEx4kPR0yNQtxy0BthdU
p5a1r6Nha+Iz12531TRSGHXKzTwQ4OJMd/Vs/M6ScedZzU0jxUOeuzeWYx3jrD33cnmVBYPaKNKo
jXk5aZ8HEl/m6dWlkD0jl7Qzfx/07a4bid9o7HONz5W6BGbDLrug5XLM0yzd+H5yJP3xxZoKwhIT
9KCU4RMYNaGh+U+G3dzEs1FEju1dplm+pku6MTOD6Jw8Q+AGEEMu2rmrl3f9or8gY9bDMlcrqU3J
6oRaYsiO8tBZSBRbbjz2Ka/N0zSHbg4jTZJ/HM08F9al5RxB6fmS8q3jnmcurOhCJYlj3XhND/Jw
MkLfHoxdn2l9NLWE+tQ1FZ6+HrwwqM17rTP2JbLYtd4uXljoat4TqGlGWmu+6T4vMTtJ4TVye4xM
e61zWycCbHAPENtIw5bdfV7Zt6UcNHyYCh3MCK60M52ALqfVJtdOe1K0mkDaYtNcqNYg3xx89ari
SkSlqi8Gd9QOyaitceqchkrw2OXl09SWK69Ll9uFOtkJLYukyWNxAtHSbOoRSyaWlB9Or2b+yfEn
MsuLIme98VwUUAYSUxgyZJ/aCzCmfurSN1N5L2afb+dOO5vb6vkUYrmekPYzTa1tl8ebx3m/qd0M
/7RrLJtUkmPSvpekY3XbVh6LS+3+X/bOZLlxJFvT79LrwjUAjnHRGxCcSQ3UrA1MylBgnmc8fX8I
u90doqJFi1y3VVllZVVmOt3hfvz4Of+wZf5MxciuorD4SIZ6jwUjNCljBliXAiMH3AEgjkCRGpCk
P8qRbTp6WktOoyb13utqxOmbQdqi2YspjKfkGW7DcbbOJyOScVEtInJWv3SVEsy5yPEsmtoC68cO
GxzRzuq5RQaWrCzXDfC1DFPkCI27Wh4e0R0YdvSV9H+Qo47vUdO8qtHSBFpWpXcTHuaoz0pogwee
ekiBIPHOagyq6Zia4nxOfiwjGf+eVTRGFmoaKMtU5NYdyipkAD5vvvkssut8vG8N28g/FNwrDhJW
84+dr9tUyrHgbHqBAoeRgtEcsa9YWBjJ2UtrloHxuyQ4UX413mI5GTaVJo6ITQarXrbiK+BR4Qcm
UGbj4hSNg4thS4tWm3Wn6KUEmLB6cUPnwN5mVkAJj67TuA1bWoBONKgALEHY1Y6vpOoBD6loh/YQ
rpx9WboZ4oo3nmV0K6PXh6sqzpu7pqn1a1yv0mMV2y9oXlKkpev34SWoyKIw0fC8MXxj4cfs0dxu
8kNFFFxr9OFQf4mNu2rMoqWMhuZVk0mxk6vJsPJoprmFRPHXk/Xumta78Th2NUZSWtDyiBqL+mj0
nbmvQwVYUoSNxG1h+6kbw9Jc4LXLcULo9SkcA3WPP71yS3EAogBm4vEROkl4j2s16a8nYzK7iHUv
XrFjzX/ojuEqzgX6NLALf5pmWy27qFffMXtODjIMxkUL1H0fpFWIbjBKdq0Dpr4O8BPrU0B0nP0d
DA1/Dd3J3JSa1xx1DwObJJQ/WrzGV0AfGiB+gXUfDYO4Lm2lvOsnVXLHuic9S5VtoE8e0ufWj65S
6PoSSHb1ZPOhcZByA7nIxz3tlvZU6elc1TCjoVyDEy8zF789JdzR8ZcwRXb8gKwJ5rnMvh0Pcqpi
uvgzAxls5UtLZzvcYI87ju1R1spQ6d3SmOIIbkWD40jjjLTvxLIcsRleJD02XUvw2QmY90FSjnWF
EciNEVvKU6OlQCTmRi1ACS33T6k2HhRdI7hi67uVA78D6oHK8rpRS+spG3XBY4sugOb1aUqIyZcG
v55ENBB4+VbqSlGS8lBYKm5CoTVbzXfyMh/LdgnXaVwqqH+vW/QsV4pt9JuuxQ0WJ9BlJUb0+wLh
5n2R0QTLTEowkYbGt2hc6oTWQSia5Witd1P2ZEsKXAQ4p/awzrn4pwXk2FnIm88VFx12wsmwo5dX
rHny343dgDy031tbb4Sg3TXlMmp6/xjVw4tmTR9GCOV8lBDY6UQjLRHRFruACr9WTScr5pGjCnnn
I5EGI9rvDoM/Ni5uZ/pqGOAfdGgD77CtqY5FY/XrNpmSfQBiBtYaTGBpFOLZs0Eccp7Xvqwj4kKr
ekUXrV2iljaCndTuPZUkeNTrFQ08mxeF6jcQTuxgQQfF2DdqZi10XeqOVWoWKw8a7rbJdWSJU4/O
cjYN0lWbLg0smbDNySXXhITi6Pr0jl4uOw8f7QV64MZqVCAM0sNo00UaGLe6pu0rrKGXFmxVfg+m
KSMIIry3o9LJ7Tx3C0veIrFtHjjKAxemSasRHBB90kC7roriagiRgAwMuVn52mDvSrtXRociVvRU
5yld9RoP9i2y8e9FXhuukeBFDUCqW9ZWnK+HEW89rfYRk5ZFChOqfgvHKVvBMgDUGlrSKvB8bOBx
sb0u8/ZE69Jwzcp/7GT6CebYx8uqHF+xV9Po4nboEsMm23DesaMajHEJoofbupNXeUoZossU8Tym
WbnyZnjnQJ0AOpW4otQ5XqFvVru8KlOXJ0a714EMLwTmQ6REuj6uaPI4ORnHIlXYmL4ce6AM8DQ2
8YPb81B7k9X4Z4XAU2ARmhEbSa6iYbSOoe1do1bBc6JSuxdBb3xrjwCbnLwTdC9VBF1nXeoHvSMK
Ish6WzRyeLAklMZBdNmrTgaZbWm6/KIQmLdFLFcusuDmkRAfLfTSqjc8Y5IlFwFG3fDnFjBC1OVY
mTo+Kvosv6EMzxPl1WVtWOOBOnh6HQ39yEMnyt4lz+tvafTrES1hPXrRmyxeFpbibT0mv6yLYVqW
aqP1iITzP7bYku1UGQ8PuQLUbBd6NEO0aM37qSQ/WGXLZSkJAyPorL3LULfa8xYvlnkFjdqXUDNE
4qoEGpHZWxQeFIhfU0RhE2t3HkeRXcD+Si3vCltlBcBU+Ti28bQdvVgsOnzjFrqoYCmpakpfK3lT
IVwtuC7Yb9BaJk1cKX4hX6NZKBOXbLIys8yi2d0RYLgbj7b5qOIP4dKN9NeDXUk7HC1h8gD1oAiR
P8TgsujkK7BQAnPhRblGsghaogcr546DsBxFn57ZDtGmrqaZ0RNBIoxQxHDUjhQ04Hg4esdO0UiU
a+U1xS56IxqForOgF8d5ujGGDq0uK7VWbUy9PsJFcmFbhXGDkFV6pVXiCkJGUjsTTVDXDhE+w1zy
oUmUB8UCbFFnAQ/5XCf/G0vd8bKKKMGWsCpcAwXejKIxHssZLIPiLinMtMKpAlROtrXbbKkNxYsZ
WZvIEzditF4RDHgnldJJcXHCgUXcXAfa8EMrJm0VaXW69DSTZ0ddvwd+D5gdbx40w3nklXKzVape
v+HMVccpj5tDxRW/SSOldgtIJJug9IelUcB690NTkm9Qyo932G4e9XB8EuX4JtFm5MXWj3fZJNcn
rafAUTa+Py4wv4Mf0KjXRYv8loMavQVsSOkdLez3rdr2q0zP7CevHocnHSXBwBGWdETu5tgmoUYT
HZibbyEXj/j7ndFZj6Zt7HMsZlcJ1MMk1rnhKp/W8VC+ZMZYuqrXr4tu2JkoBpE0uBR0D6OpWa/l
yD0aB7LLe2rTme1dX4GgGiw3jaeTUWBLSAV+pUeUQkI5P2JToJL7QsPWowbKXRje9lXtUgB3sTFw
c529GGHH02fh1hz0KzO0n+1K3kdALAtNBZId7fxS21hTej9osrVKAFdBsN60OfHSDm9rqb3vguKh
ytpFlVsbaqqrAK3nlnKInXY7vw7dJDBW4DA/GhoENYq9o1HfZNKkv6oqmpNgAxKFyxbnBVctpWXu
V8s6H6enyEw3U4ewSKDj2TE7Z2L5kEj7quT0ZvZemMoq9TqMCDoLduMA5LG+sWyxsvX0sQCvEoTV
C/qr8K94Gs9Pm8nfwWgFT1WgLo4iGWimly6FQR4jyYFgXVGpwBEB5e5G23jwCvizNt7UWssumlw7
LhH5pKkfoT1qUvk3VO430wTAByLTT3+koiivhtSuN72au9wau17ti+deiF2KCmfQ9Vst4FYPvWHr
+8INcuQ5NGwWKO4emjxb8zBlr3rikEGko2CwGIJ60fFLYz9/KaLK9aNowf3hpllxQzf02ZQIg5bP
pS0bh1TPTllNAQlMDaUVlIhRL1mZuUJXQOFjtIvINA6DWa8Do1tQ87gRooAtip0ocJWl2VgryY6z
A0t5tHXvvmkqsox/RK8e6jBcQaS80XptX4Izc+ukvje85Ga0AqrLA/8Qqs88dmy1Q1PCP/iI7+HA
kd7BxzwmI9UvbnTRqO4EGAIFPxmGWS9u/QCdqcl+hR0MUQ3aPpcH9VFpM6jRUohJBY8xHADQHGur
IF5YR6kt9tgEuXjpLg0p32Yez/6WM2YPNP6cosdqjlv+tkj8g+ii175ub0Y/C2khNDs1mhaBolsn
CusjaUDi5l7bLA3dOCLQChVZmguYKKNmeTfcililrK3HXAhNdMOFf5sYzbEipZzkmAKCSmmN2ccd
ZFfdbvbwwE94BLROZXb7IqmhB1OIxZVgHaLlWWjKfkhb0Mo9QrWUnW7A5B40JAIXht+fQDDcBYnn
mpGKkwrU/EzU/bIVVeI0NtHUk8DPBmgGrZpQ3oQBpGrBvuJtuzQi7VVYHnYycfuSa+1jpRE6wVBM
blybe00dTddPqh9y33K7tD+HYNjivb7VctsdsvClC8xbOkYPqp5ZVN7b10R0+ym27C29iHuNqFXQ
G6THCUEueB+7cRd0EJAj42a0o41veYRLmj1KaINk8eyVqVSnXqeooPY2BhnhsC81ZavH6Wxm+2BN
0rWpkifn0gTUzNfu2jCrFx5URdBCx75LPyL0g4dSXReDdG0bwZtdd9KCusvW03j4zU+5nKn3Un7N
28QVcrzXk2Dv2cMpNspTK9PMC/R6lxX1Ffffax5iLmAo1kPiB8M6VRvyJxMPDbqCOLxm12YVHypI
l2tPmp7oYDt9Ouyhq15Dlp94V3jyATJ/eKf4vMMlrHWupomuXG/leJaOndreTWF6H0f9sAhwvFnG
suSPIFkrnl3YFW9NGyaUIsfjAUXrzkns6aqo0La0as4F5yPZ1mNprv1BsyALi2LTlKbyMM59Qby7
qNArVjOiCttgITQAXVbbjIKPVSH335POPktoyU5sOnvah7JQjqquN4u4qZNylWN/sVSqak6BLGNF
I5kmcpnMLk5JcJeiuP0eCzW6ScaSqk9sjyWwP0922zBUT90Y6jfCDCAZj6HtIwAdyx9dZ1OJgfrX
Eog8AEK+hzBvKQfvSTB41cYLsfuEhOW3L1JfjtyQfd7f4JKCJ/1gWy2XFRY1uHeE74gr4SuSZtVt
Sfdwk8eqeSdCe3rC9xixp7SzriS7VNBuSHgx26E/uXWnydjRJcMNpUPx4kmB/NpTSd7k/YzI1uFz
ooEge4uINlyyDH08sADvpivPDPtTyZdZzibZS68A+Ak8v1tmtR++2aUJObCeWpg5zbCgqy7Ix5HN
N6Jm2OvtIFa0E1QSO88+oQSAB4lc825MSC5CEPWqWClUSQjsXX8EPQihf9QNvhFezI9J5g0o/HTm
rtN76y1A3HUFInu49+NWcywLiY9eS4YHSAtA8YT/4aON4ebjGIKP7LkAcF8uNrWatTtrVvDpw/oH
ZsavZqM31yHVg6UCBuq+TTW5dbS87vAhifPtOLXxXaVTWC36kKIMdVV3qhRlYeZ6tohppcgplR+P
QElTkgKqbk7vGb1BZDhsu98OUp2si7oh/siTuTKtstiXeZVxgAhtpS+7Wq5c5dTcVwNlt5MtT/E+
bPQ1wIRbWkPiFKQTeTCWGPVSBtXjDlaWLTuy7aehHtBUg+6+VOsmQ25I5/7X/YSCejh2y4YSqqsK
Sk2doNhQhp519HJTukIgPDccsxtwMdZDpKeDvEuu1bGnZZZp/l6rhp67o/fm2wTEhQOzv70KgSki
QapEey/QIoSWzdeyUssV9Z965cdGsiZ3soGr6ilE+ZyLvUXQ/0ruzDxkB9Q0m2IEmHdoDth3dhND
/67bvP4xKR5SKAAE01Vp9u21VcgpzzUD/Yx2Utt119tgWaGsDjzxTW09aXXVkBZENNOrAJ0KtLiF
dvSqQdvVEFJ3WlwkwFzLCZ8XIyjibpXiB7nBLqerXNuPPHJ/tdLulcJXC1cfBGBAW6YCAPzYvsau
HdZDMUojGWMzXg0xEhgA3ppnpVbSTdyFAUacoA2HptGPYB5z/pmScVV4tenqAKRZ0zEFdhflqvOf
KQOxU7QKpQRbHcHOW76sesRrj6dEnnjKs21ERvAssFL34WbQ2XJNY9av+E8TKKVS0opc+h0AK9ob
KGrRG2tK+coozbpZ/ydO4wiTRwoVRYQBsBOEjLUY2ePDAjni4NH3MLZa/cIK/X+62m90NVWDLPb/
pqs9fmQfU/uRIH30kTVhM25//M//8evv+d/wPPu/LNkwZkIYUiFov4Dg+m/GmilmW2ZIYjZAK936
5dj837bMiv5fhkm5wTZtDVgUNb//g86TwfRZBn+PDdzUMlQoXH+DzlM/I9l03dBNKtDQ4lRdNhUy
s88IMxkGSCrlo+c+XoPndn68hs5N6Fz7zlXgXN18rB92P59/7O5+W6Q/wOe0WRbp/+K9vo46w9B+
Y3lOmJfqKSqN7mvpPN7mzj1IJOeZP3n/OLD75z//WC9fnt6u9o9Xh7eHn3cP+x+3vXPpd1z4GbMo
1m8/g3LrIE0xk8dFQZHfq+CCLpT9Gb/3dZ5nvFF10BpVn+eZO8+Pt/g1O6+Pz4/79w/CkvPMv19T
Z3Lu369P2+vX+63vbE/OzfZ02h6uTqfD4mp5WJ+269NpN/+35W633L/eXR0Wu7vd4uXuanF3t7++
Xex+7u+udrfufv/zwu/XQYh+953OcY6WQXCXWn7/8fX4fLvbHF+vX/fPz+v1/f747DvLw+mwXO8O
y9Pp+nS9up5/4u727nZ/t7zaXSA5/7LW/WbPnKu555Sni5psirV8n7cNa/n+fv9x4zv3Oas5OaeP
+5C15GnCf83n/1x/3H+wvPfDvJuf+CufCufmJXB+vr1c/fzx8nYbOLu3W3bXy81Pdtft3c/Hnz9y
h7I8u/LnY8mBeL49HF7efux/3gXO7Y8L6ys+wy2/7A9jXv/fNiBsNNXQQeW47urobo7u/MeV4yy3
q9V64Syc5YI/cTbu5gJU9pdM4HeLKT4PXABgT3g2ey4zZBve/vi5f79Ome/76cN3TlesVeYcXnaP
bzdvVxe+5Hyqvhv7DNTa9BoZ2cikJWNTGk+h/OrHN7huzB1aJ5cfv481vxTszoczTMswQSIrwjpX
jMTpoU0QFffcqSiPYX9oa7FJrZ5GyM/STJdg11+n4S2UxDLrTlr3pGmop2s7aXob44eetLK990V4
waL6j3GXmquumaoF9NVWPn8AtLYy2aQzyW6+f0fRwjmFzvv7zdvh5u3l5urHnew8/rh0nH+R578s
xW+Dnm23KahK+oIMWsu0Z/Un0xydmGf0eGfZvlM1HpIWe6W5AGL+csWAJrZkzVaEMl9p58ZZIwxG
fDFL+E6lX7vwDybE2dLed8emm/75/mufj2WadMVmqDR3pApX/GxvVV3fVHkDYBRVsO5Y96N467Re
PVVRmN78i6EMBYQ9F7uONcXnL5hjOy/bXWS5SdlMd/rkN9FilMjvjWRKH74fa/7Zv3+4eVq6rLKQ
tmWpJAufxzLzNmu1yjRdOrL6tV3r3hJV4OTCpvzTKFi16FAMBYmFfBYUugpQi1Bkk7S2xSCjN811
BkLS/X4uX3bhPBnDIvXRZrqCLM4mU+ghgOkRFoxaD8Yq0IR46qfEF4sMetUuTCu1cHKvidwytkAH
G5b9T5SRUF/A8P9xtjZqSmDPad+fu52YbVDimkgtB7Sj4QY2hd2+nprF97P9Mool6yDaSe9U2TC/
OJjXeoBkuNcKt62rcB1bk+rQ/AzWfzuKBgoDcQFh6fAFlLOD7VPb7wPDBOhUwquq7AzAQGD/nbme
TqaoaQrvROjRimmLc+VOA1pZpM/Vc4DQ9i4oFXvRNiJwFT+8pHkzc1M+7/izsc5Ol43kUKpYjDVW
EZJnMbAqc1HWzaZtvW1k1stESp9yeN4lRuAIbG3YZ0upNFbK0G4Ums40h5f6ML0JQ3NNWaU908HE
EsrDEP1tIJh/KowT3SabBhx49lNlxROgD/ipIovyVWOJZ2HRwgkjED1//5mRntNkwdGxeT18DgNx
Y6WJyMXgephFHmNdkw+SLswLW/Y8aZ0/M5uVBwFzgWIyb+nfkpLco809lNrghlZnUg0N+1XSd+qV
MYKaL9CI3n4/qy/fGo4RbxxZCJk3iA6V9vOAYSPB6FGq0VUOyJVet4/ZsXq2f2g0np3mCUHlx/Fm
ugrepp/hjb3zlvDRLqQkvxR/fw+w5z/hbM79gMdM0vMT8kdxJ5/Ma+0q/2ms/Z247aki3Vh0Xh/k
m4j6y7beiGtxr10Ivuerfv4LzqJiFwhQM3TgXb+MsP9Bot3XVqre73IAKd8v+HlMAsorBDwpW7Et
Mo9zNRsp0gu5qZvexcBMchRrqu4qP5OfL4zyh2FoWnNIBTuVSH+2pn4hPAUI8uhqQbql3NW7Y6c8
W7Qi0A6EnFBR/Y3BYDwIpV8PEGda+8FMAUgWuO1J1uSYQFbt8nnqV60OLzbYJ1W/SbXaTaWjCvJX
mf0aAaaK6M0GyDqi3dy/KMrLgDiHV2wVTCUn+YfKB5SlJ1MkDppqS5Oychz+yJvilRt0pdOr+suL
heU1FPTlDfIdy7TOOVR5pNnJ5DHdNJ/s9yH2tdc8TZYXVvcsPjIIOZUmdOKxakKg+nxmIsWAgUal
ztXGVEYauLsF+DNccG/7wxdkEO5r6F3GXG34PAjwiqqWtLp3wQyMjh1bSI40VvQvpsJ6KXNNQ6Fa
cpYK426ge6Ya9WD+anHQTQ07Y3wKLkSZ86fWvGAKBQ6ZeoegEDifv9+iGthNQwnKrneHOJ5FShNq
jyJCQxKOzTqHbbSIx0G94LRz/tT5NagJZonwxhkwzw6152PVDMq+d7vayndmVb2ViJ+EuMhLoE5A
98WOAm/ITbAD//tdaCkmWTcaQ+TEv4Lub/PVRSplaZyxqroAt1xJnktdV70QOP+0Q4glEEmZ5PyQ
OVtVFPDkqZJwF019cxXpSbtTuHUvqYGdB8d5HbW5HMZrCRy+fbaOUoLbQ16nvRtpqgA3jEYILrz+
TdeP1i72ZquBeEhXNfrD/CUCC+k+r18wZ9loHbLq2tibTpSk90VvLkNNuaBU/yu9+v32mH+eYRjk
52ToCECd7S1fbSkOc1u6iqh9ejBNlb3rg1JcV2E+x6LYOxnIWm8m3qc8rBW/vq0HWtgL2UjUeCFN
avbP9+FhXpCzX4TSlU4kIrvlV53lJHQsDSA+betSSAezMQpQK7SeVgme2xeO75+GQrOC1zVsY0qc
Z0EiUOx+ru+3Ls6BNQBY5CJuIw3hVSROvbq7MNr8wz9PjDhkQoe12Q/k7WfBQi8sv1C0rnW70AKT
g8GU0yA1QYm+yBaA5sLDJOQNiNlTIcvDhczoy1QVWbZmVqzBH+Zj9Xm3Q1GqLNhRiGilGSbJpoZb
3YLudIJHB1rryoW5ftn1nCpVBncIwVhh0LMLVIbnKZJRBlkcldeJ1DwXoh8czxxf6dhf8vL9EqqQ
VVN0VbbhaRMgzx3qJHQHwMqbsetFZrOUR4CIWTu1W6Opu1MN0p3rrE/W6IFZq+/36pfI/GvkOf9h
eTlJZ1ltIsFOqGo7dtFyAYYqFYeqLfwFAmmvsNw2WZ75F77jl6jFiCTsSL/ZREio4p+/Yyjqgbq6
QVgsK0xCkQanLZ1fsjo6+3zG/F43SAE4goJ/nbtMpBCFcPubCheMqy4OqRUm9clAz1fMquqQjPJg
iC+5k59tUQY158eImMe0LApLn6eW6YVPp6lCFBX5jX9CsJhrPBXoXMHWFW/ff7izZZzH0jEUoxzB
zaZxf38eq+MR4iE2lrpNEyq3XlR4s7ZT8Xcf69cosL41oRokPBRAPo/iTSONM9haroBovZ6UIHqr
UCu5cFN/WTf2gy3bZBemrhAzz452OJS+kU+sG40zkHupqLMnUJBFsmqrsr6Q658/Nyh6yNQCuDbZ
ZTJTOtuAI+3MpOxgRIXQZKytWWhUQjJfgO+wKj3RbmWwAjYaHeU4GdcFTs0vuKJJHRy5doyWKB4D
B1JD0GyvKeK+7wDls+jDyqTqiE5s1i8DWADomGuhik7tABug3mMOU6PVicHh7V9uAyZj0TviG9FJ
Us6TnBJUCqYzTEZMkY1yEPTtNMq9C5nGl9MkCE28eVFrNDm4X7LE0S67UaowjLBLFbqC1mBfCLpF
shaNXEqvCreP/nf5L59JUXRuGSQlhE3MONsUjWR1zaRnqUtJrlz2EZLftMnzCxtcEezg3+60X8MY
ClNDJ4PX/bkHSwz4w+tmYkQ5AGEG5utfoWEHa6orp53SW8VdifXCwg9Cf1W3Q7BsrHpwFJhOa7Os
/Q0sYOXpb7/pnCuT9GuGSkg+N0dPrUYL0wiktA1VdRNGer+KpEpcmPmXAML6Ur4jdxTzparOC/Nb
jgrWOkzTklGiSg/vUE4ObvoIFO3fz4XwMRczNBlpjrMwJdVArUWl4ecTqkB6WqldAyvO/sVeISNQ
VYU8UCVb/TyXOMh1KSnshCy7gyw39KqLveD4b+bCTCg0MZD+q7b624pNSGOUZJEJZ1pJfuZC7pdw
p4JLTsZnV/KvHYnqiMaXof7D8/LzZLg38VKYh0nqXLrFpwd4YTjB0WqCZk1dLt6aIaij77/T1xCs
EHlJVqks4in2y2Pn97mFjZ/DcEpcy8J/RYkHeaPFYLOnqErvvx/q68YjgJBDku8wS3b55/nFul7r
qj0ELtVUHkZKBrc4mpK4cL8f5+uU2AtQ2hWSa03nYvk8DnRWTa5zCrEZuJjnoucRgM9FHarG0tYb
VXx8P9zXz6ZSvkd6TVCMBCx/Nq1EqYya65rhcuBRFVFCX439COCmgJa+xmgFSjufdv23w87nWFPm
XgjFbnkO3b99uAhumJDGBACvjOLE0lBQpVpjOwSesK1G3VGIWZHrp2l1ofJ69hhgmzIw1W6MwQWV
pl/t698GHiqlawY5kIiUvbcPcjPdxqYPiXUYx4WfjSWozVi6KhURuYhg9hfm/fVKosIjAxezKZHI
XOaf5w2qoxoAUGO2I8+2ssh7B+kqTZUIRYlUUBAuVKtTLmyp+Rt+viwYFDapwc3ES/jc1srqMLbX
DM9bID8hLaU2Bl8ZRcOFUb5uXEZhfVUF1KvKlvo8NTtqInzdVA86UDf1B8TyqM81AVARF7IZoOLv
d9CX4ci6VBkdZpuxaN+dlRH8dtD0FiQrDMZJhjkWPSZC1jZqiVjK9yN9WT72CTpKJgVJGmqKfPbN
pLptqwqRTqigQbCyJvoxnhL3F5bvy0GcR5nFrkgbaKadV+d8Py9RQkQEtuvL7KQC03wtSSZeFNCc
Myd8nHVmNeP++7l9WUVG5Yb79TTlRJyvIh1JW1Stai1ib8h2mQGPuO6UGIZC5a++H2oOXJ92IYvH
QWf/8WoDXjwv828nz0CnSJs0PK0C1axgX6hDd2sgZxqOThQL2T/yogWi10SND+NSdCi3/G3CzqNj
rgZRWOafhLjq51+Q1FpFryrRF+hqgisvcNICqJ82j3lpaX/70JnHmlV953ccx+EswI2AlNPcgmId
RG2xa2MpP6paeOm9+IfPZ3KeqesqJBJcTJ9nFI1dlkrUEcHLynG5lDQJwUyfqq68KGes9IWT8HW4
+YQD+lK5l+i8nFVSBq2iZ83tCLbX6PZRrAIazwbl2kwx5vh+t/xxqLlYQ/ef8p15Fk38WGRBgs7N
IkVJB+s2vdRexlKCNlKiwnshjfh6wpnXb4OdbU0lLGJw7aO28PuuXxVq1juw6dILsf9PU6LwTr5C
Y55jN///vx0AgvCojmqnLSAwwciLmsrEws2EwVpZevMv1s8kIJskLLzsf8HMfhtsCrFIUlvWLxCe
vtKaRF7KoSYd1NGYLszry52mUz3gMjf0ubVAF/DzvCZvhOgbMZRitvVtMAnLxZJLRpwiGZHIytIL
x/gPX4tqhUzdSUVKRpfP1rG1u0qEea1BBW3M+y6V/Y1tprn7/Qb84yjIzBGwqN19KdDWil3kfRRr
eCxp0XUWJThNtlH0tw/hee2o9tOKpybO8/7z2g1BAzXVTNjmJjoncQ2hQOmnSwbUf/hCmkBCD9Vs
uqLkAZ9H4R891VqGLR3y+OYPvmCxbA0IEnFZ0y9Vs7q7sHh/2Or08WQ6M4B4qL2fDYhSYyXRTACf
IeFytZCnGnX6ngrkB2V1GqPff6qvV6eiAZSQNVaSWHHeUQi7xNRLn9HAY9vAxQNQ/BnQb6zn8Jas
DPu662X/QkGGZ/08i083mqWbFBa4U1QSSZQIPy9r00WTOiFtTgG7bO4LBX28TSPC5gCcR8CkK3Sk
FzK1ll5ElmMlCnOeSv9YWMtUmiJzFdsZ1FAzb8KTH+E67NSaMgA2izRQ5ZWOT1sr/PQuxhNSOAb6
x+hOG8gWrkhR8VnsSi248zgKyDo2Tb63CikBDA9KPHQKw0CVr5UG9UEt9folbaIJIpBfFN2ibXJ1
5ZuTB5Km0bR/UEHKj3GhTZYbCxMXwMSCL+NqfhHT/2zNpoNvnY/3kHWUbRXMCIsczeydHMnmhy3Z
SKOkwmvWcelFB4icPvVD4dn+Iqj16BooS5ot/LJPNhVKsf4SDLrxjsUPQtJtS6nYQUA3P9RFhRh1
EJYS6meVqaJrFUX+C44xRevqPgLqTi1HYj8a8oh0ktdaVMK6zioWaNbmTzHupXjiRV57z2M3fmmx
HkyclOsxdnx0Ik5tXkQjbF+ue4ckL3zWVauegP9j+rZSpqH+4SsSQsx6X8f3tpWIcZvhr4061ZTd
gmhChywNJe2+E3kIeSJpwn1bGGaOrZuJc2hZ07xIfEwNUXOC+LhQvQbZILkopRu9nqJnXyGDWzRB
brXL0oBrsDCj2XlBmu1qHA4LhgS1kZZrExmPAkCY6GfzCx+NZ20q+g0iWdXgWIEmeqSfg/BlVIzg
Bf4wmgdVPaj6VoKz0rktaIuPGuzXgTyfRRtrxKhkvRwqRDEm/wDbGrMtEZnWWyRrierEvm+mi4a3
tVigSmpiDaIlzbuJwwc6AmGsPXXVWL31Y60fITMaryV9dHOfw+DuUUo3S0i8bY/pnG1AcZStpj75
HkIVC1XzMB1U6xEzrgnPOcXJixI3I3PsUmvZ1YXY6uEUSC4+EHPnXhYVhP+YwRYitsS2bov0PVaH
5MZGVvBHGyT2U4CI9LDAwWnc+0WVviqFVj/Rt5MewlLR/vEzAGgot+VWtDDIo8ulaXbyNgg1EjEj
7LRxifGdRnNftGJYZEEnXzf/i7IzS45cSbLsVmoDVoJ5EGnpD4fPTtI5D/EDCTJIzJMBMBiwtvrr
jfVxvuyujCipzMrP9yKCTjrhgJrq1XNCCPhR79rmIzteyoWjHA63kJlaP6LAY2WL/aee43DqlSeb
C+grZVEjXutE9AaeiJhFGK+wkwfFHf5RzeH8CuVthOXUj1BE4M1M7ap0gmGKUh87HLxvt9pyMk7y
bcMsFiS7Stkfp9U8bedF9LvQmnELKqdABGNPiJKiyXGW56pU3SnhpIzp2W6dX7OvwNP4oOaKvReq
DlSGduNIUrthEASoBmMmkeG9SMNlPBq0yl7olC3utla2uMboBkGGPfjhQFKiPhlx1oJ28uzhLguC
0tn28ZAciqXL8zWDxwAsEhCoYivIEqnDZFFRbJd+Ka97X7mfpRfoe6+rF4/dFYWCUPIW9CunGqSx
BmlUPoouSJ+FcpyzNfUWH8q5UshLh2rwoqHMgh+LqbubCvcFGzMQD8INE9LG3VbSrI7K1tqP2l7M
4SaDIh+sbf+bsOfFUq7wI9f52qRRQtiROoT3zlXuO57aCQpUvuhnHkKevxv7mY1obYpab01hucsK
ZICutzoo8lsWbAJjPY2u+ziaEGnWrT2n0MwHOd70SwWSW6FbKKLW8hMnQuDWs5TKh96MpnZhQjtV
nWnA9B6g9gFH+cUaVsDmUZkObyO42NvFbpO7BvbBD4smwxcgo467hi5HuotmVa65cArYwCVYzyhz
4vozyzq2+GSzlOm5M0jDMm+a54ccUS5Ycsy2HyyVVV+wpgJY8xTlam/OKaYanXohP/egnq1h7I+J
K6xyBdIkf3S63vtJAd9lW8hm0w1ZA/Mr1lV9FmAe9CaY5+bn1PGhRl/f2+8hW3h6P3KibtETF+UP
WHyIGzDIXFYlaSmsM7trquOQZeOHjd4Ohvki9DvJKG1sQ97vaxcOQsxbV3HVeqSpt15FMGATa8nX
NBMBZCtAGF3srCpTd2keizumsuLnbCzTzeW8/QPHOGyEobLN51oF1cggNRuZZHioFliI1vR+U1cz
BXGWjlljCYHkaNfV+EExNTxOeuRi84JaPRhwWj/QWvBE0BMItlVYmt3PxFMzt8Y85knigkbi0Vyz
AcYWeFpDtGdnLeJ8HD93f5kHlr88BMNQVHe2Aa8QhE1v1+tWl20eFWD1b6XT44jFJHHQGr9BKou4
jEbcmUgivhUIlxX3Rx5s3jvYIhQJsjf1c6Ls/K39VijYPInqyL+YFYSW3o/wW7eQFK3ECPGtYXBt
oX6YBXIDbDsXT4NyWHMj71BeFd8ih9SfTFg/zSR5d75lD2NVFE/FtwIiHAQ6CHxBqCGMjjtfZKWs
LLM8ijyijflOV6CKkEq4JTArNvIvsokpvZAlDI1uZj1TzFrbxUuALARYoxUiaBMyUZgpK906Xss+
HPd39zkOFnfee2JEeSGIDm4SkTZgfsnzLUT5L5qMeIoTe2Vf7Bn2t0hDBmlz4VdWfh8538YN+yLf
6L89HEOShnI91oofwPl2dczZxdvhfDs86i4cn/RF7NEzF5ZrkSBJ523pQx2FFw1IOdXWS9ehBnHU
nP+g6ybPokccoi8KEZGaiYzouWAWIfEemzue+/l1VwuYfW3eFmIlL1qS+NtQYlljNm9jdvpwOGQX
LtnSthDFmNAaayVFix+QrdAc+xL6k3Eorfd2MBsMDYXMe954HXDTQZqC/5lSiC3PeN55hZq4Dlnx
I0D57VshFWbGwTqj4IP6y6BgyD6ssHB8tu27QmwL1TTNW8j5K1sLni/NGi6U+wDaLsFR7CaITGb2
7UGAZLz3u6FWyecUGPCY8gV/0FaMVfVK2clGEweEctn1Q8EnxkRHY0KcbjKM3IAP+dhBcuoB540p
SDjbaYFPWoH8yJVrjFtmjOUS8VgC2JJWOSzPLKtEflR0l501qI6QDUWP26hPY6Iv3SNN0p4fusyN
/DSy/8vaZ81C/EVpC14gvMdAbUIZnIbaf9VdlTz6hZZTRGtYFgksHuklB+Y3YnkOcGp754F54nJo
624pj35dkjotUOMuaZSFgVWeRIlFGlwyDMUd3Km5uENhCRkjBz+xTmzEFUdFrW0d3cothl8OC9cl
uGcpCtQ/dAWRbTfVOEc1C8LzbhqDjLwhA8Aw3ggjM5J1qloFVbNgS+UNZ0ob6z1DpK6F+WrHc3gk
7FP1V9KcKfy4nTjjQ0l9M560Agl1Z8N5wDCfEe2RG762nW/nJpnCJ4BBRNsmVwXhfuIW4dzblDxx
NDF/zB8ajBHVUzChU4V46xtF8uIjmzVWg58Fxmtew/Qz+JwAQOHh6XJk4G+6waF3OrAqdZXCrIVs
TtCnAK4JMIXnqAlSowAZS5FWgZPhYeDiYuVxuZMV9+lHtkpZbx4XOFFHP+ulAks6sK4+d5mvnkyz
WJZbJ6UD2B6SUrfE/yYy+RlwpNpP1WcQx0AxwAJO9bazRQXNbxpS8ewDPC/PQApoJEFyGrG5YzuK
Ddwb84V3NAIx+TG0zL8raiKOLSxRO+OQQqZKJBIdaGWbZCR88BgkNoxhNr5tsUsl5O9rSKSt0yEm
UYK7Afjg136Ey0eVkJqIyeNFUul57uVA1g8XbkyrE16YX192aOGFU06FftwhO6e66G9ao1bcXFnw
YLtfQbNaTkNMD+ErxMxVbmyQadZPD2VKcN141aDu26B07d0gM9gSOuk79cwuhX95/E8oT19mc1A1
sBB/jOUZGALjiFUn8kZGdZkizRzCrBl+GQUEqQPIY7ekI+GmrH2TE4zqxi4PjcrUcrBy4WJSUWZf
zTAyu7rcZmla5Fdhn2bQO6bcV7emoRu5GjxnfEOw28xnWzIUWNlSGuMvFjncehO4Sr3o3OIWHfiT
062dQFZwA8slvGcAZtYbG1paE6Uz8eNNZ4Bt2o1dagI9cgafE0XouNLYLlpqH9t0poN0k8u4aynp
ILr5X+yRm/GN7gXlnZoX+ynWKpsQ7VDfbEeIacDmLGzj68GCYHai4c6KBX408E0gNqHl9F2urMeB
X2K9hZNdmesY0Kzxboal4+19iG42tOth8EEcd7op7+Y+MOUKjtpQXRd5EGfX0CNID83gudh1F9PS
PjCngPwzCtuFZaHafHianKbOweZDJYAhknbS3IWE1LJDMhbc5zJ7ssV2mGT7Fbu6fzX9ZWlWsZCj
f/BmN6nwrllAoVQyJfdhmMLUTuBayagz7Kk8JaIrmggWPltsIz3vI+Nme4hgxHCMopMmzNu+Zii1
Mi3NmbUNMpCORg2ybz16VEf8H37EQzk0fFrLOQFVkIY5dnTGJXkGH1jP6l3PRR3eFmQM4/dsMesU
bG9pB6dezUHxoguaGmC2jLm+Sm14pDeKb3y5EY41TddV07ucPsNSwoiipnVKII1kRPetobn++6l1
vNu0cn2YLzrXtk9ttyTVM0QW0f5Y8k5/ZnpyYSTVMa9zH+AWiqMqoyu+qUxQ8H4gcS7RoHSD+Wlk
fb37mgG+Fck+Qwdl3npGWT2bistlo0cjvnXamrN6NtbxZmxz9jZ4w/KvhI9UuMGhFNjbtNatXIEe
H/Gmz0VwKnF4DSdoShzfSzt0jnAv8xDxszteea50+Sj0dVBvOjcFQkwMxfoaJvwFaxoMPBn6ou0+
XJUEHMR6X9/mPkk6Pj0lUI3GK2JUZj0YmS1fj5SdJRL3lSNus+yWUZdPaEfTZVPNgVNFQdf18cpx
B+dqzpPG3jSqsfpdf9l3WnEAKcddL/jwEIhBHrGRqvC/FpnvIGA07W70WnXVjBecQhvC2ubZXE2r
xZzifgNRsBMrXeTFya8zmQEOCYtpk1lttzE7ZbzbfVYDK88vn3NpdHh+gtzHq8z0dV5nrGw98huh
i0DZEN8P8O5q0C2TJaO8m9UH6kzvl/aTuoyE0st9O1QzPTbD7K59CR8iAq3svgwyhxLou4T/Ol2Z
SzRkVvYTEl7Tb7tM6WDHmbJub6QwWi9ZZYY2Esx32fzL93vStVQnMeA64bnFT3ep3CsrjKclCjVw
hY1r5OqBDklnbpzclA8lWELI8daS6Wgy2/F5EXZJxHciSryeCNC9ySDEzORNoJ0jEKs9ZBy7Nb46
jQJyo01mFtE8GcOCxcik7Spk3n7yiyv9FWzjRkWsmiU/4PMJGgOOBErN0n3+amYVpHIgMDw8k7Ct
fzQ9ztVtq8QcryxPibepXnKRAtstTFjC7miZm9lOqEJyDolj1Pe1aa6UViZvse4dOth10777dt5U
0IXidBOOuvrsraznDNuMr+YEvyjKOK/zDduCwjzlyPDEHt9UrIKeZui6B7qBU0N72aOBoBUh4YAI
N7Jm9ZXWNHiiuYVPsguxtPyS9gW9VXLtnO1Yk2D0qIzpXgYIyeFr1OMJ8bX5S7j5qFdT6I+P5kSw
TBezTX3R0e7bI38EU+uOVWserXJKwU1NSfOrxm0Ilb+R2SvMA7/gvEPRvxa5sdRU8Q629lSG6i0O
CrMrOClQbzgZKWecJ6uxtPzTYku7Xek4AYKT2Ca9M24sAwfgKmzetIVJGrKoaBmeZCUqNmEP8EeL
qvIW8GWCm62pqWoBlSWBxX12cmlmynlC1x1UGSa1ZY5/6bHjfq5iJ7yo8nLRrkI3sG8phqhmMY3p
ZUVx2H92meaVnaZKqigLeG4TipMkMobBTIoDkgURQEHNcm8j2zj7EtVoASEMcvdVF2HWr+PqIkt1
inES67ExaRB3nZLpDa4CNDkxt7TpOgvKkrtPFWD/K2RrUXcVbXtFrYiKIwW8g2LE6JcXx+6YxPqz
HFUEOJQPCaKVblwnrJBdUFHa/0zGeIKoxj3V2kNrLGwgLJLVtixp+p/z0mt6jaqF9Ts4A4BL5HE9
/DqGa3AXDVR1UUqnhY6M65QPrVHO1Y0QaVBsrDTMfnAxlnMU8MhFo8uhaGenbT4eVOdBRA1o9CNe
4enukk9F7LX2m7ZKdlPYtMsmjoNYbsfegVDIULF218mg236V2x1WQ9rq4JqD+iLXHbVsUipYaDah
rCwDKOsgHYQ1gKbWI6O0eiMEvKa1Hw4eaKPCSeVexLUTHiB5u59jBgBoA2dbkz4LkuR+GiwNlL4C
zjV27ZovT6YRiE3PmmgoSxNerDtba0OZldy0CHRmGNGNjNdW56h4HRSLZ2yUO2dfleqQMmq92Omh
ZJ0P0iinFaUfJCrjMVLE/Ggb9ch44oATTETk0fgMqhjRa0u5eGorQ/c7ewFEjfaOynE92Ja6H0bf
fuLjAXJLMiWGr9aY7qoS5XjDWit9DFEVigGXgJHr5m2yNqeMjw9dr6ccL63FtRAYbzHbUdkmbGZa
QqlN5CrCJlKWu8zU/Gud13BZ3SWnE242vqtB3mSGWAdlTGuXbol4kHmVJTzcG+PDjDMP8wadmfSw
TEOpdxnTj2Blqbo965ouABRyGiKcGMYZ3IGlwlMOdGw5VRMFecTh16j37eBW+HZRG1LtBH3wFLSh
4PFHPZWtF9KIQ3LPYCOtbiWnjZvMp/pf+1AAwSnPzUeLsDKJqqErv3BTLo8uU6pldfGKmPTWsvIq
K5RJpkw7l1V7F56+GllsLkZZ7/04cDMeaLzJ9JTm/qzHcYFiVs8USIZOi5NE5RNuqsCj7MXSfOTO
ubziWcXOtyQtq9LUeJPa0VIV+0Hb+BIaeKA0rgSa0r+yf/8SCefcftYPOHc+h+uf7f+6/NOPpkWw
lKTDtz3tP//rrD4lwafPf+Mv9v+2HetfPwekcH/+m9++RP+/v/84+Wwuhrjf/mPzDZ65Gz/lfM8w
oPzr5f72N/+nf/g3fM3j3OKc+2CdfLh8tT9dddZlV/u/p+E8/p//QFM5f/4Gw7n8k79gOI7z72wk
AZzhU8MAgNzB/2PhWBfeDXkVDlaEYpgDM/P8GwrHsf6daYXD7rFLtvKy9vr/UTi2y9dzfS5cmuBQ
cYhc/gueut/HqhjlbTZ47MurEwTnJf/Ik8CS7b2W+EdUtPnbmE5XqgxPVYe0S08//+5duf1rqPj3
9jh+5N+GjX+9GNEBgoGkg8iv/ZELLMbeIpPgqgiQc7U8QI83W+S4JnvUDPS6emW1PCavUzfMv+Qi
62CHd2dSGzjqwd7oK8BUKXhtcGfmGLd3AiovvsYkyftbJoQBVTrHTHp+S1GLQ9ezc3Cyunjo9p4/
+dd2VnbNuWBcfeX2pC5v6jTP5vUUsvZ7SjmEd9vFseCbMdtJuJmSge5pshsVUs9cLpuisxZA5pKS
bz25FlNnJ2bJbDeMA67PwYMjqoCR2UeGPl3B8b2rqr0zObROW0ud52TkKxHfRnxGe7F9Y7HQ63gQ
LKDCut7vnJVU6eWtAEp9a9X0w6K2uEywPLSZ7arjC8AfLVWyDbGKm2sAygZ+B3w5KDa0Ng7YDejN
yQGpeRUhwy66Xe01ZnWlgPfXzprCh5thvuAmPVhhnXOSwSoegjfLYPxSi4XQRRcSCStzEmwR9RQx
1ir4S23Qj8nzNI9LfVga5bwAbIPgpRLxDrNzY5rirlWut2bETGaWBjoJKSU22NXZVuqXjumR6Fc2
BdnKLWJ6zUz2IhX4u2waN46oTUq6fliPqabHNrg3YUuuBHjZ2oyH51DYSDGMpIE8x7QxtV4pKR+9
Ob8XFG0bKawz17h13bcW5QSzztFPtpRIkMGNPoy49A/dHMACrtx4lSWVuwJan0QF3wNtnO6YeeMx
nA28xdraoiWkdWgPsNc7PNlI1nJfnKGs7xWRQEDezp7jhVwXxXRn2SnqujTDAC62wUAZ1A1s64UE
aNZY1Rk9xr/iaVg5MqwiguvHyVAzBWK/R09sXVvavXdqOpWU6j/T3jrOfnJNpwUNRO+pdbfg1kPj
tXU69zZQ2Mw0hojcFDfKHLdLIO/Bst0U7CHuAewdFczpOGBoZ/g9DqFcXouYtU/Lve7F1FyeITt/
mvfLXJ/Nhe+gbbyrxlO3rpV+muElZy/lIyXagz1yXqnnm9kumZ6O8RN16slw4j2Ni2UzhgMo3IXJ
ANbmNeSP16A0sPL4PBst0OyGB5mZgjNqhimLLJCTXqLrQ+JrMv7DIiMz4KDmQMGPJJ+TdVmnL0CL
xYp9qLMK5gYuvJBk2oBEIwWqRfjLFCF0olCDFe7yHUzOT4bFJeM3mIdBDOHVAuxeLtuY+duqLfrr
1qwePbrYK7cLTyB7r+olu20s0iK26UdqMW50jAWwmt2JFyqcbVWj/EG0i93BbirweOazdQm1Z8FA
vG7pd0E5rlxveOUbvbICfpRwMD5CUdA7SpvbJUu/4BPexxVDYDNUO9q5JxBjr56tL2mKjgamQILt
9u+XIwR2awCsI8rJaG5i9ArSvhahdQKMzaSxJDkYd/27LfwU5vByyCk+rwbOdow281uw0M4OY+5t
WMXDjURUi01i2Y+ioQWW+p/o+bak9prTXCT3rQmHMtXetCHlh9ymo3FGEDTg0LZcOYktI7Dy0ODt
4iuhPb/C3PYMGYxR+lKf/LF9i0PQ83HtRrJsPyGgYnizENqHwt26DtoDnQPtrjLKsiBclxmAv963
zmqx+T/EC3qcELtMeFu7ylJk3QENijE8O715pPV2QPZxQpB0ASOye6fiu/7CsoTty9zBr+7ymLaM
zFwmMW4Ji9R2n5mGFPyZSqNWMAhtYoY1fuf9MF11stwiuGWl2t8MbW3RTvEfdef5h5xIS+cWh75j
B35Iun2e0qGeugvb0qFt6M30lB1cpqm53DOV8FaNU13ruot3BRo22RT+HqH1wav8XxRRDe3eeSeI
d62UjwsVcZiN1oMQADeLj6U0123N+c0JdRvVBVzgpLO2rGfoK6Pv3MhxVH6olTjqAKsniwWIRROQ
os9pFaf70R+3cdJuHDoekZPHd6Wf3HiV/Ohcrm8wlasmS91NyF5O1UMH8AOU22xNPVZGuLZ69n09
qtGIrhAigz656btgM5NF2XhVqjc8JOobrvVmw6FJmteafmhkTng7cRT063BMEfuVOURJMh8rpTCP
eP3RD4XeSNB1gPQVRoDy2LU2UtDQ/7KngruBWRQ8FxMLUmpgDiTnjO7AUtaxo6F5ojRlkuLESCcb
ne6tOruDIvzmWPZ1U5mPg12Ru2j8nSSVN0XL4r/UYWd/9nklbmrLZAA0ldcs+V+jHuLkYy9QvLEW
cJp7B6r/aE2N8wnk1li7Xnf2vXG+K4Cb77SdbXn4vS9+8za0DTTrqpsPuTD28eVA5sbtPh3hxeQ1
USY5QYD2WE2P/fh91sl+6twv1aRMFVULVN5J21tV5dPJ9Fp7U5h4O1ZmXT0m2KB3I0PIaCxLmzeK
X1Jt6Kfaz81LJGIT9vTUGIjeW+5sr53MhChffrFF2zNaZrCiZ/smK/hAgXeAEp7hRhALndKsdnnM
yvE8hmxWc6eDqZJU9UtNrcYppQ/44BfUC+H4HF+89V7hl6s6RYVXV/HMxn17GpNQHgwKV9qx2Snn
2ljVCQOa1MdtP9TjoTXc1wCj28Zolh8YQO6QSL5j8bNXkwzltVWh87DJzlzRziQLpHESKacT68rJ
9yzvH4Mmu3MbeR349QNKSHtjzhwsefZNGze1nPslpKVkV0YJp8YoHwJveXOZZDOVcXYxfX9+l0a2
F/SQL0CO8a7r2/zkWOK67dtwTZ7xLeETscpMgz5nmM/czT1/E06V+DXZ5ceodXODyPbezYaCXxwl
TxgI89kNcElObrbDziaiZvHelrpqt/iM/e2QWs3KrPi1d7hLmBsMu34hwFQvdBtR2R4KpPRoiA6O
NZ5Z/Pw5Ofo6YQJ99Bvus6V0iLZn/pVuvS9pVdf2pSfbzDSkuLXhckU7NZbjuXe9T2GUr8PU39QD
+VFLvweSRJmbPhc1gTQCcJ9oxm8XGZ7TIXuU5FtWXRC8FiHevpiuVtJ4BjYHY89G2oZJXrbqwk5E
pps2dIO6YEWS5ecQZCAAR/eZH7BZBZ1+V5P1ZPgDeRJ/OhE7eQy59mhGyKPDwTeiUUM3RybZuaoq
rr5Qcj7vu7c2R+Y0LrF1g3W504dc0pFeOe1MSzeQuk3J0+QVT5JA+DpS3kS0Y7L84pAy9rUgSJTV
PZnqQl9XPGvMKCvcCoj34rqnNqsMbyfoVwpwzmBe9w57EPXPAhMLWR74/x0+H5uHopOE9nU/OmCj
U7K6US57vojj13V/NiRhvH8pcXk5jFz24liHZhOV3KP1R2w1qS3evjI1oqYiLL5iHNOsG66zq5rB
Oed/VHH0j924/ydcOPP3yOX3C2PfYEuCnQ84XH8iOQqxDHZiTAYpT4W9w6lb+8km+nWx6+kK+4rF
YB/rfEaojtAORTC6FUFA0iNxze8H9Ms/PphdTqB/FwK9fEeserJWY/ApsMgT/BFUb+Wg6OXgMXTM
RhCmbQWNzSkfujYqg6CwV6JDTxjlM3vfaB/ZaIKTXFsGv/mwh5zuFw/sEACL70r7tbg8kyfHrI0V
wqZkvcBvYrmNpjSz2HxxT6lBvVABQyNXMNc2EyHpGo+jbJI2SmjQ/5Ntqf966OR4DZSGsL8dsrf9
R7S7Y2brl8ofo4Gd4efeDctnZZR7UVmUAmIW/qvHdNfY/OP39PdNkb+uLutyRrdYv/TYE/s9V6uS
0FXCYs1+5Go+VT6EQV304jrnzHkr2vaSXvNjFYnpnxLe/suR/rvPQPOAjZ/ApVXw+0ubqQjG0CZy
V/pT8s7kp+V2US/Q22G08x5Lf/GCfyks7VM9gnpjRYQmAvgNFsN+f83JQhDjx06yJkNxrHzGZSNx
g9d//J5+f+f/GVbmVS6ckQCUIol2NgLcP65Td7KXnpA54r+HcFuul8O58ta7HjCqOqKdenVW5h3P
CbprhhVFwZ77/PYffwsWDKA/Piyu57EBRKI+9FndZTnm9x+1oN0Y+xep4ZB2p7BoHtOYiqstOIzY
fhM/6HSS61K4R9p14OfdQztw6wWD0O/nEh0rld3lUczItBu4zTU+pm7tp19EjA5xMqKNJOhMzdTY
xZ0lFzhzREwoU9OXoSXZGnROu3O8kj5yim3U2/YERd25eWiIpPiZd9uCFPJMuUZrcTNIaz+U9Ks9
IQ9NZzcrmpjsu1RMAFXAI9q2M8R6Rn0VeIW14dyekgKcbkc7fpU4IVCgPDR987HY1SlQQbrmvHJT
etOLdPXRLXmXXazK8Ti9WfjGDNW+xDZaVbs+Ce6ua9bpNn7LKVKb3YGddQIMInxMWFyqMB8aMUaS
zNs1jj4wizuHykGaFwQfuSW2yyBLZMQ0opaebThV5g9mWt0wr93O2bTr/eBYsaThaY7bIfT+uHtI
B+9n1sVXBLT382Tfo++KRvTJ3DgJj5vUg7ZECtA8NgovuYWFxg3NXT5nx0q4rxRlHJSTm5TkAZLC
bS0SBvDt+KJ8zie5eeG0dpjAxM5NxUfB85UENvrdVn02TvPIXZGZ7LDspmw6xlCsIz6da9HETzVp
jlXQDpsFCH+R+fepbb26RRpNY/W8hM0R5D4lgVEYq1b3F0I+KDBvlcfFoZHWWrXhW63dQ7JwG8m7
G7K3L1OSXcphYOzTFlnAz2oCJj/azb2dTQ9lHq+6yt4YaJoE0uCA0XLxnRUpl3Pfl49pYh4rpyvX
g+ojkm8TN2PwNdtkqTm+5PWbl9G/Sdj54jpSFWueKXOI7GkaEKbQhOsiRtIDimDDvBsFTYRpOA92
DTF2nrYk03oEBrL8INbhb6VhXqGbQtNcn7xq3DTGBCaBGASzwuzKwR+oQ4JOccXvGGgbSi5aE0sa
7IQkgFUXw64tl6sZdiZ7BP2dGO3hptaCYnfIb+wAvEO3nEUHq8ub4VcgPCcd0J44jR7Dhc/ZOPv5
tg0JxZtqIT4rS3sjEivbpxWu5KJpr1SOsSMeSf2iOyESM+V7xFFbfyTrIOxlPjhSPDk0xA4ORvQ7
+jFfeakwcQ/iZSiHH40z+BGGgoV4R0W6hU/bJmuytyEcHr0qriI9s2zAcGVr+MuO+8EQEVF1Cbem
uMSbK1ETHo6LM+8r+8sNCi2QYZG3MD205gb0RaMZ/UkPub01M1Wa5cYps2sf8XrZLNbzrHHTo0p8
DFki4I9hG7uqeQlaCgyM3/WVnELklpSJK7cdWG0fpsBemcN46nX3FVvusR7JMNaiIQhjLsXKl841
qpF7lDcvop/uJ+ZtSZ8ukU+mK0KYUdHOBMTQxM6rwzD+KBBnLAH7ZjaGJasKr9lS2LAn+mgY9kXS
5jNRY8c15rv3lHs2PHXj6uStZ+Azmt2O6nhvVu6ujX2SDC6qZ9qLSzPfECo+o3rZWlwpssl+Nu1w
LKXYWAIMEi0J0elty4yxnovzOGfvVW1uiGbus9K51R480GA59XPCInZZbo2QQGZgvo3LTzM1X0bI
HUfWfR25c6pSpC+9NC5WU7ybvs2JYJINY+kRjRTZGPYzrIRvLus2ox/uzMr7ZJwSMlINW2NbmrMP
9TJbDrGLbWfjja346dfg/mKJFs6Tef1Q+pl7D4NK0gXmTQ+5NyZWezKFqu8u0eQbQ2R6N+OvpxNc
PDscB7n45+I59NlQaHtN0N+y8kcTedQtfeNfgzAPixLIOENz7U7iS4we0rRAaXftsb4zHZYijjeT
HG79tgkiU9vGl17oixwvyZKIeRotN8bN103BSSFg56PJ3GTlJipgAL0s121mPLmWMu8NIyf2UWX+
00iucZP3Th+V5WTdErQrw8jihzwFsqF4JErxnhROd0QCMdN9NPwM2W6B/pcwAkqL4TzNZb3ryv7g
hdmpVix9iiEeVg35KDYiZo4Ck0fWjUWAqRRXwRTcDhOrmuQKErQQNB3SmOd7MubHOjGdFbWAScOD
QjIt5PPQ26+dRkA4SLIAro9pRXodKrygu+n1dDer4cqZGeqTUxuaD2seftnVgNk09kwWkQR934r1
H9CQDODeQkM1kSaHKVDSOOTg54E2p1qGZTU33Zsxte1RZVjXcd5xIr8nMZLR3ajK7Ex7yvk0GTRs
e7PvSI6RCSQo6tUEpbnxM26cnSG31/0yj82aCqR8trL4LCnRxYFba0pGug0BDPUlAQ7kjrHOEOQ4
+keWOh8jos2KbcHJvBlIWm3JpqFQFlW8TQQ9inWu+rTfEk/p+1VRtOk1LROP5NDirpbMvpvbSW6b
OObcJae26XGn6Iwoz0K7tAys5sy0fXxN/i9zZ7IbOZKl63epPQvGmVxUA5d0+iS55BpDERtCoYjg
ZJzMOD/9/TyzF4UC7gV618hEIjJTI2nDOf/5h16iZBjNLN0RKa53pRUI4PE2+KlRfibVJLvnpavT
U1aU9+QWPY6uOtlieQjyqTBOk2tPfUw7Ez5PlBivg5Gps7LIb4/DoaifqnFlLTOOX26zU0bw1T3r
EYaYWvaOzq+kmvoHoszfJ2DsJbCNCAdhJtuiKRLCJ285YN0Bt9nqNl6ev+WuejbDET7fzBlYTLP3
1PckYunJDz+MIbeBtYrU+dNg2fm61QoNzQrv3FnKxxqxf1j6idP1IlGlx1fsg/e+7Yg3ZUXGvmq6
uFfkp4RW48OeHlr5QjUiI7/fglMOYecZW7T8Tazjur6GrZMxup2yk+uL5TIjgPjWQI6O6UXTvVWT
Ph+Cbx0aWPa4cDBsD6wUUpY5uwfSY+ajE47VcCSj1j7QQSA+4lbiTDedoohstvQRImifpOiNbmTQ
+wbHlQ+mYd5u2cYX3Y4bE2KjwU8+TUFFqjB45eh/VP7cnxFfk0LZ3gLhVNXPzp4quzwELSifLe4q
t/vk0Xxf8vChHKFWK0LkYd2gPTng3Ofven8uES5XGXGMpvKPBTPN3/BPm/s0I0Xbb6CioLcmFGxU
6SFjad4u0InAxcGV91OwPQ+e+TA3SwGlrfltqHw7Gl1/6v3wG8PzEKr7SHxOMB4DdvOeVnilgJwW
ACd0ghWjEqwDd76gnHSn5QKNYrhayvjd+fihLgU6paGd8ofKyH7A2HGfxnm7sHXWODTJfTL6GXhb
VZ+UBfVxxEBmzftgT7rCJ9GMjNFC6e56a77qutvlgXmbDkD4ncffmec+e5ah6WnU2WrK+xlmYQz6
fSXb7KsvQ2QA5RitW+HuJnfIIiYyK2Mm81j2KDdtYGADcnOEau0iGoLYyjk8Q9zJmGQNF1Cfa1YZ
kHt0hWtj2MfLtBwWp5gSGLxTxFyDa7JQR8LnusgYt+2NDNM3J/OsmBEeyotmfpVp0ye223IhN7KB
ehlSXGAliBGCHq0fM9VZFd1KTXsut2PLQEacysKck66HzRkVoVtcRywbmOtgF+t2M5pJN7gqmdoX
WJzOwYAh/wF0OZxTDYWyqf0IxolMhp7ClpzQDLyil7CigYr72N+U6594Cg08WnKydeMf5yXYYjlu
4gsfihzZFHOkX0VJOJQBavA4NPaTJNXyoWoC+0XMhG3fxAWdlvXerZ3mhzfry7TUWIyE5JXZxvbU
N5SwmVu99WH5PqDZjNy0HMFPnUf/lqjUmP0cVfZ6zpBa77NZ/Qi8QSe1gIzMzefrx3aEYdZUkGs4
b76XqCDPJSobRJrTR1OldBFbVdzXGbuLfLX16AK+7Hu1dnGqqWXnjJkX3KKSzOz25p02EiUzZdc1
hV4GUvbQilb+0l29PFlW5e9Mv0sIap9gP1X3FacgpTfj6HrYN6XxvjX+E3afPOpun4UjaX6rCQ6s
A4h3Zvdc6A3Wk0wIgB+w1kwxJFqMMfh5o1iAZqY4kLW3SiVbvVMup7Ig2Imsi1h6TvZi25N8gRc3
v3vT0HSHDDx+vE5eC2WqI9mcLCeZJuiC3uZxBUD0HG54gcF5yryUG9Sa0wcTB81xCg8U3d1xs4sn
xpgkCepHb+sfF1UmldE9jw4za5CVA/lX4175jFaUDv+oKiDjYmiGb/DOpnhGCAe2J+7Ukhr7FeuC
uGw78rJwJNzrskljCKPEFG5WQsRyfcgQ+xw9Qhc5bD4nU5dRJaxLazl35oi9rJy+GGmQtlwU8MV8
h4wALnGsxOrI87spIkBui/JFXTEQQqjB2wfMfZFNi2mBeq0DayO/FjKiItDMgp5P8rF66AdLXRcn
vAvJ9Xt2pCbFt6GgSH0JcWy+Si/T+L31Dz0jiR6t2TLGdSdIdR84NzP7BAvPyomxNYF/rc9eWm/b
Whcvrt8ABPu8H6iACEnN1Yp8jMd5OlXGq66/pbXlRjORoi0MtohphXMqiu2VE7J9CrOcFsCxgwRy
YBsNa5Pu2T8nV4fwsK2s29slYIGX5j2DWEQ84H3mg8+ZH5P19iHIeY7DiRhL3y3v7RXp1+hSfc/j
hfvQQmvTwzZoiOWGCmrfJEHs6MJ6gp38nBo8+94H9zY1ut/wyV+8LCl6lyqpJRzZMWje3eYhbFbr
IKFjJlLMsKgGIi/DO9dr61NB1QP7k1aphFF6ll2xJuVENCybF2cYNYS/Ufhca2r0ccMmljBh2v9C
5k9VC2Qw+e8D1zKdhn3ahva8zLbaw/1NBpvQ2DD407agFs7qk0dhnkRblJE2Z/OKZW7HlZWNVwsE
o4I2PS5rdp2yOgB0nlvEGOP9rCz3YHsNKaqAnLxoeFdn+vGDgVgxNvMNITsgWqSt1U6setWxVo08
otdYj+mUvTAFMdAO3BB7oyXG3BuyvSiNp0K5p9GY6o/QpbyeSpi5q2HzKJp0hyHPk0YBGQ1iehl6
BQcj0w9S6uB1ckuG5yTN4qJZF0knoViXM9z83tHvC254xzEYvXNY5TRiesU23Z3waWnSo9UWPx18
Z34hKGmJhHVvwp3tp1BWcIZlR0Zr+b1HdR9vfve9ttV1E12TDJlnnPx6lklFViApwN0r7JzfcD1h
2XH+JsjjP92iauIuGMx4YYSucx59UGJHuGjSV7vinOveiqwlu8qiKeOgUrE7GMYe140Hf4Wke4Mr
0Hi+BMv4yBMqdpNXo8waj7gTES8sRJ6gNkzjXNTo/jOnRVbd5QlqznI3GOODobLTiKFGtI7mH6aS
Y4Rz5b5dTXmy0/43Ku29VRUf67wyAm/IPfDNso6dPjOS2mbos7iWd5hnefVufGhB+KZd1ojwgu65
rIAbAjxf4xVSUmSL/menAbsRSRoRPcMDTGduIzysbdHelzll/5xP2G5RZeWkDVtDfU/fsj5K34F7
6GGTi3DqeUBMwnFSXXzggGgK0GC7mjle6+TGJ52efxz48MkrP0aL/ZzN/n3L7r7IbnmpcmDyPgAC
GHX3QKYWPw108V1udW99L94I/b5maHqJqbcjDKKJR3ANdOeO9Wq6xePYcQYwhXpibP7DHTwNUbi8
62yC3mdSqiM1FnfmAkUQ5bdUd31tIUTCB8ftql88emtXuMYur+yOVUWxWfcwk4fCBrGewiVa1a1n
ClwDEjpuMBzkybpxE60qHPBm5/EiBbznjbzlvXzZfOgVfWm86knefvcjUD18Rpc/rPKKHvODMvoU
InqJaWTAJtWCsAUaCGsnXHY9Sl9S/RiImxB23b57mWb1BvkXDrXun8pCUvB2BCb0GSO5+TiiiTym
EheIXIxXRJB3ZIhcglA/Y4HSoVV13x2N4pKxWw1Duf7WCBfYVj6WW/7mO8zCumLaO+16WlL56QTL
W1mKgxdC6irs+sNTsnwXjudF8yT2OQ/mnnEO+t6OZYvyjLJxKO+XEe94E8wyyrGlPgnX+eoX9LUY
e+ztobkWo8/3nT5cCUG/RKOna4RuGXoaq0eZZFgOgBzw1OIeGLs/ehlDxlFDv0GkSqH0iVKWlOyJ
aqXs2j2+7hP/CtLbduIFX4P3Pt9+s+mdO2IWyx0jLZlkaZ8g9kiB24KnSk4vvuH+JKqeteyb0z6Y
hqM5lo/eQhVquCqN3MWgqWRAQc0GHwCUYJ+r4kqXWdBbbTZVTnBdHcILvE22eyauCVr46iMsrTnq
bdnuZo4mZ2VeKQeo5jbmEAnR3iynpvyUmb6H/Dcd6Jn3nSVy8qjJlWyW6dp7fR1J7T6ARzzPgfvR
4xuMjhAZNEfi0IS7zav3RBPrY1vwiWUI3mcFxIBjUHNsJRsL4YT64S7qS+ahe6BX2zgtF6zWtgx8
R9p4aO/yxh3OM0f0zrJRCYMBXXO+U1RouDBGmj6udC6bPb+goLikDMhYGCSar8wHsygf1Usr3DcE
NRTfcvy+rOInNTgejvN8drVvHpFOvWmb9jorp8samH8YFbBZNJJ3XMPiCe5TwuRN7/Ja/upXktQD
yPN7fuI0LnBaQEUw3FmD4ewKUb1Offu6ltOfIUXekt6kjV7WHGXtoSZGGRMzzgVnnS+I4x+6OSCR
074TrUFAuCwkxL7pa9AcAyR2vyCrOEiHMd42BWgnnOHE9XMyCtbUSGcaZ4J4bBwjdpCUXkQzFoc8
INMcZnzHdKL19jIcOYZ7urYMKn0ESxG7eWbGC2gPVovHxYCq0vvZeMM5p09hNy9rP99CsLPgmJn0
D3bBbSo2y03SYGE7yRjzn09syIcP0QPAIV3gLLOvWZjznXQjnpF8AotVVmGc1yX9hT7Zj1Dj1T9R
6xicsB0SdREmKIruIPGRxOs167OZbsDh4XjXqhDdBI19vGgR4poo7UPTGV1M8v2jLgUwW+qCX0LD
T1ZkIzoFj5ByNKAgdubeUAb+RnjbpyxUtBSet1u1T6x8DmV+p5GLvUOy1aSZt/q6SqReM7qcpCPQ
frlPPdgX6EpHm6psnHFk8Kv8LhPcnxyahwFgleZ+2hdImhx4XGnb/3S90Ylt5ob3NkG6e9XaTsSg
dMPielLqflX5c7GILe5r51OWAWmtW5AeKRDBCsRHs6RfiBO9U++6bwgI0cBNKRKiQP4isqCIc8UN
Vnnz962CNLLl3hXfUZJorPEdRsS3AiOUqKSmgFR+2y1dVySM3n7VWWcm5tg/duTjxMIprSOD/exg
Gou/G/QCpLhaP2RmGmxUfn1vGI5zvjwro7BPuGlbiWdbv8PKLFEd3AR4ObrmaePoJuM4EZBMuLP7
bzi7UiL6bSKy4G7FLOPcGdmbg+iRyGNg6moj8neBC+pwwUejtZSH/i92DPiaTuEup4gGyPC4NJuc
EflP9KxI7MnMNk91zpuqfM5FuyySEVgIgh8aG4X5PToNfAob3/055umD4+AAA7Dro8fo3YfBHDpc
aMKZB4PdAhFXPDPz3AV9/mAAp+3sTIGU2+sEoROah4WWTHEtwOOLmyZDQ252/WM/N29e686cuXho
ljt+Nlnt1dZrcNusb2PPK5gTmYNp1Qd3KuomURqKc0SwGzxC4d4Cdjcsv87aJUc8IxJ7n96Q8NzU
NLhVd+yt7qHZqGvc1GuTrVfw/iTzk8FDJtQx+TJd94TPyL7LKdftKd32YRP0YTQVmLrYHa29mUIq
NOmEfXpIAg5WKt75zBjz22R4P+tuZLn6bR93bfhm9ZplFb4YoPAyewOueAzHWj6s8HN3I1KgI8c7
Ud+hc1waU0DnMqhsc6cdWCJVriJrozIsTXTFm2FB3+1PQ9gBftTf3TQ8AKmDWbny0uBuGcnCdyPf
GE71BsEtTBe44vNBteGrsulqqs36bszTezg3l8mjBfFoqsA31jGNV57XAJMq+5bm08c0b3R+QPjY
wgi8k8I339YvM+vW78Z1B4QPChwmS8PuzNuTyPSPOp8E47LGSeg5mh0StbjEtyTu0/Yd0kuCAvq0
lullnMTXYlvPajHvyQKyQCR0ugvXIYulPT00UJNCf9vNjo0EVLWR21bPstYqqQaImfzEf+DZPogy
1weZTk8VPo9x41V4M9QLjnuOTPrQPmZbcJcqeG0uAhxw3unTRncd5YhzbOi2uG0xuFvAqbrpamOX
biPJAso5G02YBAam0Hb6jbn1a6p/zys9cqmuOSIXR31l5eBH+NatsVGQiO47H3ObP7d+z/Aus3fc
zHcZCKy29Jn284ju6Ye5bUmrtwSBIIjTwPA2eEanlqMWGi6VR+SLnz8ugAmsmhNdzMHtih/+hpLJ
ggFykgt1MCYllb2cctM51X6eH8Lcf9kW1K3aahGnr2jtYW7Ra260zkX5W6bZn+5mL9Jv19R1HktH
fKsKeUeq9Q0Ot98zIaGk+ikXbeZ01SMKS1ptXMfvCXqD9+tS5znW/FbW6xOl1xBZubm38vUuxMrG
6YFKhd9y1ZWzF/BggI7jSmyPllOMF3NYQePqafreW171SP/SP7tZl75wRjHlruaiilfHPON3woR/
gJld2F2Ns4/BuGAJ1K4x/FEmhFt4f7S0srcwQyFXbT14njUMeDSIej6look3F6GttTZvVrFtUG1N
GHaMjdUIv2IWfrez63Iiv9KE/lnlzYFAELG79fpFkGOWm/pfaTb3L6jAcQQZcy+NbekiS0WyMibT
5iZIDvh1y86OvXw7DWqCK04mXtHEMJcWLFzAcOTcTQfbET9I/lCR0ZkvnVUNF57JWZhg0lRzX7RU
9Q/HXoPLqkFRfXs64f/Q73LztjHDoKQdRneGtuK5QFO+s1ePwYF3hU2RrEyPBgdZst2p7iUtwBhn
yGwT0KkY6lPtCgMxAtiFKuXDEozDsVyd8WHdykuubipZj0nYEC5bglHkl6JDepgy59VP86fUry6Z
2r5AO93EbGnVNif3+V2xSWluPY/tZ79GuO87Q/vZac3REpTZu786Jxl2LzjAnGcyxSu3vR2Qov7E
ciLeKn1nLUIeJCcTTSicqc5RG67x4RdVCaoRXYAsieBXhk/yz3LjFCecsN93vR2AbPZGARnPw5Fg
tZsuAVJ7cuR6M3sZmru5yo9SGCSSrPk9iokeXa63n3TGwB7VRpIPyFJaOsAYPRuT3CL8KVZ/jheL
IWF9U70qDylnuyDKdv3EJ/6UIUKoo26u1M616Cm28InigJ6a+qzI7ZdahnCsl2mXGc23rNFffVVT
pbVMFv37enOiNHNRz1ZsVWe44p9iJb70jb2WYyI3LvPKQ3KQlR4Jpy6TUqrOu7JDF2JnoDFWUHOT
O+q8GSQ0bM3eHNIlGW4Opd0Wbnvdj6c1sOskd+Zzufb9SbXA6PgoPaipPBuO/a1uoJZqIxT7QmfX
zR6ni7GW35FTvrWzv54GHaQgEyV+faO7Rp07PPtVsw8ldEmp8wUtb8UGEc5edZWfuOAmjAxJvN1S
6AojpmTCHD827GR28IFpHFN+vV1g4kU4O4TZN6TD3JWDse/GxosguqYvZuCPN2XOB1wcvDoKeS2l
uZ8rL4UU5Cy/xGh8W/XITzziYmgyoonWFJsSGqj8wNMg3zEIyo/FEb9zZQ8vztQgfcDGMjIqa2Oi
D7lkxU6sa3i+oqvv3BIytI1xVbxWG8HBmf1soRpABqtdLhmm3zEYFm2AKsJoyLp3uOr37nYrPjTl
dhu861rRwSga1CqsGML3XIg9eAXzqhVPn7A4yTYHJmn6s0c46GktKFDGsXr1Z+upqj3cCkMyf8aB
qIthroBHoCbdGPJjI2nndZ4qIGICiGIPwxHrAJnTmqKc3ym7491v4R5DOjjQgam0/2jnPdKXec2y
FH8VUuvuJsfPbqJwYnruZH7DvQQuFTsbjvyKXRkJqY+WFG51Wb2Wb9VsCzobI3OmuOtHUbwuYHNb
slToVc6QBUI/Md1mQHuO1xM7xmbEXiGgyndUQeunb/lIuofW7LwEH0JZJC4RBqyG1RsT7NDa6nGq
jPr3NFLSGH3Hqd0PfNH7wvVXnfguNR3SnIrdqEOqC0TZZfnbK5CsvjcLWzyqKdzFbjCLcfxd44rG
MoBQdlxNZ1PfFJgsxhfyHQSVp5+Nw+2f2QBLsrHXagWpJiyAKBTTsI9LHRptDAr4yxlti3azpCBv
NdPjFPeW+n7Jg0mdGR/xYsxsDb9nquHnWrxp44vCjv/Zm7j+fM0WdpNfC9yV93xORZE47AR+LBzu
jzhkzc3zhHWEs7O2urrY5uSvsVnK9rAgzlgvYgylswuo0puDN2d2n0AotuHzkN24JgFtEkipkpV4
cc1pOFipP6r9NOZBeeTSJHag28Sc7iuFs9WVdJgwvKs2EdA5Z1hqxFjj8UumknMzmsNgNj5KXXQi
QmhEp5pXA3rmesg7xop6a22KZubJu8L0kEtAO6sgfHQpRZmyt0O2SkQAqZ7NV8dPwyJBEmJuBzpu
Y+ijSY/FpfN8Iz+JHMQmUr3S3hcoTL4cctAYSEqlN1LZ5vPY2eCyVTOlZybzVYmH4NyrRxelVf2i
Da4eCDC1XJ7amqn2WTvw9MlGJqb5nDlpYV1mqOEmaAijkRTLjyCqlG2I2FjF4iaLOU9f4FbNTKUV
dOKS40a57IUgufskRWWJZxM/k48hU/Oa2D1SfAiEtOhPjD5lAxevnPdB5imcU3JtwsboTWs33qin
ZzHqXEGnkWtKZzd27RgFzmT5KENoMaxHEw789IzPq+ccsa/izTBqhn+M/Wbr3/t0cacN6qyKeZSW
HxlLt044nhltwCRMlsZj0VCy31eW7/G1lL/etaLZrJOLK5r/sHmSS4RjHW51aLbTfKw2DftUTBpI
1cghE+B6mHJ8wELMX5xqM8EDKq97a1SWuwzW5NZeetEFdyX0oF/G2mEfwPXSHpk+zPdw/C+lxZgy
MgwD0spkTMNT3dU6xzam6Zg6uuvwthmt85B3FXw4wD18WYdMb4g3QLHPU1dPSOmwa9jXurm5xt+G
m8FScCnKtMdiLx+Y4EKvwGvDd3F1wJjQM+ufEE7Mn0XJxRLZk4ZlxvEHsV6xTOc3dBNbdqBBC7uL
VZX4e4h1wiYh63g615qj7AY8dn/sRm/NocHkSsSzWGC6ASRN9inQnvXNwHqH0dvmowrJ54XqJtPB
WJ4gpdK3l1aNy8rEcNw94qmDFmL0jOXZ9fLXqljg9i7WbKwzMXGz1WGIX89/Mr5v9YC1GJR6TMlp
V5TTTindMIMt9JzOqwbm6CF6Vdh4W91q4FwSFArAwnXyL3/pAy9qSm6WsTGDz7qS3XWZQn11HQMw
J7dK5neodECUlmx988uFrRwCo1mP+OpYuJ7hCHByyznwdmXpDF/o/yGIqwXjjMsEU/DoyBppz0ZQ
N5I5tx7OlA0VAxotODwFJrLnMVfVTL2GN9aOmtnQMaR2prSkPfF8IZ9wdJrQshR790ZR9wq4/Dgr
wXHQTcoURN0Y6Gu6jDuwqP4BNTRHJEOWt2HQ6GRsS3uJbvuqPxaryWsJu+X2coPBeHVniB270rbt
Y2rX+f0AzHttBaIph+7Aj01nnvr94Nfmq7WG48QPKwqELYY86XReX8a8Na8gGUDkHbalnFWCfKVA
4p10ak2brTmRp+4AUE1zcfDGhpMNy7jpEV5X+wFXlyMEQAnDznBz9Hq0xZYPu23OOB9pn1JguXq1
f6NXIZjaVigLh6Iyp12ZrkYIMgEbfCyY+QH3NGrfCa8l3GILhigM1/ZUYzz64WHQRtfrmtxDagFO
xpSPC7cNeE9L680/lIcjAuYQddDShLjujHmoqS85dsY/oUlBBeuMFujCybNHuDl8msMp0cYgSy1c
TorjPOrTSfypoS3HYYEYPU5nE21vUBYBfq8bCGbC8bKofdEgOItWhJjIbnBL9xIyDjHjE9j83GZ5
mmM018an3Mrpuy5BTr1gXq6Io4NgR5kv35kryjWZCWWRkTBgmzIRzhzce4hhj3FzBe3pdBv8Ebob
HqYQkRkFcAelSnNx2uaKocJc1sH3qV26VxhU46XwUTurnoUQIydgLdWWRN5aZNp70Y0HXxT+IMI/
Zw0+061wPiDo8bGNRQVxDWizeDO+aXR3KP+mZ7rfFsqC9uVrmut7vGj1kNCCU63rYXlFN5R/hLoH
5BJEE8BHqXLZfGphNU/4ZYI0S7gJchrrn4WHR1JUugi9jcqkixo2OgMeW/3MvASyniAmAqPpWbSY
5DnTSY/K+1NgdnFZV0FVgmbZ2gO+yXeYrfmdiSlFxpvZoPXUYhI2hkSL+0J0mzaODsOVB8CXKbHm
rs93ws7nZ9rc10G6FoeVM8ODHty1fF0VDrDjJD9HiP2JBwC3Jdv0TNmfXS1uoyfsSefqrvQV3PKl
CBF+5yHSXeVhL8aMFB7KTdvr9/m1z9vx3m7bkKxcv/QhYRnDA4Nh3C3m3My/CqyCYZc4un0rZEFf
uc3gyUz7KiTDMI8iYW7qCUJF8ItfO3vCzxByErlLxj0Ze+INu7Piq4WXYiDEG8NgPzkBUxFMGAaH
0PF2PBVByzPOwa72eQakCxtRsLRLicN4bNk3Fa9Uq1fDddnUQ0lboZINGvVykKAabKi/NBdbME7j
wb7ZpDtmbV4tb2NdUu2x7rGvbDz4pXUZ24GsMzDvEDNHY2jcP45rGY9mJksgfIGz7d+fh2snY1z0
JD0wfbndwQwLf4zFYH6JDRHbDlSue87zMeQoHGwFdgIz6VQZgjOjWGpOGNnYLOMUkunBTm1IObTt
KHjLnsun5YaGmYQd1k7c9pPMmhY6p7W6J0tAAZj1BGYIXdJ9SnuamSxdKLhznY189RamRlRhBwNp
pSyrnwrqzc4lD/JO9B6n7uTIcI1y8LBz0xsYLA69734t62Tr/TC6solrJAe/aS/SS4tWeecXy7oX
GTmdJaYPMWUDwz+sTXmNC7aCCKWM5daFUzP3wKNNeahDa9K40ftek6DklD/nhtZ9xzgBEdCaan9v
tqjXkxCs+w88Z8uLMK313mc2MkeZiU3woTF9uGc0Cvnyoi3fYmhnNwo6ao/EJJzFZP0a/npYw7Dl
2zsginxnA7sQGWlFMqyThwXMNUVB1WzmyN1J/eypAOugQvJEBhNMiz8G6QWqubETMz49TRguVyWK
Fa9UaNWIGPjZMCao6hZZWl1mTfjmYRB0QJfuvFgto9JlXNz33LMpLmuqLhGVdHQ3R9QGKSTjbYTj
Q/6U62V7gIdlPc0brto7gcsMpwt60+LJg2Z783YTvZPgc0qJpLCJffJHwhjO9lBv+7FX3YestHzP
Qx9VQqHeVAvJWQV99cvc+ozbGBI2wK53Afrn/i0ElFckXsrisz3EvT0KfLlvcGEAIhMTy6VZJfsH
o14+vG2ZAUbt1o7PZr2qc6ec4oG55peJV8gYi4xY9ySb8Ol4b/EA9RI0H7xQWVfcI5UaLOcowtxQ
yd+3/1yMULURcbK1Cvjxu85Zl+s25jlhvalihU+ALNOdk7FKMR9z6Sj9v0Rq2KIVjA60oe19zUpR
EXM6QKy/vgAAODuiRc8L/aBs9XL1+oySyw5vnZs3ulxSs9XyX5xlYeNXVci6RGpvinjx2tzABnIZ
xM/qtlYg6aOQdIVY94O3ldbFw6StugxrsKT7jfSVO3ccQg+lzcQDqvDvFJAjSi6oeViX6mirmxkQ
niNYXlIx0BlbwzxVxy5f+Pi/TwFmMal3DgoMeWmQqn6J4b9WkB3+OsCgJfhEldEIFAEBzjO8ujF3
UiASWVh8M+i18GPalm/p+W6FZaO/MbkZ46AZW0cc4X9Cx4ehYAzQ1WZgteq8uRW9xAQJTyAf9Goy
adALA+rHwV8FoebwEW/1sFXdHRCBXV9hsoVljBlmiDgi4O3uM9d3wmOYe4M6mLByJB1hER62tOHw
Wjf2BURpWb0bddHrGMjXY3xrZ/ToAjbn71Bxn0YLDA48RabB8+NxoJBiYpluAs98+qq48Are5Co6
2dx362KWx1HyvSMMc5t8Zxit+nZzna4/AhgmuLxsoDd7opDTNrJv6ZGEA4TZy6BVSjEzYH7ZFU0B
HudpgTK7qBCD9BbuyEyKoFVHG5xU3FzNAvV6BH3QGt6w6CRFgLIIXefYe9CpfONWvpdEK7///Q4V
+LveS51V43FqKuFGPR/dxhjdhF8MJyf7ABLEBFjYWl+t4mYfOJjBQNBXLgTUFSK6qRDz1A32pR26
u1mgeH/qvLVanlS1Yq0MMJ1CiXNnfLFsh0H5bqREfs0a5fQvy4SG5UxTz8pz1MLkBXpU9a7tkNVe
ALo0u9qvUqhD5Ww9QqpIJS1ijosHuKLUzAQrRP9YAjbhUS+m/YMCH5lznyblzbl5Mt2XDatjWjbn
4M5Z854VFhkyrXyYZlz1SIKJShCIKFzrjIARi4HHXA/QlYY/lgq/IzrkIHRd7uj9IJZvf4n9bg5T
+ET9t2MRFlP/blr1H//6X69tzd//aVL175/xX5fiSyGC+zP8fz/q8Lt9+MT48D8/6H+h3xVK6P+3
29X/kdlvVWD99PsvA67Tr3/9g4//2+rKNP8Zhr5tw8EKcH+yLGSg8289/OsfRvBPXix7NmBy5LmY
kPC//tvryvb/KQB7bn8xQyBIEUUlTPUh/9c/zOCfoReYREggZCWJx/sfeV25fwUM/7uA1CdtOyRB
0CUu2gn+L3tn0hw5kl7b/6I9yuCAO+DYRiAGBueZzA2MzCQxD44Z+PU60VVPL0tmaql3Wsh6UWbN
zCQZEQD8u9+953Ld/T27CbWMO3+enurJMnH+1NrYuq5HhJgcYC2r62lOQ0Qk0QK+dTFVZ/jY15ww
3PnXtYJNE0xW79440ILeywUJrB82pdcMHUt5bj/lWx3352NQINPFZluLz7FsP0CCC/uej6otzkAd
8osOzhSKfav3pOXyR2mwnBlSxJqoRD77aTH5YYFsOD+6XaXKcCoHNbIfndSIYyDwMSjpylyCM4jY
RotzXm2p7fVxybvc5VFEk64HbJ2yHDg7DklS6RFYwx3/K+ZsaQ41fiYgBxmuhSvhpba3HaXDjLbC
T8XvgKqTHn2N6I1zAiXvGgOcRc+llJUy2buEgEiGgJ3JCqnYGbzsBb8YTO0dMetJPFrcTfWhy6Ub
Xxs6Gp5YpGAJkVafB3cmncChJn01Q0IWPIR4lA1edSwRv0hHjn2+d6qZnwUBmLiMUzUrKOm+LEow
lK6COZUszXFuAnrvOCaz8mxqNK+DWCQFoI3vVuMBeIrnba25tzAJaT17w7gnE9S1AuwyJLlhVyrH
xoF63sNgF8j6Rtqngo7jC+1ZbHTwuLafeS4Sziww/MudScsEb8mmZwuXmL2L+3eh8tYSKNmnmLJp
VDIZy2p+XBrbj+/Klq8BcrEkJkRsR5gPFehiPlw0oZY3NjjsGL9Y60x7BP0FUOdAVKdksh1s61hG
ow9Faywx55SOxSEKWqdujqVwCd85nm3yfe7N/go2MRsxpXUmGMN1AXBzilevuzFKd9bBpl4yP4z8
O/Nx6qkwvRdlQC9XURQoA1E8GoOLS8P9nCDuiC0rX7wJ3uLdx6qmyAEoj94mnnaevdWeCf7nfnO3
WoU2KL51f2VRXHK9JK7WOJjPq42gk+QcBtWA2l8drHsk7/LqpddjIhFam/jbT7ysOiziDINqo1ja
hEOdnBE1g+YR2ohR3tGjwqMIk6gMgrCrPesWxdHgiMZ0JrZgboPqpMgUv81ZMzk70kStvQNeoPEA
yzplaqumLtrb5dz9zCkPEFvG8BpLU1Jad4LNEEVODgkyDnUYlfYAjM42T5YAPwSRlW5jvDhA+vEY
FzaxxWyGPypi9lOZ4j3zYx56G6Yr8pg1PFp+rsS3UL2k8D46vucbIQXrO9dZzzyRiTgNbR/ILNw6
jKfbuIe1jQFRW/Ee0Td7CEDyc0iEROFeYc5O3ovWUHkYmBWyqT2nkC0pJAg+8Nf4JuRg4hqsSNwx
iV/W7UHZVVTv/HEoXrAR4AfJqSqDZGQV6yWKhPlgWnLAiWC8CPhIge4XvscOvQe4MBNMZudcoS2Q
u1ulR7EJTpoB8HMw06oRNL3+YK9QBif09vKMHrJrwX8k19pEtLDovKeB/h4bM+/UFfd6UaqntMAn
X04oe+xZ+7WAs6IPGgnHOSLChos3ZxUeJ8mv+ex348JaDfDWrqlUHAaeFawK7SjNZxmqorXxOQyx
k792BTaro6vE8FlwK1xOzO9z9pFE0Ggv/XWo8x9I89pl9Tc3vcE76/pFyPawON9x5YiUdsHlyc2b
24VeF72bAweOACfEZZlOJd8Ds6LfdumATaLj9g30Ckf7qQm8qHmJstGTB4zPZKOo0O7LcHR6laP9
JIg4b+Wk3OpeR3gwN6KHXD1gHtSyuQBm2Puvfur0zvF85y2hfmuKS1hujr6Of4GsXnFv0A+Ax5Iy
IcBo0O1mIOCkzipoSvQnbVmktnnoTnTVkE7GwHbRV5X+6LPUeYf3YlmP46hWMGVikPcywl92t8yl
+EhW2rSQCJscmxPalmBQEE7yhvBgd/sFOrjDZDkBeU0s+jtCNqdTcUMB2zIdBs8d5FOgh1bvGOg8
lsqYoR49ZxBPWNGXmQlzIZrC4JnA8ybVTjIYAA1DisPOF9OfH10V0Yy3HQmwjEMpGhxJpnHOxutK
nZXmhMhHyBkzv2+kk5QHt12n5xHloN0Hs6S3IM8wQuIXGrm+BsipEXVKIKdD6eQjeOaWwx8kCIZJ
9yIqaopZcbXZ5D16FlHvJNAryE2jxaE7Nlw85xWtaQ8Egm0mg55CGxQyeP3QASTOiolTcL0fIjaq
bCwLNKMEi+ADa8FMhQp28t6W0xwfpoInx9awo4iPVSJZVvvoHE9KSIHBy1iudy06iTlSjI120XqK
9bvUnO6xY7XiBx/jtNvojqxGWJUxSimofFrSUr+MCCRPprmG/r08WwU4Y4ygGAVvlhG0yS4Ci5Ew
rqcYvXZJInmtbTstghNbB72PjcFISBaJ6JmicwGXYwwdRD7iQ1PAqrPEbm8rr2dUpr0ITFthj+Nj
5mWYTSYjxfegM5BMqcVCL8Tb3C27amhmidct9u8QnnS2acpA5XtD7PBpKWFDQq5Jq0cSmt6PxAjs
woYNBIS1jNGU8E7Fe+TPeMl2scT1dz7ceMku5wj40FQtBtvCKUtub7qdPwl3Vpqgd+Tei7kZzgjN
SkMp41Dl7Uan87tLjlVzexuUeC9a9pOjkCeQSHP6UQSm6/JdTyxORzTuse54nrMJ8Hwu6ujnCly5
3tr4Bp56ESziMvbXtLoBvW2GnzV1Qd8yErylY+J4BbGn3EJTGDysj4M0fcNKSlLImCmjjmnbq+bQ
lW3vhQ2QCxIqcSmK+0guuXXMVZr6mKhrDn5r5Xk1ip1bjpgkyDttvK4ye+IQ+PwiGOx4mHkNSJ5U
VJ0M6UK5SFkXDbm7chrMttZe/CFKSq/DKm9b0n9tbfkY42T+3jjr0t+KovHBipVL3z5aidUxJrt1
+x0UwDZ3sHnOyS3CXPYpR1Mq9k1JenWbpO3k7cDf4umB3FNkJ7hOS/DBIi9AD3UXAcswc3Nnl8Kq
Vm+Vi95DasbOhkeVcXgmhDqVgP0XKrjLhpNAgjG4bep5OHg1v0bHtWu5Q0rcubdRJunsocLM7a6i
NqHmwFL2gk3ERm90FsY6Hs2IQ9CF6v6maW3cLKaIixo3GjAZXIUzPss+qPkjU8ET8ZS4reNyQMfx
f2RhK695wAIm4OBTRMR1veSVMvv8nsMVoXI/dgeBcyXS9gVt9663Md1Cdm/0HPmuc63b7axq4r+5
7TUcwQMOz1sKbfRHEyUA3nTdyxpSdI0JguiWRfSQnce1P1K4BM1ZAv+PBNbmpFvmc0sJnczrIs0P
HzzyE+HgnO3GYGKM9tBxwtqL8DuzPVy7sM3q9Z07IjbnMSDsskMDj/bRaPEgLl1e172L+/stnWir
48YkKfsLugkC1ODa2bc7y7E5NGPJwqHOZPsyz25OtV0KXg9JlWo1FsJt+p0EHBSQ7WBrbbxAa30E
FQSFm3IG+1Mob2o2eiBzz2quWh7rss4rbtaD+4sKB/9c/DHZaJ9eA8qzwMgF/9xPebzHbYEzO0m8
9RiTdmxxLMqxOOS2JeCgDnn7ttRORV8qIlhHLUFF6wIBaAkMera/siiilKhOcQbsSKpxSpVwHKkY
rL3R2wTMGcmfcKt/aYj/n03o/xRl/b9wTAcJ/U/G9Cqui79N6fzxP6d0RzJvQ0vQWp3ncajA/29K
Z373ULMhk0lP8Wc0X/lrSLfkH65UkNICh45zVwjF7PzXlG4xpttY6m1bQEY6f8n9l5DUZ1jU/5/S
ta0pnQpsx+VntCG9Beev/9b7bLMuDKrI39d+V30Eea988KMrtswN1uN0KA4QE+w7piT1uHTn53M2
r/0FaCHiSI4Jll8x3JsBmU+XH2ZxmUwGZKg3WEoTiY7R+tGnjLuhMyXTa5v5RrJxy6Yb2XsJdStD
32L3ZOXIM7xsrZ+jtHApB9QLwsgrK5Jt9LuqYNNm4Jy2RT4EjxlgQzpbuFHOW01uaNyxS6UvKWLl
GLzaqVX5G/R/+VSr3G73Mk+i7zi34zLMSXABSymGKdjaXZG+LEtmam6/Kd/BT5vsCZ/R5G8Brirw
dIxuLGOjgUDc2NpzFqJcaLlVLJYNgHpjU7BQif5FTmk8nzD8VeWu63z81yauFRE0LMFTfG3lbXGA
wsduk4SObtaSCZPGnd0yW7m6z9nJNH+y4v8mpf0O/z7T9P72nipHebwAiDwe4a7g/PXf3lNoGdCB
Pe8itSv/Nrf96TViYdRsf/uM/yXY/f5d/g6y41/Xga8dGqIls4BrB3x+f/8uQVH1A/L0LSK460Jf
kqY8gibpkuMYr2n635DlPPl3FpgWtuJjygeUb4ioFLhn1N9vv1XFaSSK0uET1aktyKnlxVsV+OVH
GgRdfWQBWCeELnF+7nxsHcSLWXECwVrWFifknDaXdTxjoFr7ZHqnQVZyCuetM90XIoUW9VuMl6sC
gSTiO9rXcAkgfGqbSWSJ9CWPa+CrXsfzh41gxCcwZoF+LiJ0C0YT6Bsnt8VzT9yL0Cdk0Li5DqDD
9XduL+rXlsmPlLhnMMEKSFvuJtVrQwAImYniA6Zt/RRN5zwA3Evcmau/kre1ddOGciCOvmHSaptj
0boTxNHUG5vQakpX7OnLHH7ZJU8wkpg636pWZ1goFzkmxw6x6RhTubmG1PqVZk8QEmOyUoX66nWC
2VY1ZMCmfMjXTZajz0AGNiyu5oVeC4a7cdjWILAq8sxCwbVY2K60q4OLk44YunbNil01hqlTbrrZ
s8ZQug0skcAu1R1u/i6A9k3r1YY2C1FzLM7zzz4e42rP84cVyOr4OO19RQ/2VhFBotzRpgpNJPFC
ADgvFzpOaPGQJFesiAQaQQ/nYWVVE2x1kfhEe7BZ3XTQdNWV15cAtuxxishqRFQZJsWQB5dgULSD
6UkOr4kb0OQJnrepOPLxc55k44JzYn1urtaJh/lF1lrDU4s2BS4iDiSVlSyUX9nB4ICIWqIZWydj
ubpLyo4iZyyt2Pkymk/AgyAH9afe0rwUngrmxyaOyFAmccOO1x56thS4jzWwCeAi6BhjFnVboyl0
47OzxP4JaARx1L7Az5a47mxdJH2esUFdmxQsiIHOjl8VmwupdWNXu0FkNiMeEsxLjrb0RatZ/gU5
ByrCaKH2cjmunjmd+/4uWpZGakvZc4MlvJzXY28r/0pTvkklVAsytlvVjZNxjmCr0mZir92MxZLB
LbvtllW9unqdn1HFmlNpT/2umfvpa0aLfE15FalwkdQhbZns0jqMJw605ErgkWwbJSUypTO2d57O
F71l/K2q3VQtmbMRA0IVHmulb+Ffy58er/FrYdGIdUkDCO2sTitwJC3LMlqHNT5HIpUZerWNsICQ
cHRS7Yd2CoYBAbGaHhebNc++cVGL4J0vKb2QcVWBkhgmPHWaUqc9hhF9werPfBfcYTAd1tUksJmq
9plmy1nswGO2TyLJ5y81TAxRk+t1F8R0yVwFym/JIvJY/OJdhC8RLTFxo4ABptnhMMHGaRYvuodx
6mbHbG2oqmF8whBSLyQnN7GX9i1CBkwf7QwFhmqWYJeAsfT37Crvlrr55os6gOYMT3FVFdotiSWu
LQzMm2IqqnXruW7+nKxDe+036/w9lNz10LLL6A1rnQGkUCWppuan4T61isl5DGTXPCzNwh/jImJD
7gwBbQqEKfzbGLdjHBaAOvx90ftWtYdOHP+sCG+8ugmrqk3vrz1zP13A5D+1i0KmRkys25V6pGPn
MhPukahAFWBZKolxpTYv2DjjEikWaYNXg+LxjMsN0JOVy+jLw9YDLMFx2f3XQWEvW1mMGm+XW+vh
ZzWDnwMyZoiYRXxc+TNTV+or5sT63u7mJiX5PZv2GOBYJdkXx6usD27NxL1eRg4ZGMzo/VlVt5U1
nswg8IEXlgNCGWiocrDdjL6/kWXgX9JktBLDk21z7wBooqqN2wBw+8pJb1dfTc3Wq634es7gW+wa
8Jg/wPCUGnxpAYrXY9TfExBenltIIPjTtQWqgsEsPfZVR+bc9fKsCqG00HZ6qDq3uQkonfFDhtIU
NaRdFoFPJW5KtIDaa5izOBKEUZLXMS1yKQo8Jl77Zep68UULov6lSsWr2i9xcuviTXmbxwzYBUSL
9DuLMWFvIq8ww2nKkQzQ04xcSLJ3JZeQHhSgjDoZvgGaIZnEVjrUe11KdDAW9IwwReTMZldIQ6RA
0yBdAd2K1o4ieTOD8QNoAisg8qKF4em8W0+XtXpCXLZ+og3L92Dt+1tGQf+1blv7ZxVFuA0CFEYO
P+6qF+D+A1TaHl4RWnFn1gXNa6pgWrRR9krXgyW3XhBTwyNHsjDk/bPI3iAWKrNLpXQ/E690kPOd
BVdlvjhmAzmsv4248aIsF+ecv0wII12qsoZXb/fpY88nHdfIonJWrg53fIzc0e0Mcgh4ZT+syQb6
myVI2xfTe4PFgYnJWgHNI9LB/5S4Wk/QXGg/QQLChsjjL7+bsu6cJIUKouAtJ/0d7D4OlIEnip/Q
DhpKSzghfZtxqN7yMY5+6Zxm7g3hFv2mx4G3XVSW7Z2F9pjsk197vwqqFThG4vMFix/0JDKp7/We
1rbwPnqE2HfWuzYlt9Tr0jJBJV2/p9eOOKxDP9xM661F6jbVuJLCkbUDSM3Ie6Nxh752llyBb2FK
w4BQXJJpa4gZoW4jzCtUju8SiB7qteycm5nr60fNJuenolnprMORrtz4dGVjwCTHlod4XPzxqtF4
k3maT0l71+kgQ3lfMe01aZ6xKVnZIcjJDOhzY0Ln+WzGArhmNOTFDoAeAMcuopx+l1DnBs9HGQoe
nIZ+ySvlzqt/8HvCWZdYbJrmdYkpBt/iL7LGhzmpYFXH0wT03CLddzNZcBSPLVBnPosVGIaWcaNe
IwkoW8leEE7wWiU+q8jEsGVsPDBwZs6kLM5knlmAwh1ykznA7wYH+weZuIbdFFk2TpMnoxosKDzL
dUxkpYonNdGsNDIvbEoQ2uknNaqJPALOcWcIQED6r4pGeMTvCTdRo82BcYzKO8tbJizRhDBBmxAA
O9uzkLrybNqWHFgtwl/4Paw7GhHW/Ap8MMC97Ux3W/LLoa3VAqchM/8ub9HwflGixO+joypN5Y6t
4oDsXvcsIf5Be0fHXyfKa7bU/9Tk+iOnbcLaUM68UalemGXY8i3+ofMHkz53AbIgzSZGZ3QgLhRP
PiPBlw6Wh9yOnoasVFgAcpek2J5DiIMSFuBPI+eL6uncYzLwsKYLkrbeQ7oyd5DYTfAeYwzMfJ6f
VsVPG2J8yxPoWQRiu+eFlioAB13iEWNxY2slJmLHsrumWzqpripDBO668wnHQMu19BlTncyMvxeR
bI19OxiJqlUK5U73TTNGzqPTNdq7Ltu4oKmR+C99NWdVX+QRin2+lBxs9LRSABNlRJmIQy/fHXvD
cmvnLcZ1PzVOcaxid3rLp7nGz8OK8sp4S0pxmTurB99hgbitk14z3mIVLEL6KkF0lWDBPmwsrzQB
wkrg0otKXIue6p34KvP8zuaeueB3qVlJHPDhuy4ZqYn2nNVpTNjivRFHQyfqutP1qpqLQCWBcxKT
AYpu0ArZLLm8G3zgIuw1Te+TI1oloLMNUVSocqYv3GTXsx3Jd0vL6TykMFs2p8wlYr7LAhZ+tWDQ
P2fkAwhhVdc+2KpM1yNxmdIhtWFzygff0t/B+OMnq8GQkELcq7mB8sLpPeWOwZO+JpvpBL8Et3vu
2VoWDxPL4Z9OFri/Vsbh+M2yTfpWNG18H9cVTJa4HlGYPbdrZ0TGefrlYNbL7qJachsnQ+6jtFXB
sPD716yDPcHTHCm2+2r5oECQtub0SLXruYO71YrhAlAJA7lW7XwxJv7wPEu3f1E8FVncrAZ3WDGm
Hp/EnhaTeaSYbiNnz3ZIk7iF3gL85lWb2HzcisxnLWOD8XiyW698Xzk+oXzx3ADDdXYQ7k0CxnZX
JPFKe0WmY3ZaSWHA/ETIC5gVUnnhqEz/NGCo7yMCR1GYNbS2kEbL8eIXgWvzqMpKJNTcBfHyJwL7
/wS1f3OAuP/Xitrmi3XG77aX8x//U1Fz/9CSDQ+qlauDPyvZ/vK92H/41LoBRffJIiipwIb/h6Qm
nD/oAeBv8Ex2pOP5gNz/UtS8P5yzgEEGytM2dy9f/yuCmiv+rqj5ToDdxafNW6H3neW1/6S+0MsU
jZod40Tmf04PIyO5rGi5MqLaQ1M5AxaT1XCRC+yieke5Z/2FF5CSyXzq5p+yFBNLvalb/NAls05V
yUx15KYjwBBtwRhUtA1XBiC5WQ1m75bSAMETSMxW6JBNfupn5d2g3lssgKZ4pRCN3YED/631uFMT
Mayu80meg6YTT/4t/L+sAgNNneKWpeR5klDFVF/Wqk4JbdNgMVzQueskd5mx6Hdu+iwvEfbR1LaE
ujQdkr6dvDq4EWmsDUpPn7ppmvHvcNMDisUDjHG6GfezaLidEsKqGPRnuVzOcTciqzteRpQtS9Nv
46fZw5Ap/Kb8E6BvB+MwusYUAiV7Ql3mSVYioJ1NttEzRn5i4S3eHgJfhZLADbq2e0RQJR2zxD1m
QNl0pHlUU0+wytsWQj1uI3c32zZ+A8SLAqc+sYpv15EtAW1SZm5I/SWmHbIBst7hV6ArVw7DrG9h
XGWSTpBIN5spovF23zU+tTgksmbwwZ0D5QnyJK3HzdC89CABSPJhRUK1lOSjd2od6xuOLJneUleQ
gCuXI7mfeGLuIMxDbGzntF3nHBy95OnetaTw2c1G/g+ewNS/Zs7wNdI3XVyqNjP9bWrqrCOH3BKI
9fHRLCCdRr8/DmM59HsXykZ6nsG4ZXIPh3uXDYl/TqYRND9U7CK+l8iancPMK/q2OFGv7tMxKX/U
rF1SzvBjVmluxMZn8p87alS6jOfToXd6cr9r6mMdytMuyrYl0HdwTCQO7qjIjDjk0evxvi4O4Vo/
RxVgnBknQBJd7/6ol8b/yBwl1IGCVHMnhRg57+OXSTZZoHG8RkPDI9boHMNAmY7elR4xoIQ2sdbz
EhN6FuBluaIR04YO2dCKC3izg+9Gt2pQ/c+O6PajHUf2Y8ULhHu/H5NnolDD4zC6dbBHI4v9zTk+
CPNonvUvCL7yNUnxToZzES83PHfFFwFl64YjJH1PwRCzYXXJx8MAhdPxNq4OvRsAF5iesNPb11Yz
u0eCp9H3FBfJJQua+FcFB++hxxP30Y8uj0gMLtEnrFj3O+XB+e6Qgj4RW5fPUeRV77bLVu3ogucT
XDXIX/taGSfbtRivTrZHVjNGX1EIZNKOFw1L3gfMKrkeSaLH8M8ZKBZrD9wWmS1tHVpMNCMrtQbj
SEbdIiYCahwkwBmmyaJ/A0pqZTnoGVJ+AiQkE2OQNQc/LlDiXOX6IQmX4i5tK3cMJ5cQVshBN/ms
sai8uZok+MSt5ZG4Q1qGJmkZzCK9DF/eP97qXpjuJibncse7W/HRETBEkqb9bDOFnQO6WvtpZYZf
qk3hbfLRcEck/ski1qQ7X30x1fboYHDIm03SzMTp8zEVP3q37i97p2MqIU/e4ZjWceTzA8d+sM8F
5fPbyR+GpxSOQYR02LnRVUU9LWFDs45BKNhXtzSPaQZfDHL9cqtBsmG3n7ktFGhqmPTYTSPhp3cQ
UNyDlZFL7myPkKJfdIvZg+trP23JwmdjEWaRyGwZ+Nw1jsvrAHardwU5Idm0Ej/9dvJIkz+kJqiR
aRcsCqxtE3on0GO5O5Z1I8hJLsaBOzwUdT7vZFdBtumV1PuWAxTNz2QknkvR1Jy0x0x45lmvprRD
z9fJhZVy+L42tMglhybVOjnQRtWK18ZyxPJzCbTz7ho8Gjuglu1wDKSs76hZBrqYa/RLSBkWOR6C
TsMtFQjMxXk3WiRYJ+YXCPUOGrXCV/QRx8SgdtAq0c6jKXLiDY/uxN6RHm+eU8e1f8RRFr04hRfd
8VHnYokcUX5DCkhueNqmLJ7n0RdXTjKqm3+cCf7vdPRv7j8/HQ2k/H+lv5+Pzn/hr/ORzQGJw0zg
29h/fd/l/PGnL9gJ/rA5kXiBr3CgeayI/uN4ZHE84v/jy8JxbN92xW8bR/kHa0s2L7iFJf/Dz/uv
HJC0/nsnE6BrWniRm1gdOXw3If7TASmDhoh40bwsStr3nVE7AvfQg63UPjF7H5OlkCfCCJyguJ2Z
6d0FR1f3REbn/XDmDKnH0X2cGYQznYc850kQpQsiP3+BgixtPfTrI7bYvd2Wp7q8NH10VZMF23hz
LF7d+AQvSJBm7L2j00c7tyUcNJDifqnFr+bct71eGuf4jyrs7tMyLTJtmV/g0KcGRrT4ReDX7Dn9
bxLR73wKYdDHQjyRX1FbYf6b2PTTJ5gzSQF0ILMFLpUsZnybFW7ANT7A9cBjUCoqqeCrtA9qfUhB
sW4ajzsq9ejxOJ0MnYVSo1VxS4RMjl6e1+Tl+j40Q0dOGMmcnSgFc+l4iFpztPqBbgdwZTCeE2Vf
ojEzKr2P4MvCIqWyPY2i0O/9n0sR0UqRXU/5Nbo5KD1htsTEMFim/gW/GafKap8lNKpUcZhMUEMy
rCyARSfE5YHItu0Q9Oy/mfpDXX7Tt7STMIbq9lkHvxAINqwdeNytsOglzHxh4BGxjzh0UY+ndbjm
RPC8zp53dAUetdnWFOwqXo6KxgxJPG9IvhL4bTg8qdbAvoki8MLKY29wcrEOPmo2qFgr8ZBYjm+u
7ZRHBB6/k1VeOfIjn9Wb53FYDhzrnQ0Va+TQ8q+pl78Yp9zF3tlzgBDOJx0k1aGw0+HSc2V3MwB7
dSv1MuCliQC6BB7vLjgko3BfxPg3zeSFfhy9CA7fIgWtlqhXIi2Hupsg93MY3kgfRJNa7wLSaYdU
X1a1wBsaXIDax13JWmOWs6BZrnCv3VHuFvCscpIch2cwLeayJrEWZ8OXgSCwpY3wNBOls/Efunw6
ecJ+i4w4si4PknbbaEj3guUPKSnBAw25kjwvilCkrz18RhPjKUG4EF4qycy8tQ4AkLalxDcY2PDj
RsSphQcNnj2f+lne5W1mNSzGabAFjpwMVjhpfDj5/cBx/gwR3sxIKlrTxEmBI1Cm28inbAiIXjmK
e0e6W1s/SuLbdgs/K27By3fXWroXFNCQg1JH2r8MKLFTCr6ULoaCZCfgm65+6kgx2i8RYF2HYqIF
bmYto+BOBF11wcwGpepMZ7EuqR7ZAEuE1fTjvAvwqnuczxcONfJUn+0osmhu3ZIgQZUsx9meHsjo
HcRa38pGbBX6kIupcGNVQ7TR9sNUv0ZwDQWLkQwQvUzGkHNMt7fnm4w6P40RSHENkXTe4Viz1tfU
fnM4pxRNZO6nMg8b9CG2egB2LQ4YF716yDuQoSV51n0/3AsgjbZd7p3+NMvpETjXxdrd11z16dj2
Ia7sq2wuj2myUKV464yQnUFFDQ5WR/g+8Ow+cXQyAdJkFYF5dNJm1yZc55l3wUDI7tW6q/N3L3G+
I+iCBUyZYXyao/QtUlwN+tybjQQKpcjHEtq4ddj2QGTnT5ipW/SaXZlwpREBQXfqeFg/lxNoGi7z
xhaEtjhSrl+RBau9JievWOM94OI69Nl9lrFcheKg0uBydcUbz3Y+2tV2FPGnWHKMRd1z7WGdMD6l
xlZ+Rf/OZs1OSIxIwsBZiTmetJzuWtx4ER8XCkHwnyUYNvwkOwJGYMc7sYlxbRB7UNYVOEkyVZt+
5KXJ7/v1NdAfZxTxhOvXTmghE/aOz12wi+3xgCsz4ofHG8oiCTSmX47ffrueWO5drfMjIQw47vYg
9T1r6qeux0EVt++N9A9JjKNQIHzXZeXB5YHIxIYpWK+A58BnkclNq9L+plfAxxOTFp9nHqHlsEP0
A3Pnl8GPkas2rfp7W2BVcz37veMh01b5/KOd0mwLCE5cxXm3MyO7RBdvO4sVQ4dCQjmkAi8C70Ep
FjfTlF7SNnrTRuXyI8iomzXiIiq7a1KkYYPwum/6dLwhvon7uZ6yU+4Me9x69tFIQeNTeu4eiLsH
wppii/jKa2cDUTeTffZVdqO6csm6vXpt2pG2KdpnF5KRS5H71ua8/DVOgfOKYzk/tjOGstHr8LsQ
EXxrK6Dh7EZOEaUTYQxPm/AZgnTXRYeOxAzEAQFNczxKo3+WjYgvcUnGFwgu4OZJE+IVHYbTuRnw
mXRcHyL34ZMhOMtzh7RN2vd84EfNkr7C5z1B9Q3Sl27qtkrw1A/86V4VAVdkcm1m8UxFzY5mvHMR
QkxhmBYvwcJr18qHjv3cAa3+DkDndAEfMcxsSkESO2Lgd+ZmP/eXcdx8S5tQhA8k5FOYxj/FyH0r
Kc1BsKkIgN/zwVpJxrGV3ehEPDsqOuXjQJVMcqRD67Vv2zBa55+0oeqQ30CCb5+3i/IucP5fUMtL
VwFGlI0/MB5RoyJ5KG1dRR7V6+HvxgnBQZO82tX0VivntXGaXZy3BAOr8SIpzV3ZtHvwDq9UiRxo
Ck9CwgIYcQU1anFljnXMQqvkOT6g7K/nxwujOotDT5kp2UqLVEtabJKMDU2aWv1xtaGhr8NlP3sa
g3TQXhZN1RE176uXJrL0fgHUERrVuTsGXzAo4CMWnqsgqPuD9Lr+vrfchm6QTsLc9oFY5hQjk7bo
o+GpkpRZSZalPzxpEsVdtm3FtkkkkO+OniTWAEhQDkiSTbNw025SfwpVA6vMGxqKjSLJSSjNuutq
ymkmlou81zTplmcllsbdxgPajZe6uY+UC8ShA8eEjWN002PepRRVTxVlLgYPhlPEZDvJVOKSr9Io
Y1yx6uDkWyhWvBPnDimsaeUpN1xH8KJg6HNVd7fw8vx3uYASDMhUXqG/ESU2fqd+VPSNEw7TrH5o
NQWQbazhrebDsBuHvrfDBD0p3v87e2e2IzdydttXMc49DZLB8TbnrHmebghVlYoMjsHgGHz6syi3
YfsAxsF//9uAgJZaUnYmM+Ib9l57iBVDDM39egHVubxCkE53lRf9mTPR3zP9MdAGM4Ho1w25RQtz
rKxiuexFmt67ExdH75j62gI4vim8Lx0/rYF3PuXFCyQ1c+69SR1MAZWiwXZ+JeZkerTgrL17vPqb
IONCmvJE7OIcM1zUdcF9g+niOu7m5p6XkpxlPj+E4C13Vc76EsD4S2Gc+JzHYHj8aoDzywtYvobJ
lcfSCc+weVl7VFFyx2VsH7pMkEk0i4R6kOgaJaybwWnqT9bZ9UsGtvHKx/HEVw9Zx2Ai/r56MbD0
O4UIhJ0FMKbsmaZ6upKqPcaO2jE1J8GCtJFchBBG/Ki9YCIHko+AkbTUrwYb9RHaTMBX0kqBTO07
gGyIfZfmgsWP3OvaN0/WUjS/Krb7Lwzxkj35GtOpsymR8aEg/B4MGUAmCp7DOs4O1tS4J/wlzrZt
18ATTf8NCM/KDnGR3pOORGATU7Fr1k7gi8WYP3hl8AUz6ULX/es0yoOM7pe2e8/Sp7ZZpr2djMU1
+4vzlMuGEs4JT4kPRjJNsts+iYu9N41PMkow1DEH5TsaZ1fe7D0xdyB5226J7AKSWCVACBgqYkCT
8nc70S3UuBkBFIdXbjs/6mbeEiX7pzY8sctIzjA7uiuZMoQr5VcqR0WFHrw5Q/iSjwQhalYQY+7f
Jd7UXQSjd5UXPyWf5c6U8iHJu/4O2CkaixwzsZZWsc9Zf/qW+1r70GedPM1xOmIYcUE+pGP8UEbp
lmPwkrg0tpis4dCyvoIyuOvxQF/03UB3wP4ldWr3iDfg2Yzee7M2LC7dCQiJC8dtoRMYawuUoAAU
Cz2mjms6pRjP/i4LeVCC+IKxT/nIYUpRrJ3l0Kxg+moe/AMCFGzKs76ukJGe+z6L8ztCPNVu4bn9
nfsZKOAsSc7askIANFZ0PYMvlQd8CO2ZS5bYdp3E04EvfXddlMNwU0iZH5mSAh6sWnCwYVnFOzm3
hH7rEHMpadnsddoUKgjjrHGL3c/Zg20AGYHG1b0yxGG4vCed/h6hRU3bUjU2xmw57Qiyyz67vuXd
FtkFXKeuu+rHkhVe7UF/bCZ9UpZO0ClhLpeXAcF+3nLyEYCwU1uKfWuNx8A4v3NbHfXQhjt4cZio
nOCdbphQo2X+hRCZTBfUaef/HaX05o9hmvHDf180bbNf3/8+R/H4t/9Sbgv81Rzrkc8m5y+n9D/m
KI74OyQT5iSr6pWZCL/lL+G2y6/49irc9vhVsmv/NUUJ/+55KLZjfg5ftGAM8z8ZovBb/0PjG7rr
y/KQKHhOzP9Rx/6nGhZ5H5YZJ7gYrAIBMTVQAsSWnU+szlFC8RchfrGgEUR9VTxBECBWHE4Sh1zM
4HqAuLbN2NTHT7GT+t4pCFAHHmSFBfNyGVjOXgKxbR/cELoP6Ugg/w+513JOlcsCfQJBSiXVgVQW
Vz9nDvFShElLSjXOjFwKOPWpz8nUl6APDPe8bCBqwudGTjcVNjkQAo7rjp0tBaMkbM/dlm1B1JJC
kMsCu6nvMqlQT6H1QuPm2cdOCkEUleXW6F+YMgxebXZBQXCBU3E83cwaBNYNmnoHkzavyr6qA6sA
CtXE1akoeyd4i3Bq/Up7RYLY3I9gitravcOe0u1jgjQafaNCf9kRw/U80EUq6C4JHkXqmcV3rFfB
H7ErQih+D9MAEPuGHqGx3rQOkkCw0Ukf8or8KE1oBRrYYos2ui2v7CYkh36bpJW4rRlEZw+2ZQbU
W3ni1Op7hhL2u0XSxL0cjYBMd8zLiZBKs5iekoARr0aipBtzMNQPWyXYrVMDOmLZwVf7zNrQ/PTI
7YhcKgcRsgtUZXDrQcQ/QWbPiRcSSSUPXecP1xGZu/kt+xjUu1bnurdtJxPrhHgLDxacG8c8RwTG
/s5dp1D3ZRIAgCNbA83k3qVifmplzF1osZS0uVRPtjfK+3qZitPEaHvj9wga2RF1814SSS4ezVR1
ttqEoVdh2IHmtW7tMXjG7NBo1OPruCV4AaE0uwm0E5i2O6RjWTlXsETSLLQ9buF4Yj9Br5I2W9O7
LdATlAua1ideVMzMwLZEv/S7sE4U729a4SYffK8M97PXuNFlnwKs2pFrMJtz6oiw27MJDKzLQQZV
eZyTILpj8RUMF8uc59kF5tMWX12Cqp2MAZwJhyQCHH0ik6qtz10z+S/BBHpHcg7vmoa4orGPbSpJ
Oohxb6tAXZmqgk9fMUtgig8CBRxUdTNg0qwxEizWdULRCaWzFObRaENd0/hGn9jajPdppswtQhLi
MQqcATcR7vn7qYGKRIaCWyPEYtP14lhWfXIz1kMYJ/lK7DtTYesZB4VZHxsmiKJ44CvEHX5Wrevd
z26ofqUQfd8BXHua3AcLzTM2OQWgxV4Wf1vWqWU2RIoIdcZaSzUZIXGjLBNxna7pHIV1lZOT+Bok
fvY0m9a7iYrVtz+6bdJR5LpZV7XPPYmrcv7GUZsnBNuSvZGF4ONall4Zcm6+l20/fnEqeGLY44Qi
iXAz54LaEpIAVz3PJ5qNIoZ5G+t6jpwjyop+Zj6EXn75cB23m9zLrPPs/hFV0uhse0qqADBzauXu
sgcCthB7VTA5GpofpSdqOFRIRcJogSDlgfLTnuuc2nZ1JY8aiE/cTx3pdCW9cXWZ4BslJCEK2pk9
24SUA35xre2WnA1BfiM0Cqh6W8LDG0rFnoiQJKWJdK7F1PnT9FIlWWTI5Yh0CITTV1lpH0mUs1xG
CcpLSW0Z3UQA/apZSDZoFxuoAy6Cul+Qbbr6BW1iHbwvpdcUT5GLjfEwOEOjr7HkSH0dJN0i0dJl
2sEaPg31cKezGWFajr8N314xVbtaOzTOifaDXwODy1U12IanKpbekVYDMgUIRTyx9N0I1Mls493f
oQdTFwTWWY+RAbwJrbJiulblxSGYORcMM45i4/IHXbMA0hdREUQPWd0iixyXYK+lABY0R9FgHePB
rk84Xrp3IRgCwg8GhQZoi/jgiUpfDiNZLzYRNEf4unCtjI8KmUw1hoYNQSJu09k70bObxcvgnUnf
s26HQE3bSbvFiSVpcESgHJ1tIrwoqc3sf8BRDrf9xG6yIn4SlU+H/yQbm6uY45xwjHYxT4X2EUsS
N9nvaX4EBN8KPoDrsvl2ITWvMlg3PngCAysKB+fZL6qHxUYI2aTVcKEG+yfwLOcpVCIk9wnPyIbu
VpzjTNUvpcH+eml4r48AGT57p2j1R5ZyEl/A7Rvb76QUXXOt8Ao6+yInz4WIvJBEMXfMoHg3XLbv
ErlEw6K+bgippxnzkutZw7n7Zrme//KDAL1vMJMDesUwCdcu1GOLfANuOEzqPDKbLnXDcRtDlAXf
KTt4hSFprRJZPzpBWB+wSZY1mg7/CWxzgtPMgTxC4KrI8KLrUi7kzpCeS/gV7tZj7gJ/BoMInyWN
6UXauDJ3jL08YO9g8mM8/EUen4O2LINiT5cpDlbVwAh22Bgs8dgeS6GiD5/oyR2hpxDLbL6d91XX
hsAniuCh1yist10Bgp+ZbD1/lpagLxSF+kUtjXwOpF5BxsZkFCtHU7DmgVSzHZKs/zUGNp89RnCu
mU3O/Gj56mC4ZDdJkU7hwVQU3kdcs+YSZIh7VSnfDzd5ioDeoFP5gbqQmiMcWMADHJDDUP3DofS/
28j/s1qx/nsJ/fBbQYKQX39rfv7WZ7//tuVZbf6jpua3/6OmxrsYeCKA52rb/Ihc/Z+7SdyQDqUx
VbMXOFi8VjfZX0W1+HtItYzdjBBV9oVi3Rf+0wzp/52FpIspLBJ40XCF/U+K6jDkr/9P49y6A6W2
ZitJkR6I1fL2bxYz8C9OkGt1AMwy70TamPQaUIsQVxwmbX016jW3OiI9ttxPiGnni5m53Fu2WrTw
Z6y+QFQAeAQXzFg5av7VO5guPj5C7H9BQ3SUMfG2iJvq0VS0HUjKVwdi0RnJAn31JZZ/PIoNdslq
J1brYv3HxWhWQyM6qwa9cxYO10ghkoYxgljEafhjfwz/WCG9uQ/R+oRLyi4nTueXVoZxdR5G2Buv
UahbcwFt1cKKYjVpsGul451cpynRF/hzILcKQgsH/qKTD4+WV+2mbGC6mKsKo82y6Aa+K45v2Mx+
xRiBTC95HVuIrHF2ELCC8WT1Vow0JZ8V5tcPm1sPFp/wGSfiuYtfFjJ+3lrW2+aQznF/U0S1YikT
l85PwxCYBUSom2kbe8QpTQRWM/SSTXkH0RdEgVAYaLZCpYyAFs9qDCIEp18RmDKZ2RZE6olZFw5+
Fwoh8EeBPmfj9cXyOElJqVDXPqi/yW8aiCr8x+wcp7RISoNCHR1tNWhubNF/dHIEzxAHdXhHda9v
6iFw5a7tFkwBeE9jxaID09zWs5VnbSQrt1861vqBrF/JgFL2RMrpchrNLlxCcYWGZhmO9oIKbDs4
kqPbyaJh3oo61s5B22FbHd024HxuCVPNH2YNRO9hqdpJnsDpj93ZDBZj5W7IW8kaj+iRfQqAZNmZ
GlQc23PoPgjZR0b5nepIggw0iXK4c4dJHStWXGbvp/3CGtBHGnNVkCfWX8kAVsghCwKUxE6gIfRG
riCMoCu4cloSGfLPCKMW+AteB9BTK1b5xnWC1tm3ToG7MM0FwO5qJmRsW7diafZlTwW1rYSwhyuT
I2/e0rbBLcWFwHHeKhSIJ6uaaGfCMUezOCpUPRHFFKGRJGdPgX/AvkQ6Hxu/Lr8AQG29yooi8JAR
RcTCGz+FZIiIJPNBDlhWnv3SxSSHN9JM7xUqXPITy7GXT6WVTfl1UScdwaXhWF1K2bvjTTqTvXFL
9Gk/sRJBa3BQC4HhPK+FSN4I/Ci8H1631RxjBOHOruMB8g8djh25Cxtycu9JLcBun9rGhU1LFSL3
s5l8eJdZ2suzk0dwpRgC8dlUgWnLG19XYXRb1qib+bLMFnzPJQWta7FHcY5sVv0fPMf9tPMKVjd7
BNv48eDRM4nXsiLmrx2DjOrBp8w5zaK3c9ZHa9BGhCpcX6cQnuttiWiuIrQy5eRCMtS7301ez0Tm
2MnQ38Xsq7lX57nODn5r5ykicoOAqbVLTDRQoOz+3JCNk+1Vvf4qhqxCnoSHnfeaOrTLT5Otu+bG
dTh51l6lzM5dN5W4UftaEuLGc0RnyKgsOtaLmpxt3vnYvMMBTMmukE7FAlxkdGJNt4JUyqaU3qNH
S7H6R7wZ+vxsohcvLng5fPr8pjrsootkXtVQDAPydzSW+qc1if9jClSku7ozzSu7Zf72qhP8BIR7
WCyzjX+UrxjMTZzhCRvwVtr8KutLjhs0foRm1R4QzzaJyvLgMQe4dX1cI2s/Gd5k42J/K4/B4aky
UJY5v3PM6GSeyN9MMcMbYktZKpTu0LxmAfyP3l7s5NR5nv6hY/N/aJ3reFOgO/TRgXQeX9asbF4j
p8OD6kM1/E7+0BpKYj8JxKltWvEhUfB8xeLjClWLeQd0SxRY1gQY5EZ3XqEwM3BtAkIXVHq2GKLo
7A42vMZS+lqeUf8iRV3qZH6ZyFNrr0jyKJ4Um8XiOBGJZp1HLedmy4VhkV+UeOLNJ9VDWKfUbRD6
YQ10LFScNE1XgynwD0CLG5atl/OwwT+tRgRokfgtJw+vboCK/2HEY4YKcwZaAWVqsJ+yzPfPQeL6
7QGARxKfPKdLrkd0Ad96wLyI64B8so12euxxOBiwFyfegFmvEZgvQFfg0dGQM5yD8osGJhRjm1uX
ZG8b856xvmvXY0Lk1ZWmqEsIrxgEMVJk7Hp0NjIe8Aq0CWbR2swoFysQAJ91N1TFYSbo9Tt10ugh
T+fW2Y2hCzAbBEd4maQz9tc6iJHqDGnBjNaGfPukHNndR+UcvOYWDcFGxJrtIBCZfgOzOXsrakdw
lOk5/XA5yfm0Kdeh9UxYSLYsgxfsv6Ivn/CkFFew40higqKm33sRpchQJiTgokyKm9a09auCBf4K
zN1l+juTJsIcrLobghZ4bNDEwIrndoAOO670uL0rdfXskJGA59wpBDcMKPxuVyTkaug8J2zpyA7L
xlDnjTmGM9QxyL1H5ZqUqDCQc7siyN0ALrAIvyEANfZhRmFwP4Z196Ryv17zwQK8ZliNMWHm0RTd
UgL0+kTWDLIq9o5cbirC3APPyEEZ67hDeDPMRMwyqpf6oXeT5rNAYIx0kzE/17LAQIZotmV2TVwr
YmF8TWhV0Mo6hJPXxIXW68fpAR++CzwGdqSPN3h1RpTnD6Hw7E8MXPK5JKqRHimSLTMwjPxwGTHl
wHsi6uKGaEne2a5l5UNOFilPCeu9j0ja8ecy+OWTC4vh0slm8YLrdCggBZfNNzjNCqR8KWFeAdQR
tEb8wTDZ4pLOsdS+94pxNW8xhabrhxw4zqnRNrGUQ+R2SFjXa2Obg0z6krR02dbFS0RGY63gVhAQ
SciHF3mt2fcBKV5Ib/v50UL5u/rB1ggxQufIXXVRPOx5ntLfvj+k5qI0Y/aO7QxpsoXBADMbdRRl
oDHsk/0+oG8Z7Cj7QjWP9ifTlnfXT7PN448Ph5A1VA/FYRFzhHNz9HJ2+mnZ5WT0LMibFq6iCyhg
FqOoSQGedeym2LP9Tjzie9mqEOIDIbFs+cJu7fUy/cMOw9ET1NM7rNvgcshdzPwaYxDhYIvJo6Oe
WuwMVtjkM8hssHNokNI2PPgaqfZOoNy+tkCZFwfHa6YHL67Dcm+KIrkjBCtj8FovqQf7B3geNYhE
IMNNi7/ISsWPtrO52qFfnysezJyXM6dW9UzZN93WFAVk8Ra9uY4BAHmYYwULY+YrTBlNhvZ+246g
bg+dksx7ssqkyOv0VP8CY99WZ28QU7vDoxiRnMv290PhR3jJmxzlE05BJMs57+iwW41S+zirm3Kd
vpGH0fUdUwwNPv53zsDrpkLVgCeD8IsHwsm6L1HGdb8xzTy+hQ2BMBsorIhfTCxDoEd+RZUqWeVD
pVBDDgOvC6o73VnyK/Iq/90h4HvadFQM3o4ch7XKTu2ceEYGb3DMJDk3a7IqcH1i0sE0VS0D1IEG
2SPssIUk2WXhu2tGxNStHWTfdsYCYdfm4/LssMl+JhIGxRkDIibDkJTgG9uJVowamHLuKaG4guKx
QeuPED5i3GEGMWIxLcwH/iZin3GWkXJeO6iV9r5fVw/pwKW2SW17hNEQ2sXNHAtM3q2dEW2P2wTc
XWQqynkifL0vBQGKRabfjG99izZ7Y3JHfU09mOfN1BZo6HTvNstec705m8UakCV1LcLmrZkVaYQJ
zH+k675tvTZen7Bx9rvsU8fV+GEI57gD1FEs9z5I+REC/DShXEsaPlHmFgPFOjDKexP3SYMgEjsy
d5uGPenbXkI6R1ML7PGBfdH5DOKPCbJxi7d20cMu8t30HkmPD7aB7RvRbNOUf4E+IEsM4jRaw3gO
8NIT3noFcpFzpcNaiLTLiOm6jwK3PASgveC/GfkFMIaWBJ3b9BIoPbxCwm4/3XG2LFYCHmfUoF0E
mchcH7umRJ8d4yRooYyMxWu+1LRDVs6jsx0oU+89nJ83JhTRewWhtNuCCsZY4YIAfQ9Z5GBYJksA
h6iV4ugYW8qWFuk5oDglsk9IXwzSMYT7rC/MqsFcHbS/qk7KTwuIwWfXxf0bqhSWRiVQomI7hGSa
ODgvU5Kzdf1QYeb9oLlhIVlH03Dra68jjToH2seKl6/G2zBKXBtS0LxtEkykDAS9qngu5jh4tuvG
+rTjUaykcum/LW6UWrS/Lo89sMolP6ReNjxotvq4BSl2rlkpVD/LNM+vM4CZz3AmsGBPP9/9HjKE
LwcerOoiJD8INVs55sxyc0hohPmswseps8c3AO7Nh411KyRiqEdqJ51siA5tYiOu4JlPix0EvmDZ
54UffpRWGweAgqquPwp3IAinrplLXaV10f5EpWo/IOWyuxgxDLa7rmNDcQz0UtwywgAZUViLyxFs
L5J5WAPdtrIqfWNJU/BWz528qbMleGK8WTo3GJ0NEaJg7V89f6B0V04Sp/vOFulXV4yOPnpdVtxS
IbvuzYD0CmXgIG2xT4q+WR69idZqE6d9C1Qv6DUPjGs6dweikO8NAOne2nCaOvGrgweCUia0yp8q
M12/i5Vj/E05ZWxfgjGshlOJ0iW5YePYoT+Wc2a/z5h+KKwQBlk4rNO+hCE+6ahBO70sqfu6iLi9
4YsVcIBonz3e1f/upv/aTTPK+u+Dtd3vqvnSv3pGa///GRt/0l/6fwcpv094gWAnErGA+teMzf07
czW209T1gY8P4F+La//vzM8YnwXMRJm/ORF2gn/O2NZ1Nxtw7JNI+f8xtPuDcf9/se7/+ud/p0Y5
7jrK+/cpm+MGERDs2Fn/59Ln8tL/fco2RvVoWTOieGnmiWk27BoAQoM0qvlBV0FD3hmCAmgPKqy4
hqo52dnadd8VGkVsk8ThpRRvMU+yb4si4UoLsjPLuLrbVCBa0OZVyyKP7OLDO4/D71cwDGjrC5gJ
cFnlqhSBug/zSJfQOTVff7HhILLPvs+cfitZAjFhdujCkGJj8dylwSSvPMJ6OUfjgeyWwczuq+XV
EKCYiZXIm9Im3TeCidA2gLWstwJCgnUg2ktn52Ea+57BXUXWZBoswVeWJci3YIRFl00RFCwrqDG+
Ex0WqHeaJrsebAR1rHUCzFrxEuqLRuQLbkcT4OfUETOUfW040hA9tskz9oH6C0PsQm6BH0nKKBIL
HLYtdCLsLRMi4MgEBMDTWfXH4C0mWGG87tHuXVYds1H1Ad0Q25DY79GWFUApNj3pi+0GFXH72tIF
qX1N+gqZX5QN/NiLep0j4FTdxq1vzLGpFiYXLrTyActGPL1NNXQnUDz5PDIxleUHrDYCdUdX8/eE
5ej9GAzptxV2WeYAhZc+zKW1eCcaOvUTWpFFfQ68YD63amHnaQHDIDvbAHJm7DlEgD8wNIHGxV7q
ElRqkT9Vu6AzWfKxd0bNatPVFP6HJN+B2WPRRy/+mHXj0W1y7tmkg1gNWH9NfELtAHYj/y10Or6M
bIsjnoyVghIBd7jPGs/7DoexdVaGBlKsOUbQxkE3OvhGlDA5SUsNTbw7DOS2OaPjBPdZn7RkmbB2
sch9myI6flAMkyShmYGLg5QWz9qualp7NQCTih1UthLHsfKtDwZehkjqIFySo6NIQzkFWqUGVkvP
UEykcYCO3DZ2f82NKRFZDguuEQ/2M+sOrk+9gQwvWcxRxXTRPek7LZ40r2CZedVWc/8H0EEuzA3l
FtkQo+3xYxS3zKBrqktxKEdCRc7MPAl72aiEIdWHcaGNQ9rXDlGYBQ/j5YImZLyyM1Ql54SFm31Q
LvJIXnE7FHvgcLgz27ZwmwsVWaC58hF39rYvLJrWICG38tqqje++idpD8bBQucN2QtPCdkhjBMU5
wwb1mcD2laZfu1nyUbqo9F+g+7rTjU0QmrocCisHnNqQlHpZT/Q57kYNraLzSwE5P5TrrvUwx5xA
D3ZF2U28HxL+oz0D5rtRagjHSwVTrIVZMYTIQ5PYIgprHKJJ7PFfT/aj11LfMOLKV6ga5cRtzofI
X0Ogcy5Zcgv/vSRsNd0PVet0DKZk8Fmhk16zuuDSvqe0mMzj86l8QbxCLI8V6xll3TqfXXRloisT
YHfJw54ZXTWVOCUdkC+/vbGoouspLFAOIB7xiMNGCmjdxhbyDzBpysOCBDl1+GUyb3lEzhf2W87d
XOJijZW8dlp2ifsAGHf3YBPYgkytibz7cGqi4oDyYrwPZtct+dwzDiUgk1POf47PLi4JJmA77tLj
Jx35Nssyp7mUgo8UcsJECZ+gF3xkB5RXgGqlfJCFJg65oJlDDGJHoHr1mI7AwNkcAoenKL1nw9F9
LTIa3uAxKprm3B4Okz9Pn0WKiz7f9JOuEAzlEl0rI4qO9Pi5q/KTKCCDATgXetoMgeSVUH+E1h5Z
fdndx7VkL4FeqUDpNNR9siUrnDfLooVgGJU4aIo8KuhbnoHOO8rBY8tatF51DeLCyDU9ZSGzlx1q
vYsxYd72kR8XJEipNjY/rkJbe8wZudG2EbkVbceorOgqGxmp4zjaJZnjOcwk3k8vuSnqvnim3K/1
fg5cDt04sYO7sghCmqZyFpJ1qiVsYNxS0gGN4r0MDWE1NUCMdy/IA38/mVqx8QjKrn2gi1JECiMY
x6JbkQ5eMjxcV0tLRtQ6X+cXp2Uct3dGJgGbwZUTs4M8fGSUqzsgcrljrslnL24ktO2fhho73ECh
X56IzeimY+vw4J0CsYYdJVGW2hvfGSpEDSGNr5xJmt9o7pyYhYwzh1vPGRXzMjFC3WrRe21Com3I
ySvhaBKL1ktz8Eij5uGoYx4l33chMGaJKsd9kYiy3I9VZO6zqjTvLdL4fA9CflUZ9w0jBelZdnoR
iSQLEOZ2Cv0pLJYO8O0QPhOyOBD7ZsIRexiCn2zLkytOjdVRnS8z5xmjuWEi0To3PT9ajc2Y0O6h
fRFfgGXIlSQg9uy0ghONGTAWqeyRKJ1lshyGZV2gsD2V4XFeKa27PlfRk9swV9sMk0EAi+AE2Vsu
88+Sm7neTsDCum2VLM1d5xLIvqWNFc+jWgQxiVOJnlzlNqZ9v+ugJwPM2nS8G59UND4uurCf30tE
T59EWocZN7I78RazJVkfY2E9IXDJ3paijb+ZoJCMSwlQBOxUUl6E3xqMGuzzbK7NLDrjZub1FNC7
/Ctbt3yESEYKbPd2AAWPUN+F536u0GW5MV6/ikmv/xjxnZl2du1ksKBT3OaM39uuIoIWAdVWV471
u0i7oDnAkcu9Q9pb6ryk8GI2jeekwTaanPhtjPPmFmcO9rgIFT6nOwK6W8IPmMLmXNdyv4Yb3CVh
0vbHGQuS3M49xRVNbloj9pBQ3LYQtLoH3TcJEcuAYQQOUKdi0zTWa1ayEvzr4NAiustmwPwmW0Wd
UkAtSw7wmcorYosjderWieNuYgSzwAkks4qsQsu8jxoc+NEfx+VH6JA5t9fJaN7TJybVVTdHwbw+
e8tVoIX6BtNhvRZYm59SkypU5/0UfyrmVh5SkdIQiQrLageeqn1PIN9Wh2mxxBVCXhgHvWF8ueEn
5Ymubvkl9BD5eBEsj+jZRFg8o3BrakpaW70MDqa5jXG78KZEswWkcOYwAYzIDomBns4vxdz27r6V
bXJhY/wUzJrHHqHdIr+nFGPNZpEdUci6bD/icc6/1wicYmfTuTEtwhTx0U7piivCuv880FX+bpRR
d8R54L+MFjt+0kSkXLTTNPyifE34/JxJf3Er6/tGBbNm9uqEBFxqlb9IXzo/Lkixx7hpl9OE1INX
3Frux8iw/IFuEDM5+yB8SwZ2/5fX9ciVvS6NP2nA01cTlv6vcMDKQ3ZBV3+qRWtoa4WJr3oRUF8l
Gdg7xhaaCQZPyvXMzsgDvgSsepOLqceu1pewHmab5fi6pImusJUTEW/SfCYUsIFswKwyVJ8Bqn69
ZWuDTKfXg3pKrXk6VdmMe6xO5+hOs0LAN+Yiq0ZzvcSP7E59uQ27xZwdjnx23FHBNF6lBHmxJ2Sd
VHNwp1trEbD1Z9GNzT73Sl/vmRRbr8Qi0B63gSyLfVjpQMJn0fDCtFH9bwWJ5MOz8q7eBhNz7/2U
sRTaeG5vvSZzNX0F7Heeck4MFpb9yjKTFPnPBpYAI68lB9IXA6o8LcSgUSyQt5BuRQrLhNS4OWCb
60OA2BQKkSxcdFJFTwqNTrxxJwLet9LRBeo2ixS4U59rQcHM1iDbLCH19BZ3WcBZ33gK4zI5PhUm
P2U9JRh0Uen9IUppkaAbyMlydamzLIbgNV4ecJyp2DNjMN71XBI7ctLxgr+nJcaA8jIYg9fA8ToH
PweBhXi7qNi35JIoF+BAzeW+Su5/z4Scxftkot7dAUj0KFlNzM1iBSL/1fOUIAIWM5eP6kf7A3k9
HeCYqQ64lwXndRMlIaxHZfOX7uU0izc+Z3XnFNJ/15El0u0w6OkG23T5lvTu4K65lX207zFTv2Rk
p0eHcLGyBXEpuqUdHRhJFnWRTL8X0IN4/RBa51vVtX164OsynBL0lORBsAhFI0mWBnSs1HY77kZb
NbtoXuMd0BQaQjRLh2xN5udBdvDmqTK7kQxBFH8u+Q1bqy9ddYrsSmO19nsbXlZRY37xBs6aQ+eX
OTsIONJ8NLgRSUXwnYr4AzOTo+RgKDsQ5IzC1g/6ma6DgR06FM/CZ1G6MK1uLL/vEF8hgbsO53x0
D5AHnWbbkmaNzcHnKNv1g4FUU464kIGMIWPfhqNTdvsCWD7+MYbYwWMpmN7thJXSkobTgtqqEQ3X
FFrZHuwN3HiyPsEwo5psmnWzKqqgPvdRGbEUx6uU7/ORsefGRvNCLb4kMc4XbhZQEgIg8JFipnti
y9QUF0lgkyQqSgU6zCsc2LSlUpyyY+r7N/FSCXwi6WQ9zBWl7bHTzMs3JhiK+HowjZnJCoj4Tyum
OP7ONXihbQuDbZW1uSo5KLqNcgs/rzMXReK08lR6/fjcAhC3jipQUPqbGBH0hZsBB3u247a398AM
J4ZgpiRfSmfo1TeGXDBWbIHNmmjpTNTuiMXwWGmlXEPMpmXcHNuSR+uggxEHP0DTnLJTlDy/3p+V
d1eiMNnRErbJbvQTpgN6GNGuMjNEclI5jDABgCJj23aAFlmpt2Gend0wS8NTysXc3CRTqfPTEgEM
vXYJD5Qn7n+Siuo/K3sI8qY/qz+r/O7PWr9v11/t/6z7oz+rf9e3sP1QZk+s+IK4db+RKyp1UAGx
2DdM5pf/y96ZLMmNnF32VWRa9b9AGQB3uANm3W32xxyZGTkzmeQGxhyIeZ7xRv0c/WJ9ECxJJFWi
uvbaSCorZUZkBAB3/+6951IgAEenYgwpWCktmr7ifXy2HJRn+wFvMCl2SR0AT5rPFoUW1k6Nbwmb
OS2vuBhic5itvV6W901bGJ64wP/B3qedCxC/HWf19Nqg02CmWa3CJIFfHPXacybZbYKzkcKYF1MF
qSkMFj0EkfKuwTsU0UKc+M6udGNtbQzP9Iu9NH1fdxsPrw4zJPJFdAiLrhmOEP001PlyMvtrDLZd
dmnxjEjvwJ7U0aOvKxjybeT3w6feCbgemf/Os77HnuOHV/gq8JhMQ9KMu37iET+VfX0O0wN1Gmzc
hDtBkBVO4jfbChAlAIBzV+EtqDji1hzTmZxsuaDwvECswv+STQB7r5L27Iv55pE5+2U4w5fxBv5e
Gx7sWJYWkJYWf42X0niG+TyidkYpOH5Ul5IycHWWAXMumkW2s11A8hMfMXVrRI7bq1o0U8uKSshq
DyVWTNv57PxRIuOUCSwpZhp1dgfZOO+wdMvINLfDgHceIRMDzRZZi/46nM+qPEYJxVxHFviOK82p
a3VfCRir953OcSgJbAjZXifAzHaAonAx9d8cTWd3E7k5nE7CG8WV4Y7dtEE/xgsF2ALpuLdFfR8v
ZqkhDxz0uKYEXTWd/VT12VuFXxWflSrT5tpdzFcU0WcZUc+0+0wdVL2fRxrU9vbZs4XbG/9Wzjsu
tsVi66LiiEfakMvpIbJMH8Fhjim2mmyKiA5qsYYpcMUjIwALxxjjx3zaxgwECROCJnXX0dlhJqM5
vWU8gNDi4AI4MnpDvsL3oYL11MTZJ5fuNOpP8N5eR/jNp53BQfc5qrG2eX0+YZI7O978rtCfrUgm
L9PZEVfFLjZt/+yUA17YX1jSgkhANapBkv3sq0vOHjsyr+grssYxtcGs4KFCYCzGV6fYrVhnp54R
o5euagTGN25+vHyeXnx9/dnjV5/9ftNi/cPh2uPoUzV2GHbwI1vRpB86bMgxqLb4xM205PCmfmyH
67Q8lz0A1G7YSBUmJ2esNDl1pxtF72sKRapUnNv2fmdh42q5SgZwZkYcPKJqsrW4rS1ViOvGsLze
CDZdJpNyl3hZ2e5MmnqZ1RpO0JQPWPzndOUwUFJbB0/w8Nq5s70473HeUJRMrRQpOMePCEOuKP82
80frzAN2xUjVHdw8GW2QJ3PyR8VUm6CJqYCqoL01oV1KYyeh80OD7kMym3hfjI4VwKPqLoURlm76
M3OZs2A/byXUNqYUomMqvoeD5gBsjuFeW1+I83v9fXrGPkv6XCVftgr0PaWw0/je9NJnh1rTXgF9
esCbVuwZDCxc6qwKHFYeDsghj4ukHGBbhx5UrJMJEip8roU2ab/U5MuxTbBrD2xB6N+2EYVQpqfq
xY/ryf/cUqfePSY+aRhy2KbPKQHQrVoIaXlBgca0ItXqSPJHadg8OsEMhma2bReEbGQMpLDxi43q
QZ9R6h52AdqOZOtFNjNM/CE3AZdGcc+CBIx3lcFvLzcsky0sl7QCKRpMH+oQ6t6+h2JDetrF6WEu
qHg71jbTS4PYIkf/CgfpGS7PF5cdfTJpFXm0BT/fhnA5iRiE6bs5+dV7uZDqUdyY9ETDArAXlWR7
GOFRKXm4wuLE+rEA7z0rn43j4oYjn2q0+kqXbW1dEB0aYQmWLtj84YzQH884fVfgYIXVULJPtjiH
8xSjEfOhOYP4cYUA5SeCAPMFkRxYv1UlLruiKreyDahIUPXNZDX2uvSYJjEeMqtn8snhm4Fp0mOW
lBgPZVh4cEKsEobqxIQJSTbhxj7Smxne9ja/aQ0yqz0xJgoGdOwBlNFQtNGWgebo3OZ2ATGL8T9o
0Rq0MX274ZC+FW4+PjWzNxibKHUJm/UGcQ6eK005c2v70VeLKShNITokrJxBOWQIQPGCvUG9CAhs
E2F5rUQLbYJpGYF4128tC5zYUD+jZePEddPevo+Hduw3VjtZrxzTgl2k0+Q+yceQXIUbAkFvF6YY
DaXZupsd3W9a8GqcHexFW7H6IQaeWoLoGZrWD3E5uZzGR2HRaz2Xs/5cjDRI4D6x6/dedwuoxuyT
uwm7S0B1quYy6825PCRc//d+rt0Gcm3Q3wOtSYoNh7zwnaJn755xCJ9O39bDQ+tNtEXyUIOZ1xuN
c2tEAX0NHeBZnroxd/Ka3UMM6rh2OyCseRQmyNPF8DFzTMUZo5TzydMRwcB6nNlgGqXPTnTuY06N
Q8joD4pBZCbbKMFpvU7wJH8xIm+A52yW2dcll/PeC4okfYZEGxDJtaJ608HWiv3K54zOIJqlLJpy
aEwI4J8ku+FpUxUB0/6BNr9HDE1eePRSAwc24TvizrZVgX6m4HA4jZ5BKqyNZfzOOSpy+HQL9yoD
DW1sgTVSrtNjGFhTSGiMRzuSLk16Xhp9dXIgdGt4Dsg1TuksRAkRs0+GnmfOAGlNzTMlTWQMz1LR
Km8wJbG2NU+/8KLugoIt8kLYKIhXccCE/c/RlWejuZor0i1BkAIwKOIIrhVR8cZHSraFXJUGzjew
2Q3OVCY0yEEKzD3idG0w+ODQqx7oLDGfXPLu8y6bRXgnCExxFcUzli+8MNFbwsOdccjgtiVznJ7j
OGMMaV7UZVm9emM1frC4kySQeau5BhiA+0GD37/DTkH/GaGZCctI06J6dantP9bS8ikbouF9WkM4
5TBfeYgg12wJ3bsSTjJEJfyly2i+8SooIgBfD7PKlLnp0ip8psQOl0HWC3WAGg5XwQUJS2+IXVWM
ctSUJeu2j7vsyNnPfuDkpi/wroDvbGTsjBvTLwmH1yO63MqGyDevY5XPai0qEkSfmrlov8ZVD3Te
zNL+TUvAYfeqbVpvY5vLAJgxDEKQ6xbdPUFUz7hUOhfXrQc5c1XJNn4mmGjeEe9O4G6Uso6uGt7f
FTZCT6+Gzp+fJLITxNUQ7h7znhySSVnMHRBXG999Y5j1uBLaCu/7rCm+EHCAlUg5cvOE8yEgMFmm
xet/xPnfxXl0638tzq/pF6+L4gdIseQnfg+6qN/Q0NHRtedorYQCEvwtPO7+BpxPkQPH/mq7yhKE
Y34PuiC0IyYLhrGmCUNY2fy630V4usIccMamaRGCITxj/7lu7h8EeC1MYdsORzkLWd8zpfVTzKVI
GssXUFV7s0NcJFp4WYmhZzs8T9/41f+yiQqq8ndS/99eiRfi07A9S/7ULtZaLCE+zDT6QWk+CisH
Hx8Lf7LLtPmiwJUnq+++hD8opcKn8E8vuESM1JLjcQgO8e+/S/BwkhtC6cWbMEyiPdwrntwxeurX
yV3qUUGupis26JQmjPgYn3792j8WYn37Y5Uj4D+jR/Hx/vSx+oMVQWjBqWpS9LFpuH+nPVZoUKZY
LYP033y0f/RqrsKaIKQNv9pbskzf/aWMwducm39TMnbCiwB8kH3xsOwlBkTQ/t/Ub/3R58qzkD/N
VgouI1ft968WWVM4FNT21jqGQcfDZtMmGjEvdtj3acbIdHTeJjb/8evP9CeY9nKpAkfS0iHraCk+
4x9ft1dOUrJnw8NvgTyhRBt/keKpK15JOzdr/BXBn7+CoDsQRaOZz7GV89PnaucuAnRN2S0bTLpi
OTIfksovT4mmTTJ1EuuKNZeTMz7d06//VrWQI368eqWQrEiCp7elXWH/dAVpwVx2pFOybw2s8gz/
ZrIBcukf6BY3/aBt/xSeLfb6bLe32lAdw8WDb5zt+INerPmVo6b7ybBTfHiLd99q5x4G8mLoL6Oa
Ng42thj908XzD8UlwJpgdfnLUGvlrfAFylvDUzVdVXZjZR8kHVjFyqXoG19OA254C68Hx74aaU7f
TCS5buQQ9/chw/9xQxwBNh+XBWIUTVr+Ng3K8sKwC6gQdAwT8DIjzYQwlcQ7t2Pd+DagQd3Za6wM
ZbPGZlEUl25AujPejTWK3s5GOQoJ4AAxphGsmOK430+lVEtTVkYJ38jAE2WJ+DTSVz9kbzAex2eG
gpHaR1aUANiUQJF6r3R2g6wBvZQhp0hoRvPCncg96hnwZBB7m0Kv22ZBbQ6M2wt2JVk5QUQmyzw/
mBw9xp2R6vkzvckRKQWCjJzdaBEAeNPEBcQ6I2VAjWPxcwDsBmOR5DLbeJw2PgylJfO9B5wJkZCS
+XQXuynqTmMzicLQErTXDpYijLyNS307qi8YzL7FQE7ZyhsGSkygpO3jeWtLoB/KiXv/EBeyl08C
ZiiHxzFI8iMsBQoVZo4R06e4iJjaD1PvWM+eCDnqcmpodHZNRXEzLbhla0LSGJs8fMI3D0UDscsB
Ezq2ZVDesXUxjcup4iTE0KRj9kHDQS+T6tk4x2054BK97Qt6hInZ512VMA8gNF/dJOSb6xX8dBnv
wjZbdrlmaHByYYOuSw7aGHLZlLRuQkEFEOMLWsXQFEKi22ilIPwJFFNma2iJkzjOAiItpWM8hxmf
R74yR6NdJPdvwWl3spzpkx1E6XRFvNFGFawE6nZ7DmCDyCS8toBOKHnBkNz24OVc5iHq2iIEHbya
nVFYD9IdfbEDrx+hZJWVAYOBdOM4PM8m4ZRV6SGubmzsrf4n7jJcrEln0p416RZERtYW+muXSrvC
i5Qk3nqy5oGbkj7vYI0KneCYVKCgMl2xeTcDwexGYIvFh6Dk9Bz23vBIFZMDlAGdHmZjOQOsjvzc
eEB1HZ452Vb3nWS9XltzE1r47/sSaxJT0VOqa/UJYchnKA/+Gt9wwQSKfnOOhaTs5bVZNh3OCMpq
UZ9mztOrDOkpvGIaVHAPxpP1ECpr/pBRYvhqWKP1xauT9JMg2vNa2R4n0or31G4Bw6a3ARi9l7qB
85pMPnlt23f6tZnW4OZHF/Y8DozJJ+maKeNOVSGwg0I74jXQ2gEHRcX7A6GJssJ67vF5ckIYnvxx
efoQqcBy70OagMQfOgsx30U4RPoL1kwKiwaV3pyyz1UkHBAL2kE7yI+9zONPFsl/fiOYkTfCPwHV
ACqe6T0o/GjjhTIJsKXgrJ+9ilxR1SUM8jMn9g2MA8ixpelwjlAt/7UKm9DPNwNmCRr1CmizVIMb
hAQqG5tDmCtw+JSOgQc1pD8zQBQltceunfDFeZnNvHbyRXEx4P9ffGNW9Gg4OeNaXzIBhnPeO8+l
m1gm7ViamVoNwpCLvfL0fYvqg1XCrXyudymzz00fN97WZMqQ7WRcAI5STAHarUMxT7bKkMiKSx9w
eHYiBuMvbaIhXNPaCqaT3xA7pPZIB/fo4mQEMv6so8u0P7zB1RgN26zxQsQgfo6KlYhc3HSLD51R
vLDI716MWUcB9Cyp6r5Y/HpqvxgU1A5wYOFvir5EdwLJxeHQrtLoJKh29x+9gRKenTRlSsdqjEfk
AVgXiaq8UjVgPHrTuO6GRtBMHw818NlKjekWgqBst0NquJh9GsYzwTsgvcD7EJQ6CK5CEwf7bg5n
j/ZUXTjQC+MUCyRBnTR8Q2js66u6Il5Ap48rEXErjF8bqNBDdZuUbSkveebqiBuxKDmDB6BsD6BM
mvIVtGFytUx4jK3PrnBY+mZphADuWGbyxN81z89N5yLFtYEfTCwqEk7gfRL7nX3Ta6aYWzdqmEez
X6l7KF62OV2EJr0Ru8rwoq6h1EFUwQvjUshhPAhkU2LSm6DD9QMlBDgcaGfblDjJHgqXIu5DyaMP
KkdvfwhIkn+lFCe8hwQaXeLJBJPaFYbxBg6mOVhuhp2S5vAQgWYk3rG2JlzbrKZRk656zOtUVCpe
apc4DoMozw3qy8JFskFEzFjQmpko6RphEnoNju2i3jDL0q+9W2G6gfnQ7K2oNZztCLr1EyFP+RSp
3A/XBn7v12YCakxgsKlehpAFfQtspRIrScIuOwSmCzFlGHP/SdFm0TcgNGCq7EATjs9CCVz5Fgmv
S8GgbPm+hzlFt0LZvZnmFEhroqMSJ4/y3XFDBr+78giXzKchzi3rQYyh+wRaH8+wW2p33pJ0cZs1
KY+eZqM5ZvQ0ONFQPPTkOdzjLClp2YCNw2xRJZbOLnot++wETQcJGWBHm32M6mBWzzy8u4QVmT71
lVX68JuG0dNkBl3nuZpb7wuxK+OalHnON9kq6xq7IsoyaZXp4JhRSQYfgV2Bg2b4vWuDgszKqEZ8
wjMGvpoGDjD964KFaV4Low1pjzItpzxInvJwjrh9KGtMp+VjRTHp142q7HhNoVLwGZjVRO0HxTCr
vmcLhPYSGp/tUtknVEXmc5UTSsJ02DGp1vLV/Ma4obkqEmzGpyoHeLNOYPAYO+W0Y7Y2ssCtPw5M
Z40djh2hXkZ36bsFaeWnB5RqhXrU4YxAikf+vmhcUP4Xo+Hy4GSDUfm7MJmaYGcA9sHsAMHHuazo
hS8eaUVzuyu0rz68NBl44YVgBl+KbdahCa/ikK3EOgCA16xRBjkgMQ7C6bBBlpXPkmeVT36wBe4s
Etmk7AxIJGK/TP2Q7VoTXBBi0mLdwlx50dYMNzTQ9sS21JtO89S79bb2WYrY6WSJt8ORPAGEaRMe
w/EY4YUgsi8wMZSwStUbPiHA2ZBdZU3rihaB/zUWRV/vbYXQTKFoGMUfM4+JKgYqPj731SMon25T
LrEn5ejiheJr6moCe8Jna5uaTj1iN+aXgkz4fIF1U0cbqkHsr/2YRtctHKFPTUVUiuY1Twz3EcYc
yrAR77x1k0ecotqhdXZks6f9rKFdHtpetvfkdOS7UEbx0bF0jSMdaJLadFHPqu32QfQZ0QZctC/T
kOm3KUpA8q77Vc0FYqdBhn6HH6vGSDnRWUOCBk+Lkq3MrpD7ppuw7tkA8vwlFTdNCamXhE7XT00j
ERtsqye3GJEFbvd9TY0YaN8KzEFaNPYX6A3zx1S5ePsggUVvLuEyIox5ZfMdms5wCqtqqZZIKvdL
F3rVgycrw1nx1Zs0pBRxsW0JNd1GGfNMFvzaPMwmNlLsL8HQgt61jJdwcKpjX+ZIdeNgwlYzOOUj
vk1J+qVrOu9WDgjack0EuCfzyloeHkVDuy1z1iUWa54jsohrZAVxulVbLHAY/hVHDFTnc7gWeF92
S78XkVtqeMVzseRwyyWRK5dsLjsyYrpsRIOTX5PdnXTnxTuEhoS6Qhz1SOhM5i05ONMa2gRKkF16
pEQj5nafeVwREPYEWeHBtzLKHpcEcXQOEze2rz4CB2/ummGeH9tz7FgzLY9wFIzEkTG368tOo/ut
2BQQWJZz494PS4o5NqccMA4585c4HCV1oufIc3OOP1fnKLTPYn4Ho3xJ1EpWx8zG87SWS4LaOoep
1ZKrphV92Qqd49bWOXqdn1PYys2xkp/D2edT7X+wOH91GEb8YkBYZEVdNN+DcJYf+DYflPI3QjiC
jSlPB0e7FlOGb/NBKX6ziczYmDRtDIwYjv4+HzSA5DDZsmg4A3VjSuExH/h9QGhQcCbtpZPdY2oG
047p059I6cgf5z2uxYoMyZWni+TQx7n/p7lLXbGriRKFEzroakU43pm4g935vpsj8x5Ql7Pzh86x
ttKq+lczh4vjo2A/QNWCtRXX5nws8vxTmubkd70JExzeEwlXyhdLNfvU8oAdOk8+TinrE/j5KLrT
RQQbciaUgdGpCbrHwXH8p9QaQDj13HmfyzrProq8Loji8UgibFlTba7leEIL9RYhhDkN0YL5eQIi
9tChiEASbwqqEsMP+GOLj8YgippDS4nf0mTN25tc8RBuB3ebuIP/MXKK/JVid2Wsv/vu/2AuaS8f
WJFO5IQXCOnygTqMdVy+PyxknrB/moSGHq2raUbWjii19TgT9Lyg6Ic4aVVTv72Y+75acd3vKuiy
1XpoCXavOfFX9zNZGX+lBRlC9nkYqpa+bByePtYrDnXRQ21n47ApctlfxGHqCFzOHJx+/fZ/nOOe
372EDck0TC8T6J8HUyRz8AdRn7oSgEW2g+f4+9yexq0yInfLl2dufv16P5Xo/fMLLm/ou+mm8M2Q
hnfmKZzzEf5wPDN/WBobRCfvJpnsao30KEf3Atl9R4fAVTqn12lqX9T+9JHkwnaBcY4goX/9xpZs
2k9fI1Mbx6W9giQd0/of35ddN+PAJe+wuUCR5BhVXJCX8v/NJPAPX8WytUP7iMO24qeLpTQallFd
crFg7Luqa6veVgIW5q//FvEH3+oyKEcCYMJqOj8PVykUnwndewozv2uwChfS6JfoaXCJ39F/CrsQ
lCEGq+mjyUnuqXYU9ABS0vCOBDXqocl8L+IVxDIuw1kU030CODxL4KWk1NTI2be2czfClhmZOGzo
I8GxrUnBh2V/KG2vu7HEmOEaZEr4QB4/f66YzdGjktWg/2kDCSIb38wEsAUO7JgPFNt39SWMKMLr
Ihfkwc8fyX8Wq78CRTL5/v/1evXwBbfYX05f6jbK//I/dvWX/PX9v75fvX7/Dd8WMEPZv7HtJjRK
fIdchLuESb+tYFh1f7OQlwQFnXRgwj1jcfmbxOX+Rv0md44JtJgFRnwncbmw3JRatJOzLsZP/YkF
7Ed1xCHdyqrqMr4nYYp9x/np+cHZpWlH0xSbabbsQ0Eaah2KmfhnTqnldx/Tv3+0f3stkrMW6DoI
itJZpvrfPatoRoy9inrcTY8D9UDjktPoBIxryC4VfjtwQszkfRCva+UxfG5X4TSmO6T0kaiGgGHz
NTIDB0/V7G1cSWRp9CkiD5IrS8LS+PWblT8+Ws5vlt2G4hkmUcg4x/74ZieCZh4DHKbxtX4M6GpG
RnZTWpPDU+GBDFi6DKrS/aCYj2x0dTDZeDJrwP6RoUWvHEMsXJKEzk3hviRR9ciIguqYFlVdkw8d
nU7gogadQg5kg9FX7Maob/cgfS9QegCeG2W6dYbc3cTXNkAgxHzKL9yaNY9ayTVF7tHOsuMLQhOX
AL82IoreQte/F5U37kmePRaRvGBSaW7//J1/U77nD239/t6evpT/c3lovBKPgC8ctudL8R//dNO/
01xdv3O/lM1f8Eu/EdMu8p9/5odf0fzv878mJr350n754R8Iz0btdNe919P9e9Ol317u9//n/++/
/Mv7+bc8TuX7//rra9Hl7fLbAt7W93exY/1y1/rtKbDiKRD+3/+TvmfTP/3sP+5/tG3T9biICJuT
Df/H/W//5mphCZfDO5SesxD6t/tf/+bZdL9xu7i2Kbg5/76DtTQ/xWMEMqSkoo5L9M/c/+Kfr3O0
UX4/rXVMfxHUfrzOMYxHGoSIzTwhlJuebNhqJGnB//ogqnxvBva+avW7F/uPCtIac/yIVGE9Xuiu
xfpl4xe+crF17uTkPQ+xrWFaiGNO2AupqX1qzZLZclacYMuuNFuANXMzjMs9FvYYUzHzWGyMesQ0
k3NI3E6sc5cw/jEjGm//uXL/8MrlWvnXy9eaq7/+kv7lv7/W0euX/O/EhB+uX37Dt8vX1nQaKs5L
0rKUzYacy+fb6mXRdmgBZ/I4eYkz7uAfi5e19CfaQPdZV7TEYfD3i9fm0IZvA7SCdGx08j9H90ez
+0n35sC+nBFAAGBbc1xH/bSmoLehF9XpPiqyDCJKO1DOw3CI2p6tYSx4qdr8rBpRgq30us9yNhuA
u6q9KZHPPlq6H2/qYOF4IaPlSxDWe8I3+yKqArzeXPZksHvkUa0w1aPwRDn+NtN51yKeLhzG/kwe
+I1jFdGf16UvU2JbG3Ah6Hq1dsHfjdwux0nm5dHsyvEpcMr2qnJEci+H2rlStIFhGi1ASxoxdLm5
quObopwVpc3h9DT2MeDmrnmTk8VvbKiIP1Lwog8lAt1pUKDuI4ufxWubbz0/zU8pbUWNn7Y3YZQl
N5HTvYEx0ddUdzAsToV9jEvTPIi0ecsCH2hknrU3THU0iC7NoW/Evsq0K993odEfsymCW9aWzVfG
Mi99tgyQ+Elj4DeaiXAeeWy8VRwjLpE7UrQy3vIw8OLjAvmrjEgfoijRBxg1LzrgAwTymdxg15zF
+vxnUGimmOnzOZ3fpUum4AaHmb6GHvNGHdiLTrAS4Fm1NlGzNI6MjjrkpmdtAqN1vsqYg6rXyXpe
h/bQ3nRWZh5AHSU3jucTDgFmtsGlzNejna98q+CkLIofjqZBzgNNybL2dAIkH4TJxxxnIXCBlrZB
Ro/6Gl1dH1qb9zv5tb/FN53cDEjppDu54q5nZfOXGLx9R5fmZcfcLllPKk0AuxDHPxBbGbc5+yD6
zCtqnEjs2m9Zx++kXRHBTzkE8vFM8OVVEzb7utDJfvlw45DOgHnMiNeXC8cx1ulLlae8ohje8B+j
Kxo2xFKnOC4fK8kOTWMtf3JO/HgjqoxIP6TLHhPlRpeB+uq6U/3VAe5xJFyqDykH/kMsmjfakdS1
dJLpeqI+4TPuWz5Ft79OyLbf5hPKfo+sQbqweYIWeWulftFjOijso3YjA7DHUKUPNSvDNqaG7MaI
quTSav1oj7NgUR86y31CmqsB79XmjdNO7rZkVHiVeWQqAuUVwCTFUOwsrYyNwW17TWFvtzXL0b9c
9sNASb1so+2u/hQlI90aciQGA+l37Tiipw+nxSJpgBN5m3H90kKaj/7GsQv/oMm5vglzwe21U0Gq
DuG1oECodjaimJtTG5SglAq3fY8HJyXc5QUxSUYPlmNNlI/dcnMzcMG7hQYQ4sHRXGHZdPZaJuqu
MgfxsQR8cB9LXWzrwA6rFTUFNGb03AjzrOpLl0waMs803E+Bjq+56ruPdWhY23yUVb9OMB1tAFoE
1w2B9gs9D+YOGOWwUk3BWTCwVLWFa2xf0z3p33vEyri0Wu+2Y84EpCyhBcys7BPp0Pk6KElQ0TUs
4KL25GgJrAAB6+NwXdd9AYLI6w+hScafuHng7iMxU0c5xOqaNgdxY+b+8GAW6AeV25lrjM0BBvKM
QS0aizoN0F5fMl52xzbcOXZAeDqtmnuLR+WwxCGcixQ4M3Q671pFwiCHttAOq+YRvKcYtgMkja0w
fepEaYzgHeb1TvTcEsL0aG+IbHk0sAmTnsiGi96QTwXmy9uws6zrWBXRhwTq2oWdG/KlwSNGht4m
DWgQMrOID7TJRdbYihEyGYejVVofGqy/H71UOx+7UuFmJ6Q0t0P4qKO8YP7SulxwCNWzlU2HaIY7
Tdl42F7IvPGfHNsI1xGcvIOPO+e2U2F3qDM8/Ss/czBEi6Rd42BJLrHmGyeF8fweKIu3xufaV+ua
ssSVowZyPw061K5k9kegxI3SN6J6bJBBeIbGeBChhRFIMYqi+NY7dDjwzTU+GN2y/MQQIEbEGDus
1ccmzm3q8fIMftS4lAyGeotDob7m8+8odWno8gWQeBNOUb5zK7f6EAyUm6jRci5CHCq3QTAaYAVa
dwOjcfwE7zO6DGff4a7uvG2TLBiDcTmGJLAtQrtCPK0xB5mFXTMJ1MGXGSPVyqkR4phrtBtzNp6T
2Z/FaqwLg1tlJJo447yn7wB0ml3b9hG8BIJ9xLmsznP4Q4PVg5DNRm/rdGCQZcnt7dNt0cvuVMfu
uAJkjQfAcC4pmJcbr0n7o6km74AVfSSFXTjFZZplEH67qT6Bi+XrAHuI3lz2wroMGT9eUqqxaLa1
zQVlOdV9aJbhgU0JFDFznAAK+pT9mL36WPdmtjUGd3g1psBlD1A+Nn0eHeuizD40pTc/cQZ3LydI
gsstIa6JFhI5Kek9uGgRbujnCxRdX2ownLsoapA1Z8M5EhLNr/ypmA+CWMDWtonOKEJZm86ASGrP
VnpNAjigHJHYKSYstTXgDax7s+CGwNh2rHt90cyVuFC9792wTW+3I5jnxTseHlnv4qMdyvjOCIJ7
Srmm68AZvEvigclbt7Q+F0RqkZzyR3wKPJ8te6D9xs7eg6UpT2VQNkFEcRXHstjVtPcClGweMmCh
HvQMX++yJdILzwclxYWxDqAAo9vB8zP70qUZ6M7MVEy3qEH3o+IFGRL31Y1HLdcb8E592SxxYSTB
T8bUyEsTDxXjbdnldBVH2V2K6nk1BTzUVFEtvixwNbVDnkbg26XU3gKHbkOevGmL6o72ImsPSeTE
sae6izRibeWDUltghweH379zDKivxphvoj7vH/DZLS4KY9j7YXZThg5lfXq8Neib29SUicE3Dfp1
iB8cTxATNpGduFendVBxEWMeuxg0s7OsLLMbYmG3jWABiDL7EazlRmXzCztY8LtjFO4Kz/ns+RaX
aeuKbUnuipsWhJtF+Gld0scmIg2fvAZEVzijeZFNSHls04y16bXNE0ZbfcmTJt9ag7B2WO9xfJRJ
/zL3Y/GZSAORJdrt6hv6k8ajkfnypskN7Dty9O4jgkn7hiIT6Inh/BXs0EU9mP2D5TT+TUWG6drJ
3X4rKzvY9UQaN1nFOqcGV+zjChK8E5Hqswuj3vZGKqgwFtMunpTYlUMnX0Xk5ts01FO1nLvA27XN
B8XidsrABhCZnywiRnaHVwoIoT1w19gUMGWq2kxTbn5wx0y9ThYzmpyN79rRDRFJEpubCeLDvpva
ijJAPe4Y7rQ7t3f1YrzKNn0yEnp16C/quKUvhNOewnkQ675L1bZhIHMRx3m2L4rsxBw/WVUY0vZe
3+TE1XlO4ClRHwTOhLi2hy1Tq2rbamkcVdaWe8cZmcSGU7Z1U0WHcipqUgz0cSljuCMmjD4JIxfI
q1yS0UyfjKVvNyic+VDkxrSbabVc91MLGBvG02VEOO4SugQxEDl0B5eA+b6c4mhvyMp8m8JE7fEg
4SRqSJPyN/mYKbr50sHGcDuyKYCAWL0GKoO+ENWfG4/0lQQQdTezX9mT/5RXxUQrNHHN69IJbyj2
yNcWqaMVSATzYTKtG3jjdKnQC70u6IzcszBgrZq03W97z2hIhszyU8rq9uqHk3fMy56rqzBn6wiD
0bV2xP5oPMIkKE54KAAoWEy+SK733XDpEbU8apmKW+5Y2lhn6ZzcssZ0Sgw3ejZ1g5ALD/Xa732I
QdPkjI8YbqsvEaSxTWkX4cGDmHvbNZa1ppopPmXpMF+6bkYdcV1GFPFGRD0oXbaqe0fW+R399cYn
SxBdXEPm8/eDWGgRrCqQIyQeq9s+qIz7jluUyoRC+C8OfJkDe8LmyfHNhbm8YCiMqJEfmOY4N5Gn
WqpenGoP5y9OCQylSGKAadzbwSvNgzZMWmzqvK3u+hCo7koof4xXTd53x3nBYQiV6TcWivnoRH1v
b1oVhLf43ud9W3DlhZbb7dNq0E+UAA1bjJz0MJuQP06Bl2bH/8femWy3jWxZ+1Vq3TnuAgKBblAT
gj0pUX3jCZZkSej7Hk//f3DmX9eiXdbKeU2daYMEgYgT5+z97YwI3KtQz7BpC1qatDZsPboIYuNC
U+YsWqAZZDqXQcBxB96GFYmZwe8kNwpENNy14RqOl70IivQljgp/mdZ1d7AHXEtW0DCUMekz+h2Z
wKNvPEHCHF20qPfpzAfLrO6t4o9WfqpSM+YjizT79LFldLAaFE4n6VTUq9KyX/BLTzMdpd36wOeh
86nJsfObl7hNaU6SY7seOqpxX6FY93ho37oG6z7GxxtrKjY2mV4LPuvDyDDBFX2891uzX3Utwgw7
KBWMUHP0XGdcDFEdXqB4B1WFwfsyCUb5oYHNvIZCGB4dAXKrzdCqTiO++0FX0y3lzzVBO99GBnpo
PTsfXoZeoXhse6LKPXNvaYa/z8pGWcWou5dhWx6HGW6hciiFQCrzTQGj4hJhXryFe6Q90PesUAGO
KN8VbOuGaI5dPL6xdmINzgJ7m1pynVcBCQLYwhPFefCq9C4extu0MdI16OjYjcLxjpghSIr1HEfS
3w+AhkloiORz0c9EjDSyrvTRy+6VgRw0YekPU9s9g1LMrloDCMRoap7LYGi6KAqo0mX7FhYG4SWp
9jqkBIMMrdMtWxvJj1qZrduTPEHA61Tdq0qeHiO+2y6n3iWuOrqlxbCzAqRXMu7jp4SI7C4aphMd
BH05hNXrGKqv2VxLhYp+Vw3sko6HTIXKdh+lMVI1I/6mxFnkNpqBCU35QEEDWQB5gzo8533ekV/V
X6UGimLCBMaj55nK3mxs4j9M8ud12BWTF/D1M+x8Lfl+mB1ZYJTp2Lfgs+MutlhuSpB3dSwuiBzu
Vkhy8n3sU03S+zOY+tk0LGSRbGw/IllCoS+oShQl9MpXKurFFbZ30Eli5mM17REqSv59yK0RuVmr
QtgxtAmEgY1bzhmGO8W37IM9dc43Bvz1srMNf9Ul/r5UBad9R/+usnPtexJ7haGiVc4vgC8ZJ8Tl
3SaiFnZpA32MjdXuemhSOCixCGPIFWvPw746tNkhMp1vCMZvp0oCH3HERUiMO1b0D9hD33XfXGdl
vGckCUODmiJsDIdRu3cIc/ZNOjmXQM42CW0gBfhfVIIRlmqarobaztf0th/g2B8UJ7qvw6K/kMWo
3BReZLuayD/MOFq3lXgzlGnnO3awjDVOco0RX7Zt0S/Be4HuqYNu1WjaY6k6jyH1LS3YcttlBoQ+
tjm7ZbyY2/WerItFncALRW1j3nZskjEPBMoZ5Tm2AedWqLY2PtptchSWKdziRcexEAU2wl1s72gG
8o0nrVOOG32BX5oxYpS2y6RBu2oLfKClHTYc6acPHnAIWdGI7jpXN146PBBqmV7rjmw3ipMxoNAL
GgDJPfDgTZooEYAtCZ6hfFAa51i0ybAXavtOf44xfTFC/ZI1GN5av0My/5jqynQNKOw5ryG8lH39
pCnldW5o7+ADH0vHeYXl8xFJ+9jhOPT1ltO48+En2s4uqLtFIgRgQNhwEGhuprZ5CfKyPyAr4mkr
9HYNQm7nN2b1BPEdWJumxadG1XVqRdU7WmkerZjkkG3tkxPhEQICZsMUC6UqnS07XjFHYWNeShjn
gjVTS2bPzIM2XZHuh1rfVLncpxk+ZKGY29Kf3jJAbC4fp17E5XSIvPKZm3nbZMEWlcxlZgfDKki6
dasnbKvtLvQr/MyBQkcgrpLtTL1YQ4w0T1k7M6AtRsm9dosVyafP1K0RWmaLSVVx/IcO8r/iJqY2
9xGH0fPk2JRYV+jKNmR97u3O3IHzXpicKhYOLnhyfJA1B+HDLB5WRkDqyBJfzAiyFsM3qr5+Q7PJ
u7cauPfYkJC1IBTrOqvYUsdfK5Nywfuw4V+5MQnQJIahXhGbeCm9aNcMFXAIO3mM/PqmK9goPYJO
VQppp2yXeTTdFxPgzjFA6OfHdDOAu12n7FuLMB4fxBDs1cQ7SaIEPF9XNwlGadzlzi7wY8+1w3ZL
Oo9/R04QHGmzfcapd+A8DBApY5xp5lqwLVjK8OkgoSxqi6c3CGgJ54WKNGFKrJeqEpzBiWxzG5Cq
tavEoripC0g4Gl3CGq73nsA61W2wx2/irC6TlZdF9QMIt0oHWJvTwHAgSVHIRyQlWKyKKNGnixzd
0q7N8Qt3YYszNSOrWNBFxnxKa2iF5Enbm/Cn3hPR2TsPzfQSJfrw2uQEpDQhognp1N0FlWr2NsYy
eZwIhNvV2hTuG4vOMD2CAYttNaTZrVUFwXeE7dozLTa5xbUkriBd1vdVHbWAyiZlIZpI5VjeePsE
Yubez+WydeofHyl/oDIB901yC4JTjnvEtYzgU5r3SVOSA6+tsSYCgxs8EtPuwYW7skGdzOtEfVMr
wdw0akyOcoFWrRFrdysEmdMpngrvYkRgB7jFCa7Ae01oejXnKW5b08XpAoO/C8oHqwuyuzpI4hcg
x+VmsPNmHSTsStDNxF7FhHMNOIhPH8BbAW1CPtRCL6L6OaoCb4kQykZvD/GFUhqOvCM5hgGH7zdJ
ZXVHTus0HGoImCUvHDJNug5FBz6ZQT+BEaHh3VpIE5dOX2qulQ7llmCeZN0FlrEto1Re2+P0DkrN
u+Arebsor7u1l8ODNBlHw1n21XCHhLLZs6PUhyyxyw1yaSybVqVrT2bUdxccOrJVMEcLjTAxljBO
aZPofnxDtNF4G+S5v7PA7ry1bWPdBEb9pBsGPE+rVS5SDoNLKB5yQWTEtC8ycW2CNHUz+E5L3H68
3CUdjYoP9OKF9nhbGDWQ2QYkDK2uYUMZ0z5P9A0OZm6PYB7TaivLOaKjsSlcLa0+VL6S3KNI5Tys
sWIXGdaXIE/UY8v+d6xNRS7RKuh7Px53kRPRuWmNekciWbuLq8p2DUcqp0CNvmEbo1o1Qzi1HFvS
ojw1ieofC7VgkGFnd6FsxA1QREGvOUOn1TYpoFE4SjS/VKNZeqIHKCOjbEfYONJ/xu7HykTzD6CB
gFnYsQz+IX7h18g6ZPFF/n2Ku/aAQn/kxNAqq9aff9gqi6q9D0KKuQr3gSdz5XumdtGDjXAd2d/6
qd6s2kgt2c1J44hImdtlVgoXAGLjCt9XAjys8jEGaGA30zZbSmD6+zBKtJdB44zYiCpa+fOqIhqz
uBgGrsqhEjSc7VsrHEDR2svaZhM6gjhQHCmuPxjGiegSuEjjeAOGKED5rw67fMygMAV55FqJd92M
hr02xiqGiRRP+xJU4BJoZLoCqMspFN/Sxp6bq9j4BhfuauBOURDe8OQ2b6SciYVpksSaRMxMGNhY
y1CQnWYl7a3XFt1tk89xlAxv3CTos8fYiVr4SYNFECe/Bi3rnOzmqsC9GuB61kW5odfC2MRUjEsN
ViGkxqi8VnDmXXgDMCE+z0WOH4k+oqlfYGlJj8KOv8mqD9YAH5Nd65F1CXaBBgpnLoKHY1ZHR+55
f8VVp5GG0IF3c0WBEyAwSElutCBZG377TKgpCBNyVI84orJtiE1nAwf9tQNls8zHBCJPKCb/0ODo
vGy6uHvzI+AD0CYmbT92fbYJpAoPHE/aBaOoaE2BuqbHteq6EmSvbDXq7Qx/apJpSwTI9lqBNrzK
CPyFTO6pG7KOswNNS3WlBTJcR0b83hH8jb0mGHb6UPQrQke0Vzja9qoy9GEZ+LV0M0ODimbSn8W0
Ya/tqRz2qLRj1+xxOTWsDeuBMDVsDCXrOqkKF/RgrPtOlwkpZYUgSLCuVwWzIOxwYD+LJHZLVF53
cR81K6cpFTcDQAWFwq7246g78CPSNtkBiX1h2JjAWVP7i47/29XVRMGrbgnYn6pxR0qhTdJ44q1R
Mx+DVFLaTySQun5cAhHx8Uh4Zsqbbik1X7Iz5QIGs+qyP5nXAsEmkWRFTTZfATv4tgNrA8zcwB1n
OeEmMGG0Laa8yK6tWDKJ0nXzXuuYmmm1M20V4ILf1aYtLktj6t+Vlkkmc/852jhhKOYxMbwYi6nc
1AMZuA09laspJKNGsyyFzm/IO6Bl+s7MJ/1Jm+b2ap2kD7bRpfRdZfJgcvJZJir9Zz6mczWGcwIb
ROp9SoTmksDV7r4ru7cwTP1L5DlpT1/f7B+KThkuC7T6rjrVb07wY4rLP9KambIktQmqWm528gn8
S3GljpbHcqdVT3i2nCtdkSTWwCLBU+axylCa67H6CFZUMA82u+e0x2LlFsRhG24re58HIsphT87p
cH5gfwBv7Om3hnxyO82GZa0VzR6o2/AAhKReRhSE3/AjKo8FVJwtROJm35pElqDHT6+1hpCRhQ8c
4ZIg2Y+e9EtCSpjFP6e2Vl9YTidPVqGpey1ufciLmN5R2KusbxZtjoop5EXlk6LRYUZ7YDj34VRM
fKtx9DhuMuCUA3cA8yW+6hGkvDv1g/YmDS4XmSDbFoYfvZa201+Xetaj9hhpfynkz5colk/g/UFR
k1R6FVe9tyNZFpsgho72AwFRTRbi2AFEGhzKK0vgaEwyJSMXho5GwKMjbKbuBlE7nltoHKyrkT9w
x45bNASkhappzd+OMh9eTlNe4RfBbeZIb6dZ9FNb1uSdrlbyqRRVTFRfzJ2d9GLg6MP3dTrm3JPW
Vk+Zx1B00RJsgAMrqZUlyksmxD0N4YtJpByTR2NC79JVyWsH4nfJTMhbSCtIXWDNbwbRW0g4Ez5+
3OXFjjF7sc97RXUj2fpb3yLJnkXVucrww9JL89LOFRVh9KNR6M1ba6ZloVxzmeaAY5a13A9V+wGV
p7nMGVq3C12f4DnOdyXju155NWvXkgBwk/a3Tme3ScYJj4fNTE5/LUkbI4EP0Xu7wbNeG8CfQrml
1wdqS0crupyI4F7h5uFR15NXAR1dn5alPvRk7TFRdrIEPB9uGy17ZsxeGTchwp3hokoyq6BcJ4Ug
7VqgQiOJ6YD6GtjIXhJwUU+DpXTpDEX0Tu4OIfZGBLDuBABWWfZ2bmmHaAwnuZo4SQY3IrHEqSB+
sEatjC5piVAhR4MMZLZmN5kSzsusC3JaT+hhH8j/mbzbCtt8u1Rs/yYKUTGxb5YqIbFpr7AjibF6
E5pWMJHlDRo4wqdTdUnuD9I7UdfVkwo7rJw738nDxKmH3bSelMfUn3rrMTNllK5jdAk9tW4XH2CH
U22MaWHyIMKWJZAN0eJTb8SiumBMc98K/svUY+Z+Sf06my5lBw9tM+R2u7fDvGF/azxVeyBLEGo2
mQ1quQP44Y/LPoEvaPCz3IN65MhMMKmxsggpelKN2njpjK65VPpO0bdp6IuCcSwUJvzAfmItMDQF
9CHK7Nr2fdVl1kROPG1BFtKtxRN18JHpEJdaM4uzbcaey7mnt4ZitK1L5TCpprfoE/h566DlXMQI
Eu5QgH13MyapfUVzmzXCGOuUs0zfMG+mzrD3UuIhfexrb4g3so/xHDh1EEHpZfyRtBtaHxkD0bwp
j6IsK5qVUAtJXo3hIVRM7jSZLIMuAmhgo1roFzlJuJj9s7bDw96WDfUvZOUjvRK7cY3ANN89pM20
7/ucg1xC7xdjOHEDr4kBrdDNhSjfAjwY+knEOfEWpgiKD2PytZNSkk61sLjYjUP2VbnWrWliEoYd
7wZ0C7kVUUrQ04HpaWHS6SnCUyEltKK2V5xun/GpOW7hVnQztaFwjTzCnKSTB9eyQ9AWSB73BYBX
ElxTX1cScAQszARYVSRjddZkIe/xgVPvUoLAFaYl8dTybxWKA7J2YNTxQexd5GYV82oLHOSS9891
PIBYCt6nnT6NAKUU1TzREak3St5kRw2W9xp2gO/SHNhMQdHcUSXr3LQmeud4gt9sqL2WXKdxRWln
gpJLkgdqtIuJvkFFeou3CM1xJ6EQLhWYOS7Uuc7NyyG75m5CS67HJ5KB7aXljThKOtUlwICpWUEY
k9Lq35lHUv7mzWPJTnwkYmobEKGwjkzlW5tPBrN17bqhgfFWtSwWBUtn48h0o/U1wgUy20D79IeB
Jgi59qZ3LEz9Nq2qFIuevZM+NIvY4IRkkO5JsiDoYxy5AUxJztKQqSxM5CoVVdm4I620KuaQ7cPV
oFRZT0Xr4DXLsL9rquNOktM1v59+Nxlsstgg7gjLK9Gq0FHPfRABCssY86mVNXTNSvUz+xG7AvDU
UuNEGA0qQawtYN98FKu6imGx5ikrYkYq40WVT9llGFbhIy72H+HBdXIsyqy8MzqDcITRv09LikNr
LB4cOrS95zpGrxAD8IMdUUQo9C9BMdvE06C/Jm+l9IjTYl5dLOIaWvUU58ZK5tpwRdOg2085o0jK
n3DTNMYqIEuBtIHkYLX9tZGmS+InrySgODrGO6zY+aqU+BZrVbmiOYYlN6e+SNPq2vPwkNuxpWIp
agg1xaVIrkUFQS5hmkua37rRJ8AKo3VEuBq6SqCdWpV+rpOZwCgltpgM1iRDr/h1imprneEpuIVZ
Vy6KYhBu741iw7hPdekEH2BPxpsMNh7EIg7+C7OhdCzrmYEfTFTkHIHUpT8Ggt/Qj65Kh5ZnUCF1
VovoOiUv0S81vLNi3PlasgKiKXc57lIs/sueyOMtbUA6WkQkJHsnsunwaW3+wKy0fxFhThOtgeIn
7PBRKYL4kOnxNx2GEik54nnAA+U2NQZ2p5/tEb1ab8zKX2HqWxflJHajbZgLkbM7qd5NpfXDSoXP
sa1lN20A9bTvjuW9aXFARyoDVF2mDAYTvXiIGSDvejLwLlEl0oTDpHxMsliZB46kx9b+LlH0Ybb6
Ey5mMGF0NDG9sTKRg4xm6cUsc+0IdVZdJ7RfKpo8C78MzZUZDE+kQDy0Q5AfpZLQ6fBfOEc9ebAs
3VZDhmLI/t4wNDJaGgCoGHvBmalkJ0tkvG4jxxd74NCM15oDQIQ5VqRwFfU8O9naxODaDshKRsm0
gtISb7thAM1rRy9WCnGScSwzL9Gi0DGQAQvqO5eMxVvGRm+JUlFUDINNkzFqltY4EQ2S2btitO4V
aQ1s+MgI0eAwilBJ2stjYW2kzhRjNLZ0PxQ3H+Q3EiGCTVgpHB8+CJQ5Vpnz3W6RqpiC4GfYKZQr
flbdRS1DJeAQW0dTVkTprVu1oeut7MfUvBIOv3ot7GQ35jrBfoF3nYruNYpuczM6xTixV6UjQVRk
BxJTLqXedMsxUq6EXyjbtAGU1+rpq1VhoS78i7rOvaeiyx/JY1uNIVy4smfcXqrWsq487zuUuzU5
5+NdZQjmkeMNScK0tWxrr1XVJaEw+SprE7I9428chJd2EXyoTaQtHIu2DSYOEtRpv9mxsg69fj8m
ukGxpTsbDE1U6GZ+imCarFGnkDif+gRWk6CyqiP7aZAFcJ6ZqIjfWy7USJI0KofjUKl8xs5Zmz0q
mdoSPn5dYVwYHErSduhPwgxPppHc2769CyIosEoBp4+GFMeQjrNW9+pE0G+cNHBWuRJdwlSnQW1V
93kT7EG1YD8qXnSKv7hUIGjW2ffa0DYdyEey/8Aq5GoWnIDGu4SKP/hWuYEngoqwuXbU/FBr2ckK
++1kO0u6JVs9bC4jEhMOtVoTE4HEhMqnIzol0pKln4V7mSLUA8UJ6pscU6uihZHl+X1gEyaYSe+6
SogsyUdlPdVy37Txe9SJyzgvDxxxtJmYHy0jBaKRmvHUJwH9f1tFFxMNr9oQUzXQzl5BHDG+6USF
0msMQuzgRBygQEpc8oBJX0qJ+2VeJ9YVkHzaeVZ/47S+vut6jd641iB3JCYI0VBHBvmyFPJoto12
WUv2LcET4EFf8dp+dLXmB4EJdgc4JusvNlP7A9SE9ZBHIpBoYdTRkYAxsp0WeKcKkc2pT2JOPAhE
nJgPlvTMtQq2mKkzbuBoPdiU+26AVndrcwJRyLZhV0KJxOoppxK4h3SRVPEZoScorkYqhGtlHj3U
oN0xv+xOstJx2HCUvmpbUPJ11jPZiwvXao3ymKW2fYSqT4pM3F+H0ttMjMI5S0AeUONWbmjh2PsW
tuWmr4dDo1eXoWY8sLUd1IyoHDEHX4aJSux8rpnbOG94CHqZXjd6r1+VXUpcFeQA8k+8Y+RrqxJe
NocTRpN0hmKv2AQlkUVD8UpzmllD1GiumtuunGyQr0a1a6z+qDQVXSD/AgbILm+SB3Yi9GrDkmyC
+4Lo9eXQ9nRtyHLzyQz17DeAoJC3IK2KdoVUxnjvpR5eEHMTHZlOOhc+49B9QE4yEZPUhEuvM+Sb
qVPHQUT9iB22S5Qn6TLNQip3i3Qw8Em0o0ZC9NDlOks2HfuyZ2R2TO08/ctv+H/mun8ZyPf/YE14
Kd7/6+G9env/ZEbg7/ztpRHi39iCLSIbLV0zbUfiU/jbSydIZqSjAPDIFKYQKn/pP1YabU4wZJgi
seARdv0/bgQ8DEwfhYbPzhA4yXGk/QMr3RmVDryCYVt40fkAkDYwPpwR8fzUFL0BiYMcFqSBsSTP
AniDYz4ThyH3XTzp32j9+iyclS5WxVzdhk6s62u0uelLrkV7EHWofxUlJ3gwms9CYE6Tk1k08kXa
uTi0tkpAiB32jDu8SSD5RDVjP3lsk6eoJQF2GY95+ojqsT0qCKJhvAJM7YSmbyvNUR7bMmctifJx
E7TSeGUQr7zIdCRjuND6lUTT6hom+rgk6cYd0Mh+SaxYeP/Tj/o7H+B8H/7jDeY+wdiQttClA4BS
A+X32XIEmS4p40z/MABeob6nOVon5dBvjLbyXOknTFbARSMZNchSXwRm+90YHY6XibSQPCKFHAgJ
jzSVcXEjbr1mPidX3VAh+sCcl+QY5zid4c9rqoqJn9a2UKapav+KW/1fmZ3id98Db7OEDkrvzMGI
9cnPqHe1z2ku/6C/Etyknvce6PG4SQr2eyRZ7PMAhatikCzHvr7xu8C8cVJUqc3IgHu05mCZxtde
vcTr9p7R0G9N1WMX9WJn+0F1iLNOXulZEFEX5+H+zz/C/NnOfgMH+w5tAV4bRiYz1+AnL2ZFc1jn
APKR4Y8/Zqotj3QWOG01nTjOfJDlny83m+fOroePFY4qvym/qqXhZ/35elOfIFYQ1juTbcB4xj2Z
19rKKKJmy6wzOXh9Dwgxx19D/51nf0i/8HPqsxHo8xd28BKoTDylZUphn/1YZT81cSTy96QZTTyU
fgXLDPdQ+ZZ7mfiYEq9UXa/udmjpjHBVdupIQCEdBncKjfGl10p0Fyma8GMyiJORWaBi2ol0qY6m
xWriKIUVVW2wG0ypgmYQy222IiJKecjxy3WmGhtrGI7OPp7Dx50I51sXdWhCvEBR37LWa0/tZAbj
F9b12UL8+Ws7swnfwNjraHA6Z2vzz/dd4rHwg6D5rndVVy5yYY77EXPIUzWUzJMmNczXuR6qeNQH
0SGVHWik4GyvLxMElEDvAtohA/YWSq0+H7EDoTZaEN7UPpIc2lwGJiFR68Gwr5k0Gw8DNMBL/qhy
Fc93XJlHDrqUId4hdNKvYO9c40G0dn9+tn55lDk88QRbvIRYLOWMCPn5K/Jy5IR5Gq9FiboMM/y0
SmIloI7TCEwlrGjx58vpbDJnt5SsXk1oLGDa/DifWc7KSLWETgIB/sfhyfB8YzXGWDOypEkjXBKO
eNFjx9p2HI2JNy1GN/bqGwGDmmNqx3oEyak7krSiUO5y4N5SMsc+h0CpbJh6Wpzs7VJ34Z42LSFg
HM8JfKmvQ9CBd8ISQlkQutTfaUOxTJNgpvrllk6WaUZFXil6R4YQKmGkpu0H4k3nlE3eVWZBkv/i
0fr1yYLaLE2pgllBk23PzryfVpBUhnIY0ul7z2hvGfsVGHhuFoEuVXAArrio2Vi+uPW/ufM27zC7
uG2bmNL1z5ckD9JqjGL4DkzR3jnxnMuSWP7SAHf/1Xr1y3LB68L6yC88M2SMuZ74+duxS9MEqurv
5Fs8mVXOTLVo6uRZyzyC+xxoVqbfk+2AJ5H5sG0l30ICwy5GyaHsi48Csvr8efvxrKmGgMlG1O7Z
RyEbxLID4byCvFWf6U8BSwIIU12JqMKHM3RoyUF3cg6PvB4xqCJ9IKBZ3T+JyKQLmfTlybJpEVKg
z1lPxXgIkl7Dbm464doheh6lHlmjGSl108KfsjKjOeDgdfDbUnLB1Kq++B3nOu3sFcLS/MMH6oAH
4aH9fHeJKLbLRDFf7K5XCdygMfOEAj5fhUaqXSC/bkj7tDPKGxha2qrgtXkf8BgvakJL6Vj6sN/K
SouR2oTgVCf05SuNKZO9NPgWLz1F+8fM+6N9rkzEyAaTuMUzU1/G/sg0j8ngQ5l74qQobUfqrLaN
vTK8ZpyUE+fFuGlGfBARi84U2yK513m2FWM7PsdJW0HyGdGyFY2BTw05KGjp9qgl1iy3QJsJGNjA
vYSNC9eGZupM8hwE6NkXd1D8+nxiHId5JbkB0uLJ+HwH9Y5s0toXLxXJXM8S9BDC8UD2NdTQFNRz
nY2VtdQczNSATAeGejRZQAUnyEIrP1rOrnOGXczYCGp9BLkWEAwxIJxjN/xAm1Ajf01jGv6Dz8lS
aer8+scq+n9nnH/N7+f/fsZZ+QQb/ny8mf/3v443uvnvuR7TVBurEnj7mR3+1+lGyH8D2Zb02mCF
6Jpq8D79fbrRtX/jPZ4HeQQcCP4v/tLfqCuh/dtxJHgBi8LHAKxk/ZPTzefl3hJUTYCNbEmNPQO3
z1E7tgJ8ESCwTyCKxCvElCpP9kXJsASniEyY3oV3P92Yq79qs//K2vSKsq6p//tfn9e9v6/o4C3n
qjzs59buIg3soJos8AFIfjF0bkh1+2IP+1F2/qcq/P/XAHzCwHOGKZyVpbQdG3xXNsP5ZbQDQEuq
n/nh7cNtuDgNi3e+KRyf79ViX7jOF2XLWUn849psoBa/mWFLzp5nuxmheQUqFg88YfU9qE8JNqWA
sO6CMYHvK1STl6nIkQF9/Pm2/npdGycbDxGbNr51zgCfl44QG1mAt5IefwPdhJw4pdIumZQcTH1l
6Gjzo+JaJMbGNr/9+crzRvXpZtuwBFi1dAnqyKSI+nzhxlZyfxxF7OaSbLChQ8JDy2WVdN1drusY
ljUMin++5C9PLZec6XDcYsaI8AM+XzLsDDv1keIBjR5f62Ho9iCcAMu0ylWnWveVI50b4rP/YbqC
4Iml3WA4DpU35IQfq/dPtZFKbwtIG+LtnIR1DcmleI3xRK2YpO6YEi11Zy97S/n+5y/7ywvz46oc
qmErIKI6/2FLzVbKGJ2iS6huTSqZ1iSPYwIKd/3n63wuuHlwuc7MxhGmrmGs0c8KEtNPzApYJ8dX
YLpMMtYDkzy6wgek2F/sc58LhflShqrpBu0bGjusiWePjOl3UFNm1GuGSTacLgcGZ3L64iK/3rf5
ItC9wM6p8zLw+SEppiTJNQX+AoM+NPqW59b90K3+fNN++01oTgmdelkHavj5Iin4LvSIOnCjIPfW
SocGf5jos0dqsPznV6IMYieRFmg87exKPgpNwTvOYxBgL1boN1D38fJ98YV+d9ckkyYD6w3Pwbzx
/FwhoxSGa1MgW8QDf2cZ1S2pkV9cQvvtNXiLII/w0xAV8vkaCg34Aiwprpea+SYB6eKKg3q+Bbh6
O6kpA4SeVOcRmRBhrA5GaWfEpAQ4/0ZUnSbcoQGyOODP/eKD/eZz8ZJxe23WFSqws881hBgfVEaF
lFQZIvwGNMg6zaEv/eNfEtgjz6WwGElz8Pn89bFlAK3358g6A/kWStkaQIEErP/ny/y6C9oGG6zN
9g4Xk8ids+vg09GaOkT3gR7otXKwbPpNdKeC7GEEwPRUqDmT0JxGJsnA6GxNIhlF2db70FDjY8no
cisZY+1KWbit1eofTcuJtE90dEdqq779+ePON/fzNmLoECI5PkArclgVPt8V0/JhGkuLuzLeJsOb
5V2St3c96vd/vsyP/feX69BYoKUAUZjX9vN1NAeXUTzosWt05h71bL/ucbNfAniPEGFWOKHdqkah
SE750JsLfai2LQOcVUWHcjMqcW6u1KT8Yu39dUOjNES0OBd9aJ3Od5a0mCnqLTa1XPGxIY/+FTq6
l7jZtsauQRG1zUrtKyan8ZsbrjsOz6BKjcl5+PONMJU0Y1fREKJKawUCNFkwjdp7efNFT/L8rcLa
yx7NEsnOiXTjvCCKNEVobcoPW6BsOjmB7i0BU9VfXOV89zq/yvwpftqbUVx4Oro73t28FESj+JaL
0cA8iE4vV/Se2y9+sfO7d369+b//dD2Ck0O/6/hWRnUhtcNUPmj/dJ34cQmdl4GcCBokc7zWz5cw
c7WtGodLgOEhZ22R2nj0GBd/8ULMy8DPLwSXkbR7eB8gO4FvOlsmRIwGO4Jg6xqG3x/hLJmbxCuG
5w7l1aWKX/KlrrEehPSkhnS4qjVWLQCuBNj/+YOcLwA/Pgf8MwZBnKB/+bpDMmpZbY+YVFETYH0j
xNEj4Q7M5qoRKvlcTv7FM/NjQf/lq1OIsErS7Cd06PMdto1eN9Ssw8xntcNGkkByzax95vDryYKB
aXRLy8RYMh+UqCq7pakrYj3EwVWs+YWLCoG2yla3rjXNLO+a0rv88x35zTOG1JfmEOseHSv17Bkj
uIezERI9V3p9/V2x9RhqQc1W6HmD+cXd/+pa8/v10/NcQkUxyK9CJIjWb1T1N5AdNJPyL77S/Mz+
csd/+kpnd1w1034OHopp1Tv20c+KPZI2tzflaXTCG7gfAqR/+0LucLL88838zTIkEWZwcqZWo3Y/
u/IEBwbPHw4MMK4tvBMzPlTC/mqx0355m9hWGBsBgbLmr2md3Uc2R9pL2DOg4wWIZtJ0O3LsWxi5
6hqoFKvIv897HxZHtsfSQmZ98MXC9MtBkNJdmCozEeafFlyjs5XQV9I5+1PiNPf9N6uRl4meAD9R
kUWnwUmrmju1Fcs61Bnye7s/3+RfnqKza589sU3eOWpcd3gl9O89tA4Bm4D5wBfP6o/e/6en6Owy
ZzcZWTB2T9oIGCDHlWW1IAHCl4YWy8IUxd5M/VXMpLNM2p1uKaRrZui+tbrb/PnLzk/ML58CeLlt
cKDRjfMDRmyVtRrW/NSMoK4YJMG5V1aKFt3qibfCSfaPF0i+9bwO2JRHgBR+tF9/ekVtJJ0xPI/K
Jb9rwZKxQb6HIHNd/T/m3mNHciTrun0iAlRGMaVrD60jc0KkpNbCSD79v5j94SKd6QhH1OgCjR40
qsuCdKOJc/Ze2yJCoS/+y0umhsvTudSuuEidrgiw4nrS0fgtK+nuwzI6hqJ/aNzomENy0WL3prRQ
WmqTfQ3sRffK0dG9sb60Ri9PRvNshs5MP9+miQQ88/SvSCJbdrJFGDeFudk9tw30ttUEIuxOoUFc
v+ZGJ8un1DQKLDhpX4rHj3/kf5aNmfJLrY3iHfdj014cS/NmUKa25VCYTPKat0xSrxV+soIyX7bZ
gARtJ7QGdCdOn5Ho2azQB7VeIcz+IkS3Csrw3mndR0st3lv/Uvfw7CP9NZx+OpxE+DiFAbL1WIk6
klqq49B3Tx+/tvkLXHwbJ4+0eG2DY5L8o9ExZGcFsiTrtcztTe/zNbImrD4eTGOrXo7Hxdjg8ELp
y6Dqtvw2IEQ4YYql2qstOr5DM+uLBWSD+jf9V9LRSbNCeYTnMfGxW/nFU8HVU3gA0wQ4qIl+Hl2J
JhaoW524vHMCvwvfwsAR6S2ahNw+lmOPrAz2nJie9Mkebmm2KO/wcuwrY4Js+rVpKrjFVmsWdxI5
Bjrt0sd9R14f+mutcbp9Ulf1vWNjQ/iVO5F+56t9nby4Glp3lo0O+AJoIDuOnU1jK/aLjSrkQeqh
dK4jvZHOfiRo6ovmRk2xo0tQPNRqQUNRa3ABkG0xvKpS7zmSTA6RhMAJDgMBuChfdf93xMb6HkAZ
v9FpXt/GMzxeSdpybxI6JkQzmYcmGdBilL1GJFgQTkGFysQCU1AjH9mMaRBYu5E4uGiVc56vdn5u
cEMCN/AtTZx6G9FZPeZUm2GIAJeh+AnQ4B3zvw6S0YelhZfd8YRTTvWxbyOyMtt4m+pteCXJ3DtW
WtJviStAsAgW6E1Vkqnei1FTr1UtNx/od0CyjqcnCx3abUXd+SAnIv2AODvbpgu3PsYhnEINVmcf
gM1Gzgy4vVL4hfzeiHTM4G0Wctt3ZrvO4Drd1X2r37coIgk8FJmx7fhF1xpxmt1TgHDgRbRDIylJ
RaXAQSTc7NA7+XSlJaWKxV/PeHHZhr5SF83QAHzfjRreS8Se0ozb1ZSjNHVU0GBlYr9b+JB+12pr
bAjNudFo76xIuVuH6ljdZwOUGWYm+JB0+O1YOCmKMJkTlMNc8b0q2+HfAKQgCStPTetnmY1hvLJy
sHnxlK6VSFqb2ajQrEBvGcAW9eQedYL6wO8FsTOKVO2GvJbvgsxOT+VHC4hWSXnPZk43K+FEbbj5
b6NHvqLGzn0x15UKpV0FMepmWZgI5jFhvCXN9N02IusLQmhMDI1EfJnPf2CUlIe+sBDYFfak0T1V
Dnqp/y4NE11xIsPKy5Jog+XI63AFKmnyQt4EGbQloMtewdzbmY9++MsdG4dsw2BU3gdR3I0FvzEL
E1L1EQOAURfQsUegiiV2K/4h9L72KI/YsEmim3wHMYKGRKAkoCxyyfaZ8A2vJjwHG0wi2jbW+juL
nW7VWKO2lxl3+1RCp6s2U6o+p0ZFWhdfXbDC/kbZqyc1yxiir3nD4aURWbca/OqHoeIMrqK0vHE1
bTpydEruUr6wn3LoVNKtrNA8+vXXKY2vKMxpcuW2eeC+28MIyTG7S9vpJRPvpb+RnSZfCqZHjv0y
HIqNIyGr5Sm8g7Bxdbz3SZ48SYWGjadqlf7Uqb9NOCpr1elwq8FIT8Mvk65/C4id9AZNrQEwN+qa
n759TihtXTVxk740PhJhotdhb5U0Bo4tS1vV407ulGrbwbf/0USKtY2qxj0gUNbsTTCgRE60m7o0
sUC3cBsghQYuWFxoWU0qjnkYbGG4bqa24QOCSATVdMjgtIg2IHVv6leGhmrSaYvXoE/LtUUD3NOQ
nBODXG+irKHxmDr8/+W0M8NwbzrNJp/gPWQmHgP3q+j0LSKyNZzqVTpFWyIO4eJ0bwNALzWOGC5e
p1qKzQ6PVsElBY2FtWnNcmMN3b7sIKAOkLBI/VSl1/T+mo3A6wtCyfY9RhVMnNqwhmH4zjqGkTFV
+yPYA5gqZc0tc/ptYVgyo5KE99R+bcuhxxXJshAQN+phxRvKLYpE7bumSskhgD4z8+Jo1uZ0g/Xa
gooWG1L3nImLUx90zQ9kSD+cQDxMaprundiaFd1+VmFSav1Nr8TEWpCr+GQE/NKNMEO0fpNC1iwY
E4AxfvU4oIXg9yar2sPGot7rWgqkA7jtdxDb/qEf/Z9Og/EERLL1quZBusegfzO7r9pQec2F+R4j
0S0dYDgB8CyL9JKN3Rj7YJyqe6yl1WOlQLBy3YHlNVfICg2qoWI+BZ2rHQROmuxYj4P5kLkUCLXB
r0OPWCv03jb7A+KqtzYvcMs6HRlhWV7J4ehzsdm5fbDzBz5vf1K632Y2u62xC47hc96CAzPUZNgp
SqZcB1bqW7upyeyrNk9CZT06k7OKmsyEETcDIuIANH+hrFH8rcqGencIpkDOhINJ03403fCm9oNV
HmkoYPvqpf8D59QAF3VQp90kxH1qZCU39ixZy6S8jQw0khxr18oAVggzvQMvAyWgl9blpsU8pEeg
RfoxXHVlM+wjOvQtdmlfUP7rkFiSV6K+xaBaTNAleW0+NoFh/Kq1mSNZym7DGXYD/enGUMMbSiS7
xoeWArWS1r1f3Ub9bdRQ0itdQFagAQ5pagIrxEkcIFewqsd6rLtjGtYSFpZB2KUmnfgd0eCYHhuk
IJpnChQrYQbsrAZhm/JB84kKH0/soRaHODDqV3dIxBGxJtYqNSdKx8nz1L0aAjGtKioUMIpjFW4U
ZGMvH6nkUCe1vDCc9qEMpmen78A2p2XVvky17Kk51Yy2amBfbtzAnvZ+0IHNkdqPQDVwEBQTJt5C
K99Zqb5RhC4pmrcm4ojBHR8CXcExgCX2NlVgXoOwVoeImLPRuFWMNMMKEgxjzRKTyHQ9e7lQGTkF
IiPNT7g2KsXNYI/quhBG/KIkNeFvGVKMfep2ZKxRSIBPoIo62sOW7ppVHbjBbTxVzteqLuUOfx5h
fpA8BjimeKPmRNNc69Z95FZitiG+udhz49h6b/BrrI0U+RxCruG61ZWDKKsnnLXF18gWuHXR429L
S9Fs3p6UG2yD8jazsvE+BC6BMcZ9M+K2uiltZT/kBSktQyiynV1CT+SfCu60oSiilc1KrRgKPrEe
qhj+pKncqjmYUhHT7ahkidSqcuMbMoMLLw6C4D3QCw4oM/2DBNEKPjiqUQxn0xdzHG9z2FPx3gqM
feiUK8UgBJgGfl/ct9Jpr/1kiH8gAQZ4lrvSoWQ0PPi4AOy+uNJEWz0WYRARDoBFoQ3NZJ91YXid
O/LQhqoBidcJwPxkXzC5HGSe1uGmSh4y33nOy7y5c337DTlk4AW5sZ1E2VAZHDAE1BQnFZDF2XtA
TJZ7lTZ9sivZH1asaf4tThF7b079HR6VJycReH3HjvMhlAfcgrmVPRpa30dewrfkFRyBFc9Nzce4
0lMAwYp6NMcCDrMeNu/pODxCg3ow/OFNGY2dtNM22KcpS046R8Xm0DfLPLC+EQZl9Bu/Now/2ZPx
vRGx2bT+oZ7M/j4iEhpMiFB8d/ac1AR75tVbSxDmY8nB965qQOPIZiqfu6m8GpU+q9eFLB+jCNab
3uJlSVp7XRRl8nsKVTwVJG+XpY2/nFTWyKsIEA1FPKyFqn+zu+gXFIvhOtSHAMAxfJpjbXdkXOpy
pw08RJHrKjGT0athFETNJx1OuWGmD0FCg8ydXgWiEHdBGuPSE0nnmT3H8WaMbgNVvW5rfeNOoOtd
u5FPFUipdRwNM027tKEORN+sOlxZfWn/JuecYgEp13dZ5xytCDu9Y225nK4setlmV5CEGXMeIKC7
uJaake/7AmedBex2b2mgRUOHaE9XsePAkywDGJGm+XtcFaF1PyKV6hO9urFTK6WVk1QxSOIM0mfC
/VaWKRu3Tuu3vzIgwoWrofZ31mAhntew08YFBV91rEH5FIOa7RKjHQNY3qz1XWBjdhaSSL8qlF9B
5bgwfoiZ1fEudX4AHy1sHl23+JpXY7jpibzOrqsaEwpryNjyAYToVTutu6lKDllh2w53bp1jqER6
WGyJgRo8q8OCso6Iy6ZBRr3QAzjfb0rNwltHG8iMWE/toSasZZgQVOlGqBxqAEubPq5ik20TwOMm
NlhVM7emMAXhYqMnkIyHqY2RsjXf85GGJzx1GC0+EDzJiWokpBvaQNiXW8KkzT06UlSnTAPcOsnw
ms+sVLMghXVIfhd6Vz+QxUmAuiHd9C6K2Cb3LcsonOtOcg7VoD4gdpFVEaz5cPJvk3Td6sitmVir
ftLL/HogumwqONgbeI8S/GWPYHCRaHDFDIZ1pzl9ChqgzZK9K7HjYDHCGWuTEjwM7U2StQBEV/7g
tmuAwfxto+Ym1mNN9cbY0nHpofqPqnsYBoM0shLSsnpPZjsCS1LKGrnvzcwBpx+3CrR3S9t06WiM
b1Ftkv4eCGSWXazgm6R/M2szHdtLWpDxXmCphv+mF1kf7QhLltVOC//wJTu7/FZZPlCfOEnymWGm
pi9j09vpRg7j+EJ9PzF2VTm6vwIdmvq6N+0SOb4R3ttN2j651kylIfk93wTTGA7XZdzLI/+kpnyV
gRNkuzisnVfkdz3g6SIdjO8R+N57rh0FqzJ2UuOOA4ktX8NOR2IZ4Iv1/EgZnddeCXL/LiRuAt9z
OdjRddw1VnBbGKMq8IKR1437vvTYktrrsgi1PeyQR5kX00EBTc2z1L/qlmyVUMyx2mXGRYsUF1Eb
xyzJK/etgHjaXVGOTgkkLXEfJolwdxHnsXY/TFGLhY57lF6KINmwefsWs9G9Hc1W3tCDR/0eX+Uz
tNTPK73xNGWG0LKyJT9kHdQvkSbD67IeU65cGgr+psPSJ4rWHF5gVQjZ70r/WXGfMFIfI6vgIh6z
qkyr0vJX7CRbNr6yD2+L2Xlv/oqC6qmG0+sfyU/Vr7maB0d2034dmNxi1Z2mPoiEazGkbkIWstqw
s304raGsBJHkwqY02pq4BehcolPXjR5BEBrRm27zVtv0oJiIlurRt0f+lRGJTamOV0b9Ztpfxwk3
ea1FW98YCxIgaiN9qGvd8vcxHPZuNYHKEbd48ouHMhdre7pnwOJd6lq5xQo2o5zhtU5kN2o3k/9W
O2vFKiGlX41N56/DWFChi+tqiyfzOwUPZSX7cWZB1/l12UTXYaW2Ny23OoL8SoW3ZMkWr7Nf488e
Wuklkbrrh0n91dA16IhHnHx7ZRhO/ZxyFxAJH95IQ6qvr/BCGY/YnqpXqVcv5dXM7rm2uyJltyz5
t9fxKua+TULxtW60JVw74mvXkGQ3xJfcWlUc5CznlqtsS+DV2jZVE/+O/LrR06MOm0PNNafjsBcq
33WS5ayczGqrhSwyZ3lPsObw5kO+8MBUbmSfW6zuKRCRPlqpktMhb8g2Ug3HvZkdhDsB04tqK1No
q0UuC1wAsxrIUfgwqtAft2ZdhO1NJpRjqOtf3WkcfthBmqwLXSkTL5CGQ+x23nK5sXML4rJC0SUv
KMrU1OPzayeJ2nqrEIa+gaVBrpGrYw9V07G5hSbgU9AxfAQ/ocofzMEt3XTYCJ7bcbiCnBM6HqCB
L0OiHuzalxzhTBy2myJgxoM50Eav6sLnCpEZYY+2+asxjV1mN29txS1sn2UtaV6Y2621TbvyVstz
w8vZmzcJ38kzZ9LgsXXLrQBVHWz80BcHXaMERSKEceeMwEu2qRJUjkeuRz88m1ZhepS+KlJfHF+u
G7sBZ9A+D1ZeWt87DWBlDGx1zgcTK4OdeaVPAhMDgWSsd/k2xBWqHDoBUSlpAJGH9REA7G1fo9X3
c/cI5b287VRzkxcqKTad0yS4UqcejkKnCA2ZeCENDLaZIpJrGz5Nu24DuB7grMRNWdUd7Ya+/AaZ
JB5WIyfto51n0PNFguKOYsKcSNCnw12fJ6yKTjRxD7OL32kKPPAhdyb1yfXpC620ZmrQXqfKW5HE
4fWg2Gp+B0hl5JTXDv6hc6qaHOVa7yrk2j5Y+2MP8u6a5Cgqor5fEJY21CGzLA2mNYjaId4mVC8K
z52S/DlMXHmYcLa8FaER59dNCB8de2pa6QST6Ikk8oUQut2kjzaebMCSHJ9GEAIKFiKSNAfzt4oo
XpKiwP2wV/R43VEwPbi5DoUbA8Bzw6b/M1XrBBAoeZEPECaBnSu9rxEgnZC1oDfgx1lqMkSzmPIp
l6Q7V4zBj0S26pWrxcHen3q7XflJWxiWB8TUOGCq0zajo9F+2MJkGKp8S+26zMRj2dqhj/1NTi77
HXC+ktvoFxkZJjcvxRwaEgC0xmaN99QuQAWkbUN/4l9B3zZBA7+bLJ+udliWFAZEHoX3nKHMF2ri
90Yz5fskM4yrUW3E3ZBxMdI6sj7YQ2V8DICOPMeAEnPqEloBP1DtHZP7WRaLjV6NVOH3Q6qW0ofm
W+tTpXyTEvWMAq8lhR46kMACmblKx/3Hhf5lV4Hp90fRRFSMiW7KXrSkMAxNIVTOetW09Tqi/DWy
hlvusz9c6Posu07zQDT1LI2QLAfR5aLBqA8V2JOe9gVdhXYF4ruEoRi/JaH1xqVVrmlGwWzozUvu
m2Vr5s+4Ar04bWrVwON12poJEYQDbUTt1mdZulPrILnNSLu5oHtYNi7nUQT6NgsZk+C/Fq8xaBVw
OCmvMTStlZFrYMF1CCy2s80zqz+0vXrJ2LDsC/8Zce5d2jZNNMSzp8/Vhv1oFJJeYp7dKeOV2wBw
DcWFjuW52UFjFDMifXfEhYuXx8kyR1E3SwWjA2Vnbl0bF9+UzZ72+WmItRiDFLUhA+Tx6dOUqQ4k
bhZimNSQA8XfxXlS3yZdXj1GcHE/PZhAsEAPVNOQXi71avGgYHtMAcebPbdDjh6cs5uC/APDuPD+
/tEu8CvhKERyghHARDyweIGqHROiQkF51b9jMPO3Vv3iZziaO04z1MujrSMOlnZpzp/52VjkeESk
TnOI6ELmFJGwEag+96K0CfM1iSrq2wAxdJUnKZm5RaxceKFnvjEEkZgdLMGlAunP6a8XUqSt05Fp
4iZERLFBNV5napuPf7Xzg0BDgvXL61QXDyVUzgsy4hPD2xx5bZUQUxWal5xzZ16dq9pIPRDx4Zxb
ujc6OqyNNHh1uXMH2T+XP8Fh1+nrx8/y58P5u5nLvGAYVkHcKBijl81VMGNZUpIdAk6DVlmcvDaR
/Mbuh24nPRpxfI+oZ4v1uPBSUBZ27ewTEAq63a0oPb3oOa9ZaWB9uYDzbOiIH/95Z1+Cg2B0dm0i
NVysLWGbNVXHqYH6k0b6QE7Jvh/L/ADFS1sZ6Iz2H483/3Snb8NU59BPm8mKhlksVk9N2kahl3wl
ThPv3GBcpY5zG9euZ3TjXsL8GsP6e5uk7x8P++9jmqilHW5HpsYXLxYzKmL3rxK75sMvsx07x3po
SU1rrEfioC5M3rNDmbiLZyO/C+b39AsZQOHr/VypyCgLA5tX0ZtoNdfsC/vQ/KWdvkk2BJShbHQu
Tt8ZI/G35iyn3eU2JeuoUeFdS8c1KFH6yxNwHTiNrTafkC+tcbPw4GRMDg44fGfNjkC64y6+fkda
Rq3Y7OwdCANvHLQdbOtkvgLRKldfGi35QmDbPqCvUUH7hbj2C6jwYxzTy/z4B/3n6cmTtxGBI4DX
0Tsv33KvaM0IvAZ6YMTTGg+FVEFwwY+uuaal+/ySaeafeTuPJ1glsJEA2jAW81bQ51LrQqdrsEnv
26vJq9ao/d7aT6qiMA9zStGRrCLhxAa6+BxziwKCxb2BDCXi0rF5gB/3x8dSKM8cQqOVo/frj1/k
P8eZxYj66TSCu+RkOk28lZX+rFNcBalC/4QmhNJuZ/bUx6Mt9XXIB8n0ZcPC5eXM6/tiBiFVwqlN
yA4Q2O6oWf6tQWRVyR11Jh7BNZvcLUiqbVj+n0X9U+bK5yLjP8ug5ZOo5t2v4vZb9qtZ/kPzOP9f
hPP/P9KY58nxgamSVLn617e/bZXz/+F/tkqTlHWdCY21EvsZCcxM9//ZKjFcmhxwrXmp5ARvnOav
q/RoHWJsDQ3P5byI/p+tUtMhzcy+8Nm19+eE+hlmzOkiw5CaNrsLTBAszixgO52RkVBmLRKOSvw5
+lYS/rhJBuXSl7ZYpudVY/7P7GJgc0a/fDpK2CSFTsQmbkZuue+tmw57Oy96wom6sPdIdMgufGiL
U/z/LVMYZFAkc7QRy31hsqvMnkhDHaqGjIzBLg/0wtpjApbuwlDzv+qvZfp/Q1G5xI3GC/xHxDqO
hD7lSiG8DqbMV3zP5SqABPj813y6/9+/728v6lJIOg/DbophEv+iq1M8O32FmjUGoTagUIPtUMJT
8Dms6VKpn3RFgcWXFsUvKuF96JmdTpS7ZnfbVGvy9wZb7tbUpvSCEvDMG2bucvMzeMGcThcTpzFm
SmrH3xNjBuxhSvgQ9pq2+Ybb8dIt5uxYbPF0dlivuTWdPnuQJ1mWE5bqNXjn7spKds/QKgUsaYIx
Li2aZ+Yq4msLzyZCRwec6+lgMgJCTeeMVnMTG0etdskdFwGI9YI2r+hpWyaTqI6IpwfCMTUfKL46
Q/JoYXtIJYhLUckWh3QS96Ah03Frgu68+ng2nJlzCMOZbBxIWNeXFwPobv2kJZmF7Eqhkm+geSj1
ovv8zLYs3sJs8qfGsLwZqDmRIaGTWJ5dWUPg2ZP5nNgWGsGPH2ZxuphnNjOI1cwyVC4gzmJxiNys
llkSWCiip3ZrTV1wiHF//gDTVB8MwgxJKON8u5kRWk8fD33uqyIxxeFawgLt4CI8/bF1s4RqH4TQ
DXFFAmNtLXvvBlyJtr3ta3cCYBxIip7UQdDnIeIUt272Od4obmKWLH5R97tEKjrz2zLrbI7tvHuY
MvOx8C/tdAB2gsAJUIVOJvwH6nXDuoQYf2E9OTPLsQ5yd+bszB3BnP+Kv0ZRuFvSr6MVCNQyQ2lG
jKFHRKBpe5klpq3J9/zj43d97rkodcx+Bu4jbAOnI/rkAlRFFAgvqKn/8x4DqIFCrD8/iov5FDob
RjFzZq39/VxSjzR7ClxQVomlbnDWQl0tFGf7H0bhyA/2Yt7YlkbnKYNoNmRoaaKm7O+1Io02TjVV
dx+PcmbZA5iO9NXidmNTKDp9FkUnvZVWmgCEapp0ESXChVEpCG9R7M8/ELYiW+dLwIn8z6Jn5xqq
kTYT9DBGf+0MYAZzn+jEjx9oca6fv3R3vtIIJhwZQMtlSx1qOhJqyygNuXOZKm06CQnpzDDna/2J
MGHkdIZz34fuhQXzzKucHX1cYgSqa325lDmiTiulJDPVlIQHEFCT0XfpoW7W+SWz4uKM/+chuWqj
L5hvMNofINZfX5adJXY7sJWD1yq2aWf1JHPlq1ANOtCZ+rFquku1lTNfFuFejsodjToRlY/TeSJc
ssTbFHybQYPaA6LerBuD7svHP965V4jrbnbqslxTTzwdRUcdNen0mEBm98a+8M1w27VZfSu7zrjw
EZ+bJzjiTeo3bMGoeE6HCsxM9pZEgD+oVnAgYFs/ZGondzMU6zo2MmWlK0n6XE8BkWOlqV4Y/tyT
ItB3Z5MvE9VaPGlB4ziH3Dnj8Mg1w5aT3lhu3d6ks5Xu45d6brJgNoUtQDmRw/zisJEjhKCs0fPT
1fJu8PPHMfKJrK+RePoxRDwo7h8POP/tp6dVG14Wu4vBlZAYrsWr7XJWSKenj8f93djGia9fgfUX
m8+P4lAnmc8nDnce4/QHHGgSdj6xOV5Efwh8aatvi9S3L/AP//2dIDmCTqEuo+K7cRajCIqwUxBw
eQWPZT3BMXB/oJ1vf6b+NO0+fqA/MIHle2PtmlmdVEnx+Zw+kU68BY/KDYazoa0im3DKbm2QZ2+s
I60Xd67sO+QPjkSwlIneaDYoBnAGapVU27Vi9tHXyeff4lmwu3JPNr2pEFs1tL8jtU8h2MnKJowF
+7FO8kaWfUGSTjyIaqVtj5Wyjm5GmuoJUq5eGl4UKxVxMXlqrKJQ7UvP5pMd8CPq4tknPJhmV94l
MKwiM0u3bRSJ76RPtb8NNsU7IfL4jbBIy/TKkr+av1e35JXAv/Ac5oIjfZu6ebMtYLF/QY0CXlDP
I3Ht2krAIxLvdAQoHyZrprWdetCClYmmuUlUQGeIIVqraWY6FwpwZ+YtRUybcxoFQ06J81z4a1VN
h9iOQiRcXt8I/Sbryq8O4svDhV/5348D/yurDsw1eB/LXSIpw6KhNWR4cZ+MV7Gh53undEMAzWQN
fX4oatXsh7Ct+BQX8ymuIipcAoXfNNA+S6zEQgo8zvF7/ZheajedOeba1Ajp1nED58KwLKjlqU4v
MuUCRZiK/UN2gvS6JEUbhCYMUQFnM8Sxtpv5K61WXeRejj7+NEJiANByxQ8VqfAXXvWfk/Xig+JN
wtUQbJH4oeaV8a8ftCsNsy044iKd0tNjW1qEv/noYfYKlGQbmnbq3FSEclSw4GPyb4GNDbdNb7mG
V5RTS6hmJGzSVoyce1hK//mhGhz1kgHt3/WZ3xuUDoa62dtuLNZn4hNp5iNk4hVl+vemQpaflIog
wDXWf8lRI7E0jLtfn58bHP65jcCWMfE0nr4aos8iwIkjrwZB8XUWd+Y6UyNtP7WJcsHkfO75HAoK
KnUpOgRLsgL5rjH3q5y4+JCLrOpMFtz44YFgzl+jiG9tWUwXNqAzizbYRtgKWI75kpcLqeHjYorJ
O/e6TpJzWAr9NeV/xAQzAMr7/Iuk3AQRmcMEdfvFi8zzjojUgrxmtqHuoBFEu8JHX14rFSKh/zAU
U5k6MsU5vrXT38xht5v6giPL1GqSoECV2ZFycyMQ4b+MxFw0KZFz2DQXu56csjEee+5R6BWNbcG+
im1Fc+JtweX0Ekfq3LJLjjHFcYT489J4+lihbbgi91mQJBrxGwwW05YLs/X945d3ZhTsstynoL9w
Pl9edLQg03qsWsILKy27S0CF7ul14i37D8PwHO6Mc6JZtFhyXFXGxAAxHQbKGoc81I1rKxrU/edH
4VTCoQQJgaYue/ssZFTAVINPqm36h8HVx3VQufqFD3deeBbLp075x6S/xhWUmuDpDyOkWhBprAiP
mzybopn99rXuXovsa7gsnyQuMMtmUMAs8uCqqxtLFUY8daM/GAzGBmO8awXyC1cN5a4O9c9XthiK
y7vKTWNue81Xg7+2hcFUHCuWlvBsNXCum4m8D9Tc/YXr7pm3Z6BT4ILGWW7+kk5HEY0WEPrLXcZJ
VXvvKHV3ABhiPlX4dVYBbfcLxdJ/OzG8GJ3q/zzzeL4lBXkg5HbkbVFnKnMggnae6G9CM9ujQkH6
YSq16WeUTNqTNkLt8fBk9XvJ37f7eGqee2xj/r6YlwhPllfTybAG3+eI51VROZEsq5MGFSv6a4tZ
aTX6rbzwKZwbj5UDTz6fw799vIxvBBoyTx3UKl1u0DtbV4bhSzv5E/FWQnn4+PnO7C10RFTDmpES
NL4Xi3DdDxTD/9SJlabbEkVOsGYfkGpjW+//YSSqZ8hPLCBchn46gaLYVH07HTgqqyFxREDKVm7c
51dp18tPly6ACSBGAqgG2uCf1nPgkuMWmHzT2FvvGyO3X5FkTjeWM1zq0sz1pMWawsbl4goVM7Zh
udiLUAfc5jNSrffJPbvCk2Mr4xrrF00aJPDZuscytkdRa39+ZabERY2LsEwm6PLgXbeDRDjKmkkG
i/PCOwBSDVr6wvQ4Mx0h7LFlUS3hTuosvnpKGq6jGKwtjj3gQFKmd7vi9Bto4a/Gl59foKlfsFhS
QCDLcFnDqAAXqL3OmmkFpLSLlqA2ERIoN8aqBChsZRemyZk9lIsLPSi2BUoWy/5QOk3KfKUTyByr
4ZFo9nQnydK78EWfG8Vm8yKVC9UV4oTTec9hK8WTwrwnCf4l8a1uI+OLd4Ozg+gqLRjOiCyWixMO
QQYFhALuoUUajjdW2YnbGj3W5vOfMFV/qqs8DWyUxU6TFwagssoRBLbYzs6MLPM4VGa8JgZD+Q/T
m1oI4jjW3nnPOX1rodlanM040BNGHnNVHlz8FYq4UC6e/+Dl58spntoO3ThqrIvTbl07CedaZgAs
pGhPvkCwcRq72PbGNB2w2eAYUMrrWiWkbiysixWSM6NzeuN4wL7F+rF4xiDSxqBTez7hLFFfU4J6
v0Wdq9/lruF/+gqBunBmwc1LPW74xS+nkpZHaK3guNg74wrve0+AeZfuwGoHF3bMf5dEhqL9rlGF
m9ffxY4iKz1EzD5RsVb6KlwB4SLVp6rEN0L97NbD10zcJWHKtAy3H0/PMyNzb+FAzALCJP2jgPzr
IFRX02QpTmN4hCv42MtE/ERUn/PCHdTB20xmAjYtO1pPo04X5+Ox/91HuRByAKNNg9iHHtHpfCWL
lTxybhdeG+nRar6Y7QEHBcSd2Z9En3K0RK/HYYRUHAMSsbb41slKqkVhUtKylc6+T3LZHvy2//z+
wuWClhOd0j8o6sWyRZEVUWDKA5kjqRBiFAS+udol0cG/6xaj0MWcDwWzEHbxCThFOLIwcxwnBqvd
WxXWWaPF1PLpH4epzypC25Rr+7KJIqwiM7TSMUiQntQN2XIQ30dM501jToePh5o3xNMVxTVURHy0
a+y5ILFYUUhMlJmkTu6lmsi/pV1OFTJsu2+mH413uNTTbR/q2qc3MgalKclmRqOGxfl08vmB7aZB
PVDkDPzg6zCS7pXjT/v+8aOd+a1mdif1xD/Ec3vxWwFQIa9QJ2nI5Bq9babRXNMUGtf/ZRSWZK5P
3PmWo5Sk3Stxyyh1HvsbfjYkDFk6XRjlzOfKAjVfzebOKr2Z0zfW8HrCpNWJLsQHj6tTB/LhOjgs
HUNeWHrPlO1YDbkI2hxpOGG7i7VX0jUbRwplHnzpKiemQM03RA92jUcZQTsM7ABfImnC8sC9sZZS
z35yVXVdrxrMepcqYbqxajFnJedEzYvR/HSdeF6tgVvMeVozJfr0XdRWMZoD52XPkB3sm8JW+Uui
S6vWvydJRuF7oOBDu5SXeTpKQC4jwVl8g3g/rTdiEnJidSbgLynpBys2yOjCT3xmuoIEpFI6D8q2
sPiJRxBbQVnxE5fYS28A205b7NrjhYbKuVE4DM0FBW5twKhPH0tX2rabIssgDDczXvgz3okFuvTl
nSlGzwsxWl1629SwlnjDgSkzinbuYhSleYNlyjpYU14+NTVkDezoQf6WJaQD1lle3OBwTn8SLt6B
xejj5kaQf35hlTvz+VBpmJVi1J4o8S6mzFg7IgGVyI/J5fLRzOxoV1hV+2S2k35hUz8zFLJvanfz
cgCEe/EzmoTFqLWOtiPGmXeXQb+5BvnVbGEO1Bc+hHNDUYZCioJKkCvVYijCosl0mltwJK5V3/8f
e2eyXDeSZdtfeZZzhKFvBq8GwG3Zd5IoTmCkGjh6uDv6r38LjKy0kCIqZDF7g5pkpJlEgRcXcPez
zz57kYqhjwu05N04Vnnxi/PCX7wO3nZORwzkUIbM8eNzA8R6STHCoG4wLXqS61zcCCOAvzn6xoGx
/181aP/iOaVnitDKmreVhT99Y5FLBRJatYsqn3p7IgPyk88s/i/Wup/vIPfMo+A22dA3z7Pz06ea
ek/2geIqC+PSJ9kzRWmGWf5UVMY/9RAyTmJu7gTkfr4qCO4/3kB/oe2ny4qGN127xCjNAkxv3/3i
a7J+vm/bZZCCt2RjcvPx4Px4GUazVxIsuExYZrFXe8eSQWgnr3YQaZJBBfs1IrKcAYrYK6xD5KYf
VhPEb6aIbPrVLM2f7y6/y2ZtpwPEe/WzgmJXy7iaAc1br6naBBI72NWxD49t5PS7f7YLbx457i8q
Cq4MLN8/f5F+05d1jiODKdniIvKFvtQ2A8H//Cr0Gmi0vnfY3Z9OFE5VyTrn1Y+l9ucXC1znJ+k2
z//4IjySBN0AoeTl/vmuLUz7doM2GamNAiaQSlsTI5D/02MLUp3FuhwxdIBKysV+fE78buqbeeKG
lU4o9z7n2kuvIfnlF5/F/Xnd2K6DCYEoddwWlDjb8/qHGsfWYz3R1HZiH7PzlxZH48tYg7Ja/Za0
mtUOuu99F80fyi6NXp2J4B4nbwv6YlNBnJ3AvjbG8OsbxSIXLHcseJ48mVMVXFTjbAZPZb10gLKa
LlBkDdTGOVvbLjsFedffDdYYzAQ40Q86cwZurpqmqGnPz6PzZYHftu6BOJFmPraELxnr4gxJw6ui
EcdMW+/nmkSUnbIneSW8CQKN9EX/2VEp57y6mofs1E0jRn/2kPBUKW286iFi1HQca4jpM4hk79CY
VUmmfhXC5DyFqWH6ScuhNLudo6G8qZj+/Ti6Vjsk/Zamwuiyq4kebAr7QEr4SqCpuazqbLoVYUlz
W9ef2n4grmbJQb5F/ppf10o6T2bYW6/dZBOlF2yUy1hXVl0fZ44u6T70SMrgQFC+EMUjid0Xs2sd
VDRb0bUsUtY9kdttcS5KUUF342RHXlZYuN3BCefIYBp842YbVtfUu5458HBDxIvxaGO3yj4IuRGi
ld/VAc7JsbqsyQ4sdk1Piihr99AWBA0Yqkt8X06vndlZH51lkmNSijSS8do00ZPrzb4+C/Kbvgii
yzhAR/NgJyxv6t4TVXnnjorUMZ3O9TPHlryMiXBr02RRHnFRfdkFkrEVNZkEi1Xy2jYc96NN3EAb
z55ffjT5/zzn/QgGzygJbYjmUA4HUlBGtRujlOW/wNVM1Fu9lhwMVmzY8KGnSZOm1DH/nUvbf0uL
xv44phDETtnQ8DeYKydOTwae/NpkSqTXOKvWkklIw3nKzNKc93ZdpJ8CuYzpKbA68RCMQ3jXpaVz
LpYhOufCVWS+MYfqYJuLwQc7L4uR+h+R8LUfY0Fl2slweub20tUpaAERziIhro9kMWBLq+ejRtn4
ahJJl++6GnJ6kodhbrAIKuONva18hsETdUkxkD6chFg+5iRifvtBeePa7WTHiTPWgZT1BepZtsS+
tcljVL+lGS/ZGHwcdVtAb+fnv4zjXNVHkkbmqyYKlY6ZSi5ODF5XROHYLnGkJE9YEVA1OX/t5yp4
m3qcPftiNlN1cLpCfJoRG5pdOvntnY/RJtxVZquYe7LmMG3iqulcmKVFN4g97Yr1SoV5Pd/io/Bf
hcq9ajdFjScPfen3/b7tfRwOrmxC/6qww2K69bRynCevslayhcIl42WQBDEljcvcza7yo4nIK78M
mnt8Evqz2FpUR0Ynchs/jjemnwuCM+vrfBXTmIyGKp+VG4aAkmZJXhmY2OVTpRfZVnFTAiZ5kaux
EsKXz+0VcVHldOpwHhLwQC/rsxKraHk4lor1oW9GKym9TuhYQyR6HmD3PGRkA85xxL04N05BPhNZ
DGF+0ZE7uO56AOE+eS6VO8Wmy/EZv041c/hi2GPahSrLQ6i8qsdEsQIHvfKEWVunIh+aq1Yq2LZj
X/DlkdL5Ute++cj6r1+6vqZbEjrSYwB/7Db7Uof7Z1x0dCBnX0Z7RzCATlmlSpVk0dTfFktB5sls
ajI+sY7yhx6DHR9FXmZ34+Ln5DL29jrEGS3qCt17ywYzJuV9r6L2kLlB9WrlbnYH+s6ziR83CbxL
54p7kplFE8UL5UGVdKlw551cwzZL6miW6Z7Mcue2r6Vt7/pqBbsdLXYD9RS867TrMftmZG7qaoEj
1ZOzeUYXrUjLXKNmelpUOt5n1lAydEJWjvtRuuMSEqvVWy+p5VovamApuBgsb3Zefb+hFD6PqUOr
swuj9Hrh/Z2SqVH2Z4P8r4b1P7eDBMdn6e314pV36Gk8m9JROj8ALvG52VZYE48aVRA0A1HAxwvL
ITzamuqG2K0oKvek2yw3CtoHITIjx1Fi6kw57+XcuDdGnnZP+RoQgocRLvAufDGM37BwrTIxc2d6
LJcZt8anoamkOEtCcD/UzHh1CmKI6dTfl0x1RI0Jb70oy3Fa4yZKGdfYGk32nldDg/ikngdUapHa
T4yUGebJ6FjlhSOwpyWyscOz1xsEcjRMHb5MK6sAaT1L+GYInPt8vrn61rmp3cck2NnzQSN2r6wy
Ls7evB2XVyNqxQdi7HpyWp2wIrKTFwotvKpyRaZNV/AA11VOPCxK/MOa0zUPBsAzOyz56YVjmCXg
D5NcttjNiiXae77fveXTQGphiBeHYHFXUnus9ZCf8z7cBnxlrRFnXTEizRL3AkHWAHwcT3NaHuVU
5ve9lU/rni1MDXEfLt5pjGT0GJolgex68WfG8ug/eTsrY8nYuyx5992cM1AuyqEjd7F1DN79KCBJ
lGl445LIzdEgiEQOBFgUIrpf0xHusllKeTNUs4JbG7giccWa7k188FEiW+3f8aCvc9I0bPBfLEcI
6NOo+OPNMuPyu9YzqJDbNbWmeY37IQ2+u5VnGIdh7kLz1sIWW+w1Iybuy1z5fXXksQ76W3Nwc9YO
YJr2Nek4BaBvuL7+Q+5q1r7c94flIHJyQp61Xc4LMWrGII8MmuOpyvXqFddGZS/WA8Brzz6SQi3s
MyVPO5zFGlQki4p88g5pobMpMaJqelVdPw23SzE4D8RTp+kCfEO44YkEqtHap0HKo0pF7DWfB9KY
vv/9IfJPZQTcrI17Tu+L//xpLMohSYblfGGOYZnavbBrwnzdrLwN/Cm7+/tLbdXRH9VQTqtbc2Ur
WjD+03n48bRqOBa+EWclPQ2XKfuS7+985fCsu3B4ibZPh4s80/aZFNt1r/XQ7P/++n/5UTEtbEAm
jJA/ewim0hSlqDVlTM7gpuw954NMnZmUXSV/0fb4U6HIR6UbT0lP8kDIgfbHjypKwlLBkLpxm9IA
Nix3IZesn/+hRMENDVGbTIZ/aK9gdvvxKoZvNmkwsXPZui33RcDpaxjIve560KB/f+/+4rvDz7np
BdiY6Db8pIasZlit/Yp9l+huM7ZrB3Osl+dLHArfuWEhyw/F2onroQi6C4K+wy9/f/2/uqHvzRws
D0zE/3x9WRhBwxEOS3mYyuOypMQ1ebRR//4qf/WEMPaCasHoEBakn+r7bqhXKqnJJem77fbubBCS
GHCwWKY0+sdPCOI8zQw6EFip/lQiqt4dStWEWDvyqNivdAWufe2F3/7+A/35tm1XYa6BnQ11yfqp
crcCixMMihND7/iq7TGcyZks+l/ctj/rIsQUmOD3cMUwhIuI/uODmOch7oOMyxi6mm6pv4O9U2X1
ge2A9Eylu/Bm1jMZEcs43/i1ZezbpSxBpWA2OYd6HBGaSfYKjKj5RTNkewV+XHPo5PuITxyxNzvo
T69IvUjtthygCXj3zdds9IwD+bXuYUg5oofMqBF8NohfGUH+6rZb2IM2qxBKrftT/Z9Gy9CypW4r
HXF6ugYRMM3C+cV69pdXYeaOlhy9fhI7frzrczlMPSunGw9NTTh+PX0yzflXDYs/SwzMpm4hRait
qNrh9sr8QWJgQ8vDzGd/wL8fkaVpDc9ks5mxpcvgvq2t+fcP9Y8m36/zL6rV7ff+57n2P461/9ct
7IRHpsa/9dev3c9/8//HCXi6AX8zAd8LzuP56w8j8PzEv0fgg9/YT/AZozxyZgam+Z8ReBtGMOYL
IlvQgLau83/IwpYLjhinDqYSpuBdRqb+MwLv/MZWvDGSmI+kl8BM9D8hC9PJ/+k12/rP7wvZNgnJ
tsQv/senpCCk1+z9WcRZibvxgvBc744wSmnw3NiZuiAENBswCzaEx5KECTkp2I3lanzWSlHsqsK1
1bMUCpRRQ0ynLRLKeVtdMqBcfHamaBQXYnYESwSHdWRk8PHl3hKdH557WVT5hRradMvLLiz3iDEx
/Qz3Ir1D9ACBDfbM6naGt8gRTcyqv/ZdU74QFG4FiS61yo4FZe0jQoRcdrlCaE7I5e9ggIUdyTfV
POX3jnT6uzSrwI54Pud0YllU1kJ+Kj1B/NnUlbui79SlHfWZd1EsnPTiil6Fd5SN11kfdF5M3Zlt
jC2zWqKKPkLZZNlZtX2U7kZXZdlhrs2MssGUkXnbuIuhjrUXyOxQpg18qTWj2Ej8QDURudKGYoSS
RYVF/7Zo6ZBSG4Rm7pO5LZepi/0CF2jM+qD0vvNXU3S7JqB82nut6nySchtrKwvnAjzIsAxltj4G
RZvpp7FEdV6BPHhCh2+2SbDwcNmQaGAO92OgBcBxSbu0iG4IofX19GADF+SAWmssJIBIxhnGyBrn
g8u428PqF3Y5UA+ZEo2p1I2i+B8ZfY8SPRDCyJiCioJDCUFp2JM3RQZm7Uunu+w8OjyX+VCVL5iM
2gL8QSBkeDctwoLXNotliE1CfcfHrOJ92bsFh0rih22reWildMprB9WpPAbVOE2JUxXK2KGurcCh
5ECpFTKW7pNKvuLqcahB7fPak/LqE9g3dWSOTzLKT4tnD2fdDLPeDX0areRitjn7WeHZ096lxx4c
SBVAQ2WOznQu7EWY7XW7TJRi8Diap6ip9RYmWvZ3GWnX485yeOagXQTuDhBooI99toZ3QuvZ2mkk
Khu6SzZe8Q0Vt7lXNt0pGlAfkZHz+TkIiokqlsGj7bn10zE/+OZczGdkpNSmMBngA4ShlhOesnGx
j7PXY2Fyi9yhfquI0qRfrGb7hTalLHdhDoIvbp1xkJfRDE4mXshWYV7PSrNO3VuRCh4iq5vy0zya
eL7l76XJqExlfTBUQWaz/V7JUFxT1ZTvFU5WbdVOGlVjRYroezHkLYGeijh/r5hMfMNNloDQoKwq
ejcUzzRUKLqW9wKsfy/G+jUzuzz23mu1vCd+Ok/630u597LOey/xhKyzlNzT99LvvQyUmaAilGMT
Jc5WJw6AK0SCU1DdWFsdaUhrchOc8uE9s8YUmtV70em22rgU76Xo9F6W5uVWosr3cpX0bfPefi9i
TUMs3i7MiPfAXL0VuuTsho/DVv0Sgk8hPLwXxYwfifsM7OiRq1I06/cCmkRdimn3vbD2B3cUB3Or
t4P30rss6S/uimkryZn1797Ak1Co5+lWuK5mVJSJQVbyRfhe1jO0N977W60vilz4CEu8+OgIGkqa
25ZIA1lAR3Zfv0sGQRtmH4BDLK8ah3q5D+uakmvKtTUf5LvsoMq8+sYxFDGi3HSJ+V2iaDe1wn8X
LqSVhmf3Xc6YNmUjfRc5cP8heIzv4gdpq3LYSEChvW/fBZLqXSyhfjYv6H8hofCG1N/JCaou1Say
jO96i7nWqWiJyJbTo/+uyZAxPX7jaI5SkztENMVZsQk4YnFvundVx39XeGhmDCQIb8KPP4dsBvZg
oomHoa/Do3jXiWieqvuViemUIqVHSVLvqhI7GQpTyZp317zrTuQJ80Jl9qZHwaW1PjPIPbNOuMNy
r7wuM/a0F1IXXkxnD+Et0fD5KOOqSgmNsE1c9vHq66hvky4yZ2/eBaXDV6AY0e7Ax9YuO13oT9Gn
rshARqc9i1cc2AbsSasP0TELzEfzmMgpIkzeFUqg+xm+f58XUd47B9evmHosTW8NN2yV+UkZuKMu
/KWAHeDbvc1oVxTWQRI1rvXVNhWBFjT5dXPR0StgJok5qW4HwoKUXrfHG8QEomN9bbS5KlQLCAsx
4ks/MOcPn7E/OHOlyOAwmhTWDtDLeKrDId81ZelckzIuSsJmO7cd9wZZ3NhYSFkePkyROzymK74u
uiOVvOMV4LNikkayjJQxnus85WNHUGM+AbhBPsxmAWDN0vVA5Wpn0XDpD2tJXLvHNG35vRF5EJ55
NjrAFBzsy7gD+bb9kosilQadvWkSrGrVx6DUi44BLA7ZkyE8o7sx896Vb4U2C+6u3bZ1uytTWBju
vl9VGSLYhwQp7PARFeahE31m73XYzXWii84gcLpgmSYPzUJXqyb8/cwcpApNnMPvkuRMex2nWZpn
KDesBPVEtNFu9CMJc8y0jY/4ZbMXz9bdQ7s5RWJZkHwL/aWvrqe5tURCzqEeYxdh6COMkhTwUGsG
Kl7VFH23O0z3x2hx+7tiihSqs6HWawThFsFV5d195Qv15IwdmBETsbI5YAsSUzzkzFdvT1IL64Na
r4xr0UY+QMYcn4iIYPnFmlqUEwvhnDODs1mr42quXQha9bxepXrrNFlNnZ3YOHs4Jv5YHvxckoou
fOYsGs8izi8oS/VgeDNh2tkgiyuHlAhUo9BrPwLeUDdjltoke6BJPsBW018nrb2HsqQLtLPoTmXE
3+KhiH04JgDHBHmaFV7YPhmbqTmu9TQFZ+opb+DGk8Uf57NXNwfTqVrC3fPuwiCsXMH4mLqv/So8
+p5iVs8cxGhoNeCGv7COzuy4Lk5xDFNlv6AWp+pWBF0jEgRiOSc8DgTXWlFqgLoWw3TqGSghHpyC
5mpxOptzZdiZX3wpKFDHfCLtT3mRkcWoZCYZ1dJvnujqO83lXGdFgBMl5GjTNG0Ph8VXvj5GIlwM
6qXR/2xaJY0yAlH95krwHkI8iVTBmm4MAHbq3oJotEJiana4v7KQRGjaZDF9yvHzQNfnuXAsyT9b
i4W1bfURck3OKRrldKgBnDDY0MPrXo2vaghzMy7crX+HR8KvYpUzkLKrG42XywcV8GG7PpnHc8p4
ZAwKqzcZ+2xS2hxdyuQrG4McHDAPyNIsZY60Tm02zfWBqHaf0XraFzv4MxVt06VywCi1tXE9BK2y
jgaHvvzoRytH8I52OFHkYjABpKSr3rW6DvdtpdLwUNcGofepq6FrM+Jt0kujS+frmDaHUyVNMXjf
Wj6S+TjNeth1dFubj+2WvRTFqevm0ZHmL+UC+U6r+bBZy4Inpd0o3xH4oq/SthqNpO777t7orajm
403qUyQrxryPeRRm+rCshmLhzYPW8KLYn7p8vpaT3ZFnOTUp57ylBPBH2P+Qr96hDGV0r9YovM1U
wzOSi2F+SP0tjbl1OmuOG9ROMzY5LdLitvGVsoCbrkpZ5WsOBdKtx51b62g4ZGO3fAyzKu8uCTi3
xL4WwFZiv/aBmBU01V9B3S08HktFjE4eptURJnnp70pINgX9R5X9W7X530r7X5tB5X+utJ/Et/9z
fK3ffqy1t5/5vdY2LOc3Cm13syyxOW7hyf9dbBuW/xs6kr+ZenGgkQ5IHd60qhf/91/8FOOEiKRM
a23F9eZB+u/AOee39+hW5hnpCtF89f5JtU3U9Q/V9jbgiXKIaoea7pB88V6N/0GTgVdlLTT67u05
p9Qz6Ay+NFTc9w7eD1A0XpE23a1rcXR+CsZIp0AyZfREMTp9XTty8+PMDIuLtQvrzcwQVp+gVKAM
Gl0RnaG2OJ/oxNvm0ZGmu4tEvj4w7UAdbdKCFReSTE3jSjKhWxCBOuQfBtTmF2VN4Uji+jz1B0+l
Wl7nhjDxDNRVJhPlhWEfNybH1jKFSDxL2E1RHrYNK2xG2z0POoeijHFji+wAQFLQ2aaacrfGz4Bu
yfA63JTU3fsR70kSKkM5yTKMOPGWMILBS4S96g/8k2yMnXRItVYScTVszfSLJr6d3pVdwiVcC1dk
+6yx2nRXOMNm/aY3j2nBBb3gL8T0H7Tf025NswmLjFdqeLAGsS1d0o9jgVe3nMenzoS13LPwYlaS
nHridhhd2BNuxOFNQe1g/7XkvOysXhrF2XHFsjfMrX/r9FH9qSx6kmun2pWfEA7IoLA4PeR7H8gv
DDdV5NZ+7eyq2TnOCAUsCFVwkxsskTHZl/TMzQm81mkJitJOlgkfa5KFqpxPRoXTKEkBJCQjHMGv
niXcDBsaR6cdNIxljuH8cJjEXFGYydJN6NvEt9sT3UYzyBJZDnjZQjC4Tz0z0qb1UVPisf90Jbl4
4+qV/ckC37LGyh9xLkzBUF1VwAL6Q0BuMPEVGNLqfVUzQDXmZnZBU9uq8CFwvuVAEq3gTtuenb8s
LJKm6QLZ2e9S9P8uav+yt4iL/3lVe8nrt9e36dsf9cP3H/l9UXNYgvzQIeobMx8r1DYT9nuGpu39
tg3ZMdRNewAT74ae//eSZljeb8RdYFLfJGDmNDfZ8d9rmmHbv6EMW2S2mFtDj9XwnyxqZKr+uKht
IcuokfjlmL4zSdXc/vwPi5oMm5CoFGxGVut7w2lph7RvHrOuGXV6Pa9rYRzxqRTWdYF/5yAtp71k
BEU9gWGLcC8Bn2I+xoJyWbRJnRKueI5mEwWxGzwMUx3dh9y0HpYg/IRX7jLQNgafLp+O2wRbFKRD
TfEoCwoftV7Cc2B+mNIDOqL3xW3cdgd49Slop/AwDOB3TZK3VGoK4z4ki4ETbyB5xCEgNV8cc6jO
C03tk/LJOKZj3ZwLfv1Tx1957FwyifaT04aXQCv8o526VtykRBBvWBFmHc0prkxL7Fq3e3at/m3w
xKXj1/d8pSZVTqiwu5UpC05Xn0I3HS+56N2wuU2X5p487htJSnficFS5DBbOp7sFkIs8rsJO8+/O
bLLM1ZkABYJoZB1d2Fvn1lx1f6HM0r/KcW68ghqEkjoDQZxN97Ghzj9PSzkdUZPsJGOeZd/UYKlE
ZYJNLKw6HrwhOChraQ5qCvRucsYxNuw8P8zr+KUO++m+s5fuVjLgFps10qHvTj5AxpUg5rChuNXp
h4HjT+J3HbOefev5sdHSzK+EvlujnuxRw5nPlin0rSVzHc8atp1hwDkd5lImltMTeWj0w042mfU0
4ndq425s+i9qsghcQOt4JnLOvVx84bxUKjKOnCOBDnH/zmE/gG8f8p4iLYfzFcPe63a9izwYpa69
I2T5aujZZ4nHXtlGsFuVtPAlq/C0nKj5OxH3RYdyXUYmpIhuXJ+mvCYzHOLcxVIE3n0dCuMUdCrf
zc4AsEh05SV0GE6Oveces2rgHgI304mnq+BLG87tc1jUELvCjSXTzfbZnZ0CTEcwH+q1lWDzkOuy
umwvRIZKjpRpnZ0I/UPyqW9CfGokHLkZXaeO/WaPAonpgQzIq6k1jUu/iCy9A6w6UeAunnVMVdW+
LhOYJwa7zKMcmMSI7XXyT44MTViv7FfEFCk3qaI0u3JUv55tvIk812F52WLcoTPEjEiKrBU7BgZQ
MRpv1hIdg2ZJoe7pyfgYVVQ5qN3zMR3a6BUHofxguMJ95MEhvmmF/Kq9cr7HsAnjnpqYielef8lW
17gwi2x8UPQLEiCQnxo0laNH0BIUICRxUzCMPK2juOIYPiOAk8vVGau1Z4xZHbzMNPaQhq0+Nk0t
6D44IviO1U8eIxSTS0AI91kNU85umvy+QdkfZ+NWDSI6qrrF0+jVNzNmIPxd6opOy6mfZPMYrHZ3
5DG4AbrxSN7Oa2tTl4A9Ok1+X+wUjllu2Piy2JEBHjR7cEf3bfUIHRkKxniE5Jif4Nx9tIwoaLGQ
Wzehsp6D2fU/0gMijLwxh5Ot3NMY1K+EjJkHu2mtG059Diz39QvJ5uPbNFa3ZRo9tW177BbG8YhJ
2oVpditWEMSRPqYalOOwvLLPPi9jAOJB7XRj1IewJ8SA2m2vfc10v3n0fPUdi0h22Zres1WNXwIG
2WM4r+l+rrK31Ja3obmKFzKD/LjlQEUnZRbfUr97iERwo9tago0A+JNbh1WbMOcqAYM9x7Gan31h
PBvjFNzZrrHsiUv7NGZh4ufkZzlaJG0n7kQgL5wuMA5NY14YQ9Md6OtecZQ+jnqkQHS6AxRKsMwL
wzU6CBJiid1Hv7f1kVlLlkY63fkTXkLve+fK6mAE2aPjppR1/nIZVhttccIF2TXRTdZvRshmbpJg
9dZ4CSZv71oznlAnmvfrEFIJf3WdEosu4lbCmnEd0s+NU8w6F4vf2he1a99EmaBwNsI0HrtoPanK
uwqMzWa0Vl+KaP4GFujoGTauT1dcR4W8yAvsi8RzkDXmiS9ZzwFcZlBYG0YvsGni0ttT9l07WAx3
YmJP6VXwLU39Huumfy+m6ane6K68GXEw2vbzYPA+DXkBDSLQp1lYsMaFfT/Zzt6MpruKrvh33NHQ
ssveP4gefl+rjJsiZ/csfA5rAf/AYUWhhnXbHoM84rS+QljrXazRmOJhY4+NubPX4LKYxzHBdfmB
YNeObl23jT2AhkqYiHgUEnDU4qwvg7bgbxZh9S2sdPUQGXxpjuJnEzzC6OAFFE3LriEl44+Oc0Xn
Oq1K9XXVGPdaPukxsg15BAcaBrtsnERxOQX4YO+HwOcBX1cUC0bBo+lgB1F60y6bkkobxLMSWU3V
29CP+WMn+d8dcRmbJxer33QalrY4yMC/H0Ta7o0hwngGAy4ZIszQYjWbC7uiRoq0HPdQZ5Pctcur
us8DPAOpsSsjN098D1gTX7Z3U4R4vQxeOLh9TAjaEpVsYfLD6uf5VZq1n9MIdMy9qdTCGq1lt9UV
nT1f6J4AuN2IPW9+AilbRBd5C8AMIzMFR4FxHnzX3VzkNlTNdV93skumCcJU0TgDrQAm0pH18qF9
9bDwSgXrNmp37CwJyUKfTQlxS4DChNvmfpqLoT9zY+5o3CSBHHZRawL38uR+ggHKSNpN6hI/R1eM
dZsdIOno8VByWZdg1d66cbnCBgMscDbvu2LBtNf5d1h5p4TRM3ii1EYJWhqfUQKxT8v6O8FhVhK0
iE++1cw7vkI6VdCsYDwugB5lVb0Wm4lgSP2QHkVFjTbjXVY53gX7STXbu+k7BqtKWx28yXhb2rm4
9VtNDzRyntFwWTl1lCW2R/vIcEidYAT/Qy6XazqSPVKLgyYTZFlSGQh2KazFfVrxlLplFsVTuay7
1FvGcxnmzqkmMTBITC9ddljdpuvSyMSlFU4lvGFVHpnP5E9189nBsromwQSPNiYtHLj91KdXrRum
N66qKJSwr3ycmFK+HMeofxwD74UepTzgmjaulrH/LuvygP2bNgCPpMFwKdQy238pNMhVZi8APSL6
6mMrooOl2qMOVh6jcOf686dySeWhmspsrzLm5vOlv4wM/9lDTQIZtxRPdc0LryhveQRanMO+yybo
yfxtkGl+sdRyYXAj0B1FnRpfZaF2PXwODjd9uWdj65pl7wubkDgqcLuLYi/Y7Ij9WnMD2nbwT2XG
97EvDOjde3uaSyaeGgY65L0lOU3DrqhqdhvX7VZ12fazA1gZq7ka43yBBpagveaS+e2yJYEI80u9
HOxseM5ggw97QxgOM1ECttp1aDS0A+gOWdk5gCd6bxaWYSY1MqI61OaaV3dGtjjWi3bM+SxJA2SY
AHGzbj/iBqaOZUS8FDdWZ25dMOr44Bu8zWkGCCOctLuIUAH7oyz19LXts2CkD2xXRYTdG8P+J/JY
su+zlTnoBnOuDFowAsQrvXsbV4EzpDraqQE1/0KnPkdCUHb+ZWOaQr51fThMu9kg7/W04msvsKQa
a/4BlYTjgk+aJSRDA16yI0V+SvG/J4RyuRcqhV2Mp5W+ulYj83fNoqf0xecClzk6TJihfo+jupnc
utSXqhTiSeed3rnMfey1OzXD5bKM+XxBtW7Fi3JCdbKF4bXnrI5qPjEGVrb9tjGwJnCJ1zAAzjsm
IJhRE3zpl9OVhUQPZ3SsU/vG85eRysQ21Hh2zLR+ikrPe4uKOkMk8FHDdyjAxbB3Fol4UK0LLfF4
cNeef8xdV/uuGItMnJFHeMomvLXsXQBgXxraWN6u9RmaSIq5s9wTclFnP0+ZNoKLRjG0sp/oVpAD
akXu/2PvTJYjRbJw/S69pwzcAYdtQERoTg05SLnBJKXEPDkzT38/qup2Z6p0U9Z2t125qhxEBDju
5/znH3Jiu7tMNyfxrGfjFr/QdQrKufW62yp1iUC1VMeGLRVyyINZkPhx5B0z+3TnDtNA1Elak9FH
yjfwbSPi1AirUbfGsarrqqIE6GP3EllHKs9mS6CijsHHihAfXJcqmJ1D/5BjP3H6JAYhpBHeRBe5
JMSPPs+Pv9p9ZT32Htvvrq4i/cVLi6UMORrK6STS0a3Z41mFl4QCUJ6ctTtBuLBaPzw5et3RnBdz
jAPSNGlZdu0yLOcrvnpXRs8heOQVc6ezuo/QG8yekR2ZAXrjV6PrzSbMMkAhhtpTw2FbLrTHMkMY
UPRNpwLb6ODRdpbDqDu6r0sPkjKD6dO0gMXbb2cONPqSbpbgTrydchgQmb/HsXA+6eTW3gn4Dd4q
zWvVmvk1s8MxKCYYLDvdREiOelO0D/4UWdfgY/ZDhPMUfRPr0xogmBLyGzFe5+UjYMcv77Eczj5Z
KZO4wOyNghJL92MIugrHLoEf9OiTkrkgATUlE0TV+ycttThj0YaAYN3OqmNiiaF7mKzLcA707+5i
0bUHP5p70tUZQjO9YhDnn42+VxVhw4TqM776j30u3MsUj9dDG1l+MHj21SrGYV/wAKp4uBSZmnZZ
kt0wCsFhNkPDWKphJuyW8J1POs5elzbrQhXXuX9YmiTGpoS44rbFEXYcBdob0Izh0bDtIfgTovkf
WvUvD6Ll/xusOj4+1dXPSNX21/8CqiCtwbslumULq0DtIf4Nvnt/QFYDaQJBB0iHowvA/jdQRaCL
Bf0UTw9Uqlvi4X9gKvmHj9qT6RnWWBhJmeBK/x9pL6aN1Zm5cd2gBMG4fgNSdfZYlBwoTMz8+g7o
1Lsca9F+4HzFp/2Js+qZiOhNboCFfy6MSzzff0XC+gYdR0mf41kNTndthTiROG9gg0jvf7rr13/x
YH8ORfl1kPD3lRhW4ByG6hY64K9X8lJINDNjVJr5KBRUJDs9L3P4+4u883W2YBfEsBQY2Ii+oY7H
jqdbDfTupKo9wY0t/tQtYPUelrof6ej/kiL/h+/LN0I8j3HMpm/DSoZ5y6/fyEjpXZMCjwwY+MNJ
k5hMmx0bjH5XJUvXk3k+lpz3IsPzM1+l/42ZTm9sdWlZUdOy02xp3V278+K+LQLUWogHfUJc1zt/
SE25jxZZjkFWV0JgXdvln/JJCn3sTRk/s0X58Z7xNdwHo1b1N58aEz/Eaa4sHLgM9zNzzfRqVWmR
7aIGVYs71MkUdFgKfLc8os2DKurs7Kj0mn/qcf1uj1NStC1EFwe4qOtl+90o8/ZVx6XZXNgC6UkI
h6Lrj6XR+m4wTpX3vUPeRgNBonkeAlIy3tC6V8/Kr1QRjCKCJjbnfgHLMVfLw9yZ433S2YpMiSxi
Kq2LkbvjVVsodK9keTbSOEyHSJndS5VPZbQvONCexiiav81TWb6iPXIu2zqfUgSVyXA7z95KYG8s
YmDA2qZD8bvUufdKMM1grWrjqRtawAjKmy9R72iSyO3IQnM3MPtFmI1hL/hXRtMeWknZ35ce8hgE
bNz3ysub74g7qluh4wLQpp+yi9KwvDyYbIXTTQ8T517zZj5VXZo+8fYMj8niO9kuW2uUYSCtzbgp
/bpHMkjWIlgtnpNpEFlNzQc1KvQkWCc/uJ0eNo9E51gy+Kd0w0jogam/vBKyYyqsY1rFUYA87kQ7
5t9m4S0t5e78aW2mpMaOt8/vqkGLlnTL0v5qASsZHJxL+5T6fk/uZTF9bXMjAqpzl/QZikt31+Hc
XRzEQmq7zicEsPPsFuYuX+P5wvNnNw4tNqBulzSz+QL+mD2PiAMzOG4YAu3MUcdw1QT93mBXncEk
yhvzY1Rl1hnVEdHVfp8aF4UoIjPI06qxgtnvI/IwSqe66U3SiIJi1TIKB70IBRAfVyO0g7Vcb+YV
OVBVWuP3fFLJE9zHWN16Oo3vBxdZHnLVjZDDzI0s78WAmL5rB3Oy+H1Rr/uxzSEWjr2O9G7OrOa5
azsJOpmq4R6D+3rYCTXB3qj7agoQghcrFJG5BVhVtcp2ZmbkV8Zqbnqa3gUAKea1vCULLrmIoPgJ
ZLeODYrmoQnEejtfvo9ZCi2zwOpLUn87OQ1nVCB8L7hiscdko/lhJZ2J+ytR6OiRB2OyySMd6i+a
8eOXnJ2fut90kx+DTUVElFGiHkrZujdCS8sO6kLRsvNhcgSB2tc3JtJ5cY6LB2qRPrfyZl/MJuvf
bKBnUz9LdOO+XToPHXZrz17nltcLKEodLnXDuvG72EBfnJkK+oYvQVakGyWQgup5BLqe6p5hm9k9
zyygW5mJe0h2PK28H6YriHzLizemrCR6v3wKcCjFON/PI28PcagaQvgscA2Q1Q5G2Eaz/VWzdX7X
EYaHO2eQUxumBkYdp74bVY9pucTGrnNlxIqKF50dGHBAdZaRrIAYkibD77xZtM3oWC6XAH89X9M2
SN2OjfKLNDL+gmVmtIgd0GwZxnEiX1eLpTL7wNg7v3Y7drQ0MshSL/yk21NLM8xeHfZtgVrjNuYL
5AeYyGvgUeWhEitEHtoQ7hTTWXuKkKLX2XyQTuqQIrl4uQdM6BBaPmZCTjsX6h9DE2t6sCBfzwFV
P5+JGfSEHrbpBZtZUefXTmQZ9okw0U75aWPSeBdzjPjb0eUZimCzxmDH0k2YMkwhBw06EeEqo/Oq
Ihjbsj1dmMbI/WipijH6NJv+zlpa51qPJdFi0arTZ5vVmkL2G6CoFIlXlKRuD3IMINYwb0oGP3ko
Grz4zubKiV9wAHQQdzrZeG0XZTaGcYZZZOARlHU30N/Db/bsdtlvjj/2SV75oGhyrv00SOVCQmhu
jd1zRHZWQlrKIMtQFg2bbwcZ5sSvYuHv0qlK2xA3B/tbZVcxqn+lxjBJDfNliOoWpxbLNkn1ViD/
3pKQKKVEaYKD9fLEWEV7mtuVh/TScpOLUSdgMjJiqjI4xWczL/wno3U0B9mMywO9ScwoSPfxpVN6
3RWYWCMJIIHJtq+9tJW4eSYpLDxdpF8M1ZhPU53Ot7Y16TLglDfyY9316XUJO6sO7EXo5yafrG9x
MjLH7icjyph0t1kGwW7UOfFSqn0y2dv2xeBJkFER1U8VWvSbWpsSFo62rjkWgKobbYJ0zOIgDIWX
Pz9/gYeYjNjQuv2gmbpMsDwnd1vnseaQaTOnanj/qu5z1JXJrV8683LQQqofOQRaN7CawrVCRTx6
vJeK/WtnW40+M1LCdIIYeB1UDrK8DLTovZk+MNGnPYvvqeVu9FhNEIC0G6VaT5RI3ZQBHaOiyt/i
2q0qhV+HYwmqcos3kmSf9g7vAPWYti0tIA3qdNnYLpwjwxa9g59dVp5y9nbHEuJIhcY5W7+xNq3H
Gj6SAXXe4gDJhiXvj9IaWU5mVULq8pqsf1iXnJphWVJ2gFSPUJMq354/Kbu3ywsM9VfOFLHgv9G0
fvvgsPjygwKyu1mwIn1NTNlcDRwUrCPevjjwxzj9Lvrt/chsObihZcaattU16m+tmdkv3Wj3t8aK
KuvEbmLnkMoy6kK4HfC0ZxJCCkCakdOBmaP7JZ46uw/MSg2oEGFIIhXQ89AcFPZCJY3/wveaqCp9
MPhYX4CLbFEiBo4n7EQY3HNPsecC/hr71QcXjyf4KBW66hxIyy7G885q6UhP29ixb4RqJzaSZuiz
ICumtKCsi4G12OHbpxEsrDBWovM8pjac0msxwjEdk5REO2bb+Xk1ysk91Xh+AIOq2pL7fkrH6ywW
oj4OuFIa5/PiQ1KcJ2XAZ2njddqR+6U/NylVKIwwmD8g9/is9FNZJYwkAHmaSsw5zilEPexIF2Ce
oIeNbYZSfH6qjEm44cKc+IxwE8bhKTj+sLPdPLUDfwD2OQAdtJLjxBA3ohN9fMDdf9G7bib1/roX
LpVR1y6cYOYqPFQIphoPaY+UJMxiRKhXiYI9FC5zR3k3zJZbXMGGnB91Vrdi53A6FmFuSJWAWnjj
Dy1sOn+o17O3s3uJOjqx0edw1G+ffCB/vGV5jW4SMHYYz+y57n5s7niwbtwaS5o8NqySPA2bYyfu
dDcF2jfHJjA61+2CuWcnxvLAPJ0KMN+wnBRYJgTgpr1ZmZJ0l/0oQTugP0kfKwFzPClGEEesP41m
zMNiRCaM778rnxTcT7UXcINtQGNfdPBbHLILPwEQicPgkyN2Wi5jzuuRuJxDa9pXZ9LPZkPv88Hs
y0OKnZ3FxiNG+yRy4z5qwi72qyFQyJvLsKaycB+thJZgF0V9G3E6m3HlPgGDQLemytvKJgPFi3sF
awm42YqK5t6KSM/bLyYg59doqufmMYUT3l4TDtSq60bY0JvNJuYk1iUKzL/d/v8HTvxri5v7DTiR
PFa/yPC2v/43OPEHQjvYf+AQ5mZ3t+m6/2LRGPIPQQFhIcXzMKyGoPcfdMKy/sAFygObAKBAEu7w
r/5m0dh/KHvTh295fg7Qhf9fMQPxvPkFOmD2KoEZ8bJEys8nxVj91/aXDWMsEv8xaWovo0swCc9w
a1eQiyRT44tuhXEBHdVUuxl+fhQgAhiZgDIIi2Ge1s1pmUgHE5CWqXjA+y8fBP6b2YlO4KqdWavO
QHITlxkQfUzehz1ns7yOytYZzwgx8lHt0LzNFjS3NKvOO8BLSNXxwpiIoPF8PI9GYHWQu6EP06TG
xYFpHD9NVllmnhZkrIxnMnZ4u/md/jPns3WTIFfoQ8DQFzaoJr4wln6wgqidEyLZ576FTScHahSY
Rf05mEKTn6xQz53HYlkX82ptGdWfeP5odLBrmrKhl5ZDHWTCGl89baqWUUw6woJhMipPhogbE6pa
AliUTuHmp2yxCaZqSTGGCgrEsVEj2KK3qn6zH6mIs8zI0aLtLyjWcAEZ6CTpfN0LyJmy22F947xU
VmWc4zniip1B0ewG7B4tIjxzdb7QtNi4r3RWc1a7beZzEo9+feLk7WzuAVNb3LzS8tHMxFgEUJTc
Y8wketg58VLe+uu00j5TRTPSTuz8i8ys7MWG0FCHBnLTS8ra8kapZoA1uOJ0hemSk+iLeY2N9hDD
znihZ2iNoOhc44sR9UnMT/PMLvAnU7NuRKGcY1K3qROYfqSPhmvl1qGK/Ahfs97un+zMppts6kzd
mVY2I0tIBVPTKAa/DfxajOV+VaWKTsaFkIydhA4UOnaHZ5Qd2/qpLyVqvJXn0gdwJfKHZa3L7xAB
EsbPsocijjOQxDBopoGqzAR+JdURGx/WVuOhMqzpNJqzaQll5dhDmOaV8Uk4GqYICryEjZSVdc4Y
LRXUEkmanOaNnaIbGAc+ambgObqzEsMQtKv1CB8bzaARrHlVpnAqh+R6Xf3sSY5p2p3GeFy+jJ5v
rwHCwP7JjZbqXkt36PaGbyRlOJlJxPEMMea86db6qYRmycFPBXdjpl6mAmNx0pfBbdwrRjZxsc+t
cm5A0O15DZfR05DFAXZ+GL2CxjkuCikFUP6cB1JO6otiZjujOxqhTEQ57KJz9F3Wt4IMsavaloRN
IieA1aBjossYyw75XaM7h4Fc4tbNkVnWuTs63ZOc4IAGMaXrPbyajYjVu8tKX96kIN+9lq8QZTih
PTNRA9iDDU9jBpXFeJ0pUHKciDn9kRL9zqfzGSvsuqUAuRrzvlfBGHVxs7PcIX6FUGaAsQOg9yhC
Sh5oanbtRRQ5q3mMpb8mp0yjozzo2jrikcT+uNC1Ys9wrPWo71bGkFv90AnvEI22CbO5dynf7HzF
IiX30x9FhjXUTtv5VB9033hFkGt72uu2nikFx8g4s5iWvUZxGo2YQlbiR6Rklt+liZpelUqn16Q1
OwWzy6inEMNVkkWGyrPuvdxW984wjXWgc8v7qimGnf1kYq1nOxn+WrWGerDiO/SaomRMD9Eq/MfF
7SGzKcq1AUah7V+6GDC/yA7+7W3UCO6Ly5IsGF875VnZmuu6H+LZgFjCYzlFJ8tmUyKVo9dHcPJ9
Ncj3aIA5l68xeXD3einMMVzHTZ1FAH0WdGvkBgobukligwVR+1j481yeVGXj6tteCnd5KMYob888
aapTdg3ERk6tiO106pr6sl5r9U1FwiuupIK7ezCKyHvNO+RvQCK9szAuXuWllafGePTy1H+yxORV
h9hNFsRcetKfLFzO0p32s+oQQWvDdHCEzMJyTNjTKi62S1cgQE4Xo7/2EIjIQDEeQ9bn9Esf5MO8
VKHp5B4jKT02U0gx6n7GvIthz9i38ad0jCYvkHOkbysDSz9G5hiG7bPWqOHGFYUNQ6GafabYjhBB
0q/tZkfVVSpMQYubAPEHhONoEmUZZEykPmeeyv0AnWBOm0KOzVXhRNOfz72+GHDySllKZfuDwwCD
yNRyYvyI6wzVmxPrvAsEG816wKGYMTbYxEK30Shgy5p4Gjf0jTrijYbPhbrK6jJ1LzyjZZdUttFf
jryYcBlxyLFOu2HBPW2qy0wGOeyUAmJWi59WZBAqM2Sw1c8nexm/KQFnMIDZUXjwDq0EWbnZZM/u
lMa1tUNtFTcXI8oV6+uclxnuo4APWwAhRjs3DW6K5ibAsduwSMf+28rob4JRUdOk7Uh9N2Zs46eo
2UmwqgvIKGzLUsbJd5wcmXQWViNu4n5aXmcvh9FoJ9T7EJ4gDX0HmxAnFk3VcFVZhpXfz3ws+bmw
DKBrhvGODCHTDcu+jj350jYzfLPJcY+pO2c37rpR573JGTpooPZF+a3qpQ0zCrHL507hEgKS6s3p
hWbPbSCqtEmFpsaL/F1trfNrVEg+up1NGDIJiekZ42jqNaxEMqj7FnPJbzW+x09dAniIZv+78pbq
Gt2pakjtKfRdlLSNcWE0oFLBFHnVfQtIv9YBuWAwqEMr6obpdS3M/knQVl/1vcjWk6m13YsYeM7c
lRU6BC6qo79TYv9Xdf8LB9nflt1DWr38Unf/+Q/+1uSoP/A32dxhLfybmOx4/+avbyR1k3RG2OPW
VoHLzW3l/2pyxB+w1kk3NUnos+GpMw76u/JWWynP7/Ifkzb+5L+ir7/x5MZgZ/tJrulJnOo9Cdz+
a+Gd9XMM4pZcGmyKj3MxwlLSWxnNsUYmQ2impX3tWJ2owwiQe4BRI4b11I3n7MXxhnI5zftuqj6Y
vG3V/n+GYX99KEu6tmBYiVG/+2aQWJZVa4q5uFyXpbkrCTt7aKal8PF7i/Lv6A2nL/5U+PcMrKyP
wo63H/2PS2NWws2gFXLUm/tRTMKIRpVdVk1mHGiFnQsGR8yHRGpe94uVPP20VN4ZZL53ObooyDdC
OK56GxYky5m0oiLDibVAkpkkunzG2bL6Hnk1ThvUnz9+f723fdb2uH++Hh3dz2IFmRmuHrieJVaw
mdxsTt22M49exv/+/kq/jmj/eoZ8J1o5NF9Qid5MT5NUNxAdczzlqv6SOUh5miXL+EHyzXsLRbh/
+WuROfv2IkaXARB16WWNAgtWTWa9wuwDQsNf/VQAWEAqc6dQF6744NttA+a3ywSbpG089efb++Y+
djn0S+xeL2OBmX7QYPF1kPkU33qr491W8zCez4UPcyl3jdsImOm/yzX5++7ivM4S3aK/N7LBz8/R
V3oBGuL6eU3YPfa8R9RoH/mgv7M4ccVhj/EUV/HeukHnjoevRZ1cpl7qPA/mYhwtc81uoNQll6LR
/fXvV8x7exF5I3iV4z3HRd8qaazRFH7hxJeEDtdnk2WKMHbxKu/n1fhcmzJCS2LMDz546XFxGciY
Q252B8W7oxC5ef7h95/nnXeFd3L7xTqWZC7+eo/HauRliuLLfigsWEmFHUZDx+Hp1+NfdBpcn+KX
+p1d4J0rYXeEgAgjCx+PuO1d+klCNGhq/JKU7BFs817OaXaKeaV7mJgSnPz+O/35RrxZuMSgAQBx
3sBpeJsEWJJ7FqlMXqTkyiKWK7vvsHC9p8ZH1HI2EWrxVUVJtinMy/wxgnQ8Y+DaTB/EIr7z+uD+
x7e18W8kOPXNrUV1zWTCtS5EMyzFzqFyCppksC+blQEk3Mn1ciEb9Ou6FOVpiar8A3O1dxa2TfgQ
fAu81Dlgt+fx0/0u4TyqUcoLaMzeiVj8HheYRDHjWvQhsqr49L+/6dR7ElkXMJvJYfvr9QbfhuXu
iwvbcqnyS4wgStTvPt6lVNADBDQ5X+jEG75h0mCdGFElv+ms/yip9r2b/vOneLPK2O0jNTTiQs99
80ngDXIFb0IC3wr3xnQ686YiXva41H5z7PEa+WDlvXMekBpnOiQqYFEIdPjrPaCfbWa1WhfKhvkw
5kN8LFs8nXe/v9XvvEn2X6gkENtfYObPT7af4I00jXVhRGa/j5xRHPukNIPOqvoPPCzfBOL8uQUT
mojOGmfHP1HLX7+QitfRcEbrwq/WDAJLsuCFocB5DgbcSYiYSawvwcCn01QsIqxsbBocBhzmriqd
9jMBy/UVBB+JNGZikg/2430UGPzO6YhpATYpuPlt1Kw3y86rusSwnfmCmd5yMWE4sLcqv7gW6eQe
cTOfb1el45eoVs1HC357f3/dZYBzbVLvKHA5IN+Ge6EmNsbWcM+NJc0/ReSOIOO1McoacZkwnWIK
EgWpPnUZ90fYCN/MNJKnzYjxTMNZuYS/XxTvbHrIPUlyI3BdSkrK7Ub99L7LeZhq0tTORw1LP1ry
4TIuU/8uLRsRuiqJb7VSw4lvLcAU1oQWc3DGrx98BmD0t7cE0gYBfdSzkhHrm4eRJe3q15U6Z67X
XdIMqgsRR9EV9uSQSB1V3WIZnp7g7OOfybTSQCWyAq9BY/7BB/nnK/LnnYBTyM2AXv/mRQTmlqM1
2OdR2WU/ItdpQmzhTknICCGIAeW1ygcz7HV7go4+fUWqOt57TVvBaZLraYLXKnkdtr7ypg8znP5c
F2/WjeBo2lolQdX4lteH6XrJ/ZPnjmCSy/AvcdBhLPapGObhsi0fI3MtgLBxBLPnkbyFIRLwnszh
nOYkaTdTsIVO7d8jlHeO5neKEvw4pAXPkI+lGJD8unZiu5+NfDHP5ZAO0U6qsrnGqVrjVUvVETdN
cbv4nQ6GoXtMxLw5OdX+aTTWy02iIZB8UJP8cw/fPg0Rj0xekBs7b2iCDUxzQEB5HjPwPmqFfnKn
Z/I6hhmjn7Xum88Y8+CzZzfVlSE5YH5/N969vEPEzpbz6OIa8evNAFqzVTeJ83iM7cOS+Bqu52CS
0ORvFiTVNNzoITaPzCUf8IqzPzhC3l8eXNgjoYRa8O05mlb2YBbKOs/QYJ4ATKVHaGTqoJzCvEEd
a323Zk+/+GXCVpybaXQ6+8WpyjxsZLk/YVn6/QcNyHa/f12wTL+4GZuLMVXr252lGR206SI77yZp
6B0Oc6xVkiIQROex3SHxcAEcabn8D2rlf56mjkWdzEbCbbCYm/36IIxksnNmMece+Ya3/ZQsR+DC
/On3T/udI46r4BVisX1yz9/WSU4KF79dk/MWH8WXtV3u8mb5oUsjD9goUr6dsg8FSwIfyigNo3zG
5tiEeDDXGbF6rjUnjzEuG9DUTX//+8/2z7ONj4bG36dgJpDWf7OdFhHUFc1H4/6Ik7m2yqsSP51D
NIs48CpsM5Y6qgJe2Q/28X8+cHIDqVsFF4ed/da6Ou8h71Wlcea5uVeEc+3pHvs4eEE45cCgYLxT
0SOIKZ4/avn+XEu/rjUaXeatitqdg/XtV4axIQHSk/PUzssL2TJtL6cU4XaG3QXueQH4bLtH6n0T
j617PhG4cHCMpTsYG9moIbniWhNUFPRpl91Vy3TAF6S/XS1HXyqJXCRh3qfN4fMwZRL5d5TtK9gy
gSbCZj9L/8aqzQszyowPDud/1uKYJ0jYz1u1QD+7rfSfzmbMwQp2VnUm2qo8cQutvXBNInnUTuvX
eyIN45vfr5x/vjrbBcnCYv+k63rr5s6yKcVqu2ezgvMcY6l2yMGPPzhl3/lWvJ8mVHvT2TqcN+8n
5KVmNTLnDIpvdD0qe0uCqAijWCwLERXwr3H3+2/1z1NdUeiRjMarum3N25//dBvhN2tKD33WM7MO
fQJF9kViuQdSEsQHX0392ff/vBABqih5AQ15bnzBt6a5LRLVOStcmCe53R+gHZER1sVm9c2s3KUK
vHR0GBmRUvpNYIYmmZIaWuwhyo7V6aYWuxQMoJKdYzC3Nqd8FScdNLkkWGHODvsBh8BPeLalkA6J
cTkWyp+j07Jb6h9DvZYvxsw07m5B7LoG9tAwtujaQn6ddJFfjLL3n+HoLkmocNl9tGZbQQYXbo/v
qUde0x7QvHjWzUDMFAkjwwTPyMqu0PKs5GEksLAPAlZWHui5dPaMTI04qHEGfMZsb73AG2fqwsqT
GqNYzKQjzl2o1rgVEEfEUNxDRtrI4bnAbOG1Ldb5PGdqxfywnnIs7ouheO0a6Olhwiz9BYZwdkuH
ar521SxuMJeFs5c0Wk2YOlrWU9VbRRwaOUkZeOgV7mMGIwLFoWFG3+0SJyUUXcjqSc4xM8y57Pxm
KAqsUYmUNz4DAojkGDHbb3YZjqnzOQ5CNVQk5OnpDtkpY9eRV5sELcZNj4gdkabGLSr4KRb9i6bx
+dIzAIt2yez6rF50+uNeVUVvHWH+Zu6hSPQ3MQzVGPpWP7WHLInbdo8zZ7LuBAymkRSYDAdU4eoU
yzh4xq8Yfuozcyzce13l/YTwMq49MkAq/kndrT65GSkhozurjxtSeUgxPa8NaEvhANzbBb1ZjGvA
ZLDFcR2KG01TlUy7pIKRtusqDsQQedh00nUltsJ9myRGSFxyWQdO60SfSj3ikoEhOVTS3EjFtR2V
RnKEOD2d9ZmGUGItSxsHLlxGb5c3ms/DmLWI91CjnC0BJG/mg4NQnBmddLsMZW9SHRMj954dhqn2
lufBuuowvR13flGNX3kRSGWaTQdJte/ort9LbS+nspPlA9WVaHbsPdHmlcJDIU7HGHZluuSng1D6
K9si2U3xMsvPZWUlaB3aGeJWN8sfbsWBu3OS1r7VBcb2YdTXyBHLdYF7z8JcN6yqcnLW5+LcTbCc
H7wEf8T9kCd4xTRuMZ0XXlvgUpDSMe8QvLU5Om3tp2dp4kMDTvKMIYDRDXgiY7WHwhmK9/LcuCka
k7YsCN6BEmsd0wkD3V2j1hJqIQlEfhjXa2MGFio7IrtYQsM5Tr51esTThRLdF6THHiGFoXsmqQti
c6QhfXCUodsMGuW5RVCU5YAlytIjrs6b2selMM7HJxcfEaxHCDb4jgECtlvWwoF4YJQfX9iTucKq
cTefYaePHiK/zL1dDFX4E353kNQgU+LLGOPbdyELH+b4BHO5PcWzQ57MGncEXtLS9w4zRHgLZ4cc
a+ia5ztibmBGT7YbZ81e5mT4hLHuMF9GP03Ws6ib/iHyvKz/pPp4usXIWSDpjBha7iT3MAYN8KKv
VZMjQm/zjarcT2ZDxhUKzJzx7oCjsW4l5VOxIqHdpY1nkqiGGnEbqps1RrWdq8o956T/3GBtZSMP
jDx02I0qPexgG9joxE9NuPFhVILaIGPDsbHbeopbG/ttFLfZMyYluD+YrfdZZnYO35vFaO5qogzK
owUHQMM9cMcOYU1MrJE1NN2dizxCh4UGHYCf4WUSjAyCwL5oh40s0Gw1dpqK4Us65E4eWFNdYUKU
Z5Qlg1UtV2tprF9QNrDnxKMoT+KsXj1ausl4VantLOhe3NQiAHA2brJoprdykbs4Af7B9roj33C8
HBYDX9W2qesbV3Zo7tXskxVgjdODIwi54U45OE+jjPzCAyA8C6nPnUgLQwZeWY1LUMaVWe8xzrSz
vYd7TLsjNqXzYYVYSYWsO1V3Pg3tpt5njhB0CBQuXOmsDz6kAgbkGLQNOzkSGL7LHWs1cd9uzDis
06nFt3j0oEguNgcKfgeR/OF4U3opsypzgoVv2Jw4xprcCVs237p0FU+jWc/PsyoHFwU7igNF93pt
Z9r/aqANuIplhOgjLivD3cNvc/GhtmOUQWk59jgKLa3THPp0QmcOV7RgUu7zZHxFmF2gG5tWjAwa
C+E6L+t17Ymec68vppPUl9k3YY/WCzhsdF0wSINbZ87ubR2xlwXEzRPYSqlrXhQZTw4qz5qqI6V9
g8R+WjkicTOJ4nA1zfYVchX+Lmy7UJQnYQ3ZHvaKC38J/hH8exZlHTaDxuCnc5zp3p8619njO6yK
UxMY6B6eWD6GvFf4PODf4OrzBSeIz4uhnL3RDjI5FlMJK6GAvuRv1jbFF9QBfr1D6Od+Mg0MGYKh
bGJ407PZW4FbKm8ISg/Vwc4eFuuCigW0PjNmIhinBW154MAbg1hgRDrf2fNUv8wMbSq4ERy3wbLa
mIAojFLH02bOq7M1o4qw2Os+pRNjlRcHxtWJxWEzwOIyq+Fshp+SB7jL1W2A5Y/3Sdt1CkdLxuzm
mK/I7/amdAuphJjLtxWqrDDP3PEh1+7/Ye88kiTH1uy8lWc94Qhl0GLQPXCH6/DQegILCX2hxcW6
uANujB9Q+YqVyWY9FmdtxlmJjMgId/gV/znnO/Fh0CntxiBmEDqiJEm5FUDn8DDqevpJywAoKQyO
YDdpy3JcHEJajdnRyLtbbt1T4vOXZ8oaMlj+0dj9OGxNp+6b8yAtaRzCzLP3ospAt6OtmsaG8bn1
AVA8vGwnu/wY4jqtVrOX48bMHeW9MLywZ5oizByqe0mcre082lE1M8OvLiFCsOB4yZ1ht+NlzgKP
nsVhnf2ga+e4XUAcngqBTD2qNd4Y6NrOoDzlhTWmOzWIvO4QDCUcZiHgKmINChTzrLH+cCCU3Cqu
KX4A3mEA/8OWjkkvAkrAE9WDMwZ8uklLYtxgkHk0V2OGsZzcCUPzDTi+7tEuAg4VfRWXjNEQpDaZ
bdXPTaUlgR86Tphsa8eOnuhBaOihc2cbjOh1oj2UFMbfndHKW5gTtUvLQ0bO0LRq+6YPSNbRjBCm
oGJkTq2dblGTsCpyDIKsKElibnsn1DgMuYb1HClxhEfUdu+mKZR39Mpb9wbgQuugiJIRDNcuD6u/
GpTxxm3H3loTASlPrZpg6HcI5D2ZMpVfVj20YLt6w7ofm2i8B/dqxCtmmCx9kx448JPBOF+BSteG
rZfD87+trDocWJGsdj5dwbZdD8ZEXieEBk3U0AGTtZ0P1GeFE0K5HhMMOsDJ6v7GoYbglcQlDlhv
Ms+ubtGyoGVttOMMz3IyDA3+W9NQ9UvFo1N+G1ReSuaO//IKkLoe/WiE9LABom+d8YkO144TeNYh
Uc0Gh8og8xtyCc6O9SUWu0SW5rQJA9skNapHJhj5wgy+gkjNb8vMiTalKSpq2EI3xWkwTGyRBisn
udJYye21mUhAHF7HBroq0ORBCKRTfZjyVom2pNs0baNTETdxyu28bw1ijbumIzNP/bzoeQ+ll7fa
2aOpNNyWnhnapDBbkxKObqJuXE6BdSfg/T+UEV+1pZpT0O8GveClj6BXr8zGqfITVCo5res2hhPT
wYz/BCuTvLXxmAPvdXh7GHO4eBMTFlDiokMotvjDGP30JV5ilm23gGLTYssr4EBRNGRP+b1a5XjU
8G1mcCx7BtIb1Q7CJ6h+2hkBeXod3TGd0Q3G0c066PilPkjiO+AV1kXfdDt7TEEDaOVUcf6RvdxB
gMuDvdE3932ReDuGUbm2jlNOWzuj1pWN4OxlnEdeHKBESQzUL7bcC3Zd6P7YG0mgkiJsOw5DSZ/j
okPZKCh1q/t7YRKhmInoIJFBzbTvOQz1F5kJeZvzfGXkfVpMl8oIt8P3KtHaexZZEj+N1NR0PSVZ
dUKDCZSVx8CZB0GWNazU0Rw/aZ7jyYjMZjxPIb/Mpmya/sVguKisEi3UP0eJtWtNWUi5LSuJXZeK
6OAON2qBP7OR6SWadPbtgEMffHoQzOdCt/poQ5gaQ1moFQIWP1buAUIs/rF97aSuxt2qaqIVtCoP
1F1ZwXBRsrFinogpGxYM6WZzrXQWBs0oUuWFqVJ45ee4odNtABg6pL8wyH2rSsIvSk2dfs0ObLd+
1irjs10nnblzBjX4zrReP1iGJG4pWJVeZlniMmrJKB14F4YNqzzm60jXx0ev5lPeZE1+BWi5o+5y
aM2d2RXm5E8jjty1DFs43oarZHdUuTje3qlcSP8GIZTzlKqeu+ZISM6krySgCLS196huCG+ZZUG0
xovweKwac/ane9qMlxogVgPuy5XrTicjt6pC7jk+1x68Y2mtdNtaalhg8YgMoFeF57wI/stZDlVz
S+Zbu85AWyAD6ASEVzjrvOemYwHZlk3raKt+LKDRlHaU40gOO+UZDxNR0Yh6GGM7GGr+Tduqcl8l
ICgpkSVUzikKrvGqsrJ4PpvOqWiPJokR/3BG1JmCl7zYAFnv+q1C5Pdo1ei129rqOEhjGwQMnHNY
nY+CJqfvRkRWf65pYhmosB4nb007svdq6rWgFi0PypTdRilgYxPqn6O/MTEvtS4vJ1Z+ZTVSVjit
i1GRL3iKyftlBIGK7UC56z1A5bqmCFEPH5bxzf93z/3bTIH4Q3Dx39q3f3yB+2nl5Vv+9e//tuve
Pr+yoiu//kzVmL/mh3/O1n5D64AlMVc+OQgxSI0/kiv8LxfflIdjBLWIWTCTvn/65+zfLBV9C3/B
PB/my/7wz+G6Q4bDa8GgA1HQMv+Wf+6XOR/oWc7vjMMQtfmLGCv+PHazSTB60ug7f8y1p4AgJRbi
NgYm1IwcLZR/Ib/8yppd/joL5Qf8MHNg69dhKZGyoMhTvfVrajxXRHPcdgN5ZHgNYSQdp6EhnIFj
H8K7FTrRZ9HJUuxLkt8HNYVCB+QsViMo8p3+UutZto9FoNz2BYBTFlxJelB0Ov5Xg8DpOuFX3nGu
rHdOaKnbLKhcHVJkfETfEMcs0/X7yMpLzhett8ZWTxxizNWDhG4H/9oKoJpKy2EujgQSrhhNAOuS
QZ/eDFHEoIzFK/lXk91Zi/vTYHJ5eUCl8JC4sznrV1uJAtlBE9P88uC8fRV1Xj7Yg21pG0hoxloH
1ctccoQiDeNHeeWfoEzrJhy2lSJar1mlScQAYUp4CZwRFLdDcIBNrSkooilzbq8peYp1S32txCQ+
zbfXiiN1nPSkovuJ0lMYwNpnMxOl4O169hELjzxkBHGrVSvYGQGn5ivHTtyTGnNiGqShXBR9Tu+4
M/GdnAF6NoW2WniDmzl95iC8moJYrf/F0F37RcibXym4D0xTUFsXg8DPz+001VkJaLHx1ZF6lp41
nYx2SFGvEroukzstKS+sqsHxBWuV7jxae7tws3gp9FjTT0IbxzsmGdZOwUjCjAInB+3mj/j8MHY0
Y7b506rwn8mwfGB/fWuJHph8wnTENvyZP//AWehAHNez1heCHZUfmmDO6D0zvcIKblrklbQ+JlWu
Rr6IpxbcLHEMII39+a9/kF/Ug/mF8xyXF4+ZPk+ax3L05zl7m1lTnFph609ta2wsBQON0BrnX70/
87f55Unm+9u8BXyGMVDML8efxvlJAmg+A7fup+Gcdrc4ebtjrfnZrCqCUxn3cIhssr0ezdxTGBzT
hiOPVdjhWsugRf71Lz0XB/zy4+DKA7NNg6pNWan6y49j5YFwOP83jK1kdaEXWXkIjULHx2GRNubm
lt/gz6NYWuRt+Zbo01HSpnuam0KvHJ3ANrMSsU347hH5FhGch64G7PbXP+Uv0hxvDfYKi7EppgbH
AnT082tGpM7RGWY2/jTYup958XnSxLG1B/VI/VE7tT9MoH9r0/7LMsefax/7r5oY/tc/aH1s/rHt
xCfXhEL8FyiAZMP50zvxv+3h6//x39uvf3z+t0NfxPVP+/jyhT82cqjrnu4hO2BBnm0npvXHRu4C
a9cW1hWoK81AwPpfG7lK0BTHMsogXvB5k/9jIzd/w3pFowRfCkML7/TfAmSh2f/8jCNpWZhOTfQs
D4ELx+fPj0+SkdXJKsl4KQjb+zEIgc6sO+A7JDtaR83jlSxtpX6x6e6OXzvGt/ptE3a6rA9qWGl5
iwsCOq77OVZUJAXbqCyt4nPIDfA053HOakxBnQAXWCIcsRjru2oJdhBKFNe93jOx5XD9Tjcyg4vI
IRDSL+GQLmZmt+I0S2gkYMZOumnOknhLrIQfmYhJs8RNzCV6kpo5p3Z3TqT03QQSMq9Yv/lQ5LM8
T4aOjyoch3KOt1BY18tNhG3B8HlRtPRKLmmYYknG6EtKJiw8bY9BOH+1fo/RENkiUxPN8ZpIaAhX
2UTmZiJ1+GpWyhyQnEM57pLPsYHy0UKf0tUwF2HYVn8xTOyGvmbjR/RH+ErTDUjMmAldE1IL4QCn
1B71LmayE5fGPPYhnmpE7KzMu7f2kioys3B4AiFspieZRlQRqaRwHjNMZJlPD08KsGJJKSHNONoB
7iTpJQx9JJm4Q5FqypeEk7GkncqKXP0aLgwpKKtAAuRCM6ejWAtJSjGoIzVlLwkqrTQYIyVLsmoe
Dwm/p+WIaF7YxdsOZslFviSyiMRirVxyWkaG2LCmuKW9h3JAksuY7CpdM9kqpkuFAce9Y47cJoNx
VE3Q1SOgP4PZqot8pIUh7X4RqTkLwTr1O/o1OCHoVdTsEozIHFRMHJsrpwXNzQRL4xurbdRd8aYP
+aZI1TxYp/CPkPjUDsQk5BTN3iRaJ15qyNIzRrp0OUU2OpPeRk29R/ZWsJSaFgSHIfSAZoTgqDEX
DZ1Le6bOewZkqzXTna7xUABCabiW2mCPP9HneOgyLwOTESMTSL82udmtsgg85Mk06QxlVjl5VJEO
01s50q+1lmrgoZ0CGSCFFsfzGL40x1dX0cdbjYDzW1OOCkFKO4xj0MJwvbdDp1oCSIeRWus+7IO3
RPNIwtrc7x7jCsrY2tVB0qzNkO9RlX3znNDyecP4GVC6VzTpV1LpdJgWOCfewzE27+TgsoMNfT2C
WWgUkAQNgIQVnDZj18SYPPe8OuX3kNSC3wy43wMdovkjf9K5LgmURhun79q7lIHwRU6akKukRoZw
rSeCAzHKNHg2GJQhrVBIoi8JDZKcHbW6HHlZs46RW1Tq31qlF3Ch+HCvsWnSa8JxHYkBoFf7FEo7
mSDst1ayzbQ04/0AVHupjHVBnD0BNZ9OjnqVNQBbfFmhi6/7bLIv6csOGRAHeh4eSreO4nVT9uG+
DLDk8HcnhvTtaZgr3mShtpCWGx6DLHdNBCA1aS6t0FaeOM6FHwaIS85WmAYvJ7Pt6xV9pIQN1JTd
n3mymj9MnBfhKllgeQ8QSduLVFHU98wDJ4IcWjbfFC/Ed5MVee+VydBnndUCYRS6vXOlMyt80gPX
4nHT2uoEW8J+LyBbYrWvOgeaZxrJxwbm0GVTBeUdE8nZ6icd8YDlpr0lXmycxqLKyKjrZLwLJ8Y6
7RAEfAZy6sK5CqWojiUEoWab0+v2kiWtkxxIjwfIq0qQ33RpDsVK5xJFpL9yq2BVVmp1djy7LHyh
ZgrlFE5a+CHz17sceXfwdfbCu06U8wjZavMTv3tRg6OKELn4q9As8aMpjI2Tqs7PlpOnL13tisdK
AehD6Ww/qL432Oqw6cOM5lNLS+ILUquIgnbKKgR+p6A3xyhU6DBg38J3xUB/YyoZOY7vBEr9kdZ5
Ii+czlFAdNVJ9jXmkTXSxIqtFK2PVXSKZY8HqhuujRDlluIafuqVbhc0uY1RFH3ozohwMqQQznAe
SMAfdldpJb2wHUcoHTmHQnQRuDu9AWBKnXxSIdXWevqtw0J4IU7E6TSwmildh6HqIZnalnFvGhS5
gdINO2cFs0Q/o8dz2svcQuqrhIPrQ5sGxi1PCyI2SoHx6QXFUDPNFdEz51307lGl7C8wi+Yxm/Xw
1GlQ4vR0JEydzIp5PlTILfqsow8ZTa07zSzQ2Lvf9XYqZR/rRYWnUplBXiudyOStRqhvF8l+Ue/N
RckPF1U/Z3pfrEm/0o6aLMo//2xBsnGdMkSQmN0BgqbyYyEVLwJ9i32AxAxOgsCEHbgyZ4OBWLwG
zeI7qBcPQqqoc0/f7EzwDBZzGvHUcIA2KHAvWCX74GjV3bRuF3/D4LoSG91seyht5vUg7Fzip2Jx
RoCIwyXRjhkQDGR1Yk3TbKRwmro+ZrO5AjENSURw/Ge6u7gw5h6BauMu7oxcHeh0S+12GndAaHFx
tK5jNmemjHg8hFcaD32I8YNCeq1ck1KW9cZC7Sw4W8yOEb4XiDutRbc4YUtxmOUvDhPsbgpM757P
wShzagmQ7PCkDCXk3FU3W1UUPce1IgzdegsWLwtTeXwthUz1d2weuF0wpON84eXWbwKz0r5RMJJb
DZD9V724ZfImSL+jxUOTLH6acrbWlFpXfzuz3YaCBwYKA+XD19wJ8eNwkpmCFd01+HS6vO0bhtvN
dBE2evrhLp6e3misjbY4fYIkr70toULZAa/DDNQS34fZANeSS/1sFzIdwO2bbnER6YujyJ3NRQ3s
tMgfZssRgeD0Au6m8ciG5yQnHv1gQMud2nMUlm25ywrLy08eiN9uV6divBlcb/rEW83AvvTQEmKR
2VeGXnJMgiHUiDUuA5wajtWYXyX4DntVG9F4pZllM/oWCx++GTnroEwocthAmsQB0NmJetd2tFoe
u4iE+65QWsqo6Xq1fEtm9RX2Orr6Yh4fg2Um1C4TVLEz6CabxTZ3sHbktjYx5uld2qplNFTVOoIY
8qITtj/VRdI/xKVDrl1xRLIT+USfprCNlBNo75TXNdD6yWfFA6HBvw+nptO7F6RFt2LBDIeTznHC
4YAlkKtt2l+LNZbvROxCTJdP+QBZkHhVp1wko67g7gLt8lZ7/FLHWmjlYaSA/c1p6/o2FCPO7741
Y54btXHvKksS548KvamZwCmRzUeqBg5Bc625BVVlWSdcXcODVpveN41DtVh5Md74jTESB9hBSIZz
LZBzXq2kQ12fWiVmFwha/eho7vASUt8K0kMtxX3FQnNntS2SiStMSmyNbJQbej+TfaaoG5qCoU9I
W7EPaqtnX0YZJvddGijqPjVa5WnEWfUUVLp3spsekboleY5Fq21gX6ghl1WU/Wk4hpAw+VW6MD9p
Y+JwiAxd5SspbY4FJfgWz0/d2gpInGRRtA3NmHIWO5XgQ0h90J02aLh/kOK6W1qTgDPiKpguaDoN
R7+fggZYddLD+PK6SYU3aQdBvm3yqt4aEbCKrdUUpbUq6UC/rvHDAc4eRO+ssOVz0veqeGxXac/5
YJ0zU/t/gUv/5bV6vqB/YDKr4xBH3n8sN2iCdvPF9Kd/2SyD5pvuq5a3X02Xtf8EKM9/8v/2f/4Y
V9/LknH1R0Gd0/zdQm7uf55YayYTnP/zmPsifv+qf+5tXL7ij5A4M2THYsJNzNJjbs0Y+ceQGwYT
92bsqvx5nfv0PPL9MeR2f7NYY12+as4nMBjjq/7AMxkYM7lVqwRULe7H3t+BR7M9/3o3xu7C94NG
apLLdpb//6dxlCszs9NadNDGcIot5jvceGnm8gAEy8PQ6ioPhr48JApgjpk9yLPDxJzHyFweKXY1
ahGWBy1YHrpWhNQNDsvDmE6IsD4jUPWCVC2Pqz0/uZGe2wi1vz/QXQgbh/BMvevptIi2dKCBdMiU
tPD83gUuAvSQT8iIC4Ea2PlzU0Q1e2g3f5rUoRuRjyunxRK3fOCc5cOX64p3GuZPZDZ/NnM8g9oe
ol9yT5Fp/gUwyjnQ88AHOuejnc+f8XH5uNPARBHQsgjIMkju6nllGOISRwS51uGlTTP9iAjNIgJ7
hgWlmNeWkBAUqtyy5ATL8gOKh6WobArvO2iM/mFclqqiGsxttyxgBRAlG/favLDVyyLXzuud0xQs
fdGyDCq5Ud/KeW0UjVcemmXBtOa1M12W0RyH3oVYFtdoXmdHDNdiF1OgCTci1tyaVMu8LHeJ0Z/C
al6s23ndTnRW7HRZzCl+dSdMCqzxE2ZXgSdiXvonp0t2ybIhlI3mG4k13Ab0/J7Cec+oNKOs1smy
leCQj/VV4LYu7sFluzFKSz9b8x5UebEDVVN6bE3mvEvZBh3JPjeU9mSApH0Gm1xnvpUB1T3C6meL
M3N8jtz32PmQONgF4YvMIOZld+yHZrzK+BY21zi2T3v03oQEMLUKmahy7bUtdllG6/bVsOy9wbwN
j/OG3KtyvAmWXRofCzt2vOzeOp6kje2G1doga62taCvOjNvAAgwhZl9ypLRDcOhJDOzKoIeo1M4e
ZsUuqMyDSIy1uUnMUd9ndGbuA5FhfuZAa58NQIfigIUPe3SXhVil5WDJJ28xULtljJla1XLxJN0Q
i7VeKXq71WfxsVl0yJAh/32+qJOlNVIsyn1ZvmhTwYlSXbTMdJY1De4qA+9YwfutUiB6xTgXDTQU
FZ0sFheWV2KKKjuMcNClsZXYPfHbfi42XlTVLtVQWPuqq1yItrPy6nBvPIpFj3UXbdapPHTaiBMY
16hFv411iJ8rmUwBhSWLxkuTyezzAal1P84iMJdMndT8og2rs0w8z5UU1P5ZPa4WJRlDAqqyVAYP
ZX/WmiOuKPZKJaPHc4gYXcyydD0L1IHeAl8BLcvYTF007ABQ+TclNAyE8ylD5bZmwbsh09atglkG
bxdFvBQCdbxQCs3220mbGKC3ivKWRAZ+3kqnURxdY1bYgaqd3UV3DwLmmPsS96TAJgVobFWZ3R6x
HD8gJ7WCyq9hKu49QurWRuKMaY5GDXKJYpjgKnGB4LJvBoEE/8xx/tbTw+jN5Z7egnyf2HpXESda
B2OJ5qCj92nc3PYtFafbtnDL7rqNdPOykqzTN6RQaPryaulK2LOjdDe92QTbdjJB1KdOXcFej6BN
rWkjqZ+hhNdHuxkkn51CwD3uKvUyrkVdb1wAlAhPmKPegw5LK+fohs9rh6jOuwZkKrVxxnLAHNQP
t8eut4Hy7VW3Mca12kc2mx4BfKnPeZJxmgHl6xV3lZZWVH4kIi2Tq2FoDXmFZTaT22yogOnhNKUK
HIs4TYdNNiGvjXgar6A7OzgojSIsm40IXcrtDKXAIezJJo78qXESHMINANCLCUo9JNKmLs9lIyho
CvmQvTYFr5WvtAmnYOqcysdSRqJah/gn+62hGPi28eEyrVwbfYv3S041uE7dUnLFzxsHRJcGy0k9
gKfqzG1RZ41PPr1ND2Tki5caw+hNkNHlchLxKDRuFpAuVm7g6vcy6e18n7BunSGvh9O1mDhx7eAF
pLtwDAWAp1Kw56l5WodbKu/HW3sE+YmzEG/avJyTTjiB9tRB17ZtoB5UZ0RZXTPtK68sRLuB8kph
qn7nps21whuZre2eJU2WCca3KG66bqdoRb9fDit/S+g4xx910RTf7a+CxZ8PY//xX+/chgzwF+e2
L56WqPj5pMdX/H5u073fyL/Y5PltAolcdzkD/n5s053fCGgSDDTI/7i/+wJ+nNoUnXObg20AeARp
rlnc++PYphgq3J9ZVuT05rgaKZ5/Hll/aKScdnm9/3OqBH/8Z9WUk4bFtXpGeBiGjRz+a3iV59at
1NEJcHb2JHsTxqadwEgdDq6fQp+8LPP6VjPrDcQuGpFVvd1w+z2q1DXQKH0I7H5fNVRYgxrpdlba
b/Ua/0BBIda6csZojV/H7zzvJsZtnHpca95mjFiIz7IKk6Pk3JN19hPTJc44ZnvZq/E9TUPtlUI9
jtMaNDc4n25lfPS5TghhIJydt9ckwg59m7yGJpdJKiQhkpnd+ChaAWPSsGpcQTVcWdvHgo6ZIfBY
9/vhyhAEFdEB/MgsLkQW72ylubbxya3tSMMWWU0HXHC47nS49mYaATSiUAJE9ZdFByDork2auORI
4mFbKf13NdrDlvgMJvLpPUmzKzvl11LKLDua+CctJ3kFTNP5Nl2dTiS+Md4Xa8h/z3WdX3eSsa+n
NszGvA8rvjCt8BBHj6NS9a+JalWzzFExrZoI5pG3wSbIj9nTXY2vLSyVe5Ewrmc/Q9NkOK05t25q
x+uySao1heEleZbp2UYMb7PR3Knw3jJjxqaP5CEbCG5G11yJeLgxe/0K7NQaSwQIhOKcemQ68kK8
sORlK68cj14awk5Rxdma45JaXcebEf4maCCaJ1Fwkh0QzBuAIBvOLjtQjyNdizdmkJ2NOscjahyb
Gmqgo5R3dZfcgt2HBxwqxRbgIQ5/xflQxuBacea4nUtEmIDXys0MjpwE1XZKhvW4RzScPQ+NcuKz
QnjAVVeTTYNpnl1mnCc4RXbXojbuFPq47tLao88tCCFkDp7YAaN6VMzwZKbFXdgP+AslQ1vfGg3t
W4FdyPHQHugi9Rzc/TJ4jClNx9/CDRnFwTjocjh2STJRekBrb55V8VrWVA8m1khGKDR3tt1c13Xw
zVn2bHflk0hF7deFOaxGC4t4XOk4zqOt3jvOlg1KbpXAGhmfeWc8InsZezgFW+cY5bMFXXaXmkU5
nKJmtNpNmnntucObGbfTtsocSjYK8iJFFT2n3FsM3UU5g4E9znDoi7Srn+vMe1CV7OxkkdxCgKz5
/OnjpSnyQzZZ2G265GXotNQPENc3qlE+gmbko6gXl0NJ8bNC4GkTZjFu1e6MnsYhGCvKJjbUvZec
M7MnH4H99tAmhO/zrgKKaw6ajmue0uKkytdNY0tavoocvqCHjwVeGGeV7GPQYpzVMeW7uCAt9vTu
hHT4YOMv99sh3+cV43BsP1RVMVNzkvHDE9js245GkABvEdemtU55gTPSzqWMFCPH+juTKcbOcbqu
Ohrl6T/DkOlaezAJtZ92EttwtomyKwCpFUDDGEHyBjfT1vNeEyrsV5DEP8Lhou+YvXJrvI7MlpYQ
YLQr06zFBV5ezpNdMtet6n2556JRXTC0ocvYowqeDrdmq6u0w3GzONRB379mdjlspRZozzQK31md
nAHBAbe5rlrRSWBdlq1H8mO0BFMEhlEdR1Uf+Tc5mPSrriWCHfEVDPe5J/AXFVfGNJ5pSDlS9jHu
QWOnx14TGx6E8nrwlJMsIbtn3ufk9PdJMjzO3Wh1HhV+Thg7tntvE2Mup1QxuApt+ron/Wj28sTF
kOuzxTDTtpN1IV2Dv6hQ9k2bqiuJXWPXFEZ+1oHTItxRLh7G67wY9oXSX4OguUyKlIUACOG+G5gn
h9wBO8s9NnQC+qWHh2kiKdLlynNlt9jzq179SqgZg3vA4lXqbvKuTLZ5UdVkkfM8ophTiF03Zzoa
ePp+0ozWlov4VvbiDgIssYjbQhp7McCyDZMZ3mhmm7ZnSj6lmbwPssNU1Kzbnda3j9LWm7MS6lw+
JhpvxTGSA/1CDEcaLMvjRMrAHLZdrFvsC7mzHrSp/FBTlk2Z2uk5taMrpRxDBLIWVaWLsKDj7tyq
Tng15G96Sm0sGjBj11Reguq33/qu/IzDttnV0C/WZmvtkXX2UaFshxZCZVBMXN4HtA6sXiGdm1p8
qcTx42TF9ibq82OqpIeYEp+cWbqPuZy3JohWrmy/pOPSLxpmJztwg4NuE5QYwylZC0jxaS829Cj7
dtWd49Z9qG12gRmDmw6fqlbhqqUDyWpp+HOjcxmqX3WTPWhOMG0Kk9Q3er7YFFaWb+0IpnUcUaUC
jjTdkqjbegLYddMYVNyMVbePIlLzRt0RH++GW7NXX8Z4QkMTERDk+i1VofwLjc/+YKT2tlGy9Ox5
7Dz9NLzETkC61Gk0bUeLK/eyljH86FI0LuvJ2iYKFE3R2OpeF8r0PE7Tk2t3aFoD3UNWia5lIPUy
pyMqNVpAtRhnJMesiJL3mN7sLYN6wR90mAU42DFWdMQQwrTj7l2NjPwwSYpPlciEmmTq8nEeeLxI
T+BESknu0hrt19aVFW6lhfnOgmNV9uqdoZhPuUib+0Tt6YJ1nkRptYciqEyahmneCYdMsIuzvmId
aGFjo5vPJZdeQxzHKRE5Q4QU36wYQHnFcVQRSET1RczJuKAKClFGQdQhJ/CWYMPvhWMdck1R76qw
fdKlzR7m3AZOt2thPj2ZYRGvrVo5kx0SdAZWAuoZp3mj0nq/bNglM0IwB4aD3IEpIIJ+HNBC1ork
GHnqoRt1bvWEFXWNUa+o9i3Luw5qV4vpVHGKizxBjWZMZGbWoxPPBOPZs51x+aRpdiDqLAOt2WZ9
bKxJjuxlqt3nHn1EXT5QjITTvQzG4Yq80y4i28imHPol7YqprNZqhZNgTvfK4kLtAASEEUIAHwYv
uKK9+I6I1avEu+HJkW21BpisbmPTfGgyTN0aWesJkICHYmeTp1h5zJaJHs2R9UstJWkVDGsrU/zE
hoNj6l96k+0K/UKorh97ciW7noqJcG9a16GIPzK9PE2N7aNI5ut+5JwU8kFwct9R8CIG3T6IQZRX
+i6jdJ3j1raz7SPCiLvTyI4yB1HSbSxDQrTmdJsKINcF6bYUiZFb2/TAYEDlJxm4kxJA2lfd8Ohy
RfNNuSiL9lUn+L0t9Z32spOmspU1cvruqTeJKwqcrYHAlGj2+DkORqxfjSzE3E5tP9fJytrOrm+C
c9zV73Vzi1p4h6PYT5vAL427oshe+jJ8okB9V7butvdIvyjZRR4qB4ere2Xl1LjSXVrAtPXHAZow
lgQ66CsDkVZ+F6n7bGXsTqwJqV29FE79ZarByRqQWYLioomz3aBzY4zNXZTShBHTDW8Nnz32EbIA
x97sX6ZqT+XDrqhCTu/IA7l3YaSX4Ntfe6lfNOGFat6G9nRTjN6py3BemM3WhV5bA2u3VYZ9OH5R
p1jAirE+1SbHGRl25y6N32zOtinw33XtuRyTSvGuV/rebhS/TM/tBOYfX5Xley6B1VLwbaRqf4uU
B5rTs3khsTtQiHKuquKqMOqbXqGHJQnPNo1dBD2urRGCe31rNBB31Xwu886uEJPx+lb6mZy539KE
4w8Km0hF7zvwn+jgUSvXq9vAzp7iODubHEytRjvhNXyMzegBzmOMNh6HG6nRqaSxWcXddaGpL3Fo
ZX5fGKSZoo66WOPKkR/EzX364KiuaSTUADpoRu/QCe+xJVy7rtruKGt1O+pYrDtDucFN9FCVz85o
XxC5/+AJomWoTW91urBW1I2gR2WE0YdoeEcK9jZumW71zDTPQtJQJMp8P436JYUE18NcowcEATML
M/KgG9JV7nzZsQXxupOPseLNN4ho7bJ9hci6fe+9jByPErYwVdC0htdlGh8Mh3mmQnUu7yFC1RBQ
aNv7DAuvqnHO0XSnlL0vUogtYxtBr0d01Wz7pe+vyBFeSgBohuLeeV3gp7XxPLeqaCx17BM1wCS9
fOim9xSsgQVcxjjFinWtEo2lW2he6m4AAeybqTsXxEJvkB4/xwLQp2o95mBx15YpN9An1gOG7ChQ
Lq0h3qRueyTpupFxCbaquBmJNxblMzWqX4Tf9znNDmGsjpeh9j/ZO5PmOpV0a/+XO+cEJP3gTja7
1VZntZYnhOWGvk0ggV//PbjOqc/a0pXCNa6KigpHHR+lgCR58821nkV+ugqv6oaTBjmYZ3yo2ZmB
LejoMCECX2djuE2M/mAkCwfc+V6SEhjEsjpolUncUu6KQFPyIq+1XSKwuDXxvm3bL5mnPba1E2QT
IV+2DvPda0Wy4PO/5oU6aCq6tFsq0FljgTHZkq8SqXCrxpkXcLy+0XQEQJka0B3E9U8tXQKBw5ZH
pN9kmudtXIMVPHGHbu12yjwYit594hJxlnt3YR0/1XjfUjn053SGL+umeRjmvAjIpFBnNUcvQTjZ
DxZK/KDPSK43zfS5q63bClDUruwy+FWUjuTrNjsK0fsBkP9KhM1BK2j/9lr7GfDCU5EhSadeRxRB
RlrgEuVXsEEN2nnUz8IKGtPcez0mBOc5UtWNLkt7bfTedYukmZ+22PIqieanx/LlXGYWKvs0xZkP
HZ23Sc72hu6qs0rlIsdvoifNYQnQpFXsXS9WuxR0GGDwcd7pHEptk6HCWVoXuIv8URFIleJMkHrK
LU/CR8OI7uIGqQJ74XH5af0VLVuF65d6mK78loczrFqNY1RdABP3ehrUJsAC7E1zoBFKiFIoGJW4
Kb16xdnJJkS0v8rBiPhV88N0MUK1eCTzyggm9Jp0O+i6b1tC4S/cRLB3aLASuF6jrcdh6rbEGfiB
U+E6TwYr3nBLR9aGwyQKtowRFcpYjdddmNGfcYbwHCCBJK681sTR6styS9ZEg3xGgTVyawPuPvYp
u2lyYMFjcXC0RLIj+xZpvNd6up0s5ka22A69c6WxL5LizLFJvOf7ak7FlzjUvX01VbgOmlQRrCKG
L0WiHsK0PGgW7nN8qGez5HMGlwN2u3kuBqb5WIoj5SiJE6xTa/J7gqweVrVmnePk9w+uUd31Rg3u
Ce8xc1xp8YHPSqEhnlucszxNQflbeds8SvqfJTX2qm2B97qFpW3QjAzrESpLgFM2Dg9JmoM+0BG6
BK1HBx8cwrJ6hMc0Ci8maZqrtpmdICJHiVpOPBCC8tz72doYjePglpcWM9GTQKiYaqWr3SUeSn2j
zjYhhFMkaNu4bCOOIA2OQYiQDScSa7vC2qcQA1YkPLSBHfYbqGMr0Ud7x1DHCL4Zyq5pWxvauO6R
UwWVXdKzNS9TyrNClGetSn5YfrYhyPHMT8w94U1Hq3nmjP1+lN71oIbAEva295AWtP1qIAJc9vgg
k0F+CcnEk3nxTIjmZZPHx3x6itw+qMrpk2lFVxwcfsZcfF5nzX4JjnQqOyhAdsBg/kSwYGAm0wqe
IBYITZ1zBHBtIierZX8dDY/NmN6ktVcRijdvbK/+TBPBOriUwRSJleTziqQRNacZ8Wg6Y5unU3IO
xONMhc0lpAIcPPl0EY7DVS78T7yW69iRd1YUIpbQfljUerPZP6oYQ28uq2NSJjccP/qXw5g6D03f
6hvoPWs5V0tQi7nGoUrGQ4n8S2PdrSB2kiG5CvlGrZTjH1OZ3g8yonXVqPFMxsmn0Kzjja1jls/K
5rIbBELVfr6dsUMGqs9QumqPZJ1fRWPoBqIiBrRHHxuUbfM5yhaPijBuNEh9VEP5g6jw45AGcObm
NSV7T9DWIAjuMjiBi+KfMmurQ6gr/wJh1ETnJjX7bQortk2ya0fQPOSUdxz7ray8ByAN98Jn5Ryy
YjqGs3vAunNBH4gTtSJ29mxYiJQDDKDRUKDAETVZihs7ig7xHLMptNxb5Cy3aZJ/HhrK6P+27rvp
8P1//wcvyrut++R5YT3++KUB+fff/7txb/+F3wATkbEI6F3++E/j3v+L/xOxg68Lh38kliCqvxv3
pvkXxQt+Qh14rbn05v9RWxicAyxB3R5ai3/90z9p27/0IbgQ/cgCcGBzYmCkae8sDqTftBZyMgsZ
k6NMeDbfNb+TI6lNpZZcu0bU3rqtM37AEuQX/83c4wpkIkLHKITXiPa5tYSQ/z6gzSc6c4aYrS2Y
hTVeAG0thfY8gG3Y/vYE/j6h+D22G3z2y7FMA7u0b0OvIxTBgZ534tHBr5mnXofIfK4nQUhcXtMP
0W9rn4M5EqfNZgCMEeOVxtzPF1GHS7/2Cg50c2NbtA5fAoAocZclJGkZabQnusb0aLso+d2UlKAV
1BlW6rLS3fPcIdbR1UIRhFReyVpWdnbbdwiNt7k3ks2l9U5unvtjkjeHGAE7J9hG3fubSiuMisja
tqSKq5Qb7Rx3dngiSJWrZl8mkrYC4cQyXxdZFuL9tjz6bRIMiXXJ7r6Q1xUVvth0+M6zi7SOxm99
nchjm8y1+7VIxwr2why515GdhBc1RyLfcnqpSVDaRqE4qJb41dcIWeDUBXzm0X5zNpvl1VWe6uFF
NY+ZSSiqm0H7iju2Ski5w9amQ6oMvq3nduGiBgCvliuorZoDJGseKaz3y/T+FkWDkT+VWtzhk1Ba
kTZkOvao4kci2tAZ+GR/G0cvbsaa8BgQh3TYrMyYnZwehSPtaa2nbJXhixgI4Ea0jWB/gAQR5Qfo
t+nrSn1u4lQ1F3akleWdpypSSVdlZduDv0obfdAfXDVmEui3gMeDwTsh65ANjWKz3G193a5odzij
RuwNllH0tSYrbaN8oCC6bGfrLAXcVbtXXdc4hfwELaJx83XNoRryGl2FBUcIhWVNZHNVse3O127X
GGUGpSYF4HqF57zXb0Jya4rHKPXTWW6mGlkFccdU9V9zpOl0SPyO/OxPXACCBsT7ONxL4CCWbJvA
ruMKAUEDiceHUmPYU3PjcuhSXBeJZl2FHWi7rTSSgf25NbePTTQxiZpBTsW2bkWlrXmOTklfuvdt
WjRtDEaCr2KGq5D41j3brYnjcDp6WB7cov22BMPNm47g5WE367UZPfRtUXGmwE/T2UZM9NKjK8h4
xMIMIiRNGoCDX61FmaIZb2Dk4B+pfLdZOaUi/81CTejvIHcke1NJZAt8VwfOVQq6xW42UORyOMcN
K/l4md/REqr6TMnCri4NJ/fM83wYm/yIujw2Kf6gMLiBbs0xXzGzk3IfNs3yV/MlNVnwVohLYnHJ
7EJ0jh13g4MP9SYN2UzfwwhhL5TQO6l/6FVuZXsasFN0lA7n74HEgvTMobZNCrSdjAeApJZ+Vmt0
M5c6nAb9fNZyPtD1G0nIUUuwaQgeZoAD2mlOsYVFAx6py4Zi2Nn4YSOS/+La2EmpTyWHosiLwXRN
9V5M0iFWySEJah0m6Kxwb8c2bZJaI+aPEzuZbYuh1wPVEqq75+TV0bdRV3IkCLXDR0eqdZl/nfm1
L/c1DbS7DIBFdBHyIns7uxG9cRuNFtN3o5H9lD5UVTgSVtyNNceoplXCk3gaS01b8D4+re4Lx1uM
rthztWQ/SfbI697CgrnSnUQnhy/FtXS+pA/GB06c82bHriP+XgLanFHs4hhaOTnyC9Q4cbTsxCm5
xkqfbxMjH+Kt7dSYBtBuNsdsBjZCDazsYYMR2R7WIIpoLGVG0o+3zEqFqyS2Y+ueDj09JuB8lO4L
SslnsX7Cac+uc9cCWEln+q/CMm7C2Jg9alBvnKovMSAuIZ4Merk+8xJVF3vxaF3UQK45WjJ0CD+b
qsM+pr5HDXLyxsP3FoaVfB4Q1SdmBBRm0Cz1fRQxEtX7/9ZH/9RH77o2L75+/xp9ld++ti+LJP6l
fxVJtv6X5RrCcdGXQhyg4vmnSLKohDwXlahlwFDgK07F8I+6Ab0qf5dyCFywzvdiKdL+FqVqwsbo
iXfbc7E2ew6yyj+pk146samRqNLE8is4HvknSLBeli1ejU7PiGPcTnE+HmaPd8PijfzAif1S+erh
LUWp4aN6haoKaeKV8hVLqjECpAoGuznGenM/9MNjb48bsIRgoiw+Yu/XSKeXtQhsKSYt7jd9LLjj
Ly9rNAuQMRFnoB3MnSvWpnDnu+ojksSrUbD9U4Nh/7d5ughRXo6SZlGhJjKUl28Yx/K6FDtLmtYH
leXyCP6/i52bJ8BUmLqJqJk4K904tdRiuMmpohao1mgF80IYK6JtZiXn7MTvxjT91o95u3r/Br4s
MZdBBWwPZq7LNhqr0XLpv9XP0xxFnZKaDCwqHnpPTrd160nDqy+mc+rC+oMZ8rJ8XsaDBWAxEhgS
tgbLy/D7eO6Ej9Fzmg5xsvvZJU1hzXD0kyNyZt+/stcPDes9Wh7PMpaoLvfkysKprUSajhzI2fF4
Ns1WFoi6z/+DUVASCT4VPmiI0xSeIVOpk3h9F8RNzJk0EK5QYzI2+E7ev5xXr5YAZM87jHeb3ZQ4
nempRcz6HPs00hfoEU3qbEdouh14LPpbuKnip+y6Yv/+oG/cQzxbLGzMDARRp1OyyoTJ5zqEb0fF
sXNwPQYetdTm/VHemBNsqKDWUHKy5J1uqXTA/KhwF42psMqNY7GR4OhD25YNEJT3hzq9IDacvMbk
x9mCogP7/MvpB5XG6RVAwSBVUbqrKs8EuxcWH4xy8lIxxVkHeaN01lld/6VZ+32S02XUIx8XMreN
nGJiaUm95SDqsQj/MIHNW4bCrc6u3GXz671CZ9ska9XjWCPj7acjpjmbWeG7Z7jAq0OTxfkHE+KN
K7OA5DnMdl5e53S5aKSyvKY3oF05DjQ8bN3Etg8x5e2QDxrQN9Klyg/u5skz4xKFs9DrDTg1GOqs
kzXeLJ1UslnKaJ872gF4523W2PKPL0xwA5no3ESsJcbJEh8bUSMREzMIbutDpBfWgUI53cRhY2xG
ZX7ElHnropblz4GNwjQ5RZ5bQBajosDyyqKCH96tOc/1I+0/uCpvGUT3CVY0bMqV3yciHulkqsHR
BmNWYT0lWnVdtWIKqq6Q2N8z44M3+Y2r4jvJVOR5LXabk4aFa2k9abVM/DksaLB6FqhJox7/7KPP
hOARUcTw36Xa8E5G8acqH+zJQeuEqwWfBfkiWS+r7ftLxcmqtIwCQscQbKBxErmnzZcO107iAQUN
cIPTD+WPG1TKKXs9M/zggt4aiuw/gB/Wgo3RTy6oE0aEScDNg3HOnYBor/FWGj4+ZTGldO3+rch9
o6n01lDcuUUuy+Khn77A/UwHvZ59QNJOdFf34XgcwBKv6kn1fzwXOPFc+CR8s5h7p7VgqONJ7aO4
4PsbcXI4OP2S1l25/8EFsapjd6WSXi7r5RSPzcpVHacAgUPO98Ws6bNxKfoGjKtOO/qDGKvX85s6
eikmKCcssDknS5GCDerBRSwCnXOzFW/XcKGTfHt4/xm9McoCM4IwzEKLXuLkrcU8ha+FV5Ttc91u
Ujk/YfRxP5jebw7Ci0SVzkwHePHyviUDoQKhwSBaX+YbtpfWVYR+9gMA1BvTbWEg/XuUk6cj6ihL
yqItgiRU8d6rc3C2XQMXWyj39v279nooaDQkIXm0RZlxp0lNttLGqRnMLLCB/6Ki8G1QwsJOH3Ov
1z54Qm+MRXwzVkMd7YqBAv3lzfOzBdFiAez07NQ6Zq5bnnc0Tb+yV7E+WBtePyeLaFe+TQsyj7FO
7qAKhca5I0NVrKuYzCcN3Dfk3fdv3jJxf9t7sNhZsAZYt1HAs1M8TVYtU1flBMFwbB/V0XAhYB98
5njW644DJ5to7IRGMvWfjskmh1RBygmbkCRz4dP9tvUAVFoIVUXoIA3OJkPcV8Q32PY6l7RVLZP2
1PvjnWDcllrJXlYiw3GXZBhCaV4OuLCRjRj0RRD1figD1yTVnKK2RrLf+ZP3oCnHzxY4bN8uPUI5
baa01p/oL8vPneERqB6mPfrzuhQgmh0feozV48JCxpGNOYWXFO22nAECLufD6oPt4es5hzuCOnnZ
W+scu5z89m0qI07c+B5hnKpLmN80Htl1zOEzee5oid6/WW+N5rCJx3PBesc9e3mvJMS7sQV2HKjU
7aYtZGdx3yLlbzlb9u2/z93+T/PF6+lnGyQ3s9UA4MaB0skHUIRJmuCo5wOoL9bYTNVYtMohz6Jg
HMuJGI+6aj+9f4XLz3w55RmT0WyWCwBWrvnyCnGPkyuTEaAgfdR2vfNjmvUiyEDiJQ2GP8tSt+8P
+NZF8v5yHEPJorNbfDlgD/VZag0fRPQV2qqPzEcOUy4wdwEeyhEbvT/aGw+Qu0kvikRXTM/msq78
9naZ+WC6WmsVQcQ+hUjmTtZ32tRkh9RKzA9yvd4aa/kg0r//dRh3MpZX262aFi2o7clxg3BDOxYD
lpa8oA///mW98dQACi57bbFEGFsnK28Zl5HjcRiBzqKu102TufeCIxekvB6AaxBPm5zj6w++Yq+f
HOE9LgFIyxu4vHwv7yX5AP2cJDovgyPlBScA4cbWlXHwE2yyy7Hp9k8vEuDqUrYvm2LLO10ZNaGh
kfIo0no1qp0HSQ5YS9L253kMni8lOuxaEyh93h/19VNc3PELFNB2+MNpWp60JqtyEZZyzDXnu7lZ
Al0ytMyoej+anB437OW7xwJmkiW7oGAFPv2XNxT+t4ucoS6CFIYqCq/JKq4bv0XeZLJ+PuSI2W8z
iehulUx9X32wtr2eQ7QamK86F7v0oU5Wmzzha5jUCPfdtu0uqsUqQPhHDN9hVumlZufpXWhDJ/tg
2Fdf8gXNR/oD7z8mOFaelxedwZueSsSnHFkU/mGEXn0O5sb74L1/axQWUctkxyd093RZm4dZTHqT
sEMvCKt0M8SDfuT1H8zQV3OF1hovwnIH4YvyNX15LV03toMByQkT1EQ0OiUZ+TIdjwtb738yFP2U
X2fgAFiXl/O3hQxcXtsVNmJlUShnL4hXWFv6hNCJ2Ird+2/AG/eOEmvpeFmEE9r28s9/G6owEg8l
GkK9sSbCpwCwVOIOyqs/7FrTLOTuCRpETH/6XaeFiBKyT4tyZmskVY3LO4zzL46HAWD9/vW8mui/
xgGpT+4u4OXT7UoE9YzDd7sI/EYk9Up64aBBcfdb9D+GdhgrTchtJ6b6z2c6m1l6KUCdUEw4J4t0
ZqZ26pQoFEgKac7wKKdf7cxE2/n+5b35uCiIlm2fBSlzmaS/Pa6oBVnkOqoI2ILAbHRrBI6BRkPs
g2nxq/nzYrniPoJ05WVyPY5jXl0PNDMoATwvVIKRNxFIE90R6AXcy84PZK2TD0D7plSI9bBK71y/
FB+8BG9d6m+/wak11c9H6faOwZaw15yBJqxTPvbWbN/8+R39fZiTddmRyThx2IsxwBzHCxKe7k3S
IT5oSr19LcvyAUV0qf9fPjYxDAgHwqXWIrCg3Xp6VKP90nz9g8f21uxf8Kho0Zn+dFZejoNzd8j6
RhRkPoIBUtZo3Cy0QPpSVHzWqnKb8Jxko4+2GW9eHhohFkWqPbrNL4edervy9YphiWKD9hPP6fyY
R6iy339Ub63A+JTZGnEYQH9evBwG6qZGz5L6LkSttKqriYhZt6PRYikTV/77g72+pkUBxou8dM9Z
vcyXgwEysgbALzQLatWR/xTX5JniYPzzN5pxKCLZxkMn5jv5chzbrMEmVixYJoyyFLW5Fe1gdSQf
1HOv7x17dwcOLmsiYq7TrZRbjVYtLBJ6TDkRHDVjOBhiIqw8oyo+WKOWyfxy6aCkEsw+zijpI8LP
f7FG5Wh0NYfNZBCrItymldbsauJyrmLHqPZZWcgPOlQn6d2s9C77d6RwBhXc0uQ7WXtTu7YnofVo
pGEKpVeYIOzqa87euGVP7bfdp9iu9cfS7cgLzWo3Fw9uOvXugZoBW/L70+bVfV7c+TRkDJ1mCQch
J4+zLUUa19Uw4q9qtG0CFnin0874FJvATt8fyvr1w36/07ABSLPj1Bm6Lifpp0VziBoi7MLEDfKq
1FgpgdYPPsYSy5KfS7PW0xwImGogoswW3l7wfK43z1ftEHvdzuLTAWeTRuxdg8sm+ZpOsi3XCWF7
hIHMlX2Zs9O6sTm7tM8AK4KhaGtljJupdfFqpFnnHMemIHqraU0HrEs7NtE9biP31/lIokApDTPl
nrkROOew9GETBmQFQa7UeTT+KHp1mVQ0/G6w6FvEAnc9dKaHQs/9vSxia4RBk2YJ4Xo+lAAi7nhZ
Vb0CfZLgwxe4QvHOJIZbm8+hmAp3CibEUeWnKc40F9RkpBm5XMEvKujBkaEiQT4BoKs2fWc4absC
KmiaFzJJQ1CjsyMJr2tMpErnxZARo7Lx/bYY4Unadgn1xUvnPv1uVHFYHmL83LQpye4av5keWfH0
+OJGIdUqxwH+TyTVmAAGnYv00RzN2MK7mUyhc+MOle9jF25L+7rqle9uGyAw8tDxgEXQTVBzN2RG
TKQMRBY29LWq/LTZQRp2/MsMgTVaZjmM9XmYNc10pcD0a/daVAh5DKEoDHdI500MFYmhnw3RkrCI
tXgufzQinH6kVa9hR+8V7AEvThz3rHFhM184Vpa2B9JPVA+ctQrbDeRkAon8sIEHwTIIOcWNwui7
RVHlLQYnbBno9DA1H001Ynda0w6Mk0cNVCQmXRZlskNxUU/fwCqhGliZRhinX3jbsnAdNnYZ3oYh
dLAzw649dyszMYqnYjSSFJho2TpfxzbGFkwLJCmwik2daKJNVkqPmL24HfUbsG/kAVoa9qWrMhPg
UQuSjrgeVfo/W+GLH22VYz3SXaeI9nAs4pyCsCZRSmXgYLdRpWtXkg1ptrhzk/HO7NvQgBpjIWwS
02C3P5ok1J9MM5buKnf43cjaqoFYzE1SNlsIjepcx9+Hb0qQLPnYakPTrchg7JFkhcrtAqOgeFkZ
bZZ8FkRpQKBCXrogcMO+Wfe0GXuS3KIq2uQWgNwNaDPXXMf6aH4zhgIdlA1eGUQEB2QwO/0xhQ1j
V+mV7FLjmy5klqyrYZrNnco0MsHC0msPqBuVJDHI1ccgtmRlBRlKLYyEed3Y27LWxY8I/V26hhbl
ohNkI04KE6hwtQ1V1j25aWFaF9HkLdii2XGwKzBnPfi42lRtyOwz7mpFHtS6sipfnbm1zZ6rjbM6
O/PCSZ+2liqjb6pim7IRxZKhB0+6I4sztbv7hGK4D9pIU+x4kfa1W1rAza1EiTtduMRKdkGjYgAV
JAF0iB7bAfPVZV3pRG+hPyYOC/RwrOORHorwIq6hoAZR2HnyLG16qNhRkpp3c0ai4uOcOCUPI02B
XxdJydl62hnWPQt//FiTFXzD2i2yjTQ7M7yj1dlHBwkGZd4r1syfrW51T/ZQtOORpkH6RI8zKY4T
hLhsFcrGGdfU4KG21kEn/MAWZNzHSPSdFWdYHdLcSAzajjY6ObFqDCvny1ANif4JaJUhHwsCOm/0
VuuujNmgeaQ0siyPrEPl1QCgIcdKVfvV3iaKEKKzazS3dTdk+aJa9n4OU+hXh6mDJ7Dz016AA45x
Fmqxbkc7EndzbYf2KPphKsOoV70nfXUo/AbuA4ZgcotiKkZvayRNmp5j6vONM0vp9qMT69JZaYgH
P+N5biZSUUlcbHjZRy85myId4tA0FfN53cdluZZ2lWkocSOzCpBmY1ZBDhxj31SVNK+J8YqNddbI
YlgQ1Za3KcBn988hB/oNmN/KJfa0jwdzw1rikgzhFhiApZbOnyBUtOpLC2nsi0fYWXaPqCozjrkk
/HI/WTFLPknSJhFVkAZFYPRY53esJYPYFp6sQQpO4ewY60hLJjuQ5lhEn3NjzJ7roRGPTl554dYy
YOEFqZkbrA0J34B2M/ZqaOjHmFFzE2pkbN3lmdn6jxi1kmjnEvDJ2l2xFYGLYoob8sZ1C3h3aKVH
I/TNBoJ5C+1eR1Wcrl2S94jdotnSrK18IfGyQxPZIcK0nz8SyotVOvNzbz53I+Rp96XkF18JuqQ/
snjIEVVyWujtpZeSGg/aHZt1N5CYumsnpvqTRtabE5Bk2p8h0B3VwZp5ghugXMhGUf9k4cr34ebu
y2Kcq58th/4TG6eh+Kpi1/3R+I7XfhszZaCzGlAUbBKtyowVquaGSgEHIDZwfVzoK32Y6yS6ywqx
blWY0Qgem11fgD2W4PdVP3b6uBJR3oaPonGaBN96rxvMeM+Z1lgovXa3HPcPNxlA2vi2AJRqkaWL
tWomjLO3io2H/6q4g2NWQT2WgCWYKjM5wBdtrFR2JmEs5/sowigVDLNn4bwCk9C0jyXgLtAxPiRs
EqSz2TSGL53P4f5Xu4tkdJMMgAO+mWhWeY+SMLYvmyLy8B+FcMmV7ndEvqHeSFbo86f5MDmDlmzw
JdrWLoRJkyEccDzucFBWY9I8UB4BOsK/Bt50Pzq5Yd1ZGSm7V21BQ/HR6TMZ3Y7c6X43DY3KSfuc
G2PLKWM87NJoMjHbmX3+SOKINd1Mg1kuOl0k9c8cunaEPWST1eOAEw0wL82bFV6u3kVEO7nmmS2J
LvtcI9cNA2GAIUb5783HVJ+VtweCTAd9NHzYZXg6iaBlpdCHfTsN2JYNLzHqKzm1uBlVrXjmgbQ6
3s5VrPdkGxVFpqmdETcg4DWdEc4tKMvuls1lblyg7S1xG3Zj4ayaAQ7fdpHulytQR2K8jqSWiYfB
McGeY81zSVW3ne5b7eMVu7SiqaLl4maWIW9jgYxkVUgFl7DT3Nq4Bguceju9s/yvWqfr8sENFYZF
y6l9kROtpvX2hm8UbVFNSwH1BlnoTDAUOgXz7msdTQqwSBWBkzGmYrr/VVH/F2P2P4ZNq+DfookF
b/siZe3ia568UPkuf/1fKl/rL7pZnN3Q0Fxku4hO/1H5aob4i/3qstlBs4uQyKPn/bfMFyWvzn8Q
8VJD/EKV/Vvla+h4q9glYSZCiMnP/SOGGcdIL7ebTEh+M/xYDtKO5dD9pLfiGVoX8RZuSYnU7X2V
phLaFUaH7rOp+M0wuWpw9WHh+JD3E380SHvMoqY5+j6+vp3tEANxY461cC+KX9x/gDnd8DOGiiSP
rgqHjV+4dX+QucjkQaS9WW7HKu+abeUMEUElsx6H29rOy/7BzQCX4aeelbEn0XlyCO2GQv6QLcIj
up5LqsGd14Be/u6pxXCzIjqBXBG9LAr5HZt3clUQZF2vsY+o5PsoBbui1mlb/5BOlrKu4gQA1xxn
Rhn0emq5n5J4HuPVWM44s6QdG+Gd7oIf2vVVP66TSbvrlP+Nau1icIkRMdsMgrp2DvseRQ/Juthy
SLKAdEFurCFiBFJdLS+8yvcedL390vs1VIrRCk0d+Ruuxll3760kfuRY1D/jvESWG8iiM7c0nb1i
1yO5noK5Nkk6KyMX5k6MSOsBTD8u9dDURmub13UXHZWfNWeul8TywdJSbd6x+5LBnIyDeiBhcgb3
zhW05SEbK/OqAhl83tOmlFuKj/GQVxoMAIjfxUEKJ8fg37TGnZSULEEcDyUihX6B5oA1IsARdotx
Y5JK6oONwq2UBmzixufUG5NxWxEJp+/GyTKjaz6DIWmOkS+fhTTCSzMkHeATR0NxxJlii327yCbx
JJp++oqzqv2kQPSSqh5fqJAyW2bADDC2N86Nrw33c9mJw5QY5g8Cl+N5l8Ygo9JVPTrwuMuRjvk3
0FA2uN9YZunOtqaxv6jTMQUi1/nD58TxMJXrkyx2iBrb/EuajM20Q5yHoSzt2traTJ1qwpu4SL2r
sQOXyrI/RJn7I8EPY/wg9cMZb7MJicsBaJnfXubk75WCbRV1CD4oI+sKordm14QHUrERyMy9dKu0
nkmRSTP9UJO8Ib45pNhSzWqUwOlG7/myPdadPbtPrj7pyTXksrD/kbBcd/B0SQ6aV0M7VOWwkx6x
DRVBD41nYTXKzeiiXxKL263e8lJuJpxT6SajxqiefZLuo4ONbci9rceuTe7NSEqdtEJ8rw122rla
MEqi6eQ1LNokv+y83MWTFut6buwh9HIYilDPNqGU9IY/GIHppgCfUf+bhSsOTqWqIznbHgSTod0J
JctLr/GLoJHmRWwPc7nK+nS67bDdfcE/HR3D1BDbyLWHLzBfKDt9N3tGFD+ScZh56Cf0nijsefli
S+Vv5ywu91qWFbuU3RjiVPaecgU7vipJG6/xGKpxPorBy8mjg/V15xGY5q5oRDF9s75/4NSvPbLG
pXsyGJyzEs7WOvTVT1Klo8uxDu/y1vBuqgUIpucu971Cv8nv7Ds8UcX70Dq+c1XUo3lHeI9brBaB
005nJTxTng2Bvw9T+GTaMG0jY3TudbudP+Felmc5rJvzdmqHgA6QQ4iJp+26nDSBgDPi4dEqrBrr
T0Mg4yrxWUy3tB30XSNUsuqk6R11ryfdj60Dic6ZN+yxG1ZPoqyp3ERiUelZNQRED3qSlRB5WZNj
vza6SQVdrReQFaR2EHmiXfSDvDa6mPvVS8xTpapwd88E+YSZ46zGljYEfcfxzrVrIpPTrj+OAFMg
62fYF41CD5xhuphGbXy2B03twTq1N50ck72mJx7gGUMPtEGMW/zZIaw7zThaCUQQUgxIFZky+Hd4
Odeh7gBsJPn4kBTNLYzccAsoDRA5OUO7mdbsigze9DLB7Haeam17Q1sjOQyJMz0VLcLxFXUR4bVx
/Sxsv92SBdN/jjy3/4SShMSLqDJXRgOawoVWITILAFqZCqBvAJZDDaamk+Zfo3lIKuzrPFWmvHER
zQV/xRPzyubAYj2OPZueGmuJBSR2A2XR38fCURCfXHExxpoF00Q4R8sb6sPQQjfqQuTKoiX6Dib5
ik+WvanavtxbYDTWjQ2LqHfAOYyDHV5EtLgIiLbFfkSC8pVIznZjSLM5ODUMWSmKfu/P3bPLI9xQ
uIqbRg3bosjj8yxKy73hTObRIm/4Kdexy4HWoctlZVrC8UDY4R6lSX1dw7i+W2riJ5EkI1wMr4l2
XWKXB3aI5rURY5DQotDTD2ixegPTvSofwFR9qrSUL6KmixsNFQHgj7jZOjr+VlJE8k+Dq98Ore3u
zSJ12EuiPQdZYW7ZH6FMz0zvTNFVe/Qn116ngpDOyB6/satiaUmIwebndWEaBo6vmc4KvtsQwG43
b/XM0ZHDjlPL/+r9Tcebu4kVdhWWLi8ge4LOYQj9GzKmdvH/2DuT5TqVdeu+y99nByR1F1al0pIt
WbI6hOSCukggk+Lp78D7/ufYskMO92/XhRAsFmTOb84xqStXaKLmakdp347XmbW9xZm3gUwzCgra
MEzZ/q1MPZoSy7n4Nq2pPVwiUhW5W3IT2Cq3aHVvFat/UGlTZyF3HaeMBjr4Yl7Aayd9VEHaW+lN
3k9Kd+CwwYXDx0jBMFZ+RG6z7Bn7aDZoFZwu2uJ8oPqwW8BWm9sHjsD2Yav+HMz5bFJeomKND0hd
g+wf6q/4773kWXhqgQkYpO74NIIHPZOIbNy8TXiYq3YktDM+VbKGLB1OxakY3PwmGKCLoBxVd+XW
9QQ5arVN8Hm2V+5DDdS4aaaijlVQt+/ZELi7pkysqyL0xn3fux3VFYDbD+44rKdyJbky2dRuTH6H
tOuXVeRoekTjMbB7yDtKnxlgXC4BudcfGzUjxlWd336eYNIAPmmzbDPftrukaXyIgtU9WhihaMfw
z23QKUxqy+KK/rLiuZO1fW+objL24+jSbk2t1jnyfrPGdmo11x6u18+tPcoTBdLuN8HSizDxPJ66
tfg6JR0LuNS3bgNdhedB7Y3vfdXyxOBncccUhInPwiLPjAiTFKjDViADlt6HbgiCnVsUZJ7dxQg+
ixlASzhO/j3crkfw3+OHhiUNOIys8G8Hoe2D3J5XJkaYKcLIXB2qcXLHi64d+nA3p734MEHwZDto
VLSvrFTxXCkcJU/zHH6w6iy46Vj4HrxMUaK9ZMWNLAw06xnAWLcD+Q4JzG5UAcPdq59m7dRXeeGJ
E6OA7soGyhX7rsyPVeZXpzbTQqB3BuouyL35knwu8x5jhatokSw+CwA17mpXerwr1hcakWBkaAuC
GB1zj6O/5LGf6LBDCWwpMFpFO1Ook1vuchqxoKP0VKF9662B+aiI/K+olB2mGZVq72EKpPN5rc3h
npeibuIRBzkXUJXXWZPx+Ibseqbs3n6263GCm9X693WbFC9YTUlwZ+if9DTysBJZW774c729yuHZ
7ZvFEFdLWg1XmTebV7VVU5rq0R8XO0ZnXq716t1R1NbdmL6yYYDjfyxIj3G9GD9l9wCg0yuHafJ6
WMn6ftDWJI6j27vwSNZ5DmLWGsnwBLiHTqhSQIiljqsJ3vProh4nLYwVRFgC911uiZdAytG96uXQ
L+/otZ/TB1myH3tXQLkMaFLygnWOGPZN6s6iHLG7MowW6R1HiU2XUQoPnCcaOxgnjKq2LADN1JL3
uepnw72ytEmiPa1tLLZowzNCYDr5zcHXYUnXrwhA5wWurvZeMqwRQxRMikOenHqrPgtsyQuZfQGa
g3zgvLp9OumBX5tvVGbwAoTeIruz2p7kpTEZy8Wk3BdQOfPVsrrh7SARzupyyKK6ptxvnBjoeMrF
euJDZ6gsfFejZaTQ3ihJcpdp66/pTmOWAzACDnvmuvUndI5bJbQEq8BL3180cH9W6B3f6t1Ml8UR
mnJ45imRffFEbsMaDObYGSfxaaSQ6d6iIO6c/pvkmPvSu+JhCqfPcKHMg9/OnwePaM+caPvZ7Bx/
vJ7Mdv48DxAeTk5vLBlbpRkjHKHlcthZldcX16zivSdGoeZ6PiHEGLFTsD98Z1G8WD3U+TJ/TS2H
V18+m0F1qi1PbzyJhN+s6XxxknrynyDC1s2eFq0QmbLOFXIQRSLZbiFaeIZlhuth5C1bWMqfscib
06KZ3pWIgyzsPKgT+IA7ex/4bQ6RKM24hX06KNWZYijqnIvZnYZ31ADI+dlJKf3bwypMPudeb1PL
LVvKoQabV08UdNRoXqqGRrRnH9aRcZVkAYhnw9dcuoDsJJqVsnmcu8BDz1cERyMi4EFKvaXNxN85
c4cq6toq9W+rJMFPW0xDl95abuUnV47uO3c36CRDCFzzyd0bnNRX5ixev0d/pY8O269QcYCUDwRJ
r0NyKosqcMDwMGTZGTS1XWao6V6Ez8JnyzoI2Z+ktZH7arWok1Gojy7tJeeJ44R7e1Gg2orQfAeT
IT9gHnZOIin6z+Y6Zk8KBF/kE0F5QFZc9x2FwMcELvSxaECLskQPqJoQuFuirJ6rl0UnaUFVmV2d
HLMSF8HchHtpeo9Vz8Qgzky/Ps/6wThPJ8ClblmvESq1vysa/ht9Gu2LpuQTzZjFwec61x7IM1GF
+3qpKzzAbdWfDLcfvyzV2tJJ4yYvHToKj0O3g1JcmiuOB6ujpBx9hSbaZlwz4HIOW8HCtLsjSZDl
4KGGGDRFwYQUTFVuSeAlF4uV6qNvhOJm4a22n9rVOvjp+NFvl+XgV561N6FZXUBL4/u3NuIyoH3t
ijoUeOBIscFjmNMFsgpzfLFbAwCaCR1tFrjn6zIQX4xu7C8ylBoA38Ki0EMGzJQWH8nQ4sUTKWYb
CKvwW2Ncb+zi+dof3NrjoqwUlTGdvLWXnv31bCcXE67MHZvs8syHBDDuk9IJL0fY57vETdwPLRaa
+zFNy7Nm4ILs6AtBQE3kQhmWsKiXl8WuYpB8kU3UUmDFLE8jwQ8mM2O373Q+XplVQDt4ksjuU5F/
l3wN3ajwnTlUzXhOuQeOfLLqiN4G9gwfDOAWMiytHt585FdtOP5rJv4/3fH/EeV5W3dUfU4mavhJ
fNz+z7/io2f/g1UFYQeELbQ8M8Sl82+Bguv9Q2+CIPVik2l1SMH8R3s0UBgxyG2mkJD/Sqk0YuZ/
EAPmP5h9seoRNyI8A7fgbxADv9jkSGDhGsZ0QvY1xEf5ynpCe3LVlKU/x03pWzAi/fnekwUzoG09
Gq/jBAKMmSGVdySVo7Fdi+fJnPxvUmbL2Q9X7uZf28eP7KTXBmN+FXTY7aw2Q7qz4ad+tAY20OWB
B+cLbLN0OLnCW3e+kasTOUs/hZIL/hzZIvksIc78wYny2vGD0RKboL/5H4n+4rv8+dDomGBxgIjv
QiP7GIzWBrSdvxZzcKBex/7DwV4bszZXJ6dK1RisEBTpVwej9c1z4QZ0u8pwFsgj6hkCYnl8+2L+
/iDsqD1Oizfnq4OgIfZp5RrdTtS5BdSz0DtkMvvD20fZ7o4f/TsOTtGATwojJ6bi4LVxqRv02LJ3
HHelbm9dY2Wck8q70F9ZL6yfyrU7C3R9U/Xh/u3jbt1zrw+MAI9PCQaHRbJg+/sfbKTEgnojHT21
wykF61VhalgOJSvrhyQAmnpIBLROSsXMZztZ1ysaH8K7zElKm2lQi46Ml3d7GuO5pjNtCu4XSk9p
l6rD+SG3NfqhIxgqRWCygPfVUmhnF3rrGJOVsO9GdMG7jL7hiK3r2sY9boDkTDbLeg0cH6mO6AFd
vUIQiora3oDUpxU4orNw6H32sL2j3JhKTONjU9gfey4ZFo9e0QTHgssH1Vi4bHntbqAOZPHccf7b
G5APmqUFnj2TEI31/Znw48Vzu9ag3FDt6mYor2gwpcMrD/0/HOWX75RP4peIJ2ZHC7bV6+/UmM9D
bY0WpfHmKHfhCAtnNekjdjb+MI73Jn77nuCZ+OqWwFm5UVxcnweu+zr76+E8cFXWjzs8YnxyqrHh
LEpnx8LTjGTZYipa5J+c+785ye++NQ+OHrEI95VbjqXNlvJHz/ZLdcPcg1d1Rtn3ZIc3zYK55O1T
/OVLvb1GGPk41mYTJJjw810P1cvSaKhq52eFiut+snYqRM97+yjfgQo/favhrlBc6PIM3spwvVfP
jtHqmKTy4NpNqK5P2EsFMgcs5pBSrTy4Q5O7NFQPK31NBbnaRfr1ockdUJ8Eqfw7rJPuuxxdNfj3
9P9vlcEqgwfYW9PNbZXx3Lzq19z+07/LDMP5B0u9TfKIkk1MzPgq//86w7BoaoJ65wd8B0HUkIr/
z0KDEidQFIirPLtD4DXef9cZlvMP7w3+mMgDtJntCfuqmOmtoqafb1yGmuBhCf3TE0Uoljv31Y1L
AISKMJU/5Zg5o4qug0jNPJ9/uCa/WT/87Fz934NgJg0wO28og2198cNjzalrP0VoeLLp9r5KlPlJ
Vb65N7vJ+8MX5LdnEzKMAHKxZTtfmdRTlyx+uISfrIX2gq2lR78fSQmVu7fP59fDsNMgc4QxmLzt
Lwk2xzMAGGv3sa6B5h7w2Km7Zins4g+H+fkdvl02DoOtHwSU62LJev3Z5EEe0FD1uDKGw6KX2A9p
UNAtXbR2HDQMqxgJX/qTDM4Jsv4JLfTzQ/vfg29hGpA/223IKP2nz6zkHlS9Yz4idyeUPtedRWMP
KCOvrCljwQ17vRi5/EP08XdnDLEG+ilRF0hd2y/1w41SIqemwlofvYKJ9N1MBVASkxJkt84GjBZj
KsAdsfPA7FaH1hWjv4dhThbn7z/ejRAGrYLMIOv9n38L3Zq66KR4ZIbP4C+35x0Xev7DQunX78RG
6NnQHuBfeFO9+nDBYmfoIPYj7D55SJQr95oEB9Zl4Lxvnw7rZX7h/742+Czxrwf8MVksH4zsa+d4
4xnGZMrsGmXD7WKMSkYSy35kQj9beJwQ+rFq4bYko4hDNTn3wxTFw/RqHLnD4jFtABSA3pyZi02F
1SZ5Vs3QPHd6obZjGtmLpxZFa/HayCbZeTBC273+rq5iJBWUo/Z54BImSivvwpYN5jXCU2i0/VoD
v56SwfpMxbAz7wsNlSlymIwInL1lSmMCyQIKniT526MBHAE3sm2tV4G7qst8XZf5ULtlkB/wonfP
QFCxmQ4GY9LbgB3DA8OBFQ+7PZvtScA5p5DiuypeWrZm8+0peXD6CQjhSlidXC/RqA+exuMWp1Rt
UxATWH0b19NahlAq6vYLa5zC3Vf436moc0R/t2icX5HX9QajphLYOPGldDjrki4z45Ue1plLvY0f
3LXNcZ2ljs/iNFnmvXbnRd/5eBnti7WhtRUPQK6fMqPJvhDedIMo6XH4mdFGakueGUOb6Qv9Icn7
VbsGjXbfZyuZ2eEmi+kXGdvUPJpGkclzOQqbKQxcnG0mQyKdiodWeQOqiJXMVPWyjfLhl5c3FMl+
H+fUoCFDxjt2MiKSwiTtemY/Tjc1g3GNXMY08lPXEZ21b8XqdEF9QkOqh/eF2VuKljwsoon3AUt5
O87HsJf9Eo+2Ksf8osaoLM1DYSWrHGAaSZM1zKWNzYKpbb34dPbe1RUr7QyMGetQi/msn/PZx4YF
awyMgYV6RbeeJ1KfXYTWtnKYtfiKsF+FYcuh/rbzArQsxfZ8vKMSfS1ha5p1/23tbUyWBQs2Gcaa
4X+XYClLG7XcuIIRhBmXdmf3xZEuGHeqI7c2oa7eA0EuWrlzExLabtTKzu52DrWgVHDU1PLKsw1J
VsZqlGZ9TR9OaV5onXjmcSDH821aWopXXLsPrsLMS7uz1qqDB7vXRLNGx6u+FhU1ht9AAijnekCQ
oyxDJqhBItXGO8wHeXJkDMuGdwkyQSNZ0Jji6Pdzvd4kratveR+4ENm7lC0QMzPonS1dpkfdQ3bB
yeCsFhdD0Gb7kAmmG8dshdN0OeKp9U4QQ3tNV9W2VUc7tPCaNpl89EphSjjrQ5Pvwe1aYNew/4mj
Mc1+95Jm5Twi/9nzusOHafFPHWIbzAnYrKSP+FN1fxhDOtDul2nU9p216iR5l4/ArQ7BYpvuY7GU
rn2Hr93MvoTUzXqfh1za1E1U9WJZQ0QmVbQPsrVCo4hmvu3hVWFKr6RbeyzC8apUgbGIuJ6lO7Lc
HXpd3Jdr3gM6g2HrT3eL3WLmjto2peJncQwZXDrVZNwNWYaHu7EK72YBmdLsmUMqnOeTrm4H12PA
b+UmDx3tCoQ+y9COSUhh8GiLUJ24nAD8ZEA1+urWQpW+UbRJIGv3QxpSgdjl5GeRDjPez7n1TUku
6IHYRxaQRtVOFSPyYVvdkBBDVE86u6rxGQzxgsc4P8JlBked18wXj2L2ktsUXf7jgBfHjOdm22rO
C9DbCIPmaMZDSqA2ahyt7xK8I/etscqGeU/oprvUd4bpEOAn8g4C/rsX1Q1N23GCaZipu59/GpbJ
pgUmK+Yby8lcm4oto6RBYQBQHedNqpnGwl59x/aCki5ryd2PRDDTJ9IEdMy6pZF8MkXRflYYQe9m
d6Lk189E8TXDKGzFNNEOT55hmleddCtaEMacPgulRpNcBHUZn1A2657pcOGD2bAHw42oawif3LDJ
Qf3SinexLsgGMdaM4WGYhuzTErj1Cy7PbuL10ciXsW6NOfbyqT3r5qbNj5knputmttb6rDQcUx2o
ogj0rrDX/MX1a/cW2wjVZIayn2E2z16sA8wxsR7xFFtlNTxRUObcK9OYPvOAKoo9U/Ew2A0jS4q4
8HtBf4EOGDMu5qoi3P/+tzmdg5W+yEArJhtEA3ed2U/cgVXYGIRJQDuvYBNmDkKdZdR50kXrcNeq
jIIpsYwDJ00HWw1QezxWfDlA+PrYVfgmkjJhxiDQp5EepBXZKT0MDNOmi5VF6HKzuI74pvJyvBwM
PX2gCAQJ2uO9SsVIqUR1xVcnuW6LVcgdFIRkjZtwnYvIRjmsdwHYLRXRW818tsWe9tlmPFQSwJlz
lKG1TD8vhY9/awwzm8EYtdd1BKV+swgu4JSrIfFx3dO//tJPLkXzmaX5XEayd88Yv6W1AzpO0Ye9
NK6OBL0nKPpbDfguXbspOfKvewjnwaDLfVm36jLDKeVhoBiagsbTpHzkK9NYR9pLcArCg6lJaTCB
BiAnOpcepW32+X1V9H9bVrasrP/e2LK263P9kkv19WdlnP/0v7Zcky0rXQDsTck/Ygtj/fuvMk5F
sGBPwv4KeXED//A3/4Hvbshec/PebjFQEoP8vP8o494/gYcugiYOlNcCbfI3W9afV878GAR4E8aR
DVCHXdhr8ovJAsxIXZ7bs2kZEYWv7mWtguJWegNfhh8uzW92rtsq/L8r53+PZSGloqNCXSC0/vNW
oNQ+GZ2KWz0IdaLjpA80ETxid58HXP8XNvPsv9t9fD8kPAvLCqFOwHTdruOPeyAWszVhU2wYhjfR
dUhqcN+gaP5hU/CbEwvYuQq2eMB4IWH9fJTKJ0eSbEPwLA2b7MxH/o89lg/qkIkmoAjFbWhDePti
/uaDQ8xAwEK9goL6GtSQ0Wjsu+MWzVFLSAhxqZO4ItGto9FX6fHtg/3uBEO0FTLx4G2C18C8IuEh
KoioRpoC82u7Cd0vTjvJE/3K3Tn4F+D5bx9w+1x+vFXAsoXY2bexjUVsVmx72x/2rtyQpm7xnER6
wng3LC/U+nYX8OM/QlAPL+vGu8jksH/7oD8rEWC+OCj7OY7obFHd11HybEzm1psL2pqJnOCHIyw7
VG31h5vl16MAXkXcBKCH5mS9HiZoSYnSauIulVanr3OCR1dy8F/ePpXXdwd6CogetsL43L5TnX6+
fvPSBGvXU/vQuVZ/H07lclMKrz0bLPUnEO9vDoW8zhcaiDeIktfnMzhpQUcEub8iZfAds6/Dq5Tb
y4SvP1N/CVniM0KI5XllgsUiBvcaQDjlrazbgaJGo2A2XIRL8pB1Wj1gXPTogyiJ13jFHzW31/f/
96PCPCQKsSUlXusLrKWk7IJsjSrLG2/zZJ0viiBsLm12djHoHNP9w/3/m5sEIVMQEzKJjjuvcS/E
SGVg1rT65YkM9rRPJafAX/4SKvP9YoZI4LBeGG/98rXOXQqN85oxkC2It5FYTXdz+EeE6G8u3qa6
IvLh6uZdJ36+FzE2+tlq4lCaeiGPbeka14nM/XOBredbphp58/a9/+uzIyD+EvL82E7MCrZr+8Oz
Awu9V7ed3DaN64mrrDGlo1W0o3rsautdETA8GXvrD3SD33wNtjkneptlovOJV28ajwBOTc/MGgXj
4u97UBuU73rhiVosdf/2Cf5yc2zPKEhYkKKYfJr+9qv8cIKSzgdV2YuDu8QernClFsemkcXf3oLA
2UwgHshcm+C1jfR/PAohC4IrVm1TE5svGK9Y9e9IVlsf/vJktqcUNUzc5byhuRt/PkwhA/YJIxPL
xesoQpvCgDe0GP72ZKAFfp/8by9oYlLbPfrDJQtFAH8EskYU4qXcCWxN8dA2/u7tc/nlHthGY0yV
3O1JCD/p1VEWYOy4/qgj953AOCcbvN4AdIJ34Q3F4e1D/XIPfD/UNmxgQYU55pU4zwAgX6aicaLe
zew1WmplOmdLl/ti//aBtjftT2/ikBkjjoXtWctA9fV8s9eBakex0sJGw5PFM30Z/VPu1PQJCn+Z
VsjoS7nEHsU9m744lzT1TWyK/vp8NyAP970LuYa386tLy/fVLtLcJ4gx6zk9XxJSjEdh1137h/P9
9TP0gNZsTw8Wqhzn1ffYSIo67cFwR9Xc0itI+jla1apOqd2Ju7cv7a+fIXYMcncm6jirnNewN2+1
SD7UcxANeu3e+YbTnGj6/RPA8jdHgUDFJmMbT/Gs3074h1t/gUo42RVx8SJo0n1b2kPUKHy0b58L
FpJXN0rAHgbjD2dE39lGcf75OG5eFKv2ibEWiI/zvuL9BYWdHsEvfjAm/ScDJccpI1+yPt2NeZd4
fiT7BIxOOpDJ+eD1AwNWMUvJ49PAJxv1YjasHS1IpXmZ49H7QsbHhi+K+tV/BUwBFsVJHKo1l3ww
+w+Y87WPm60x+z2Gn7khe5paZX9uzhTa4uXOMJfn5wMl1WMSLZZesLNObYZtDVFWwVM4k6II89si
mx19mIYg9Wj9FELqW3dOFo30WYTOfm0aZd36Ppa0yOoK/M6g9MMwloW7+EdgJ312oYqh++hmrXmk
g5rhseTsuneJExr+J+LiS3VlDjUmCQdsPj5d7SVmbAJWDk9lHlrNzRq67XI2U0Bd3hqJk8uDRf3x
fMl6e6lR8H2FHRuLfrd1k0/13FDAQ2LrXJQukYdxFrn7nnbVJDswpw8coEWu4dyWtNfniFyJvC0A
GzAboMcMszdsDQyQADaoDMexg53THUTzKGCJmOftCCDtHuB5BlwFmTWvnqvM8bJ9F2CwBDJiZ1kE
zlTV8AsCOZ56R5NqkhYdsmSdpvSpLKYgRVicRbmD0JHfm1lurGdB2Blb+3bhZHEvIDbd+AAK7lFp
q+WE2bSayMT49rd10LO5I1Ox4rGv/LbnU9NL3+/gPWRdPCcqu8VLSX1u7We1tfPaEmRDVfPTbzND
o8kYtTch3oBEo1Op8vCwe6quxusyM73wvOlEdaMoJ/buFicYljMCig1VsoZTT2G9R2km2UW1Cm2a
ajfNQ2a8kPtXjh2TmZiH675w6v5iovbY3ncG4u2XvCax3ttLQHazq4YqaryajZnDsxqAjcg9YR+Q
18YebIRU9B8y06D4oaEXHQ8RXsbRHk4l6RaM8EPSmpTKN7VMfU1BMfV2Pq7L1NRfQrs1x0taD6rh
q8LN1sEhKcdwTQ/OYlvXZh00GQF9PMZ73XuWPPFLDJ/Twq8m8oHsWQ9hm4/GRTqF5KhIFjZ1eyMt
wxodNnq2rakrSwo+S9UboXEWzqunX8yJbtQjmOJq3IlQliKCjEz8HHzkOJH26gvUJnOl8bNnVDaf
9TqvKKHOcpnegiyArmSRmgyv5jHrhiOJzfYLbrhRHzOGy+bneoDCEweGbC5I+JnLZTXjNj5MAerh
mU2g1twvfGWmXUUW8Hqc7DS9mFUwVu+DqvWcQ18XAs+0IaXYW3aWQgHZxg8Rdu0AQTopdbcnXYjh
WNplHRyzIqm7mOcn761ZdVwGYwnXrZE18d5tCIaPS8UI8+jzI529Q2wGCoIPkXPPhE23pxHjesp0
BjZw7AydTOAPke2EQOKXX9fRz1n2ZgBNCMy0jnVy1dRMn9zSkcNZxj4nPBGwrO2LbqhT50aF6eQ9
APRT+XsGYU135gVAKI6iJXTJjYPV7RA2Y/iAbJ9fmV1opHtRFe1Xk7FRCmxFLhvE3GHsUCZd2+2n
1AmqD7IPKjZMZkukGiDJ9OzocMTJX7bZXTsVVUi5qh8WyNeiuS7nZqLU2wry5eQTgiOFO2CNi+iS
6cPTVGYWLpkhY4wY8h18bH1j2K5ZVd8O5IAZAc2VcV0upfzA45567coOjPRok4qxI0rBRgafdVfe
kdzsrFikwdwfaXp1h8MaBEVHiEKgcmfG6FG8l/fw1nLSugHp5QKwGz1txBodq5PU9c7gXR5T1jJs
2FuZWZc2s9j+GqNCftbylHBOrUVsh0SSyJtPhM+zYt+oNfzkVbwuYxEEk4fBc8kQ6y2rGS98JlU6
gpIyiZ0k+mRcetLM+13QVJV3jjI/uFE6mYru59VazMgcG3jxjlBQqCnvs9Zdlow+WbTBNkAKUQbR
RqlJJdp5xrfFOvRGYW4tNc08nkudomnPXueC2KABuTiTpknbS1pVhbgfUbyz3ew7aXhu8gJfohkY
1BqRa2EJVHlLKA92g1yzL0Xnv/Awk+aV1/rpQaWuIzepvTMP2PzJqWV+6/hPmhlrGM8GFZzni0rT
DEKT1aJyZAopoltWzmRKYavvoFrlRezq1l33Ye+kj0tiIaAt81SadHVSZk/nJzwqitOnlpDljKAe
r1bHUrALvf4rlY+QqZx8qbbav8ZjZR/a04n0Ug/6YmEGF7VTSfEmTnHnKYd88aGwchrga4r+aHOu
euNdZyS+FVGwq6eowhaLv5P4FdRmYO89UQsjZ1rWOn1BOlNLsdNyLh3cmX7xTdQCpv8YWpMfD6pe
XoJODjouHHsK9mUvFU90j7wxjBFrCHYE5we1F4QEqpNZd9swlMTKsdXYEmMlpkrEPGpD8pSJ9h6C
Ee4qedPGoKcwswB9tM2UeDFhjuUWrW9pYm/ozIqli9EFgAeK6mLEnxqQtRucj/6qGQvUFGjIaEiZ
e+9srRhP1WUy4QLuWhB4K4Apfp/MtZgTbeQQ6W/4Khg7IQG+aq1xEUwl+0zT9dpHwQuPrzxBRShc
svcFWqO0v2R+D9zNmGzErEFjf4yYM0qKkWstDSreKcfZ9UFB/Dlfy+Z56R3anDsbcJQOwpRXQSWA
o5p9kcWWUUwkjMDw7/1UD/61TQA9OKAozAHLokrGSCNpEkYKnqHYd9CgigPc1kTepIkp03cLwaAw
JmxZj9R8F1pPF0xZaR2l4NUkX2Y2bXZVltUsGEBPxfxBrLV24zZw3OLaKZxVH7G6FvMJoA/3Tp0t
nnWRUNJYXnSsIMY7syL41kZhXa3T49LwJIDENZQlFcwQHYdaHUz8mem5pjI+TIAktZX7GcUYx0Y2
pDYGv7Dn9elFGr8HVVydwdTuicWKaHf9ii0chNqUJDvHIFGb80IcjposknvK4W0BCqhqWqhStoTA
nBpFMMMjVI8BlP3fozTI4533VYAzg7IJCy249ZfbQOUy3FEaalURzoq8PPQJIc7dGqRko5B7QEuw
1KKTM5OF4PJLLsGeT8Y9Hwd7GI4wrKpb02iJ3Hm9uz7Qjpq2rLwl0LK07533PfNRuDSlTXMkT6jL
NLGdIk4xZY9kJWnxjChmBKs0jQkMA6oD7MeFHS23m4DbdCAf3RBPNetyPGgSO+mef7eK2HfgQpGI
/YLCT9a7pW+W+atpy5sMy3myzem7jgcgr8bNm2pcmz35em75JuHXaxnAxholId1Tqlo8JmbGE8Qw
knqJlL3B2xhO4ZSorUI997zUJxwOhigi0jiwhPoqmR5kETBsJ7cDn6yzOu9uKNaq2jeWpfJIVCVw
A3pscxO6adrr/SKCXp/owa0Keglkc+cagtHtog13PLDY8288cPtbYUo1U1BJhPNRiLwvqM/QMymr
oGpoIe6ShaMzkomkmoP31lQY9Q46EFwDJnMYyrJM6q/VKLwUrB5ZMW6Zgu4fRaiUP7H98eOgluxz
W/YIpWtAtBqjtTt9a4Kle/DwTpxoymQtZcJhAvZtNdSZpUY5XC5kN5ud21MJy/sGtnVUF0ifOK39
DqmTTdDzZIw+nhdnrvciLSpvP1duhks3WOVhtPLa27ttzsQ2mNdwjliTuWIzyVttrBjpZ2fLLMSz
ZY80tuWSECIJxwbKmxaSd1+5gPxSTYF5CDKjc+kbOk3Ps6Ix7qWX+uZ9F4hkivq+1O9W6dg386Dg
TwWZY7wnzZXhcTO1d6CQQl1KUzsqImyLP9ktu/YFMGF7oxXbRZbXZcVGWHhyjR2VgYmtLTBc20sh
SY7CUcV8VnhsMm7RO6avW8Hot6rTJIBqY+AdSiJb9LvQmpvn2QG8y4vX6echbhJsVbQYpO7IFhig
w0rQs+sbHtbcRG2xoWOKOfxkLGvd35amgeEhGgE9ELfKA7O8t5u6IRLSiSXFyx3avRjfZbRV8d0k
bjpIGbMM4m98M/E/AqNb7yeqvcd9VTG9PajOrobdNLruYzoU+s5hG9jHMLVGGCBr05KpAmZBu/E4
BwHQB0tfzCsL9thfgUlFfGdzbj1TeRkeJ+GM2ddeGoMDVDdYn2c5qC8kVjIdtyHvHu5WKpZhYElM
RHadljSByLIBj5eAMgGZHIxx0tResq/6gXUwsAL7Y5vb5kdd8AznkVuBQYV/r07E6ogOSvg8141j
U2FUG51HAo/1+pdUJW14xH1ePkLTgX05jk11KDvKG2JPrOGjOyujuxGlh5UlIpLidi8qZxN3V9UM
yJ64tou1B2sllz0gQUyY5ay8+wySWAks0RBQ7qQ/5rvErrU+pM66Ohe1r9w7xxNqPs4sCJuKp7Uc
w1sDKaO4aHwiNTsPrI+zF3rAuSVq+dlizM8TzitYsviAKF02yeWs9whNLMvb0cFC1MuO/YIeZvdE
Z3UFRotVJzwca17v1tVQBIHDAepKaVqPweJ6V83CD4klDdRelE+e/jjl/8PemSzHjaRd9l3+9Y80
zEMvEYgIBocgRYmTNjCRFAHH5Bgc49P3AZVdJVEs0bLXVYu0NFMpYwIc7ve791xYeNwcOpw2rjh2
EEineGd8DC88lTz0M7qT21pFTZslxb7pMAtQ6jtUT5DRFtY/JrTcl06G9aNXXndqVUCBtnMaYO9g
G1oa4Qhk55s2pq04Hx1pKCQQ3wPdZjlxHLLh6K/brhSSh7U/HSujK4OtKRsSI+3STNeLwgG2XypQ
cpycNU3skfwAJ7DHpUTTWGDXe97oDOgQiM6ho+lGc5RCAF0RfuHCDSuN5L5qfRlHwq1rmI30En/R
pAv/EoAwboZuwt9ASDlrzwS52ynyFi27ZeM3sw1NeZJu2tjh5m9GEJKb1q5KsuAKFkiY+0HvbYbe
bp88mYxwYOGXoPF4uEr20PFUHXFdsijKKaBnHoZqkERFkpGJzntRfG1GlhmMlTab7UVfihu8Ssvl
2rz6vS0baDHJJFp1OtbD8Mx1mVhbygo98bLMedXsdXbI2mlsCGWEPSlNZtNED4oTv+1Vtfdp3BKb
hiiCtePsq+vg2GwKnCory5ttq6vlcWoE605fpsZVEa92GuKw7QMO1Zat0yBavw2tJZ+1+EKb/cks
P6dzb3N/wSbK9iMF2H5/1Gt/pka7WUysHwvn1SdEg6z8qmcueJykNTq175IaiSpsMk7sX3I2cw2P
v9F0tfvC1kX6mYGiZ2dhXC8592nq0AJ2XViFE2wcd2LY0uQj6XM/dscXGts1OA0V3fMbFm/OzF7O
qUV4rjjPFz/+7jRD+cIWt3+ohyA17+jo7ouXbGIPvnM9NtKh4co1wtnVmfyMI6xu9mbhq/SLC5xK
RwtosjuVqOsqn/2Wo4RiR+ZwaeCTYcubaaRNKeqJ4hp2Cd/zVxI0503VXlbSfuHUm0dp7T1XhTk9
ZIHfgaZMgr3rjafduvHUqP32S8pTc5L79lMCczA9+9+aWynOqzUA3GpGFQ2d0K40t7K6rQMLjEdl
baMXUsSmHhAncPbNHvLr3uxG5/J/fTnFbcshkGN6lUxhIjN9YEiU9ZdBbxmfOZ8Zgjs6ZZM6j353
Bf1z4hlD+PXmzzrqW/nZx6jNNISAHjF0Sl3eeCSqYHC4Ml2NY0iGRQJ5ksaHOIg6Hb/Wn1/qN8HW
ZJKJKZ3IBDIXM7M3gu1kTWo1FIWGJvKLhMdgZKt5+ofjbg6hjEN0xt2rCRzQ3K+v0pFgUDLNaBWy
vfaUo1B1jqnF+uBVXi0WP48peJmA6izMu6j21BWvY4yfVG5v4ETAORoLSw05ZDdxyxHUjoUtt16X
z0ehbP84ejonC9ga2o3PA+8lg72SfWCVeO8HxIfO/on3gZHgzRsBzGMbmsYPyHa534zKC7Bq08hX
Ndrfo4r/uq7+h2nIT9fybxjEo0i+t78Yrtb//w/DleH8tQ5vqAkiL0lAaHUI/DBc6X9x+ZFnYZ+z
Eg0tT+eK/38cRALMBnNOBmqrC5kGtn8ZrihCd7Fhra1YHhMO0hT/xG/lOb9eIFwXxDF0PAxU1EBq
JJb865Uq2mYWSSO3kMvN4azMFgIoCKbQg0e87c/Yb9Csuj7WvROthlUKtqxR+iltF7G2t5izo2Hn
w4zbXAsG4Ansr+zn1J9FczX6oD51AHb5Ps7qaolsuHN3RY3ShdQ0VU+wcNLHDnfBRaAqw+fMXtRw
gLrGOu31ViaPIxbn5FwjNnLqm0ruWc3jXcEm2oOsXOnFLuaZPSEjlkQ8IdrqeRYArbPr9mIGa96B
cu3UTQsbfAhhGqH4mBRTLtulS5mCOEmVLi8z3DHv3GVfHppwXOsTP3O9jHFC4CXbia5MtBBgfba+
n7G4tEAVnEH/XqF8N9UO3Xmg0afqJQQNPJhVYJ/ge1fWFuDtFOOwNWcZFs5sWUdXsnZv4qFHu4Rm
n2J/XoYWHdLTnPiZ8qYeWssMUaOZ46oJZ5zhgCwGKCmj6w/Xs5fgmYTfgPoPsTu9yvvOqSKLze25
lDaHo8lsmhbCj0AdULoOZ45DtRG1WW1er1UKO/AH9hlW9hjpci7uZ4Nq8ZAkb3ZUs+brGwsL95Mc
7BzG2lSln4OutoAr5IG+miWGqEQD+QrWt86A4Ae9iAwpyjjU67Y9xI1GA1YemJwW0ll3eajK2D7m
RdrVkQjIxkZ21j8YIx2kG2Ddl52Zjlswg9NewPfftanpXovarp9sM0AhatlJGSHEyvuZ5/UJUMKg
YlzjLbcLNVTP2MEDY1Oloyu3HIzQ5C07MfqNQefX1jdS83Np9YOO007KJT7B7cx3xQlA5RGmiUR+
KQaF8Z/csMemummn/LxM5OifV7byJ6QTBx5ZvF8St7O+MdleqTNYILvliGU8n3ctxEt2jsLlh9VM
qNzrfZHLnd7Z8ssyO9mZ3UBXcnL3fJDTxRKol14yLAxq9t9z3BRhWohDMhTgOLRYhK0AuK03gdpO
Pu1l3ajj5y6qx8whhtKijIBQ0aMergfGcc9/ovC0iawJfDUWAphv7JVP8pENSetM+8Ss0bXTYjhh
34kOmmq3qtBvc4Cce2krxG1K0QGV1cVeb/rzqQ4iY0T1UXzmk7mo2YZ4t7FubWUloEp7WmiaToDz
wsjQ7dtpmy/6czdV98vsPjZucSaku10ml0nPaPvfl8J+1pD4sURdcZA1P1eoLht7XLpQyNXbGZfb
mHNOZM3I/HOWFlExes/Ib5wQkXdDnOEJSTA9yh32cn5vcJafsk0aax06OyWUixrF48DvDXGHvViZ
nAddw0UzOuZdJZM74jKnMPC/2o33eVwHeiNb88BRcUQPjB8NWn+swTw+1Gn5ifjTAZ+idZIZWbsp
+vZ08QrCHLV2maR4uuLibuWjrRDjKkIpWWVkPb7B2uVed3V949Tjg1YqShU4AnTqTOdUdeLI/gKM
e3mDjbZBY1fyBSaUBsFEJhumoSwWkzfNnAPc62zkjF8Mg4TDNrkh7INVZe4h2hS2uUV+xOktKqcL
4S+tvvNh2cTTYG7auhA735U8zM2+PoEd9NUS7bDLHPeZiWB+0eDrO1ZBewVHfITxidBkxG5wTr6C
b8QDnDw7nU/7r9tu6t7h0GbcFSNxHmnpYZDa+ScI2ScYVhHZpHOAn7nNpvgBIPxjFVAOWoPHAaY0
3akJfmE5gTyEy+JsXatLL/D+U4qn6P9z9ewkGdDRmEhGPfGhUya8DDyEdWGJoD1LGHOf9h4aIKGD
mhDicObn3WevZ1+rZSwhtUij3lueiDNel+yST10AdfvRG++LIik/t9ICATVOTTTqKGBCmeYJsNMT
0ximo98WFgkKgcqi65GwmnM12VtllnJLxDJ7EKO1Z6rwWI69/WUAlUsTY4Q3i+Mbk/5t1hjBSZkK
P0rVUHMmb2+6qX8uXYlGLM4q+Pks1/0tkPeHzkdYZ7HRjhOeq5BLrtgorf5UCAf4pzndAD+fdrpt
gOhZLlZ0EuDvvdfHUOlhMnJS8sKUO4qhMowp297nPc03bkrxmByGDRmlvXSCqJg1rs5GQ6kanqVe
wtpvjpbRHLpF1w5DZX9ifSuP3sJnVj4ZlEwgYThO/cwZ68bRqxezm09dO93ObDqjScpzJNVg3xKs
3S2V9okQSBJ6Qcu9PmmHsrFP66FTj+kwbuuY9ByOymSDIQy7A8MQhM3mScr5qix8uUlq9eQlADYo
CqnObHit2G8acJSducv15HrpAzwMHeUSQ/BMx8ilUoX9SWbOqTt6FwsF7CgQfuyXFWxWInNNGJsF
yx2WRtW86ErPvyjJxQjTnzkoFN1B5xcICLbsLCgpRSg9ZOinyZgUB8nUW7n/qVqMWzst5x3RGqR3
Ag4m19Suk6qZnjwLUV2EiKVGW23hga7+w8Sz+jqC/EwlRGiMTD29L36f5+O5KpvsANGk1Bw4Sr0j
3E8mVEIGYDodAb18MY3ek+UBtklmLtu+ICXGnAqxzdiIlFNNlPFmO3ZOHPXMM2GMyfLV1hs1eVvq
XSbf2E86rH9zb1VQ9rJ9bElzqvYdYqvGfLqrTpiCDeYNP54ph+OcaPqpjjhzRafz9KnrhP7Y6NxH
Uc2zwkRDGQjafW49BxbDiacRrAnLcmUCEhFMnLt8rChSJ5AyrWMKm2voExTY1NS2UrNgSBzsDC4M
c47JcxBPFwgedaTpdp3AGpwJGkS+lDe6UY6FdikA9HZg9Pxcf5iqYhxUlGYK9hgPPsesFiUj5Aa7
mc4zPBh0V8WiSe1r4ggoOcIppzDPKfTM9nXBRC7ldxi7PbBfILkbrJUF4JHYamdyVnrfYMozCqcE
51bWHtZ9TCUVGN+Yw7qx9SVCKapuadHp8IP4my88aI4pB2vS1bHessi27K4/zeU8exura8r9pBCs
N4BsO/FQGe1XxYNA3BhJJ73PEzmt5OCbNkKxsLlQt2yhrlqtz3ie/MATx61i6t1pFgxDgnhM/Eax
jOk6LkvrdCUbk0/CQ2ti3UCVeAUgkzCdxdWY+5O6V5K02CEeMAhFKXIZ6KuJL922BTkqTRZogEA1
bXc3dNqYXS7+6qPairalDAde9wAKESfhPh9LQruZN2TTXUXFz3Vc0itPuZBrtIxuaiApYgga+5gO
EwYQUcxi3FdToddEhDKF4Fdo7kkcFI23T2M907m9bSPCZFCWW60MeIBi1kFrG2JaFsaUHU3EnV6W
UW0FRJ4JN5hB0oUN4/WGYQQKYTpftnMCT5Myu7w4wCIz7dt0XNt4GO+T4a9JJwZboOZS8qUNPj1G
FqGpUYKKaeZFKeCtbntv+BZTFURaGhrz4rRUtDL2zqz27VQvd2Zs1eAHMuZYPLDg34jt1DkmXTdZ
XIWxlnRMsco+AlGsQGt2DBg6pZ1PgScPrpvb5/nQjyeLTUOG1nnNNX2n0wbGZk/dTTdGiq/71F0W
73yZfPPEY6xxqvssW3xKbRukjG+R2kUayrjLT9yGDIlP59GZX1DJ6cVFt7OEK790cJM3HUS/jS9r
+wILVfGNhGd/mqVolNnk6eeZG48vbeEFxANBYX+HruO9tDXR6xB7PX6fnhF7aHKXH+mWyLZGiSOi
FvkSoa9zajCk37PvEeYu9cpsh8dOf5xp3dHCkmXkJJsZrJWNOgZxunadyceaiE/Y9QV8Y9n4mG7c
/JEzK6YqSmfgj+TZyTRJnDAdz8pDS1PHzknnR+I546HNy/nEaUGVbrBRkeztp2wrEhZGLcndA4KY
vqNu3md8Xd3z2Ck2IMvre3sekm2A7L6h5SO9Bek8RX6hzoK+U5HFMDpUec3xxKMPaReQB8ZmNoCV
DmDCR+0svCjlCLXxZ9c+mRr1nSqeZAfKXn4ax+aqrIbynIYp3JKj5W1yn2c5PVi4R0oqKsmlBmZk
jo19M4n+Jqad6JDpNv00pbuzE6+KZDK426TWjVMjCcgSNEI8le16kPVKeVFWBl673siiPOswtKCJ
huZoT+FoD/Udn4Qt6hz0w16Ww8xJMnMPXmwsx7Hs6kMftx4ffJhwocxMmoSn8h/u1P8qMSgx6BP/
Of/2qsS84bWsf+NvLcb+C/IEplMLiNUK6ELN/KHFmPwB5dGwmUhxYPo20Fv+lmIM6y8IKqtzH1kS
EtDqpP87+2b/hZIIDAslAF8/+s0/orW4ayXGT95m0njktchWuLwejKjfCBle0ZkckWPOApmop/2s
T2xoLFPqwWEp9NnnzJLgo5gGkacXjGYUN4pidnbglOfnUA0EJIMkLpd6X+djMl4G0kkTtt0gXUWY
kM73T2tlVAwobBOApNzgKtCZ/HWcacOGeLzY5abXZid0AWbOhiZA6V7YVO/qmzmRKJiJiEdo/W7H
+C8wUtR0LLGygl1ucPWTTspV2DPlv7CdVPu6aMJlp9azLWf/6c1wbjmT5ZnAxWWV0Cg2GBFhj8iS
kkHaOHMWe1hzXn1iayotQ3SIctlkscnSYo1ZgNXGnVQTwjUeVahE2lg7a3A5e7q6qCF/N7k7n9iV
XdwD3TePdmpLY6uSIrlsKQf7lhq+cy8T5T/XsUm1bzc7DOkBbw45efDecO9jk5e8SwwouiGYkqm8
mOFsluBZ84LHq8TTGvVr+OhgF9UsP1tL5qpoqZfR3ObeEnQbj73IstWHlChw5vT+raTfyvgMVrpf
Lhg69OeBG/sTP5xWsCsSXb+cFk3cdJeguPViLQrxFYc8Mz8zXRTxkJaA6b6Cad7vmsBPmUgNUxXf
omEP9m7ErVGedCzjQMMhCFrbRnTNYwsXh+a5xveeUrciXKCTPb4dS0c9UHCiOVsDY8K+R3RuNmld
+U+4OmXLzlSw32KVc0ZaHjAIhqQFmYn5MMPPqDPU1klLPzu7FoVs3uQ2tNSQOruB5HpfssxONGRQ
SdG504B+03cnSmrac0pVEof+UQiqr7r0WlOieyFIeqPALeSYXrDYU53u1zWoCV987kdkB74g2CkF
TVwW5Ii2BRa7mNadKaccVcjWsWh4s+Nc9/aQUWSQ9TqW3rRY6nAocKpybBg7MkRTOd1PmL7I3Dd9
9WQqTTDvthj1QQVxlk9Nge1hJaUIvN6WJGNaVAMHebwn7ffULOOnGKfbJYlK41HoHDB2XbJCp3uv
qYbIHZjX8U8x0j2GMTvUe91s9zFst5o+dgyxYU/Hyjdbc+rLwXLWiRlSE+bmQfoq0hlCUqWaNgSr
UogV8tRULX54oZv0xSZOx2iLVkCsfaZYIOcUORzGcqQmZ49902SS7vdEVOcepv/nKjHtNPKAFolw
UGZ+ZWSOeR3PdX4OTQ/lI21z/blpBnPZ8XCeSpxYmX8PbML9pFwVYJ30XrsTDQ+/YoH/4pCORXnZ
cM6irrBgMsct52W4U5WffOcMqUNLb8mF8YcjXpyu8cnlONZ6OoynqbgZ0wT0gmWmJI4yWSQPYI35
fYIiEzZ5esOHXjKDS6HjkjpRbITU44Sp5TcsT9RnXWCJKm90k1fbxjSv3i7zaKWXQ9m1MHxdKrSu
28lu48jSNZfOC/ZaJ7aZNuN+jVKobdK6UwHVbwRX0jcS1ZTimpIbCvM7komwYUYHcclGNe+BdIYa
ozVIIJWxbmSHLNV3kBMI1id0Z/DpAqHJSLPlwFmoGMRFh3GHamQC1WwFFr+OI7+1YpdqYW140HRP
PpR2Y/bhOGo13ozGTNhBToJwTNH7nFmLPlGM2TkLXxZgtx87/Ndn9ZRAJU8ChyLCfK6nOupc27rm
gp2M7RyXxRqttdFNxYzsFgknMPWo5oajHNFCFNvENj1D9Jn62bj1vLpOL+NUT9mj9TlsA9NLrgW9
ZDAu4qXfVWbDmtzY/AT+XGglElfTlRfU4VXyTDE9xzY/ZwmeUh48PTxyJyt37KRUsHXjsoIr1nBR
9CKZwKk3lL7Cm4jJuWHNoMFI8ZDjsp7EgxD62uHY4SfHEmOIL7btqi5cONqexqVpdNucESh2MJu+
N9yci47erKPEhXMDATBUyGuonkahcdjjKdeBOTDLW9HRqRp5Sseb2PAPjCmTXt+aQgaYCvt85X4I
muk3RVU6DykumoTG21hErZst6Za8awpHzPPs5ykQUE94wGcPvoM+Xh3ssXPG8TYGaWK2oZu2xvOo
yupIt7nIYXYs3gE3WznsYyg+6yy6ODqT69yYNBc8FL3ZPqUaa+EGz637jKVTI+Ehdf12kmREsZW1
8sVOnBRHgSfPCupgvoJv7y8CvK0yTGNpUVSNhV5GDRmRfDVCGdczOsYdvgwOxqUn4QLSDOPdx401
yhCU3HKds/9+yTU1nDJZEgJ12lb7schgpqSE3S9tqKTsZXVSTeHQmtTjAI6SJLTTwTg4vcc10485
VPOFm0aQ5B4HTNLgpr/kqAyom+1KiihimxIrO0toU7GnFpjE4OT6RUrdzlM3gViFnlFb9sYpOJ1C
PVm18e5VJ0fDQDPXEn+cc0LNr5q6nQ/C+saEQaX8xUUh6aLVl9MVJfIOOjz1JL1/ngTGkJ+7iTaQ
W2ABjasvlCug5Y9+ZnMNgNKNT+BXtwj+QVLqmAE0p9A/tXi7DFyCLR2JGP+YIOSuhe+AQ05xVqmU
cQ41o8aT5yfj+ExfZdKcyyIuyOS9Tjam1ynHPOaxtf7NmTzxnFqPSYELdWNR/94xrnbpJ8GgvU5d
FgoO40MHTjy9A1yK/afTwGB8UfNQScSLDCkUW0bCAMhlladm5HUyFLxOiVKSJfFX9JHOIqi0TpLk
j7HS8GPIJH+MnNrX+VOTs4zBtGKgvgfYtg6phoDZNlWiJP7880CoeH5RAWLSsWOBAOFjlX57AbpF
thfx66AsDXKDqVnJ3oIZ2vI6UEvHuvfOIHgTI7AXimbPobAWySNAVcYZWOPgbk+ZU6qNsGPeqJn2
MW7qmPzJhEiUWPZzP6m+OE1eh4KeExDCXnUWbV+9Dg7j1yGiPnPtnhTMjNwdFapMG7lMmTxaiyuM
WwDdptgnjcf+lwvZmW78IasYsznOiCQIQaHxHkDxG/ekMSZzTzVk/KL3UCX2FWmKmVWCxq2wjHWO
kebCxRypgaqynd9gdTupijafD2tQEJiQPohuA42/UZcZC09xlmZm/53K4fHCh0X31atm3dsZgM3F
zmi7DmHOH4J5O1aiMjeLB/pqIx03cSKUgbUvaBnksabQxNrOvaHXG+k6CTNMPlix8TSLKL/PJnsK
29prHlkTRL9zhs7nUjd0QSGtNQ7+pQKaQIzJLyy5tdl2NOzW+gTpNDZxxruur7809DCwdw9oqg0h
oTXWluoCTNWySqlLhhpHP47ADlXs2SDY69xyQheJcbrUYc1z88YOBJg2btXmC0Mhke56BpfOph1H
IEbg3yd3W3siW0eH6UtlUma0KQaSSiGt2/OZQgvGNs6WWkVEV+0klG3HbKtr3DEI26B0/VMjTfiK
W09P7zSjXu1jLqF84iktZS6VAyYJlzj9MVdW3yb9oVqNoWxv516e2WNBhHjGeUmb06hREBSMsuYk
j1ebOFDf59VFM7WYiyQlQOZZHsgZ6c5qtXSLGXWA8kO+REOq5FdgsODmztaWC3FGVP+qYILapPFG
4Yruwqyeq36D1jh70ZilCPM6JbhPg7YU7KK7VH7HxQFuv2Esmz3WBZEEcEfASQzmA0LvtyIuOzVs
GukRT0VMVW6LQWxQ/cQY1+j14VtARcBcRy0zUjvGr5aYDtIX1sF4O88WvbR10lvFlxbARoA1TmXt
0WsZ/NyRLZr6mChZAUJ5Y8MP6m7YgNJFS0tQXarlhwvnv9LB/xgBXp//LB3sQWZ9/4aRqeu+9b+Y
Oda/90NA0BADQKmCjgdSY/KcXOPhPxQEzXD/wrBB7hBvBv+CY/HfEgLyAnxGAyQ92xvD+klCgDn/
L9YrEsI/YuesXqx/e45WEqSPGmGZxJgIsaNE8+c/eY6mhkyoEWeXCfthEtCdYt6HFVjf03lNEmLS
2huaJMHq/PQ1Xf14gZ8B8m+8Tj9e10cgMXFTsacz+E5+fl2kNtkMtbhMk61tyIuBSWVaqipsx3NX
UApVmNsu5mgfWPn9P39pDCgkzhFPSLr/FiamYbDApnLJHoLIY+r2/XaqmAUhRhpqw/Q3TS5mY+wO
xWS1GBVcdwSIhmk6+aG4PU3/J/ku3/sS+HXffvm2jrLkm86KBF5//Z+/BMJYiYvz73I9M6zsirqF
7ZdImYYAEYyeNSbAlssMhBABOaWO5HjJsX9jBNBsWbf89MzMNErWSObUzQc/0TtXBh40mwvWIsMH
8vXXN1chs7q47Y/wqw2ElsKv2ohGlfJmntQ0o3PSdnaeC3T26M8/0PoffnNJ2jZBbH6kFe1kvEmv
O7Nvl6lMLnUugkfp9PJxkoEbxZwKTgujNO6G0vGutKCRt7qbJT/Wsv/4o6wX3m+vDlp3/cQW1IA3
HKRSt7H7dcExS9r0liOvejQ5je4SZX4EJPrVu/h6C0B/AX7ATWD+aI74+dcncjw1ixYfY5CcN77R
NSdG2Rv/yMr340UcZEjYxKsp8y2EhQQc27HYOiaxTYuBnUw3U6LrW0VHxM2ff7b3Pg6kF/ousKbp
r+6znz9O3qdeps355cRdc910bnPpMwY+//OLvPfrUCTAeoWo6yLM/npR9jkRia4QlxXJxCZsnLQ8
6BxGrzOp5rM/v9R7n4eeLg8n3Qr1eHtzUhtDmY3IL+126beDSpN2UyZ9/88crD9+IHx+CLcOuUda
4X79RCoY2UDRxesF+fIlK3Gudevm7M+f5b3lFmCXaVnczVDE3zpYx1omNezQS8kBQosarxmqne2X
6ZclreRXwsDUzxHpJEbQZX5J7rk2DW8PLIP80J/fyjtfq2OvlSnY7uh5fvt5iSdIh6n/sVNVe8ix
fpwMWv4RS5mH7dubmGUVl6Jvos0D4f/1S61LeuUprz2aJg4S1PGeht/qLi3yxyloP4DmvPOBXJMH
p+MBTfFs/c1yxe63ZDgwHcc4Tw4YM4B7Wonz0aNi/a+8WZbwg3KFIHO4AETeXPhZleLFLMxjQOP6
ablqN8QxUuIi+Ccam0huE5vkRiRVe4z/MufecRdt29qZdb4gJBxMUcRfmkZln6EeD/BlcWRtLAou
r50+qD5YdNY38/bNwtPCkM0sHwvrm6/f7k1o2aZ5dE1ysAs51EeOOsCdZyriyjnRQQXrzvWfr6t3
nho8Mv79muavP7lK9anPlH0kOo9wWyvN3Miqms9qn3xhagF+CatiTTYbTjGfQz7WPv35Dbx3HXgW
SC/dYCyEXPjrG+hr1D7Wk6MXQw4ZtLajHDUVH1xsr0yct1+tr8Mpoe3IXLOcv75KJ42GmLd+ZE9h
Wdt+kmYfmalh4zxaguEeAnP6UOeF81AsGlN5OyMNFpVWgZm7J7SYf3A3v+7T3r4f7jSGXS6OYCZa
v76fxTDZpGALyCfT2ZNfXE1Lc7cH91o8omWZWxq2xS1yEza4rkPb5uG9quuOsU3FIPi3ILgS8WS8
ILOOHzzL33937F50nn7cOv6bi2JYnGDsAv3Yi8w4xSdgrjV2w3DaDR1CiTMxN2g7+eBWkzxr21Hc
0QFG2FE03Yy2zM596yateZjqKj+tiI99+eeXDK0EVsDV4ts81X798ty673QOB0etdTDrYLoL6TTu
L/78Iu+shfBdgHbSTsAP9faRmVDHhn4zHBmaDXnUKDu9KUnlhGKJsTtVGe6RP7/ge9co7ChYbOzi
AFb6b/b29TIwbjC646T36sxQOUJ4Tkwejop5NWJXCmAt2NNXGMuoDbYwphP4QsPneMEZ/sH1+c5N
yc1ocsP4KwfMe7ObyyW2RCaOxyLRMJuK/kU3p+KDjcK7n3ftRMCPD6fzNzqRqkwrztPuWLams0Fc
BGzbdu2+l6l1vbIBeN6mXcPuIZYihHSptM0yK1pA21b/4Lt/5zFBFIZTncNgWmfA9OsV1arWwz7X
HseUAwIq+QOJq++jrz8Sd4T4sOw7z/ro0fTed8zCZvHoIw5gvn49Px0hc3wgnSNBao6EtzTOMGGc
2c7GNgLmJrZxsKua2ddsnk/FckfV8xGf3Cf8N1tlyK9E6v/unvmPO/h338+6GnHJEwJ8S7FbGAbB
BqmOQGTaA5d3FQVQkj741L+/CPQomyfO67PfXv0CP+92tSpp8SA1x3Iy0xtGFd0XI5XuB+vXOy9C
IQRBIFYHH1bAm/OhxFxZNs54LNdkoTW6+elC5viDT/L7lpomJtCy3LHUzrBA/PpJKg3ut+OOR6WP
5udaLepADVcFAmtwoDR9sDT8vjPgJGJ5QF/5OKxFb67PGVsvvhl0qkJUMx3FdvIpnRxxa3XTRFXk
RHmqWWfWDRiR/jBxXPk2G2Z6ausMJE0AH2BbAq2PaESQB5UpJj+jmvN821ldPUZ/frNvdxR85c6K
A1uVEVbp39YOx4lx85vHdhzQ/uYMS8RGDwZx5jguJHWfDmrciEEAXjBza4roinQkBPHnN/H2Eljf
BGcDDwkPoSZ4m7TJrQnuQjMfXZwCG/afOZK70D/4Wd5eAusplKieY5CSANb1Fkg6M6vXYMscx6qF
UDBm44VLmteeq+z450+zWmJ+2Rm+vtJ61mXr4nIAWL/zn9aKvqWrV/H7k31sP1GGgWEEq5d3SgkB
zenQ1VZrgLdvx/RTWw3pVeWM2ncVNMEpwvfy5YN3s94/P29e3ryb4M3TQXhJ4pq0pgu76y54hlRX
jTn2V7o+XjSa7W6bhLLlwqVMo5+XU7qs5WFQizjx3MQku2FqQAP//JbeueYAJ/zr+3mbZ6SoQkAE
ao+o1wwXWWufsQAWuNNoC4hzClKVYTvbPCfkC0Doo0XtveuAljkKfkyw3ugSv/46AfFmouvd0W4V
rdAIzCDEkIzrTv/g1nq7DKxf/LrakG6jWhGP1K8vRBWBrRU6q2dDjUfq2sSU1/APU7Udvuj0fhn8
9OTP3+xvT+n1NQlvsmR7q3rgv/mxC40hQKCaY9f5OrPs0TTPS9h0n/2Ahgi+atVXmwYPuQDFZyXf
NXgFWUQ1BFMXOBOA5j54P+/dCjApubE5CXvsTX79DqysYthddBxYkuBsGTBZ4rC1XfJXmXYPrccI
qWnxDkFl40MJXIoQiSztOBdUV7Ksm28fvJ33fhI2LxY+Norr+N+vb4dRly9dSx3VMGvrJDPtHgzR
efiw2Vpmm74KxgvZzF2znRCBKKmQpO8iuxnGz3RDYKrUahEwdrH9wQm1uO/3mZgZ7/E7G8OpXTb5
9w/e8Xt3L+szyyMLIzueN2sJDxBdTrI8NuZUPqohXQBSUTVJzztkv42vgyiJxOgFwKZyRcqiTbq0
2QSdrq56vM3fU8bq+HccY9j/+Z29s2ZjfdVZuUF/+79Z8loagaler4+G1iyCkIyOuwQf+vD/cwXh
IvQNHlNsRdw3d1HhW1VmivI4eNAWQpMlHv5ZYBVstPLK38QUKxzogcY9wgRuaQDYkT+K6v/L3nnt
SI6t2flVBnM9bNBsOkAjQMHwGekifd0QlY7c9G5zk3wjPYdeTF9099FMt+bMUV8KGPRNF6rSRAS5
+Zu1vtU6xY2ME4x3cQWT7R+cYP/BGRIKpJKWDT7n0qH+8TpCkJLYSxBe98EcnhJkdfejlaY/gDTq
h7/8NoeCZt5lekoH9efT209jkbN1v65nfzoQKQc0Jm+NfzBwvPy6f3pEMG50SLnlSGR2drkI/90D
y6dQj5UdXDedEsQ4T2pdMTe+z/OmSwm7qYp/cEz93w8AlKFISnFeM7sCNv3Hn1ct8VhScFz30u5f
TYgbggwtTQq3DpRAsGMmHSARZJmaU0nPnxWmcfkPPkIy3f78qinQWDldQtcwE7Mm+eNvQSuVTko1
13AMybrJ9dgmG5gHw+vUXdgozqCfvNBlH5HmxTB9CIEjASVlO/R3IBwEusKESJnrrIxjUm5CH2fq
EqehOgC+QA9tW/VivJjo5Zfj3BbmkUgWbO+hGnhTVecqaqmlTMbI9obpxlqa/AEwafvBRgBCB7h9
GGtwFLqLEKMSUIwmIx03bukb79Cr8nuYFTmKT56QH0NvJje1nuYP1+sTsUEP0cMigee4n2Z0FIek
zKf+evDGSW9b5ZYfM5J9wo60vWTr2inVuRdWF0dhQbuBftuOYXGhbMJ7Zdv5JxkpbQKRxDLOLUv8
CuRQX5GMQilzyLNavzWVM+draRukz9Ygwtq1D0bwh+Xgt1xBcGLHlSxLcCulU8PhGRxSZljwV+o4
ZaFS7M0dtR8qFlZYHLPUJ2e29UrmPRPGUnMXNqEFIzFAM4RegfQX+THkJoEzhAORhJt2gueKreG7
b52cwCQoO11Q7kqSCUKMUCO5K9hIA79I0G2annFRG6gA/ilJotdx4MGLn8NJTiTSGeF0F1ZjsHPi
nn8eUiWofe/E1neVSfNiddBTskIICeRviBPdrszLAb0KGl0mqzjolpvSwWsQ2QNIHwKqLTtAVlVM
fIA5/LNVbHFrPg2w2tQ6EyJ/tEe3U2sCNySYrrimCkd1f8lwR4bZbpwhQRI39nw6a7Cq3T1eKh6f
tlfY9x7QO+tG9Fh/cZyMHvAft7cKPNxKdXugG0QeZz2Az8FOe7rWtKziCM8iG0ijUGmPlU1aX73B
SDdejOkHaYPFcqzMejZ25It1H7WXY+tt5VyVEcKuoQDJMNQPA1Kzfj2Ts4bwEeCGRT6R5d7NaCvP
yAlTc4OVmVBjIGKQPOourJnOkSmnoiG1FkRUvyY2aBfo3baeKythzOuM9iptmKWSVzajP1TamsNN
ggyx22Apmp3TjEtzWDd1lvwUQzqQl+ZU/kPtzdOjM9teuRWk6Yxbll1TihBnyh9hvpL52pm5ROcL
1+hujPV4b9Us5VaKhz8wqim0P718amA+jqG9KRc5Xvmu0+ycAukpPq1+X8PNdQ6xy7eJ2jD2Vlo3
2RMyX5SyserSR9lW1gkdrHEFaCutVj7cPYRoQaO8Q21Uw+OgQnk7DXGPqjmVHGotM6PnAbafE2HZ
CYuNWrTg9EBkmIB1HIGb/voU+S/tAtoFpkN/X7tw/l//U1Wyrv4oW+BLfpMtuO4v7MjpPFmkXOYC
l1HSb6oF/oblD5U0DwlyKn99xP/uezBs8xd4FYygCPy+cOQv08bfjQ+Gbf1CZwE0wmHtCb/Mcf4K
hOLX+vjfnswsXCzhsT+6JAhdaOp/Vi7YwTJ42cXXU/l5atz49N41fDjiCdewlj1/S1AO9w+FQRaT
axUiYI1tcqyurE4gPELgvXCGxBgFdwZu+2YVL1XYH6zJxl40sikpjr5lMLpq3BTTaNCSArYCzFH4
656tBxFoXWrfQZ01qrVKQ2hewpo5OTALdZ+JyAgpLwEynwfwEGzOOzhjRLGE2FilRuUuEu2oCBb4
a6+8+iMxpA9Lrqs///rlfdt8VQ9D9/U1XP9s/tvlzvioia6XSTr89z/+kaDg32+cC6/kD3/YVIMc
5nv11c3nL1xdfOlvE7nLv/x//ct/+vr1uzzOzde//vNHrSoCwc5f8CD/cBUyrP5PL1z9s/qkvfnt
ex0+//Wff/2C3y5bhwuQhpKUXPc33QwF1O92nYDMKTQFlzRCoiCYTv8frY1h/YL94mLioW5lhsv/
/bvLlvArvhu7rMvIglr7Lxl2KAr+WFtxS3mMvtiYYP1BDPTn67bG5TEPof8w5CmiFxmCDDRhjx7a
RnfPtj0g/ww9PKdeUN9Xyxxca8ud3k26xWgkxIhA8TJfI/wC2j2M05s9xfphBlv66NZOs1UI0g6o
aDOU79YjN8DyhFsYABOY0Pu4UMuVQPu8SWcDu4UzJvPWa/lzleXDwQFvFPmI/04wJAOMkrhKV0NB
N7zNjE4hGkeAtmkxtb/mAUgRHKr4Ztey8t0fbmlRG8O5s72owMt/Cww9uMpaF909RWB59JTGmdi1
HtTmqWmATpQkCxSEqIZ5h4+H2xZbstybwsTfwcgSsK87iOa+dCovPQymUs+YUSXycjGL+1Ln/o5f
pb8uY4bNbR1bdwImC+o8CNH17MKdnsCZr/JqsNAxmpNcQYBcD411RHFYYZGWN/SJ5hUBIevSbKY7
7b+GjrobGEIx7ENm37boJX9gStL3KH2P6C3f0YCeHLLs4vKK9FYsPsOTX5qRmysgfZNPxdM9mGn8
aUAkPbadfm3quDyoZrRvO4HOk6NqhVsD+nnmvdvmFJywux55q26hTT5MYdtsxEjkVqtnpPtp8p5l
bgFKLPiAANZFqetPP81y+ETwA+QVvsjb5PZvgFgP2jaOZQe1O03i4kyJgKemnerPyvQevKr7FouF
yEQ88LTeI/kCI9xtezyikET4P4zRggGDIyC8S771EtfdNmuCBuxobG86Q5y9pnzsSqs9Zbb+6TrI
ngn22bfjzHuqgMqDit2NxO3aV47KkGrXEqypJlCMnWmC+UJD1o11Z36TrRS1trGipUUdaoBPtEEJ
Av8FhbJzgZLKUR1aZ8ietYjn4+R7UZ52GNxeRxjW6tOQ6qFL/HVSvbUubvpoYJu36ssZWecc9Pam
bUjbnAwBfhqTExWg63YxuE50tJQZ8ayOFVh6WOkOtoaTBeX0J96L6q4fE28TOCo5uMSkQpNpLDTn
QG2YdmTVWqZ9+YzTnLkcqgKkJ5hcGZrOktW264d3foYJRc/9HinsC6a9TeeUZ7JG1mViP2QLtU1B
mONgN/cqAcLhThC13DDvr5SDX6kQ8g0swZa6m/QRKrAVm/Vjj71vk+b+8Byg6wyGZY4uQu2crQRW
HI2kHuduilb7psw787hQ40e5ndRr5Gbk1I6Gueq7tt1kvRiusqS6xW8iN72Eo4T071SZk4ic2rm2
LN0Rnwd8ojfKccMzDd12qRD+18nDBWVxqECsPhqYwu9RtMVRk/MGIi6ct6GvC1rhQX0WMnkpZXcw
im+nVvoRwQto09YznitP8GRtwz1495eGyO5tAcsomhxrn5e447xA7TTCoYj1gIsEpSEw02NxFvcB
+RKEgGMmsnq5sa02EhK+eY9RXwXuGgpnvJ0xluOp6LwPC1jDVqUaDEqz2G/cua+LToA2Ndk+raZ3
mr37OtWC0ZoHZWCdpfXw0I9zGM1lPq5mM8CeVMbZTomEAX/2EdNArEm5wAQeux/pmB/mNofbnz4z
Ff0Qs8rf86rfZx01aqfti2EsikshaUnxg9nurRQKmKV7NoyeoG1jpKwVaj8FJs09N6IZ1nsJtr+2
sUlLTbD4GNe4/It9VcXuDTEHzR0vBctkvcib0nXUBuJMvDeE0ps6cI7JMCcYazSce8vfi1SiiVtg
kdj2Wyht7a8Ec5LHoVqSI4RCCKrSDuFokZIx0qM9YVt4yVqxI5bVWTveG2FN5UqTR1XtG1gr8YZj
VrykPDnvHKdxnhqtOM+D5N2SNnctkBxICMBH2qxd1Ys/7oRMXBiao/hgaLDm0AkIHh5c49CE9IzO
lBpXjjma6iczufJKWGp4rydPTyv0A+5HZRuVQK8uNCJ1CXkM2bvZrolC9XfSkiNEzy4Pru26tp5I
y2ijSWSGsStN96YgFeCmHElGhCYdO3dTh5hz6DpQVvkcbsFcdwfdgVhCfK9oIR2k8nXYFzddpdOt
xlQaGbkuuCWZdmdGcrHMhu6KUafcY26cdxP7xpcmQa9alje4N/YdEYVNua+nsdgjg6j2zlIQAzty
+DFqGA9jrfcIL75ZsLVXzgRJJpkKmGI9sKatbIWxDwadbXHKxVuf10Koy3IF79O6IyYlSjzoOxdB
6jh5z8Ok4b9OsjkvvWty+f8cl0xu47Hxnww1x9vJh0AzmJh7AW/ofSb6eBMHrfecmHn903CK5TGB
GLqZGC9d04Rnz9grwSbnlbETjkyOOqvTI9HBZHsX3XwP07N5kzPmmRXSsJnnJkEgh1yUNo/qwTsP
nVGdIFRXzyxxq/fU8pYHORF/a3pTT3xvbDLIh+TEUqtYe9XF32LNy8dfr22v5UdX9/X38MdC9tfi
9N+q3P//KmAK0L/fuj3Uakj/6X98d/LjT3UwX/Z7HRz8YprMLaHLmfjCmV7+rQ5Gc07XRPeGLusi
Hv+bZ92w7V9Y+iAVucweSfYMKZD/1rsJ7xdiJUPETaZ56bX4dn+r/+9+a8poHf7uht5yzT9tPwgn
uewcUYfQJDLD/fPKkSLDDdyRM0R6gCjWicm4yLWL3idj3h8UZa0gMQLcfe+f0McueRs5LaiPVYzF
Fa0BkeTi5JWqLddd0011RNM5G1jEyQ+9ETjig3vdOmESrtxlSOJzLkQ3nqoM2NPGMZuw2y+ll+1y
V4ACJ1PaGoqVVdHHQQcWenzwFhOU02qGIY0/G1gbxe3A+uNnAb9Tg/kv7cQK1liJknuA+cu0dsNu
9n6YfT4QFRDyqpNdnk2B664WRPbTLWPjCcQ/A8t43OgOKv2T9hvPpxYS4RRNwbwUt2VdQqmC6htk
Dyg13fyMi7cp33GE+fegBz3z3lWeCI5e3fYYwqca7oRtTeW4LcemrffF2I3BI6ac2u0ppAIwKeEI
rue9TAYegkMQ6kWs7QHMGCxykC7XYz10UNXGxcdsDwHBzZb1UKKJdVcINnRyYwVAlmXEy6vnN7LW
jeUIN2tovtCfQ/RaDWPdS/KU6ryFflReyE2c+2FMVTRXvb3P09bK7xsrzbofFLCyv5GeQXgFwzoN
KqpxsuA7AOCh9paql/5rzgnFpkF3cikoX0btGPa6YD1bAE32hsrBf95NMp3Wg7fUC7g6PpJvihfP
pRdZAKbFtVXzsWGbuRjMBqsJk9tKC2SxEdFWHg/IYcQDlv6KmZK8EYgjyQBoy67ob1nU1M7NGJKW
/WqocIAIPgH8mOIDJnGr/yEmq49fF5CF7XM76Lq+w9a9AW3Y7mBCPbJgE1e5dnIqBHqqRIfEYuc+
6BKv+bTqPJ4iYxxfqTSadcyU/NcL9z7Nc4w63pSsU4THC6CVxACTnyRMVCd80XcZme3Oi8PsUb21
dl7oK9fuhhXDFqlNUqRMYHPQuoWCJ6PGyr3Evobl4yUADhg+PKZtNi7LfWwMDSA/PJHMPHG+XjCS
XMZOmBarnkgfajILtVgUgvN/a2PHyg6hS2hOFZWhliYyP8rMO22EcRJHCdvRjhNfSu+SIkY1dJIz
vt2dNOxpefcEQDVQblOO5gfGZr3cFjZ144uPd/AtL2YqdUExDzh+LmEMYljccofFAJNre5c1yoEt
RFwGSLiE/67DIu28o2lh1Y3os8bhbPxOih6I20I5ACZwpK2uhfEqx7kf32eUufozgCARHEwP+hY0
0kLL63Zuavu7M3k2bi0DEyYgsZa89xTfF6Hok8P447bryTLZL0ZfngUM+zwa5jYm2L5rYU4vcw/J
TPWduTFHn3hE4Y9lHimIvW/GmLbpOssdiJep4ui4aQjQxF7rYWFfQt5UljkGOIcwz4O9D83f36L8
hdlUUyxHoT/UjHcDogyIsSCbpFNGdspnuBorK4eTcRUvQ7nsefCKdIWmrMKS2yQB1D9dl69YFsE9
zHDorwynG+/quTQKgNWZp1ZuI4p+VThu9arscvmKa+FdWZ5cYJdL/VnbAelctfbOZRq8LrE7n+Me
MfdB8qIBKIBS3Gq7z3cl1pBNbC7wBKeW85NfxAhWi2/WB7+V1g7JL25zRDLMeo2+f5tCbM4rWRry
I4m18VKJMbkd+J74Y6nqi9mZz24VFLuGgeOuJQ36VNlF+Zhkpb7vq9yxj7Hff1O0E70Uy0psW2Np
0LaF9RNYjwATN9Du79G2ClTGcFkQGAYEty3S15C3B+sRR/FCB1iNCTw4x3/1C9YE0aRYJ8kZz2I3
EIRxVF7nR7EM3GdBSbrslthijVQWsBTt2s5PLMn9dD2SPXebkoK3AQ0a5BsLJAPxaL0zfalufBrg
xpIygGjoleasfeQEwA1uCYNEoRIF7kEh9foMiDK6kQQPrwO3gjJQ2fM1VJb4h07TxToV9aCxJBYd
wa822C6/zfx73ubp4JVh/qNvFOS1C7FpOwa8qFWVmKKjI07wME4gY6KqtayGGt7rXjQPe2bnk+21
O38U4lwYgcep6KevlemP18mIz9aMLfEINrB7ww6tsK563paBhjw3Avz4JURhP/rGEQ8B8BOneTTz
qb3RItTx7cyaZN9lMzC1pqT1osrG6Ynviz8Pe2kP9oVI0bV7RTjaET6c+9RZ8l20TXW0puSE5x4z
fqHd4dlqGhiPjPeufaFu8zkoHptlWViXjOR5dQt5UnVNSSzj01AzaXLZGN6rAutnuFxKAfItyzdJ
btnRBit/ZhaWr4eqrm9NBJprG04cXdHY7dqSHDrmXsZ3sTCFicChqoLQiVrcT2bd5odmJrebNY7n
ReTAJFvDzOSpWNR3IrPbENhF1bbxW2zZd8yd+wfRtsYmk514aQ2kYY5sULgN153VqgMYN4CGRl2a
3yS3lStSsWAc9mZktSJ9NgwT5xeQMaIexSFMEE8Q13NsQzr30rxE8DD+RuI/deSvhYuOHycAPVue
fFCWYzlGns+grCnVLmTdeNXoaltVXdaux75gBtbYXQ4MrTFHkAvDbdWL6YoiJ9hzoBJBvmQ0T2Xi
PlMGGd6PtiYo8HPyaKhXZlG157wwL2EcRbsQ6GNgS4mzeHjJZO04x26op0c3qPsSNCrskmbtJx2S
z8ClWNuXCUXJ2VpM7b8VGPHfUzBZkCnmdN7LTFVrughzDQf/GxOrBI2LOv0r55F/EyjvpaihbJZd
yvFcE6YifbOMVNwn9FHNKPfxEFrr0ST3aTW5CFVQ/tvkSZrtdQFLgLQA2Wz9kMXnNE8genG+AMMZ
jXmTGY6745dXOJ7TIiHdeFDPE2QO4wBEmlNbWQnjJmVJfN9+N88fNKwX8/KI3OVWiLjdYaBtP9yp
sjf0opfQMF38GAlcBdtpeuM69saQz9iww23W+/0mm0UDt7a5tbMMJokIfJYRuNvWBtOgedVZojyx
wef3STIiVPRycmMNlKxsquo0x0BAQ1JRdrU91k2EGMnaGpYeN3FuGDarBrtoV6LnPF0RUqm302IT
6jU6+uSwb40aOTWk6ya5/gyzvHqoclm9BXioXmdjFPjg0+E8kdJprRKfoJ0RXNRL0PXDfhzzajup
+nMpfXMPU6JYk1aBCsKqyuva0/0WYFHxWWrb2SnAOvs012RxhNA3bHbmt91opmvXy9S6T3p5BpFa
RWROWlvAOOWT7QbL0UWI9pL6zVMhIT2BHTJ3NeGrX7bbkodZ+F+kvOY7KAbAOF3YPE2KMH/MxzNl
Qs/DVAoSSdvQxbMKfM4GWHTIFj+57lBHU9hNCc9aM77O6/5LFm5mRFz/oJWFaM/EOdbOsSdie806
uHwRTmlgRzeL3VgX6TsUEW+fzgE3XM8Y8AlgdrETPSAPIgzFD0BDBZPNEnYVnQgKdoCn/m6YGspT
fP/prdAdaF4rAxkX4w5iwjrkEPttwhCpzaZRR25mf1fSVYdiob5gIGD6G+2XbHhz6bOzcnOG/VCl
ClLdGu0dmhxpPFOhiprBsAWxnGVHDmCJaZARZBcbxyBYgOzETBZ2/RDbT2WWgvVaLBJb6iC54HKw
B70adud+w6gu3gEC6GsJlIeQE9H9mO2KPCXAFGScZJgqQa9WzU88yeXRqi5pYEuM8W1ehLlJnLhZ
t0bXjvdlQYjkWntLQknX3xXQ7G5GiL47CxjppsTQcfYt20VZDAYz6quZ6MGiHsl5BWfBmlnBtSzY
UR5J3DEZ8EJvt1ZO55NpPQ2ZgkUMVSFSTdlH1kToStQZI2hY9h/uWtgFagBC2U8Ys3zzuubaLtbV
bHe8JDTDzspsHTpBrlh9QzpL/jgt2ozXBnSA5mpyM3+ftoFzbvH672EViuw4dtKHge6K/kk3rCFW
pElY0dyL2Y2UDx2c9N3cml5UP19jka4voROQyim0zXQ/p5WzoYRx75x4NHZtIjxG9tp0EJ/V6i7g
GD6IOc9OU7kk735fBv0hMRPb3+RQtDZauIyv89nj0MpBm0cyZE0Psqboliu3Bsa2usSKMWxV+RvZ
WRSBhdc9JlPPrVhTN65StvvfIhhKpoFxdjA45V4SULPvI7Efm3rIxlcGKdWtEpxPlodK33Y8BN7d
kBq3ilyWWz2MJoNduy6eYwKAVyMPGCLD2jm9EXmoNhDU3E0GLBG4juWYN9LJ/RsSDPVPi5ISMLAn
PkZkKHVUZa4JkS6Lu9uCQ/GAF0+csKdUj1UQVgwZE8rpRgwlKpZmaM4NPudtS0IlgP7B/OHlSc9G
KvYOJnMmAF/tEn+KZmjXVsmyK3A6fb9UKAdW89xrgg5TcKomUTy73JMfIbniz7Cy4OiQJHU9MIkg
hpmh7npunf5siWrZIxBSbHkqPzu1MgiOQ1/rXYMrBYRQ5R5bL1jmNci2l9Sy4gN7tvlhjo3sy2Mr
HM1sia5aZusrZQ7xB8uNfjW4fXrjQb0/WxyKPHikAipDt3Sf2mHBBTb1P+uwCe8lnK+tPYX9xrOC
g+uZcNtBkbORcGGUoUw1idAt2odAlPGPAUjotd10NNxayVPKwO3StxEF4nIVG7a7L+IKhVUPHG+K
JOPhH4QplVcew+YTMBZr0zr1Q79QtCAXsupt6GTS23J+kyPWZrME9BNLaJWqiIiecyG96q54Fkuv
nShZeED7VVGv/ZKekPO7tO7DxO5fqtbvvcirZ00Br5JcRMzdF75Ce+E9kmpCWzNaM3/lVPhzM6Yn
FNUsgVeMvb39QNVUrQYbYTDo02n82Xa1eFVTr58Q0ZcYRyY8xqQEW8GzVS0C4B/hZgcWPU14hQVA
Zu9L7Ych+UPU+KQb584BsVALJZser99RKn8WpGivY7PXd6CtYbWNbfBtEmr71svC7IknC1R2W1su
86SAQv+y5ZyLFfjz997tpukxG3NuXBKoq1Xe6uQljGdv30+if2DwEe9aouiMCOSQ6R4ct839yOyS
ea+nzhUrs3SlEZWmE5ZrO5nZKGVzVx0NV8A81G2oT5WqzGyzMIHLAec5zjZkz7GWdet+eonZ7mJs
S3rDkqHvIp9qKtJ+bKxzlLRf3mUWC1zN3kyhX0KVx9OVk2LAemnDNW6JQ+OxlFxPgT2fGOwMANRR
ej7WPC4L5Nwj+tjZtIChmE37NHVCAsgZWPbIMKlXfinLDzVY7pFwXKCMvvcgYzWuO6WND7MvU/pe
SGHl4kwPKUC2EwWqs2Y+BcUPvPKNkcns3iqWamdrIiqCrvKvlSGmB3+o8hteKY2YUeaE15odGxWS
HAF8laCOheXkN3MAhgVearPhuZolEATDZLO483zdDlBSSBTkVInqTLI7q7vsTLxxCoy3ArKSzsI2
o4tP484jCKgnULt2zWvLj5kMInqdyRc1J8c/qiVdzHNXkJ9O9QCM+YppRxKsc2kD3pKTYvlGAWE4
D13T18mdQWwUfRtXlia01M5T4X2JclHVuyIy0d3mwOyGYj0EXUMcg9cu9TOAMy+AK5UDToBKnk/x
6+CqAHzc2HrEn9jlmKoQtVaVJrsi83P3rqcZFwd4dfmA7UbTyGALJ+Yztcd52QQQfryvdHD9E3Cr
4FtnQxb+mII+diEpDhxOm7p3vO40xqV/R+cgsqc81N6AgyOT/UHUQRZsMS/EwTXZWVN878ZOXG8L
ugZ9WDRH5XYBnMjiNbmEZFwgyqR4ZtkFVGeDnnYqQrcjy6ezJWaXIPFwPbt2bEHY8/l7GIWmc5/C
+C72mUVMwoafPWw90JbWJlHjAJcnHeRWlzxmzq32x2Urc7uMdyZ3k3vNXn1g8ZHns9i7QLPSPfOh
0r8qMI+pnTNBkANDpxYrPhuByw/vDdMI1gEvNNkxKZzHQ0JE6nA3GwOERyfI03mXgV41toSjV+Ue
jrxh3IFHZU1I1HvsEBjR2/U+FJMXnwpzqiiSaaPMJ2bpHsdulSkYZl0m9CpHgG7chcvEz10Gwiej
f+n9OUBPQFIogpn5BEWrojoWP0MEp8feJGM0Aq2eLOsg7usT6ybSNMp0nAN2u/RWkaHJXlolBI7f
9VOpT7HyGDHH5KSn7UW+zvQJnnS887TRUSANHoDTfil3GPvtiMxY6g7Ezu9gqJPN2JEqwRiDjBqz
8w+K6eGhzG3rypsX4lVUDOPQpovPR5jgKYQ5b7Al0RKK0OlQofy022vmr/6jC+frdiwoL9BL+pfI
Ylo3lHnVZxvDjAjKgZ8VvBIIM63wURxl0wOeHOLV6CG1dUOCKKi6SDRMqxC1BTGgS47bNh2YaKVF
+tItVBxj1oAwIfyRTCkDuJhYSuQkSbpLp97Y+2NHKywowYgHB+qudz1pRpshQKneuIvexqVJ/Dmb
5g2DcevO7UkqH+3EQaw4Nml8cHt0yviPzZyhCgf4jM5nE1SW/Ekge3BZuHOj5yyiwojIZce8XrqF
vXDhXxljn+wzpy43wkhn1BDFuQ/cn9IrfIz2HPH3SRBbu9FM8oPHev+Qzo39OORe8z2jkb3paco6
IIRlcVcsAc+uloTOoCHPw1KqfRMmezyzt4sDNT50sYYf9wMlK32TWznrknvqKpHt9B1UIdtft+fG
9mQOKLCxvHegradxmYpn0meSl7ExPJiQjf/hEOP7bpaSkSVv7KvfU3eMfSofkGaQUD9Z441lFfOm
Y0UEDrWpNiWCHyb9hGiTZ95tTfKJt2YDda4OkYsMFknhKHQ0lRMs9jMOmGbfe/JL5JV3kO186zBQ
BEPqP1lVSuhibnBUw7JiEDqOCJXjb3Tg2cFKywBuS5AR+lDjqCo/58bxmDFDIFkW90V5TraygDas
U021bgxtfDX6XXPnl9NPSnojqgqwVZfxzKp28+ROBnOw9hAHD2vfV/fUYO8EOJFzF5MLsUzZXcH6
BoGA1FvkpQTMEFFbbQphDZtGNu1DPkiCdmU2Feelnu8ttcQ0bcrcLIZuDqVKjDVk3gmJsWmtUdgS
EeTkD1laQoRtw65bx9yyOxy+zc8xN8/L4IBVnJ/wHRKra7HtGOpXw+/qq6z09tIykz0L1n2aOZpA
gGm5lmo+Er6ybFBTxiuRNmIXX7Lax6m7YMGD6Wi5jHs0de0BYQx9T5NOK/bf1i7EiXkj9bBNYBJ+
tSESYzw59mUETCqj13rq4DvdB+mQTHkYch192B6oIOs9NNYWpXVYbM2WeisThHU4pVj3eTKvyX7W
kd17r5yh45tq9FEUY3yQeTdGqHe8caNa4bMdyPr9ENbHuYAaAgOuYLqIHoshrAXud7BH5xYFKbHl
qQMGgw5KVEc6typdW9wvelfEnrxy4ti7cTwu22aR0z50SkKix+KlMTOeqV1sQZhCMMx8plyzXqow
6qMXn8sODLRbPXWJ95p0XJm5JGMXnRDHt2+9lPYiIj6sS8eWTQjpSCQgALIP5IYO9sUqLDTaabvO
L0KTXngoRDALbUZCcU6iUsZnGE9E21yguY32MS6l9VOT85FOinVXRJ4ggiTUN+TGEFUs+jZ5gThI
7Tepfit9SAZLnrXgg73ybWR/iEYKMHsyYmduMpZtNI6Ze+/0vd4NOLIv+SDN5UEwJ580otQaNpy4
Keds5BxsuI4htBw1s1/kFdVJ5XH7bCFAivyEwTWxYNyUQVvtfUsmPCN8Y9qYievtVaJ2dDMEO6bD
INYsCGe9qbQ8qdJTR4aDnOGpigjW6O9nxGRXfIbVF3TAmAFDRZNC8OaTUKo/6azIH9OaYgMJ/FTx
0rLyf7N3JsuVIlm3fpVrNSeN1oHBPzmH06mLUEiKRhNMioa+cadx4OnvR2Rk/ZJKprgxu4OyGlZm
Ijjgvn3vtb7FfIHm8A/ooH7UIJu7s0kBiAa3CGiaMDqKKjyvOMScgfu1DO1eqpZX9uS73v1ED/lk
hG3jAihJOzKqfPyLIXICCsPBvhEMDyNUg4+pbYRLNBgqznfxqDPyfgqDXAm7dkVz0EjSsUKo/lNM
J/W8mdkssyBtr5lu13D5Mp8SnVYaMnYNODjNjAcaGBTRRgGPorEubXDnd0ucz3uyPnhpZfaNENwk
oil1bdXhdb/SR9dKUYBhJA0hJ+IkgotFI7uAV+Lm6B3R9hTYEwdpRyZavCzvSUVgHBEjpRIyoVpS
RYswsczR97SEyxJcQUNYeOnWY5JGVVvZ70ZmrzSA3I408oGu0ET8ct8I0KmzavWezCvWoJxAvX07
z/M+NUvzWLs4ojtSTL4PS32Wg2ek827O5ySmGO9Yr8VhntmaKVaNSAWxeStch2jbGQfRE4HBrxH+
U2DbC0eQAIQENwhJnouty3Jf0pBklWjDqZH6FPZ45IS2L1ZEIsW5/xtXGyKDJ4YrdLEO3nCsVhba
buxd/gv/WKw9JEdxlW+VU7vyrBKZPZ3P3mKZ0dt39FyHi6sYFQR0MVz1lukhYl///yfOrjiYdd5i
99w5TFP9XTP6fb5huhJ/Gdc8oCjkoRLS7oXprZUI73cmQWt1cj3Rr6/Xx7fmQA/z8e9hMHt+fS2D
MG4EcSNZbbjlJqYN6268DOGCm2Lo2weGH7af0U/k46U5lNZ7c2npNLjSiyMG6kYK4LY1w0uMq4SS
/Lmy5rbhWFi9Kav5fxPfHL43Vw/V9+7lf+qZEP3/E+X5Cs56Q3fzvf6ePJTPpOfrv/G35MYgZZMv
xETaQRsZB+3qffwH9Oj/5WGnW390rKpw2NDD/JMVIcjmNLFEwI/CcPcM9Gj/RQZC+NPeaHlQ1f7I
MfHS4csrhvnCFzZELBNHxyrJefLCN3GdTah5r0VmWJ+Fcso7gPW6p7eK8HfrkmCIFI8UsSdP6JWF
4/n37K0vtoA7A4yLB8D4dv2rnlyVXh+pniyzDB4JgZir7EZSnv4GwfLqRdDur3bgwMI5+fwikols
QETDdZG47ufZVx3waTnNv1maXnpB11tZBVA8Fi5jviTpDEEscYEG19WQEocU2Il77QYZI/NQg7Sq
/fu3n9yLJffnk/Mtk1cqXP0t9moVffLkitzS/jL411ZhyXO6FzcJToCLbgj0b+7rtaf35ELOC7en
qEMbj7J/rQF9RimKso2pGKO9fTevvX04vTBesIVQ3b/4iUTSjVWaimvA0eEH/iGG1pNeyLFYWmNP
pCPSYxePWPT2Va1XfzPftkK+SIGs7cVlAURnc1oG113lqEgjCaeo7F0XYbhHHnoTFjeDCuNd7Zf+
Jy/oxN5zquQxSwTHe4ehB3a5tjr3VSgpzkorjuDCowd/+6989dnQ7nMC3OYoq158I4NSgwzXAf8g
yXsqCipbDIQ+TcQg+2E7S/i+ZQp8fPuir/zqgWnavFpwezCqv3gy0MZTQgHs6ynvrTNbafobDNH+
/MOEOsnHD8uWZeclzwL+90hYvHkdVmOxtWPEwHTeg93bd4IiiU/hf/fSdZHx8aFhqeFLCXy8588/
lTZNckUH7mJaRmYUCuL35zAPyuYMr2vQRFkQFtU6kvMH1BvWQPhVjVmXvdSxBkTYpvyBGjGmjoNL
qzed77bBBph6Dolk6fwqylUaX9DdC8JINxMyw2wJxYdCz+W8gU0Qv1+gORgb/CiEr4Rh1t75omrv
lFsJms+TVD/SEYHbxksCOvgYETpGriRzkQBltM6nCdFejQK6B/rO5GkLjN06ga51CKQwB4sA3yzr
7AiK2LLDL1JbG77Y6SIxtHPdTkFsRzUxPg+elWerEgmMxrbxBRHz0nHWoCoo6LMROh+UI51pz2jP
wdxgqeo6p3m1IDdsnTUTHmXCpqP+uuesjbO2lDWZCoxjK7WVXUv0XjNn/CN0wPvvbkoYOK3V3via
DPb0Q+W5ewrq3s8jT3veuA2Ukd7wHMMTSYRVeKK1H8L3D7rkXEgmVidQhf2t6dAl2id1H5/Qomhj
23ZM1pCipTjO6YPr9EAqzdhEDFmKHwG9nnmTGJad7DLZL82FzXGBsx9L2EwigUffI+mU8Z2xAsoP
fH7eMRRF7p+BmtfBHjWmfV9zJoU6H04LCXTScAhPDdK1h0Ub/MbJPPk+IdLiqqm4wjYv/PK2zkVI
fASarTs2lYTcOMbbtHeE/hIYergIiHp0IukU6v0ydt65JG/3IaU/j/IuT2vrIEgK/lzTqs5pfHoj
mhJ3QisXkCG0w0uiAIaBR6AfSn+pjSo/1EWUhrrFn2Ay2m+FMAwm7qtgyhNJ/ZBZI75Ex8gwzVuL
bh+Z3BKy0M1ec0WyQI8MtpgIaxnClDSYJcekvpmXIvnqjRNJLwC5GKYmtZq/IrsdYDJ2SMOdaZXm
4cytoiXNkTz5brBi6qV2ZMRkNr5qClzQl1LrtSnm6UZHQRHomz4r+gsGTc4Pkzd0fl94lj63ER1c
NbmDbqwebHwvRY2Kf0MSAkYYMLclyWxLSKBQXXqkHqEjQreZe0uJ98ulNUaHUHGqHSuEONulH8wP
0qpqPjFTaQKbR23H0Rg26O3nZMIkkpip/0OTfj1s5BiIvdGZfDed9MyMfYUZX1RKE4lf7AzT12yy
3DtElN295jh44zN7LzDXiVlsbVAED1rO5Z3rV9514SzZYzhVwRhlbtgRdxQ2xamZeJtPYZVOV3Li
0zsgSWtOQ9Wg2+de20ecF/xATHiqR9OMky/8BYzNOGEwNqsX/2y04aFEgdWE92HpxN5mHhXW9Tbs
K6yiyzB/ieueuBGbZ0sga4JSMPIN07wsC1PdZ+6i6VFNVf595mfI6cbU4y0WhOarKIz4S1AT0rRp
mE/dt53lfpwcl+lEEeb1uxwdjLkxf0boeU2Db5sAIM9huJdP7wPDw5Zl1H72JTbS9NImbRsxkxF7
Aj3bkgqEtYvSNPJxTyCYcNo6MhLfu2vccbw1y/UdnEwENR3+CfofJhHgVtYu3MEkZ5OJoqs/khAQ
XyPALAvGaB1Js4sF0v+AUhPFbq3H9BJJK+ccn17/TNOBIIltEddY9WnuWuQSepn1A4WFl4JDUIiA
Z9XRm2cDywhptW39nryQ8lo388x0yDOsC0GpjhZ57B1zN3i2nDeTsQrDu7IuNI9pLK8L3nsiKoK2
rJECukxkdGUw0OxX+2RCONjZmOviBE/SDy4nVvL2vhpUAxvDtTNUkWFtACQm8xCapc9k1Kuyi0AB
nNnYLMfk8rTaY/rBRE1p58arFOKchobwVa9cUmrWQXUVGTQI7DMjRNF02ZVFbkRM5vhyvdZGUc4I
rcaOw1cxAScIWl6IcJHrZpcolk0QD1Ggl6wEPerb55aT+T/qZgjdHepFlIyOJkXFJRIG/aeLwkZD
RSBxOhvNc8BI9rQBWiu+qJWN6rZmAMFiEWO9HejbfRsLo6P5TArEvoNQ1e+a3MzuBwZ3701atd+N
1LO+U3+7C67qjJ8eNkqqySxMsFgZTVdOO0MG7nVrp2m9c/A6mdbHIOvMWznLvIzaGVjFUaLZ6Zn3
ZYQ9tE6DUdJI1TyBPqhmJmxT6SV7nwbLN2/KrTmi4VpMR+GRLr+dmJwRq6Fjc8Jx0xZkzgbKvyq7
KfGRvJc5OUgOE3vwbejzdiOAVGeLV1F+yvPenyLapNWn2AxmGuh+DrQyDnl9IgMqXEG+7fpmuUJ6
IQpxBPsb10ljEeH7sZlw1+JhWrtDO8LDCKtwC4YQ2zBhXs88sI9LskBxGe4nt5rZ4vsOeY8jitbY
mUSMIwgbBsGraE6M1oK0jL86kws6AiNSTaSP4tuxFBvRntKjJPbBjuH7Us0oZwuhogZXjyCDbIjK
wWjpZWRFbotxwcsUDs1oMbrDUAztBBgHCam89Tu/iAeaWI5XuKuyNZHbHCG4uXqmOnlp2hO95s7S
AbOHrmGnEiW5U8csroVxYSLeSc8mtoJwR2M+n05V1ziffCqzE9LRaoz6NW+VDlmF5t2ckYh7hR+g
mE2yLsZoGqvwtsKoUbfvFouMIkKFlXe9VJZ/b0uNqTIO5Ux9skDIDKwiLtiEHMxkG3pCEuOvRLK1
XTAztWSIzMY7NLwEOAWdg/vMdQSFg6PHiscZj+SHJkyyqy270ZBvyXFDQqN8xB8bEtJQ1ZPkjlFY
rfiSaXCG4Wj/pJpMQEkONmKP6T34KigcHNlhoBgAAoyjtvLqRvwNSJm1b2wRj6zklA7B+nimPNNM
7+I5hqziegvDRhXiv94ObCL1vuzVgDiSD8ONWhPt5Lb7SWsZg5/ollTHxJhrK4TpIsdEAngJJSBF
sL59OxX7AZNP8W7OiwvC7OqzMWmM8TSh3Rq2EAirZKsTm9H8mrD0veNBM1P3UjroePC9hozVqVUs
9V6JSHeYrYuhFYQiYf0OiR5hRmVte9Dj8EeQJaJk7BfxjlEuw6gqXsq7YgmJf0ynVazGWcslgsqg
zp6C1Lid4I6r80qMY38i270Yo6XM8s9DNvrl6Wed/19Ux784nz458qxEhV90g7Vx9j//uhm+PTwn
JKz//L+NXrQ8xEoeJ8vCD1eg+i/ggfVXsPLl6FdwPhK+x6npV88Jq5eNqwgqAHBLmyYo/9cvq1f4
1wrKg9NB85VOCri8P3F6vTR60bfgzO8DZ6Pf5HJieUnpcgNZwBQVnzu1DOI2laP0g22C28JUF0Fd
wWFLTK3ylKnv0rXq3u21YRMvEdfVfJwdxmlbtTTxXphTSHEsK1SPpLO5YbqEh87lZdvGreP09pVD
kVHbe/T7AzGaqZdTOVTgHDo8xnKgks00Lm4j7kWXXw5k+4moiyfHvsonDCwtE4is1oR6NmbjF3sp
sMseEmbG4jFh1Z2LfQCRp+v3mlN84R99FuExkh1J88QQOqnYobThiFNPC0sNKUmh2Rxg6jXkYrLB
Zsl+8OaSFIElmXRB4PV6LimEgfhqR+yWTUAxc+Mui8r1tzwzZOt53/KaRtRl4ylv2DMUyCzWyNSt
s71vdxXuVAYP5kYONCmgnSsLGXFet+NmcSlGt36DBzZqeUN6vDptfymbhBo88PQsqeC7vGgxajcV
bvHFI3JjrQF8+ZgjkpFXIkkaRQK759U1sh8FJ0qilEbhi52ZbbGSAaH3WF+C4NQTGlD8mBu3ZtKY
wTMczlELDcXO0EidN8ShYq4Gzth8iq1+tV0h5DyRw7cglEtM0CuqLOX7YS3cN1PoDjf8XN5wx6mk
d84hcSIN2eT14FxSiA8ZedULQDFbTvF5PiRI0VjdjX5PmIBeBcglTYBNQxyYOpTUT9+8nkzsbUs9
Vu4KXmByMIaU8gLhTF+fVSbhnLvU4h8kJ6NGFkSQXrD1kc4wii+cZDjzhDY/cXCHPOXmaIA2TGbb
Hl7pUtGzIbSVeQ86NDwgUKEmqow+4GHWQMdqfPELN2xJ0qs3/siRh8lk5fqR0fV+uwsKB8E/qHbb
m6I6sRDpIOKVpNpVJYQ+Ckrmsmg7W3sI3om2yCh27MBw8IlXTfZNI5bRB1/U5D6cRjAhzkPCTumw
BTf4xRAcGW2Sb0NEdPapbrrFyQ9joWONvlY19mbA30eeb8LxPxqSzHlXh1ABdmoJmmRr5Ql/1JI1
LahT10PWQalbKgzfYTsfYIl59maCSPZ+sLzumzsoNsIlX2uoJAyoe2an5TCmZ0H1ZCVj8p4vdvrI
W8tj1GZXo9SYyYfdGoHGbAVIjg0qheQNlYw6gXnM3IVkeDvtl9DRsts1oNcO2qBsQ22j+vuaAdyN
Hy/u/Woy+NhKVaFZnZz6olRJYx3XnVlf0OUa/E2HmR1gAv0jHaWDmNCGuzkvW9mWaHw8xRhqE1a9
QxY6zbLszIdAxUhVi+bEnokVpDen8UNQheozrgogP+2ccgRr/Zm/uo5R7K5pYeMX6bLEbHxzLvWR
Rs7cXKjFWPa+9srgfkrZ9rHZuU48vetNO+iZFSYphZvNiSpFbxh0jM9FJrCHa7heUd7YXn/TWAHH
7hq82Lwp9NJU5DW3tYeFj3g1F5FZ0VS57rYMuvzlEwIhY43LDckNBcmnmRzzAc4L4Cw1EZVymTh8
phbSdlS5EXxjmW3HpfWSgx12qW/xlhamOUauNi11mngcVYREDGpEBvxDnBuJ4fanovFkd0kPMTDO
+W5T/0wjbwxkpEOsKlvDb0yxNdAkBcu2D8YaST7W9yb5ihc4He+nMFYNVR22EaabjYUljLA+e06j
slVkR9IWm2ZsbKnrt9Yj+TnBUpxqTpV2hXLKQUNDslsukrvF7GAsJJVCgpv47p3GjVdeJJD+nIMt
RqUOLTROdKGfbTmykIU4ip252gJbm1PzRiTsE4F7buMBXLbknWJu6YrCuBgHux0+1JiT2xM6zHim
QG7sFBTG6CBaXOgCR5OTEdXmoKPK+PUhme3LhKggDu2Q2T8kVWf6W2Z8/TUyfdDRihiScmNXRj4d
wrkl+FHmurqKRwkGD8ir/YBXPlX7iq5zjZwrrchgZALOg0NpwEe1vpJm5iEOD/1OwgvQoi4vPfQ6
BvIOgd7PoAdFxUvOydWIQ5rNtPP6bNjAarTf9V0ZzwdJnC3CKlTw76HRc3SgoaHnU+MqXEb46+T3
Toj2M12KBbQHHdDLkcP6ZcLetL4apnlWIRIsOVOYYQ4YIV7UhnzpxTxxaGf3bNh37YjcmAQLjtGI
BOFhKUpw4u04p3twmuMDXqj2WxISP35pKJswRxQj7UqND5nt24yfLVRlWvPKJB1iPUKEzTM9N7lC
I8sG0GwK+l3ECDpGXXAoaEIE6UQH0vvTgZdFASiM88yRM7gun25mQIVKH1/hcd3HdauwhANUYVUd
y8TcpkGLuJmDVXHm+gmmjnlZOGt4vK7Hog87vU/yFjUDPWYstiWdArkLfKvHpNIg6ziaXdkvH4Ts
UqybGPIPWClFc8YLBQ9JYnwkyVJpcROYskWaMpnpNxGXMtgaQz+f2Qi4g6hVdtDsnbYd1dVQx+oM
keIHVO8A5cNKl1dhyClhA72xfqiGrr3VRieC3TSKGI6iQKXsXCI44x3LktpCmCRSI43ajs7EMe5s
+50rXBQynQQd8q5Mi6U55f3Myk/xkV6zkjhfnIYmzJF+afbd41fmgVa5Y38ee2gld4j2w+EArBu8
pTLC1D4LRnc0D7U/Snmk57uwBtEN43DAdJrwdFHJ1rievNbpv2U1IlK9Fb2PHFCb4XIZozp8TOWU
3EiHdEWO+Zb5NZ7SuNpm5YAUvWlkNexmnvUHFEbQoGKtQBDbQapuBeLJb4pTM5qMNIHNjNtx+UpS
m8UyC7A+5zhYcuZNcZE8FBOjQoRhKWbJNYfj3MSOwy/czSA6DaoYvbN90z55FQ9iI2oXuhSy5vEy
Tawu5XdrzTsFP0pv/AbF8AaLFnUiUjpIcJi0IK/UsClZjvuSPz63FvkIgskHNGem/UNoNf0Zc1Zy
LMe6+WClAsezP2M1YZVrxsusAbeAwLSnzHLDRNS7DMF/j4mFdnmXm9WP0fPSi87v4x+YEM3PA6Vf
ewD26B1QUCMhUdmiJY3pNaOkN0bzux5GgarIk/FH5DDdj9QLm/iTVLlD8ofZVtMuHIvU/jKVqJBv
0Z4Ufr0lr7r2D3amkFgYJWcF5zejv+czuPUI4BPlJtYUAxvNw4qieDrIDEeJIp6b2qTSbjDT0WYr
d41ldteZX/RkisNttv70mrCFOHXYQGzddbruPL+mzYlpDDrEQb5VwJlx2uCwFIimZtS4uwIL2W9m
UJyynkyguEeuh6oJaO56QVQ2z6/nGXTZSl51EFTJtWC/xcOGF89CK7sDrr/GeFtjZIPRRm8yje+e
HAd/O2T/eXUyFYQDpY4ZItqZ51fHcEmeiFVQPTfC3IXIr7eTXX97+yLP59HrRVC+QwhBl8qojUPn
84vkfVtDBS7FBu+g2LazkFC3HKwIpPY2cEr+rat45YZev5bAEw9EGvze+ko9mX3HFnBWlTViM1B0
RT2ugU9Sh+bFoPKh+8309cWM+O8bQ7eBmzd0Hc/9SUN+cjHDknopp1ZwpmH1EbNfU7dW5nKEnNVv
q77Uu5aqO5JTLs9otQWPBmKOXepICs42YV3QgftpQsz+QAN5PlsIQfmd9uD5tPbX30gnDZ3SCml5
KaMYk4SWqObh503Q7IYxK4+ukcf7n4/9vx0WOix8kf9+A/+zw5J9V+rh/1x8b+rvz+U9/Gv/yHvM
v3jyOItcYq6I11rJjf/Ie5y/eNHB0CPhgfzOa/vvVkv4F1TJtZsCsfQXcKdb8T3/8y+QOjaqnpD6
g0Ye8uc/CnJ9/sWw9oBSQpaChJi8K/6+F1+M4ixLry44DbitH2YA0RwW+qF/pFvXnJ48mlc+zufv
4s9LoeZZFxqSFEgaWv+UJ99LB2deSjmdcDuh5A9CvJZeH/zmq3z9Ir5N54onxJLz/CJ2azPgzaYT
Cvgl8uxM74yc0c3bd/LKQ7NW7QNPjf4p8p7nF6HxG1Ds6RMPF6Yi4e/Hxnb0Neek+DfJJy9vx0Nj
6Lmc1HCQUMGuaN6nzwwElk5jTeGF0KDBk1UCWWkxJ0dv39Drl2EhI/cbrIPz4oZ6ocPWT9pTFvfO
7ZDCLQcl3h/fvsj6H3mqtuB5gXE0eatZLNHyvJCr5LAWOJ1h1qn0fBh0j47V6QQ2KIwn5olzv/xN
6t1/3pWgWcnOio4E1fBLJZTdIcIffOcoBGVWT+4DYRPqdyqS1+6KT5uoHcLLaGu92EOhrmhmGA7e
UBepCiXUxtQ0B1wDxTPy3t/9Um9fTqwd2KcvRFmpZVwM62hUjNVoEIKxJJn7XboM7p51RF6//ZvZ
awHy4kfDUQnD1uERso+82L0XEg+HZqqP5azr+wanx2M7LDSH3GI1ZxeZNcecq4Li/SRwB0Q2PRh2
+mlQd2YSYGaaXW9Um6Qu/S9tZc0i8ptYGscapxljg7IRd10lKzojXdodh6Ygv7womb9eq8m2uWzX
SWv39j29/HoRM7LYQbIU6Ar4gF/UXJz5YiaaA179zjsgmlCXFaF0NI3j7A9TINYrIYFmGachTurs
i88qZpxolpA9acKYO4MuKTCSefzO5AYob7+00x+uSz+vh22dMnWN/Xr5wpdytro2Ucc6gzyJQ28+
BMGkj1jVitu3n+F/flrcGfWVw0vvI1l98RpOeUcbZZBHsuEWLPqNgcANH8UfX2RdwWGHsWOwH7z4
oQb8Q3MeN0dn8sEN0hbYMKm09m9f5JW3wbN4XrZwHE+4L1cl20HWOvjVcewhZRQYJTd5kmjsZp78
jajt1StxAc+0TJP1aH2mT/Y/LIiBY2CxyQOVXeRIoPZNU7e7UqfOH9X17BgmPwtpG/yPF50F9/mV
EE3Yk2VUx9k23A3wUgwufjr8Zjt/7XYIh/GJDPwZJvPidjKvkGbnF0ddBxiUPdEdUpBpp4yQpvdv
/0SvvGwe6dAgbBk8ucyYnt8OMRAgtObyaITZfGi0kyHRwjv89kVeiinXZ0Yx5og1xWoND3t+EWEu
jQs8+IhH/MFry/my9Yf2Ule2+FDb4/zNaqf2N0rdVy+JaIECYvW6vpQfpzhx0F/kx2KR6TYn6GBv
aqs6CjXXx3nuW0zYBvOYt++TUos7eb6kU4s6ZMDifIaW8nPJf/Ie+v7QJ64qD52wkmBHy8z82jWZ
QMTHxwY8t0CgQKOnt0lWafsvjqnyR5rDXr2ZnabD7E9FeYUPWb+bdbHMm1g06kxM6wg/CHIS7liC
zE3K359vMD3G+7Fk4ASOuAvnbaHCDF1g6wX+dZfa7hVNNTW8z8dmzPYW0pruAwCwADygNE0/Khd4
QZswtis6b14xpg9ebtUmeEOXUBL0WcLdCnTccMOt/EfmhbI7w3QPVwK8SXMLY6Vt96PdmbiUC300
l37lD9NSR7MwgE/pJA9j61uVPnPsxZcbCw9xsusqYIsWIIYMel8XXDXAc78IZ45z2kLrUGQq4h/S
9Tr3MBX9/LkcoE9GOKECyEoyJwasZmYYd4NJEodHu2KfJBYxqhmouIugIcNkY/soaZi+TYOIkmqi
Ixa2knkXA4lQ0VzxO34Qvwgspp4zi7jMx1lHBeIwjzEmc6ZtDhmOtGLmcimW6sX9jLwQbQJKkupH
CsLqCqULQ5jY6eMbKecYJVUWt8wDE6iYRj1Z31zmK8am7BhBmInVLjvLtSdERD2JnDUAoW/G3Cqc
Zcz88s2QVrGxMfNSnvczqJYtrUAkaLGse3FMZuDoURP2zDFqw0tLxvn1/GFwxfAFWWL/GPOBdRHT
UzzMclHjbQ5r8kPaxvRrez3BoDjKyZgJo7G1lY4bmXnBBaqaLD/OHfjlxW3gTS+pRqQDXaM5qGBC
lbAIPzioVt4KoynjYzCz57USNexeehoRLZbZ4ZCCYx7hZer5Q2BZjFIdaJBnfVAUH2eYQvdlUlmX
wTQln6j6pwIzb150Oyp8b96ooQYoJ3rDgQgq/c/VHDQDfIuE+KRh7jnJtL4yqr2dEy/AC9l3jzM0
6TGaUqvMAOiJ7GFIc+8bmjVQZwAQ6fG4bYM6PK8KPvHKA9+2sfRU/oANzbLWlaXtR3lfpQ/Yxxvr
NLZenN21Bsb9zeKJmTlYT/Q75lOV33i6cvqtwVkSAkzv4EgcWFI6hI26NrcB3Wf0ZZ65XCa+zaRN
VjNno6SWUzTQbQcM5CrjQD2EmXUYU+Oj44PgiuLBF+QJTRLDQqL6ecFWFLf36RhmfEjmMB9S1rRu
x+AHClMAi8m6hnpnmFEaCPVJWEh1j2JqiNiZ5zL4WMqKQWadggLahwgV050Yi/DjPDDFjRyZ2UwA
QNG1Ww8pa48ttKzuWp9/iw69RdAOCmx3wvOdVl+Lac5uymzxut2s+dCvWt+vygjhtPujnOH5AEKr
af4u1dpNQSQpmwiLPfcuIAunRGcULCWZV8dfgQgmoD1BUqBbY8ZW7nFKgQAqwUJWG18As4jcxp6+
As7pp32bgSDYKqZiTGXiROHcS71Sf5zG1vUgM1RjgyQSt3UeXxAB6q8a09RGJ2xZVnqJoKD/ewf+
b9uFtgub1httl6Z6KDN6g0+yPNZ/4++Oi2f9BfiDTiOAr7Wz4lCc/t1wcU1wxCEnT5/dlobE2lL+
x05l8X+hacGsaAs6K4LN+lfDxbD+4qQANj/EKMSGydb0J9qW59WMj6sB4cyaKr22WwLcfC8KjYZs
cfyMNsO/WT1mGiF6Pph4Zp88kVe6Lc93+V+XcdZAebL+OHC/uIydEXLDlHvNSMi7CwMB/UnpfuXf
JS3f7ezfvH091JbP6gpWTnpcPp1Qyyb90HbXx/60vo0R7OgY+T5AN5SePdsf42NUw3XlAH+swGwY
zLjlgEBBwy5AkNgBzzvL8MyQJ+FiGKcMYjzfX+MHr4Iz15rccO+649wECAdS6rYtPu8CrP3YG7FB
VZvluofeC/GlzyLDTR1QXZM/x8RAFUmJumKjW2OA3NhnFroehnSDa0H5dwbfZ/rasjXrczUWs/4K
93IcAZ4hi8LcVpm4UsbtaDrINaMSXSc5uvSsCB/5opAYZaRzZ6bLiW4yTQNQmgc3V0gmWb6vrK0d
ZjSgj9inE+boaVE78Wdv1v3y0ZdWiQpz6kBhHQle45/bqp60uYPpypVw0ENUBrWFhKSJEbJrAhTM
yMO4HRAEEHPqijcNQqNpjadA3Ar7CcQZRDjqvchUqBkJfoCDB7mAjEdv8jCaZABAAgP9QA5FQA2I
6guGxwj6g9JQ15xGzPSsGkYjZE7JjcebKmtUdV6RM/oJ/o8UpwSFHlPIdrEajAYesLn7LjGr7sRk
YbaRW2JUbn7Mea9uraqv7ZPBvpeh/FnQJ8HPSpHzI+8P4YtWgX3rckydaAokNbkEVDH5NzCGQm2F
afjmgWduMI1ioqT2bdyG6Vdd2IHzvW4oAhCk94uFXj6vneq8x4ljRAsnYcdFVOuOwWOBoqxgrWay
sXftaiYlprQXRpvIFRyrIrRX+2TXIWiNzyd3GqsP7WIYDZ53Ek3QJ5lji1EGzqVBns1UD8PNWs6K
y7IdIFvO8Ep/MpUK86rUpnbOG4s6ccuk3kA4URa44zfQ+VoHgGznCGLwbD26Dtu8mTVEFRN3di76
RIp3U5K2CCgBBLbNuZE3IRiUzPP6/kR8iKnoEJRV4+4mPYhW7Vxy+Sr4gLndIuUtZek3+0RN3fIl
HB3cQBtVuLgdqqJj4+5V4IKDqPjZ3hMPaIdXKunblSYaFNWNkTnZcOXhKbVuXYU2lr5VUBsnI144
MgqmuJ5AOZ5afbFOKqkNGjCRcVlfAQavsssxm9HALc4algNbHdfL5Zi4msFiqVBKA59iyl/Selja
+UQR5YizXPTLfMXuj0RpgF5uRbobxgF5PSGGa7EokSNYh0wxeju2VivUFyr5Tl9jO4hLKAehqscb
6lmXzBDTkA3yFQQCxX3j5VUPhwUk8l0OWBoyl4T408fR4DA554sXSK+GbQrrRi4f9Dh53YKWd6Cy
Gm/cyjVUezOHvZOFV6xZFCxb8jiScgB5HVKbn0vEOip4XJiwesupthFX3w7ACYz5BjqbSxZj5qCr
4giErwcNkp/kOwkFHtAJkYnoj/xc5Ks3DEATaZypYN4/Wq12qk3DUhq+Y2CWceCaeflCEgVJvey2
XWEmeI0Mp032AHBidfDRfZkQZHMjZ05UG8bO6fogxrzvMa2f+oSASJUb2czTMQdCjFg4rDujMKSH
VSbzSyZi5GOcFX2rzqH+wncvXH4O/BIcbThQuDawlBk+iAGtC+hL6B4bJ09G2Ahq1cNvAE24Kv8C
AhxI9DnZJ2NSXod1oHQMCriKUxhEGrLj8Jvz6vPtkl0lcHyaxuSog/MV2Pyf7yrIFIYeg2a6cUjf
XVHIAyMKtC3Zp7f3r1evg/CVliDuRvT/z6/Dvm/2sF9I9yhacEBt2Y43eYPq4+3LPN+Wf22SWFmZ
ubJb+uaLTZIDTSD9mMsY0gjFaammc2nKU6c8deGmCO72b19v/e/972F/fXz0mtBW4x/31iba/2Xv
PJbjxtas+yodPUcFcOAHPUkAmUx6K5GcIChRgjcHB/7p/wWpu65I1ZVC8U9vDTQpiWAiYT6z99rv
jhc3bjKvDkxSc5NyrUxnGLti4SH+zlA0nom+a6xFfyni9ncZ9G8HRN8OTU3AU2QLDSI54t031+gL
ShPY8FAO4zLCCFPuAbLpeyDsU/jrT/nzl8eHNC32Sh6+Udb3b788XtZ2Ndocyug7yNIp0G3SWn6X
Ufzzudw+CHtlixhDl0b77VEGWhnlmiRRWtOqUFnOtJl6XNmPltUz9kA2u6uXPD0ZaV++f43/KfX/
m4XoD9/1TxvWexSnb+r87a9/r/ONv5CtIw1nvcMckiUm4or/XazqfxkM9unW+c/TWV/Y7C3+VelT
e3M7G/Z2wXBz/F3pO38ZfL0OC1Hqc8ws9BTv4kl+FVfCBPnNzecKymGuF1zrHm0IP49f8MeKuNXX
xXbzr25GtPihnkrt3M1ra7kYhgbJWuf63frSQpC7BJXnG+epmuGETpmfXpKKWX11UwHMlSygGG/p
HH/IUUE+p1PRPjQw8vVIiMFMWKJKQtDSRBd15BBX+dJoQoKynzSSUHSRUm77huQBioV0uGqpnJnY
+2nvomFzNyaTZTXXZokl5ETITm+jBT3gkzEBsP1cx0tnfMQJE6eHTo0+yvacBI0LxyuyIz6ySg95
bzvyoQaz5SeBlhjOA7kbRRG1hubtQddOMMXLppijzcYo86BuWsOM3KldfORRqTYcnQVf6oEUtMbY
z5Cx8ltltZ0V9AkSaPKDLedcT5LqImnzgnQ5twFYVIwA1NARq+4Twkgg1B6M1WGXFE1x1ZA9cJhQ
gWfXowGHB09hbCDiRtpqVut+yrpxueoGxIw7Gw9CB9tnHbGxD+SVkZJc2PH5krUE+1rSHe5Lw8bu
6AvUbPuVyTqRs6iRRvVKQh+eNUNz2gdbzfZlVkNvxeqWZvQBlKTJcLN1aa8+UzfE3dZUf+UxkZwR
BoCqLu+sKZJ965Vgjogg3bcIsaudVyWvVhxjCkTMrwp0VxYIK70qDW/P2ggr0FTn3Z1XCN8+sFEg
Rq8jxNCkDMH3hHTWX9OjH9urfgDbJM/7FekpNCYyRfDAwgINbMZTXzcoertDt8pV0C1lTOmNMJjs
wtxndgQ7Xb4qdFDpYUICmu9Uj7yN3i1lpoF0lhmfksp/gDIMfwt3N3TlvFqgLebJxDSzlfGj4v2J
S7QEcIjD5Czz57o9cEfiS67jobiTI8ionSosZpET1izUmbaLZBGi2UdUjao529RWjGtorOYd23X3
wTGHCajp4gq1i3u658DskuoVmplCIrUingopr2einL0uwRzhtM4lnorsy5p5OXM1Um1v6IkyE+7l
2nwqvWQ6S9LUL6KY8TYpAJXdM1SSZf0426L/lCeUSAGReu4XMeKkPy74mT4lPtp1ArAqZJMuGtqA
XI9NoJtuZPWxdRbSxUfKy13eWplJ+oWTHMcigdtFJ5znZ1PGEJh8MBTeAY0hbrTatkirnnOsmLnZ
T/DIYTnh+MAMUOkpLoFBm2dGmRjLcDj2urYD3bONSEE8Ppu+Btm574k3mKFj9vDCrO4T0RiVRYat
x1AaWwrlpVu5jEfxm1WRn8y1E3gkutE6GTm/aq8J587Mid8KnLXtP6Hk92XkWjCg9ySPdAd/HlN7
Y4+59sGb9E4Ei68bKojjPgXI0ffaAzg+nP0TGQtfShZGco8NLunO11Wn764NE6QsBXV1sw5aemGV
LfG3SN/yL3NqFQ9p6aew2rnuux377Oo2QcU/oL9fnMOaCwblECvLl2FI5TNXzEx8ChV/c1LzRKFC
TeL21FUVww5zTpwH4edEQq+Nt7G57NrZtJy1dmaNsf1l+jZwwVjgnDewizEAlmVLnJRK6yRChtWp
E3dlqb9r3HEceKB21qFGAjyG5jinhxKBLyzHBmXO98LwP2943vC89/79MO/+pV5f6nfTvO2ffH/L
M7NDP8x+jC2Zj67HpqL+/pYX/l+mQAVFxC4L3C2Y7O93vLYN+th+8vonegomJH6Dv9/yG3AJjAW6
RJsJoPkNnfQHr/mfak9UEcI1Hd/gHY8a612Zy4NXJL1GkNCQxPkc5eBGT0AXzcnhh7PyDwO9n8pp
1zUY5tm+q6MUZcbytphYfAdHcAx/PMt5Ee7ARA6frXVtPuJC+eN6mmPRdiFaoB1yIcy8PVYhSJiX
zUQ40kx3PlTEQ4HyL/9IHkGDwFEQKyCQ2FavvsH392N5lCpY1xRvfKJFEze2kggofZGlV4W3pi3j
QbZ2f3gOEThRLiJ0IkDZ+O46/GH1WQhLebJjO5BbigdrmWUzy4bc2pJak/nk/+9g706i1Jd1WkyF
18DwlvlQisZ8KBITXRAidvmbPu+nq/Cb0IkeGTMSOJLNzvnmXPYItgZ7pFxspXYDMBe48GR3vznK
T9cgRzGREbksVk0dzdnboxiEdvYiBfbrQXo5KzKzP3QFk1HFPDj49dn7pw9E44hOwkXLQrXz7lBZ
ieMYx+O2SDaONh8m4IaefnNT/dNRkNfpPCwIX7fcdzdvWQ2gCxbiervWgtU6UI4ZsZ3/Roj2Tany
pgvnvNmo6xAXbD2L++7bERqvX2LDIDInGEdCJioY5DmJbdofKspy2ItrP6qLdrTlC2CGfDkvGDca
hxmmKzvnteq6e8LRVkISlC/rPS4RookzyOUXS23AXTD6eMD/gqg/CaAJOWj9MRXi8pYNBOWYjC0N
t6GRfJ2g/gM/NdeGWnDM/RdgxQgk19okz6u2K3Xr57qUxywj+iqsh8Z9Suhyhu+vu3+b5bh94vdn
ZBNo8gWzbPG3dcuP1ytPg4RkFwtsy1J4TByZO2K7acqbpuuLW2d02Uv3g7FXs24DQNIy/480Mjx8
mBKwBmIVg/R1u8De/gK9GpFMTzZRQFDBsdJ1G8sCktCvr+J/uGGARW4jGEbQtILvHnFMN7XRxYK/
gw67BGIU9hkV3BjqsnA+//pQvAffn1E06IiI+VhIzt5bCaCG9oyPCeSzwBi/uvNIyV/bJtADzCTZ
XW3Hwv4jdeq3c2jpm9IM+AJTHvvdOdTaOWuAqhKBSWzNjhXtuGehsfzmNfH+HhWo6Jg/0kVvWqaf
lDlw5LvMNOLtHtWMIiScRM0M8KfRC399Bn8+ECJ53grbC0lsl8XbS6IrHEVDyuqXljY9NVbbYJ+j
5rs/P8r3gsFDC26/Fw8jpmSPrbHa9vzZ3A1Dm4emR6/0x0cRTD74YjiKyRX49rNUk0GzKRj2sSSv
zhocdTvgydr1r4+yfcE/3sUIcyHzbSoi26MSez8Ry/1skEkG18lXa3uTAZgPNbBNr0b1KjBczHUq
ol8fEUne+2PyCkIrz6tuO6wj3k0069lJkHYwf5uqToOJpRNcxnqxJkDAw2FVH73Bdz5aLPNi5Kiy
EgFPGuZzCDWJ2qzawdohWhDlScrra4hG+hgvlE7iYYfs5AAV3jInL1LkJbApHKrlEyDdyQ0MIOy4
JJuu+LrKqbSgYfckoHp4IIlfN9eczC2zh/Xk6HVSnkJKYQdAmCNkOMNcPTZauaDbI+aiDYA5ESG4
mOZ0Z/uz9ZyozfI4MLiEdZXEtNUz7uUT4oIIJSSPg8gOtlMkSpRYmr8s7A/WQJsEqQDxNDXdbmld
swx8+FbEPfPS1EmywJ5CR1WmjyXJEkh7fFauAVyFtoFpZXQEfhGJBDk4NRios6XCyuZ3plGcEurD
pq6seY89l7OxCUFGj1FnxfJE0iCm6R6bYqdfeKvlfrJa5kUPvs5+AdXYZCXmjmxJwoWCzqjZuZIu
6Azrqe4zvtiUKI37EZ7PluIezzxzwRxlLWGKht0eYMNNDVlP83QPWEBVwcbBywIH4RNJiQqhoQrF
4GGpiVu8vCxYxtk9SaD049Bta/OzyUVQhpo3Op/6tEqnD1hG4xe3GSEGsNjAiGna3kIUGHQiKHrY
AKERyftxyC3tU4tC6d6iJMmCXkmPhG7HmO4S4oYTCCVkZG5M52oF2A0N6EF6NbtVT8uMR8AQ6TNK
KZywrS/aJ5nUTHwYmrgqCXOwZwWLyKJNA1m7Ck2fqCbY1lhdSXbIAXmngZCDNE+ZaY353hq0kSiJ
UW+f3aLqrQjbVJzu85LW4DCsrbnsNadk1C3VaGoAyxLgCZVa42Wn5VMuDhawDKR7rFKftcZQw652
8hXCVppwnfuFad4SPJU5xOM4sn+1CF1dztC7mdrRg8rPWEEvwZBrPuuQfQEz4ZrzbuQfBS85/XNH
8nv/sBAJhVqbVTb2Sjp58Pfx4j4yVwBwxLApv6uQcpnHemk5sbVfyvFYAbixdnk1Jvre1ifCUOVS
oHrIVda6X51KR6a6U0TSfFYucXyXzIdylx02FvJTphE9kUvDkBik4DljuwUbV2S91N2wSh/bb7qe
2Nzx7St2RQjslIudEy7DOkNCcoCJ3Sz+BEQKOoiGBxNHpb0b7dQewsIgRwnWnMXwPpWDpUK5VPIB
VKAlQ5usk/qM4YcX71qfmLjINjPL2xF3SA3cgEerLpBIC3WRZllR1RGbgymxDsqsJlKFFQ0taDei
rXSucX8s5yXCvWnV5EzIojj1ydTKw4RWT+EFXZvnZUzEsQLXPVzzyEnVXuBwTBeEU62NaMnLY7t7
YgUx9P2XLhtoZNAR2rnduNHs+IlXnKRdTbzhB7gaRhLM05xdjWO5JcCSFbE2kPnBMyR+tGL9m0BM
io4t7xngJ9aNpDaXLzGn1UMY0Q1z1LbCvye5iYVwQpAxoUlLLz/MHkA1nr1zghqtMct630zlSDat
5XRYS7eNakBoMVEclmYaWFTtjkrVTzuXtSsKsSnwCtqFE1ADdhcOZekMr9PKEDIwRzmoM5RtbKtI
jzMZYc5jEl9YCXVqBMWCQLWWQTYKtHUDH2D9160TIpX0jDRdlV8iruaVbZuTPUV5n7CehpWIU1U2
XlsFYjL969JKVmgwvcFvn1O1EExDJt9dP9vedKs7CW0M41Q5Hxw7lmo3CAtP5NIycgqcttVvCFNa
49O2noip5lJLrnOnrK7oyLWaajrO7vgZuMYn4AFrWHSZKs4aKI90FYsi+Q3nzeQFU+6lxnFVhFHs
mZt7d5wpUQFmnKpHfKBEPRqNU37ppUSkUk/CplNdYz8LeOgQe2c2XrxZCZcBB7iihjDRUMByG7X2
kyYGaPk9MX73hDD3w37ORqkfewNFHqxwbbzQprgWhx7pG5kcxJNsN0tF3IPLU+VD7/Z6G+p5J+7n
uaaHbI2RSWMnE1oJVeGmiNZldV5aXp1IF3VBikeqiea5anoSLRBYyKMviaTaCUUnxHZ54GntGsb6
QdtEWXvRQ7IKMqefzrg5bLnL9bq9sHKG9Ugt9S1cA6CWHaS6TDDFtpDUgrmrFB+yt5OHIVfIX6t6
6mSgzwTbfiH0buwe+DXt5thVUBy4gLTcflxTgrPP+kp3B6j3UKoCcGGyjAYEnfDptkX+s8U/G0JD
Sbc9GsqYEqzb3jqFvjNYyC/SnplnLnWR3A0zWKwIxC/ZAW5HYHLASrPQL1Sh4bSAPAH6BdDniBpU
FqI59cq6Id2rlcBsGiG14eAzUdH3awow4rigFSVUvmDBfubx4MmiWZC5FDXMP+1nTGtEY5KXYhfT
sUIMbBJKCpXgw4BCKGZnIPiTsCc7vsSZTUIW1M6608995UoWJgxZlUfmu2y7T3HaOB3BT/EAMNMs
7OqE5HBJYgkP5uxkVcamJS1aIXYazxbjxPdl+tAVSUxUuuZMxJQqL24iwFz4CGym5CWogCXjkTql
AFugMgxISgnJIM0y62x1mjNLBWTSC39CcpGhVWL8WvNCpXYy7zPdHAg6mGuWUXVJ709OgeVnvJqR
5gSVsAdxzCfd4+xqZHKHMp0mUEiYJoJM0g1GtVPwDqNJZn9dZk0ynmJU53GfzRRlS6rZa0CO0ARy
iPnfZZfZREOMlC3dbl55bx0GEtKyIJ9dtEo8Zj2G4Gny4BpaxzXJkyI+Q4zQAXMGkIAWQ2enBUpS
+QgcHJEEkkER2woD/1CIlSl/SHVjQpxiKhuOCNqpLGqXYTu/pdQ+VNXKPeKVJcv+3C6/8VwStGtl
ptkHq+vluZloMeP4FGt+1EyzObDtMJcPgxq1K0gdnhMKv3PA11psDGyJW4qlhhPr0RiLOIvp6td+
/gonwQa8qTvj/ZzO85bJTP0ZaKm3LLsxsTtiIin9PppFbH/ObL2tz4t24Cm/6mTIBNhi5uXUnMCt
BlZN+gU5rc2wqdbrLULVQJpnlymxLUO7rXy6Mq13TOvZ+ag50x/zwdW2XCQbC7Q/d6Laa/XgMnEA
h4S+Bnz2EagKeyPVGRV6/s6lqUewy+JSwcW0d73CXbJr4KdyIDAg9yXAiE+WG085cZgIUg4kucx6
0BRrbwGh0hw3Apk/ezduzVxn7ySjci/tOucdaBRzGZlDVqAjLIU8xQiaDuhsGuPewd6T7NK1qF/G
nnjCQOtnglV5EYPBLFh8EtNJUB9NZofMaEdPAK6baYz5OsiOBUqdlVa9I6PIMFEPNe0j8EY0eE65
EkaTYWfb3Agd6mPDgUVJh5HyKqL9L9yodj11M5hc5KEYB1yIXp0awByU4ZNtxTUJq9NR1ocWtwAK
OScvz0Z6G5KnVIu6urfGme6lyZabX7dS31ydb7o3GkPBClLHHo77xXvXI+o2xamxQlIgS2mpTi1u
jjQgmzImA5B4WGefpb3mH4DOWGvoZpPMWBmuy/UKjYtavuiaYr9kPEzCtC5XNkNzZSU7y2n75rrU
baO+tUbWiAErMBsFOSAUcUzg9Tz1jVaPEYSrLL6h1U4y8m1qeE8maIknBGipe2+srnmErey4oTe0
yQdL5POHfDVj/2qLWtIP7IIT56DF6LR2DJIcpHsdHIunX5+j90MVxnbCAwjBy4qxCiadt2002c5t
nNRYX8gDQ09FoO1J7KMo29lVrj+U1jLc//qA7wdG3w7ooRF2PbDHONLeHnBcclcvFgfmZ6mXn1et
q0KaDurkZu1/B7v4h2NZyHjZkCBoYUvybjhVOOaI5AkIld3pViRl7e1JFk6OqwOX9Ncf6+emHSWo
tw1BMduB0383KfLrOFN2xc459tpHPyuWi8XLut+cu58P4ugCKA2Vw7b1cbf//8N0HwVBJZ0Ro0GV
DvnXKhfpdVe10/FPPwo3C6ZHfbtnHPf9/IbAO1obmpxdSqT0CRGnWWCgcT78+ijGz1/O9vMZqbgY
0jCnvbsQbIcwZFthMti+pAZHkqvPlIiGA38HtRik00FX8jrOjFU8FLOmIVejlVsB9xqsL8VCtuU5
bybUu0TuLO4xNRISR2O3mv3w17/rP513QC0eM0BWaob57rybfqth997Ou9vfmgg/jkpr3N9sU/7x
IALp/JbXAYLy3RVkjP4o+nZhmqloQ6hrsXKHS9tCOPr1p/npxCOa573GgcgDAzvzbr5UbHiiDoXu
ToOHsgdF2Be7THpaAIZa/s6N9/PBWG5uq7ZtBbGhIN5esti2GVzZwLAYIHXRWpJxWA7eh040v8st
+mlUx/MLvRO6J8goOgPvt0cSVudmrKQG4L7JsIMxN22Je/lVBmqRfM/MR1Xg6396228Pzc2JymSa
Fc6GEv3xjky2xC7MDhy0auMQTlKzFxZX87dv7D+r8//+ZrL496vzh+Slfn15I4/bXBnfF+em/Rc6
NkBUHmLTbVfHCubvxTnZFxg0HObqbFr4Vv5XG2f9hYpys/Oa8Ax8HnO87/7lgoFFQiTHJp3DOwP6
4k/Ecdy0fPc/Vh+s5BnmI/kxPUbUxibD+/HamEpsauwxb+lyiX7rsp4BLNdnOqFlm7WLJenupDMx
LN2cfd2ubW1xYTfoXXZL2aRP2uQyPmRASDBmZ+A2OPRiKOkcF8NFiOb6ABIheE/UmRWZ1HC7EBWF
KYnHjwCp7eU4EbDs7rxv843ez+L7se/HORLSozamfqtelm9zkSSxVnkuLV2m8cFM9Z7BSWGsY3zj
r9gPjRK9e62MPQy/usVC7ggkI+Rst4I4jZLK6m7CB1aeJbZi5jXiU5tBGC78qhPzIydwhzy766zE
6Q4IaxYSBaZxxDlL1GwazQUewEOS9Vhj9JEhGXeSUT1Og+aayLrILQgSgdIuSEWcf9WZVzxKJ5OX
xVzhgUlEjMhtBO+2MNMc8KKJtfScQCc7Xu55UMw+IXKOY+94FiY59EA4lFFF2XniL2SaHGInLz4z
j+qIiQPIz+gs7ktjP066+WzmQj60g0rQEcJ83XtrLMlDS4TYhkFtfih1i/Mhcfn4Z3mGxf/QlYjd
nwByFp9pzUqwjatc1cdsmib/Seha+0TYJpkFeWIKES6Q9hgbGgjl5r6yP1Ihri/unHGdaGm9iKCs
wE9syrp5huwBwD2c7DyMJwJRQreqiessKrM477D3snllcI+vwyWmL/AE9L9Irr66mlgqg9Dlqk+J
yp4VmitrWc9dD4RdKBlzFSc0SNYcjpIVK5M4A8qioxQBGS7TEw2dnjlDDDRq0iS4uoxhX1RgLjHY
ak4ctrgz4h1AlBWZEupBDAk4EPSwqmFG7Iq5mXxCZcyYndOi0i9bVgV72oQdwQ5el0QNGo8OcLpJ
Y5DpJ4wEmINP3mUnRAZN0df8LpwZ9KQXtZkXnwy8K9f0PGV1YIZKYqHqJ1Rpfp2Cr8fme59Vrrid
erorMwT62AEPZ96me4pyIjaJMwECKeOnpUh8/KiVLAlTFZOzDsckw1KKl8mbC1IvB9vZJh6+D4sR
1/PnxBsmd4ed0wIDwOXWB56ByrI0V9OJEjjA9gUDP/I50mYYHzvmYBd+UxntgXS6KdnXRp3ZkVtp
Yx/UrtXpqDSX7FRU3vxKo+0yZRh6W3xI3AybiO+2aXlSIwG2jytUvgNbFhzGPW1Duma4t1ZVlTfg
wVi9MNXqocJ6GpO4nnFUFi3I6U7gBKF87wafiPvVni+9jeW8x5Cbn1hl0U2HCnjJ/YQI1mW5Ivyv
zPqKSz+W63JBxIRUIODRzJGKPD3pY9rx6JL+QGguu40Pk04UYZgKt7IC15LRoGTTBUaa9/CEcYac
N3Uu5S0kAyjHpsPmNsq9un2y7UQQYiNH8ymlDfwoK1NnLgKlMAuKglBOcsF153pyBNcdjSvt9AyB
FdWjXTwkfmzFl0iDYDQzNCpPO1az7WFlyTTvS89FUFuScb4ERptWZFz2/fK1bUymRef24A6js3fN
gpH2Lq6n6hapJ9q4oS2mF3Q/zZVb2g6KEjdd3YCEEXzaXj9UF/lgsTbaZLjWwayJ+k36jcwXD/ok
97Zfm0T3xPibg5hcX50fnVHQ1laaqxtLTx0t6jJaKBJP8Aoyj4V4GmoTI+gTqhh+TtWTLPs8Ey8B
uX/0Zh71VpxNn3xirkgK79P5s+Q5/4jymkjjujJunZrEZlPRO0VMI1Z13ditVXeBQip60miE2RFN
kPmf2UDUdti4azGdev028FgSgj24/POaiJx4bPFaSXs9MXwCLCI7bjkdM3miyY5fyXGivBjW596t
uCVc0Jbg+pMSBzxRS2oiykm4QzQvppbshSKvIYzLQbKxtH3E17WhMXMfCgPzV6NPH4hvmT1k3Mo7
NbdTgLGPjJAdgjPinv5TKfXL8fV/qJQorf99pbQbuiKrX/5r/6Le2gm2f/a9XhJ/oWXYUD3EjdHo
w0X8v3pJs/+iRseE5Bnf5wCbjOP/3ARUWR6yBBj1Jp0aPfvfFRNIfC7TLfmP3TjxjqBl/kBmiGtg
q4j+VTG5VO2MLVGkG77JBhzk4NuKqSyYPg1SUG+g3TH6Ua6XZuWbX3oN2xucinFnrfUGJPWdA8Fp
4qlO8j2UZcApRHkLGj+xAxEUpXEfYSWLw0ljPOZ72sB+yHfP1phdE4gxnmKLtXcWPztpmW9tbEqy
Rdj4hhDbUSBZD13Xny4TeTCl4M3C00WeDMp3zhqV36XaephmNbZhnMRXWQPXufedvQ5ruUN7ftFi
T4g8VthX4GCHoPF54xGbzM03dP1th2EpbJf4BlXWx7gew1zjiSPdfQUHbe8YcfKRWq0ODLc+X2Cj
hlWxYkLA4vRYzSo9tGz42adaWbgqcw5iR45gVdVDNeb21dQL81iaVFHgAr5WpetHsZzUNcm/61c0
Rs/CIzNGrEYZqqbIj4KUsKjioFe5P1hntTcVNzg9jGOVgnOufTU+ZG7VTLshno1TkuB09uwwwm6t
pEIYntg3LUbhpXWeWf4Zr7g7gLyqfK6mEMOEfrPMNcnqUlnxuSfm1uCo1noBwM68QAVaN9GELXaf
kH34VaaGHaWpyULB7sn02vltlTw1nhK8QmahrpNCuB9LGZs4LDOGdI0sq0uTuyLdMQRZ2PIwUFOs
ueS1Wuf6Iuvcr35fouuPOYUj+Gl4zgsP0gP8eQcIsuqZ8h6cxE0mM8hrykYG0xkZYfXkbGnfcEkn
NkePIids+JNSSQydXupXbWUqzBtjKYx7qSf65di5N+TAWFG1GszPnbJEmYRBuIG9PWucO0k6SUb7
S+4XmUddOVensyidq9Hn20iLrI2wd69XcddeWmJzymN4mS9Zq+FyAWhxuibuB2pwUZxmwqoPBOKe
jA3RVVSkCyFx4pm46RDCqR70hCx8zGJBZF8DmT5nCt3q9kGuthnGwj3C3V6vqIjTU2KVo4S/YiY3
G5Gd7LH6Mp6sc6vQz0l3o6geN0jOoyvzi2StosTLzhiheyE5mFFCQs/wDbvEXhVRAqgxEjLzdtd6
LonheP220fKFSzSLObqHsiL3rsC5Xql78mWAYIjyMOuiYwk0X86MR3vn2Ju3Y3MnbdDk40Jl/5l4
GF4xC+dTf2SUq26HYriKNwu7JYmE84c9DOGdHouzsrPorLBpmnU4N9gpWmT2bS4i2I9j5K/eCUb6
+KQk82ztYLEnmn/m4YA58lUB75nPynYO0GkKUgBsI4DiZwSTYx4ZF6vTkcyaazvluGnO4FwjmiOS
btnecducG/n1kpB5qj9nGHRTnVgw5sSM/gI5+EfcOLst9nvp8ys8H4AN3WDp1jO61jDNvlo8VdzZ
SI8KYvrDhLd9h7l8V5HSbTUupRV6mDh1H9wypj5Slc1zTj3HSA7Pyd0Yg7nIvgL1uC7zVm1pdl4w
6PKxldOrFpPdSYSUexTWcEbkXTjM5WUtFdSJ7GBo83rSm8anpS7m5ILVqxlOGRyZJa9jBIoFkIFC
axANw4wKINcfIPdj9fBEe4n0MmjyJkuOxBGxucvbWAtz4MlILNKF9O+SEoJabTTZjfr7RGLWTotQ
05doUeVdUrDR1PRPsAp5xKVecVOtBKWT99fG48r+y0Kk5A7arbXE6pWR0S123/i2q+IMUIvQLvMU
5n4Ul8CTd6Pujxd2TKIhGo3uZGoJd9y5Q3lMktb4gBwbpw9JTI9aU48B86E40giauMWkonDZG+tL
0bH6ssxsn8SiD9jqIX5pqUm8xslxsFgwTfQ7DNGsvjPvsdS8gak18U6TP1I9jfp5l+XZaWq2/qlH
g0DoWd6exxiNKbN8aAJeoNrq3iinawQiITpf9ANrX57LuM6vSLLj2Z8+QL6Ow0bvqYabvVW8IAgJ
7DS5c7MFhEajf/Ey8ENOfFqrBgjjVtlmvFVMZz5LRtlGWiFhO4gLrxg+V3OGZ0VZDTKu4qYzjM9S
I0VxSQZePkZ2UkFNCyZXRK2D9apbqGSRCeHnt8jccBH3Q/YhHSGtLWSrpGOWJsFS5gCnnFQSPP5r
+zmGjERoU306A7p/HafSO9hN/ep3zelU0Ne4SRFUthVAixkCFqGbX+CSeOMruVn08m5xg7FOo8JF
2iXbsEUUU1sfjPnDuj4p8DKygKXB2e4oU7eLTrnNR3+cCK/grQa3KeqH+cTWnjKtPpgFjZMj1o+u
Vxxy7cnB3DLI6YL0lXtCQIlk6WQdcpUQUc/S0nYPg17fdOW4t5r5uCYOt4PAQuOO1+ADrpgbnmXt
uKKVrz+5LrJP5BUXAob/oLrjVFvhghzZl9ZDLNPH2NJOcdCcFlzEDVampM/PaHpZvQPgMBP9Oe7S
S9JOj7TbQeVerO7wER/AqdDMe41YIJgS2qXr11/W8U4qN90bIxJQRibJblysr05sR2ZuH2LxYg1k
IuYgI3AJEoNi3zEPe1zU18otT8YquYA9sIMfwJNYzy+b0jhp445JiJdd077sxJBeYxYgPTVFkm0v
m3GOlhnD/d7z0ovUPJsAZ0RV+Rn45TFp7UgoEjaZbBCItXLKp70/P0MiC0y+dtKubJO8NePCj8eD
rDRUVbo6lh7BPeA3SKDbCFq7VH1M5+TMXD4uRJVi+tvP8xJg+iwRREztKfw+YIfJeDtK/2Rc5xtU
GMTp+HU0xP4rN22IeeIQlwr7pxsvR/aUwKcm7RWRyjH1/T0nLODSCJYyPTaEn3qrdyC4M8pHLdSd
e1vrXrpUP5ikBa48NhI9k9yA3WVM9grk11uB1HGTFNaaPKJKC1zSQ2IUUYakF210CCd5cbGJa2B4
Vk+F+uKVzuVcq0dhLPtBLidWYe/tdiUTdCrREjYhRIipz4+gscjUXHXEfWnnMxEy+Xp1B2HaEKJe
5lFlnbOpOl90v97pRnJDb/pAp6yF1fS0VkNYOSVEyLFyz2al5XxQfzntq1e+ymMhOCcNCRt0ppvG
gEDJcCysU2cjZ0Gwv+ykvgXsuDfOSDitO0w522Ib0h95CGsGDS4Vt0kbM00S6lZSaIz9eK2lvBZn
IlTT6ditbOJ9HRnipA7GbIfOBPPbVHczzvGw6aGuAHRpQ1XLIbTQQyOysB5Re9T3Y20RYmgr/8zX
uPycUcd5P2v2PWFVj0Zz76/zZd+ad00zhzYYgEHrb1JPnjlCnLv9tM0DqTgtPwTZcQqAbeck8sbq
xC1R4iezyJ4RTlzTk+81n3hbLUyxgJK8sxs496WlzqvJQ91ojftV74ksEv3+/7F3XsuRY1mW/ZWx
ekcZ1IUwmx6zcTgcrqgZVC+wYAQDWmt8/SwwsqZJDxbZVf3aZvmQmSFAABdXnLP32hnySmbQHlOb
vUBovlWAW+SZ6EL2ppukRL8js2rbIdE+lo5qLlubfbsxp3uEkLhB9XRD1abzOLdy9F1ZVbTtyc1x
ZTMiOFEIhnpprQF0uJKt/gjqZ/hfkcdWPWQo6QBS1O4OiMsjKpQnNR39PQZQl2YYUwBaokBFspAT
bgAlAcrAEqrEmsG80M+57cBxYOUgFXelmf73luDgrk/PNUSa7E4cE8mJljWktg6bJsEnnJ1lmn+u
B+d+9JTTb7f0izRpvB7qCbajxwbBZJYi/VKpNpfykxYgfaTY0BIxOwSA/+XCFYW1KuffUbIb8kTW
rU8bmDnme2VoXoy0z4p4IUK6JfN0t4haSyPyOLZuEXasA9Vm8AyokErVy4k09CICvsKYtiuVFTcp
TN9rKb5Uun9tVk9xZk0OXE1zM+vXmpVprqhwKQyJtfEp/FbB5PSRUHYxkZuOaR454G18QTQSWTSO
lSZ3FeiyaDK30Wifi2mJDUmfqSc4uvK9MfXLCeGuEvxIZQOlW1hRF433nXJPxuZ3kZA3miPWqZNw
k1HuQZlP3AshImwsUV0XeaU9hb5CXmxAOyzJrbiSVoM6eXPNQTJSF5lvXd/Uo+nfhYWPK5tor+ms
oVS1aYl1dcm3LHYoh1gwGwQTqs7+SkMhsEiOD5qePEtCexiYn1dB4COikJYhafQuaZ+X6qQ9Z6MZ
rceoulFGE4TqMO8hat2rVXg9CL2+j+XkZ7yspX5yhJ+5UpWBOO7oSkxAeNUyOqc69bOppH0dZZpj
5MaS67KO/fpnpQ/OxBAiYuaMRIpzqCguiaqSYzekYsnksrHyuyATjxTrm8vY5rhH8T05y/sqPi+R
eMEqFChwixTKpYvwsrMVspyz+pyTrrTpc1vb4WEWN2mrNhsbHQjiYTN58iWgEmk+I6/S1eZoYEly
4PXMT1LQIjjq+yWZVLHOID/bW/T4iKsVtezJZvEHY9MSBHbEKZkOa03qZGUlmTTa1ko267/6Mix7
Qivz4TyJte4COZCEzma2LD6oAl04wdcLkCtQ6jBaKx2scbeJ1FI5kvJLEc/LE6kr7G1cjHgAfYhA
4o4uBKb5RRddexLqb7qHAVnGI9SqgHz01RgtBduZLfhlOfQJFgSmXORgfnRuRxrYZ1Nqd8Raoq9p
CFdaJWmo7C2V0FKnTYOQvM05QQwCZAdMEAcOMld6k7C1nvIHJQ42Fvcd82jEe6M07eipZGxnLBQN
Gzl/GJ10JqKOTNB8SVALdBJZw1Q3NkPCZmNQmLzZpLZbI45K/dyEEUQeGbQq9JhIplYN8SzbqTbr
gw0S/7bIWAngOEk5W7Jizhx0iYzoJNMX0OVYmOd+20gIGnGQr1J+cdux+131dZifdcHMzXdWUl5R
Qkonyx0aaYgvLEUSxqZOABHdCh3h8JqegMQJ0rbD1WQr0S6jUUu7VPKnuyovQm1j6HxLNXF2bDsD
2ACxXDaHgACz2DVN36wCBwWLpPywWJZRe5oFqC4czKJOtG08JzI8CKFUSnkm9Rp5cRDTeFA7H8Zn
eoyHUSbgpaalReLgjOCTLslo1ucpffYBsphpjDcxPjnlhQNcaL5EpKbTpGqINw6Fb4wPGXkyx7bV
STVSjKxjDzYOqDataKuSRaRcV6S8UQKOO+XgIyFgZiIBa/LyNk59T7QAyGgYpRQqKmYT5rMyt85i
w7Lo9dPTE+uewiuJy/wvtgQ2zBrsmwbvwpjj5sxoyGNakUy9YOGSRDwDYdQDJyfJrNv7I9qdDRgO
n9QB4ncdrRp74WWBz15vamHJropONi9KIt7LNRVX6dpoUlBjpd09L1bIq0kZm5eiZYeS2olYt3VJ
imk+NftS7ovHUqFxsRoToc67QQa77HS2j2g3S8nsyUWZo7tU5+o6RCFMFrQfXMW+74drq5rJnTLG
oN6QKg9PFrKMI6oweoig9R36MZ2uukYG+wXdbaIh2lLGQnzE+SEJlJfW8O0dZk/7pmyFdU2cbHGm
tp24AruP+CzJB2VfN2UHqzcT9n07xOKqQki8HLvjZHBS0dTtyqgaFIIZSLO9kWXl8vYHNPVlJOxL
zk/CGaU43pE8TIRuaBaLAjQx9c1Ix/l+FGH7S64txjrxyWjf8GDc5PAuLijxS5sqmdQDYjDOC8oR
vBxVL1C2Oj78MtsZSIhTxocM7U6kgXpDhp/9gMu73MdKEdz4bc1+RB8aOmRdT7VNsBk/z+AVPDTd
xOqdRWR+YTkYaY/naegh8ZzduGmUH4mZQhtoeyW7i5NJUGYMALfGZVico02uX5Qgv2AcpaiJy/iX
FOMARCU/94WntrTHqDMRK2ZY0bmcyhRJc+YXNu1B2V3HVUaek9YEOqFXDf3o1LAM6wjAw7hXxgX3
FpgNrSKtVyj9KBzfYC+i/yw6rOP4XkZ0xXkbDt+ouQ4TPTUZ7ZC9tBMKnU2yfkG6M9NVquleKWu+
Ce6qSzfdiM+CMhxSOPT2l7ViYSyZtWKnzU9hfT3UkPh9mFlHKp+TaY43Zo9douIr3MOeI2oSkoHA
mA6fPZOU6EVJZrY4o+JPRIjVwWUQWPrNoOUcEPSZ1PE8am6JGuPgSwm62QSdGM/SLtA5tpbXc6JP
5woJB3xcmnUQiK23PO/2SmOGYdtR5+4w3moJFQKVEsM2tSt1paP1g2aMQJYkvIrjTSmPhwQ7n1tZ
NZgLDfpYpWWM7oVX2wufimp73g3kuacspyL2+KxSyIbJQzWJm1pmJ1x40mgfRlApuQ7GOtVXElsb
s6FbbE9bwsvZVPhsO2bflf25Ow4WhN2CzqFTgnNlcNJdJeYROWdR92d6Mfh7vZ4Eh59E+2lkrXRP
AzrMNnIxGHekEbDDV9xevfSrNnogBfYwYSJ/HlHlnYHT1X4NbBxIS9TlHlycmjykpIC/pLqWPmLC
0+FRS2trDGu3JvKR2EisMvW2xwds71oEPzF7wiQfPcZnFu56tE8PqZnHPxG844RPZg2XP5gLJmUy
yM1ET7+RS6I8GoVdnmsN2av4CRoJ13BlAiaWRoIHkw79JO4r/El2fzGpwXw1EAdG2V1ujee41pM9
yv16w2/yOjHIW/q2xs9SSc1jyA5JcQc16b/XrU55YmirCy1Ps61VCdmLZsnkzGXOXi7JK0nLr8aR
+lDnH9CbzVh2QxXh/Bg+THWmeEOI+w5rWO5kxUXAEohxC+cRVpVg5QeRvZN9bdMwmVYy7W0Wctrg
GF8c/s52E85wBZdk8jivcKD0wYGyFq1wAuddPaV51gfUeGfMfnfDPLpjrm1LVQp/tqagTVjgJAGI
4vpd124LHzhmMgt9TQD10bSp2AfCxqTUcJhtm37bTKxBCq3MhIIogSzqKi38b4aqxx5ywxhUSCav
xrI1XKOY5kuzKR7HqH6J+3EdE14RqBV6Xj3P9x2leGy+Y4GxKNj3bXYnpbD6/Er7jl+DwlIYSxsD
WyZ+YA83gb8rrZhCzGB8UwwGft375kWXx1RapKzeUNOiX92ypbOkyqHAWxPnKm76IYBhQOucbrHp
P0NvPNCMQP3Qzh5G78eqpIJZjCMEGIaxTT6gI9EdajvNdK3+Z4yaG5yRui1zTHZT21/5gQEJJee5
AJ003c7q78cgqfmOxTlFm/iO7SfKcNH3LtO7h5gT33TQJPw1MLW1eE1faBOkYbHpSf92dSyF4AN7
sVuM9zhCOj7lvO4fifTN2FrXFCsQv1+m4kFYhdd0RBdS2iVljcONZkxXSmK3mz6ID92kBdt2HrV5
ZSWAG+UaYtGYJcE6SS32v7p6odUGZeJIWSkJ31JhobAX+dqgUGcNP7BzCAoe8objNSYPFfzQRN0Q
T55ynYat28pm5qoBuh/ivIBdBk/wvSeqbCU7pq691xNK5xU0G1Ql9NJ0MVxKFlrxlH2YQ2x9ApMV
udGgjLtmbLeoaTsnDqP6aiAJjJ0tygKiPJnrjHgDbCA9ZnVS3ti+fGbbjbLrpOwWF8ZRDcaf42ju
q7I6WLN5pI1/Z7+W+ob2hh28vMoKJA0lKsufWNtWahzW53TEpac4SswLtKIpNQoIXsy7nSvSND1Y
WR6z+eBmhq6Yrww1eW5fhfl8aSHdxfWizoKxQaBQ1wTnWR1+A5BDdarIqN+r7Oy7HY4dtBTJFS3C
bWaZ2zCET0YfntVpYPulZduEPIBG6i5y0brlGD8s9NqrqSIdnhCDq7ipxPcC+9w1kXvpTKeJYTsm
cnqwW4heK2wvtyMnASddkvWGWV/VRpFvsJtTcKPL4iF9bY+Dqe1VinhOLw/nDVD9O2Qn4YUvNRsw
TdG1ks+U3Fq8DF05Yu7tIVGFtvW9qmgrYuea1DN07lR1mt7fyYVOQUxZt6n8NM0VFhQlWFmRrVII
HLxBC5RN0WkgPlVpPQZjvYf/3j6Pi1TMIMWRQZFfa1HgyPl8RBN7LTXKs6oFXsqUCO7Z4Y3utZaM
XfuG+JJdG0TDCg3ObvKlQ5DoOzVnf24XT+WE5STvD4OUtWzEa0jjZZG4zUw5sSxTSutM7HY6gpYt
5R9ajxUL+YYD0+snTvzrssZYpkXEcsLXjSMIWaVkeJyWpq0RyuGmV9O7ieJjH6raty6z9x2FvJwk
OByvr2VBPoQxVJu7ERXe/ZhJblLRdbHCpgSAOqkbJZzFwayrR3IpDjgDaBbQ4Z6dqh27jTlWgcu6
HDmyPDyYjXnfZMUNx9n0G7dDMqMYKqe0dgMA1kSnYkys67qLg6Mm9kNYHogfDi+HTo6wPIuLOPqp
pkMcYQWlLlNN/cbEojVyIHyMenV8rutRXPToen5GATBct4kBro5jt1TSo8r2HYlPUMdCsljVUC7a
V1nut2yDrdG+CziCSAc65NKFNln5YxEI8V1eam4pP6XBb1q+J+zN2EDYt9UN5hK1AuYupdlaRcjE
FiZPcdHiE/eEOlB19pv+AtKHtbbKUD5T4GzM69qkIaVjDvxhhmwxqMdkL2xGA/qIce+0ZtoxgaVK
EBwCjeYlxeAXeUKayD4oaovBU9mYOWFrxI9aN0zDma9rE8XNJkZZxO9XnLRop9+IgP+Rzf7NVAFC
QhTS0XIAevpNf/rn4pD/+zy9RG9VtB/++b9UIv+pojX/jm4VQQiqbVS2YkG5/kMUAn8STw1aEoKm
LOSyiEya4jW9D2YVgleTgzCMDhS4pvoviUL4i95JQhbwhgJCCa8kUCPEJu8lIRwK/EEq26cpJ4jS
1fvUgL/c1AHptky08JccvTBy6h65ZN1qlcIx26EOUlvXTSKC1Ifu25Od/YQ2tsafOkQJqrI6NRmc
axpSuvnjXxcgXZQv+U1bv7y0Z9/L/70M1x8FHecoCNv/8/4/oW3+NZoXLui7/3DzNmo5BL/U0/VL
06X80d/smeV3/ld/8a/8gNupfPmPv/0ourxd/rYAy9Lb0bAENv7zwbN6IWzi5fT3/x4smHD/Tows
r9mGU7GIg3h/vzXYkmX/HTsMKYXIbAl/XPhG/xg9Fn9IR0yEOQvwGYyL/z96FPF3y+IUDQVskSJB
8/3HbV/+Fgp9xid9P3YEsW6/4ajgNPi7ZPNEnN+pEbROTW480Ag7K7TWUc4+rJo3bx7HX5f9X2CD
L3Fats1//O298eCvyyjIYkhEX76GEwsViyxyOGSaXidJByopm3R69rWfhPDgxk6+yNhS+BzffBB/
XU3gb+BSgHr/IJdxS4qvzo1n1eZ5oKBaiarhIZJM+j0ZTayaVi47EHa7SDJqKyR5SHpS/IziRXRW
As8c62vdCJONHzTPZBneUt67+/yBLPr6P39GS7cUgYwZq9eJjkuhoYjyemw830Y6DPrC0UpkOyWT
BhlC0k2oVLeVom5FIF2XeBNX8OSxo8TjpR7bR3qDu0QiNbsUqboOK7SL0vgXb/if4pnUZeL4PYQW
Nd3v58gYU159ToZ1ivYJdVHMCRUiTzP1jpCfaaV09aaPoVF1sbqX9OJBH1sWTmqPoE/OglDHv1eh
HmJXWIedcIhFeAzr6mnI85s5yLdFMYP7QI/ifv44P3rjNmJe4HsydhPjxEcgCYBIKUhVD/N+5pXZ
1LhR5KOKwpucFLa51Q00lTCRqJwMX7lq3ruS/npMhqzLixEMYN7yw72xnEE9QSrgl42X1pGXGz7f
kfT4+f2dfqZIB5cZnvFskMGo6SeXYKMREWwRN14mW4eONEGS1zwAAV9QlpTTN/56HYhEC9cNeaF1
MiqNFrpbnIeNV9v1S5BbJe72KHIXxMNa0OcigiMOaCqliKeiAKpdXF9/fqcGE9u7Qbf8CMDl4Bvy
QBcj3/unKbLcRBwm1V6i28kxId3DRbvWP1vDNG3arKilfYBM7T4qI2nVS77yGCSCNGksU0dZLIgV
rOjRS1+mSYnCsbAckWkoGSZj2CqCv2pjCKlBUOyf+ZV9XlZmdiZy0/aUpN/NMWSIkAajHNUxyqtS
8ZTOuOhK3PtaECAyDMyLPik2Yzz73wqAB3AWgqNNptyWH+MoyXXvTokkNgQrBbd6K+vOaMWhM+jw
YXW/uLBK1XT1CCG0SGDxDIRQrBo5PA5wed3BpCk20b0ZVHkFegdbRZtI92Cckw1F79wN9PFZzzAx
Y3ZZIwSnJ9RvNXVQXRyC9lHY4RcflvZeb8qI43UIDEJwshUFj8LJyCvAPqZ91tQessLQ5cyZOF08
hNi052uTWSsfous2tCOvGq2RA0oZdh5EaX0XIkd46SJx13XacDF0mr0qGNmOPmemx1GBzjC4JQfc
yVnTCxKmAiZkblm6H2t+sazpSNUVISNBTGkyirsti4hYB1pFv0q2fn0+7D76wMhMBAUHvJO3dbKH
mgJ5FHOT1kwgjfQtDaIWRV9zS6j3y+cXOp33X58nS7cmA4OT9dMw7kGxkAF1LQo+OU22eTVLnWON
KQldncyslZKJi0sjfURXKP8Wfv/T+fyje+TI+Io61Ew+7/dflqwBpy/bsvaaqEheqsY6C41RefSh
L31xpdPlnptEhIl+2mJeXXTK76/kz43gbO3jPMjNS9HBaSlT/SZgm6HP+iUBdD//5YeKzEwTpoJN
BajfcudvZmBF6jEskJfiyW1Eu1Yz9wq+/EgYBBCVypmeKHQVsy9u8oPHyUWRdpsK0cy8zfcXldA5
p2M01HSStAReSHzUIWLQysYc9PntfTQtGyqwUqbFhSV/aq4VAzvJKqlqTzXLl2BKvmvoCzxbAIug
fbAW9PGGrv1VASZ3CMr7vV//V8bNMmyYkG08zxAT39+oUVm9WduMm1prYEKIMyNsNw2Ii8/v8oNB
QzFVt2R2ydhT9ZO1h1arAXYgr71ihn2tzvldVKfrYqJ+YKTKbakg+fj8isrpys04hcJHJgb2NoKN
T9F1mKtqKmZSRefHFvcGxAy1bHZhZDP7Tun1NI3hWtIMolSGQHVpT8ePONncoTWKjTCQeITour/g
KX78sm2Vk4JQzT93r0YnlVYehLxsWn2t2dmrypq+l/aPmigpWGmjREewu6Sa1qyG1mo2nz+UD18D
x1Idw7mCUFl9/7ZNH0VdvQhaxRBft/bg+Rm1SSM/p4XwHKecCT+/3kfvANeExY6DOYmIkvfXmwwp
YAUSlZfO9h5P3j0hl1+8549uiUAQFi+OWirO8feXCIy4S/0ZIQM8dX2jt8joVKmeNoMyPQRycOi+
In7+cQJZBtabK54eyQM7zMc6n7hiUfrIO6X+oqyBPOKn/N6IUh3dmvYOIhFLrM2h2Qq2cp2RPPYN
ihOj3NqxGD3fbL73mXoWVFLG79fGLYikL5ajjyYx3Pqs7NRIOASebJynhiDVvO8qD2DSnZmOZ4NW
nYs4vPr8JX91mZNBlQBtN4yurzyjqeS11CZOQFlz7ZNs/8Us8sH2EQLVf97QyXB6Vd2QclPRpZp/
RFrvZoB00s64a7Pxi2H14Zf6us7haieB5PXX3yw7g0myhp42lRdrBXx7HV6vTdRjopw3ljiTrXQn
JelWjvTCM0Vw/fkj/ei7AbewACKAr/LP+0E9jFE0yCVDLKOcjCrc6p8bAjYf/ntXWX6KN7dYtCgT
iBWp0OsTtReg6Qu+IoB/sCOi1YDdCszCAlg5GRsjhkq/qbTSgzd31hfDoz3O1wR+XpqhfyNX5HoK
4jO+GCYfvjsLXy/zHBmRinwyJ8CjBKVcmqXno+v0SMIN3Hm6ztnW7kaTyc/H5SIbjbKNoVTtfEW/
/fzBKh9srKn4MLXJ2MrYeJ6ccxAL+qM6Zry/UnmiK34vhbRhDJQZiC2+jVXyCFrwV6umudsmCj5I
RK2f/wj2B18lZ+XXHGh+jD/DmSKGV1KSyVHA50O6l75Es3Ld5/R2gIvgbwnRoCHIvKowXuyzLBm8
tidaMNLhLHFOXVNMSa6aiWAYpcr3QYNLuUCKsxltC+qpMQI5T8gl1CenBl/o4Ggk3KMPNm0v3TR1
2ByUYKBFUaNvHwUeDDvx2hZhcwVK2DM1LB2K1uM4G6RdWuXzQxfhA1qyVNAkk8GS8cYMaZ7WhgRk
MIKHtTJL/CeTltwMYZqSyKZflrW5i8Mi3IeQw9e0BhQnHNAGB2V71BcctzpHLgHQt2Of9thPtD1I
0iNWHs1LwqpCpm7RnZ+Nniy2RF7r1Bb0VT43Li0+nDFSdWPgQthMUmDs/Fm7CEdNrMjSzgm7HvJH
ZaatJBf+oQJN5DUz7e3GItW4EOlmkmHXGiXJkapCB0pvWmWf1FjbKVT8ImHxmRYrsUDTLpJiGKqN
DUW2qMWhU8CrEMX2r6/8FuIg4tyXajn/+v5b90lThMU/lR4S5tiZh6VJGIRXchNdEnhyzZ/64iP8
YF22OHBhuGSzsZwV3l/QtEzURWFVenmHmqwkjMXpiDTy4c9aMzTkoc2/uMU/SloszJZqAbwi1Yec
htfqw5v5TK/DdCIesWCTWanrSkwJqkoR30CrbVc9CRVdxS8uwcRuaYurLMteyqI98qPlZwG69JWP
7XyngH9ai2icLqBT5c+6pGqbTjFI9CEGefjiKX00U9BkYJpglqKlsBhP387Bk5Ulk20HpYdT5miZ
JQIDqd2jPLmwtJIIKQtOuh/P8Rqtza9eAiUJBOuLueKDqWIBtbP5X7ocpDa8/xmg3mgmreOC1SaD
BQeIdGjhbMym9cXdLoPsbc1xeUGGvMyH9FSoOJwcHbWmLLuhGBFjJdmTEYsNB44vdtjL1P7HJRZq
tA6tiHCLk+dJtQIFXI3eKxnUu2aoG4CB+R08kS11GRSl7H6MQLsyGwRLn8+4Hy11xrLk0A3SkGSd
LjpJnNraiIYYdxWmGPGSlv6taLLLKcwvBUASgLz92efXXD6iP+4WEgPULUJADAzI70ZPYoGzlAFz
eugia1KwZvyDmUscGbG6/vDFxT56tDQSqAcv3Y4/qhsdMVLFaNkldgLjUooRousdvGzNOBBxdpB0
80arjJs4lJ8+v8mPHizdC8NSDSBm1Kve3yRN3LCAP1V6PZ4IpXFLSCjIdyLoqJXiCiQnbMuS+88v
+noiPXm0FCnJmIZqRolMXj6aN5NJ0jdZI1jYvH62k50uNUdF4bimN+JZwzWIeWcyVgDxnmGdbikv
rfMkOQCN7FHiIF1NQHq6FFWzTTDgfwpqwNSr1tSEC+1mHdTxDx066WqQGhenVgMVUBOO0tQ3JgpX
O2kfzXLW1uTxftOSDoWfYp/PZiJ5jYSG2CrC7+UrUTbGICQS60Cdpl91ehKuCfIN3bpBUWUCMoV4
QQhUj5b+88ejLt/RH4+HUhqHSFsD3X/ynQkE16U9+oU3QnNwZBN+KKxhfVM2UDfmQuzBPpik+8r7
adkdwJCtntDUbJImnW/oO67bLiQ7tch2Yi5iV1nkp4NU6Q5BZI8GaWMwYiJ7UyB2+OI7/WBhIh9G
hUlEGUKjZfX+xYINjsKkLlklkOeS04xspcvnJbB2DI7EnhhItyzri2/ng0OjggqJnhDpIODr5JOz
WJqOAr2DKLx6gGzRoQUiO40KBFRzmxIIfhyYx5lDPJq/KeEfYuTgZBHHOXYkX/sG/el5HNq7rvfR
R8ozATCGvh+rtHJlDPZfrKQfrErLJgFOGvUTzQbu9f4ZlQ14NLPDak3c76pu41sNwcUqgirk4Pge
l//Nj9kuelbcB1pXZdtBHZQv1qU/JxwgbexViHRHmU375/1PMcZVqfjWkHvSlBzSST6X5dBJmslt
Q2WdT/YRhowjSLH7YoT8eX7QWKhkU6fIqZPpckqIE/UIWbaPCi/tUCBKiu2VgEXRk1uOHDzXfniz
xOWNojtL2y/u+Y+1+OTSJ/dcNRHQNvhVVK2mbeKPu6mgf1D2X7zhLy5zWhK3kA+FmOL4CLAQ52lH
cbXx1OKretMfC/5yNwoGIuZR5onXqIc3k2iAkaTTYh7kMOr1DlZDcUgVPXM/n4w+fl8Q9paWOcoQ
dVkm31xGna0O/WJc0KdINmqr34SGfm5E4XNv25ddgM+Pptahqqut2ln/1sVZ8FXEFuw7teVRv7l4
mfYYvIeAi5fSPu+0q86Pf05JC3Gm/F61FdnqYYp4+jafit0XN/7HOXN5vm+ufXLjsSRFYRhw7SDq
wPGkWK+WTi2HvslY531/W+nxw2hJt2NTHqGifPGh/DGVLpeH/EjfkgorXY/3tx7k5jgPiZ17xLKH
qC7rLDgMFREY8RaV1hcXW+7l3YpzcrGTmsgsBagxBzP3MnA/vaXisOxQxOIWEOl/81LLsH7zSn2Z
5iFHw9wje2RVoIQMmP2U/lqlKP/5G/z4poi4Y1lQdMNY9j5vrqTpXVkRX1B4XWvquNLhwtIqwiBq
EqeuGqL/d+5safzxRSJtOi0JZnQkBT3t3JvsuttEahKsFn3QhkQSFUaCln4xQj+8vzfXOxkh5pD0
nZrx0qKgvDSV4aypq11ltY6sttt/41Eyz2D+Zkf8Rx8lnqgOp7Gfe0TE9KvS0s9x9Tl1mg1sD79q
pv+xJ10GI30Fitcyh9zT99ZIau7jyOK+Jh3ng0GoTG2cd3brNtW8i1P0CJL27fMb/HNVpnNPPdB4
baGrZP+8Hyx6DQui9ZeX1yFrnxCwNn743FaZqwTlTtKzYxWCcA7SCf2UeZP29ReHq2UqO/kE3/0A
J99Fp5f6IEPV9ipE/lFqbHU6FCnBCp/f6AerBkOGExwla5oHr+f8Nx9FimsR0xQPt1GUkGAZesdB
Atbii6u86p9ObociIRhmoqBQ2S0yrLcfX9POTNsJe1hDlZ6iCM6GHmfGhh2Bkza52wxyeDWV4+BO
2vRjAkG3ZAmJdQI1iOKXfJNI1S+rKCss4Wrvmej8cb1SX0ur8iaRVYBrc72d1OZQFdpZPOI1yxH0
x5Ex7nol7EHgCWkV9sT4dD0AdPb4kuOr5TfqU81xKgLbg4ozboI61w9+lreL5KVDAtEmBQkHPuOc
ZrkN6UVLIq/pM+tX0cvBFoK7OBY9Zu1cuuw7LTskXAk+zmw79iDvlU4j7bHXDv6QIMInh/US27M7
9HayJY4E+7LJ3SfZ/LNsE/288vWHgPrWeqTnWwkcTWbW9p6lS9+0OE2PvKQnQlPHGzLpNGhPwbxS
tXLe4n0jQATF/9YocY+rIq12Qy91a0lqCwhOaP/ncVuUabqyM7zPSGirKwzTltflpn+h6/hLUMkh
MCZEx9EFpyZDaddYjeCx+/Jj2XS3g+Qv8ln1wvSVXaK80oMnVWzwxuHAp+H5GHJdJxKYbjNTayn4
SZCpMb6CHZr9q9DHWJ5Hcb2nWW45pGNL+7CWcQwvxcMhTJIXadaqvaFO5TmAq4lior+auqB27bgV
Lnki8dESQeHImb6rYcK7utHKqDGDoyJp9H6ydNhFutK7uabcaFPw3V+IcvFwEynasAeaScByWRdO
ayU/MDuV5/1cP3PMnrlte61RP1/ZOox8TUtjd5ALKC+g73QEYayB+EUXoc/WVjQcUbGy7UGuEItn
48CZNDeIY7wRDb4ZycgvqLzz7sBNhlh5WxNjTQFFo4SSjHobPwriHHIULM3f4J6dcydWi8HFNbAf
SDn5piByWSH16wnxy1RPyQJjbc56sde7Ztxm1BIDojRqNw6KB6BV6SYAV+kM1jBcWW3vczrUup3U
+GelMcn3gxSIfaAGyWXtl5rkFh1RQI2NbHoClWVYkr6GIDA8ibzG48CDbzB65YOGw9qQq20PxuXM
0AHUUz6ugbfjdyNYNFypZoA0Xpubqw5Wk2cC1mFyxsSR9mJ0qOcShjKX5SGjVbGTcMUKFNheTHoa
f7y4M+V2q2RD8V10RrHzY3HNOTq5o7cpQwxBAbkD79p+B3iTubFKDXuFUXR4EWGo6qtUH/pqj7Z8
sNbSJMVOEne35F5tTQoWKzULndYnc0canAyL7AZzigEFSzya4agcKllBd1emJs4Vc75AFFg7YJo2
Xc07mYFxuUrVdDUGbk5s8Np8yB2zDdlBqSSmFGkYsJgE31t5MFy/ZX3NNBFraxXS6EVbIi/DizQh
L+TYc25muOVKrSbhqCS1JoCkMKt4aAvKnlZQz06pNkiUgqDCJLIwNJwSr7/smnFRXkiA/c/MzO73
jcI3s1HiDqCsITU3sF2UHexnzHlDpkc/xsK/MEPAo3PfGG7R6xH+Dp+EnZ72Kh4/ZrIpM/KjHw+7
fmjOtTAYQOLkPwX8ToKAwoi85srG9StFgpqkn/qAIhoRNF6R1AOJEOI60TKnaTlB21RhDkkCWxgO
NVxXEkXkRL9IuvgSqeIVYXkbiL33ZR3/rKdSAukoHXDRnFuBvCX4YK/PENTMyCjWcG9Cp6uVe2me
KcvISDA6K6aSnKb7CZmNNxNdbhnp1SxPVGIiTJFzI6Vrzh8P6BGaNcCBFriEco9NDWMQGx9s69ql
BR9qNfad4o1he0nN7mdmMS7GZhrW2L1gdQMnYMn5f+ydSXPjWLKl/0pa75GGeVj04mEgSErUEIqQ
QtrQQjEAIOZ5+PX9QTmJEEtsVW36tT2zssysUIjOO/n16378nHs54Y+txviFIRpngLLRG3xBX90X
RKzcXnnomgkkZtU+1Hr6EIq8yekT4pEsFp96q7mLTWUnpPAuxE1+aUJ60gsqoKfyU9eoyG6AB+r1
3ttPI0XpaB0wM9Jo3QrN3Et5b7VVDaWq6EH4sTLNdpfpwdYwM82WrH7uwKJbeyxJpOpVeLnPNGff
pHTJMYEWXBCWUxbWFySMVuS6N6j3/NofAp8Guh2tYxdIiHiD2f4Uk+xL18MA1kv9dorlOVlKFK/P
zDnKnSEJF9z+jsSjdIw0n+T5lRI8SkODCuU+fOgKfafEBo3Y/QHqhDi7kZVpben4giFIsk+CxEmP
p/Re6Ua7H0006fNrasWozDUapSjhO1RmKCPpwZUqpVCWS4+CWt+qUPVu8DM28nNPnKmnGBI2+Nu8
ZpCyZ4uEXxCmFyL6QX5gfdLRzhCkwfyW5vGuSfVd1UATfejYjn0lrMdE3TZ7TVor/MGg7PMbmmwS
l+6ywTXEyok12uwISNzMgsl4FtNCt2/y1bL+RKPoz36su21J7b7ZJnWPOIof6l1Ufx3DoYtutRS+
0/x2nxtD6IGRhD8wiqHIELVf7wdIp57VM7Ad8kv0gAn8Fjmr/bCHiWwkU3aQq0ujQ3OlB+dnPso9
LafiNWjc+0Dt160ZnXtTn3hYUnMn3StqQGWoWh1HZohrdwLbiM7BunKs0FwnDSIuwl2e9HD06jdK
IWz2IhXVGmKfWP8pRdoWTofbRoLksv4mJoLbnEMEvA1+QemiJT4nhebnxeKp1qu5QDd1m/nBvnN6
GVLbNHME0KDvz/rblwXtJBTNUPZEe5PHxfHQ41iGu65LIPeCkm1mfRMEvMT0CaYxGyJiNy/PJUTf
DkwEPQMrvEyqC6zI/PNX4TY8vSXYYLInvaZvYHV2CLZ3k6C57w/sxFNwBpxaKL0yMGWZAQ0PkUi3
K2va1e02QOswDQXQkNVKLOUzr9xTO3d+mBH8SHMZaCnHTEsM4p4GtiDvJADYw3X6Tc7u1bqYoLes
KQopkJmRWi6Q7Xx/mHOCbvGoeG16CY/M0woS5IbZHJPxIoioH1jJfPXTogNHGJLLNXVQA1ZF88x7
5vT8/j3m5ZmphUGo0j7MfSR0PtPnttKyAqau7EoemjNy16d2DCkE2h8lnk+A8o93zDBp8VBkpJ2E
jKemIt3yRKExtz2j4HzCC2jodKDQQ3nUpBhzbAaubLSWKO/7LSRcuvVAEyElJ2Ud1rEX0+f9/sKd
2jTw+NKWAzSdTk5lccBFvTXkImk4BzSs62K3TfNOWFdm/DxBCmIDZYAucFS+BGW41SFGe9/8iTnF
KJVr1BwsvoV8PNgYXvYuT3OWb0qpCDRjvEL1L3KqVlLPnMS3LgYe5LnzR5aBBNDjcmxqLKB5HaoS
tiMEui4KLZ1WaSp3FB/6aB1rgLimmoZ7c2r0M2WjEy/7V5YlcVlXEDJ8A9KxvlGbm7l6uDdV//15
PHEM5hwQy0h/M9ijxSoGUCkkU8T5gw4KPsK1qVwpPCc0OLzeN3RidwIuAlkjgWhVaf88nsVUtyoY
i/ExZlx9lctP1Rj/yAXTK+vgwqj1M6f71PaAxJksOl0i1CQXN+IkmEjgEV37lMygcoNeCJ6UYDg3
eycWaH4fyuiDqCol18WRq6JkGmG4z30gCU/VDE3U1Nv35+2kCUoCJOvpziKjdTxvAzRYYiFiYojG
Hbw0SEk25uf/zMa8SV5daQEShHpo4aAOqeZQdrSb+FzR4cSCwBqJA9QAM3CnLc4rqJce8ivi7sYS
7808+tEV6jqkZ/rjfoHPn/sBeaiCGV5MVzeY6SDq2MmM6b5LD88QPIU2qHHv/Sk7PZ5/7CymzFCD
rtQKcntAdQR7iiF/Ns3PJRn99+2cXv5/7MzH6tXSCP2ogMFjPLT43YqGciuk4blSwUkbCIu/9FPN
MuLHNtpRr3RrP99Pxh5CTXldwujwbwwDXBO6ISiRgW08NoEqFYwvqNz5USNsD0122XXq+n0TJzwZ
qUZAHbQRaoxl4SxFVD0SXAF811PyS923uzENn8s6vZysc+X8kxMGTxH8kEjTvanTSdU+0Vn+zB+I
TxBRZEjdh7EqQGJAxyj0RTNvxtx0+3rhJSuPoejUMx8c0pUlICHbmRDRlnAMHMwziepT45mDP1rq
DNo46ME+sqX3DZSXuYitRryd6k/B/pyHOXVcVNpDDJX+XSrUi8XJpQpBd61jccb0cn5V5rARpkZ0
BvtyygwQlBepJonVWZhJAJCYwZ5LRjFmzpuBFCWvHrjp399q8omolevSIDqneoIy2uJUTuTCzT20
Kj5J6Ot8JJsYrmTJQJSpdA14HSEKg0/EgB5Ng1BTp+Ag+339GENylumSHZWZE39PIZiztMlWy9Se
ZMuP88IlHt5mvXqX5ZMnGPG6UtAiUK46TTtzQZ64jo9GsLj36xDq+9pSMj9pkKAtnxtV9g8itGkq
JGty5b8/YSetIbqliPAuciUvPExgwW1hFGzmqIpccboWIFoTYDYc8l+Rda5IeGoTEGn8bWzhmtOB
9j1IsHGZIblaM7XD1kDg4OHfGZJCIZLAEBTlIsLIwripzYEJHCB25cA48IT5Abj3gtheN874z9Nj
+sfa4oR2HTnnWZ3Gn3IDYZrR14T7UD4Tbp42Ao4D/gZuz1nw47XL2XcIQqfIw/imMMJ9fita0DZV
5ZmhnPLTROx/W5n3yqsbLekmsTZ0mbLcAXod62JqBnR8Bk9S/8PhLLZ4ATi6GxUMdUrumun3RH7U
UAv5N7YBSCXFpEeI5P/iccBdZ3ZpK81xQO0L/S9FL/1cMFzSXY5QWmceXSfn7h9ry14asAtRW/dY
C9TaGwLLnegHHU2ZLf5h8Cn3DypnhgRMhLricjPopVgooj6yGWBxpBVhBeHRmbk7ud9emVjsBIhW
TbETBnaCIbtklc28dUPl39pvNOwSfHK5gfE/3m/Uc9BHadkG/bjTQpi2oE5F0C2szzVBnlwcLjhT
lvjHG8AnzKoG8rzcog0lt8HQvVFqnAb9bzX9/P6me2uJ3JrE63fG5c0assdDyuTCEg8RoU4Gcaqi
lJsadvakbK9hdjxzWt/edJiiXQyoOKpRuLpjU51chBJCeZm/h+jOLMd74A9+KIVXQhz6qXJJuTY7
NGeMvt0YGCXHhgQJQF2wMsdG48lKdPTqiBbiyRONBytPrtK6P7P93l5KWEHOmHcicSOPkmMrltSC
2U5Zr/4webSUUABMobZ+gGSJrIJ+Zs1OjolnMxlROoLfINdLmsoQoec8NULsSjSaJAL1wn7w3t8a
J8xIZPI4sOQOASUuBkUVElmkw5gSaEGglAuXjNwu2+yMI5o/5jhtR76d2pmq0TYEimz+Gq+cuDiB
8EXCJPWDWox1mJ/E5rN50A/nUOKnhvOiNm0AttdB2x/bCbIuiRoLHos0V+9UOGmlXruhueXDAfAM
r1foheAdDz5l4SOkKU6UxFBSEKTxTOUMRhJV+jP30Yn9hjw8BDbAWsGDL2GSjXnoiqGZUl+2Rk+T
88tUtC67sfRkOFhgw39+fyecM7cYE0/rfk/dNvXLflxRkrhGjhrpJ1jUysit8vrx3zAH4wj8PSSr
AYkcr1QW5qLcoSPgl0XlwLDj77UJfnDFTiLTPlAbfN/cCb8E5AUPqNMZwXt/sTFGqw57JD5S+PPh
zZOCb9pUesD7HEO7ikZYTyF7F4Jzgf8Jx3tkdeENW72IpzFH3Bo0glNEEyi3AaGayI9T/Y+D/CE2
Mui0+d8xB9QLwdE/BFG76Dtrlf9q3v1b/s/86lv6s17+pSOyqf832KV0uvpJ2BFXA6QmrUy+4NXO
mNms/mSpmgf0v//XVV4hWhT/tqkTtH9f006d/KA/eKgocfxOcAPRFJD2+VojNPyDhurlJ3QAw/Ex
9zJQHvibhkqQTX6J7izyzhTZNNry/+ahEmTrd/IAGnh1XuuGBMDtA0RUx7tsTqi/fBLPyjmT8YaI
igYrU+3RjHloqdLZiV1/nc5UJBbJ+7cmFs6hkZQGgnNMuCaiyt3X5LoDiGXDyTx96C5/Y2n58k8M
g0SGiaXcq9Y3yRk3cHogMASwjHSEIUt47HaCrM1iNezDh96Bsra9mh72K/FzcRWtXu2qmz+uttes
XYsn/5/jeGVocbGqlK8PhTyED5nqKCHabbaxqiTbeg5XGzD9W23bbIuL/U3rgkzZjG51BQkn4oOu
uYo3upuvUmslGX84iX9JRyEd349vv9X881f3MOpSgT4lY/hQmeupceL1Kv9pee2q8Xq3+jbcd0+D
ShfQuVmfn07/XP9vzS4CtLDay2ppYBZ4nFt9hlLo8nCwhYf6S3chbfd2fVN3zgH8wHZrfH5/IU4O
maoPBW+ZRi59WU0TSqTyVBR+H6TvAFdR/sufcqd9NENb/QxiCxQLQF1PQ5T6QxfqH4N+bXjxnrTk
Sq5Ead5qo4eggwTS6P57vj4zvPkKWU7tayuLk1krXWio/ONBr0DY2MUjcE5anpG5wqCa2+0cmjid
cuaYKqftmlQa6D/V5WVnJe0baO5KVvhAv0GV8Z4IgnHyehrYIFaT6eTqkVRCjPM21SC9HYeNInZQ
oFQAicCgJE4bGeBOu7ZyxHDId/QtXFkN2tXxYNwdhOpJyMz7ODUhst2nezuSBsh4hV/5aIRrI0da
R+qEaDUoshtn9QOM+LUnTcU5go0Fy8lfa/jPKBfuIpNCYxygKngAq3Xd3AS74RON1VdoaN2Pz9Kj
Yudn8vcvDujtev5jceE3skMwdp08hQ/KnWo6CPkINsqPHiS710LomF95vL+/g14YcN6zuPAJ+zGp
uqqUwgc66r6V6703QsPrIXp8KUIK74iW191ATe6m3mCjF64g7hl4lolaxBrNiR7Q4zr0k029Tnz+
f3wtuPLF/ozjOuVA0JWlODf3H/NgPvZbk9mJYdbwHavL6cK6on3tTCb4pXt5OQvgzbkTaNKFkW7e
768849jkpaJWUfSA3oqj+1Vn7+JP+afqByIEk106gvcdZGn5xXycLkJ3vG4eaDsXvOipuRjbXWOu
9M14I9+JuHMQaQ9IFnvDAZZ229gIK+luuCnXomHvfx4c6xES+x8VjOqSdyu65U37I75BIsjuL+Du
slMKjzffevtwxgm/dMq8N8LFXk7QKRKbUAgf6Hf0YMp3s2sqUavSgYBjckWv/ySqdrwN76gd2+W4
mhxwlW66Up8h5nDCJ/Sn+Xd5F3qI3rrnsrCLFr4/jtrrBVgsMXq1U6bOELTRP1yOW3rR6vt43frd
ugE2GNtm4w9baStehlvlxrostDPz8yL/+978LM5B1hWISuzZAQA3L9FmeUxcWOCd6qK/iZ3Pxvrg
DhemGzsP1bZ2LWfeFOW2dJptvQtX1cVwmz3ffPs+3CZetAKt5nyFYspVHkkoW2442Idd/iB/qi96
YDG7/qI9c4xfKqJvvj5UqHOPBnGNtZi/UI4jAcKR6KFxGzfbVLKr+wh1r+jlWx1WhodPLjz9bvLa
6+gHiaYvgfvrfU9y0nchPU8mne9AcnMxg7CdCCNM7UjE3sv38k9kNn/ood1sM/IkE/QPtgYy9Vwa
bdG38efGeWV1EVxMdRBrSpZGD4dVcY2IqX1TXzY+wOqLc0forKn5Df3KSVSFUVh7AVPxFUq76Q6P
sF9Fm8zbX+E48zNO76Vm92ZJX41sEUGUCkU9I8+iB9XfbwcX0p+rvdO4wyXsII5wNTwL3vgobmqX
8NHuN/Vd7Bpu9HBmVY+fzm/ndxFhGGOKhlHKoDmUfu8X68lPnsPr8Nm6CrbweXvFrgNzv9tfIaE5
+u9bl2ev9GYOYKeDHpS3HeiJ4ynPEti7UzBfD603uYl7uE7c6AJZYxfVKKf41T+WbusCuN7KF4EL
DfxubiI9c7aMl07KN98CNIUJUzVZbm2RrRhbABu5yhx83TyndmR/vds936+iq9LOXHZc7XQXuf28
2T0b9kVtE524qePJtrf1Czu0bzaqkzrXsiM66Ta1v+r+E3wXq9T/jA8JV5+82Flfhu4KPTw+b3Pj
gd51O/v5Pljdpfb1fsMt7KwunMyp3NpW7B2CTXZtP93ujNVF7j/dxvb1xO9q9sqwNVf1Rft2cJPL
YbW7BmjgIdrqOont+KN783N18/jpuzdemwdb9qZVZO+uRUezZSe3LzpX317vVO/pc+go9q+Yke7u
n9zS/nxPG479HbJ853pHCXKT2uvc/pzY2LellWJ/Xe03gpe+TIC00p3Q5VNRxMFN/rx+Mvhyt7mb
2ndXo/1j9zQxBPdCcL1P13ZlXyYOX3vjrm6397nd2zvG86Oyo9WX9Y9gBQmpnTiFvf6CMpbz4+ve
u3/abyI7d25ogMHT3sX8d+5cM5fz7hgunlmPwIbjhjHnjmBvNPt2d+d27m7T2J/9wX4a/acL58fg
KvzR08CgRGfCa3KXW3zz2r9+4qVGzGU5q9TxSduswCHbn1BLd8YbnU9BX8nl3K34/Mb2UHe3ESK2
ve+e5nm+aTvDVnGcO297BUO+v7lZDfbj+gtfVXH8ztnU9k1kq+zby4eru4vEubJvLie28+V6azkI
n7ve9nLrfbo07a3lfi3ti3Vr31XeRvMuMeIQadnOnu3165vp1g4RKU0Ftv+o2io77ibwmq1p4953
rX2V2d5aI5bIWYrWubqT7bUX2j+mlcaEKtvvoev3K2GrbG159c2++jK68efAfgqd1NeZOO8T/yrs
bTCv3cG+t2zDRbjNgZXSvvxpON4WFqgLbys58zf7mTsrV2SzAQe/vrrEEN/TKZzddeR6vzx36/+c
Ax3v6seudbatZ9lfcGii3d94mef/nJzDuvR27fZ2dHad2606V1o17jq21zuF7y9v7zndI9tqd/25
c1ejM3qV++V+d63ZX9d0uNida/qi760b17Dvdxe3fPPYJSLzCiezR/ui9a7vY9fO3V+Kfff1Bzt5
PkaG/St1vfWXe8e72YJqt6/8R6YvtX/dr7/2NrM7uoerb5e079hXj4HzOK4Gb+s1t6Nr2pPXeYKP
oKx9uKA+ybywFPRj2cFqzWQX29AOXD51/rzWsVzNRdDa9r54X/h2jbfdO3e3X597+2JwaybEsDl5
q9quNp/v6VkjEjWZwlvDRbbITtbFFfV+Z1ufeUWqJ73sK/+2SI/KgqlH4AqiB6RJ7K/CxdfJfd7V
7Jp7VooDuwmdnerITH3uPH/2Gy/dfCdtUG4eTPtyjl07r1wpzt2/FxVa4OV4EcHhqS5u3OKwlzRB
qCIyB9lG9NBy3/vFBvrk5O6wakhA9deAEBFj9BQH2qgzjv+Fm+eN339lfnEDW6FFr3tWzzGhfPuU
Xw0bAz/oR55ytV/r1/qq2MbX5ZnVmD90aZR+AgrEik5icTlmMYyjzlT66KGu4OxCIxCBZYTlUNj5
lhmiCYNWkTtoqxjnsnyndgG1GZMaD7BgGGGO79o0NfNeEjDce9NG/GX+Uh/7r/JXXiTFzrgRPpvO
y+X+oZz1f7V1UyGE/S37zW6rn9/a3/Jfv90135qobqLv/x0y0MzSv5Y3+C90FoL2228km3+zv1XP
7Y9vr5PO/O6fUge69DsRDiAxKFXnNoG5RPan1AE/YjsocIXMpXyyzIT2f2kdGL8bM0LG1FV4g0CA
sZf+VMqQdNLP8CaAbJz1LfjIj+SY37B/sSkoUfMPCeoONFIXe6OVUZUs0Fd3obQ27qKhnVWUzTF3
kPUUn5XComUDScX9qhcl+pomE9VsuMZLnpRkqDYQ9pe3GszhmzGa1AcS+bWFdNaA5HfUiNMzfRkJ
fIICSvLGkJ0DrCnzG+CfIwX3O0V2YGSQWKgkn6SXwP5V4C6IaD+OOSR2tKuN33ryRnexjli5PVhT
jtqRVd0j3CnbebKPYCKhW1+H8oGSmIzGIiWsTTWkKKYKgPZzCMkp6NutEANWDyVaeUXjCgjReNM2
Sv9VqaRRs8tJoTt4iKaVke8nTzeSqrUPqZB9nQI3E6/ppapCpMLN8VY/HGj2krN4Y40V+iK09yFr
AEK9hG1a7M7le+ZH2HIqKF5KgF0pK4J8PD7kUqt2aaKjko3WJZdzExp2O4iI9Bai/sf5/pfp5tk5
L00BAwCLDB89HfWLWyXKU1Vq0nhATWysvCQrxG1NS7EjWx0NyfXe8IM2u/24T/m/K3Jddz+rBpfz
GzIq9W+rNvuB08mz/wY1rznH/Z7LCdooSY78zPwbfzka+Xd8vEaVnHoRxEZzouAvR6P8To8SEAqV
LAKdWHNS9y9HY/5ObgEPM/eqgcxUeAX+5WjM38mbzQQ0FOLQVgFD8IFi1uKNzTdC1ofPAIoNeT4n
dbFpprTL2loPVDdXEK7UxOghsJTEo1Hue241z2Zk3rYlfb8kPIpt3bUBypHChzlOwRwyC4o64zxM
Bejm8SlR6Wg2zN4kSIeq4gJBv62ZUTA9HD4PQn0RHYTMMQ8G74ssv4SQrD/z7F0EHvMsaCAYmExK
hzOoanFK8QSFVLel6qaqKUQuAHkF9c24vC5SjWTSXpya1FYEkAj2CIiocCOzFHgP1XG/6hNk1psU
VgI7KAOrcM34ELo6hPyQiOXVOkmKInf/59gthYxmIZp/fezm2/3bj7x+fb3Pv/HnsdOs3+EuhGR/
7v9g78xn689jx4+AqkAYA5MvKC3kIv45dsrv5LshdAQzg5bMC1P+X8dO+R1Ge8DLnGUyI+gafeTY
LdKHuIOZRpQjN/traPmXXUvZwarBiakCZTjpEk2LoHEPahB5U6ztW0+3UoC+wl4WJjS0oylyakha
BAedG5SQU12utmEz1r+0CUIaR46T/mcngFeeqlwNCGGNErUPRep/wDim2TN/xJdcyw67Sk+mPzuH
PhRV/v9+A8xb5F9vRefbmBJP/4FxONqQ8+/9uSENi9CRWIhGDouAhQv67w1pSvNenbvX/g4d/74H
+C1NhwueMHBmOJrjwL82JIpctPZBaIfQAYUaU/rQhpzz1a+DBw3iK1ygKuvzt3hDN0uPMspHoAlX
XRQ39EgH+TUsD/TqSsZKgkxwxX6KHlVR/WH2cnBjiMPoVxBFiqVEOiTu9i4dStZabMYchZTxoKDM
bcpel077m1rtaIHvDptW7x4TMZa+W+EobfRBPZedlufrajkMMJcqggCAR6DqP75IwjKJo0qpxBVC
xHkRxF+MmUYFGgvkqvUhbK8ofPhhiVCiI4dFBttEMcDzEuTdGh7F6DqXJ7B/0qBfwrqgbEUxaBxE
DgYoA5KuvaN/svgEG/eDmJzLdr8JmvEFPD8t8IFgVbiJ5nfqq6BZNuOoDLiuV/BV6CGA6+qzWQfD
Y66WXeGgeC86+lDk3/JRzT4VZf8FeiQRdmipvYrSLFUcVckON52YFveHEtSBLdeIudIw3EJ/YaX9
z1DurE0WNo9jXimbVAy7b4JSybVtjml225gt2TtxzGp3EI1NZeWyYVthuOfWbfY5esd04I4UPEQ9
2QcuLxeIB4RRo99JoUX4+X8uuOUFN1M0veNV2uejmHL+23/5EhU4Ex10kElyj/0ROP55uZnq70Ry
QIJ5exnEMnPd78+YUibcBLmvz9AM/hy+oNe+BJ5BAFdwZILjJF/1gZBy6UmA66qAnwkmuUQJejHz
eh/nZdPEdQOpUl2b46pSJGS4Qnn6IwL6l4+d5btqtkIITHsxkF2u8UXcWgi5UfR60qH8C9piKPPY
kaXw4EaCYnmv5v3mD+/xGlx0zhQ++PWADgd4pgwp7RDXpsLXSJa7N/cqLLixeCYldFz7odOeVATB
BcQCUNrN2YRjS6bZJ2oiy62fQ8/gSrkmXKawyZSwn8zcvRZ0xWkt1itCm/qxtyqFHfT3Djsx0hNL
B14Y/R4E6lBDWi6dJFd7C+Bz66M5oNuiYB1sVFb+DF4/snQ4aDawMdeY3nRs10WIkGyMorhUoLE4
HcpoG6SyADXreO5JfGpAM2ZGImx7UT09nlCpT01hErPWr5F1nnn6DW8fWufQOSesgHRiM9KiSYPm
klokU9oiMI1948vi3rpO1Ma443WXnXnen7LCHQ3yHlU9ooHF5miNPoqSQm38wmzUizEf9rfgbM8R
g8y3zOsLdAbbg+bWyIvBV8JBPp6xvJHNPu/lBnmxrNqUEjqJRSmam6RJDIgu6DJpjdBy0wio8oc3
HzlQIg+82hyGLCyLBwEqtqxp/LYdW0fIgV33kT5++DAjvYjeMY+9uW9TX7w0jUnMozKVYfLfk1vK
h1K4lAYIAKVyqs4wPrz1G2BocFMqa8aJXjL/7S0yXnUxwDMnpcZ2kltjk+Z6dVUaWrZ5f+5OmeL9
ijwr6UrgsYu5a7IuVKcUfg7IvSgZ1VXq5AIS8MLEq+F9U2+3oQHj8z+mFk9lpRxGtUlpMzGaWllD
kKVdDEF6bkDnrCwukQ5qvaKoBFj8ua5ssMjSLsqDeP3+WE5OGww1cys6XXVLycAopRWjRIQebrVg
XGuh3NuWoEXuQUwj931TJwf0j6llSbvbh82+DhjQfjTMjREAv9cj+ef7Rs6MZ3kp6q1SFvlk5X5x
SE0/3NNZGfaC5NZ1d64JaF7mYz/BNuA1bNGARmfdkkBIFGGp24vmLBCgoUXYpNo6Ept0FdHKhzdM
zqzUyembG5x4ntA5rCnHbgmoy3RoTAMSayMSVkIT0qJLB+6HFwkCGJ4N2txTNfugYytlJxhZOhO8
xmFz3w5d7BWW2q8+uEhz3mFGxsLrqkpc1cdG8uYgR/tGTPzG7KjcSmHzQwmbcrUvKv3ce+jNtL3Y
okOQPi2S8cZi2rit9jmRYuIXnT5820P2ZPMIiXL7/SG9yZ/NqkjzAxZ0KqxS9F4vxkSiJQUxmPii
GdN8plvR5Uwm6PWxRod/lbXXkh4OO0Hpy0ueaPI1oHPtoYWq/uBIAgXFWgmnHQRdIQHHAJnm2NZ3
mTIWZ/Ceb3bt/D2ZdC4aFNxgbjr+nnsZmc+oiRK/DVrrqYLW7ErS89IXAtVwxUP34fhDwRbpVSaF
7BGvu2N7qhx1WR2gRitLwj31DcVNRGP46K7FCLQNM50K7VHqnOp6HZ/GU7bX0IhG8nafVCsjLTsP
JtD2zNS9KUmxxvOVKcIXNrNrWQvHTwOjgkiyEPs1y/StSEJlljOCr9TOVJM6fH0oUCWi7Qcyx3T4
qiih5ZeaLn7Gk9MCK9fFnUmn/SVVKuMyVZgIuxS6HhROV08eWYl81Rc5EFxx6Irb9zfo23MgQ6X+
gmsSCT2XUY2sjFPOJRL7cTKadto2+boCPHfmZL+JnWaBbB5YpLEtcX6ZHS+EEFhia5Zt7O+rYv8I
x67k5P0YrMZOjy5A/VaX+378aUxhc/f+8Baoex4Os2VaLDjptNCS8jy2rBRGBqagOfjwPR4Gexjg
HtSmUfuWF9VIjas1DMD4ujLcjgcxRrYKObbYKeo4mC4L0+LY7ZvaeooHs3wKQn2EdFCrxeBcgf/t
8eNtQXw36xDwADXnCXyV4mi1VOoHCP78SU8Ut08OT9rcg5Y1KeASiEHPuKVT60GqFhpQet6QvJ53
xStzyZyRqsTp4MftXnHSTGugSOXpAelwtPcRFFOf2jjW/WLUsy/vr8ipDcdGmDuVaBjCyx+bDhHg
HOuwPfjDXs+ReGh0h9JH7L9v5eVoH93CALRnuiYiWYO6yYtffjVCSAX1Hu3Rg4+8dZXZiSiNMMmn
w6e6HtStQSpsO45S+GUij+PkU6Bu+hL+WrfLmmED7tv66DU9f5/5TTeTwJMEWNxtUT5JUl7oEDin
Yszmhx+2iuiJeH/YJyZXgXMPxAaJfFo1F7u9msZhahMt8ttQGLxATgsP5tbDf2hlsYRStB8RzMBK
PxogarnPbarGZ9VJ3sRsTBnlCHIlIAtw4PPPXy3hnvSe2Y5q6I9dem1monIHV2wFujDUysRG16Kt
naIcVYBhgh59TnKxddRczsMVHb3iJrL0mdz0YMk/ZA7Vr2IwItP9+HzTMk9eCWCoQnvs8Vds8kiQ
4NAI/UPbj+t0MqcbNVEO3vtWTk0E7JgzmQ5v9TctLnE5ScGBWocfxWm/1ayytAWrDT0i93PCAXM4
sjw20IJJcLaRaH3TNh/2SS3HZkOLfNf/Gg7GdR2pqDA1xpei2K8Opvz8/tDeVFlFsgOkVOhlJFev
Aqw6nsEQIsoJUdzQF5oy9tM2GtFc2lP0KXnCX0vS1PvC3KszQPJiT1qQraATCW9YSu3h/a/ydpY5
ORwccsjUWXVzcYtLci6OVhyFRITJ9BltIskNzQEK3khPzziDt97+2NQyKJyUJjx0mJIJq1eGlcZr
TWpHqNKs4FKn2vof2puvg1cnSVLrTiz32COJHa/0vFB+RHE8OBRjBhveM+XMdf8mW4cTkufYDmY5
qANeUH6v7B2IdRpLzENfCffSuoxFNbEjIwpCZz920k7IKjjDjSJz95BYP6LmIP16fy1PbSummD5c
rlMQQ0uUUKhA2l9L7OOglMvbqm9h/QYhBZ3+XrnoWWWvNNLET0Y13lpBCX2YGVr0W3QfTT8wE3Qh
wGv5kp9aNujTUWZYQVKF/gCgzaZSAZaSXjM70BPxjC86tX/Jf80hD4lSEm7Hi7wfukoK8iD0q0qL
nWkEPxSPtFAlcjGeuQBO7V+Feh2hFeeFBOKxqSY/QPCcGIFfiiFdMCHaCWmlIZI8RoI9hsnhzH56
e63NbbJUAan2oYqxDOLirhJo/lcCP57C/CKrOumXaGTZmazUW983t3Sp1BIh8ZBBeR6PqhwORVOj
e+Uj9dk9FIkg222gSCt55kQeeJe58IqfS/meHBo7lOBAQ1tIX7iCgFwjoWYW+IkiFndT3va3IU36
ZxzAiXAIla+ZwpWkG9HsEswiwCs5JAIs3VOiprfxFI/fA9zClnLk/kruS2Nb09HoqZTeyY8dMqdD
9OcGse/UpvHjXG/1okFn3qJ8HcK6WcSJVOoy/gxBpSnyIWWqaS25jong7jPo6LhB69KxDrHySYSM
vLK1USl/5gdJ8cR0VBHKOhx2BQz4GyWLw3N336mlAPPDUx1Y2pxvPV7/lB5ZIRLKwK8KS/kpoqnt
pPrMx3zGN82PneM7lsHPBMz03M/JgYWdsVfGWm/CwG/ZD8+5XFheUlXFhZXONK2zJAGqPeHGCmrB
K9KiuJ0GROz/rW8BEBFoD9R55FuOR8tesNq9IQgrZTxMX7O+QpMvz1q3CZPaKdvGJAVsxW4zHQ5X
UwQPbhpZ+df3p+LEjJNyoKg7c23zHljMRGfgsgpwRSuQi/GtQNHaM624OrP5509ZzDcFPFwr2EcG
+6IP8+o2mo9dqGe9sAqm5l5ohnoXhekqK5FnL0XrzIPzlDGOl45nnK/AJcOeEhUKpJqNsBoOcbvi
SWp4xBPajZZk5gVeP/708SnE64OGNVS4mpVFLB5aB1Nrk5bBKdbk9hLa00JkxGd0DU8tFL6RNZrn
8A3bbpv1BE5tJayMlibNQj8QC+6Hc+maEw4YXkKev5C4cT6WWDeKHOFUlVjpKu1wEyCa61n1fPbF
ADbtvOwvoBSJzgzt/3B2Xkty48q6fqHNCHpzS1ax2qhbLY3MmrlhyIzovQHJpz8fdOKcULG4m9Hr
Yq0YEyMUQCCRyPyNjOrb3fHnoJtzgItSNw4rrxfcUMynoRHDYzssHvLltfndMUR0h9fzdImayAnf
/Omk/xGZNlohKDRsSmB5hTPJlOL+4cUJVKmJqL9OzXp5fZSdtIDNiBGvlHzkuMt//8fuT3Mb6aFu
RsShtItg7tY4sGr8rOtUOwJq7OwS7jEquChxYhW6fQ1NUacVIum8MEkm97Mr2vWxawZxkFJtCLq/
Lw/SSkmPlm8h/vJ6RvpQqx1G515od8Ycznad4IwVZXAv0ln9AbirCtdMTX/aODmvwYxZ+Y/aHLVn
fVVxJLeRvF24c1/60VBQQ1idTvMbAmHQT2vzlFSWe1rGURwIT/32gt/sM7CU0BmAO8uX3CZnUnnU
RE6E16mVY/9jFqLHrl0zOjf13XIsy7tMGRPMSRx1+Yg8s4kDj5qkP3Klzj/qYN9eEtTmgGNr6oq2
Cp+88W0TZcVgEfEYv7x508jUWVajKPfTy7he4jb3RlvRRjdUpko7ew2Q80UoxdnpuvzgItrZn38O
tW07qsKL7W6Y3dDt0/k910R/r+uzeGrnNTr4BkdDbY76Mokocmoo8knu9p+qvMMUht4JdmrjkeH3
7lDYJSIEB15B/Z0A/XHqxjqPM4/ucDiqXTeejCZLRjyUO+9j5P4/yaX/FTawc+6QlKcnTUOVy3Rb
9VGo+Ezz0rnhYA1roCTuevaEc5S07Y/ikIXLO5vC+vWeKBh+yTr2BJV7iPdVr/hNUpXB6ztvI4zz
f0839ej/P8xm62ESs6pz0bqhMbXtl3ZuaXtHivlOa9Rf2RBr34zIGqkJpFagjnaJY4Dd52+PzDBZ
VLpdBE7w6fKS/+PrCafQIlPt2f5dqfhQYhYcAcQR0X93QRF4RMANngZOjdejrBhOa2nesPO1VLvw
dwmrWsYH2c/+KNRbpeYi9ffNpneXbImmsnJDiuS/krmNQ63CaOj1r7a73Xloyw4ID7WtfvFIEYf3
Jts9bUfzOUmU4otQXAu3++io5HY01GY+dVe6XWxziNt8KB+lJNZlMAWUzbkpT2+fFTgFeXnydOJs
XX8g3Z4SCfpxQ+z26rtlyPqHeanSkyeGI0Gkva9Ed4I8AGQEz7RNg6Sn6UZtkyNcowRKBld3Z7KO
I8rNToKFIAK0cY2XG3i2TbIYIY+TV1PGZxKT9dAuafpQgFa7Q/bR8FPd7R4nXLy/vr6Ku4OS4QNr
kjbiW1FMrLDwEsttJ8Q/Cr1AOmBnLzLFYz0M63vKxgOtBiM9CPU7aThSbBDVOFZoSm5z/qbznMld
2PVNltvPpcBTTneV5mwVo/PkJEbx9oiBprYs71Pd53Unv+8fEWPK8ZtTB87yUHfVaUyRCrFqcSQJ
u7OU1MHRiZemCoB1NhvSNDTUETH/CzU1n84iVt1TxZvipDUIc3f50H5uPezeXv9+e7UD+jVUniUh
E1D1Zm9mddl0EysdkjBkJa1Jvf+gx2lVh/ZYuX+PBTHSbIzqJQZOHzap7KgJbHAfqzzW7xXyloNf
tBMCAJNhKQEqk9x5GzgNdTSXBXn50Kuj9FQuUrsJL98Q7a3/5rtKpXQpl4+K9TZrMwFpdrnuYnEP
BvrDJCzUuuLpyNNn5/RTtyM3p92BYYvEn/65e2ylFmpPAAoHhz06qll5Ssc+Obhad0cBvyaLhJQk
t03YeFz7LMoYpQE3j+vM+G3tULZ/fbfsDYICNyqEFPWl6OD1VHJnUpuiBBqf9qjTGkvh+p0Fm+O/
GEUyA0CiyDf0ZsFcb9VhngknNLwO5zC9dn3hJuPBS2Nvn4FGQSIbFpjsW1/PxUAerLOT3gn7fnHv
MLNEIk5Jyg9oiXan1ye0NxRvQMBBsnvHEb8eao3xgBBLgjQfWswnO7bTs8IrJKwS9cj7ZW8oOBPI
ZNNy1tgI10PliTY56xw7IYiF5rQWQ3nXaE55ihUcsF+f1V4ZnjaSlNslYpGjbh49mpbB2QDmEWoY
CqS5Anu9xgY0Tv7jKPjcKrHzufLcMcAFj5jR6/+Iof3++m/YnS4oEzaKCX5yi1zCuifKc3qBRK+x
CmvLpaqXm9W5az1x8BFlarp54skcCCYLApjQLDZpozW7+M+oix32ja48xrWln5pYT4I60rQnK0VR
exZVe+6GZPrg4h/0X9xB3K8wqHh+k6Jv4nSMbJ3C0bOxai5M3zGrAbk99Qg6cPtNIdFSrJYXAWL4
UMGu90+teNWSTi3OiLVn+qJCpdzv6Qb8RBdAf7RWfKyaPrLPXZ3Vn0dhTmEKkfLFzFZ9PrgIboIN
P4WgCVQG9BLNO/nv/7h111bT53we7XBw1fLRtNPiwZ7Ur69vIEl4v/6sVNdwqaZOyfOd22bzWUUz
K8YErj007Xpczms7aq0vuhL4pTqNc4j84PIzwpw5fWhV9POpJojkefHWBvsGIymQRMJ+csbDti7n
yzSoGLpOVl/9qgU27b43O9yqGOROj+pYYHQoFi2f/po7Xf3s9LTtzpMmatOvLG2qfAWUykGYk8Hy
z20Ls4aWgLzi6ZXhcLDJKuLFE43bTtLauq2fel4LQVW5qcluXdW7ZiKtUDNd+ff1Zd2u6u9RKRIh
CwDehVbd9bdrrDgvdQ0yhN21/TnLC5gzw6T6VYcL8OtDyT9qM0GiEJcRVX2eQVsteBgXkeVy14EF
Qcx0MvXkZV1NJ5hjXXlJGlMN89h0v+GNkh/QFrZLS1WUnAmSJehiYs8W/eehcmfp1TqBDzCXX9Rl
f2KK1ZzKLm7vctuN7+a1n7+9Ptvtwv4eU+qMOpoceGuKiFBk1ekTn9Ms0F5bY9T/sOFCjcqZl4P4
Lnf+nwtLBQ6ZX0CNBFcCvORi/3n+LDdTYqPCOSLiGg0LjamNtcr5B/GIvWzlHSznNsDK8Sjls1WR
P4bvvLn29RQXnmka28tcGdgDz/p6P8VZO/tjmmPEkSCDRgvdvp+5tx9psSfmwYS3Aef3D+AhqBNt
CAnbCmfrZYUb2UV7WYbeyX2LC84v1bk8on3f7htJfaeBQPYhO9ibw+GOiEgQeZuL56ZxFTSVPv2Y
7UlSDpBhw71zNE4lONLLW7cOw1J3l2woru0ty8aMEJ62aclc8qn4p3DdLOia9hNExyOO0s46Ui6C
cEWJjOrY9kMajSuUVlswhyOlvi9bu/YXNPvu3jwd5LCBs8puOE+XzYW4xkK1m6nDus9WxVdhRMo9
uXd1UislP3qT3M4IWhlqzswHGgXotuujsGp550VLVl0Spex90+k1n2JMcXp9RrcHDsyeTnmd7JoK
+7Zpp9aLmlJEQKw+HnFq0gYzoLl2EaYWByhaHMnG702Klw8VP9595PKb9G3OuiaveOldlHryAkBD
cVjk8xEUeGdSPFyRGfAMThZR+mbpsrVMLPw/7fyrXa5GkOXmXT+UKJEq+nSwhDtz4iNDNNYltAxC
1/VoQzo4FplZfelmdf1gDPUSCk99K6xWPrCkaIOUQmdDbO0szEixJq3V6kvbFOY7AW/2i1Gr7UE4
ug31UueCcpvGBWMRg6/nguMhQi2DCdVgVaMQBhRlem0yL3NpHBla7C0bTUapWkP/z9mmWplqtXmu
qNj6NgjIqOD/6NOPa/j6/t4bhd0NgAX3ONLozYQUCtlWMWN/2QihBXqzDhAOMHB5fZS9DSeFPejO
AsYEpHS9bN4MgbeSHogib93/JEuvncfFs8/SuC7onDY6SLD2ZvWbl8atQX1+i0UtRq3MWx1bmDGj
a+U66CdjivxfHFY2AtgO9jRlxN9p7B/J8Dw2Qq+Q3LjUYIvOVV+A27frN3sfSR4VvBYAcpwikrjr
tcO6Lu601MBUVkzlHY+M8ryybABOB+9gd9+0AjhEPBwdyi7SG5xQfj0WJr1pqWTcElRoB9/NXEDK
xld6td+7pPhVFtNjMlZ/1Yv32KTdQVt455vJqwPELoNLQub12AKrREFxAYfUMV6CTJvQz3Sqoynu
HGD+eNDJoDshFkrpgz8TKJ2w2EcmRrlejU1QNxBgs774kLrdUdi7TZ0o/iPpwXsJmwcIyNcjeWtr
K5Ah6gsw9CSM2tHy3d4YL1HRZ8/GGiO7Cb7jDthn/LEtzENhP/7460yR4ZGSkZ4nlNK2utlQep2m
HTE4dGpvCTpFt0KaocPBjtk52HQguILB4qL1tL2vSDRK1ZpgKSWD1b9kqwLIG5Uv/PpEbiBpmqvT
wYi3iRqmOJSYoUtKHattRT3XykqZiMOXol/aR96HvP7i2nzqtGxN/BW2sA/AoO0OHr67R8MjeBH2
kUkBN3v9Oa057islSghh80pzakyVz5hz5w9up5s/5trEUmJMjJchrboHnUzxywjK5+BH7MwdBXQJ
ByFZpP8ov8YfASc1S6GNqoepzODhJDpnxZOpUvPurQH+aKZPTyAC3ooxICaA0ZO3g0rZD/by9aAQ
3odONGRAHcixuyVHZMFR4uEgc9w5/cgeknoTsEkSbkATRGvXKvXyorZL/GFNmuGkUFk4v34PyXtm
cygoo5AcsFfld9w8nxLHwQWkEOUlagcENtZGfw9ftTrN/ZCcogbOZdYmil+345GfwE7cQW+LtwUb
iHfxFis6lKOeGV2LPVWjt77KQ8nPjaUOV10VB2+2G6yf/GIUnBH+QxOSj7aZJf8U8JBoyoti2z+0
pnpnKcPTkHqnrOhe9GG6swVO6PCD7tulPWE3dm6N+K5r6q+vr/bON6UsTc5MIRJsw7b8rVdtXA1c
WrCoOyIgwiDYRefrwc7ZWVk4wLz25UsK+PMmzuaWWzVavBYXRdjdXSSIpJWYvipKuZxen89OsGNB
eXVInDNF8M26DkuhVHkFiHmutNTvndE9gWLxl3QOy+rNLXG+oiTSsVlJMMhjNkm6Ec3aODROjhNq
o56Ktur+NiexHviZ7YQU+YiCuMKlixKU/IZ/hJTSiUVqaHl+sbx8/ieZ9f68rBNWKXPmPRTtpGFY
HOMq8vpKbtw1JJaIxiuBHOgER5GE43rYZPWyKoG3cQGSWgtfGfMC47ZVu3MKG8mfLBbnqFz0D6tW
aic4CbScla4IRW/Sq7XcIogb1KOsqHUOspCb3hu/jNuMnq98ectWx/UvW5SCSzshv6qNevIzJXL8
PKlioD/eO9fMniN8AkJdjd87Sfkuq8Rz2bq6n1nzz9eXaOfwSLVKmKFUcmSp8Pp3ZF1lTlYLP02x
B+1h7L02XJZxOgiIu6MAvKW1xx7gOr0ehVLjPFqVkl3MVvQgou3uIRqsH69PZeeEQmiUnxo0tBSL
uR6krwq3MRc7Q+Vzak5zkqyB18ORGr3xYKSdE0pLh41Ml5LDswVdGzPw2zVbsos9r3mABap73zsx
X4/kf/26xvnRe/CmNs92gS6FdQgZAX+x7UD0lciLKYX15q4pmvjGjI5TGSvpX2KIrUvjzcVJmVPE
2wvX8+dlSR67pc6C1U7Lg5279ylRzZF8YkwgKJZdr7JMlmYtKrOLpk7dea1LJVAAVx5A9ve+JZV5
F/QrjXewOtejuE4SFxj4ZTBv6zgcy6k9eSBqTghBqQeh6XZCvwu4VA7wUqMEuQmA6pKYwokw7oOD
pdyb0fy9F6Z6f7A35fPpOiVgFPT15MVMc3s7oaqNDG+skvLSVCh8BGJp0vaDSS63nOGZRX1QCTSn
znkyu/jdTE2PyRLVwfcSUQ9GNhLrd8q/xRT0IMeRyVZoiJ0Sc+4+qH3ezwSPuvlu1U78M0+gFIP1
L6PhcbX7cTl5pKt2UAK3/zkPRvpJlN18v9Tlcp5UbBjzTHQG4s9Gb4Y0NTATFM6yxvCjiqm+U4iA
X9ShF/Wlt5YOvSzbOy2RZvzTGgBOUCQwynNjt+q3NBLFv8piqsvJGVDADdzOU78nrbJo56EYoztT
sfBE1Jsar7Ipd0Bv6maMzFbVOelBwNnJo1lvnl6EAgnF3RZaF7XNskE3YIhnzfp16jz77zazlMDV
lO5DUybak4bwZQhEUX9wKjU6aW7+1oYsmSy/gboh0D2S6e0bgidooS+ZxZVjr3E469Pqz43V+4Pp
HD1X9jax3Fg0tBhQ36oejCIf1d5D9UBvEVKrlyg/8QZ/+2PPo1BP3xxxA0hgW6sMrzGsqvW64pLk
kXFnlWJ6LqDWHZz9vbmQT0KrlYpMNOmvz74Z5yzpKiBxNfUndYJPEUWlcpC93gYYhGP+GMS4HiTR
lzTJFwbJ04w2Z+bmlya1k4De+RHJaXcoHpJ0jKju3vAPq3gda6ebissUqz0EsTYKIwCriCIvw8Gs
bi8mZgVa53dNlybFJmyuoHUWxOr4QF1TPfTNoMOnrUs1KMYOJ2asTo5IL7eJHSNyp1PQkU+qbfqY
RV3qdRkjWm1vPDlU/QNrEc6pc2v8IBBnCafMeHutikGpv0reE3CXbVqX5xm1TC8pLvaES/dUGyn9
2LThEl6OGjY7mxGCCRue9xwd4m1h3p3FtFaVl1+WtBRPRanb3/LWUd5ehaULLZtgtE0pXBqbS8jp
S/CBncEwli6e9R433KGKy4NbaOdjcaLIInhbQJ3cwpH6siT/h0pyyeoiDpKm1e4RVMQYHlq19iSm
1D5NneMeQPZ2R8VZR8JEAPZvc39YkaO9tEt+iWGnha1ptIE2zNmzHeVqWMdm9sVePevy+oW7992Y
Iw0gdOspa27KmTZ+17IwlV+GRpvuUm+I/NZJ3ypQRoTXaENRNAUWwqW+iSIspan19ZBj+tvG7+Ym
Kkq/tqb6ICLKY7tJHq6GkZP94/W0DIltzojvXSw8m+9t8lzHn4fyB7oyeeilvX0pMg+iw1Im7oMx
RObBO2rnCxrcpOjkkPiB+dnU1dHtXaKkjbILBmrD84TIVzCbcRvM06ifpt7s7pWyjL+8/gV3nkh0
Eamd8opDTYyE/nrWab+UWdO2aFlYU9qeuWi857TpnDCJeuOXcN3ux9SpziNp1eTrajbfJYqiX2xY
jk9qmUcHO2onjNMEBBxju5jP892vf05J7NRnpckuUNtFAOeyOFeLhr1eYiQH53Rn86JJKJVNpOkC
gWEzlBstejHzKCOrGPwsafNzlY1HOdLehHDupHZMQspDRv77P3aVmaqdGsG8vER5AqN7XZuwUjP3
ybDEUSdwd0KyYSv1gGX95Hoop1YjrbUYKmm9f2LbrR7UNDkifO3tUoAREIq5A8FqbT7QOCeQXlw9
uxhulAIbb+dzUy3xOzNZ0JGObfseyOfRy2xvZlSJybhkHZxm0PXMsqisR49lQ1wgEr7m6uLjPNXt
59fPws69TjuQS/Z3kdTbPrqQNotMveTB6VipeJ/HcfdSZRH6JmPl4bQXGdZBxNmblgeTlW4avGnQ
hJtpLW0zTHFH4USr3YulmH2oLOqRMuFels5LEnEzlg407rb6UChqOZn5lF28YhI4Mor5XpRa+s5o
xvwljqFsk8gU9yDK0299v1phnJRrHby+uDvngKVFYw2FLMogW6G1PutBO68xccZdzS+ekqV+qyJc
0UXTEZ1iZ1k5bFhiSPEERI83R24Uo5jxLUkvVa1W37zUZHf2XnV6fUJ7o5CN0TzD1Qg1oM3dl+kC
DPeSIxajaP+0JcBMo0Wp4PVB9lYNqIekJXExUKrc7BDUF+O8StLLnMdKQFlvCirNXnAXNYaD+ewO
Rb5nY9kgPSU210+5isruGie5aInydxvP0SkV+ouiZNF/sRMoafNOZ9FkpeV6Ttx+zbQ4CNPUjh0H
9dKrZ2PGclaL3swLIXOAuvO79EY//EaPxURxBWEFHQ0cs6X+1wFhNZXYPb/+kXYSB8SnKLc69N0l
fPV6QllnTaUO5O9CHxDZCNgTURo6TW73Z77pfBZYOyxBBABm9UUByYPHuGIdcIhughdvH+ksIO9x
OLHbt6mEkA5xz/lCRLN+n04ZZoaAd30yRedUllV0UKm/2f5yPMD2srQqOVibkOwNWofkVZVdJscp
Q08Vo++aQ3yw/3dGoR/AUPTJZJV5s/9NG1VdHtzpRfPEj1YZp5OqddFB4nVjmiAFiKj58S6gzgj6
aLP11bmjhJy26UWhltDQA+jBhCjI3RVJb3x0Uy9/tkUWnXSzUy5Opo0pDth6+eToyAzGfZ+XgadN
Y4iHae8XLaqvnSHm8wyYMCzwPTt1aWIFSTuuSuAY7fKiLKn95fVNeHN85RzwaqVFw3uNvtT1JixR
luz0gZUyk6HvT21bIYJfu3aR+jMJ7en10XS5JFfJsgZVmQNFS9yhabxltZipmWexIlBm0XU0HuKl
zc5uRIn0QaV2Ej30jgTdFt0MtSCa25/dusTPXi2wXXKWWvHdSHMfIG1XPxPbwHhv0efS72Orfkor
Z3pOcvwmxjFKn+pVOKBaMZSaEA8MKmM174chcy/VpHZ3pTCN+zZSvoGqPuLT3+49poi0A3RKqFdE
+esVTTW10kBGIOZUF9bzkveZn5tNenCOdpwFUFoj75B+C6znttxjZ0asFdmYXCI99fxx1UO10T8m
7QDw3fvSj/qj6UQvKPEVvlmaIa/iew9fGz+qcHOulpe5mj5FE50NoQrV70QXtsVo+AtyPbUxH5Q+
btdEVqQkN4UEE+Dh5qTA/vYUk2ZjaFbTMvkVZqqtD9NCOdhft9GMceQDAAAJ7M5tyhLnSGYgYOCG
ZbQaf6VOVn2vKfuX9OqL8uNKFfdgwL2JSVoHzU3QYPzv+mPnvTN3I1dDGHmTcu9lvLuMOSnemvCB
m5NoB8mtk93jzZayvBRWIs0OKA6duDfHIT1Jpb3/Zi5gRUjQZTVgywm3jXpYm5K5ZMOSPMVqK/ym
zNOD59NtwCHJAk8sn41k3FtiYuLq9ZQLmCFD27Qnu038ya3/rQCoHExnZy/IbA6AHiJnlCs3L47B
iIc66V07rOJ4eRRtwRPccHh7TJb43C720bnfH4+7RuIPQYBvbrbUtIayJcsKS9g9/4gRoU27RARq
QHjzLGrNOojcO1tPEvEApHJvw0HfnKk1rwYNXS87dPVBf4wSKztTM5rD1yP27uciFQInCnkN6fDr
DQ5530O+TM7KAD2UgEm5641lRiPItg/yob0F5C4icEqkG3Cl66GMxUV60FihuFD9fVjX1ng/zfQ7
1ndWlzUH2/B29eTtjQwQnXWC6BaZNaRWXRtRaoSdvth+0nXSr1AxDqZ0u3qyDUdLlWIol93v6/CP
V3ydWevMMHrott731c61wKJOG3ZQTg7qeHvzAQBhkh3zKAQlf714QzsVRARdDztPKQDKW+OpjIvo
zYGI+QB+pSfNZ+J6ux5lMWJVxLGh04bOMj/NR+2z0mvjp7fuOel+CkKd2iDGE1vYmocEZVJHQg/x
yolCtGjSMGss9a9et6KDoXaWjbtTkmzBH2jaltu7mogh1+6sk3e39/1kWo9j6RwJAe4OwscB5I+r
EX2N61Wb20hFophB7KJaqPY77kMqlKMu021JTmYd7GhSDwmr2FZVq6lA47UstXB1q+5TlwwFQisq
spIfFJPE/kWLRN/7udrk8NQi7Bj9Bm51fF+v/YrQ1Irs53m1rekoMN5OnyzoNzwQQKfkH1xPX43L
QaRwK0IztvN/C0CX9P/V9qBTfBs9KJtj0U4lho8J6PB6FK9cyr6wKpVFpr/mugsy83HxbkraJrDK
ojs42bvDQeekMy21zLdK2lCzYLqUsRpyYNb7qjH1MLXRZoon6VKllke6rDeLKDk4JADkNtyf4PWv
pzdFqdmZlWmF5mTjcORo1VldzSM1w5tZMQowUW5lnmawDTdRpFFXBOhG1wr7Jf1pToMTdP1iIh8w
/FAUqzx4e+7NiSIFTwHbkGWXTcCfmzTr2061wrkxiwAV+uYcY/Z4EOn35gTujKQT6DQFCvkr/ojB
LUzFtFFMM8TMOb7MHl0Ac1rFfd84wEbN5EiG80Z8/jfx1iV6gULhTbXtuqUjbZsRvdQwayM6ic06
DRH+IX3RBWtrAgcwzaZJKE3r6Lv3a6HjF9vF4gtmHFZ2QnqubgJj0vUxcBMxaOei1hSDi6OtB38U
A6DsQjTLUZNLhu6rlxmtAx4uYNkhhNCc35zSMSOTyrTWDLu4mL9WgC7OS6XYJ6OByoZukvtuBjZw
8IS+jVm/R0VlmAqIJJNuLpRxdlfViXmfxGtSPNfL5D16iH08uoWLA1qLfYSf27U4WXGD56Yk4YUU
Autns86i75Nhj3evXz07W5LCBng0iNNSzHlzzGJ0HiYzg6jvVYn5vKAi5KvF0r/1GmXWqDEickJd
VXqXXG9JymUD9jID6hiDubwzRWNTxXL0tx8vIBbcB5pU4r6x0OsMPUX8IzdDzFPXwJpQwB5Ndtjr
K7a3b1BRAKTI0x5y1GbF9ErNHUO4RoixQx0FpVvMJ82DKOV39tLd8SQy76novbn1K0vfEMwgxUg7
wi3BfM6dRSsM8jeFRqIPGAHC7uB1B0u4MzlXp4dNhCcaEnivP5SozFFtR1UPTans7WmMc0ZsTTtF
gvvcTwmK+Araw5fX11SG2c1ZlObMKEH/ZulKW+8/Q5a9FCZ6mwsJgzbH/rjMxadMzM5ZaxaXkhaO
nLUbqR8id/n1+sDyY90OLJslsD+kKuf1wK3moFtO7CErHvvzMJXjc442/f0y2trBSftdoNiOhTaA
fMEQc1CvuB4r78a0GcdFC6tUhWfdJU0RoMDWM+u5UfJTRMntR2Jm1gnEtnumSY0RaeZkZmCu9XBG
Uq574Mpwgmyg6NNnpvbYGW33UMQJ3i/OgNyvQtfMG+v0seWU+Mmil8GYak1/UJneCRo0XkHpEjjo
4G9pZx4KXSrfRws9q7PvlDnPgojGycFB2x0FGRGdESSZZLNefWmqVFEGLVTs7n2HffbLEGXawc6T
f8jmo3BFyvDPCNwFm51X9xQ0Z3XUwlRZibrp9N1rSh3Jsel+6Xmrv77ddqdETujQFaQasAWHV6mR
jFHfaOGAEYqvDoZzn68YVL0+ym+buO2kKLFzIxMLqedvJlXhDdQVc6OGamVVVgBDuvsbYzHKglRD
3O9KXiZf6kTP0mA20HKjnjiLPiwmCpV+nI0q1EhX63+1xhw1fofs57+G06/fRNRNuT/jk2meoUR0
aaB0plUEHTjr9IKYH5dXYY5rg+C2Z3+zysbzTqaxoGvG/0G+rQ1tSknCI6Py08ys/ilF5P706Oz9
q/EG/jSZrvg8D0pqAtsxzL+xbshnH5a39dWMeygE0GAGzVdh7YFu1V0gbIUZq3NQInX70c0n1Q2w
NKE9Ar+z/qtIRf533LVzHBhmqU/BpNZrF2iNO1eSNFMMPj98sc7/49aOk7h9hftqVGS2b8eAhH21
dqvvB5/mZruBnSXAUnTisoVdfR0DPLdoVsBPasjTzDnrc9H4s5I2GETNRypOt4wIXpLUSkHtS7Vh
7Deux1Ktscv7tV3DhMdQG/DuW+95tlfcvWWZdvdzl00KaoFJNp6KMba/YD7SfNdrUT6OaRWNwVII
qqRmXtU/3rwKUuSJBgxSR2zUzf6c57bJaqhL4DVbPfAgRZ5oIGq+3rRHBfjbAM9dLY1AwNgQ5LeK
WcS+2OusZA27SBNn1HLNUFFdAWZwOlrw27uToeQDnptMApI3D7JRHZTBra0F6c2Id6fWRs0HbTXx
4zXNWHlBvAsbnngx0LF6fTlvowqVCZTjaBaiOwFg6/pDW4NVJJE5L+EivPUhr6NfniXUg8yAXXO7
d7m0ZM4qqRkwjq+HadZq6GbN68OoFrl313rDopxLE0/2sxEt8z+m1YIfVuvYqH178OwvU+pmKusg
bNC3bR9Fp6SeC+00WWWm+wjfKqafDkab+pomtOQ8e42ln7n8ZxMP7bn9NHtrnQQiSucMjDK6DHdY
B1KzaktvbsO46OGjW+gQn6siWoy7VSRNHsw95VafgI8iCp4BWRykEYWv56YsMUJZ1sLJgtLS4/+0
y+QqQeNOiXvyqsZ9BwwtNu/suAVN6nS15ze50D+p49jG/iRKhSwkyuLpPNldmZ+juEw/2KCISzou
sTsEv4XdT9GoxnLSncgDKb8q+5xaVJwMbbExQo708j/pMkR/gdUvPkxubP9so1H5C1SamiN61mh/
Oa2mfR2N0VX8uXOLETunmjd229eWDTBYF09moekghq3Ze1+NXR35Xu5kVrAstTOHPR7MiBk7ylq/
K1EKoq+61pBZplQZY7puLg+ytnG99Jn3V4lR86QNL9Suezgfa6J+bie3SIO8MaYc2Yu1LP01tcrI
Tw2kNi6t3SQlLC49yk70A7WPpuhS4ywKvW/uyqQbvxhWYnyjGTog0CFR32lnT8+2oiSF78acms9R
2vSPabLq67k1PZFIYlhtXIa6qarAVXP7lLlz6fqmFZu/vC6yLQRwrAVsmZnEBi5hi/Z+EoRYP0+F
+gUvFrMLyUFi78xW6T4UtTLVaOpr2Cdpqz5QF7ETb/CdJVPu+pYOpI+ooxIR5dfl77zPWxbNVTin
yagsuGk1Pe+xyWs4w2lKO8mLjPGHG1nmd2W0B8QxSid9WPmvv09xu/BlOpekTax5/44KyWqETT8Z
n6bJK0ZyMDUZOPWx8AJbn3Ubo60x+VUZtflOt0T6Qu8QJQelcNOXgnT0oxu3BXmh51TTaWhdqvZq
pjU/ulXgYzQ6hWBqSh/VAcFOIC0+GtNDneTW9xxYAM0tin/MrPRW8xxn8fKr6XLrL11MtoO0uq7R
hRrsRZyEQ6YfYJpK1RELnIQgVbvjegfOpi+DaIjVl8lW4KnbtOy5O0Scnmso7fel684gX7K0+aXX
VvQPaj/t35ULw9DveRV96Cl4G4Hu8ZQE0K91T7393pnid23aRJ9E0yq/eDD1edBOY18FCK86/wqI
A39n2ahrl84rzCXUJ6MsHwvbZLFFmnU/YCdZFUZ1iZuE+pjkqd+5U/ZcgbDNAsdc3G9N207/plRY
PrA4EXQB9tAcqGif/lt7yegEkMyVyhe4Z35De378tCxCbS41gsn8U8ebhpNRakYdjCg5R/7a5Nkn
yodpEaj0tzS/glj/vfeodZyx3Nat07hEbJC8sKL/8J+l4LpGYft5LLIkSK3WOQP8s0nJLcX5OCgL
qnFWlru+ofXDS2E0CHThrOn8H/bObDduJEvDr1Ko66GG+wJM9wXJzJRkrZZsyb4hZFkmGdzJCG5P
Px9ddpckd5fbdzODAboBu+RUZpLBiHP+8y+syiHbzNvzgFsw1F7WhhZ01DfBZCbdSYId+bjniQou
3dT2SQmbF2bjttH0aTi4JkPFHPM7LwQam24phdY+5A5OgvrJsN74jbu8tSqhR5OwEOZO+mKfdmtg
sGaNzJ9OB3NqUbbSAskIY9W0CvmCE2Fxnju80Rw3v05cOddxUZcOgSqjbt8kWVJdu1k3uNzCxiDL
y5XGsQPof9UELsofj0EJ5RXWNd1usMka0AJZQ4BT+dmKCeptZ5vGune91ulOa+LmOpg6GrqQfmIr
jfKxyM62+BbWhj25877haRv36yyb+jAq0daAWbVfHxdtP0IbySs4n3Mz3Jeg+EOUMVU8+Elqs+G2
NX7u1TA5Z77qkWSXZmdc6LCc3GiqhDo3ugFPr4rgwwNRluyiNYl6+SmZyKkkaCSbjIPjjuyZHUqR
274Q5WNmalN6cHJ/TvdyFHV+KDGvog+irrUOuTMF1KhtxtYk0rz9yBvMwJYZ5Qny08C4IQGjYCLd
a1QCPZVYDXNVW4oIP3bzbq3ICz30avT0YwJezSx0uIsFNyZHYzMH1eyElkr8JkTbKO8rP9exKhA6
4pjas9d7IqpJOVsraV77ZlGeWIqBf5hPXTOHloUCfye8NB+OEzZjPTZT5Wk4qjXeTYoDuBsGnFnn
PQ+dd+p5rabjEW6XZWiKunwqc9Vj1IVL0Acm3v2bBv/WBK6V0QNjth51+LK2y1USrNpIHExdsYf3
iTOHnhBIp4Vm11004El9Us6JEzZ0AwfVeXq0pvIM2dFwNXL3OYuo5URoEvg17J22HbkEOD6Q+5Vu
GZUMhdWVnc+pCGF7pR8GR6tU5PQjBHhGUuJUV077uQFio4FzlCNCYetU2NTBWhuXoqYKTpalM8K0
dZs8XhZPO1MV9p6AKk72wbKle74u3ZQf2CitOW41k/MsM4QWeoEgJFFVdsd+2Yn5ylFi+FA1SdlE
VuPlC3upUyCWmow2iVd4GkXYTJMzxjwwZbBLq1E+rIwfDlhKL/7plOXFcddzdMTCo0h9KJzCXXd5
MaXGSVZr2UdPH+02bqfRUBGDqfy4cYXayTlv9kPeor2yraIzonppqzOupaAPy5uhifJVS9vIxKvu
Yi2Rm36ylxmAVRXSvW17x3rKAheFqzuUk74rpY8nfM2XVaEwOK5D3e/ZHmTjDpdF33dPsuOgO2Am
CGPLGpKF5o5td3hKJ+VzKungsnWiL3eGNVdP42qYVAddv9i3xahNj7L/nJV7Q1TrZ4KY/Q9zudZU
dC3o75xI2BkmNAI/1EbP7WLum8P4k2DI60758lGqcrxr8LQuww7N7vt89sbP9CeUd61rtFO4mAPl
nY1LYHmzlSfXmVq07DCWGRaQAelXYwijHz1G70g1RZhgzFm0zisaGz3Ix9u+N7271nfkfeHng7pA
4l8/ovwt3MgfDK8Pq0TrL7x5yL84sjbvTctu+yi1k+QLGxtH82DawC6kqFZpyO+p3yq7Nt4VeuXd
jN2iQ4SpNBzZmfyXXTznlGAxT2MZnFBFufOuaIz5xF1ZTrBot9VTIBPAbSRDMeqn0rsmPasowzlr
M9STmGRd601ppfGkyfpDmxTOU4EejyJajME7zTEzCxW/Uz0NSaBd1v1Sn4vJmHf5aBTLrjb6agsv
yNVDVTXd49JJJFlVkrTr7YQijSWRz9lNMwUU7V5aGB6BhQgFwzHBUJDvUCwIguumeMcFK8bTEWeU
91mj5SWChkZrL9auN7R41AEoY4/9vg3BrTiQRJE73qE1DHBLfBVSJy5TaeY0KkMlLvXJXZp3Q86m
EQ29Za9xMetQHdkJ5DVG4n0b1YG3yLBiqV7Ufa9fI0l3SZbQJ7Y3Kq96CVuQ0Co0MjJSQ1+JYAmL
AOO/kCGckx6bAbFuxL3NfR4y0G3VrpB++p7A2OBzw4wJ1pw3Z2so4b7dFJ1LCo50de1jRQLJSiVd
Zm8nk1M0zHOQqLm3kzU0M1gy4dykTRNqCbeTx7FO61NHGnNGTsRoXVQY5JqHwVX5l1nWis7aLJI4
EHPlIfGat95DWIaMSIloVdTjqamdTuRP5Zgy+Nmt8MrRZv9btPk9Cb7LeBz4q1x2FV0gcYi62zGQ
JmOUYyYwNQcE01Xt3k3WvD7u4POfmb2US1xYArh4LYNin+RmM2AkZzlftpRlStGp9p2TRjXzZ4iW
Xnta2Vbah4PmJUAzZlpFBTKDe8tqeJIK6XGQNL2ah0uTzN7qOO1VGUT95ORFbMzr/L62pHpIoCCm
UaHGbIjMSbYPeZD3aQRD0XusxUrsqarr1Q39kvsX5cRYO6Gtyf5O6gzHoEpV/kPZKOz20JKCN1WV
k55hu95pO126hthZQ5sR7MbJbIUztPA0Ll2hp7G2piOXZ803f760WKvDaFYoFkxvFDm5JFh5HFyv
xI5ichWoayoaa7rAN6KersbBc99pHtYxkTFJdm1dz73jUVpqCPXEB7XCOxbDOvQhC3xRcLDIScdO
P+6G0jI/lISFqAttGFo/wqaoPs+WtGtOgmLJLirqBDdURW3XIX2o/IDtjrzqDSLIw3ltHBEFGsVo
xJONXG11TJVENW1GQ8HCIDn0u0VQtYuyuMFxqbRCNdYBoZiDGqbQxWi5ZgYRDNNBcrv9Qx6QdBH5
aTZmb8zaCpY3VEYkKXit4Z+UXavDRqvxVI1K4fU3pVGoL3XBjhhPxdK9nZgQXVeqoOYXKe3hG5EM
JXsHqgIiutpGZmdaq/Vz6C99O5IPWRW4YuczT9ycTU0f4r5jPyAFH7K4cJ32ap7JGDnWKAMORcEE
cdeMevJxKbjScU9pV0S+7PTrVnUUjdakN2I3qlHrt0vjqWvw5yaIZaHkEPpr0FmhqC0unLTMtKWe
1BtFDTOzkMB4GINDfnOMN0XOxnOajb1sqEDS9s7TdJmfFAh3Pvg6LgPxuqb9GldBTSB3OS34HFJB
yYNUoJ8YByeEa8rFm58qvApOh9GheR1XMrNCtGGY7+htVyVsV341hkjb0/MBzeaVn7Xutan5bNlG
l1b6bvG7xAxHl+oZGFUUHkBJngW8lyraKMj8AERgnfRHf+yxVzPbWX7uBHOnYxRiyb6Z1yCJ3Xqo
H9Vg9Xr8H1Y2Ni3xYdO+2BripjApHjtt1p3oP1qXlr2rGMQDz3uU7HKybr0W5Cl1MFWLcJIlXgs7
hSALAaFTm/tmlTd85uBn/pU/gm4YdsIJxfofVy1EMC+RIpc86dE3SwCplCEuOwdngdv4AyQx52fe
Vj+CX8wW0RoD7SFR+mHop2CaTIZol33ejJzNyg4usykrP/8qxAbexSjdh10NmPp6Lmbk49JYSz3v
+9E+x0/Tpb4YQIx/GcnzPAh1+B27qPKBSF9eOLEobWwNfdrraEphACN9qvXlZ1b7P848CCwmWBEN
HfNSHqGX78IpMmQpZvAkQilxXomsuuqroDw1Esfad41v/cSk4Z8MvTfGP4TYzUABk7VXyOiad9bq
OOm0n2yS/hx2pqofOa+t+b2GAUro150ddRg5h85KO1KJa+HSF/S/moLoIB6yNv2etU2voPi9/OK9
HKlRUlNiQCSm46klt6nG6eCXbyLvgmMOXGW+sfHaXKEwEdak1iT3CDXRVffeQMFDgsxfr8gfnjEc
MxlawcXXNxbDa/IqSF+ZN+mI13gyjeeiJEYGfNk50CCU0V+/1Q+PGMnWMEqZDW32nOD2Ly+bnGWb
rmNZ7TvpDVGf1fnVMOfTTx6xDfR/ObRCUQNZCic8MGZMEl6+Cx/ergbuCzenZK4zUry64nFORhBE
7QOKM/jdPyOV/3AR8fbS/U0th2oISPjV81Yq8h6l7nCralFERiW02IMPF+HT/8vSPLQGrAuKKx4B
SrRXF9FcB2dNHLnsbdJqwpzm67Bi0f2TVfHDrfr6Lkg9EGgw0H6d0VSKqp6U3TGDaLV1R0ewhqvR
/LKv1/Yu/H8LV2fvfc1jSitv8gxZL4xSZjd0wOX2uSTjcR20b97P//kidWr4+3/x98emXXrSeeWr
v/79PH8kca/5Iv9re9k//tnLF/39cnzqpeqffjt/aIff9qr+/CDzpn79mhe/gnf69kniB/nw4i87
cnrlcq2e+uXtE6og+fXt0qdm+5f/7g9/e/r6W26X9ulvvz+if5Tbb0v5WL9/+9HJ57/9vnGM//P5
r//2s4uHipftyt9uHsrx4XPTv37R08Mg//a75ntHm3GujioCIR8lKMt4evr6o0A/2oY1bPZgQijG
Nllt3dCt/+13wz6C+waRjxdBfHO3TMehUV9/ZB2RGApPGGODjdUV/P7901398cT+cYe4GN/+/lut
qqsmr+Xwt9+hRb9+su1N7oX/5JamgnBgW7TPCGlUVvMCzdkhmie5Zc7h3hSz1jyYvQvezLCs3Os8
GTvF5D0Jhz4RVjSOvnHWU7NfybQpIzf3SxOnEl3DgszkjAxhBi4fGmNY3rguBipx7abzZQqenUX6
QLibEcg5rnOjfmc4Zf4R5/D67eBaax6mWWNcOz1Dmj4wijf4v2THXppOJ7ljsporuu3I67smrhgK
fyJhWsSmk68qpgVzxY7Jer8jeUeAtKS6dZflmuWB1BXLfS2GloYrc/VzROGrFXdrpV2LfpHXFdOa
z23OOYf/TYZ2SmG5r+9VDxwZFqPZwXSzUaXtjLVsji0ocoDwfA8vLp3cC47FbJAR3mH40IbGLLoP
feOtZ7NpFHt6PftjLqmOIqmVBHOWNmSxqFic4K6dUvuhqJzlFC8A/NT8evpoglwz2hqY0nWVHQty
T8Jl8NvPWl1iJulYS8tHahnsx9yAakeErLwsTavnq8/WuTHrmdjVRaGfTu14qCd5WhcMcFfX/6Kn
jrxNabpEKIfAiscVNVPYzaYQEXTF6txAqH5Rt9WVbZbic+NmUO1ET5cNHtOMMvKqgabT0Ur9Xaoy
N4m9VjUPzTzoVmyOQXYs67m91xd5PxddC7xXa8dlVbShbNvtPac+ToT5obIRQ8QgDRoeZdpF4mj9
GOJVn35JcJMB7V1E2AmAGqO/GHSpn/cJHYDsA/vj2Gcfi4ygL7kNFkOi4IY3ntZlTAChM3qA4zFg
W37A4OPUm4Z6P1W1PGf3O19cdZEOHF1eUWHYVvnzwEXxCtp2XUOJqpXLdQIv55xETi9MAZxuV68q
Hh2Z5qgLpio/OK1cJQvI9+9WQhtjkEcDk57lljzqdG+WWXssMVRY4UH4Bu0S5kXhIId5l/bSypDm
O8AApbgZPdT6s+9EKeg20Kgsd5VVf3EnlUUazj87Mn+1J8cY9HAe1ENfw23XlbyfzIXpmUXkHZFx
YW2M6iyTWdgIDVA2Ux/duWpDpiJ1XBvWp44xaGRnrpmC4pHZOng71ZGWExKDoB2LUi0nqQWoZWTt
sK+DoY+nxDueZXA9JAShog+sb4sueBoMFjsGLdVONf1VC7gUNy2DqgYYCyMoLV13vdesb1epmApU
mkdopV5qpBbbxnw8FWn+sWEsf9/b5rpPzWkyI3tp60PhgsHapXnd6EXDnJdQbV8aOawLfbqU9lzt
y8p9v6xDGclmtj6Zm7lkOBqDdd8vo8MCSqBshYtPr9bVIiA0YnGDiDiJq145PE2FBk9FW6x4Ieo0
C0mii6VVMqfqnJHB2TJGq6+Zp2nvZ7siIZxetAon9doM3nqJ6kOva4wdUGkQ5VofhAscF6o5juto
KrDRhfgyBO/N2TPONL9d2ID0ddzNSelbsVV2ya0dVJoTr13upxf65A80fs560CAJDoynvLc2I/sY
d45EXs1O1p0GXTfcLanF8BnAwWZeM8pdZ9h5lGn5p8Jex4gJEUn10zRflfBgbhq+k4gtBnRXhNm7
Ik6NxTheh6G5SdsguZVk/BzbhQwOYBpDXNge3rB6O8SCXYMZT5BDzZm1t9OIB2ZYzNXKqMSGYLOs
BgrtpSYAdwX9HCGTnQGMtkvUlXMQ8eP64EzzALTn4lG1OnNyiofzfIUMA6BA9M34RCPOEzYPIEy1
zZkRzHXyRQV+W1wlqd/d9dWMM4lwW/em7nDKP0P5SyzPs7P4n5xuPwSu4leB2zB1JBQM6LivtQ4u
5X2bJvDUlcKfN+iy02kZztOpefDnESIxU083aJjtMnZvzfwgSh1+qGAkM3c7rOgP6ZhUxzRNP2m6
fmCjbJ8LmiojNYwmEDO9PHRtDZcN6cA198oWbkJbvy+zygqlY6gwBfuzsET9yaX48ZzfTDuRZzNj
1mmSX/WVZl1DpspHZ0+g4UWbtlbYuQrQrjhl8nzqpqBQRV0ce6zXXe6ZA/wKhOZFf1s33V1Rd3ns
+utw9def6qsbxYu+gguBTgS2Pe5nFCGvPpXFDEjPlpwbpGVWNGvJnVNO79eGaS2ud9bJaKy3Bu7G
uqofLZ7LsCsRbKSZdlvk7gWOAzJMGqGiph7DNgCNsh04Ebr0b62ymqJ1UF+qhiYWCOh0e46+fvxv
VeeLcuofhe3r+ve2qfjf60L2RSn875XIh6dmqymH17/qf2BNvPml/OuaOG6qvM4fH54XxNsrvhXE
rnEEYWVTjmCgQR++UW2/FcT8COdVjKQ3R9vN05bn5ntB7BxBlcSwjlWMLISl8mdB7BxtpGj8laDR
bV7tv1YRv251t2oYDTpPCv5rACKvcAgAHpHJ3OhiU24EHOHjYFTaphYmGkY7UaUsSJleS2QA5xeb
ZIj/5BA7RuLGXVF5bThJ3X8qanFqj4vWwRZpr4x6Ng9qcF0SnaFsQM7QCOXCpnJuQ2f2mDOaAUue
7hbyjastXZTBVD/r/UmdCX9c7tqGAcUus8fqvasM813dVepAwvDKuZHPb5K5bbqwb3ton51rOqj2
14vWkJ3a//qK//eW8//ejm/LM/jXq/vQP9UPn18s7u0Ffy5ujFQI94bTidYKwvzzxc2GDySE0NPj
NNokst8Xt3mE3xmNGEcC+yAH1p+L2ziCyU2C7ZZ3xDQV4t8vtHuvDwFOG/QdYIsb4ocybfv5s2Zv
IQWsbr2OqoGqMRrszt1pxjgcO7P04mdX5Z+cvT+YK2zvxcflzOFx50+v3suAwUwYBRE127RjZ9lT
c9I5gXZeMkEIk8R242BYPprFNokqymy3SRLJMW+vSpDvuE4ZZvvLPG5MMxom2R0mtTI1YVSzEYgH
4GtNHaaq2VdjI2KyOSnSTKgEtV8MtHyreTqvXrbXF+I0//qr/bBDoOonyACHatB+pBGvBDMeeatB
wbETr5pR7iVbXGTMQ7Mznb4LLcRdYakCN1xV5fzx+L3AW563668RJK4p7wxOuy0xdrtXzToewqMM
8CvBgLpOdzi2MCzR7SX86+/31dzv+am8FSW6QV1ikgThADO8XCZMmY1cBUEeT44Y+7h39HZXqEzF
eoAUK1TuqEfuxFiXmdki3sH8Tz8seKd2k1i8iLmY/T5rT1wxwN2oZ8YwDo3Ll2zy82tYo7IODYiJ
Ks7HJoV/opR4M/uG+Cj62YvRNzKpgv1ovbFgAp6oyZnvvn6/Xzq2/69vYgi5nt30DRZ7gVsdP+Qy
f35Af/333zYxzzgCnMQ6bDtMWWz/2MI8UCmWnUW0DOcjVDBW/rctzNSPOLbRrptwncG7Nu+J74CV
f0Sh6wFj4ZtMVgSirF/YwraH6/na3HwFbWInDeyq+BA/pKT6vUUcdwateBynKcwbAkVybGBPmiW3
kzA1g+bcG0ftCR6jvHTnPv2ZxmzbuH78BABmyOaQ6r/O3TBFVzRwg7xdCt9i33eWRaNdGzsIBL+q
zNvMswlL2UKqNv3rK1ja6XotqeBg7Cr4GbHerk6c1eXPIs5/vKJcU/JLgIoR9GC/9PJpz/xSb0xl
2zttLPTLnnyxgXlPgwuQAH6x92ZVymOseLQLF2v2Owh9Zv6TfW2rqV5eUgfNEux4m6AN6Mev9jX4
tHCkhIlyZQuCbN3BPS8BwuK5HKrD7EIvtfRE+0lL9Ifn5su3pS80KSg3+0QGNq9KvcCskq7Ue2en
161IwybLM/1Es0sIlxsOGOyC2ejTE9kbYE5Z0NXAJ7qDcWzQFs1lKjX7Xbvq04JFdemc1a3LKFkf
3e6hyGUAnbtJQY9EH1hvOmOF39IKbE0ZnteIbANrnYswz5LVhRtesxHySQ15AI+wb3V/iwnNndn0
wt4Tuf1ZZAO1pI/udNojlkjeZVYu7rlZ4q1XWvYnv+iKcb/g5yCPK2GgYHa7wH2bLkH+cfVmx72W
zMmrdzakESsMHKyOjn2luR9SZ0nsC6uEh/uusJfyAD65jgSaFoYZGS4UJtqparwjzzSvd8ZsB+0F
/jXmTep69RAt2Nq8W91VGQcMfTj63CkLSpgoNoS52kzUA1QY4xFagE4UVTVZb5oxn2e4shDdotWG
NRJ1+mi08GZH7xyW87DsyBCCQusJhBOhEtJJQ+GXZRtVLAprXwutbeK2LbQuHkkLqKjUJaht1Uxd
FsNUT0/qfvU7ygTAzoiRT7XPfa83Ylst6xSWiXIu/Cyfb1OobkFoVOuKE365+mceQF8fEW7lP1bl
7CAS8B1wNDMn0BZmrjjoeZEY4eKuyxy5PChUIGX7pDELvFkLKp5wnAVkchPngy8dpn0Z7PJ5zhmi
FuNV3Y+fGpEvXViKxlbQpB2gS9ufu8dEJlW04l5x3GvT6O0SctyuS+llZ8HgBvd9OmZPcPkho1ua
vtHl/dWCVTt2h3Yo5cGzNf9NVSze+EZogf2ha7Xyyuyspg1zaHCnUEQ8mpbZMs/nOfChUK9GcD26
rtfHEMugTiDthHRTNHkVk4w27BK5dFBxa91eo9G3p4vZyFQX2RVJI3HQqBxY1NSy920xZtdtWZTa
LrfbQB1jUe/mUTmU6Y60rlm8r0YuWh2mJJ+6p9BJqZFalOf16WyLZD0j5IOo89asgrdg6Z0C7goq
ETVDsR6GuceYwlx8p4tVUlMWrkpb13jIGrc5tqcy/USP5aLXDEqx6Tda343kKO2wCxrx2HoNpma0
azq2884IacesXM26FMx/k2gheEfuCgq3C6BqOUc5Nk1vF7U0H3y5mo8Y9uSQgDotuSYfwb/MCuGh
znLa9F2nPNY49L3hyUOGdhWgGdUj2kBxveSGTHci0cs+NvNKDHvf0Zz3NvaVH3tzrr8EtYRTGXTl
+HFY/eSTgUSOdg/atxE6uBeSnWSTIH3cUpkll+Daiw6CCxsEkD5VKhJlMxshe3lJnKs+T2nYN+CX
oeGJ4MqFDCMB42vjLqmII46MWiG0SCungcCX1+aFLoVVhC5Yq4oLtUj+3DEojDNTbcUrvTHWEXrT
2rE50bJEYx6sHzrN1XBGKmX94KQN+jwzk43Y15ViJhNYGgr1ZqT25mElfCrOfSsjvEj1ixGuwKRa
2GtrmV5aLQaakVVUow+Y1BJ6pEYLr3Ft0mEgE3hZMnZt574MJc8OtGWjyyAPG4jfQ6XnJpvL6M8P
s+o1KDSN1+o7nca3iqRnaWtI3ZCmu0701hSTKapnp3aSF07Uwq/fGFR+/eCndnW1snoh6+N4YIVW
36yX7qLVRoTGP3lEJik204FRfShTTb+FXV4mPBF4fOBA5+Ge1usmDP5BkPAT0/j0fmTWODnFhNAX
QQz87twSnyC947qxRM/oyx+b00lJVuZc9O47hXm4CFu99hkiuUPxMyUz6MmLoxT7bVgNyGZJ7KTZ
fG294zfsQOg9nJ3WKee6HK4bmCOnYi3bt7bHtXpWNV79cVY+b0j+2bsxNoc6AgjqUBW+rB0A6lbI
yMLZ5Qh7riBirvE0af5+tEr7PBPy6a/f7qtM7/mJ7W64Ef6eSO3R8jGyfPl+fV+vPVuIvRvXVF1n
fl5nYeYoDzVJH6wqdGCg9dGUCTHtBDa09Tu41loSy5GFv5MBjMC4s10mgbIb7HNgxQHGe2qleGKM
9TKdWwHMuhh7rmFhUJHm8qnm5PtZUuxX/5eX30OHqrExUBjyEvz3qsMCDWVKuZl4lmrSYEkPXmB8
srNx4CBamdi9oVaazZNOVDr+NIY+9KDyG5EUtMdVf7Tq/98PPRvjk4j5bKn90A+dPlQPryDLr6/4
3hG5RwjpTSxvyJOwMU3il33DLD3/aIN5kAsTXwta+KwnMnxgHUxeGN97sEpALv/sibyjrxSkDdrZ
HIL8X8Is0fW/euoBBHSDlA3cC1CW417y8rkwJTS+oDXEfjV0TGLx3sofiG+neJvYJag8m7pFA0ad
8rYx9AKu91B3Y0yO5riEpQ7dPELQP1tRVQ0tFErNsEnUhrV5XpeZdwYNx6pgZG6U69lCTqncUmNW
UOJoOalxeVcHwZqESdspM1rQeN61kpSjHVOh0yzJqrdLKSwGddLD9tdN/RLJKCGvNj5PNqVqiXKK
Q4XRbbpbPXgCYZ461vuKUBgrrtGJnpWJ2dx3JXooCDouH9C0kku/3GB/KivbIZNKBeLQOYNxNUx6
FRxnVjW/d30NCQj6wrVDVqirKqq6yUZ3M1AqQWz2LxoEBXM8msb8lBoBcCwi1vmdAep7PBtFWUU6
sc4n/LVSezZ6447EJvMTUh3sb8D48gdluv0UdmaRYqeWOma+k8qcN66A0t9DGbTviiGv8mMUiMEn
L++6N/Y0OR4zllprIx3tgQ1hVpQiVgwkbw0HwWmEn2JxTxNuTyc1ikrqNZVxcwbLF/etN3DYLRl9
dgjHdjCRiyXJEnpyG07CRdE+QqkfjTDJUUXuIYf5u97qvYdGM32ctbRc3sMCyB43DM4PG7dNLk0c
AfMwWcyeufYayI8obCwLGb6JVUoLDrWe4d0i7jXU3NHAKTzGuVEwd8ka6cwAOVr+sbe1tgi1yhls
NHaB9TR2Crwc16q5Qd/ai/0wOPn9aCZWuXNTzYw0G6lROCfmhKMxYlhkV1owJdGYZFs6nxrta3dA
uUKUZzad2otNghVvgCfDT06xHzr6rxZlcMx4UsFZX4/jRDOgKICbvoeTVe+gmmzFLR5akqP6J2/1
Y7ONDRMDSaYUHGLe65a+VHmZ9tRqexR2V5q3irj0JrKGnF7bITbczqV8PGv545Uh9OmPueP/7/TP
d/otPPxf4/fnDz2Jp3mnKD3+IIBtLC+CTv7E8PUj8AAgJrzxTOJcnjG2ttkVxTY3kIkTzkwbB/g7
hm8fsY1vcfY6ntLWZl38Hf+yjyg9+RFw2mYcz0n0C/jX1ziq56XDZs4NO3ZzeQOiw9P55VZfDgoe
fpPVQEEdYhj8WZNjAftZhe6yrLfVmNmoCwtvP0/WGmepmu7cdbCfKjdLHlrNO1b2QsCo2YoA77HZ
7FCHaYeasE1cEGbtxpa4a62gFre5IH/Fm0R5UOYEGFO09cdODfptg4Pe09A612nqdfAFLH2McfDt
3ojRzC6HykkYtjpZ5Da9Z4XmMtgX/qaE9yrUpshCfOOzWynnngekv1pGiyofqgCsBXNAUCUrh9jc
3JI3QqtNzD3b8svSEjcYdoshnRBCgf7eoLv9vArkp+HEU3rdz5B4U6uViCJnOFaRibIChZkDp7mU
o9PsrXFAY9EYyy6x0vXedRNMXjhCzhvwh49J1Xlh0E/IOIkL8vZQNFKESpCxT5qgMD+XzZgeuiLY
o0G4apPJeAf1v/1s5at8b2n0mZt4ST/2TPKh57WlCypbGP0U491J4MMrQKi62qf4GSAgX2Y1hRlK
6cdnK/mfVOOssRe1PxNQyhBWLfPLLXJ++/mz8Q5SEcMGSapjxx2CGGGXfsL445trxy9tIpftU30j
+6cnCaHz9cT6xfD7f+8c8GvGxF9sJA2Myqe+f5AvNxIOl+/DQPMICvg22SMSh2zobU/4Puk2j8yN
2OljfILknj/+uZG4R5jQEKJOIwfpeTM9+r6RuEe41VPe8R8Zzhi6+SsbyQ/OgJSymM2iZ7DQG5j+
6/DY0Z8GegyqH+VawzuBzPlDVswHZZc6TC57Mk4nbbKuq85tnhCQuVe4MM2nNaPDU3Az9cFNCxM1
T6HemBj9nCy5Wb4ldbwUf4yjfmm9/V8f15jcy784tK5gOsvmt7f5Y/N8sX191ffFBgsCtQhtPwtr
g/I5F74vNu+I+wyXweLYYiS79SHfTy1aFNY5mQGIFBzqvWerzTvijEFmiZU3Rxp78a+sth+YPuAD
Nq3T5kgGj4M+5dXelI8plrBDhU2LCztwVVNsD3h1oADE3Z9gJhpzaCGni+nd+LpCMlzUu9YS2WlZ
rjqm9W5OwwFGlUnfD0eh+Wdu+d/snddy21i6tm+lbwBdyOGUAEhKIpUsybJPUJLdQs4ZV/8/Sx7P
iJRGLP+He++qmZoet6UFLKzwhTdEzzOcx/MoqglLi/pC6ZGkiqXBuQqhZZzX2dz5b+b9gyP2uFOB
zjCOQRyz9GSAKx2XV0ZgjXGgxDk6mAEOl3PfenkQXxvk6S5mC7BaE2X8tQH+a9f3ODwlLiVoQAIN
G1UassdaayBloRTTIvCDSk49zcleVKv47sj5n2quHw901A/pnWmJ7YDKLUnZ9yYB7Wvnzt3nEyju
oLfhixiDt6F4I1YXx8/hOuh6jZpNR6IHVdFeNWM7evBLT7XoXxPeo2HIMTBWp8FDGftVhe3NVWhG
FXJiVY5rhd07XphlF2XufA1iY+P0zePQ9PdNq/hWioJdsig3AIKvP3/P48oY7ykkn3RifNB273RX
zXJQnCqBU+6k5S6DF79fOrUGTo7kDY3LU0y7dxWl1/E4yLkdIASpx/QpyMYawslCxqmvZ7es4+cI
I2vU4+xlFWTWVeEA1WwM/QZthBd6VF8+f12QW+8/rIN1B31EsI2gW0Tm82bGtWKS9IWKqx871TnZ
zWUmLaqvm8lL2FfLDYTTGwQUik0+gD1srOwZ+acXjGN3ldolqygHmJrOmEeU8hKt0f3Qr3vdvqxj
KK9WvrMl83JJ0heZWLKIbVDIM32seZRgPfeQrZWUoDOH9nedKgowfFX5OWRS7DawEly6RjeLlmqr
Yom/GEr9PQ3Mu9bWb8rGuHmFxOpWeE9bgK6ZkTxbpNiremlaT4xGr6BYicewHRNPzsK6GxFrX1WT
cqP34XNAiW/l9PI3e06c1SD+lZGqxhc5mDrfVNG5yiK72ZrtpALq4iWztqDZhQSFR31yudGb0vbw
5QNwOeS7OFFvkpY0/fXN1ETfz0M9X+i1OPNiCXM3acSdxKrTfZy2j6i/8Vbw+Zc9MgfuOI22JyEm
6MMruay1kZ6SYX6TrLb42pFZe+i+OG6JVClpNKoFRjpovFHrbFTgLCtAZc9mZl0SoF8aSVdu07Zc
9lnaO+vZsO9MUXjhDF/2dqUPrhXBxTC0MEYyEzkkbp5LxShEuO8Q40vIGS+WdlOl+XM6aw9qrKqe
Y7WPQR4BeKdniX5TMd+L7xpYxY6Kub3Kpiy66p3Ah/6suH1lty6NC9kbKl3y9ajRVnq7EF+LSX6d
xkmnIp/YCNNFXTjfW4jBo3HGJMwwk9eFAoR5jmTHtWPrEhNQZ2M087zBbsFGRDJ+1gsUirS0q9Yy
JhSrEF0fv5XQoxtbbdmWpXFTZqZxUdosBSIg42JkGiLQR+sGkS0/WZx5H4QBkl2SlnoGlSGXtgvN
zYIrrq6zF3usHtXIOnt99iy0io1cWGdFDpgb/vDTOKgvZiDdoQpdrUH8lUgF8ZJDHb2Yc7isESxS
seaZUadSrOGfPgYSbidzvU2H7CY3QT7Y5aT6scZzp3RM1k7QPkIXlz0jMVNKNM60ypA58xTwrysn
isO1lhTzhsyFVVN0j4vBApCM+EUK9QL/muaxm6zUn2xg3KNEx5WMrUANFdR368QVWEblxlEQvIkH
nkxKan46KHZi08iUz4Fo8ZeoAmroJBs3aEFRtia9Ww24wq30KOBX9469mvP0xRjYZNmSPyNBdhmN
yl4Nxqtadu5y8ECg0dt0X2sseOTVnE0cAEjuR/1mCQbHBa1to6luXhYFsoFFBhWkK5xLZdZuwMW3
K9UMnzWHiZnhINHubR4NtdxRnnqUJGZqtuKv1NBAM418MDg9CLI4IIqT2Jz3kRXNKz3FFdAYxBa1
lh8DfpPuZNt38rIgBJtLd8T600r8iRZCjGuz5yJky6IsetdGiuSLw7frrNSr2+YxydWbJq7YtBD+
0QJi4csBclI4QPm0AtHuUEcD4RH0rzSdI2Oxmum8irvpHD6H7YmGJYI6ckeDT48u0XBYAhcuQrKy
cINbGS0PKeNvtpfp8mPMZbNFq+zZ6GjCGjlaJasYQ2mpprHaDGX+I1+is1S3Y9ep2PFt0jw2VvQ8
aP1jkzePSDsIfyD8eC2z4VC2WCd2xHOXdvSSxchVvu5TqbLu8kxeNvT74GzBWnebsim3yPWxKxBL
8WCBqa49SHfTnLK4JOfcSbNqbeM1d4ukdfYwWAHseDlI5k3mBP/IlEc9ddIkX9L5qUBWb7JUIOLV
Oniiv0QVQIR9gSOOxho+gmYhboKCi6FstHbEKtywxiul41vSGJqubY1DkAZt6oO+0M5EVrwaG5Z2
UHfwFvgo0jaMwd1mjfQ0T2F0rdm5ihtLWW57lQM/NcpHU1AXhHiRstODtlor4aLeKksciAU9NxeD
NXPSaqmUr7pIkuHSRwY/qfTSNtd5ZMTk5k0IacOHssJJn2s3TURBY5n6we1SvNWo0Sbt1yaLoqsU
hpdvNMYT3OjU05W89UanBRgcafIjFQ3jAhXSCnkjufqmSPa0sYtg3ksZ3TJE6KLnNpTS21iWnpQa
/QYXYTa+XyKjL4+GjOSro6L6w1jrPwFOINWoaIObhmyWIaNMgSlN5k8o9nhgS+y1VQ/yI3Wf52ni
ehaHEyrw07nGhW0jTMpN1Ty+XovErTfz2Kh+QUPUbWVxL6ZBc4EMClomtnEJszB2C4ttUHFgaNSi
PTU3mgtd6SS3bccr2vIwhApO8NczQqD65bYqvkhF8hzCzyDVpDHeCcgRR7y4U7I7vObpvpsWWjuc
x9NCzwHgwktfqdeV1u9h3/3Qo+xbYaUXKZJDgB2IEtoJrauyyKngDLKKHBMbTuWIW/cxhZ5SzuDK
Iua1oj09X0y1nO7mySJRCezGK2VaEmy6MzUdviTtkEP3knuvm4zpGgdF2sFjS2aMtr5LRPloF+I1
Kc0zKPsxS+vlex87EFGj5xg93VXaxC+CtQ0ZSWxaEWC8hguoAD3OZvqMIX3FndVqCO0Mpzwsj9Gr
hKWvBUraj2SFEIWP4rScVK+YlsjPMLj3TUu6GxmJQzN5GeNGdZcYWyJQfrH7eYT4KoJ+EJKbAPp1
kM/CTZ008ChApMXT9oiCwuK2hqsotryui841fbgJUkTyKgWRwhD17ZXcZB7xyN7spAfFqh8TXBat
tKB1oXOfL7pGyIaotdzUSJ/U66RZvoQ0J2DtqYobte1Z0Mk/DLuTQKdKX6mtfDGqBgSWXa3ryaAy
Gd4rbf8zUbOtEloAcFjWQxa8VE3SuVEeQ4apCdOyYbo0JMGPmdnLRcDBTZvvbBSx+0j3ZiXWnJGA
nSo4dRJN6K1mnJBtl17NNliwVYP0igusm6gxg2wVj+3ijvacr/IqnVypWjS/h4L2+TS/S1BNgWij
cE2ObWBxQq7/NgwvKwv4XGxLnqkShCAMQJCmmGeLFb4kFacnF+vLiRHfrSiGhGKF8iyIUGjLR2mj
2mtFVweZBAmXmeLj6Ji7EdpqkYMUert8622LVja3Sp7pmyGwL0U4qS4c6LkzqG6HFR5ioNy5ImaS
R0Ig8ZUbgoFZS59xIEy9nDMEaUGqTIPXIo5zVqrZS101j1pFpNMv5DWJdjPZnPNOCycwjiuiIK59
NYozf+j0G1UndBThprQQOeQE4a3M7kR2M/VBK82rCIwAURtJy2tMNzSV4y6qfWe3bBGJ+ylNG2mr
jHxtUB6X1cLfJJF6nBKlvSsdFSmzdkSrxwm5kxf4uOe/bkZyrnDkYhhnWfKnKUIyBL4lILGx4mBF
KRAtIW4Fx5klEdhBm+Ole3NMPRFuaXH9iPhc5xM8B+chHk7fXz/fH5XX/jeSmNA7ebPO3yECvkBM
7P7a9T/ip4OSm/ip3yU3GkWWwOWi6CAgySIl/l1yU/6GQEQu7oDFIT4U5a7fJTf9b/Jj4Cuy8Aak
H0sF5HeBV/vbAuAC8wh0CBbOjPUHnaJXJfm3By5Ljt8hGCcQT8AmHB0FzWx0QYVElBfP2tqck9jx
W2zJ13IZQRuajB+InNZfwGt2u0xBKYxGTptt0rm8oHVQoCtp6Eg0ddZ8Uyy1jdxZri9PiLNFu24c
i91iygmIvLKGH68GUX+lTs1Oyx39OpVU56kI4vg6nMHUSXGsuCFgx3rfzggU1zbR6apFdH5B1mOW
1zkohMLvjHp4wC2KMoHcExtmUC+n7l/yGH+03P/HV5OFysN/71zcNTRAfz79/Oup+PnXXfn8FB5W
lcVP/2eJ6wKCLhqiNBwOqsowkwRFj142+jMotLCOfy9x5W/hWQ3TCFl3upQCE/N7icMT0A3gkDjR
mULH4o+aocfFRIdlbVK6BouPdQfqNIeXHX3acKpDZKuicew3w0DENE7TKVtN+6i0hfsULFXYBirA
M7FzjzfSGCuSOaVgxIIkuIs1wBh+hvBYs7LHJvqWRrokYbgr1aYnz6hB+MvAGl4p3TRdzQbE2zXq
MkQ2ZiUPrW8KyNx6jvskWkFgjd02ktVpV2l6f5VT7cl8bsbpWUfwkw4MOfAmnPLugR4ufUmSSNnw
hlqduYUypf22ENxcw1MPw4vWXHBQDXBnuEETlmJjn/VN53IGzY0QgsnBgMrcIGcByqL9WUKYf52w
5YlUhmq6HGwQ475Dk1MCcz/XjVsHerHLCyAvKLsVPbDuJYhAfOq8niujZ/8yWmMduiqlCxKYKH6I
sb1IgD+b/UNNV2h0sQmLG5A2xbzD3DnRMO5o9DM1gbk4E0UtKySsh4V+gFGPqxxUbLoS0rmGW6bR
MFGhKmcBQu1RaqO3eYcv3CJ5JZ2Mywi5Xcp0owH+WJdGGOxLFqy1okAQPpj0wHb1LqP4GcPKRI9V
StVLCA7qcxraAGNzc7J/vtlEH7QGjhajiG7BchEHveq90IM5XIyIuXeqNTcSaU7rbNsJoVsHS5H1
56MoAuL45lT/NQyNGoI79JIhLxwOMxeB3Tl9i39oW4xneMzetoOiemWntxc2EFsU9YPgQknK3mXb
JrspQGDx82c4qm2/PgLMdcOglwN1RFyJb2PMMKmA7+cVPtBG1O6zqdG2cRurRG1RhfyKqXqfj3fU
AHkdj0OG+WUrcqgcjdfp2pTqeFS5FaoBGO4YnZd1yJQXhaVsPh/quE8lxiJJEV7gEN8MHBsO362u
oiBubfzi566IpU2txu2jhLiMCuRKQvIcvUZjociaGECnjfa6pO3/zwglOl1rgNx2wDcj252Kcriq
B557E4CnckgyhtjtUK/sXOAHsOkrto/tzmZi+xMg2guwD+lNhJoqylpl88uO8P8uvTcQHoA5bz71
u3juThiqvN54LkjPsv3rrM24/9qD4E78in/dfJDgFDpHdMdpIgH2EnfYv4I7S/2bmMqk+yo2gdiF
/775VC5Fk78thNKAKJNr//vm418Rh8GPo5YsmOVYUP1BcCeW/JtTgKgTwUMuJczxQAMQYh4u01ma
pSDqKO2pY9o9zDlKRQp9Cc/M9BTZmfhlwKX2QVNKott/RwofHHJHW/HXuIS1sg4VVSjCHY67zFYx
oj+Ofggikx4XbnObUJhyY7no/1gvjXeEiy9EKsVkG0fbnqns0QXCuTizQ6RIc8rXyOovJw4X8cTH
MwlIioyUC54wRpy3b/pWbatbuakIf2TbQlCpzce1FSjplqpjgRL4lO+kMvBVfdO0Y372+WweJ+t8
RaFMoiNKSShDKHU4toEW4WJnjD2hBelbEZR/adkjVxuv1SZGf6YCyfT5kB98QLILKOiUgUiBBO7t
7etqRkBnR87C9RjUsRsUssb0Jotr1EZ0gr74wcyC90DWES6p4Acc3VSOE1X4BqAFJLVVfK0Gk4y+
VhGfBQaVOQD2341UvrARL9xmHbjSz9/z1Zf36LsKkoB4Sx3KvS6Cujff1ZTalLENSnhDabtRZS0b
cM7aCoCcvc1HpfE0dbFgZs39Ok4WKmDdIHmKPa60BfAtiBk3kmPjxJx8NP30R0G9sq5VtFgOn2pR
uDFpX9HO0jNnbdZL5gLKrqBHUcr68xkAuiHwIATjlKmP9o9SJ2Oc6XG0HkKnhHcXGM9RaWffQeoZ
95R4B88xR7eSk+KsT3dSncsuMVXixxh/4DzT0bRVAmVZff5Y6lH0II4QhyK20L8BGEWwdDgFQCWq
sGt1jq5JQ8Kpyawcj9rZLr24chSEz7DbvKMgo1xqw6Kh3T7OkYsU+nzpoAl9Pqqj9LU3J34K08XI
a2EaumFRVPVO7ZEQKNCJ8bo89FAA1ndxKD3nKdjpKIqo2UkIcG4TczS+0J51lBOv9g5SRS0AxUoL
8J1KW4F1f/hqqVVG5Cp83Yaa1doYlv4Cb4KcQnApT7IblJH8MgUl+toIh08engbBhMXWoK7wokAP
qaE6tM8niSihGirnK2h8c/bqMIyQLdfm0v/8U2jvdyiXF8UL9idnLLWHw+edapKFcjICumxBicZa
AsWvLAp0vaE9XuD8o9y2WaSUHL5Fv18S3b5O1H4cVskcoOKPixbC07rWoXs9qYCzx7SFSDBm/EGH
7FjtTugByitbD7/g+jlex7Uc3TSU1+KVVE4WRkOpcU2VNLuNMwTRsmIdEvx3cMc6fQP5Sz0HZWHc
xmZgT67SThTqlZlOzlIs9ylkiPuEePFHp3f9WumbU1jto4CehQqnQ+aiRpOGurV+tFe1wUBoTNMD
AKPxcI/+lbwp7No4cf98PIoNZhiklY0EyOE3qJYoCSRHDnwntOn5qPM/ZWXaJ05D8UsOD0NBT+Fd
sOOGimKIY+nNYSjRklxqYwx8ZTQ7usOL9dioWr4Kw4LyEBZZq74aG3duCvXEFffByMLyVZCXReRu
i9PgzchJ2zkgA1vHHwwtSbFcSknWUwgMTQsp1LofwyZ6kOzCOvHG74UtX88YljcRhCH0cQ8HbiIz
lqJEc3ytlJFT1CY7eNCGpn3ClyLVwfoakpcrsrTGqConnQWMsS3puRpun6hVS3/XqnZRKs8/0bHY
1SMNOTXg1EAmK2vuAjWRLobI0u6Eo0eO90IR3Uppkf+AGaNDdXSS66lPgxPpyfsN++vgRByJAgqL
8/Clpkqr56qSHT+qnGGtj7bzBajNLVIHHPCYZa+hz13SlYs2Ds6f/19TyoaDhYeiC9nR4egpZB1J
h2jnl2nVb7pGj9xAKhoXJou1SdJ6uMqQjF5VM1ATKSm5YRUjXS+ZrF3najD7dWE/pFZQIkcfLB6K
gHjQyFaxrUqdwgNtXDdv0HCs5OqfUDOgk+bNU4Y11WWnaqd8+d4hxIR2A9pwIBJ1aBiYwh++TDhN
yhANluXXoWrdLhwnq0B34oso75QO/A2tMLoezlncBTpCn7VzNuVNeR00bfjw+TH84aNgA6lS+KWY
jNzx4aNMBVj1OC3ZIw2K/ZXcN09Dj3OQqfXtmb0o0pUVgYGs9ZDiaYtcJkzvnaI13e2JBxEn2tEx
IUJgHeSaCZbseHk5fE3gIhEPUje7olfPlsWQz9A5indEaFh9w41zMTnZza2kbyk2OBsKDZlXxapx
YrF9sNIptnFSIR5PvPRKg3hzbkSY2OUSgZ2PtZ52H0apvTfZqRetUtQeeGNrY4XKk4NM8AX4pvqE
oeIHh7LGF+G0JIfTzeP0qqzxa0tqRp+cINgHrWOvtVxvfsUL/5eWv03LBUT23xnmu7T8V5vlIS5+
QMZ5Tc+76J+/folsxcU/7UF6Ln7V78I06TnAZXCVYqH+0k7+T++FZQgEEpz8awrOx/1dmNb+hoED
cwb2leqgnP7v7FxBggtgsuDv0JWhva38SXZ+XEUityI/pidKd9cGm3HcEsXip7GlpcV6ZSgAWaBD
S8fDdAYsoCqnrYEvtKmKGIemPSTg5aKViqf99dBl7b3c1SsZJjWN6VIN1jqiUgn4PCMBSmQhczpN
5a7CpTLCck8N72wTPy90Nfovc1fms9/Do98mrbp781U+yPvVo7KjeCNKYuTcpCMy/xE75s1+jB2J
ullSpB5oARQYZxud4Ap5/iTRIteY23aFryoAKAdrSXkus73WtPpNj+DnxlaolDfYI+KdMwAPa8YL
BDBUt49Q+bWQOdakArc/9KK3nz/0cXrNM4N7V1gIGEQg736U62KWJSMBm6bAAfN83Y0LYrxj/kD4
OKD2gPlFF7TjiXPruD4rJorGOwYA9MI10QA5nCg+kqOVtpp4zpCo92kyP1Rjh59CrwK9tHTseRpz
ndAdccEOx+uqL5wTh9c72VPxCBDEROKLjCvVq8NHsGpSJmvgEaoCmSJTixDK1ZXicVK03s2MyNrL
LbCWaDKXjSIlkp/OqshDOvAg5hxdRMCDVlqV/qjyEZVmJEdOTNIH4nBwDUR9lUI2Fd1jtPIC+TXv
C4tJ0h7iYd+DcmkA6QCOXg0okdYNBjvJFUAGd5Gnc2Q7dpn2E4rCKpHwPQoMb1Y3UphviDfcpbc9
zSoAxn+b7WQF47aaLO5JaR07X5pe/3Vo/1c0vvh+b+9IJhcKAEJWFBUgRhw/eh3RCkHqO/FaqUTf
YmpQTMEa0nVStGUGTN5PBNDvChnAdWB06AA6CN8FUefwa9rGoDs94jMETNK8Hu3sQp6rZFMOIyyE
PA32ADCe+y7BaBKcuW+nS7WCUwq6DyTaykZ1ctMFQ3bisd5PA0+FmqxoAijo1B9FosA4GzBQPJXT
TELIJ1LdsuqaLWds6c0SvIjXvfxHd+X/BtYZbYc3h9y7+xLQUIc/018P2HLFxYdFbPELft+S+t+s
UQEzoG+Jm8Yb3QITvipryQa1QyXm9cL79y1p/01JgPIMxDAOTUoD/7kmUTuQ6fjCXKNawD36R9fk
8RqCs0CFncuaKpCNo9tRijYvTVNN6BtRw8FJTkdS2i1aEzOnTZ/NL2+m6YMLTKzHt9tWjAUkirsG
Yjy501ExUkb8PRvahNJQYfQgapHzN8FS+k7UPnw+0msN791QNOioBumiDyCi7DdXJfpejhPEvBae
1y4uXxeD/VDk0+gps56uc0Ra4cAOZ2YaSF4AQny2JvBC8jX47PJ7rr0M4S36C4mPg6bswezH2NGh
75Sq7qBruR+dErQ7vibF1NDkF9o+1NrfScag2ZMbWGM6Xj+DYVramjrgiHSUNVIfrfCA8yTuGP/z
WXqtnhzMEoVJVpjwU6JiBmvkcJYy4CWo0OeOVyW0e+26vAnr4SVTnewG1b79GERCrGAs95g4TO6k
Kb4+m85+AJOCKhWQ6Srx4ti+iZAOcFnLrtbiLB3W+2p4mKR0XMeKMsPnQDZ+XuCZGTkiQ+DDvs+G
CSazKr+MjXkzDSj0dzog6xnKidubyMEbWAikhoyEUQ7uE8vQ2W0aB6JXWPltWWVfW9HknYb4RIz1
Csg5mhLR5hRLVHDLj0MH2MfhGCPY7kV2P3mNlRuuNqc/kfyLVzG5rNe34WPeIZmmUJKQA+c8w01k
VVWheaLO8Cq8/e5R2Cf0d3kkWtqHX2cuU0uHqeMg+Rkj3yCqH3NF/S3J0S3CFJNcMKMMEas4Iiio
T7Vd58460jtG/XXEg/1ESPPupBBNtf88jnUUyTk6VrjpgL63I0QmQq0OvUEDQ6f1D824/Gnhz2Y0
wYslcpQR2nkX604hXouDY3s1sMaVM3aYMlTmcGIHcFYeHUkMY0DYRupaqLccZ9u5Xs0Z5mWOJ2VB
AlW8+64BuHatuN/nEsq3YbJ482Rr51VE+SNQjPPZQrkIzIQVGdsWw0H0N6x2g/PDbaUJV8Bs2NIT
/4mlIMBuZ99nSrDHwi50Ja1fBwXmElUZbyT05ynEtdLKGUBox4NbR859YyhXICr0C6CrtUfuUq3q
MAL/Hlelj4YWqnd5B8nCsxGHPcNCL8c9lxoPng+URaPc16cWE44seJLk5GdajN9CDOZ2Ngh0yQkX
z55kUCgOR0oa3w+xcBYzawXrOVCxjIMLQwHfxxmKU1XuD9cyiRiMeIUmFNN9uJajKatHM82w9suw
S0S5r0xC5MIKo8ThRrpDnri8UOTIXBP7YiYcesR/EyUf2x34sRPh43E9VKwtDjygDES/Gj4+hw9j
ORVaYEFgexZKjyu4C7jayCWo5x/OuKoAksNM6k7F2x8OSjkDtVKI6CgRHQ4qL2POIcGgRXg9dJ2z
Ds2hW+lNvV/ihh4YUi6stm+fn/AfHmeIjQOc0tHMICk6HLUY6TwMWCZ6rdGfYTmj+Ag6pxvEMlfl
IDmu1Pbf8Q6RYM1Z32c5jS/ywdgCt41OpBuvorDHp5lJAsieprRFZeDwSYLOWMqqDyGCNqPuzjmG
44EMLylC8NGVa4hsCyUGtw6n5jxokgnmTmf7qiVdVkQl57YJ4KOnbAn54USK+kpEPX401qWQxyUR
Qjz38NFS9GBQDeKscfJvmlVnV9l8OaeIC43mGqyowubB27TUtTN0ZhcTzgf+lJwWRtz7SQ4SJg25
oxR5WKHe06zKyvnW5rjEZG2Ug0q/jdUG5/U2cTZIL/PbVCp4VmG6mt2vgiHZ1/Zo+xBlv03x7IVO
gxlk+mTKA+4uM6sDAkg6JlvIgwHSk2Hh9mWMmY9Uo3NvRk/AoeRVtMzrtlSWnRVe1VYBtD1HyweD
9wtJrntvzNEaz5joMJwSD2CZ5cFJQpuwzoB66icarB/dFBbQJHGqEuY5R3kJINOq6APL9sbEGTyt
l0Cedr7axfcwEJtfR/gfJSX/48GkQhD4vxfw7r98movws//JRQxTlMJknbSC0JiV/rtiZyAebWD9
gHenplII56P9rtjZf0OzB0kNjNkGXidamL+hpDirIRrMJ34Nl8Bq/UnJTuyzg30ozinAbFR7OSPR
1zjch0S46hgiWAtfe1ir8byZ7eDEhS+W3mdDiFP6TV7AUak4UDUDb4rwKa0Q+K0ouAzOlzfz/0Gm
824HvL4JlUz6XuDP1aPDvgPlGHayHHhBNq5LPd+VJcZnhvPAGXb2+VDvKk0idQDni5wVAGHwQEcH
q2OghC0vc+DZw3ARKd0Fcqgw4GSvDuDZFqkba8NFOYcbPUrP43y+7GZ9i8vRVsyuM84bWTJPvP67
u048kpBJIaPk+HGO8gol0ZWsXCZUOyOJsCjbRmPoQ8q7CMWHbez7MJt+wev+a0no1JBHZ7iuhjMw
H5peuRx+LWaGBdU7Fb2L/QEs2XBlTM6JXOGj5fr2LcVae7OWOhuCbVPzlhVaeglap5Genria3rWl
XtNzyodsDCxpEas8HCOxZpAzYcfHDcrrRS6+F7a+lRiLlvnezPX9YPYXbYdHdldey7p+anyRJx/v
F3rWAijCrUS16XD8Rjd6Fc4NLsvD90pvrpYu9+Y226aFs7OD+Bx5zvPEcG5HJ9vWuX0ftd2Jy+S1
CfjuEej/CK0cgBLHbConmO1QG3KY8zkAsSX5pjb5rqJdjnPpPYQ/r4zDldyPvhZq57oCS9lW43Mb
MZNegd8L6zZEQg4s7hlLYZc5/UUKa3eQ0+1QjfjHl9efb0ix394/L99MhJdsy6NPVjdVYepRySeb
zX3Xcu9KqHmoQIFH5wsW6BcUR/aF3D5/PuxHJxspjAaqkXzxnQltHlhsuLFgNRbjs9Pk11U5+I0Z
3X4+zGswdPx6lI1JSNFD4Vo4WhFaaCtB01HESREhS6vrQsflOYdHV3Ultszo3A76OXCZtZxKO3HE
IJTmw6vaIUqwG4vspiqWDT3NlRQv3mSFN2Y6+jmaYp3UE4yjDSDPMGsTGNNltnWq+gqapofat0cJ
35Mn7VxWBp/BZyPafP5uyEF98O1ITyirCcEdABOHy32JbDuVOsvBv8+5i6z8Wp2GC8gNe7MNvAx7
IbBe6UrVhvUSd2eTiRNklz5REvARzD5PNB1MTfxtmlA4B7NSgSEap6ua5Ycwh1vNwAUCw4W4jPYx
6rhWk28La1hngLej0dwuS3I7N6zLBh/1VEIapXdbZd4gz7MVroQTYnJhG26K3FjBSvXFTMpQXwOV
k7VlQ7Tjs9WO/lQb24YZDfnzyBkvjbq+CvLvtTWB2G/PEvCU2LSs+ym6xeYOpxZn8YIS8bZ0wOYl
zHeONfi4a7pOnXyDz+eLAfW8vGaX7/o5dC00OcIp8zoz+1bP3UVu2T9HTUJdctrUMWL6UXK+TOo5
wgSrALFwkN5bgfEz5OZJ1ePzOCmuhzjMXSlqriiJ7e1w3gxmhKVdflFCgLLC4Atu9k9SRcRdNdOl
OrJtdfshV+Jb+L1XcZ0ZXrWkd8OMx2NTZNeJo29Rn/alMPJ7HDltWwJSF/+04bRyGW3KMPazahDG
al/jhC9q2g+JuBcMgCiz43eWa/YU/DaGtk8bG65D4IuDpDRfIuZWnLtirqu5guDg6/V36qpwHAv+
SDN+TqG+LQQUi2tva5nVrZLkuybIvHyxvkgj3bZYWjeFtBO/q6S6Gi7tlZNG51YU+G2X7aYhPM/H
DrKXMW+QLL3DCNgfwui8rceV0ELIpeU+0Iy9abDwpOUMPNS+C3sUPOGHO9MG18RdUpjbWnJuxKkj
xfImVLS9nUUb1BgQ5Ta2IW6Teh/djgVlOvAxhUu963nOpTUOV+K/K8wNuDZbmCmZ8wVgwD3YM3/q
GvpCyK+uRiXfJbW8qXpjhckxphjtWYtIvRzoNIuic6kb10WanJtG6I/WcKGVEKzb2auC7iwbDLSG
UI7vmFhYvHHY3wYwVey6uQKd5pf67Glz5oV17hUjPxOyCK0R01NH+dEWeQpDHLMRtTnrW/1cfOoo
4/8Dzktt6UEaurNRH32o91s5HNysDjdtKa31cMJuz7JXLUTYYujPujG8JTg+T+cFKGzwugbgwp1D
33mZEbyvVbRPosWz1PCLCeZPz7hduFhN9c5WcLlTEowWRz9kWhvxaUQW1cTfWpCNeg5/hnUy5PkW
M7L7XJ1OnFAfHfKA2ylbyCiJAVY7Op+a2sxsYH2eZjdXFiLAYYFanKGeuPbfdZpfy9H05gHX0Nyn
h344ToIZZ1UjV4f+QfoSsYsbM4RBjU2jMXutop/Hc77tRUN9Lnu/lorrtAgfxZ0qG8HXCHHaVUtF
DI37r/iw73DscJNp9j4/rt8XlQgzwdRC/UR6GYDZUZiJZG9U5IFN8U6ZDarkcraaneXHaOjbRNXO
J/5XcpRzNCCeF2wXdGPaWLTPVyH2vyce5aM4CcV30cfh1gBWfDhhKpaJmZbRb5jH6DbG+1Avluc+
nTcdNTrTIvvVuotirJ9iq3Nri8MCOZ3Pn+HDtfHmEY5mYxpyKW+pInuGNl1adYj2RFk9JQACPh/n
o8VhwSEDKwm8gjVytAiHrI4ltdNEbyX7Vsn6HgEDNDiMbbc4r3ukGALfsmZK5Ylba9Hj3FzpGOBq
nEJO0JxJ8rBuHGdXNvF53rNto/5EqfqjsJn7m14KXQ2HfziaC/P/sXcey3VjW5p+lYqaIwPeDKoH
wPGG7pAUqQmCoiR4bzY2nr4/8KYyJSpNZ1RURHd1DW7cTJEnBYLbrLV+F0koze0Cp1TYFctxHbcc
PNDg00z4dj5uFuuXQfEelIgRVMH19tfv6A/6P4acxHdxe6jM+t69IiV1jLiZVA9248epi9duqL8m
1EF5+Xft3x/0PaCAMB3ID6csez9YVWoSBbK88VZ6uicXcW2n+iplyljrcmvUJifyv7Tqf9poQUZj
Lb+rABeJNLglfT+2bu9ebm5j9Non/JVYUK0zLo7BAjxq0YhQ6LaaHvtOA+WfLy5d5+J9Mxjukouc
7ZYVQehHYDYM0g2xlua4KWZ9Z8l8Z9v5afasQze3+66Pnhh84XmibodiXDdiXKd2sZr4TDGNa4cq
qI2iM8ybU5EojwzPLlMWr9Omu9ZkSlyKd0oyLr/YOvQtTJPIOuABfugKWP9telukwncYdDZ2ytSz
/IjPyKOaN6eWh14+308E+TAP72tjB0/+4FaWz7RuLUzuuCl+Wqqxgb8PO42j1cTrOu/3YxmdJ4K8
taG/NmW4HqkCJX6zGiY9Lm32skswSOc+bK9VTkwvN3dLsSTEEAxZ9BSZCiPOxZEoPcC1+zq62c6g
VzaH6a7x5puhnPBgTMeNXVMiJt1eow5eKi2Hy7YfR263fBfGyjpWlTs3i7aWFm257XDtnl5NvT/O
0XS1nN+yNQ+h/jFpwru5ziErKMfOy7ijcZ1fSpFwdE9GGu3z6WzH5UdtiLYhDm5NFT6qHSW47Z4Y
QwRyhC7O7yGc+6CrWQVechtRfTZUvU6F60TvnaRDEF9L5C9xTss7HPvmWi2iOw8EQNO97fI5ouM3
y42qTtYO+/uz4vE/oVxEk3ydeH9kyx4L974dJZ2eFUDE2PQqVh5c+HoGFBNmtxn8R/hmd7Pjrdue
+inPV0KV26WQMVPv0TUZhtqhce6UCW8I5yGkHwm9/top5dWYjEcz48JP+Z2y1iKP+OysOFk25iPF
9eykd2lL0d19RFcQQEK+WWZGbkhZZYmtVhsHUYz7WmKkwi3Umxg+J9ntLJMgqsSxpDmtrOy2pGFN
PdyOlJbXxofjMaVIruPLMgtZ1og94VTEMTUKjifW4HLF4qa3lw4+ON28NdWC9SrWntnvbU7XPmR9
Ygmgt/O2jckk53fTKgORSzbGcMrFqXhBCm0ncgtrynZaSyUn7tnSD3992P0ByAB7YIEp4c6D1f2E
DGpqOvCzgwxGymXpB3RzOM5UlcsyKFNzl2TRxUH8k5hy24WUgYb3N23pTwcu0B1DS1jRZEIuoXk/
3r+V2qitakzgHFhnjmWPn4eJDDvfyaL/m7ueTvf9AbgMYxAL6Cpc+oWF8eNfhqWdUpYkh6xMKz0o
ONCB5PUtiQbxnaPOK2OmjCdB6Bb/7XXDOZw22mMTTx+bJr6rZYNLuKEfwlo5jbHY0MggiRGfbGLG
3SmCklbRcnI2aLD6sG6jUif655RmyWGc88Hv3aXMWV4uTRqI0nZIrJ0maQoAiV1dbIU9BMuwayb2
hiSTaWvXuMIJgvmqItuF4XBEN3OoHOOMceHBMpgfOckd/cddx9aB/X3lwUlrIZDj8yp8Urwo/qV5
rvKoXBFy7mMZO0McjD6k7hz7tj1flZrEo3HpQHPOKEPvsWYrOQXn4mS29ln08VNpJLdKVt30bVH6
7hSuW4umoua8JHGXM5a1CiIi9fCu1cKLii9XKZQ15/DbT99LOupSuShctiRIxXeDHqEGVvOdafaf
lDb+IicbxzvX2NllfePaw35k+yqMIjDlusvSDPhoDC+VbQWawW8gapRTkUUfeoOOkM6xHMsaY7Jx
zUlwiJJii6XUISRXqrdo6hDmHWKaNb2kB67GDSyJKeii6K7pVbysNkbGXde7Jzw3LkRhHBiZ3Wph
v1Hn/NSoxgGt6tmln84Vb73siw55klGaxFvIFcvsIGn2DZstSp8xWOOmr+NDnQqiv6O75ZjFDfNB
E9jb9UMwtkBMZq2s3v7jXroDH8pIO00CB/WP1eS7XudSnBe/S74woNHG7OOi19ZyBWM4aXifHRtP
j8G19loMAt3HjbED+nd9rCyBar7iElD7HaoY3wzx/lUyXCinK8OVK6u38C8oX7LMvSTtQGbdwhQh
sryvTkvjnXIozzRStdp/itvcxeNSaf1MmeUBoP0WR75H8h3uOt29azic195QcGDBY4268GFpseM0
z4IJ9yulRU/EiaZPIOd2hglYtLZzbsoKcYiAYlfTW1fKGsnWXqVPxv/zo427ylJv55oH05czEy/H
8FhpxoGR/yF37Puuozpp5ukqc3CZrxwHwL4xcu729NkrR0xPCUIbgEiOy03fltHf1M5/cHKgc6Bm
Bmmleno/q+8ZbxWyU52V6wmqI14mFy8Sg2OHy0PGdOKvT+af/7rFq5iaH4EF/P33DBI1sYkswZcR
dsNwXOqTmK7ZLcuXZaXXk/ibv+4PLgKs1uGlLUpH+GlvbIvvJuISrhtkM+GsKg79nAa7TRyUErOK
eVgfEFfyUZXxRbjZKYkL/AqGYPLS27ef+b8AD/zPOC4tj/Na1bJlDNOTR//r4y1cwR/+hWoN+cMt
3uHy7ks35P03vfnynf+nX/yVyo853Zf/+PfXaij75b9Gvk35AzV/mYz/OUiIsd5L0n756RPfoEH3
F2zGEU7iCs0/GMvv9hs0CP63QHy4hxs6y+n7eCX9F76Tpfy7oP43aFAncpbmkJWOwhqvuX/kMvOT
kRI6AmNR5kCBp6H7aWlVUk/RpxbaqkYb9CG2yRSaeuguPjEZkI+yibBJz5oDr82bR7SW6qU1zXDf
JbZ7tDygctzQnkJh4sHZZO4QqNC3sChQtXjJWILGK3Kt8IVlxJtuVAR+J/Ownku1p3TO7IdhiAhv
EriwPmd56Z5hJ9lflCRKc1Ls3GY/TXoKOSFzue2kbW8kifG+HIp4w4vBBkZUInx2Om2+fPc7/AOg
8X37t7wWpkHIeTW2HGzQH0uRNo9m4op0bdWNTchs06hWeTnWa6szmtVEOu6+wwZtXShWsf2v2mf/
78ZPvAEEf76lAkRgry/Vj1uKbvj3LYUKGY0eBklgoQs4/tuW8n7BT4E/XmrIX+m939B2ttSyPgHi
EXrAzqeU/Ya242wBCohtGa4PzBy9f4a2L3369308rFgwfSIs4CRhufLedUGSmInRMk4xmAoqn+dm
jK+yVvT1caxbFRs83V5VBMxu6tq0g3JWn2ckFUfImg6kv7kJZz+ymxWicQ0SYjcatwkOTcGsIS7x
TVIY48Csu/YSaWO7McvQi4kMqJydFnsAiKQ9wrIll3SPEiS01pVb0bUUyXpMEbGe+zg5ZpjFYuuc
zM+u2bQNMIXonLXa0aq5MRVLpUHOxOCI+1uMA5nMKWOfmL6UUcTUh8PfuDq+bzGWrUaPw8tYgq95
Zz9uNZLviRTtS32lDPkBjF0EkCwf1aQmtnQU9f/ERP3BjcXa/vPtdXn59PLj3uLbv+0t45dFOQrU
CXnzV+r8t+uKLy1semgXb8lR3zNZoKtY6EVghMO2/xfh+dve4ksaVNCFJLe4B/yzqI03O6Tv9xbm
MothG0lTCMpRjbwDErW0tp05dPXV3GPlJTNnZzSl57uD+KrPMyaV92CHHeQw8dpF2t7TElKv5xoj
08JdVXN74hTXz5C3GaoZ5tnqn//n9P65ILL+cnkt5pLroetf+mToflxofPDbQtMJbsHWDnIgOiMU
bNzAvy80lSEvwWIUTugwVC7fb4e4Q+yktdTCb4uKgur3Q9z5hRwY1hk6orfUyX8k3/hJYr8U1LCy
gGjIqGdZL4f8dyU3w0+ZpaVGXdSETiAdnMmnl2iK+l3pYXHdWTD0DxlmtI9ZmTkEEM/3YkqIzUXX
kIIEM9Ayn1pjTDcpbpE4s+TlMpRfS40gwarJkT0a6tZIxS05s0GfpjL45yvx/wdREQcVZ8pfHXfL
ejy/vLTk2X6/Gn/94Lf1aPzCyuGMwsOEAuGHOt34RVtkAh4qdmpuyovf16P7C4AhTkOYQGA9wMd+
X498CUEpFcCbtyQL7FuL8mv5SXfzp+DAH7B8EaR5kAHRXcLXeW810VdVjC+JacA4jfA01OyRoPvm
0UpQ0taPPQbpfliV9wM5v4hOIjPI8iQPasYAdPnpB3aqQJMZ/x1U+AcjO8aDuPVBfYSA/ZMiVOSg
MaU1Gqs6E8Lvu7HcWa16ROP0Cbaqssbp9CPWcpof5/NNXbfgmc7gm3n1KGdV7h0oCTlmFW3tPmha
q/oC6hCjxjOs+hzOLdly2PZYPqf3zTyH3coRDlby2dggWzHSzSrKyFj13EUWiLd/gBP6VscE33ZJ
rcOFWuJFpB6ZuOSrf767/ruzY62/rCKCihP+34jt+qGWWD7z645ykZ0D2LIm3nYPre9vJ7xLRDDS
T0QvIJ3c4r/vJ4zkWE44gBADuZT4FIO/FhLWL0w+FrIaFQjfgl7+3f75y/20FJXf1xG4hOFiyVa3
8DaGhrdMeL473klEHdRcetlGVJgLY+xN/Iio8hZcr5iqwCtktWriXL9qqYbWimLHq7wiXdco0upT
1nb1v+qGP9/gS+Hy/QNx7pByAd2XWQBnhss7+f6B5ggVWza6DhoOV7uPO9fYtzZJh7FWixv85xJ4
PAnYLoh40Eg1/FBSjt1iQDrff3c4/nr0/Fs5FDcV52L3H//ORfruUTjpFv2GwS3KRcsx+eOj2NxO
XdwQMtF7i5zQLRRInmO1L2WkHWl6PjOBRLXWtowQXVtqW2T7+HNiOLIexlA9zVap3VhhUwZyNown
PVSsbQO2CbdLo3cv880Q9z3ePEXhnclSnjY4Qal+O6t3YFyv5KFAWsnH4WRmqXsO2yK+qjqpHkBY
QMQMoyDZt03am26YlDsnrsorvXCsI/n2PUqiWqZ+DtfjqzGZ9rbIhvCYW1kJS8F2gmogLIuJ+lao
cxUkCLW3wjBfiz7Mg7HKPvIgxg54QX7GIqyEsKPMQd2ZRhA50Z1J0tbkReYjlm7NJiGE+SXTzHgz
xVc57JGAifSro2TPdqpeibh+EGPvbBpXY7JeJuesivMnN63bIK+1+DYKUbcxLB0wTNesU6tGhKdo
jVyLru3OGBqBd4hw2pC70T2UArqx65WQgjLQPsxxjb0nsZhJJlOSvKIjHNMy49oTlfnq9mOyturJ
HnyZvhaNO9W+dBX1mvRlcSs04uX8ygjj2ddV+aVELoqHgxovwhVkmH1iMT50Yrs1X3KgwvzAlXlS
tDgJd62nBZmYT7Zd7RjmqOTKP9aW+gRqpvp11Hh+EaNxVeziExkiB6Mj60e3P1ZN3K+zHNTFS3t1
F/Wc6mNdtcdU7eydHNxyNdn5q+eGKK41q/G9SoD7ochzR6s/l5hwwcVJ6gUtSeGViaOaevGDTlRW
kJm9skrnvF+NMwkJlfEp9cJNN2nqPtatYkUSPUMiQ8/vHS+xSTFpTnEe1zulxvuoiGzUX6PpT0Jp
t7oi1ABi5xeajF0ly6esQ1Sip2G/I1eEaylL+12YWZdoqpYrrNk5wCb+7KAazIVzbcz49vuKy9RK
haO+zqb6LhxaXfj4LgdG1ao3dS7ltBncEJWSYZs3URjJnZwH72Gxk957Dcl/c02sFxJ/SMAhlsPX
xGVPNwnTZhLr0Mgdtbazb0ramFPZi3ZZyeh+1rWTQRYY9FqBnqvYcxbgORRDTydOKNFdscJEjsJB
H+RLoqpAaI29VaxlDc6ZqTjnLqrQMAkns8MjXh51fF2NNqhGQkjPYmhelzpZa0KSujShRHL9uCaq
5latrGneEZAjq41jTTyOKWBt+4ObXYsQ68coeyrnam+lxT0dvbXqxwiv2HBYPGjzkBG26MjxmlW+
Na5JzBDWnUwBvqO5Kjd6o5M/o8D8BbzTX3KGdYxi5+ymteK88pGwqvsR7n4cRJm0PhZmqHxRY2e4
9dxBvVfGqDwbYdEjBgqd5jMcgDmo9KzZKEyXgM/l6LdqHZ97TbR+w6Rx54gOXq2rVvswTGI0df28
JTmNIsqa4mTneun8QRZsLDGp3YNEB711vXGnQxDdEZbifM16ro+Vqonumfz25hKX+JUG7VgAfLQ1
6qK51sAB0zHejsweMz81a/LGrVIi/K3K7dSQXWNJFlqrtwJ3OUCgu5IVxpnGcr0pJqt/jLNOyf15
jJMSioiS7lEhh9nj7AnbvU8NrXC3k+a2PSrE2GrrLwvSGPqlTLXwKjHNdON5HUENaZ/aazphNed8
qq1zXZImVhRlbz86lardL9FlOjXndZaE5Y1rCfCxNkpdIqRM7UnqM2aK1WKDXbbDK1PeIcDU1din
RikQKAGmEoQzbhFt1QY3VipW6WSJdTp0GpLmhCDnetEiwx1fjJ+matN44XQYQmMmTqIatPsc6mzo
N2MnO19xIkuSnjJNN5EVoSUNF46ldGfOiRIHs8zJH1x3hM454KdtBGWVpq/SsQDT6B78WZCBWAKM
3rBkphunj71TWdUxMtAyVlqCPGrtfsFf7pWEb/Lc3NqLEMkns7vmhK84gsIoGy6k3YkdstfiEski
v+i2csN+F/uY938ezEGWPmL39hxZTsToTtHWEWduQNxQvkuKgbjmtIxerGpItlM7ssDHGTKfPSLm
agyz9NPccU8eTuK1MNQlr2es79u5MZ4lVKwhKCZP6y94sZtBv7i6RtWI7dzQ9DbGcyS5USy3Zn3G
a9X+UHMOTb49VOl55BUHSpTDXCsdq7tvcJAcV82QhHf8U7PF572AcJtBI6/q7JbEE5SipQqz3ltk
5KUdawNB00qr+RM2Z+uoqefr0m4cYkVMY6sR40XqfWbkdwpBnjq2OA9E21kR7KOKYwDx732Bqddk
jgbkH05mmbgESs1jsfZQ8bJfRsDfQBHDcC/bNLuJgB5uodISPjjTJBd2Pp8KrVYeu7rIA0VXt0po
otJuQ+ugiRnSqJk1zzlBDisZVsaz3lciUIfU21UhRo1RFpf3XZs2z1Gj2ucYk84b6ebjVaq0+JRG
5rDlWPZ4p+y7CGoCBvY9ZzBTbBJcTJ4dN87hXIapwamVpE+t7WV3Q0xNCHO2XUdzGx7nDDBY1TMk
K/agqijXGTDt4woCx3pI6b68GCsvH9SifvbITjqForlXy7R+ScyBdcjwF/e9wX3Br4arDou5mMxy
itRVaHbNZlJhm8CBjB5srRxnvlW3b422IWx7zmXxIZ0njVDyvLAOVqwoqzE0wmAeHawOpN1jiGN3
M7uJjO72YHVUhiujM7rP/RRFq6y3143TZhtTScObdjbdjaitLkClUN56al6fGf3pn2PM89XV2x7U
55zFEpdw9juT+Bccm+ZdynV1TMMhXcE6V3d63uSB0WjTSsZjfpiIznx+OyCiJBlOKTYSz3NOnGHe
e+FVrTWFQQWnstPCDB9dqSmxGbCyqnWIvajto35Qo8MsjME8q1Wu37c9E71uTPT7fOjMJMGJs4an
4qWu0V/CJu8/J+PIUWDbgmPG7aebeRq65CGuJa5VXhpDFh0Vm71mREW8KtyWBc94e9p2RUhVZ5PP
fvN2LTd6h9B77BrvaxlH3smr3O5z2akeslkjMrX7LFV5t3hUq3TlbatVePZoY+h7DfFXwdzl6bQp
okjetEhvV7WriSfMt90AfD28iQu78PxhKe4to6+fjWruzqGnjbiNNuZ08/aHVBosyBT7VQD4cCHv
w32vn2PPasdVNVgE7SipxQ8A2ZvzzWuoFuKptl9jizxC2yC2aMpLPmaibdq7BYMs0iS06QaNWv3s
ZrJ+6oTC+vQcImNXWm/zJXusn+U8qjfEH0bbegIy8JPcbYJ+aBDvYjXZKZdiLMSxhXnfrU2Vg4lc
IP7UJT70xkuR5769fqhf3rVpNf9qVf4RJP3fDGxeksr/fHK/HV76L8VL/kPLvXzkW8vtLtP73wxs
vvfE8UhlRzkFs2rRTyEVp+v7fajK5GYxP0OdytBzcbT6Nr0ntcdwoZ9ZTGIxGzX/0RTLetOUfdfl
Ill0bH0x7lpgNowP33W5GW6kIxd8tjWbKYFjojWQ+HoisMr+Rk1cPMo1CxOsNPrqplp5rzqtssG6
+nYKnR0j0pbIwLrbmFOJcGTQJXbbWQRbkakQZlDOOszirSgbI/JlhCgbhsonfZ7KlTRrHDel+Fil
CTT1perFKefkJibeKYpjBejrb2HcPpUFlZYXihe6btVHVRl9dSYUQY3Ep1kXzVeLTM11lNqx3xt2
MDtYwJFJeSkdxdoALNLjdIOc1q3bVeDfg176ndGD6OHmXO9gtUZYtan3kZZqvgGqvCJA1yW/tlGJ
fSCnNNnmbcrF72jZq+zr/iQ18o34sn3Wx0ne1imiLZwVUhipidGtGHOBIYoQx4khSa6cWruaeJdn
F5hwYyb1YWwosgy3WcjLLedpE0e+IeruSOGYOH4ZN9U2NlrrYxMOxqqlcTmnWntVp9qDGmqpX2SZ
vZ0h5X31LAV3ztrzrqoojoJB1mbEaatzepDrpVXEdmZFRianWSo7kcEMIOL1KSqSs9m188YsTOsB
ks7DggDuGow7zmU8FPuudPWXCqFRtILhaK4SGoGPOYKdoNTmBeDPxu5gTfmzKmz52XKa7pSYub3v
NFs+VY3SfdKr5gWdbmn6WW3Gve8YjaXC3pzGbTbLYeJtemKmxxUOYok22QtL8a69PDb8xqqag0OR
QFRL2dz3OnTc2oa6lVBedrWeP5H6XOxdJLYrMNb26OJp8Tlq8RcoWzv7DFVrcQxoxkG/je3SUM69
wD9m1+MY7Ys+QxAWil5B/WShEZ5HK0WlNoVjy/QEKq1nqWEwTFFT7sZKCesPoZtn6W6QenkXRzl9
lD7BFFQFvMCK4cdpjizjNJTDHffStLbGEQ8mhG6MTsjlUFv3gy3yK4/kN6kYMiiw89F7Ua0KWT92
IS4/RisvVI/mhW48O+LoXRInTYaMiqRAhpA3YkfKDzVODs3TqOTV2WoMdwfRu19b+K58mBSR4D2U
OK8ujOx6RUUwX+wuI54ar4dVFNnygxqKbjOJor+koidip7DCe3UJuk0Vp+yCdrLco95abI9FG+VY
jX6XVW1+PXVJ8WRItmw+VOoJwmdqrJNBptW1TmI066EwyGMWrvKhIuEG2rauUNzoTc/eT0cBYxIz
hi1jCcJare6W8dRXNRzVQIpKg8NHy2e7A6FeGqDOTNDRIaEN8eO4uM7D8ClTJ5iMjrpTxHVTOcMK
lUu2x88w2TVt8WWYxBTABys3mMtvitRk1lHmw8oombyXUHUCszSney2nkQsJzXSW4FB0tUMKTTJM
ois97T7jy9F/6eN2Ceb0NCYuJmm8CixpLY6Vh6zDoCk5tZGS5x3mHFliSTwduzmV647RYUKtCiXF
q1adqIdHNAvHObSNV6PNss8MsOwnqyrtm7CL0Yk2BIu2PTNzhalA1Lu+x5XOcGJGTtyYxa6eW4YV
UIOc2zSxXvueJiudPDvQw3pbxqO3zk2Njj+Kx8cuDo2rUrmzm07aQWg79crkfDwPzVTBHk3Tk+dm
8XPq9eG10czjOUyK6Dww6CO71ijDTdwSTViAGDbrTjE2VjWfJoHtbugc3QFN5jSVn3TJ/ENduAwd
cZhDPQR6MpGnELaXKcrh4XjqrTVPx7AunZWo+zkwrCYLunSaNkrWZIeqeW6mGFG+hbsQuoFjKRv3
ps1JbR/ierzGqx7krTDSR3rAgfJcLTuiSRsqdS1VYWv2rYW2FngOP3uiS0PHKbaaVlXJOizEam7n
15y4w6nuqHpVQ0BNL2p9VSYxfAvHWkMFZPQ1jPJ2OTOJD7LPs+mMO2vWjvy+GALazBVILyPvt4Ep
G05xdW8zjXASW7t2c6XcIUSYPutWlm9Ex5DHi6R2mPrk0pmeDBxmLPeGzaCyGhDv1ThoozhAK1jr
bbQrRjQirN860BJdw0q1Vy/k/1Z30EpsxoTNk6rgrtg3qbN2ougz59RmIpmZoSU7rlqSb53BIyaY
Cdl86TXv0YoqZ4Pz94bqgMzHMf8Q1YnwK9OKVobdy4Bcg/Ym0ifW4zQtxPDZb9vwZJE5+7Gfi4Q2
IHLJKc1V1OViSy56uaqmfksMb76OC09c91oRtHr2YOZjhKPCSGBC00wb18xcJK9DdA/z9iGEo8Kv
mbhgfLsuo5if5lFkF/zuGlojMZ7QPxY7c+zioJqGeDOoYbmiBpHEk0aB0aZbwtgrZLXDVefpxVpr
dPfopTW5Rckk971eymOM3+guH3CJp9lKWRUuP6hYJqvUw+tEMgCDqhfwiCqZWwohrQN2UL0sAyMN
r7NQg/dK+VEN3bjJzJQ+yxnbo26TgFBMHEwt+JTss/B+mIiZHsynmUR7hKZkV9/FS1fCBdTpBK4e
jDE2R+TasUWCqC61Ol4zXFCdRyWPsq1ikEK90klh6l+YWZTX0quuS03f6JQY8OceObpRFNs6Mzb8
RtcTScDrvo1T9NH6ri9H84PW69YWH+zd5Hln3WluqzIVgTbKs1HhcWZEMTegDYWd0wbXnLKNVnQ3
fqwk+4hJj18lbhm4WrlJ4U1HyQeu1ZdxjNYpim5yPuGXS5aFOzEXImaNWsteS7W/gi1XczLGDBfl
voyT9URSRDe2rwMhyOdo9CbUvPENpehdMmrxJnY0ewevXV2RHWVSRHHb2at8GgefNb8Qi8Pstali
7VL32cbJlzotxulJF6H1YIk6XgFAYPpTDd4Fw2HepfC+WN5Qnget45CZzNeJjnhDUkN7Cyd65BIJ
+/q6ztITdEmVoeFgjkKPV56USboecgrvdQ232+p9wNhkPrctOvBV705VdmUCS1jnbKB1TH3DmlJn
r3gkSfqMzaWyN5ETjR8yTyTeq5QdbHz/n8OR/5lO6HvW7f/afqmuXoov3Rv59jcy7r/ot7/96/8d
3Fxakr/ql3ZV+Rku4Q8klLePfOuXFmTfxPEZf+w3oglN0a8kFNf7BWwQC26NLbNwDL8DKWGagNXh
f4luQMdlFCzvW78EqwWvKygJJFDzK6fL+ico5XtqHKa4cKYwulmez+ZxfkTiMBsa8jiD9jpJIdeG
hG1rldaxV9NbQ+mQgNnTagixqWIA4JfNB2ZK9mGOCn0/Tow1tTBazZRNm0Xd/917/AOU8CeXY9DT
RaJKW4gnBvke7wDUBD8EvTc5t2ehhc95WIbAQSg/yoDpRLatRRdNa6aNxR4bNHWJWvdQCNtWEu/V
UJGXOZH1uiEE4F6Jxw5Mq+rMlaloFG+M9G50OAMnwdmQ3KTV3CObaEMTL96q0D8lAGw9CtQw/AIa
6bXrNG6Zv4ScwyfFNNv9X/+oPyffkOSDs52HBYiqIYJ617R2cWsUcTRRxzAtucf7BjE+aRkERDSa
s7OTIbkQojnvXSVTtijFkufCqhWU2hKvS8pEJzkrvZ5eJ6GlbcF+3M/g3hplWb3+myddnuS79ho8
G90ozv6smuX/3nvhxfR5I6aW8TYV83SDXXfxgJUKiT0sCxBfcT0yM3+Y4qndzO1oXs9e7e4JTKlW
WbV4HoSDPu37sEqO+IKIzd883bJaf3g6Hgi/Xjhfb7yY956QdgXKR99gQXzt+kvVNxNuhKobCC1H
kZdk46Mqs2uAtfDQaa52sjqh/Y21EFF2Pz8ENGAgKjyk4J29J+eWXQUHuI2MjdPZSn4uGYAah6hw
63VqZk8ReMxKGrkkgDTFRdzqTMCKKsM58WEe2mSVtaV2JPRepyQX6kmxhq3aCBEQ54Q2LRqrOzrv
GgmMInd2lWeMES39xkhQNE6mRneZfiQlVAvaSk0fK+S5C7SWPXYIIoLCGbe50E3swsU90+X6jCgy
802gltG3tSG5jw2Bi6Md6WO5xVjwJbUiDWJCpuebUNGtKgBKKFd2OMQPhQrHTG3VU6JnswuR15w3
XolTum/IaNxXrZcpfiSxY0w7y/0whNQgEqzT4DEsxiL5WHsbb1TXuHPfO042IfM2dA3Nkfkq7CL/
6GpZs0PrSm3EuJCSEEdMGtHJYS83uYD3bzEDqWNRfFGUXAsaLbOCJOf9ir4NfadOGSeOXpM8MvSV
dBq22M1T0Xz0gJ6vlCKXx6h2EfrrA44vIX17bE3VTjGb7iXETTMtkvLkunO/aeRYHIZMx7CfyQgD
pbzdF111NZVZQW3aWCClI6bidm7TOCNEqkelXksbEC6WWnnCiC3+4vV5BnbRjHtNqS+GBT+haBkI
6Ua7cZ1QbNVBzk9OXtXrorK9a6Th7SoRY8IsqfO8jz06BKCgm1mqkJPGwTLuK5FBkHDH+0RMqKpi
V3r3qVDcr1Fep/FxUjz7CjYD7vSdpvmODniCxzoyPpnx7mWXTFeRHncgHq1eXGz5v7k7k+U2sjRL
vwotN1Vl1oiEz/BFlZkwkeAkUqSG0MYNJCGf5wHu3tZmvemH6HWvctG7XvYu3qSfpL8LCpFwkEEp
CK8MZbDMypKS4vr163f47/nPOT+ZwiaS9GMtw+iUkPumCZN47hsp2HNuw+PW1aAY22Z56zg4U3Jr
asoJgol6HAhFl+nyEWs5duaA8tKCa7q7wkMEN5phFMzi9QiwNybPGK9/DhxzsBo4FBAIUdkDQcef
a0eKJnrMILf+cI0cXreOAbzuBw2F5SmZCr68zt5aTXFHgC2jP0rQrhvKYBKTQ8GUtJppA0ebBTqX
wNaL8qnLRArzWj6r2sG1k3rXgaXlVz5xvpohMwz8VpmwGqkSUVrFgx9oV1h/tMfr1LkME3s9dwJ3
tBq0xj0OJe6kwuBuLFkjbe65VDxCM80Xk91sIseFO7YcCz2KnMtndWU5X4BB8kv2miFGkKUj/7xu
UfjFkq/PJSuuTtw2cIsJZGFpiq6rWWTrjOtdYq44qil3ptnFhDm5fptgazL3Pbe4bYLMxP0iVa9S
RZtFTSvNTAxrp0mmUTPIBcM719IMShoFk4czTo36cxjV5p0SpuqCZLD+iUSE+jmJFBWnDdU9t8Ic
1+cy8HE+cW3TOdHy9l0sm+0lmV1KA2iK/naURvdN0ny0cwhv7HfaOVlM+4TqiNZ8QNmhDxnFem8c
xzptraA9jcPQuvZroz0vwrUyiU39RKKW88SzGl0wCmXvxDc90AzNG7nmOImd8ovPGv0sD3UYI1Yg
A5SQN8AMaGjMAwTwE6XxFk28DqaS3XrHBepji6xAnXwsI3KYXrhmuQXqKWTA8stQa9eX3DCymdZm
UTuLrQCijq373pWZU/EX3PiTlzR4+6yNhQOPcDpSrHRMajs9dXTk46EPZIWxr385am39owt7KYJk
W0dnsTVSuTTiFYMLgJ8NKFaVjNJLykYHJ9xbcb8K19GpZKQqAoe1ebuOWgrcMljoJYt4OpTzfK7r
DiHUkLyyOZZqJ5lqtvvWdkplHhvuR2o4Se5UGlR5Mg0pX3TtqXk4LuxqII/VSMqOvRY+RWwU2elQ
yd0pUHY0YU6EeOzIwinDDshgFcF16iK9TI3QWYSUMPy09iT3/dCPhl+AddcXXE/v/JY6TZCmkwVs
Bu22JnWMs60pL6S198XU05sywExXMstP7SaicuwkmjthmF7YDcUO/Yh0d0xq/SI1yNpGWWW9xeDh
OmyLD54acx+X9BuOKUT1CsW811lZLwLTnA/lODnVs/W5p+dvjYaKnVx/LxNgqvEgRxrqu1m2MJIQ
XExNpRPfbY0z1W5PAdiuqZ5djt3ROhnH+hqJcpYVg+tK80djX2+siVK7pHgzajVSYfwuaixj6sBu
mYR47pzYjQ2WXCUfs9SOl1KaJniZesGMpGhMiekqm/qlqh27hlyR6FS9Mzzg6omiolPRfdNmgary
rDYrZ6E6qXGtFiNn6rRpMA8DOBXyJuc+ytS3ZeiRjkwplT3m5KtOBlHln8VEfO8pUXPjOaHxQD2/
iwwv1dKTMFForKu0QvCVkdH90qgh+V9yZxeeZcADqbWI67+1trlIutoqyt3gi2GX68u0wr07Swoy
7WGDvFuKhle1Zyb5jIKdYTyV0yH4vTFIuCDmlVXDwrALti+J0j7leGTXWERUXFqz+aCM8tFZ5lYR
WtyRrUcwIZqhOvOtaiAdF1Udcysv8zpQbhrXyID1XSuIrOMWMfx0PXAjGQu+IrPHAYB7cFwmSngf
cTgFF2nlrY0zPVRSeSKNojZ/CBUDMNfVUjCOIRMohuOeZCopv7DwbwDcwnPJCkr2JxPAuMIpq7gs
kMTpJzalSJpxiL+gvRgO61SnZq+Sra/hIZMAGLigV5PEyEEqST5dSOra/lJmjemSDXfWN3JMfHXJ
NC+5wGTJMezd6FwjO35phDXjIZOW92EMWgquIrZXneMeIIfTVm7yjzhhSu/LjPyLWlXBZRJRS2zW
QCU23NBcDv1COcmMWMEmYWTkEBXa3GDBJo4/I/NT8uGGNqkCX3fxWXfUWdk2AXXYc5va85li1KBU
oh43ljo1aRE5buMZruJ2Nm5jg8xSURTeexjHweAqVEt13Ja6fVXiTzGvGjSP7DLDMximygWmsNJ5
sI4RKUJFyWaFbPjJtDKquJk5jsveZGZefmHXiYrisUisUwojWKc+yMxwqqt5tMD1cH2jVGp6Kpdl
pkHaA6ugio18kkE4uWMEiNPKyEqIQT39XYydyKnjVsRmbbgmeqqluYUU7C7JMV0r24GUTTLLpWYt
AoSPMYDRZ2JtBUlm1d4NFKPFG8xGURMPYmMFFcQxMG3P1RsjXN9kIodQxtGHkCI2U8t0P7qM24QC
lmNd9i79gfYxF5mIVlUIWEV2YijyFLKfv6vSSjmPo4YchshmlC4WX0U0xO1Z1tPoncUu62Eu1Y5I
gqylmLp5VmVho2wHU28QkDCJNAuTkiLGGSJ0Ciq5qkZZ4VcZtPhJW9SLPpH8UhpcOFaRy9dua2Lv
jgG4/7DGYB9Ez9YfQNbTs+GoKqdAZuEiE/kdh0RPLDI+NXUUJq6mJ7eDWCcBFNjpaVKZ7O8w398O
Ko+8UZGRQWoSkkneJrEkiRyTvkk3eZvUU7tJQ8lytFyv1/ndCJ7VJ0dkq1SDvFXuZ81D4GH9J3Ja
mEqT3sJKCh5qnjmI7GMuwG3m2zgQFPLSs4JwQXrDvihgKJ+4VvXeTjPtvSKyaRRXvsijOvkkVQQH
UU20MNWTMl4OCke3uEcHQ2T/bGuTXHdAi91M99oxTJ4aeEoOvIcwCa+GwcC7ZP2GFwkqWwwj6D4l
acE1pgMJoJxKIhqxjT76EvqmKMRVnFZJBaXWH57CyXC8mZnVmPoRIs8cLS3eplIYzhgJLZiqgBX2
2IoCzA7qfJQ8wJWj4AYFseKcipWhEg/guyD2+2wGpJ8ojHqtWDb/SUQadkrZXuujr6r4iQ2iUXFM
KiaZUgIyfNvEpFEFFTEwOFIdA4gx9iAS4tGLG7Zrhucj4OLaHA2mpIElLOTMgXB1WMEnrt/6ubfg
3GWXs6LiiwsBohgnBqZGJ6WuFgY2L4Ue4m5b4J6v5pRRCYI1nFej8VM8/4o2XyRILy8Y8y/R0AX+
NRvtREHtTCkUCuMOqN8xgqG0zhVnMdDMAvZMeL0u3GCKscNHO03bCWQegkklW2Lxs4bmw/rSqsS6
tergGjsN6aIOjej9SG7TELDHbz7ZLqsSRjM+I9AuwrkeBPUdO0p7XFGDjaQ2zGmg0wV3rGTiJWtt
bOrcUfNy5CxsNmAqGRB/TfEXBTiCUc3kByO29QHnq+mAIRHtTFzP8D4Eawcbi5SQk+C7wlo5dE4I
6fwzNbOp0FhgcqNrKvZFxXmGwflNA7V8LAcUZrMSXdBTsjh6n7RxTfUto6KQrpOLciQUILkpal9A
xaUcjiP8drJxDb/xzFEbNvmU3dxsJO2y9lSZQrm1Mstlxf6ZEwf01avk4yypi3nsVsOpGuvGEvD9
QxLoxiVVZjwqIIf5WbjG94F8kEPImi/swLtRByP/Z8upUu14GGC6ZCIXuS+IlT869YgCKvra/kBg
OziLzVI6T8JqvSxbHKTaJs2nQ8XlwKVnvrPA71hRZ3mkED7A8L0frm0AeqlJRpS70Y1qMuQwWKgB
LGkqFclTSKrxmevJ3moDn/zDyC7/tBDvCO3Gb1NiLhGgsFjKDiWGAmZ/58TIUFgU7NSGONap2ChB
l9livGhT0TioQxysNYAwoUHccmI0XBYUDDdMitYMKXzNf7XFeIc/CTMHLlSv4sTs41GwcfCCBI7i
+TBj9nBUI6BKC5BXjolpm4KcaNqNoQJqKFbkfwP8Ek118Df8DIYaoLWODzy1uIQEZUfzEutKonmu
mc3XRrxIw+LaI3oi9XWrwl8sjMHJznd4BiJ++jiGHLyUwktDFCVQhzqP85PhqFm7WjbXS+VWtUYz
Be4Ml2GsHaImoOJ2YH8DYXwCf4qPzBemLjyrDJfo7hOrLNeypuSJDkcQu3A6q6t0RlhsPqZbflOt
88SqUVTnBPlH2sRMEAKn7pM01AteNGqyeWpbOW5yvj9zpQLeUZXYDUe7459pRl7cQuVOSKJWC6dZ
39DS50pNPoWNfhwRdMhjY21SLVrHt061kpkuW4uITeydVobfKvr6pHQjvUSbbYJlMcdEdqLbY0/G
riAw7WDuDYoLPU7PmzC/MmyzOQ9JdlfOsJpWIP4IVaVoBiv/mx42T4BX0QG04yw2Ui14jXQ7UHOZ
luNg5M/hF3n+JCJtdhaTlpybnFGuMYjGjsk2LQ0mIwpbtKFxLlMEqra1JfbzZ7FdDybFsL2XY2n9
ja8pXr2zLkhgYCsudGAgwqiIuj1zR47naAZVNC3Z1zAnsXSu7BRpzhdFGQ0BvZJ2FioJoOUaZzp1
Giaq8g1vc30j4NztBBsRwi/2FFI9OK1tCq/tLE4BwkNiNd15SGz3ZeChZ2gbrLiRoqFyGMC4jceY
bfpXkRuEPw8synSvcYCmqjHAVyTj41glLeOGdv8d/1lyCuAynKuUZJ4rRnVbCslFKcQXI1bI1Ezi
W+40i0YINMhsyJWCtWouXA7BYVXSs6FcrSlB6RnyzGs8N5nFcH3Kc8hW5EFJxQzv9KQwqne2Ekh3
eEF7l5GFcIyDcWD+nKVu8THn5yOii+EduOI6IQWctcY04ooB46NJyU9ELvaBCUb08zzxzOOqzIgl
bJ0arFI8jM40xAiXxrohXHDivFq5LVc1SrOUVopTduYv80Fhfcj8qFmwDfnKDA1HexwVQTP3o3SA
hbcR1x/h40necWMNG5EDqUxweM9fGHomLpWJHl2O8jCeVf4gWeG83NwqWqBjkjYaBedOKlGyyB8W
X+Sm9lKKP4ysyyAv4o+NnWfniY+Qj+CySbVxQNggj92qreJj+EvBuZIZxRdHXpMGGMTmx4hay+7Y
qAfhp8jQrcuoNdcXkoHtVyUF8iIoXD9FsKpW0yhRYIkVMJb9SUbFn1MHoyTox2rcnESBRbI/h9iM
JC8stXoSmKlFbKab62OHDHx5nK/xxZmNbKrRklzUz02qXVGSN5Dzu8R1Bm/tUkuahZNESTPzbIOP
CXESXCGjYGo7sbD+LeaMpWCNqQDzp2E6zBam7Sa8pDbyScLDPkmbBVcRyV8AEGVTyy2wSSQnbswd
TfMnVZrAqsnhlY3eyq7bgEk2MjU7KsUHCCj1uJ3AnpNwW1OK9ypFBKgEqOT1UlZTMvior6r01M9w
K5lVbdHYFy1Wcx53Ag+hlu9715avJiYExHBwa8cjEIKM2HQapQS2mIdWA/dOa0cAD6Sb9HYeGokc
z63M0K7rQWM5i5EAamIB2WRGo65GGxwnT4G3fQHutOBxF6k2Ki4YOO9LJkAgrRldWQ0MMCWw32Om
dOELwKgFOUoEhGRgon02oALCiauMEGIPsySYQChX32L9ScQroChXgFLrSkEzQMb2uhGQldQ2MmJm
YCxVAFoov+pJI0AuR8BdgQC+RgICcwQYRkQJbaY14/e5gMosL/o4IHk1kfH2PgkSgIxQQGswGe6G
9sieywJ2CwQA10rgfrkA5SiTlddjT0B16JkY60a9jiuKQCmJgTMbwN7AccppIMA+L9ZVWIeZDJwo
XcYY+s4GcvkWJcS5JMDCENTQ9sJ64Q0zadY6RXvSSqObgQHuB6JKYb0B9IooGLwdxgp3dAkbuzov
pMW6NMJFEY+Si6BGwaSQMMP6H0BT1iuJLLZ8JQN1ohMB83S5/2sCBx0MpYRMJdho7fl3qUBLh5HS
fqkFghqyb36ipKCzyAS+WhXRte1wPVSMkJ08FDisJBDZnDGZJgKlRcarH6+9MjsmZweI6wo8Fxfz
FqZxkyXTZAP4rsPgI9YmChoR960sUOE8iQGItUewmIvHPBMIcgaUvHZdQGUyQOYt2I2K03p0GvkS
VGNtg0Nz6bmEkOW880NvYgBWq76sEhrF0Zmu+UDZQ6/VPqbwzy4tr/TPXIF5o1tOTyunKHFo5epE
xUhjoTTr82SNaDaKA/cyCt3rtStxrdc3sDq1RDJWdLK+rATq7gxG+HVTdZVkyHo0Ljbg/AanlwVk
rydSMM3sYBEKOJ8LqzG3k/yBtIsxGclZ+lbyqbrBrWs4OIZsU34p4POaXEZFnqDFCxrFHGHFOIFW
i/TgQ40+YjYc1e25WuvmdRSazamkF+k0MlX8dD1D+eCwWRzbdkyNYwCYc6moAZjIZPgipbEWyY04
blsINe07c2DbJ6MBjJ8yRnMnKzUpoVakR1KRKLENUiZhmzSfAtSRp4FIqOhZUX9GjNvOTINM39gd
xMp5gXaSw1PU9h6hwDxOqCF2lcZEhZ5I3sQijSOJhM4oCISJuOLNKgiUqIpI/qzRWExceRjXUCNJ
Dtm4x8+LOo9nktcqY0txfgZ8VY79vGyhlInMEkcy7CLXjMeanyEfC4N8NnJllBu1RfuOg2GrSFKp
SnpXRe1pFbdLPyFvCnMUzwZeARjBusvZnmajMHpn5gr1KALlSinlSeA42TIs196xncokb5MYUCKz
Z1LlZleto78l43oTibxamsj3toL0pwJMmDmRp02Hll/PbUmagPpA/asSg2wPxpDhIL1rRP4uE5k8
C9FRa1anKjxfclfWceRTBUZ3ObcDfR1NGM7PYeM45Doxa0qSYrCSMfO1I2AFE+1mQo2YWSJxtg1E
jlFPE2lRCPzfNR3zukQ8DvVuVFOuu6Q2nB0XKkKv2M/Gw4SNKlD1cu4BDOiIYO4AwMqls8mCNhrA
cCtSo07NXKcKR6Z+ItrQL9t2GDqTSmbJnNSlF7x3B0UKvZrUayJysLDxldsqGJUUSTXLK6vQy2Tm
+GqGpp9ULtWIoc/T6ZsAkOGzmQ1cSHWZjyco7E/3jFs/XJTGMX9u/VanICgu/sNxgQ7tAyvBXcAk
RxoJgTNd+dqIKWQ6WvGpbVB5S4O1KIVl2Vg3hnAPxknpSxZokYowyK0UbTCW2gJREDrdlFjCVYjp
3ASp7Fh2YB5RkNL0SWL6FG+gREYmv9UcLb4aIGWC4xlm8QdLH9TDaaLVckr63IzScZO67i2V7CAN
oEv1MMVIdO+DEkZUJEHAmH/JyxJJ+HpQIyVX/BH2tpmWJ7eBYDVApQkQbEflVGsDdqFkIJ2TKVAv
XcAP9dRXbMMilejVlOYMM+1iNHK9B2gduAOTplQWuV4o52HmjE4SWy3wo6amKpTJov7osQdMcrWI
buoynimhWp8lZG+ysY75F1vW0Pq58Wv1mDTl+gyBw/oE+k9y4SIKuIPwSIQ51vKIErfJevQlCFMq
c+R1e72mpMlJZCseTj15qhzLtY40iXUvzSuraswxCRwcR4KoBT4ugxafzsZvrjyZMpHvXHPUONPS
HYYcgbo2tY1CodncqyZ1STlLGN+hPWuJcpJJKbPJxIXnn/vGyKuPh0lUf5LWWBhQCFBzzKlVFENl
nAG6ymNHiZzwPRhlfW9wtVol5ai5kYB9zWkRJNliJKWmNtVqG1xTzobDOxcOLWVI2WduUjsK0P5l
YjMAnGq0CfsGp3ATm3xLq4nfpQET4riBvnsJiQYYMg3rAAbmOprJOM9+Gjiy+SmnbWcGG446CUVQ
XUvcEU7xyi/eRW47OA6aoDg31mn+MUcqjMltTuXb8ZB8x4ekQVhLUFVamATbbY0599CM44WqxLZK
3Nkq7SS0akzaqHNMIJa12oW80RG7QlIsUG9/zKf15uFGc0y2sYHw4WhokdnhhTDZ3aiU8dEfjW4p
X+0EH6hWSjJ5o2k2axN9cyCkzv5G9LzRPxtCCp3KQhWtCoH0WkilKS8aMRBZQ0dR0bZeYfnj2pWR
V8sDzsBMaK6VwNTO7I0Sm6t4etMKeba3UWpLQrQtm/76xG/Kk3TYcAsR0u5aiLwNIfcu3MRF2y00
4LqQg8ujyJlWthkvdCEWT4Rs3Bm02ZjgwaHADaJyS8jL7ShL55aQnJtCfC4/6tCFJH00QpzeCpn6
nwsg3LFyne27t/7q3TLFvnXjTHIbv+4fbemWzzf0nY6vT5xvNl3auM2+1EKA41lRPmAmO5Axy4P/
CbcUCHHz85ejII7sr38vGT+J+riCeArHlB/QEDDOnSH6rUF4+f3erfI9L9yn7bz0BqvNh1k8/Ptf
EPfuwH2/jubvGAMZw01Nhh8qw6rdeXcDZi3uMioEvMeRAW/5sd5dFj3uQM6/9/vLKuZfQ2x6QXWf
+fya8hN/qo5+nRwAzz/WEAhO80EjgHsi7yjcqqW/f+adWTDQ+XtcmITF3mYFDB/n2w+0BDblRQ8a
BM0UZVyxrMKxcPPDd94ZA0nFzZDKCjhgPf41yOQPNg2E191BQ8BGuCHCk4HpvPuA+/tPGoA0vqA/
3GvjqX3YW6v6TzDGR0O8LTtvLf+kgu8agL1fP/gP9+qyqF180BdXTL4rRHQVT8DNDwt7Z9IPTBOn
RcJp4e+5+Xl84A+08EWq6rAh0H/SSOcZ2ED/urB3hgBJyU8kEDkCf7g9T3kMRB4zYa859VnXP+Hn
zI+IaXZeesChJ2/mA+mnzc8PF/NwSTnww3OokdrBMo+lv/npLn/T+AmhrjKE9fmDDoF08PeXtZ84
1Ydok56PfIkLVHMokZMnr87PY6DxXav/O/7RrxeJieMGD5srhLvKd+pEfPMfbAPspw18DZxFdIzE
i+pEnX8qqkg8Nv4YRIvf/+M+JqCO+INNaL/zF8L6defX+H61jL7xb+53C1Q8ivN2WtjeHTbd/tqX
r+P19E06HZ+JmJ9B2v7hibvKltm902z+ovn61kIR+O9/efMl2zP8JKG8NdUVTxV1NL6+8s5SerHJ
qOBpxV6zOIVwNP79/V7Rbu4uty2ITybDDNj+/rqeztCiJ6ttG5tLkqBTbP/gdY1exlnhHL0JV/sD
K+O/eWDbb5DUZ8tgbxwMJFiH9fkmLp/vszDtJmA85LO9FSuh22NdGY1UXGlUjZBiRB5AiA0PecYV
IIMd7z8FcxtNZdRhSICswgZ48pTy7wVi8u+c3cyZ5d5ExH2HFKyouEKFF5ycFSGE677OKx40XpIj
vj+6KXAIonOP7Yk5KupligIvCF0xTice0fp43MUqh5laLMPup+KmQ0paWAyxwxvoJp9O4Ve828XS
drLVXeetoHSJ/4ODg0+iKGD/ZK284kGTZebe3TEBjy7x4VhlwTJ66AwmlXrQ9wotKMlzGDMU9Nn2
arv8nzz2uV34V6jn6d7chXB+/9/vfnr25u2uvnsudM+ezrnyz3AGBTabZWdv5wbxOOGf+QjfuVDf
RHa856t1eKPjuMjXy6jTV1Hl6dDOjleR2/GyF/LsgxstszJ6cLcNbcKcHpqdOMuH3TafHpg7K+Y7
P9Y7EiZ3Adtd/OWIdXo0AVntlAtSX1qW3/mQ6SqM7zMg3fujbz+vhxk4IcLK4m7tMVF36tDvOonD
OIs725iGNPvgZmmA4OLoMSSMfh2jbcti/rx41HznZ5gsk9XRh1X20Im8Xjycv7PlqefeEcl0Zryo
JXXoyMwQCRXbZsQwiPoUBzdKnrvA1pwRp/JotOrsKYLNefADMrfIus0aL52p3znIMypKxUl3uzZ6
WJ23LPvjZXjXbVnQKg8diOPlXXcRjnr4fMfO3jHwNAYv/x5dfufYPp0IkrAIOXQAJr/8n2J19PAv
iyreK2xIvuLw5s9WUdOZvc9czH7/WJy7d/tRgfT0avqKdgl0C6dzuECgP3wU6O/eKFDR4uBPd7F8
WNrLHEnEti2x/2AJuv319QHSxbKJi6KzCUsvRr/fOYkvsDNdd/Zg3Hb66G6w12gPq/iCg/T+vjsZ
RPbi0BV3sSzZffeqZZEX66vl/Ru11McxdwEtjf03LbtzQu9hGl+6hPjbl9/M4D6OjE2r3fNCElmp
Q7/e4zaMJjTPl+W2uU2vn4Ihv38DevfL38poryQtdYC3z3n9gn7HzeShsxFDVz+82ZtVc++sgqCL
QpDm7KHpR9zpCQaJrqWHxlfRyl4G24bE98Mocfvr64f5Bjg1Wx6dr+Kos1Bw7O+h8Rg36O6Upn5S
D+2WD8vuBbOPk/827t7SqOLYQ1d/+V/xEd53v/ztiPl8dJX98r+je7eL00LFOfxBFE9z96A8tIE9
tLuM2v0NWlZ6mNHv7ScLXO1hQo/LzHej5dF8mXdOQlmkTQ/dS0kzuHsxPZ7kh7c7A4chE9MJCTBc
Pbzhz0/uILLew2T77IZ3y7t1d8fQexiIR+z+5sn6NnrYNcZudnRLMNfZRMHrDx/lN3fNqvPtDMqu
SeRZVZgU2B9Iz+Q09o/aPw6HheYH6vVnRGLv9jeuPr519BBzYm4njTiIe4gdNrmw7kkpCt8dul+N
V4HtluG2oceoYfvb64OGcZyTntocaCerrF1RyYctd9vu5ik9bLZ0fpmVeafZHs6dcRnYJFI63VV6
6O50FYXLzN/tri5tf3v9WC8yhiF62DYkBrePO8wMHeheihHKwMETbtKu7p3u2PZxh5m70f4gCCuC
Q5fHfJnFq6NF/jSR1sOHm2fL6L5zQgre3qFdPnbvgLXhJGybEhPC7OHLHZerLMpXTafdHgLg41UW
LqNus32MQ7ZadUe3j0snxqbEYZ2tgbN7OySvX8QnJYXTss4gwDs+vN3F/ZPNAdZ+D+0Wy6DbW1Hq
/tC5e7rK9iaYJAqXH9wsCXHgv275bGoFHd7y+ZJipN3Z0McV5RwRabkfmmCLfHiHkQBWS3+/yz2M
8bnLvk6F8rxYdVO7Uh/XqvOyXoUkuzJ7OwRiV5PUHrb4izh4YEw67YqyzYdOuos4Wu5DrT0sEeDm
otvZPq5rv0EXwWDh8IGAIbZedveKPo5mHHz2oh7J7GGBXMFnK/dwNEnwnA+dD++AuvbiKUi0h7cr
VjR0is6cgCvYQ8ObXTOjuMi2rU3c3set44aqkHvwXA8r+aZaBnfLrBMJ49ez7f3rD+eb9eqhe3hs
pDWHzoibtVu0jyStbR83I9zHkffezxjiTnAJX2/7mNcPxfvILVYPR2duZD/E3WtjH9nKD4Kuwryb
uEVnx6DY/eF9Z0fmgFrZWXdC93GruVll+6hfH+QDLh4rwRG66ILZkiaJugCHzr9H6u7F8n71sH/T
w5ymj3juLM7jqjPapkn2uQ/uwC//Q2z/z13NEO4gz8GxDdNhDRM8PKK+NVZ/HLS2YXX/CZG1LzaE
ETcvuhO3h0X8hh3zbul63YZ7COXfUAVv7xjt4UwaLyM7WD6scmc7BzdbfA8DcdEsBZzUabaPDjvl
/kfr4TKOxU3UBcCVHvoK4/AufuiGPn1cv24y9+h8GfmdmKqP4w0ScxcF7eNuRJEo++hM/L+bN+92
p4PURzp8AZodrfbyhpSY3D7o9aEELXc/3Uayf+ihdrpMuluDJKwID231rMnspt3fzkjgHN704yl8
Fu9xFyWlhyF+TJY903YPS/psiauT83RIeljX58su3ZeD/PBxJs5Zxk+WiNbDKBNXwr3fm8t9JH25
61PkvUtEkfQezjrBWaP+Tmd/k/pg+V6uki4FRTJ6+HRXOCSDYz4X7EmjXtr3n4QqmC0fPueuEHG6
ScJFLN82tjn+XxT7fCfv8IYr2BKf3u4dT+phdtw6S3cfW5GFEcChu+jtkvLkT0aaTHgfTbvQwbbt
PMZYffQYrogIC/e3Oay1t896/QH4vr1bPTMcfYCaH9xVES279/M+trq3CDLj6gjj4KxMjv56NIPS
Hxfl15W5HRIx/FTwHvbwAb4+8KyMlrkDPeOvR9v/6T73UEPtAw29SZDNBM1z+w1axD5inwv34YGr
/WyZF7uDphovt84u8quvw0ua5K+jdkPBFjSOEaP26/98zGXuPhSlsrCN3v7R6+fz5lRZ8oEyN/h/
//1/5v6yWR4dZw2cbnpwgiwhXG6/Wmc/RNFLebAeEI1bF6nQ4HxFEmL7OmIuGrjXKMIb4dAN7GbF
pcDfTvf8r1N3GTfcl9wjKgI9LLtIB5b9stHDQ89d0sSkPoqjd/G93xk40xCi329+uj8O3tjI4P+E
8Mazmn9NFPN9eYr9cV/icWs59FPs9l9sFJgu7P7R7KsVw8avovOs7d9s//Cl3Wu8xAK2mx8QNW1f
HtlHx5eXmp00yR5Z6Nsr59utHnMNQrWeucm2h5vTT5jHHNrhBfyQbSubRvtgRi/ybLnqEBylPgaX
vqadvso9XKxO42yPxt0L7n1Wrpdu59yV+uB4nq9gE3aVd9hJbAfl9cfqW/KG21Y206APGu01FhId
7FB6akpR/m5B382yfHCP3mTL/WTIixYR3xnU3FBDuHNjlftAdr4mtESfj2ahS+C3d1cTXoqHruSP
RCRHQMEd7h9WE4e3/POK68m2GTE75D4ohZfxEZPuX/Kj/Wsg+ZTtw14/oY9F5v7oprx74F6FbUxn
KaoyxbUPfwZih7vn4nf8gtnv+iAKvLkrjy7KvDMjv7bewxj913ezm9m7D7PpfzsSkwfm3dGT+Y9Z
CeaDCvTxkYxDikq54m8N3HOH9QtHeI9eHo92QNvjHyA8ePgaQPxzu3lM0EV3VWh97PnHkBefEFr7
YKFcrGp3j5UkLDIP3eBuiNeKoyshFVttWN8XQleJe9626c3W9O34+Nvx1tf9+uaJT9DG+PHQ95jQ
wMYU4hk/K26pLy1sLmbfdTf/1aNnd2jQvWPMM3oJcnxs/w9cwJv3P3QB7/b/P+8CsQrctoMA9HGI
T2JQwKN3e0ZvfeD8s+DoZhlUS3Qju5PCeGm6fedsO8Z1YxUC9+82/NSarvzdoR5ZxwfhDbbbLsff
9tfXRwcvFEQUt8vm9S1fsVWHnYGQzG8O8e6Enf3qNPjcn+6YNHZWyfa/+q6//7oTb+L87Z7Qae0V
h+ZuZ//T1tybrLzrju3hU+EN401lzM2BMl5md4j+to1uzpPtL6+fErhmlW7QXR19pFBEb1nO3dXR
Q8pAuMYAjzCNO033cRGaLBti/udi5j4SEpO92dGHRQYlZ1DE3nfmRB/w/7bd5z2h+si/Et7tR419
XEnY7B8IusqueLwPE4cTABN3u9weNydl++vrV98p83jv+1Ho8PB2L5ZUfImeOHv04RomOKS5METo
XFqlPq7yV+irilgEGJ08AoVNDx+Rx/j8zC2KfLObXq4qt7uD9JGse3zKeXm/h9P0QSW9hYjuPiwf
Nt2/je8wQN0Oy+Ys6EPNc0u293F8JszLOH9uM6TG6fa5r5/4jwP1wUX+x7VJ8FiFC+DjrvCELNCH
r9JY2PPkztEHl2Jgz27yYAmHv9f7mxef0MNEHqOq2TP1kvuIk6nyJPhB2yHYTKk+knc3y25UJBs9
7G9QP4qjWcl1ZN9zSe5DS/s4OwlhCueXvwWrsNkdFa0P9eDmBS6WPKELXmKI0AcL6fEFHk+Bo399
lNn+2+5LKJjffvOqshs2b2P4fxBWtrG4PjTsfwFX+6Pc15myoCvd06EPqRIcyi9x4H/dr3e/tI5U
AmDF1HWEB6MRnuTfzCT+cd/90X78T/jdM5tzbo/63AeNZgztck9/24cwZpwt264JTB9GTwLz7oBS
fTBeJnEQ75uI9kH0mt1zl+jCUX3gxHMuPveOcIDdsxPtQ2g6Xwa+SFg9F7YZPURtxyWSi85tU+qF
yAlfCmCqMzWkF33nvxP7E7RZ4JPO8S2Nekg6Xq2ycneTlb69qX4HsJ+V+52V+1ghH5D8teQiOh8O
B/ztC/xWFP/HHQPP1Yv4Ex4KjykW8prLMO58nD4izDGmIvtwYQ8XnBux3cbPXqD60IJMYnHr/Nez
FQmMyP635zayPm6DG8mJSCkTIouN+Lnn9GGBMInjbUzWARu0HpDQueu52yUsbmt96AzmyLwFAeTh
axmSjfTWvc+eCqBezNR95/b89SzEx6B5IrB6MdP4+9rfaIDExxYnI4j6Y7EioW976HyUPg4GAMgO
57wPTtHJCkn/1xm6eYeL+ykgQLD9s85L4FS3nRS/ta9/+yQ6c6miwtV629IG7+zDgXPiZDBewO6/
vk73AT30/HK1Pposg2f03H2I3C/dPavkPiTuH5YRKcpuONEHRnKJJXW31T7WrBjgzyvSqV2/NfTm
22/5+ml35Rb3YFvPHi6UWerhAcuEZJp4hWeM980ecKkrBqY75mYPk5pDKneWwfPyrz5S2Y9w0ckq
ICnzX47e5ICyOYbVj0izWLGkxZAwTMrI6cQpVL86/KPcxj6xaWfU5D5CiVtEid3e9iEovS3xWNnr
bA8z8yOf131E3udlgdZnO64bHLaPXOGTIFPug2U4Eeo+kbXZLtrdfmuAjIZBuS2KI8OMULU+XI86
9KejC8x5sqO3JWIl4sVnwzhDSESG8ARHoGAUoPt2qZU/8OLzTAm7Qy8+u28j9uaXFQu7/3qL+X4X
b+NbTMkdXsdz9fP+sW/5GAJtOJjbl9x24CUBxfEqJnvUWZt9qG/flfmeFHlTx1YghoewfW5/+b/4
fDer3SUJCXX762+d08/NgH8M6v9cocPtZ3ktX3b3bX6M2f9chcU/4Vs+U97xz/eWz1WT/MHecncB
bPe6nQ3962lwH3DJ/I//DwAA//8=</cx:binary>
              </cx:geoCache>
            </cx:geography>
          </cx:layoutPr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0088-2C51-3C90-8B9A-A210E5A52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D9BF7-2B3F-172C-736F-4E9B752C3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8ADA-9229-A356-B287-1D2ABAB6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C490-E9B8-4A6F-7431-4D543257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13AE-2F4B-F74F-F9A0-A6345860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54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31C4-E5C5-612B-2525-0B2D7D36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09AB7-6322-04C1-D635-6BBA7A7A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D214-168E-6D59-F05A-BC4E9F3F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5F8-FD27-AA06-6E2B-F1B93080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26756-7B81-3A8B-46EF-751C661B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36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7304-673F-C01A-A5E1-772DEDF2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06A02-6055-788B-26CB-EA37BE8F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82269-167E-CDA0-C3DB-68777C2C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4994-DA76-A51C-C1B3-9A1FE2A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40D0-DC6A-7331-B32B-8B710721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2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0524-01A3-CF99-DD98-7FBAD756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B991-0246-1FA0-2ACC-2BC0DD840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B43B0-3177-CD56-0DCB-0C32A4F61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F56FF-4C15-D560-215E-C2BC112A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A44FC-8BAB-320F-AA7C-DE59C293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5CAF2-9D18-8120-0D3B-FC0E47FF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A217-39C9-1D39-0E1F-936D860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1D509-A2E6-312F-646C-86A8C645D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0E02E-1E76-3410-85FC-F3C07521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AEC2E-20C5-568D-187D-28EEA9727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7E665-2576-429E-CE38-4978B372E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7195A-2CA8-A841-4FD5-F9CD7C6A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A9718-CE20-3257-C964-4D08B593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FD7C-C880-E456-5DC9-D469A092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83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69AB-9E8B-76DA-6A64-3AA34CD5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5CF55-E5C5-C88D-2AE0-EB34CEEA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2749C-1E74-5108-1742-FFED68A3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5C8D0-D182-511A-3BC9-69EEA1A2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6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B0B96-141E-73A2-DB72-A7919C90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0E9CC-F477-D0A1-515B-24497DC0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5F193-BF6E-12DB-4CBF-B34EB365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6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ABAC-17D8-C138-7D92-F809B075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B0F26-5E9E-13A3-F0FC-BE5A8C56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A579E-725C-A4C8-58F9-4D813B4D3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1EE86-A075-9D78-009B-E81C64D6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5EBA1-DA83-8F33-BAA0-4728DBF01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C2EA4-3197-1304-7BC9-C4357376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255D-FD83-A846-08F9-906807FB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54CE1-7063-A820-EA8C-9394AA5BA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92A8E-FFE1-A5F0-F032-0502DD0A4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53AB-F119-3F39-ED22-11CE973E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C5E86-0ADA-FDBC-81DA-36681322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FC52D-D677-6B5F-C3BD-64CA4457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0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C416-DF66-A562-C91A-492250D8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9BF72-89F1-D914-220D-964C7168C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C388E-0C45-68A8-9C58-B900F23F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51309-6CC4-13E0-304D-EF4FCCA0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F825D-F6F5-4462-AA09-67BC9968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1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90A5E-9203-B6CB-E08A-86B3E2987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744BC-63D5-AD1D-025F-C831DD102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22FC-DC42-C897-8094-3BE26FCB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1686-A7A2-5D92-98AE-319BCCA1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A9A81-D144-0964-B399-7A173D3C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7980D-2D42-77B5-B92C-28DE2E68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696D-7E3A-6A7D-933B-E612727A7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6CE78-1861-5330-871C-3E220B21E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2856-B332-42D6-94F6-347491DB43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A4D03-1608-DEF2-3F6F-0267EFF12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5E1A0-02B8-D297-B2E1-88805626C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14/relationships/chartEx" Target="../charts/chartEx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Relationship Id="rId6" Type="http://schemas.microsoft.com/office/2014/relationships/chartEx" Target="../charts/chartEx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microsoft.com/office/2014/relationships/chartEx" Target="../charts/chartEx5.xml"/><Relationship Id="rId4" Type="http://schemas.microsoft.com/office/2014/relationships/chartEx" Target="../charts/chartEx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4.xml"/><Relationship Id="rId2" Type="http://schemas.microsoft.com/office/2014/relationships/chartEx" Target="../charts/chartEx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4/relationships/chartEx" Target="../charts/chartEx7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D1109-AAAB-3A13-C67F-2F8A08103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chart</a:t>
            </a:r>
          </a:p>
        </p:txBody>
      </p:sp>
    </p:spTree>
    <p:extLst>
      <p:ext uri="{BB962C8B-B14F-4D97-AF65-F5344CB8AC3E}">
        <p14:creationId xmlns:p14="http://schemas.microsoft.com/office/powerpoint/2010/main" val="180944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8173-0C07-4369-B67B-D85BC100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780643-A195-F5FF-15DD-C6E6FF152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endParaRPr lang="en-IN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C6EA319A-269D-BAA5-ED0F-81E953142EF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18303224"/>
                  </p:ext>
                </p:extLst>
              </p:nvPr>
            </p:nvGraphicFramePr>
            <p:xfrm>
              <a:off x="519723" y="614159"/>
              <a:ext cx="4738077" cy="258624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C6EA319A-269D-BAA5-ED0F-81E953142E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723" y="614159"/>
                <a:ext cx="4738077" cy="2586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ECFCB337-6DB7-4D83-3B03-D10BF9BAF8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50333920"/>
                  </p:ext>
                </p:extLst>
              </p:nvPr>
            </p:nvGraphicFramePr>
            <p:xfrm>
              <a:off x="6208346" y="798797"/>
              <a:ext cx="5801946" cy="240160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ECFCB337-6DB7-4D83-3B03-D10BF9BAF8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8346" y="798797"/>
                <a:ext cx="5801946" cy="2401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13" name="Chart 12">
                <a:extLst>
                  <a:ext uri="{FF2B5EF4-FFF2-40B4-BE49-F238E27FC236}">
                    <a16:creationId xmlns:a16="http://schemas.microsoft.com/office/drawing/2014/main" id="{8A8FCDC2-1555-3100-AEDD-3902ED399A8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88850257"/>
                  </p:ext>
                </p:extLst>
              </p:nvPr>
            </p:nvGraphicFramePr>
            <p:xfrm>
              <a:off x="519723" y="3657600"/>
              <a:ext cx="3524739" cy="279725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13" name="Chart 12">
                <a:extLst>
                  <a:ext uri="{FF2B5EF4-FFF2-40B4-BE49-F238E27FC236}">
                    <a16:creationId xmlns:a16="http://schemas.microsoft.com/office/drawing/2014/main" id="{8A8FCDC2-1555-3100-AEDD-3902ED399A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9723" y="3657600"/>
                <a:ext cx="3524739" cy="2797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10CB01B4-528A-4418-5CCD-2940D2A2929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48408236"/>
                  </p:ext>
                </p:extLst>
              </p:nvPr>
            </p:nvGraphicFramePr>
            <p:xfrm>
              <a:off x="4044462" y="3842237"/>
              <a:ext cx="2275740" cy="22169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10CB01B4-528A-4418-5CCD-2940D2A292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44462" y="3842237"/>
                <a:ext cx="2275740" cy="2216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4C6F6A23-0937-41BB-D6D5-D7B26B2D97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49922767"/>
                  </p:ext>
                </p:extLst>
              </p:nvPr>
            </p:nvGraphicFramePr>
            <p:xfrm>
              <a:off x="6646985" y="3429000"/>
              <a:ext cx="5363307" cy="302585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4C6F6A23-0937-41BB-D6D5-D7B26B2D97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6985" y="3429000"/>
                <a:ext cx="5363307" cy="30258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00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42CD-5E99-8295-9541-1ED36576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655302-570A-D138-CF88-BEC5EA770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endParaRPr lang="en-IN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F19E6DA2-90A0-5B7C-465D-7B4A0CD95E8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06637758"/>
                  </p:ext>
                </p:extLst>
              </p:nvPr>
            </p:nvGraphicFramePr>
            <p:xfrm>
              <a:off x="371151" y="545123"/>
              <a:ext cx="5059266" cy="226339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F19E6DA2-90A0-5B7C-465D-7B4A0CD95E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151" y="545123"/>
                <a:ext cx="5059266" cy="226339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54CDF68-936F-C1EB-4EDD-FF5A7CECB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378524"/>
              </p:ext>
            </p:extLst>
          </p:nvPr>
        </p:nvGraphicFramePr>
        <p:xfrm>
          <a:off x="6096000" y="545123"/>
          <a:ext cx="4064000" cy="2263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A0750A3-6ECC-55C8-3733-C13E27C29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59282"/>
              </p:ext>
            </p:extLst>
          </p:nvPr>
        </p:nvGraphicFramePr>
        <p:xfrm>
          <a:off x="595086" y="2976465"/>
          <a:ext cx="4434114" cy="2434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A44B7CC0-5770-EE9E-6E16-EC538B095F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089342"/>
              </p:ext>
            </p:extLst>
          </p:nvPr>
        </p:nvGraphicFramePr>
        <p:xfrm>
          <a:off x="4945224" y="2808514"/>
          <a:ext cx="2844799" cy="298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A71575F1-CF93-5A8E-701C-CD5444CA2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2838988"/>
              </p:ext>
            </p:extLst>
          </p:nvPr>
        </p:nvGraphicFramePr>
        <p:xfrm>
          <a:off x="7901990" y="2747865"/>
          <a:ext cx="4013201" cy="2603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51803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FECC-A479-C86B-C401-9C7B638A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261F93-12C5-96EA-FD37-A48BF366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endParaRPr lang="en-IN" b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BE4EFEF-85C3-0262-BC9C-78CD8B927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5988453"/>
              </p:ext>
            </p:extLst>
          </p:nvPr>
        </p:nvGraphicFramePr>
        <p:xfrm>
          <a:off x="203200" y="372269"/>
          <a:ext cx="5292531" cy="293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191BAD18-C032-C27D-50F9-5D1B73FA2D7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76330818"/>
                  </p:ext>
                </p:extLst>
              </p:nvPr>
            </p:nvGraphicFramePr>
            <p:xfrm>
              <a:off x="6095999" y="323402"/>
              <a:ext cx="5292531" cy="282101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191BAD18-C032-C27D-50F9-5D1B73FA2D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5999" y="323402"/>
                <a:ext cx="5292531" cy="282101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948D4DE-3365-8029-632C-77E75BACF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368501"/>
              </p:ext>
            </p:extLst>
          </p:nvPr>
        </p:nvGraphicFramePr>
        <p:xfrm>
          <a:off x="203200" y="3547798"/>
          <a:ext cx="5292531" cy="259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252657E-030F-12E5-71AE-917A243699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03710"/>
              </p:ext>
            </p:extLst>
          </p:nvPr>
        </p:nvGraphicFramePr>
        <p:xfrm>
          <a:off x="6172200" y="3429000"/>
          <a:ext cx="5292530" cy="270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668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BC95-2BA9-D275-D6AA-0AE6554E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54DF44-E2C1-58E0-1706-144BD4C7C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endParaRPr lang="en-IN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E01722C-47D3-1C9E-BF60-89DE67BC9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560052"/>
              </p:ext>
            </p:extLst>
          </p:nvPr>
        </p:nvGraphicFramePr>
        <p:xfrm>
          <a:off x="537307" y="622952"/>
          <a:ext cx="4553438" cy="2427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0F1491D-7472-E9FD-0515-4E18EEB64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898951"/>
              </p:ext>
            </p:extLst>
          </p:nvPr>
        </p:nvGraphicFramePr>
        <p:xfrm>
          <a:off x="4950069" y="465993"/>
          <a:ext cx="2664069" cy="2584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3CD79BD-49B3-9A39-094D-85DFCBA09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263463"/>
              </p:ext>
            </p:extLst>
          </p:nvPr>
        </p:nvGraphicFramePr>
        <p:xfrm>
          <a:off x="3934557" y="3128761"/>
          <a:ext cx="4695092" cy="3157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4437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A31A9-AEBB-FE4E-D54A-719BB5AD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555E9F-4943-BEBE-FDAB-DF8316FEC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updateChartData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0198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1E9A-EBC0-1F16-1A9B-B137B446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A71717-99A1-6B51-8E2E-3694BBA8D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removeChart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558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01B4-80AB-A892-3847-4BF7582F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6A664B-EE23-04F2-3F81-2CC2363B5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clearCharts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9424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050B-6802-A2DF-8FFF-FB6BC873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734E04-2896-D841-1F1E-6DDDA488A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cloneChart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102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79D7-9B33-1D6A-1F34-B4CA79B1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D591D8-4536-59A4-25AD-FD7C6F89D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r>
              <a:rPr lang="en-US" dirty="0"/>
              <a:t> chart</a:t>
            </a:r>
          </a:p>
        </p:txBody>
      </p:sp>
    </p:spTree>
    <p:extLst>
      <p:ext uri="{BB962C8B-B14F-4D97-AF65-F5344CB8AC3E}">
        <p14:creationId xmlns:p14="http://schemas.microsoft.com/office/powerpoint/2010/main" val="24008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2B99-4470-3D40-AF8D-60F24F77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6A01A8-F7FB-B073-B23B-B82823426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updateChart</a:t>
            </a:r>
            <a:r>
              <a:rPr lang="en-US" dirty="0"/>
              <a:t> chart</a:t>
            </a:r>
          </a:p>
        </p:txBody>
      </p:sp>
    </p:spTree>
    <p:extLst>
      <p:ext uri="{BB962C8B-B14F-4D97-AF65-F5344CB8AC3E}">
        <p14:creationId xmlns:p14="http://schemas.microsoft.com/office/powerpoint/2010/main" val="2750972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AF6C-247D-DF73-9407-85D4EC86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AF1CF-1928-644C-5DD8-6E919614D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415"/>
            <a:ext cx="9144000" cy="34570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setChartLabel</a:t>
            </a:r>
            <a:r>
              <a:rPr lang="en-IN" b="1" dirty="0"/>
              <a:t> &amp; </a:t>
            </a:r>
            <a:r>
              <a:rPr lang="en-IN" b="1" dirty="0" err="1"/>
              <a:t>updateChartLabel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5137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12</cp:revision>
  <dcterms:created xsi:type="dcterms:W3CDTF">2026-10-23T11:23:37Z</dcterms:created>
  <dcterms:modified xsi:type="dcterms:W3CDTF">2026-10-24T07:43:45Z</dcterms:modified>
</cp:coreProperties>
</file>
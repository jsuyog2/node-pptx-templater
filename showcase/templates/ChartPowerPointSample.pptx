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Ex1.xml" ContentType="application/vnd.ms-office.chartex+xml"/>
  <Override PartName="/ppt/charts/style6.xml" ContentType="application/vnd.ms-office.chartstyle+xml"/>
  <Override PartName="/ppt/charts/colors6.xml" ContentType="application/vnd.ms-office.chartcolorstyle+xml"/>
  <Override PartName="/ppt/charts/chartEx2.xml" ContentType="application/vnd.ms-office.chartex+xml"/>
  <Override PartName="/ppt/charts/style7.xml" ContentType="application/vnd.ms-office.chartstyle+xml"/>
  <Override PartName="/ppt/charts/colors7.xml" ContentType="application/vnd.ms-office.chartcolorstyle+xml"/>
  <Override PartName="/ppt/charts/chart6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Ex3.xml" ContentType="application/vnd.ms-office.chartex+xml"/>
  <Override PartName="/ppt/charts/style9.xml" ContentType="application/vnd.ms-office.chartstyle+xml"/>
  <Override PartName="/ppt/charts/colors9.xml" ContentType="application/vnd.ms-office.chartcolorstyle+xml"/>
  <Override PartName="/ppt/charts/chart7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8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9.xml" ContentType="application/vnd.openxmlformats-officedocument.drawingml.chart+xml"/>
  <Override PartName="/ppt/charts/chartEx4.xml" ContentType="application/vnd.ms-office.chartex+xml"/>
  <Override PartName="/ppt/charts/style12.xml" ContentType="application/vnd.ms-office.chartstyle+xml"/>
  <Override PartName="/ppt/charts/colors12.xml" ContentType="application/vnd.ms-office.chartcolorstyle+xml"/>
  <Override PartName="/ppt/charts/chartEx5.xml" ContentType="application/vnd.ms-office.chartex+xml"/>
  <Override PartName="/ppt/charts/style13.xml" ContentType="application/vnd.ms-office.chartstyle+xml"/>
  <Override PartName="/ppt/charts/colors13.xml" ContentType="application/vnd.ms-office.chartcolorstyle+xml"/>
  <Override PartName="/ppt/charts/chartEx6.xml" ContentType="application/vnd.ms-office.chartex+xml"/>
  <Override PartName="/ppt/charts/style14.xml" ContentType="application/vnd.ms-office.chartstyle+xml"/>
  <Override PartName="/ppt/charts/colors14.xml" ContentType="application/vnd.ms-office.chartcolorstyle+xml"/>
  <Override PartName="/ppt/charts/chart10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Ex7.xml" ContentType="application/vnd.ms-office.chartex+xml"/>
  <Override PartName="/ppt/charts/style16.xml" ContentType="application/vnd.ms-office.chartstyle+xml"/>
  <Override PartName="/ppt/charts/colors1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0" r:id="rId3"/>
    <p:sldId id="271" r:id="rId4"/>
    <p:sldId id="272" r:id="rId5"/>
    <p:sldId id="273" r:id="rId6"/>
    <p:sldId id="268" r:id="rId7"/>
    <p:sldId id="269" r:id="rId8"/>
    <p:sldId id="265" r:id="rId9"/>
    <p:sldId id="257" r:id="rId10"/>
    <p:sldId id="267" r:id="rId11"/>
    <p:sldId id="258" r:id="rId12"/>
    <p:sldId id="259" r:id="rId13"/>
    <p:sldId id="260" r:id="rId14"/>
    <p:sldId id="261" r:id="rId15"/>
    <p:sldId id="262" r:id="rId16"/>
    <p:sldId id="263" r:id="rId17"/>
    <p:sldId id="26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0" d="100"/>
          <a:sy n="70" d="100"/>
        </p:scale>
        <p:origin x="70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6.xml"/><Relationship Id="rId2" Type="http://schemas.microsoft.com/office/2011/relationships/chartStyle" Target="style6.xml"/><Relationship Id="rId1" Type="http://schemas.openxmlformats.org/officeDocument/2006/relationships/package" Target="../embeddings/Microsoft_Excel_Worksheet5.xlsx"/></Relationships>
</file>

<file path=ppt/charts/_rels/chartEx2.xml.rels><?xml version="1.0" encoding="UTF-8" standalone="yes"?>
<Relationships xmlns="http://schemas.openxmlformats.org/package/2006/relationships"><Relationship Id="rId3" Type="http://schemas.microsoft.com/office/2011/relationships/chartColorStyle" Target="colors7.xml"/><Relationship Id="rId2" Type="http://schemas.microsoft.com/office/2011/relationships/chartStyle" Target="style7.xml"/><Relationship Id="rId1" Type="http://schemas.openxmlformats.org/officeDocument/2006/relationships/package" Target="../embeddings/Microsoft_Excel_Worksheet6.xlsx"/></Relationships>
</file>

<file path=ppt/charts/_rels/chartEx3.xml.rels><?xml version="1.0" encoding="UTF-8" standalone="yes"?>
<Relationships xmlns="http://schemas.openxmlformats.org/package/2006/relationships"><Relationship Id="rId3" Type="http://schemas.microsoft.com/office/2011/relationships/chartColorStyle" Target="colors9.xml"/><Relationship Id="rId2" Type="http://schemas.microsoft.com/office/2011/relationships/chartStyle" Target="style9.xml"/><Relationship Id="rId1" Type="http://schemas.openxmlformats.org/officeDocument/2006/relationships/package" Target="../embeddings/Microsoft_Excel_Worksheet8.xlsx"/></Relationships>
</file>

<file path=ppt/charts/_rels/chartEx4.xml.rels><?xml version="1.0" encoding="UTF-8" standalone="yes"?>
<Relationships xmlns="http://schemas.openxmlformats.org/package/2006/relationships"><Relationship Id="rId3" Type="http://schemas.microsoft.com/office/2011/relationships/chartColorStyle" Target="colors12.xml"/><Relationship Id="rId2" Type="http://schemas.microsoft.com/office/2011/relationships/chartStyle" Target="style12.xml"/><Relationship Id="rId1" Type="http://schemas.openxmlformats.org/officeDocument/2006/relationships/package" Target="../embeddings/Microsoft_Excel_Worksheet12.xlsx"/></Relationships>
</file>

<file path=ppt/charts/_rels/chartEx5.xml.rels><?xml version="1.0" encoding="UTF-8" standalone="yes"?>
<Relationships xmlns="http://schemas.openxmlformats.org/package/2006/relationships"><Relationship Id="rId3" Type="http://schemas.microsoft.com/office/2011/relationships/chartColorStyle" Target="colors13.xml"/><Relationship Id="rId2" Type="http://schemas.microsoft.com/office/2011/relationships/chartStyle" Target="style13.xml"/><Relationship Id="rId1" Type="http://schemas.openxmlformats.org/officeDocument/2006/relationships/package" Target="../embeddings/Microsoft_Excel_Worksheet13.xlsx"/></Relationships>
</file>

<file path=ppt/charts/_rels/chartEx6.xml.rels><?xml version="1.0" encoding="UTF-8" standalone="yes"?>
<Relationships xmlns="http://schemas.openxmlformats.org/package/2006/relationships"><Relationship Id="rId3" Type="http://schemas.microsoft.com/office/2011/relationships/chartColorStyle" Target="colors14.xml"/><Relationship Id="rId2" Type="http://schemas.microsoft.com/office/2011/relationships/chartStyle" Target="style14.xml"/><Relationship Id="rId1" Type="http://schemas.openxmlformats.org/officeDocument/2006/relationships/package" Target="../embeddings/Microsoft_Excel_Worksheet14.xlsx"/></Relationships>
</file>

<file path=ppt/charts/_rels/chartEx7.xml.rels><?xml version="1.0" encoding="UTF-8" standalone="yes"?>
<Relationships xmlns="http://schemas.openxmlformats.org/package/2006/relationships"><Relationship Id="rId3" Type="http://schemas.microsoft.com/office/2011/relationships/chartColorStyle" Target="colors16.xml"/><Relationship Id="rId2" Type="http://schemas.microsoft.com/office/2011/relationships/chartStyle" Target="style16.xml"/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column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65-42E2-927E-F1E0B1F57E3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865-42E2-927E-F1E0B1F57E3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865-42E2-927E-F1E0B1F57E3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7375407"/>
        <c:axId val="2075150368"/>
      </c:barChart>
      <c:catAx>
        <c:axId val="12737540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50368"/>
        <c:crosses val="autoZero"/>
        <c:auto val="1"/>
        <c:lblAlgn val="ctr"/>
        <c:lblOffset val="100"/>
        <c:noMultiLvlLbl val="0"/>
      </c:catAx>
      <c:valAx>
        <c:axId val="20751503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37540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line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9FE-4C48-8B0B-9530A6666A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9FE-4C48-8B0B-9530A6666A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9FE-4C48-8B0B-9530A6666A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1577967"/>
        <c:axId val="2075156128"/>
      </c:lineChart>
      <c:catAx>
        <c:axId val="10157796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56128"/>
        <c:crosses val="autoZero"/>
        <c:auto val="1"/>
        <c:lblAlgn val="ctr"/>
        <c:lblOffset val="100"/>
        <c:noMultiLvlLbl val="0"/>
      </c:catAx>
      <c:valAx>
        <c:axId val="20751561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157796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area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59-4896-BE7E-039A49A6B6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059-4896-BE7E-039A49A6B6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1582607"/>
        <c:axId val="2116529984"/>
      </c:areaChart>
      <c:dateAx>
        <c:axId val="101582607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529984"/>
        <c:crosses val="autoZero"/>
        <c:auto val="1"/>
        <c:lblOffset val="100"/>
        <c:baseTimeUnit val="months"/>
      </c:dateAx>
      <c:valAx>
        <c:axId val="21165299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1582607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Bar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3CE-4B0A-8819-07914F39E7E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3CE-4B0A-8819-07914F39E7E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3CE-4B0A-8819-07914F39E7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42573295"/>
        <c:axId val="2075169568"/>
      </c:barChart>
      <c:catAx>
        <c:axId val="4257329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69568"/>
        <c:crosses val="autoZero"/>
        <c:auto val="1"/>
        <c:lblAlgn val="ctr"/>
        <c:lblOffset val="100"/>
        <c:noMultiLvlLbl val="0"/>
      </c:catAx>
      <c:valAx>
        <c:axId val="207516956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57329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pie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9747686919181284"/>
          <c:y val="0.12757002925495373"/>
          <c:w val="0.6943320072876854"/>
          <c:h val="0.66191762368009222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B7C-4C9A-A353-E1CA588D80E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B7C-4C9A-A353-E1CA588D80E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B7C-4C9A-A353-E1CA588D80EF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B7C-4C9A-A353-E1CA588D80EF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B7C-4C9A-A353-E1CA588D80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radar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F4-44B8-8213-13AE1F9FFD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F4-44B8-8213-13AE1F9FF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146722416"/>
        <c:axId val="2075172928"/>
      </c:radarChart>
      <c:catAx>
        <c:axId val="2146722416"/>
        <c:scaling>
          <c:orientation val="minMax"/>
        </c:scaling>
        <c:delete val="0"/>
        <c:axPos val="b"/>
        <c:numFmt formatCode="m/d/yyyy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72928"/>
        <c:crosses val="autoZero"/>
        <c:auto val="1"/>
        <c:lblAlgn val="ctr"/>
        <c:lblOffset val="100"/>
        <c:noMultiLvlLbl val="0"/>
      </c:catAx>
      <c:valAx>
        <c:axId val="20751729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7224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scatter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Sheet1!$A$2:$A$4</c:f>
              <c:numCache>
                <c:formatCode>General</c:formatCode>
                <c:ptCount val="3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</c:numCache>
            </c:numRef>
          </c:xVal>
          <c:yVal>
            <c:numRef>
              <c:f>Sheet1!$B$2:$B$4</c:f>
              <c:numCache>
                <c:formatCode>General</c:formatCode>
                <c:ptCount val="3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8AD-4423-A852-1E2ECCDE07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1570079"/>
        <c:axId val="2075157088"/>
      </c:scatterChart>
      <c:valAx>
        <c:axId val="10157007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57088"/>
        <c:crosses val="autoZero"/>
        <c:crossBetween val="midCat"/>
      </c:valAx>
      <c:valAx>
        <c:axId val="20751570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1570079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stock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High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none"/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57</c:v>
                </c:pt>
                <c:pt idx="2">
                  <c:v>57</c:v>
                </c:pt>
                <c:pt idx="3">
                  <c:v>58</c:v>
                </c:pt>
                <c:pt idx="4">
                  <c:v>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32B-4CA8-85B3-8178803288B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Low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none"/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</c:v>
                </c:pt>
                <c:pt idx="1">
                  <c:v>12</c:v>
                </c:pt>
                <c:pt idx="2">
                  <c:v>13</c:v>
                </c:pt>
                <c:pt idx="3">
                  <c:v>11</c:v>
                </c:pt>
                <c:pt idx="4">
                  <c:v>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32B-4CA8-85B3-8178803288B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Close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dot"/>
            <c:size val="3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Sheet1!$A$2:$A$6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Sheet1!$D$2:$D$6</c:f>
              <c:numCache>
                <c:formatCode>General</c:formatCode>
                <c:ptCount val="5"/>
                <c:pt idx="0">
                  <c:v>32</c:v>
                </c:pt>
                <c:pt idx="1">
                  <c:v>35</c:v>
                </c:pt>
                <c:pt idx="2">
                  <c:v>34</c:v>
                </c:pt>
                <c:pt idx="3">
                  <c:v>35</c:v>
                </c:pt>
                <c:pt idx="4">
                  <c:v>43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32B-4CA8-85B3-8178803288B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hiLowLines>
          <c:spPr>
            <a:ln w="9525" cap="flat" cmpd="sng" algn="ctr">
              <a:solidFill>
                <a:schemeClr val="tx1">
                  <a:lumMod val="75000"/>
                  <a:lumOff val="25000"/>
                </a:schemeClr>
              </a:solidFill>
              <a:round/>
            </a:ln>
            <a:effectLst/>
          </c:spPr>
        </c:hiLowLines>
        <c:axId val="462844111"/>
        <c:axId val="2075166688"/>
      </c:stockChart>
      <c:dateAx>
        <c:axId val="462844111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66688"/>
        <c:crosses val="autoZero"/>
        <c:auto val="1"/>
        <c:lblOffset val="100"/>
        <c:baseTimeUnit val="months"/>
      </c:dateAx>
      <c:valAx>
        <c:axId val="20751666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6284411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surface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view3D>
      <c:rotX val="15"/>
      <c:rotY val="2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surface3D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/>
            <a:effectLst/>
            <a:sp3d/>
          </c:spP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581-4F6B-9015-D4C20A2C9B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/>
            <a:effectLst/>
            <a:sp3d/>
          </c:spP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581-4F6B-9015-D4C20A2C9BC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/>
            <a:effectLst/>
            <a:sp3d/>
          </c:spP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581-4F6B-9015-D4C20A2C9BCD}"/>
            </c:ext>
          </c:extLst>
        </c:ser>
        <c:bandFmts>
          <c:bandFmt>
            <c:idx val="0"/>
            <c:spPr>
              <a:solidFill>
                <a:schemeClr val="accent1"/>
              </a:solidFill>
              <a:ln/>
              <a:effectLst/>
              <a:sp3d/>
            </c:spPr>
          </c:bandFmt>
          <c:bandFmt>
            <c:idx val="1"/>
            <c:spPr>
              <a:solidFill>
                <a:schemeClr val="accent2"/>
              </a:solidFill>
              <a:ln/>
              <a:effectLst/>
              <a:sp3d/>
            </c:spPr>
          </c:bandFmt>
          <c:bandFmt>
            <c:idx val="2"/>
            <c:spPr>
              <a:solidFill>
                <a:schemeClr val="accent3"/>
              </a:solidFill>
              <a:ln/>
              <a:effectLst/>
              <a:sp3d/>
            </c:spPr>
          </c:bandFmt>
          <c:bandFmt>
            <c:idx val="3"/>
            <c:spPr>
              <a:solidFill>
                <a:schemeClr val="accent4"/>
              </a:solidFill>
              <a:ln/>
              <a:effectLst/>
              <a:sp3d/>
            </c:spPr>
          </c:bandFmt>
          <c:bandFmt>
            <c:idx val="4"/>
            <c:spPr>
              <a:solidFill>
                <a:schemeClr val="accent5"/>
              </a:solidFill>
              <a:ln/>
              <a:effectLst/>
              <a:sp3d/>
            </c:spPr>
          </c:bandFmt>
          <c:bandFmt>
            <c:idx val="5"/>
            <c:spPr>
              <a:solidFill>
                <a:schemeClr val="accent6"/>
              </a:solidFill>
              <a:ln/>
              <a:effectLst/>
              <a:sp3d/>
            </c:spPr>
          </c:bandFmt>
          <c:bandFmt>
            <c:idx val="6"/>
            <c:spPr>
              <a:solidFill>
                <a:schemeClr val="accent1">
                  <a:lumMod val="60000"/>
                </a:schemeClr>
              </a:solidFill>
              <a:ln/>
              <a:effectLst/>
              <a:sp3d/>
            </c:spPr>
          </c:bandFmt>
          <c:bandFmt>
            <c:idx val="7"/>
            <c:spPr>
              <a:solidFill>
                <a:schemeClr val="accent2">
                  <a:lumMod val="60000"/>
                </a:schemeClr>
              </a:solidFill>
              <a:ln/>
              <a:effectLst/>
              <a:sp3d/>
            </c:spPr>
          </c:bandFmt>
          <c:bandFmt>
            <c:idx val="8"/>
            <c:spPr>
              <a:solidFill>
                <a:schemeClr val="accent3">
                  <a:lumMod val="60000"/>
                </a:schemeClr>
              </a:solidFill>
              <a:ln/>
              <a:effectLst/>
              <a:sp3d/>
            </c:spPr>
          </c:bandFmt>
          <c:bandFmt>
            <c:idx val="9"/>
            <c:spPr>
              <a:solidFill>
                <a:schemeClr val="accent4">
                  <a:lumMod val="60000"/>
                </a:schemeClr>
              </a:solidFill>
              <a:ln/>
              <a:effectLst/>
              <a:sp3d/>
            </c:spPr>
          </c:bandFmt>
          <c:bandFmt>
            <c:idx val="10"/>
            <c:spPr>
              <a:solidFill>
                <a:schemeClr val="accent5">
                  <a:lumMod val="60000"/>
                </a:schemeClr>
              </a:solidFill>
              <a:ln/>
              <a:effectLst/>
              <a:sp3d/>
            </c:spPr>
          </c:bandFmt>
          <c:bandFmt>
            <c:idx val="11"/>
            <c:spPr>
              <a:solidFill>
                <a:schemeClr val="accent6">
                  <a:lumMod val="60000"/>
                </a:schemeClr>
              </a:solidFill>
              <a:ln/>
              <a:effectLst/>
              <a:sp3d/>
            </c:spPr>
          </c:bandFmt>
          <c:bandFmt>
            <c:idx val="12"/>
            <c:spPr>
              <a:solidFill>
                <a:schemeClr val="accent1">
                  <a:lumMod val="80000"/>
                  <a:lumOff val="20000"/>
                </a:schemeClr>
              </a:solidFill>
              <a:ln/>
              <a:effectLst/>
              <a:sp3d/>
            </c:spPr>
          </c:bandFmt>
          <c:bandFmt>
            <c:idx val="13"/>
            <c:spPr>
              <a:solidFill>
                <a:schemeClr val="accent2">
                  <a:lumMod val="80000"/>
                  <a:lumOff val="20000"/>
                </a:schemeClr>
              </a:solidFill>
              <a:ln/>
              <a:effectLst/>
              <a:sp3d/>
            </c:spPr>
          </c:bandFmt>
          <c:bandFmt>
            <c:idx val="14"/>
            <c:spPr>
              <a:solidFill>
                <a:schemeClr val="accent3">
                  <a:lumMod val="80000"/>
                  <a:lumOff val="20000"/>
                </a:schemeClr>
              </a:solidFill>
              <a:ln/>
              <a:effectLst/>
              <a:sp3d/>
            </c:spPr>
          </c:bandFmt>
        </c:bandFmts>
        <c:axId val="102215855"/>
        <c:axId val="2116536704"/>
        <c:axId val="196792591"/>
      </c:surface3DChart>
      <c:catAx>
        <c:axId val="102215855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536704"/>
        <c:crosses val="autoZero"/>
        <c:auto val="1"/>
        <c:lblAlgn val="ctr"/>
        <c:lblOffset val="100"/>
        <c:noMultiLvlLbl val="0"/>
      </c:catAx>
      <c:valAx>
        <c:axId val="21165367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215855"/>
        <c:crosses val="autoZero"/>
        <c:crossBetween val="midCat"/>
      </c:valAx>
      <c:serAx>
        <c:axId val="19679259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536704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rtl="0"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0" dirty="0">
                <a:effectLst/>
              </a:rPr>
              <a:t>combo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B53-488B-8B03-89EDC7EDDB3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B53-488B-8B03-89EDC7EDDB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49919023"/>
        <c:axId val="2075154688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B53-488B-8B03-89EDC7EDDB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49919023"/>
        <c:axId val="2075154688"/>
      </c:lineChart>
      <c:catAx>
        <c:axId val="64991902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75154688"/>
        <c:crosses val="autoZero"/>
        <c:auto val="1"/>
        <c:lblAlgn val="ctr"/>
        <c:lblOffset val="100"/>
        <c:noMultiLvlLbl val="0"/>
      </c:catAx>
      <c:valAx>
        <c:axId val="20751546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499190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Sheet1!$A$2:$C$17</cx:f>
        <cx:lvl ptCount="16">
          <cx:pt idx="0">Leaf 1</cx:pt>
          <cx:pt idx="1">Leaf 2</cx:pt>
          <cx:pt idx="2">Leaf 3</cx:pt>
          <cx:pt idx="3">Leaf 4</cx:pt>
          <cx:pt idx="4">Leaf 5</cx:pt>
          <cx:pt idx="7">Leaf 8</cx:pt>
          <cx:pt idx="9">Leaf 10</cx:pt>
          <cx:pt idx="10">Leaf 11</cx:pt>
          <cx:pt idx="11">Leaf 12</cx:pt>
          <cx:pt idx="12">Leaf 13</cx:pt>
          <cx:pt idx="13">Leaf 14</cx:pt>
          <cx:pt idx="14">Leaf 15</cx:pt>
        </cx:lvl>
        <cx:lvl ptCount="16">
          <cx:pt idx="0">Stem 1</cx:pt>
          <cx:pt idx="1">Stem 1</cx:pt>
          <cx:pt idx="2">Stem 1</cx:pt>
          <cx:pt idx="3">Stem 2</cx:pt>
          <cx:pt idx="4">Stem 2</cx:pt>
          <cx:pt idx="5">Leaf 6</cx:pt>
          <cx:pt idx="6">Leaf 7</cx:pt>
          <cx:pt idx="7">Stem 3</cx:pt>
          <cx:pt idx="8">Leaf 9</cx:pt>
          <cx:pt idx="9">Stem 4</cx:pt>
          <cx:pt idx="10">Stem 4</cx:pt>
          <cx:pt idx="11">Stem 5</cx:pt>
          <cx:pt idx="12">Stem 5</cx:pt>
          <cx:pt idx="13">Stem 6</cx:pt>
          <cx:pt idx="14">Stem 6</cx:pt>
          <cx:pt idx="15">Leaf 16</cx:pt>
        </cx:lvl>
        <cx:lvl ptCount="16">
          <cx:pt idx="0">Branch 1</cx:pt>
          <cx:pt idx="1">Branch 1</cx:pt>
          <cx:pt idx="2">Branch 1</cx:pt>
          <cx:pt idx="3">Branch 1</cx:pt>
          <cx:pt idx="4">Branch 1</cx:pt>
          <cx:pt idx="5">Branch 1</cx:pt>
          <cx:pt idx="6">Branch 1</cx:pt>
          <cx:pt idx="7">Branch 2</cx:pt>
          <cx:pt idx="8">Branch 2</cx:pt>
          <cx:pt idx="9">Branch 2</cx:pt>
          <cx:pt idx="10">Branch 2</cx:pt>
          <cx:pt idx="11">Branch 3</cx:pt>
          <cx:pt idx="12">Branch 3</cx:pt>
          <cx:pt idx="13">Branch 3</cx:pt>
          <cx:pt idx="14">Branch 3</cx:pt>
          <cx:pt idx="15">Branch 3</cx:pt>
        </cx:lvl>
      </cx:strDim>
      <cx:numDim type="size">
        <cx:f>Sheet1!$D$2:$D$17</cx:f>
        <cx:lvl ptCount="16" formatCode="General">
          <cx:pt idx="0">22</cx:pt>
          <cx:pt idx="1">12</cx:pt>
          <cx:pt idx="2">18</cx:pt>
          <cx:pt idx="3">87</cx:pt>
          <cx:pt idx="4">88</cx:pt>
          <cx:pt idx="5">17</cx:pt>
          <cx:pt idx="6">14</cx:pt>
          <cx:pt idx="7">25</cx:pt>
          <cx:pt idx="8">16</cx:pt>
          <cx:pt idx="9">24</cx:pt>
          <cx:pt idx="10">89</cx:pt>
          <cx:pt idx="11">16</cx:pt>
          <cx:pt idx="12">19</cx:pt>
          <cx:pt idx="13">86</cx:pt>
          <cx:pt idx="14">23</cx:pt>
          <cx:pt idx="15">21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sunburst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sunburst" uniqueId="{2AD1937F-AFA1-4697-9A45-5BBCB61EA03D}">
          <cx:tx>
            <cx:txData>
              <cx:f>Sheet1!$D$1</cx:f>
              <cx:v>Series1</cx:v>
            </cx:txData>
          </cx:tx>
          <cx:dataLabels pos="ctr">
            <cx:visibility seriesName="0" categoryName="1" value="0"/>
          </cx:dataLabels>
          <cx:dataId val="0"/>
        </cx:series>
      </cx:plotAreaRegion>
    </cx:plotArea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Sheet1!$A$2:$A$6</cx:f>
        <cx:lvl ptCount="5">
          <cx:pt idx="0">Category 1</cx:pt>
          <cx:pt idx="1">Category 2</cx:pt>
          <cx:pt idx="2">Category 3</cx:pt>
          <cx:pt idx="3">Category 4</cx:pt>
          <cx:pt idx="4">Category 5</cx:pt>
        </cx:lvl>
      </cx:strDim>
      <cx:numDim type="val">
        <cx:f>Sheet1!$B$2:$B$6</cx:f>
        <cx:lvl ptCount="5" formatCode="General">
          <cx:pt idx="0">5000</cx:pt>
          <cx:pt idx="1">4000</cx:pt>
          <cx:pt idx="2">3000</cx:pt>
          <cx:pt idx="3">1000</cx:pt>
          <cx:pt idx="4">250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funnel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funnel" uniqueId="{4AB5E242-6638-4541-AF0B-41A6F6597DE6}">
          <cx:tx>
            <cx:txData>
              <cx:f>Sheet1!$B$1</cx:f>
              <cx:v>Series1</cx:v>
            </cx:txData>
          </cx:tx>
          <cx:dataLabels>
            <cx:visibility seriesName="0" categoryName="0" value="1"/>
          </cx:dataLabels>
          <cx:dataId val="0"/>
        </cx:series>
      </cx:plotAreaRegion>
      <cx:axis id="0">
        <cx:catScaling gapWidth="0.0599999987"/>
        <cx:tickLabels/>
      </cx:axis>
    </cx:plotArea>
  </cx:chart>
</cx:chartSpace>
</file>

<file path=ppt/charts/chartEx3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Sheet1!$A$2:$A$77</cx:f>
        <cx:lvl ptCount="76" formatCode="General">
          <cx:pt idx="0">1</cx:pt>
          <cx:pt idx="1">3</cx:pt>
          <cx:pt idx="2">3</cx:pt>
          <cx:pt idx="3">3</cx:pt>
          <cx:pt idx="4">5</cx:pt>
          <cx:pt idx="5">6</cx:pt>
          <cx:pt idx="6">6</cx:pt>
          <cx:pt idx="7">6</cx:pt>
          <cx:pt idx="8">7</cx:pt>
          <cx:pt idx="9">8</cx:pt>
          <cx:pt idx="10">8</cx:pt>
          <cx:pt idx="11">9</cx:pt>
          <cx:pt idx="12">9</cx:pt>
          <cx:pt idx="13">9</cx:pt>
          <cx:pt idx="14">9</cx:pt>
          <cx:pt idx="15">9</cx:pt>
          <cx:pt idx="16">10</cx:pt>
          <cx:pt idx="17">10</cx:pt>
          <cx:pt idx="18">10</cx:pt>
          <cx:pt idx="19">10</cx:pt>
          <cx:pt idx="20">10</cx:pt>
          <cx:pt idx="21">10</cx:pt>
          <cx:pt idx="22">11</cx:pt>
          <cx:pt idx="23">11</cx:pt>
          <cx:pt idx="24">11</cx:pt>
          <cx:pt idx="25">11</cx:pt>
          <cx:pt idx="26">11</cx:pt>
          <cx:pt idx="27">11</cx:pt>
          <cx:pt idx="28">12</cx:pt>
          <cx:pt idx="29">12</cx:pt>
          <cx:pt idx="30">12</cx:pt>
          <cx:pt idx="31">12</cx:pt>
          <cx:pt idx="32">12</cx:pt>
          <cx:pt idx="33">12</cx:pt>
          <cx:pt idx="34">13</cx:pt>
          <cx:pt idx="35">13</cx:pt>
          <cx:pt idx="36">13</cx:pt>
          <cx:pt idx="37">13</cx:pt>
          <cx:pt idx="38">13</cx:pt>
          <cx:pt idx="39">14</cx:pt>
          <cx:pt idx="40">14</cx:pt>
          <cx:pt idx="41">14</cx:pt>
          <cx:pt idx="42">14</cx:pt>
          <cx:pt idx="43">14</cx:pt>
          <cx:pt idx="44">14</cx:pt>
          <cx:pt idx="45">15</cx:pt>
          <cx:pt idx="46">15</cx:pt>
          <cx:pt idx="47">15</cx:pt>
          <cx:pt idx="48">15</cx:pt>
          <cx:pt idx="49">15</cx:pt>
          <cx:pt idx="50">15</cx:pt>
          <cx:pt idx="51">15</cx:pt>
          <cx:pt idx="52">15</cx:pt>
          <cx:pt idx="53">16</cx:pt>
          <cx:pt idx="54">16</cx:pt>
          <cx:pt idx="55">16</cx:pt>
          <cx:pt idx="56">16</cx:pt>
          <cx:pt idx="57">17</cx:pt>
          <cx:pt idx="58">17</cx:pt>
          <cx:pt idx="59">17</cx:pt>
          <cx:pt idx="60">17</cx:pt>
          <cx:pt idx="61">17</cx:pt>
          <cx:pt idx="62">17</cx:pt>
          <cx:pt idx="63">18</cx:pt>
          <cx:pt idx="64">18</cx:pt>
          <cx:pt idx="65">18</cx:pt>
          <cx:pt idx="66">18</cx:pt>
          <cx:pt idx="67">19</cx:pt>
          <cx:pt idx="68">19</cx:pt>
          <cx:pt idx="69">19</cx:pt>
          <cx:pt idx="70">20</cx:pt>
          <cx:pt idx="71">21</cx:pt>
          <cx:pt idx="72">22</cx:pt>
          <cx:pt idx="73">22</cx:pt>
          <cx:pt idx="74">24</cx:pt>
          <cx:pt idx="75">24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histogram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clusteredColumn" uniqueId="{E737457E-7140-4C6F-8840-3C6038EF530A}">
          <cx:tx>
            <cx:txData>
              <cx:f>Sheet1!$A$1</cx:f>
              <cx:v>Series1</cx:v>
            </cx:txData>
          </cx:tx>
          <cx:dataId val="0"/>
          <cx:layoutPr>
            <cx:binning intervalClosed="r"/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4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Sheet1!$A$2:$A$23</cx:f>
        <cx:lvl ptCount="22">
          <cx:pt idx="0">Category 1</cx:pt>
          <cx:pt idx="1">Category 1</cx:pt>
          <cx:pt idx="2">Category 1</cx:pt>
          <cx:pt idx="3">Category 1</cx:pt>
          <cx:pt idx="4">Category 1</cx:pt>
          <cx:pt idx="5">Category 1</cx:pt>
          <cx:pt idx="6">Category 1</cx:pt>
          <cx:pt idx="7">Category 1</cx:pt>
          <cx:pt idx="8">Category 1</cx:pt>
          <cx:pt idx="9">Category 2</cx:pt>
          <cx:pt idx="10">Category 2</cx:pt>
          <cx:pt idx="11">Category 2</cx:pt>
          <cx:pt idx="12">Category 2</cx:pt>
          <cx:pt idx="13">Category 2</cx:pt>
          <cx:pt idx="14">Category 2</cx:pt>
          <cx:pt idx="15">Category 2</cx:pt>
          <cx:pt idx="16">Category 3</cx:pt>
          <cx:pt idx="17">Category 3</cx:pt>
          <cx:pt idx="18">Category 3</cx:pt>
          <cx:pt idx="19">Category 3</cx:pt>
          <cx:pt idx="20">Category 3</cx:pt>
          <cx:pt idx="21">Category 3</cx:pt>
        </cx:lvl>
      </cx:strDim>
      <cx:numDim type="val">
        <cx:f>Sheet1!$B$2:$B$23</cx:f>
        <cx:lvl ptCount="22" formatCode="General">
          <cx:pt idx="0">-7</cx:pt>
          <cx:pt idx="1">-10</cx:pt>
          <cx:pt idx="2">-28</cx:pt>
          <cx:pt idx="3">47</cx:pt>
          <cx:pt idx="4">11</cx:pt>
          <cx:pt idx="5">-24</cx:pt>
          <cx:pt idx="6">-24</cx:pt>
          <cx:pt idx="7">36</cx:pt>
          <cx:pt idx="8">10</cx:pt>
          <cx:pt idx="9">-78</cx:pt>
          <cx:pt idx="10">47</cx:pt>
          <cx:pt idx="11">-24</cx:pt>
          <cx:pt idx="12">-17</cx:pt>
          <cx:pt idx="13">-12</cx:pt>
          <cx:pt idx="14">-11</cx:pt>
          <cx:pt idx="15">17</cx:pt>
          <cx:pt idx="16">14</cx:pt>
          <cx:pt idx="17">46</cx:pt>
          <cx:pt idx="18">-18</cx:pt>
          <cx:pt idx="19">19</cx:pt>
          <cx:pt idx="20">-26</cx:pt>
          <cx:pt idx="21">-20</cx:pt>
        </cx:lvl>
      </cx:numDim>
    </cx:data>
    <cx:data id="1">
      <cx:strDim type="cat">
        <cx:f>Sheet1!$A$2:$A$23</cx:f>
        <cx:lvl ptCount="22">
          <cx:pt idx="0">Category 1</cx:pt>
          <cx:pt idx="1">Category 1</cx:pt>
          <cx:pt idx="2">Category 1</cx:pt>
          <cx:pt idx="3">Category 1</cx:pt>
          <cx:pt idx="4">Category 1</cx:pt>
          <cx:pt idx="5">Category 1</cx:pt>
          <cx:pt idx="6">Category 1</cx:pt>
          <cx:pt idx="7">Category 1</cx:pt>
          <cx:pt idx="8">Category 1</cx:pt>
          <cx:pt idx="9">Category 2</cx:pt>
          <cx:pt idx="10">Category 2</cx:pt>
          <cx:pt idx="11">Category 2</cx:pt>
          <cx:pt idx="12">Category 2</cx:pt>
          <cx:pt idx="13">Category 2</cx:pt>
          <cx:pt idx="14">Category 2</cx:pt>
          <cx:pt idx="15">Category 2</cx:pt>
          <cx:pt idx="16">Category 3</cx:pt>
          <cx:pt idx="17">Category 3</cx:pt>
          <cx:pt idx="18">Category 3</cx:pt>
          <cx:pt idx="19">Category 3</cx:pt>
          <cx:pt idx="20">Category 3</cx:pt>
          <cx:pt idx="21">Category 3</cx:pt>
        </cx:lvl>
      </cx:strDim>
      <cx:numDim type="val">
        <cx:f>Sheet1!$C$2:$C$23</cx:f>
        <cx:lvl ptCount="22" formatCode="General">
          <cx:pt idx="0">-3</cx:pt>
          <cx:pt idx="1">1</cx:pt>
          <cx:pt idx="2">-6</cx:pt>
          <cx:pt idx="3">10</cx:pt>
          <cx:pt idx="4">34</cx:pt>
          <cx:pt idx="5">128</cx:pt>
          <cx:pt idx="6">22</cx:pt>
          <cx:pt idx="7">-12</cx:pt>
          <cx:pt idx="8">-28</cx:pt>
          <cx:pt idx="9">6</cx:pt>
          <cx:pt idx="10">31</cx:pt>
          <cx:pt idx="11">3</cx:pt>
          <cx:pt idx="12">12</cx:pt>
          <cx:pt idx="13">-12</cx:pt>
          <cx:pt idx="14">-13</cx:pt>
          <cx:pt idx="15">6</cx:pt>
          <cx:pt idx="16">15</cx:pt>
          <cx:pt idx="17">41</cx:pt>
          <cx:pt idx="18">16</cx:pt>
          <cx:pt idx="19">10</cx:pt>
          <cx:pt idx="20">23</cx:pt>
          <cx:pt idx="21">16</cx:pt>
        </cx:lvl>
      </cx:numDim>
    </cx:data>
    <cx:data id="2">
      <cx:strDim type="cat">
        <cx:f>Sheet1!$A$2:$A$23</cx:f>
        <cx:lvl ptCount="22">
          <cx:pt idx="0">Category 1</cx:pt>
          <cx:pt idx="1">Category 1</cx:pt>
          <cx:pt idx="2">Category 1</cx:pt>
          <cx:pt idx="3">Category 1</cx:pt>
          <cx:pt idx="4">Category 1</cx:pt>
          <cx:pt idx="5">Category 1</cx:pt>
          <cx:pt idx="6">Category 1</cx:pt>
          <cx:pt idx="7">Category 1</cx:pt>
          <cx:pt idx="8">Category 1</cx:pt>
          <cx:pt idx="9">Category 2</cx:pt>
          <cx:pt idx="10">Category 2</cx:pt>
          <cx:pt idx="11">Category 2</cx:pt>
          <cx:pt idx="12">Category 2</cx:pt>
          <cx:pt idx="13">Category 2</cx:pt>
          <cx:pt idx="14">Category 2</cx:pt>
          <cx:pt idx="15">Category 2</cx:pt>
          <cx:pt idx="16">Category 3</cx:pt>
          <cx:pt idx="17">Category 3</cx:pt>
          <cx:pt idx="18">Category 3</cx:pt>
          <cx:pt idx="19">Category 3</cx:pt>
          <cx:pt idx="20">Category 3</cx:pt>
          <cx:pt idx="21">Category 3</cx:pt>
        </cx:lvl>
      </cx:strDim>
      <cx:numDim type="val">
        <cx:f>Sheet1!$D$2:$D$23</cx:f>
        <cx:lvl ptCount="22" formatCode="General">
          <cx:pt idx="0">-24</cx:pt>
          <cx:pt idx="1">11</cx:pt>
          <cx:pt idx="2">34</cx:pt>
          <cx:pt idx="3">-19</cx:pt>
          <cx:pt idx="4">4</cx:pt>
          <cx:pt idx="5">27</cx:pt>
          <cx:pt idx="6">27</cx:pt>
          <cx:pt idx="7">-3</cx:pt>
          <cx:pt idx="8">44</cx:pt>
          <cx:pt idx="9">50</cx:pt>
          <cx:pt idx="10">91</cx:pt>
          <cx:pt idx="11">-8</cx:pt>
          <cx:pt idx="12">36</cx:pt>
          <cx:pt idx="13">16</cx:pt>
          <cx:pt idx="14">24</cx:pt>
          <cx:pt idx="15">46</cx:pt>
          <cx:pt idx="16">14</cx:pt>
          <cx:pt idx="17">-6</cx:pt>
          <cx:pt idx="18">48</cx:pt>
          <cx:pt idx="19">23</cx:pt>
          <cx:pt idx="20">23</cx:pt>
          <cx:pt idx="21">-18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 err="1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box_and_whisker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boxWhisker" uniqueId="{DFD08769-9015-4861-AF63-4407F45B43B9}">
          <cx:tx>
            <cx:txData>
              <cx:f>Sheet1!$B$1</cx:f>
              <cx:v>Series1</cx:v>
            </cx:txData>
          </cx:tx>
          <cx:dataId val="0"/>
          <cx:layoutPr>
            <cx:visibility meanLine="0" meanMarker="1" nonoutliers="0" outliers="1"/>
            <cx:statistics quartileMethod="exclusive"/>
          </cx:layoutPr>
        </cx:series>
        <cx:series layoutId="boxWhisker" uniqueId="{7E89FF27-0744-475E-B782-0AA6A74D6C26}">
          <cx:tx>
            <cx:txData>
              <cx:f>Sheet1!$C$1</cx:f>
              <cx:v>Series2</cx:v>
            </cx:txData>
          </cx:tx>
          <cx:dataId val="1"/>
          <cx:layoutPr>
            <cx:visibility meanLine="0" meanMarker="1" nonoutliers="0" outliers="1"/>
            <cx:statistics quartileMethod="exclusive"/>
          </cx:layoutPr>
        </cx:series>
        <cx:series layoutId="boxWhisker" uniqueId="{3C75EA72-571E-498E-8F83-E6CC1E6DC82A}">
          <cx:tx>
            <cx:txData>
              <cx:f>Sheet1!$D$1</cx:f>
              <cx:v>Series3</cx:v>
            </cx:txData>
          </cx:tx>
          <cx:dataId val="2"/>
          <cx:layoutPr>
            <cx:visibility meanLine="0" meanMarker="1" nonoutliers="0" outliers="1"/>
            <cx:statistics quartileMethod="exclusive"/>
          </cx:layoutPr>
        </cx:series>
      </cx:plotAreaRegion>
      <cx:axis id="0">
        <cx:catScaling gapWidth="1"/>
        <cx:tickLabels/>
      </cx:axis>
      <cx:axis id="1">
        <cx:valScaling/>
        <cx:majorGridlines/>
        <cx:tickLabels/>
      </cx:axis>
    </cx:plotArea>
  </cx:chart>
</cx:chartSpace>
</file>

<file path=ppt/charts/chartEx5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Sheet1!$A$2:$A$9</cx:f>
        <cx:lvl ptCount="8">
          <cx:pt idx="0">Category 1</cx:pt>
          <cx:pt idx="1">Category 2</cx:pt>
          <cx:pt idx="2">Category 3</cx:pt>
          <cx:pt idx="3">Category 4</cx:pt>
          <cx:pt idx="4">Category 5</cx:pt>
          <cx:pt idx="5">Category 6</cx:pt>
          <cx:pt idx="6">Category 7</cx:pt>
          <cx:pt idx="7">Category 8</cx:pt>
        </cx:lvl>
      </cx:strDim>
      <cx:numDim type="val">
        <cx:f>Sheet1!$B$2:$B$9</cx:f>
        <cx:lvl ptCount="8" formatCode="General">
          <cx:pt idx="0">100</cx:pt>
          <cx:pt idx="1">20</cx:pt>
          <cx:pt idx="2">50</cx:pt>
          <cx:pt idx="3">-40</cx:pt>
          <cx:pt idx="4">130</cx:pt>
          <cx:pt idx="5">-60</cx:pt>
          <cx:pt idx="6">70</cx:pt>
          <cx:pt idx="7">140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waterfall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waterfall" uniqueId="{EF133686-9F0B-4740-B7B7-9707236C2F6F}">
          <cx:tx>
            <cx:txData>
              <cx:f>Sheet1!$B$1</cx:f>
              <cx:v>Series1</cx:v>
            </cx:txData>
          </cx:tx>
          <cx:dataLabels pos="outEnd">
            <cx:visibility seriesName="0" categoryName="0" value="1"/>
          </cx:dataLabels>
          <cx:dataId val="0"/>
          <cx:layoutPr>
            <cx:subtotals>
              <cx:idx val="0"/>
              <cx:idx val="4"/>
              <cx:idx val="7"/>
            </cx:subtotals>
          </cx:layoutPr>
        </cx:series>
      </cx:plotAreaRegion>
      <cx:axis id="0">
        <cx:catScaling gapWidth="0.5"/>
        <cx:tickLabels/>
      </cx:axis>
      <cx:axis id="1">
        <cx:valScaling/>
        <cx:majorGridlines/>
        <cx:tickLabels/>
      </cx:axis>
    </cx:plotArea>
    <cx:legend pos="t" align="ctr" overlay="0"/>
  </cx:chart>
</cx:chartSpace>
</file>

<file path=ppt/charts/chartEx6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Sheet1!$A$2:$C$17</cx:f>
        <cx:lvl ptCount="16">
          <cx:pt idx="0">Leaf 1</cx:pt>
          <cx:pt idx="1">Leaf 2</cx:pt>
          <cx:pt idx="2">Leaf 3</cx:pt>
          <cx:pt idx="3">Leaf 4</cx:pt>
          <cx:pt idx="4">Leaf 5</cx:pt>
          <cx:pt idx="5">Leaf 6</cx:pt>
          <cx:pt idx="6">Leaf 7</cx:pt>
          <cx:pt idx="7">Leaf 8</cx:pt>
          <cx:pt idx="8">Leaf 9</cx:pt>
          <cx:pt idx="9">Leaf 10</cx:pt>
          <cx:pt idx="10">Leaf 11</cx:pt>
          <cx:pt idx="11">Leaf 12</cx:pt>
          <cx:pt idx="12">Leaf 13</cx:pt>
          <cx:pt idx="13">Leaf 14</cx:pt>
          <cx:pt idx="14">Leaf 15</cx:pt>
          <cx:pt idx="15">Leaf 16</cx:pt>
        </cx:lvl>
        <cx:lvl ptCount="16">
          <cx:pt idx="0">Stem 1</cx:pt>
          <cx:pt idx="1">Stem 1</cx:pt>
          <cx:pt idx="2">Stem 1</cx:pt>
          <cx:pt idx="3">Stem 2</cx:pt>
          <cx:pt idx="4">Stem 2</cx:pt>
          <cx:pt idx="5">Stem 2</cx:pt>
          <cx:pt idx="6">Stem 2</cx:pt>
          <cx:pt idx="7">Stem 3</cx:pt>
          <cx:pt idx="8">Stem 3</cx:pt>
          <cx:pt idx="9">Stem 4</cx:pt>
          <cx:pt idx="10">Stem 4</cx:pt>
          <cx:pt idx="11">Stem 5</cx:pt>
          <cx:pt idx="12">Stem 5</cx:pt>
          <cx:pt idx="13">Stem 6</cx:pt>
          <cx:pt idx="14">Stem 6</cx:pt>
          <cx:pt idx="15">Stem 6</cx:pt>
        </cx:lvl>
        <cx:lvl ptCount="16">
          <cx:pt idx="0">Branch 1</cx:pt>
          <cx:pt idx="1">Branch 1</cx:pt>
          <cx:pt idx="2">Branch 1</cx:pt>
          <cx:pt idx="3">Branch 1</cx:pt>
          <cx:pt idx="4">Branch 1</cx:pt>
          <cx:pt idx="5">Branch 1</cx:pt>
          <cx:pt idx="6">Branch 1</cx:pt>
          <cx:pt idx="7">Branch 2</cx:pt>
          <cx:pt idx="8">Branch 2</cx:pt>
          <cx:pt idx="9">Branch 2</cx:pt>
          <cx:pt idx="10">Branch 2</cx:pt>
          <cx:pt idx="11">Branch 3</cx:pt>
          <cx:pt idx="12">Branch 3</cx:pt>
          <cx:pt idx="13">Branch 3</cx:pt>
          <cx:pt idx="14">Branch 3</cx:pt>
          <cx:pt idx="15">Branch 3</cx:pt>
        </cx:lvl>
      </cx:strDim>
      <cx:numDim type="size">
        <cx:f>Sheet1!$D$2:$D$17</cx:f>
        <cx:lvl ptCount="16" formatCode="General">
          <cx:pt idx="0">22</cx:pt>
          <cx:pt idx="1">12</cx:pt>
          <cx:pt idx="2">18</cx:pt>
          <cx:pt idx="3">87</cx:pt>
          <cx:pt idx="4">88</cx:pt>
          <cx:pt idx="5">17</cx:pt>
          <cx:pt idx="6">9</cx:pt>
          <cx:pt idx="7">25</cx:pt>
          <cx:pt idx="8">23</cx:pt>
          <cx:pt idx="9">24</cx:pt>
          <cx:pt idx="10">89</cx:pt>
          <cx:pt idx="11">16</cx:pt>
          <cx:pt idx="12">19</cx:pt>
          <cx:pt idx="13">86</cx:pt>
          <cx:pt idx="14">10</cx:pt>
          <cx:pt idx="15">11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IN" sz="1862" b="0" i="0" u="none" strike="noStrike" baseline="0" dirty="0" err="1">
                <a:solidFill>
                  <a:prstClr val="black">
                    <a:lumMod val="65000"/>
                    <a:lumOff val="35000"/>
                  </a:prstClr>
                </a:solidFill>
                <a:effectLst/>
                <a:latin typeface="Calibri" panose="020F0502020204030204"/>
                <a:ea typeface="Calibri" panose="020F0502020204030204" pitchFamily="34" charset="0"/>
                <a:cs typeface="Calibri" panose="020F0502020204030204" pitchFamily="34" charset="0"/>
              </a:rPr>
              <a:t>treemap</a:t>
            </a:r>
            <a:endParaRPr lang="en-US" sz="1862" b="0" i="0" u="none" strike="noStrike" baseline="0" dirty="0">
              <a:solidFill>
                <a:prstClr val="black">
                  <a:lumMod val="65000"/>
                  <a:lumOff val="35000"/>
                </a:prstClr>
              </a:solidFill>
              <a:latin typeface="Calibri" panose="020F0502020204030204"/>
            </a:endParaRPr>
          </a:p>
        </cx:rich>
      </cx:tx>
    </cx:title>
    <cx:plotArea>
      <cx:plotAreaRegion>
        <cx:series layoutId="treemap" uniqueId="{A2F4185F-FDD1-4872-A248-6C54DB4E2C89}">
          <cx:tx>
            <cx:txData>
              <cx:f>Sheet1!$D$1</cx:f>
              <cx:v>Series1</cx:v>
            </cx:txData>
          </cx:tx>
          <cx:dataLabels pos="inEnd">
            <cx:visibility seriesName="0" categoryName="1" value="0"/>
          </cx:dataLabels>
          <cx:dataId val="0"/>
          <cx:layoutPr>
            <cx:parentLabelLayout val="overlapping"/>
          </cx:layoutPr>
        </cx:series>
      </cx:plotAreaRegion>
    </cx:plotArea>
    <cx:legend pos="t" align="ctr" overlay="0"/>
  </cx:chart>
</cx:chartSpace>
</file>

<file path=ppt/charts/chartEx7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Sheet1!$A$2:$A$13</cx:f>
        <cx:lvl ptCount="12">
          <cx:pt idx="0">United States</cx:pt>
          <cx:pt idx="1">Mexico</cx:pt>
          <cx:pt idx="2">Brazil</cx:pt>
          <cx:pt idx="3">Argentina</cx:pt>
          <cx:pt idx="4">Australia</cx:pt>
          <cx:pt idx="5">China</cx:pt>
          <cx:pt idx="6">Russia</cx:pt>
          <cx:pt idx="7">India</cx:pt>
          <cx:pt idx="8">Sweden</cx:pt>
          <cx:pt idx="9">France</cx:pt>
          <cx:pt idx="10">United Arab Emirates</cx:pt>
          <cx:pt idx="11">Namibia</cx:pt>
        </cx:lvl>
      </cx:strDim>
      <cx:numDim type="colorVal">
        <cx:f>Sheet1!$B$2:$B$13</cx:f>
        <cx:lvl ptCount="12" formatCode="General">
          <cx:pt idx="0">8</cx:pt>
          <cx:pt idx="1">10</cx:pt>
          <cx:pt idx="2">7</cx:pt>
          <cx:pt idx="3">9</cx:pt>
          <cx:pt idx="4">12</cx:pt>
          <cx:pt idx="5">11</cx:pt>
          <cx:pt idx="6">8</cx:pt>
          <cx:pt idx="7">9</cx:pt>
          <cx:pt idx="8">6</cx:pt>
          <cx:pt idx="9">7</cx:pt>
          <cx:pt idx="10">9</cx:pt>
          <cx:pt idx="11">11</cx:pt>
        </cx:lvl>
      </cx:numDim>
    </cx:data>
  </cx:chartData>
  <cx:chart>
    <cx:title pos="t" align="ctr" overlay="0">
      <cx:tx>
        <cx:txData>
          <cx:v>map</cx:v>
        </cx:txData>
      </cx:tx>
      <cx:txPr>
        <a:bodyPr spcFirstLastPara="1" vertOverflow="ellipsis" horzOverflow="overflow" wrap="square" lIns="0" tIns="0" rIns="0" bIns="0" anchor="ctr" anchorCtr="1"/>
        <a:lstStyle/>
        <a:p>
          <a:r>
            <a:rPr lang="en-IN" sz="1800" b="0" dirty="0">
              <a:effectLst/>
            </a:rPr>
            <a:t>map</a:t>
          </a:r>
        </a:p>
      </cx:txPr>
    </cx:title>
    <cx:plotArea>
      <cx:plotAreaRegion>
        <cx:series layoutId="regionMap" uniqueId="{3064754E-E20E-47D4-BA4A-AFAC4CB653F3}">
          <cx:tx>
            <cx:txData>
              <cx:f>Sheet1!$B$1</cx:f>
              <cx:v>Series1</cx:v>
            </cx:txData>
          </cx:tx>
          <cx:dataId val="0"/>
          <cx:layoutPr>
            <cx:geography cultureLanguage="en-US" cultureRegion="IN" attribution="Powered by Bing">
              <cx:geoCache provider="{E9337A44-BEBE-4D9F-B70C-5C5E7DAFC167}">
                <cx:binary>1HxZc9xG0u1fUej5A10bapkYT4QBNDdRErVZkl8QtERh3wo7fv09TYlyN9hmjzyOmLlyhBxqEMyq
zKyTmSez+p+fpn98ym9v7JOpyMv2H5+mn5/GXVf/46ef2k/xbXHTnhTJJ1u11Zfu5FNV/FR9+ZJ8
uv3ps70ZkzL6iREqfvoU39judnr6r3/it0W31VX16aZLqvJVf2vn17dtn3ftI88OPnryqerLbvt6
hN/089N3ZdLdfn7yprvpbtunT27LLunmt3N9+/PTvZ98+uSn9e97IPtJjuV1/We8y82JS7irBFfk
7g9/+iSvyujbY8eYE0I1l9wIc/dH3Mt+cVPg/X97WXeLuvn82d627ZNv/3/w+t5OHjxN2sr/qhS/
2q793Zu7zf60r/R//XP1Aba/+mTHLmtdHXu0Nsvz2yn5VN3r5D+3B+MnhnPXcOXuG4ISBksZRYRr
7sV9NcHxJRzW/f17K6Xff7zW9vMP/31tX5Sfk5v73f8NymYn3GVaCAav3vF6ZU7g8RweT746vbqX
+VXjR5dxWOHfXlvp+9una3VfvPjvq/uXvu3sTf53qtxh7olimgjN6Vfdwpt3VE+5OBGGUAX13+ER
3Vf9v7Wkw+rfeXVlgp0nazP88u6/bwbP3ixJfq+H/9ztHUpO+N0fwvaU77j8hN1pXcmv0QDPv0aa
r45/fCWHVX//3krv9x+vle69/u8r/RcbbXde/o1w48C3jZHCaPoHruz4viPxXOJ0uPSb+hGMd9X/
b63psAV2Xl0ZYefJ2g6//A/YwY//VhtweeJuoyu9z2dW8EP4iXK30L9S/dFlHFb7t9dWKv/26Vrd
/v8A5L/u2/bvxHu4tNSSE6MPurxRJ0q4nCjzFXe2gLTr8ceXc1jv9++tFH//8Vrzr/8HUP7NePv5
trzf/n+O8q45kUoYxVz2NdDqPayn4sRlRLtaud/j8K7mjy/nsObv31tp/v7jtebfbP77UH9qb8pP
t3+f5oU8kUzA4Rnyxh18ZyfC1VxJrb5pfJXIH1/HYZXfv7dS+f3Ha5Wf/g+g+rey8Rd78/uTTZHY
v7eoZeIE6QsTyvzh2zt2QJYDAwhN7zNQnIxd1//RxR22yuHfsrLR4R9aW+yX/4FDggQw+f3vjAwO
Sl2GUleY73bYOy1UnXDGKSWuPpiL/hsLOmyY7y+ubPH987X6X/zyd2DUn3MQ3/mZ4Ka72dwROzs0
xONP77YIymn16jd/PhhFvrr6xeefnwrg03e2aPsb9o6BfzMXN+WTiza/KT+390fk/r3bm7b7+amD
UlkxZqiLtFZQQSQC+Hh790jTE8EII4JK5holXfn0SVnZLv75KcVbrlTSUE2YUdrFW23Vf3vEJKpD
QxVDEc40/U6rXVf5HFXld4V8+/eTsi+uq6Ts2p+fbgv5+uuPbRfqui5VUoE0YXK7CldiDfWnm9eg
7vDT9P/KaRjLso7p6ZBk3VnKouolK2JvWqg6pe0UnXacJh8FEZ/1yKJrRab5zC5tQBq6+HU2hIGJ
KnNOurnyIjun3KsTzTZDsYTXrRgmnw7pRS+HjznJ6CcTz/RCTqLwdhR/aBuoeh9sQzNXoDAWgmvi
7m8jbvIssdyS04V/quooe6fqufZYM2axJ6e4fzHP81nczB3zWVyXlZfWE/erqBrO48wmLyu21Gc5
neRV40z8kpCo82tdTq5H86F/Y3VWv56W+j3JU//xpfOthvcswLjZHnL4AZdIAwG2uxZgOkuaCCni
acuIjDdU2Le6jaaPlWiG2jeWEl9OdXVTzaJ8XTfju7hJyPMyov2LpCgL7gteptcDKepf02bJZ4+1
Juw8KXviRaYYb2M2mIsy7j7OleUXBYmHG4db1np6LspXne4r3yFz2QYTURfWVEx5Jo7D3Ku6sPJE
Xtanc5y8JzIPo0AKGg6eM7ux8XjSpb/vQsM3S351UNhhtkkUf6N+v//zX8/v+eQ7WvKPz7fk8R//
ejnc2q63t0+e39Ttk9O+/HxHKa/f2aLK95cg+BvKbA/z3j8ewMqfAMdXtvpPHv57qMK2h/DPYeVw
yPsDlO5e/4ourjyBr3OlAQVUoE7AsfgKLi49cUHdCQX8UBzkNQ7EN2xh8oRIA1rPVUYhtFCs5hu2
MHYiOZVUg9lTrqvBpN7vdM90wNNv/97Fln1oUZCpwGExqY1migHM9h1bmqJocpayAGsZTjNhyosk
LOWRo7892X8cn69SBNkCLEpWzbYp5e7xMXk+FdoZWRDSOXxjW3EV2jy+yqj5smOFA9s5KAhgrIDY
IJr5CmKyUNZxO/UsGLuMe3Hoype9pvwjkcvy7IdFCU4B7Ypt60J3i3Y7oJwvSVGFchbByAnZOAWp
/JrGPOC21kfUt0WXlfogCtDPYSNBth60K4rnecyYM4kgb8ypKJa3o8xdv0irxltUm3iDU/Zex5KP
j+/wgG8ILhTdhh7BjQKbsCvWDtZx88LBDuM09IrQOKd1GA5nj0vZh9Y730A3gFJkSQiXYls870rJ
EEAXHbpuQJw4uZqnvPzNgVyPJoW4IlnWf3pcHt0PQ3cCcQjh8q7UkMxWLm/qpqL9qHhgum3oc7vi
wkldGvlLyCobdLkT9r7MCnXaMya/jEvxW0Kq8rQuaf3uyFq2KlxZFmuRlFHpath4tZY2mZWicSSC
YhgQCqUK5il5GRYyiMIh9PmyzH4Vts9drPkCbLTXJ5X8LUrHKHBI3xwJcwdOz+5qGNk3hS5akhjh
8MB1WBEsbntDwohckqol8RGXPuBbLiBPEiO2ubNabbwTWTdGk92entZcTE32Jq9b9uNH1OVaaAHv
cqnrrhw4VzPty5LB0jipl5xw7k8qjc+zJayPePFB1e2I2u53Bw1E2OlJpoIHRMWxHylEXtXXz7uo
zTaP+8xBzQFu0GBAJijdFZZyEi2iNZoH9dTaTaVI82zkvf5hV9CawTJMIbtF2FpJydKhE7XSVeCG
nFyUxTJfDFleXIR93/4FUahyOVcC8MbpVrU7qothprAUqg6qHmnVnPb95aIL9mvUhvb5j+pOI14i
iyYuKAzocF9U11dpYw2pg3lU9Vlc2cGTuZ2OWOihL8A0CHdsGxrQJlq5XT+pplDhWAcypPpX7TSD
L1OiOqSpRh7xu60d9gFkX9ZqR7M0E+EVrQOkH/RWtjy9ahdpfCJbcjaioPg9ZUN4/qNqBPksOPyD
C9QmZoUTiDRmyqxsg7EeCp9VsFhJTHvEWA8Dg0HSjfTHlUYaMCH7xuJU50U4uG1QUoee87ZW50Qb
4fGxwNao435lor821g/kDgdU6SIKcSRCClnZOqC7+aRibmkfLG3DKq9cqtEP1VQ/m0w5Xzap7Dcm
jKojQHjAWeQ2ut6lgdjlyvtVFUfcFHEfZMhmfFna4jJH/RnolNojGzygUKkI8ggkLVoRvlJoHDfD
FE0DNkj64WXl2v4NWRIdVPXUnIrY6OnI3g6EWqMBu4hvgBEj9eoktFHWTqxJbJARFJ2s7VDUMdm4
jZePXHlh0rDUk5V1b2olssJHMdG9MnRsXiWm0cMRoHmYRiFjBm5iLYpvV7XvUElXZqrIOxu4OQ+1
N3U5LTe067LZi8uoed2mc6G8eZKomtOUpuKIOg44GHBZA7QNYr7c8gW7QDeULaNjDPm96cJTXjp1
kI9tF+QtvelTE180/dgd2fMD95KoLbYZKkhyzbTermkHXEc90qXr2j5gtEw37ZCUXlZpx5+r8vZx
UHhobIjSqIFRUgAZHnhy3XFUyG3RB2NJbR4UioVnmoTmwsqOk2BsRnE2V2G6WeZWKJ+FsbrQo+gv
VT42SfD4ag7smwMN0LKhGt7HV/nFWOZL1zOnDbrCup5yVPPazWn8tnGr9EdxSiIjR5MC1RjcHA6/
r+Kl1HPouEUX1KSKNzZJlV870fQujMPpNJp7/eHxrW2P6R7kQx7mPVBIoWpDVr5yI+kMqbIhEMPG
xnzKwAKdms46F49LuYuFazHIz7Z0DQVbo7ZosuM56RCGyeKO2Fadhc9oa7LEq7IqDzonYfRyFtZu
sqlvvXTi8encROlGZVNyOda6uy6cLGq8qY/E1aK7ZPP42g5pwAUbJtBnVqhfV7AiWT44suQ4yIST
y4Hz6XSp8vhI9rh1kZUCMFSzTYFQT6L42sLJjgKSPnSi3AWNNmdJHfvxsGRXyZJFYVA3PTvjDkmf
t4DUgFWhc+4mxjhHnPjgCpDkURf9Fo4pvf0VRAw0T1b2cOKwSuqNqAnS8nkknfIRN7JzXrXTeRi2
9pSVndnMNXXCI/hxp8sHWthZw8rbooZmtAqHNojijG1AVIZBE5aVP1bMfdbnTecVedxGXqQn9Q4T
Mea6Hftio7M2C9hi6XlN3PTqcfs/AFJJhKSwPjJgdEDWFZzNtetMauuaKW1e1liKJ7M5u+hRp39Z
HD3BRxd65Jjf5aH7mgBZQ10wOGBkuVynxK0I0RibliGoSP2+bF4OxryfEMWU1UE88avF7QPNx8ty
ERcZ+82Vw6YfYy9rkSeN0xEVHFwNN0QC1RlFLF+dgRRMUxn1/Qjv6z660bXjjKlXDvY0rtIrzvIg
FOMlb89tG1+05kNJ7CZPUs/2Nmji/tXjBnl4INECYS65a1YJylZOIjs2684mY4DQHgVRbl2fiKLx
HpdCH9odqkcrBeUcygSQIfvnAWTp5ERVPgah4u+FfVFW3XMdOkHpCE9yx4fLXHAZ+VM8P0uX06HM
Lrj6PLQmaGEIF3RxES0vH1/UgTUBhhm60GD4UL6s0D82dIqJlXPgWt5fZWPLXrQ1ba4XgSTOSRf7
Us2q/v1xoQ8yOURZ9AW1xHCfVGhA7Ctibsqx17IiQdmq9Nn8JWs3YqqLDZKLY6z9AdMase1xGFAU
oE22z3dQsMl5hX6DO6GwLRevs24WUNkdKzcfIh3H0BAIIGSnFD69kkJFHJaNhhYTDbXFrEwvo6Vt
z/O5dkuvKHVyHhIwY15u+vlFx+rlSLg7YEbkZkBZ/IVMaV2zFaMoe71kS+CmiX3Fi7Tf8LIs32Tw
5fMwT/TVwgW7fNyMD5MUbsD6KJxfEBRg9vZ1G9XSTbssWQJi+9CPwYg8C1XVfhxtzo7s75AZDXaI
eIbEF9X2vqg6rbd59zIHU+6Gn4syTH4te/7x8f08VOJ23BETGZRAkZiI2Rciw5LZWTRzoELqfFmW
MD0tskQEKiPJJhoK2XqZy+Lzx6U+1CKkMgaS3WyHcNYEYj32URRpbG0kvX3TULfeOFXMP2XWHmOt
Hp47iIKTEvTikBRsh5h3D8M4x3aicToHtLf5hWxFTT2HJsgI2pxjYGo2+odTnW3+RRXOBXIdpJgr
idhX1aNxF4SYxzvntnGes3Fwj0T5h96xlQKKDH0LiUGntRQS2Z7XOUDMyaaApm7jL2mRnT5uqINS
UCKAgBEUDdOV9pZ+SMYpaecgp8iMizaVz/o0mo54+gEbwb+BxQYZopRs+3wHsLKeDOBuNcoQNrGL
qmrkReGEzWsh4jighPIjujvgfhQxGOQrEzjEa/ebsj4tEhfyCp04lzx1HONZNOSUV0zTsczn0OaA
GODjiJZbjml/c23eNYNsnT5wwi4O0picpST6Qkh6DXKtPBJvD9gLcU3AJzhuThB3dZxppK1sENiD
xjYGFXkn/C5u+iPH945V3s+rMLqOtilCGY4WUysxi4hZpBVoiaZW0dVg69z6XC3J5CclDV/xzJXp
ZizjUAaDsUuJ3LeeurOmVMhK+dxWxlchL1qvc6th8eeRdZ1f0kEP3lTaqXw7OmV9a92BMW/OilkF
xVJlKnjcuQ+4Afo8GJjC1BSoTLOyTNUP4PEdpICpiG6LMBGoCPjHDnh+9hcEIU4qjXAJsF0Jcnpr
Oa15Hwx9U75uxjLyR3DCV+HSf/xxSRRZHeI+OoNy3f9xdDEkOiR9AEisr3nl8o2jnPrNhLb8EVej
WyOvnIAz6cLNMCCAOYtVqePYOI0HpxoCd47IJo55+7yfuu7DjOtFG9cUZqPC0Em9QizOFWuT8HxW
oj7iiodsiB4tQbkLIuOu6boLHf0MumRmFhm+oM1ZxFDC1ET2Z3Bb94ioA6ESOaxCwqxRWjLN9g/y
3NWVK4HkQZM32XMxNflrXmU29bTt4wvLitGrY97II2B1AD84eFt0QxAuEKf1vli3VFIMWTcEAszc
RcJlf25NJHIv6kP6nGd1fP24Dx3AEOgT5CZKFIaG7Opw06XVUrB5DGJTVYE22wkUJtMjh+/AtgQS
cHC3hCCyrJGqy0U4D6NA/ZHWJEjHvL9sstSeLySxL5126Y/IO+SuAtFSoB4kGHQXq4DZT1lou6ib
AsyLzH40N/3pErHydEjT6u3c5M5NwcfUCTQKwleJNeb3omv6+cipObRtNBlQBhMMH4Pq2rfmjDqH
ZJUzBuOyxb9pap6V0pnOMVBCr8tyHD/9uDER6Qgqbky1IaLsyzNj5BBSFKgFYhtu4qpuvGZyo9O/
IIULFAFIFVDkrHY1OkYvrC4n8P51eJ63aXVZmyE+YsIDBxD5Acbytv63Jbn29zIlrpjyCnsBzbNc
zHVSXOWRTf1oCcOzMcfkTU9r8fvjWzsAMNsel8Tsk4EC2er4NYa5Q2WqKSi67L3tNfMJaUZMAC3F
5nFJh87drqRVlGjB8aakgqRyKG1Qzmn+PF7y8QgLcXg/EtHIRdZIyVbJO7lW38koBBk5BZXWkWej
nhRe0i2DVzKTZke8/VCiIICUWy6bouxdx6MoqmTOoxnuJzu6sVlWXjhoUkY+F3F/NYk8fslLPTyb
Wcz8SlbS69KJ+KOzCLTe+vo6ZwVBS2cW3qKr4jQe29ifh6gK8hDRxysbNP4XzfqLv2CLrZsJtKJB
IfF9LQ2yLMnI6imQKurQXcpSX9qIHYH2gxbHGA+4MfBQYD73paRZ2DfOCEjKxoyeziCpPNuS+i9Y
nGMMTm3tDQ9eHZuMkrahHHvJhopsetB8vxJWuSDAavfXH1fbrqgV2jRqQmRxW2DsOPYbOse9l9XT
fERtB9oWaL9JxELXoGEAfm9fbyMVM0mjbsQhAZsWCT2knlO24+UQFfr9aA29nLi2H6aa5O9Y5jpX
Ydcnz0Qxa3kEkw6vBf0TFxNFQKd17TLgPqdxRDsGM6M5HHdKNhgFfD9RZc9iWX4ZeBKUfRJdJl27
YGYyiU5nnRzRyCFHQgJLjaswmWbWVEHahzGZlmkMrGnqc3egnVc1bXHkUByCDoGiXW4H31CubZ/v
QIeoMzWKaRwDHerF6y3kob1UbyomjwEH3XrKKrkEk/+HrG0c3ZGlaqErVcG6rY3Us6WIslcZyoQX
upetDlgou8ukjdQmnbPyd0d3hR9SpT8wsMs384Cm8REkO6Rh9IuEixYOlrUGsiwDjY5W2RjQmXfe
GIo5KOosOhICtsFkvWuMOSCBx814xJsVONt+1IM7xmOQgnnqvWQpMuGN6E2yV4JkRYlqKq+vyNyC
VuNhWmV/wY9A12Kf4A/hTKtgh55+pJbIHYMqNsVlM6QWs8iFff04ShxoUIDqdnGGMaQm4Ecr47Im
zvpOg7awfI5vcuZGSaCW3nk7D8Z9Niwy/D2ts+YdvqAg/lRjsKXxK7Noerp01Hk/slY0XttHJjmC
lHQreK1/mBcNZ9wLczHite91cxmPyKSQlNIikp95w+oo0DTtx8tO9knnL3xufkVZ6+Y+Wl3kxdCS
/MJw+YWMqjhPEyNfxZ2OXmcYY7ud0e46nygZjoDsoTQIg6agfLY0pF5nzk3WkCkbCFJIRvh5EZHZ
I2Onrheti3NZuZgtFoX79nGbHdQMzjySY0x/IYPd10wU9QnLCkDuXOXJJonb696pUr+X7kfaOUd2
eOiwgRREmoyJEYSt7WJ2Dj+mU+REZsAL5h3YJW9055HU7Y9Y+6AUUMf4Bgq0v9Gf2Jcy0MxVRQI9
8kluoq4srpdusG8e19uhE40CDaMwGkPDCMD7QhIx50ho0N7KFW9/DTtDXxR6aS9Lx3a/hY4wmzTk
rWfISI9s75DFUGeAukPbAa3nlcXQXx7SCiNuAY+cCESnjS+b2qHxppAZjb2CFNm7x/d6UKEKjVe4
CaYl1h2BpmL9gHHlCb0zYwKXZyJwhiQ9fVzKoSiE6IMhQTRT4OEr50hiy/SY0CkIw4K+4O1kLtFJ
7C5Il01H4PCQ8dBcuLssAnZhnQXmVkjHpdkc6IiPLzIMBL0LVVeeTzZyNgUa0BeRk4wfShbyv6BK
DLuqLe+KifL1gEJNVIu01EHVwafk16SquV8UpTjSCDtkMIQycDcoBCTRq0p/yVOZDDkHDrdxFRRm
LLg3ssr8lbCCBg1OAGrDbYmzfwhqBO5S1qgCFjPRjRnNfCbnugked4xDuIhvcBASlALKXXfrODuo
0URgy62YpsAV4fi8T8I83ow9BbVLjJWBnQsnCEk+HhnROkgsGNCIGOzAFW61HjqoS7AKhCK/HntB
Rm/pSfW+VbJ6CXCU5+EwDejm1s3ZUqXDy9HE5XW+NL89vveDaeg2JoCzQU2H8m5/82KhbUUnnIpy
aRJkRcV0MUhS36RtmJzNSyk+E7bwjyjyWn/K2y7xorRzr6M8Xf5CprS7km1mt2OGtJSyzuIFNYCs
+2e0jNlpamxzZNLjgOvi+MNtQaQg9VqXsW7diShxK2T/y4C7SEPEl9yb8poese4BOUipAWloGCAf
XU+6LqZAEtp1NDA9pxdTWg1nPM6OCDnguWiQozWA4UxBMSO0r7KSlI11eUwDoR0LzJTzp6LIyjOL
6TL0UyM39himdc4e95ktn7BKdjCIIQRBlwpYup5tS1nclFGcU4x5xexVn6n4FIF/8jNWMr8PZ3u5
pFPjkzCe/SWra/LjjqIprnxAq7jEBxp5f9c2tnEWRxFUS3tyXaBM25S8X46wmQfCxfa+B+gHDJoS
8NT7UlA+LlGuFwyztXp+1oi+2SxZ47whvDsWLg74iuZIyzDgjb8RNfZFJWNaj2GiaTBjMNKblBwx
aBuHR2DuwJQXriluuVMMtGxnQldoKrM2lp1JWNDnWY8CO47Z2SBYt1kSEw5+VYjyjPdjsRGOanHd
RE/0zIRS/MoS55kOu02V6MaPRNR+etyhtoLXDrW7sLWqrRta6woaRI3CdKCRbfzeJfEIorXSmLSI
yjIrj4TogzpH4KWcYY4P9OO+zsdyWNIK2V0QVxhemac5D9QsjxE1iB4P9qa4RqAEK75tJa/HYonq
R+O0UY/BlUWN52pemg8LZ56gy0c+l36Wa5uduYNGx62cmvhtpeoqC1oaG0yt92H5InLQ4PK7KuTO
uV1o577tE+tELwE/5fOpX6IRJfUgpDfg2iK5bAoTd96sJy0vIs7S+jSxVuGiYBQl9WmVNea3cKoT
6xU2rFyvw9XBZ1kYT/P5svQzSIauZdFVEcczRmUNgq83lrOT4MedOTsrQkwAQlORa/3EThi3ISlq
7oCyqMVMVkulN1ndmg0d82TxaClyvTFzGF3Nbr28G6slBQdaLpA/6cagBzKIMdro0YbdZTbOdecn
uBJUoiOSOSF+S9XlHhsV2E3SZ2PkzX1YsKAxWfXR2qVn56XLk/K0pSBB/bhOXbWxA4bDvJa1tcYV
0jmL0eOptrem4pHLs2FM1VmqHJNfov/SzucZBoQbTMqiffis5W0eBZg3iyJ/ELV8E064jhWIqRsd
r9ImGf0KRGPmV23iZu94lEzuu0y3yyvmjrMF9Tgt3EOh5TSncZ+Ms4c8UE1ekrDkPQMjYX2HD83z
qnHqD67b8shjyl7WM66peCNN6srPx5i/KankGe5jzI1z6QzoXnmm7ZfzGnNp1Euj2cweGuta+W7E
0+FZzvpIecnQtq9bNxFdQHE/tvGiDi3qs7yXYCGLMFRXqVTWeCJc2HTWJhN5z6Iinb3OzfiLJJrj
FBdNge7bO6kp91XHWubjtm7eXDW4AsdOC1xDKYKQ980zw0PMg2ZxvsQIcaoiPu6hquZ80KTuXzJV
Or+G9TB8sHPWZ747o/nopQqG9ETUD59l7XavLbA0RpZVsOuJpzRAJFk2rR6KqyzP2uuxX2bmoeAh
8jQb0vEt5swMbgoLO16qSuOeEgZ4aOfTqOo6gzNcTAkcP9IvSNca5zyKw7H7EBo1pX46M754CMiD
g7/zIg3ygfAvUymc2HMIT88GxzpfqgRMlYcLYul4OjYl/JiU+fwa8JSbzVIuxXu3KHPHKyNQOj64
0fi3NK31BU+S4rZqbXI90mlIX4aREu9xjzjtMMWEITpvjOOYBGj3hxZ+VGDevDAdb/wxavP2olBz
a73cnZP35UBshomMMayuJ7Y4WaB7NJn8xST2s6viqvKyHDfEvVDVw29dEo/1edPpItuoNHLfx04+
Dme4ERcyH50q/jKLJ+OioTrFpzGX0tl0uVlaLxYzjupQFkW/EZmpyUZZlUc+cxbzMotyR3tOiIUk
IDAjL4cpc88xM/1s8eUtL0rDh98jSxzHZ6ObJJ6rM/E+wUWYyNOqXkY4RppkuMBMpd2glUf1hXGy
jgSJ0cjrSuNI7rftklwznPDIbyKMvvhDiEssvg6n0vFompcXRiRCeEldcvQAbF+j7yAZXCafGjN4
LErz9lXvMLT5pzjpRdCQrKyDUbtD+lwyZ3T9ZLFGetqJbY/1DzbympbHNkAFU35gI2mN1w9FlZ7N
xuLMMhLrwmPtEGbndpS99RqW9HmAxgruQiVl2GFqzPDy1TRp940Tjw07bfLFFhhFkCP1ljjDZGTR
t03phegJz4AhNL883DVxXlG3ysazSdo52vYf5HJZDG1J06BoRmNdr3dbVWSeMzkhbX/HqGE5Oa+I
My4Sw3iEJ07+rpoyLRPsP2ToZ/xf2eC2KC4hiGBok/IFqnnzxgVAvXWZdUD6NabdyETml2mTo5/e
lUlgG8XezTFN8cS09p0KyxrOlFdOeSRNfMDW4f4/w53m7ZwR6osHc2gRpnOHcjIiSGX0BpoqMD8V
zl5mSR5UQ4jctLRNwMPsM8JU5vepo/wKE+WeEUCfum+/1sbfbpBff80o/p677PVt+aazt7cdLrP/
/3CDfdvJ+PMb7N+/KGTn0vr2ja+X1vEFhzhWyDxxXxvTHRg8u7+0TukJckXcrwZZiHuBmJX4fmnd
oRJf/YZWKrJwtLsUZrS/31p3mMYzg8kKF9MOGNtGy/wHrq3vZ1Aaw7/b/zB4i7lUtG3W10drjBrQ
mXWRJwdLX7VT91uLk7SRmWanO1r55h+7F+QxjbGXrUEWWo24b4mveUGKDL/dZo07NWjbWDrbKGk8
klsgYD82pxjBj7w0LybH78oQX0Dh4iKPj3pAviADmIJaTuMbVYTlTd3x8kVFgIFNHxcXunCz80Go
zEtZgXgds1vAnjiv6+l9Uhl+2fatc5307P+x9x09sir9e9/FeyQo8raAjtOT8wZNOEMlKIoiFHz6
/9N+Lduy5IX3Xt2rqznnTtPULzypRmy8ObmXqo4wEjbZk870LQugLYtdnFc2nv+tw6wxhzXhD/eC
a4ls0NcAw9CkxwiRRK1s6MgxLtDIy3hS1HMy39l2vJ+JGf/VOGOYTeL0O4uZ3fM8spRbz9LIiZOa
17CotZl1saVtXgzTEFV1h3yHNWsTaK19QEhQaoXlunLzhPqxirIH1suqaa1TS5N2bP5tjcTmHrqG
7xixupRhPPqE8hYg4jA+tR7Kf1ClbeMp/ylnCZbW7KBbDrNuGU5xpMzJzz2yjbvZ6TVFg3cIEXhf
iYJOhi2imWm+wOl1N8BIeD/LYPpRrklR1Kc24oXyu/DLOhO4qvGn6AhISbAi0uOaUG1H7yOv1+Rh
a2v9OyWaPwYT5JtFX/MZpTOw81iIZY0/x80k+VH1bZxfJyE8cwygeXOKWZi+w0aVe3CSiSvnvfju
NHlD0uyCIakPG1wTL1YvgaTLgIp7ijZroJ42PsariA1bT9d8zBRdAx+DoLZiPHlWrkgEUTNetwYu
0vyke3ghKMSUUtJBTVNcNeBxOM3xP9ZlN8TG0LENY73rTcNOMB17W+Gtoka/3YbuNU70Ou7wGcZn
4ccLJr0cjA/l/pT8YR/Qa7mpWV3nwgWQZ5CxEF0qahdLgw1mDxr5lqBXrT5rCqjmwjcrZqaLPOCp
oFPbef9mGFBaOnBFfrNeets+T23+Noap11BJAFHRULDcK+Y882aq2ZCftoWj1LdpVE80nHlsC+Vd
31wdEv0j2kDdRX5thlLYDNZETIhYx4YFtn389Gh+N5kAdJ7TWurK61KTlItUMDaQAXEsu3nI17F5
sOOyoi6gKK29/SeHLGKlj3H/I1IepJJd67lTT5TcqjBhuaGZTUhXYFYKTNV5UweEO14HfUjHsf1K
RCjfV6AMqlRh4MbdGsx4OC0ET+bqdWlymtUSgJ2XcFeXQ502D2Essh+8Ezw69rb28XDVLFFFUgGt
BNym6/fAPBZVI5FE7UTUDbySU3aNsxmS9kNuvvdERCqzcgEfcLeBqOY4oqHKiki4jezXeTOKsljU
D1DqJRj2edJyOqrBF3SNwvFVwJr7YmGBT4+jlmNMUcFiS23qrRBHYko7dMmiGdXOt/+6JOgxK3M+
VV0Hmf1hbOfEUE9HsalCfybi3p/d8gvuYXAF09CRUaa7WlLmed59Exj+7rt6at5DkYe/Loinn0CN
6pHkHg9oyEj+225ZqGHHm7EHIjAHb9bQJmzbGSBWnrM0xe5AWlGZNbH3dY8xh9p+YqYK4pZvBz01
wyPiTDJB+wAWRIoptfmTYdsApkRSRX/aBgPwdKrFLKthVCGr/Nbp6c6P1g2HpnVjigm3BsechXxi
uwFchq4IUCu/YFhWyCnXW9wfTRjgzZgZD4NDDmGpgSpakPdJZSQsFpLP+8ZBOFB4WAhwmsCwYps1
Kz6nZGC8qQ8iH0tqvpkv16tFQU3U4OVpBpd6RUak64owdPEjvBAsoxHC128km7q80mAH3jMYY9Uh
kMMMm2q21Zi5idc0dGlbm71ZGa8tHN5ZchNPGtWB4bcfcKTV/NoNjSJF4wfreFF53Daf2jXx+C8b
gq79M3O3uW9dE9GWkhgTE6yMwTI85sJF2YPVsbfFBYmx32DRnyEzqVbV+8tT7i0Nv107jqQouqT1
hmm1tQSrTFyzDhFI4PlTmWCQ1l64n5AxtdzhwQfeEbkvmjPqJ3Of0hB/f31g3JPTuWFrhI8E2Y6a
YQUmTR3+CU/27WHETiInarGXZZrqNF7TnTaht3RUrF3Hi9abgs2UzejVqFN+auzLkoPI5oAW/TZ7
TddVWJTsRhiEMUVLWGYrIduhW2Md7WsbpqpaQjOjwIw1yfFlRQy9Zp43dowVxIz33iiUia/8BTor
2u/03gZM6r3fQVy5rychg6KByBfnzKR+XiRaTB1g8DF05NJNMD+iyxKelEpt2KZ6sRDvX+MjAes3
XAKTv602Gf2qG/K4VmWvByN+tnkk43OPHC5ygRHZtZc4hpOodG20DoBGFp2yGxgN8nhfz31bv/iS
wI0GNmFmeyJi3Z4aboetkl673C3LGiYVyxRnF5TmZfk3bj5W3Fk2bfywSD+8cQyl97xsBjJUi9eW
4DElrnuUcDKOJ6RLJT99EDVr6ekcfhhuIWovx82y6X5aQ/IdB0sz/Q2rqdkXoOh2ujRTKNObZubY
tKXftcKn2s9HViyosD681d1qkj3eFyfmqh+iYY0LFiHQ4uRv66+L2wgixl7SXPD2NvEAOVIMMMB2
hrUHLtTmW3yYVM+mQrRWRaVeuSgI8BlaO4FhpI6bA3R9z4Ik3ccijWlo3cIPwjfwzE3N1C3GCfcX
a19V64iKRvGK2l3U+RvOd7YC0HLd3SBbtiMTCPuin2OUY6+PqnlezBHmCbVH4MJKu9rEZTqu/XGe
9fbaScEQzgJAo8xGwwpiR0nXGNHMtIli79IFLtsPxHU04flSwkR8C46Ldn2aHsI+XG6CwC672aa/
gH0QdzaOSZH6qC+wm/Y7M5lmJ0b3C1nDuIf9ldCpBsxCFz29GeG6e+QxLIVIWXAYkki8dwurPxzE
FpLiszII57Mux5esSD5QID3of2TF/OmpGMhbmppdIuJDpBpSQfkFtwls3ARvdQ9/LSyDTQI3Ya52
frp5P0B/v/Ga2HsXBV4RjqmhYoimC+xvS+GIB+Wky9RQsSv8DoJflsua9CcD+9EeYTveTxNFNxlz
sBV4soUWP/Tu6oSwojdGnkS6Dk9zMumm4Onk+Shlg9hnlv1NXTSVGPQQeuR3kSih2IhvRzcAbojU
qxwUwDIHiGKxi//Y195cIoUuPZoBkQ2Cde1TX7v1gkQOcxlHMRw7FWMuav2kFJCc75ifL6ipmKyA
qvan1eKNgeRkCJEQ4vObYCRPbsybKtCsBwvO4qL2+q4ydgBO6LrmHYd3KNNmGj980vlALFEJ3BD3
f51e64d6tSntoZEGkBTes7x7gcTVp0x43kGN9V+0xu1hyflMMTSX+JsBhmaDnvYp99dXVbsN4GEe
fcaYfukMScOx68IGo72voKPINhxqmF6z5GvK6/QeVSg9prmNLwna6b4PltfUDe0HxExoInIKTwi7
gJ+7NfoXotS5CO2oT2RTChl06ik3wVqwBb84nMdsoFu7dJUI2zwtLI88MBEkecm5AfEX9Uz/C3QH
i0YokuEP6CA/6ojUJZlinYPsXvyOWplfKz3Ua3nvjbDJEgQ74diJ8d/WwjrTddarzIzJFcT5u4CW
AuuPiktPyvgYj7kTdAwXvyLjOv0Jw+bmP8j//4cB/tuV8fm/owD//dKA/xWIeo2bvP6B/4AACC9F
Us41uQNqN5Q20CH/Ca7DdSu43cPPEWGB5pYjxOl/YgDR9aqVBAQZfHLXtMzrNv0/guuQKIwUvKtL
8yochVEv/H9BACCavpK//xtFBJQBW/7VHY+ATB//+D8Wc4H7X1i2Acj187nG5twWuVort6TvdcPS
XZiaUz7YvR/uw94/cBeNVeQ+Uy6AKhKVFIj/YM95vEKXD8RXviwC64Qx6PfgN9gzZMQYbRm6bYh9
B0trEfA4KXKJKVkRt+P82a4haI5oPM7BXA0Y+xLEudAA5yJr5uOUZ5TI99HG+ibMvwFWnlaSUUi+
JLbsQZaR5aVuZMnTk2R3ZEIQVgJMlRDMEKBNoUF5tMQVXfTmBbA35SvWJFS0dhNYbre7KJGqCAV2
x5oANXaqWFOv8oYLJPR02LyyleLkq/XDBcuIIi33JkAzAScydC2NbP0+r96BSICn7trfYywumBc7
IMHLKeg/rwA6gkLfE4noAUlhFwUA0MPy2Lm32UPI3orwtkOat0AaiaQ2sadh8l+MavfQz75MMvrZ
GLZcmcsXvZ3gEQfUK/NdJscbhak5FMgR8EJ3zqV3SOeugGtwN0WyOS1k2IocSV3R8hi6+rSwzr2m
BvBw9pzmd6kZ8DnjrJjaoHDa3Q2ChbB8tdNedoxuaIQPyOvBcO8fvDDdA2a88d0nm0X+oLA3vAJR
NM+Bx6eLX+vXcST0qqBq8EGt778HY0+Vbz4I9olRYgIdngSzRWt5Q8GsKdqy8cqdwTZTY0FUmlRp
/r1l3kXa7TwqNyObq6/stpxgIclKuYbHK7Q5Z4a/XjFjgzl+owKWfD/T98Navy6RMN8bGPp/Wf9W
Ty1QnvVrkOhydXY/CXU/kKVQ5uHKmACDR+NGpiuQlbJtQQ+1fQpEJG23G5RwaofoGXEl9tVN3csK
0oQ6RJAeuF7Fzoi6A27sYx/Rwd6FQYFcrjLt5iLuXiDhrJbggmHpgST9OUEPLWCVK8YsKpjIb+vA
xzjVlHbih1bED31ev2qNRwqIScpThLHESuVThFwtGlFhLaCo5tInxzoRRdj61GfRwQG1aLyJwuL0
kuHljtNf0bSF1meE8wCeYpqGSLOKzzGZdus8n0miaZ7bZ8LyJ65+tubcrALd84wfvYARmyoCwCaZ
P7f2O7cPGH9OIcJRnN5PeV+ywKGjnqFFQBqJxu8frOfFG7+DOsUItLmiHe5rgv8etoCY67roOrDc
TUdXzxa+9J88F5T97B90npSEDPsRM7/NaDNvVVw/+lu0c+jIQz1gDYPAIUtPKuvUTY4F1+T9s0ma
hz49hk4d03omZRsHh9bqpGhAdVIiDFL/5mbCaOAOnvX+HE/5Oc7EPZa/S2imv4XzzxaesGpbxbtu
tnQP0gi9MrzNr+vX5HFTdiJef7ARNe9b32cPC2LE96ruxtJHGYEOInhm0TyfNpfZu3bLp91guohC
doeTNjhWCIDytMuHe2LjpyHUjzJbLjIf9kKJ7k9ua/yq0gVUBvJcQH7Uz5Dj4ec9iu+v5/ZRAuGL
LTs1vj3MzLtM0i8HqLqH1H5uc8aKsU16GpPvQA0HVY/nYfWekJgnilR8AGsqRNONlcvmZtcpOxVe
tgZVM2WQhHNwW0kq9qapGvNVu4kiXBmUwEzuuvBvMW25iMS9T9FZb1uh+ml+y8KxqeakYb9LvTjs
nIFH6DaAHz04uVZ+nVn4SwfQZe3mfy7QqtwEA4P/vss0lpxxRI6Nn+9thzfXZIATpY290po7KeBd
Fg1WfVqPDaeheW9J9syCATZcEPpoHpv/M5ssLHKtosJuZq2g76iMeSOpeRepimldvyPiyxvy7NHw
X6xzOOIqLaTBKolzJw4zzkvvaJeUXnrH/VMEqHnK9yMyk4dibHBaehRNc16VPrbN/JmIlsEdDqdU
E56k9XcyDyg2SrqFX5DWUtZ0VcjXAvAnlQtyQbBVaBdd1MKpuy7yCKDc++u7RYkjqffhb6JEgF1D
bRtBhLDptFKpxu6WLY+glyuxDDck2276VjyyOHmChaPhha+0Ovdtdpv2/NM6t1A2uZsMH28eMLAO
T5zc2LicAJrhRSHYt7bsIYuaj5bzslm6AlqXcrI3UfRkUHINARzjN5+RsCWRyDIe5b7RroAW9C5P
oBDQRzvcWCDeo/n0LM65Oc3IYomBZE7tAPQ7qyxADpYie8xrbs087lPtXWKnPnjqjol5adXwnvXA
OVAYz/DaYptqwrXq/BSTd62BMCUKI/eY3iZ9A9x46ICIYNiHbHyhdplvvEU+IGGqP0YbFApt04CL
d1vRprdds+yRAFkgWPlWRRnVM77lNf/FHr9rDNbsDESCiMFxMqX2sMWfnTDHiTDa9Jg9cNNdASvz
fMw7BOtwhbyBPpIf2tPP9dJ9RwqRdAMohKWty1aQosUb7G3JTo96fpq6YMdk9kucRMFqot8xARgb
5D0+3ggIOscJsmTDTD8ku5UE3hnC4Zp2IAGAKWcFdjx0lw+XeKiBEC5U8OnTaFHvAZxXCOoExWgI
kuIyb8NCjg/jz8/GiaPO87FANNQOZFIFT9h7HLbP4PYeAoOAKjP2O2bqnALYXose6/g+Qrli47ZD
LOxOwsM9buEZvMmudvspFIWe+gKRe69jMh9TqJAo681EN7456hMMK5uuZBacte7uJnEEnS4gXCf+
3qR4OmalSSdPcIgflAS4FC1n3u0xMOgp5Ef0NVJIW++ESvdbm5cw0tzpAUu17/1LwIogj7DMV/4Q
tOapD9uH1YN6IXGPHtOVC+v2I4wkhYTiSRpse/5f2wLz0n9wc5wWew6aryaeCgDpx8WfCudB4WPU
Xo4DKsJND6Su6S6sv8zZZ02AOr0GONFIwCx4Wy39KV7fuhyLpQ8VijjkGypt0BUrm0svfw1XWWTL
l22zKh7cjshbjj+IWD/0sQTfXQR6PX4WSAfutDssAUPLaD/FdeYbgV29DViqSB0XOsxotmTg6KHx
IQsAaWTPnoNNFenMqe9NT2LJkgo6b4rEtj8/UyWb5LmJlhsOJoqmw3wr2DGI0rNDbESXtP4t7Kcl
CPefAbm0SKWMqkzoA/T8Oz9sUHX7Q6/yriA9R0pQF+AIPySSYKJz311vDss2dXSYEeKTkROQs6Nq
EG7ub24HBuMlAzU9ZuYxsBcC1n67agz5X+rLcgskqq1/sgzi/g1ISEB4iaUSGpJRos5Pr9DyYiQZ
q5rXQKFhXO3iZdfz/DWahyPHNHXrKd63ha2DwkLyQ2FAfFi89jC059XV8ppc4kB6rZAvOo3UfZB3
mc52oz/R1p7C+DK1zkfpCf+SenvRCz4IjA9Fw6YUwGpYHxIIAQolyL02LqNz+xD3w3eS+WOZO3wz
idNnLrxH1eWfboX0LvDuyBDcjYi0WvTvFXyuASVh7Iz0SYFkIOi7NhZP0/bSRQ3NBzxWbY+hzEu2
kZBCCHPxlT0Fw/A6RtuB5+tbzJZXmZKL4sEZ3QIYdkuF9s8G0XycsAvR+gDwxoH2mc7OGlL00byg
cjtwGmm7A/C5YwxB4WAregCa7GwSv+qjidMtWSlI0gLq1mdhtwNovRI70POKB+8tLcAklBaxdTdz
R7LSjkqBth1fstZhCJ58CKvFthdRD+tJEyPTa/yyHOvBMvk/mGmHj6RDF5Awv9w2bRKhhMzdHjyI
LeYpiLrSg6G8TBBTBh1VSgBqeeac1j0/NGTdmz4ID4j7iY9KNCUf6yeVbM29cl5XzHboX4ZtQN2F
4G9J77zVyTsHoSoFFeLvIkhhyjzu6bb5EYbsfR0gLxZehTLp8l06KewEBg+Ddd4bmLT63iPYAmcI
+RA+6HZrHR63IewP6RQ/O88D4mdAE+kM72WvXbYbvCUoEL8A1UoHbgOaP0ggpipLmffGMuwJokvr
Ty/J74XvDZTEGOUDIu9WkW47skhA3HLMaC9h3YJcvuq1Psm8fkwHoHZa97cMWn8MtN39AO1KMeNe
ShFXahgJbgjow8pw6QFI7b6CRIh7Lhr7G8SbPWQqgyXJD4qFY4gzYbgVSwrRWKY9ezOmUVckUMRR
y3lh+JTfJCPaGVwMNHO+d4rn6Jl4ipWg76FcwwoWd12ZOvI1ExvuILozBx4Rr1ygcKGbTVqazrjz
AFMQgKoBJbAXxer3QI1g08KXhODtIaDJdjcaeeTp8GD9/K7FEMh4TQM5/6aboUu0TRSuWli/yL+w
kzfdltylk8HUicNCJuRNtpghYfnCWqjBhm9IFLnrDPdKji14P4742uqtS4o+bu1uHUJSBKBZsCzZ
z34g78sQPIY9OQDHu9HGVOD17xze7LPkfybKPgZ/An6X/nVclLKT/4Y5BllXf0G7cCDtT5a/Nkvw
Ggb2aVDRc+xadqpX9uOlyVc82E/d2o/Umx55iE/vReSuBddYDVvy1Tc4CshPWnOG4dmNR0sAQAIF
5fy3xXZ/ZiCv4aIMGjrPYUJjGydQREqENQo8XowTYtreBh8+fe1xzO9QtYqsvwVnt9GrSBGCtUOo
Pvtgamjjg9/m8XinwapWsVKqTCZ78WKk7RKr2qLN9C7HyrBp/9GiiURKnojrTy2fvpnrFoqUsB5F
JnFItshR9ABnuPGkm+ZNdexJd+q2ju1tT6BkVBip+u135qB10X4LNgQ1NZBmmhFNG5oobM5LtWZ+
iRs99ljXH1U/70YZSQAd69fizYdps95NmjV/oFoIFHpnZeb7zp9/8zExkHgKoAEptGpb955t6Q53
d+C2jhR+R9OBfMneB9HiAfnQF3VXgoHATJ6SshHBJxfjPWf1IQYFGV7bCUlMpTKhKsDK2GKbsmZX
z7uNUTwug+chX449+Qt6Qr+lFe+n44oeAnNT2bWmZBlodTkUeriFGO6rnx2GKpwGjP4Rz1NITetP
xaAW5RE7LFA+8AVhZ/FYDeql0RITVfoVhuhJ43RCBvxLNvbHKQTYwWDNRVEKvxqj77kaKKIZ5D2i
r25jCFPH0IPhB+u99mCRMWCkgTljeD00oFVvUr0yDKRwd6jVBgCjx/ENc9F0kxvyE6HXIUaxDBYM
gBmzgNnmJr6d18U1WNFdcGThym+X9DqieCFL4FbpM/cAnSzkskucLA/CzuwKczyFphf4l3B9H3ty
WnoJtApWbDrOrIPGy36bJK5y9wsWsoQx8HkL+9vZuX+6i0ZUzMXcNmHv9UUMxuilqZNFAqkCRVEa
dN6omlZ/ndCAh2aXCqMPwrP+I1Iqz/i1oeLw7VO34hvENQNBBdGuoy50d7MeK0TyQrsLCQZ++E7h
m/fyFsmW5sJ8vpNtAsJvzLoS93ckZYQLt4/TpspsgeCd24op9lpDdJRFwGumJY5vYqA8tzOORhFg
WQ7F+t6r7Dj0a7TrImvKuF+iU2L14zBJfjNBYF6l0CkvcFbs29GdoAFvQSZAGxx3Qj6boR/Kdp19
KE6YBCkgYcADRgQFjftBkO1u1Ebei2ndXfOPaJdG2EcOcG+W9TzvgtZvdsjvl6biDq/9ODfJLYq8
fMuuckmBjQD1+mNax5YCpKfxmLT7IQZXCzJ6vYXw0L2sLV+/oM4Bx94BB51uTesduGl+QjLyfdOH
NZ1krIsMJMGMYnpS/UCll5xm9RoH2KZ1XTT9DLJ9ip+mlBX+iHSSjqf7GaEeYfAXwj1A5QoDXMwf
HC5ZCK+5jXWDtSw324VN/ZuH/PnWG0DkgrWatIfyP9e0qeO/kQ3764wSJktV+zdMnHFpbKmTqEBs
wB4ZxM9Z+BOOc6G4gsQ1fMy7GU5rE14gwP8F548uavRxHuSZIxj6QLb6UUTmYkiw95Hmj2wI/Nd5
xKuvrs+FKf44tP4Fshy385s5op4J+ZuqP6xwN2R8zNtHk3SHZol3KALBHRCrJG4AgKp9L6DrANEW
fG52tYUVcVfNPkRTRt1G1l14/d2HTxzXeUC2A7BuCN/XvhridwLADmCf29oim8Uth+RsQ1vyRuaV
XldXkbEzZpHtHdDHCRbOQxAACEnDAHJotD8VYCUIzNN8DU+KePzh+e1EOwkBRII5HQg+zWT2yHso
scfkc3XxiMadV8lAeBGMbQp8xZxF/Ax/fBm7dDeix06AFHD7+lnp4JQlwH3A91Lri0Pjr4WHaQ/x
RQATSARL43JYc9zntMyQlK/Zm6vFAM0AaDoPF0wxdJvemw3txg/r3VnA1dDBZj2pEnSeNXZ7DOA0
saKM0g31aKvzpvQbt7yz5qH1PvVIkAxmgZQ0f9cDBpFBAf/THvLw91GhFttFAsdfb5fmyaXZyabx
MWE+BPi8EPN+zt8k3h9X+w9Tqz9l5MfFPNcV6WHEHkMc6vFJo1zU67NA7i2EIcWCZy/ceJnnaG+u
ERtLvu/cjwvUp81ZudXvCeCJad4ta/ZPYNcBhXWS05XnZEWy+vsknU4SAiLWVt1USfLE3D/Sfqns
fVUzrdkvdNvnfJirYILOXn5YjrukTn7L9z3gaT/aSqALt1bFO2uxNgTBbYR7WeSsALB19tw2f72G
njZoL0PtqG78fTbl+ARoLcxEpR+pgpm8gMOJ1r3Idh57SxO5w7qLJxc1J8I+GQnBjuJWlPleBYCX
5TUlqo0OkG1QEyf3cfeUhV9qQqL7yqpZk8dWYbUfIm8/kXmk0SDvLJfnGtsbFV1YBYkqHeKauw3w
tfGmh2Rbvtuo+cXFBeAFLZJZMgIIJ7qPW/9mQ9UzHT/CaAXWomXdafDJG+7WoYl5M/NtB4qkXl6D
kO8g/nEgGowsBvLWQfQAiVPevurV4eHaIko2+LC9yT8h3vPouUc5g6dwNtknbqyUzE4Rn2/8QQMt
bso5fOfbeOT98qzIp4JPQ8zp42yjPVQnFJaHMqjPTfwR8ezQ9dDBjHn6ApJzoeuibjor9tyosx7v
6nzSzwFnQJ68gxEpDbTDppgjFvOJi/qMG29g6/H2IVl3Im5gIVvgk4MwMsogJ703LC02r0YjfFyi
527aaEZIe0mgYBg/J3JaAf2OR29i2MLHQi6imP0TCKBguMEuFQXntr9sPh4dYEp2ktnR8u3oNcgl
ntDiK4lhkUPh9aq2O5W0u9j/9NDGxU2vT1BPHgTALuaeI8jlF14pf0UTqfHunPI+pFwiw8CYUuGV
ua6GkacPfPutYfuFhOgBgUpIhHrLImRiQQcwK3sB2qyXKwi93ULDtesw9Phdc4+LMyoVhHsRHljE
bwdziSXoLQ0NokBkAgfGxjPElMXkmJr4DkKOvH5b1AaLQ1fhypO4O8fqkviv9r84O49luZFly/5K
25vjGhAIqMHrQSrk0YLikJzASNYhtEZAfX2vrKvIqGKxC2Zv8uyy4iAD8BDu29c2zvVA0uhko72q
m9e5em/3VMSOqWAPbLzntuSfWvVdlJIYQVVVjO7JWGnzLI33nZUdByRe+xHdXCvF0V/DpbHP9YSi
qVBUfu47wXcbh20wfbSzpwsNnEYEEi07mTW3VRX6qdqTKB5sFpaUZUqcZLDSHGR9sVb/TeJVnBHL
R3gvgioGtREfPUng3RjCQMBUllQIZXk3FllAY5X3siyTfaxXdc65gnGEOub1egUxd0fdgP4vZK+8
RDO5b2as37LS9I6JSPO3Y+LTTmIqtG1kR5zkKooKa9eafnkll54LWnHbWKRuC4U7yFCfsR54GJLo
8+TWn2yDC+6gXoCVtC/ZWFTXAaLNU2zlzR0NEB/z+cNq0h1i9v1XcA23XbnubZWT81H7VDVHPzkM
pn8qjYccR7tLqjzAxq/zDFZhd9csD5HJT14+GVXLTVjuVVun76Q0SXGcpVTGee7DWSBtXCjnXhK/
b3PuF+3aO8cyg3+jqLc1F23dZ0QIZfB+sd632b0toh1H9N1qtMea73Oxi1Mkbkt7fLT6r5NtXKV1
dyX8z8GQPiM/3Yv0MTIH6jPd0VsXzjLtqSOfnNdXSXG1qGMS0fpxUzlvyHXfd6Xd37jDihROoNU0
SUX17fAGiWqyNwb7YwDVpAg++mNz27jYCzWU39oo3Xmtz1JSXmXFemcu9m9V/EWSQj4ospWBmFsc
ybz01HrVPfkCm4xUQ4esHG9Hk4fEfGlfTc65dPr8oaLR5qO7RnQ5LeKR2BpgOwz+cU1Cn4xEYHzk
nk04edSDeoVYFOlqvp7swn6Ky6RBb5e+RjRs9oW4C8Z4vU7n6jjk8ZlWl470HKcUH/+JLONLbi1y
1BfBjLF455EuOCrOOaXfzvhSGzT2rBR4DVPeF3ng3/jpML4dV/kZN4ieItD8bJEdmoPumxraK3TH
BpDNeKAARt4/IEmJqQeVkXl+CoLM/Dw4hnsGyOdfu1xRvHXYt87nhRo81TcazvuSFEs8uiXqleWu
VzbKTw/5URXFv4uT2yeDqtuquH0oJ3kXiBiDSJ8sRxIB/ovLPj4jH7afSusUBYg/vfRhwoqRat40
7crU/hwka0oyNV64cs7yAZC2vfOHZTrXeFqwaplp9MLFMOATCtabzIqH0KdZ87psleUc3SXOTx4J
+IMsu3PjzS/xzNvA2WI+yu5lmvyzkTifcXI55TRK7ND7vI/NlSuYOPUFimyxPrhje0Xp+BT7fIHA
2elluB0C896DQFZkBtp0Mc/X2WruGhUktxjtmIdiNcww4Et69NzlxqpjdKFFFcdXVe4gy2o8fDTH
rChehGpkdhRkScK+lwLFMwpiyKqlLQzWk/htmqtG7Lw+IXmZJ/xd1E9ZiJ/csW9s9Oe24x6p5dg3
SvKbemoPZGqHnMJo5KfOKYqaOuzN6hlkaPVcW1ROaeT0HppYtCEWl8Mxd1PxzuubuxwAxJGr5qWF
YKLToOFuMzYmFIqaVMWamMOblqzLkby+9TgVF335vLjDmd57ithqRhi2c0W6PLUjAsMdpALrhGA4
OV/wnbvStt7kUfNV+crK76sI/859Edf2x6n02m/jJdUbC2vaNwgvD0Xedt/W1ERYGK/qlRgc2Uhs
9bDWnXe08RY9LmVGlbgx2ruS/w6JwzJyrVoNhqAmI8cdZYr5SFHzt7FZeho3CvHYud57RO0rIqjo
nKHqOKHgtT9Si6diXdPxqMRqHOmXYfWoJutgQhA7OTRWf4jzhHMuyq1P4P1fk6qVw0WJ7dy2/WR/
RrFW38QIIV6bKptKJKac7E3aCJLJOGMbWlY7dMVk2lywd5LQP0+mrG5dg6RTHZ15FwNr4+xcQwJ4
HUareXCChJsjRUn22xl7ErYmcj3GKDnXTeZVYnAuM/FtuLeKxfkwVkFb762+D76Z6YxeW5rGGNJ1
cSLtMTnHNEMYlnCjCZvEIO8bkYPwMIDwaQNQxVK8djS4vFFD1DzT69VTRlnrQzqtn4aoKk9muRav
QVbjCtSTLKIgOzY2u3FaZU9wmLydsXJ0u1jG8ZIDbnejn3MwKMU+aCfx0aqUeGjNSHwcuNdcNblT
QsRe21B0jrgvuT9wwmk4UdExIsWBFlILIU1LA2cyRVRBi6h1iWurvs0yVP8AsvywaQGtSb/qeG8d
ZZUob1Cpmne5vxjUE5FG/9Y4Y4kc3DC7g4vs5QFDwOBL0RlWmK2GdxybzrmLAJOeMGk1rslQXwxD
iuqhH435xRvB1olOuI+9tfQntxjpPHYbx72B5Rvc+7ntHcZmQCJjc6VAOY50fG6nluuEO34pJhqr
QzqgubNEhbnv7K4yr7vel7eLiK1na4jRLjS2Vx+jgKIuF7DlUKdG7SPHGCj32UN/h1ZE0mVaL/Gj
IgF8VNIaH3N35vcNOJR9yCxvOgWYG985MA74b1AHEspc5XIxhLkdO/HeaMwXP4rW7tSW6XyWZeF/
ogkgHhFKlOix2cWMZ5GjB/I84zczKmfSDAu0+Q7ZIy2yDhgfyzqCNqgrUhRRcB/EZE1oo1WHIfN8
XkvqXFm98zhHLX46lDLTYwQYjdSGa3FTrD3rRRaR/UiCByFr7zaFde9iEWnsMgA+3A8aC8WsoY6G
gX8WMSvqW3Ib5L8z56IHRZ0ragNodOY/eU28hHM0ZTcoTMdjPaElij3XO/vYbz1HxZw+NdwvWuGV
9xkHyX3VTtG3tOmWaRfRVX/X1OnjTDN8mAAisCp8jZVnU85FX3teGiH26djEH6bck9fZ5LxMNZ4h
cqjmRyGGleVa2Ed+lmCuo+hMEmm4afPI+nBZCk9OwB0KhejybjJHXgLfxHOcCydcuob/For6yZWd
eSVlvbx1lUvWZS6to2+jrknJTzyZnVBPZKoagwL8kk473xypatI11Xm7zJAO3lND+S6hkhBhwoSJ
SzndRKCPrv2pb4mI2DjMvuW/yhSoS+b4w6luqP0SQxRVWsnngUPt8ls2JYhq3elLraib934TButI
PXmg2feGxvfq3qsDrk8ZjU3EYSmvki43z+4s+IQnmxZbeVqxM7zyvJqMv+9BZzPb65Z79lOD4veO
0qU8WS3SXVDfy9EYCmIs6yo01IH7PONVewfCST0gbZ3PJQmx9z5onHzXwHlQiBVmdW9TJWkxGzMj
zjtj/jgPMx1paZrvBpE8L2VnPyy8W2AAjmEfKSd55yKZ36eZXzzhTaduadiLXmpjMY8AnD5YZBdo
QeitwzrP9bmDJBoALDhZY9ccYAmu7wJHfQiE6R+b6ZIcrZdCvfcnO/EAKcbuvKMZi3TS6g3NuQOg
u3fmXNxlmaT+H9fmieMPdaSCqoQvKVeulEkfPMdCr1WSBaKefIPa277vW7fbd/n6iUQP+Zl6mr9E
mDXuZTGjwKBRmRS6sI5z09GcNlBP58awROLYzCUJT8OMqBmXNeKMykuP3lRUBw4MA5sGB5Eq7zGU
VuNVSTav2A20fJJ8+STi3JIs2C7yoYA7yAFb8fyzVfHqaOAYrpEIO+YuTy8qjHaeGvRfKE+Gtoxe
8cL2b5fRvmpR2BwQfaPnyYqDGdTe3jQn85oPND8HYvK+lHmAapOi5ANSDps/1HkhSAF6kSZLGPem
SPjddX6Gw9mRgYln98qc6IUirRtzdV6G6IGvjXt52rcFqqcofR5QPHLE9Mf6iBNGeh44f+z4s/5L
UXT9GfArang/HXktMQQYpPK9SNwdacH5QeRqIGWEvO3eMwvrsZuq+SoTUYYWVKl1L70+e2m4I6D+
aiGpNFY8f5vKNn2QxeoCoh25ktFy35O1COZrhLFUdBLGox/JWUfr1veb9jGXS/Slnz2mrsbo5mEp
jPa3ZajXb3lR1NfBai6088cGIlN7vFRg5/gTOgznwWAlPwkSUNdiHFOMmQIneTLokzmusTXcTIo0
Oa5z1nmdx/7jEK8Y9AQOp2m7aJ4D1aZ35LDqYwmhdp8k88eC+wORWBskDAekHm8V4vNvRZ6VdwHu
v5Qs4Bjt8CNOuex55h7mb3xY67k7LtD1n0EcI5ullLEeurVF4FpOfvcwx8F5znD4a9iSrly/sq6F
xw6fT3N11/ZNdUizZXmYa0Q9Xeo9R9QnT7NnZx8TP4eC7nBtvVGGqg8GfL3OSNZPLcSSt/0QINLK
MIAqvHl4b/Z8VLs5NTsSdIN3g6YY5eL0hCnQBzLwSBLMpbsv2swOh0qoh9mMqE+nuRe861zVnAEM
T+FY0gFo1Kp/so3LxjCPBbuQB/BrHNYVVZtfIWJaF/9+rZBeETPGbWJb8ksXM5m00dDVFMctZfaK
NJ4PMWcXxev0tGZZz7tzzRWZj5tV+xng3jF3MuuFxeSLoqp4RVmYDk1SC8dpMpZTlc7ZXbRkxEgU
Z8TC5KzTZzoagyc/vqM3+KiSm8B5jMqkvAbm0uHsYrM7Rbdtvobks3d0c3AE6KL15FmX3Xw1bmgT
PaxSVRRcbpwR/WEHEdGSaG3LG1mlw2GgK4nrZLTOBL1vxx11oMg7c0BxvlKTkB/ZOaIQ1WKRUizx
nK9Ba0Tv6QVNzgWJDKrnlOhneg1Ng4N95h68xpKYVxe4P5qy7fbCT8LS6s5xnr43Sf+pvb9a8aNv
X3uyO3cR6fWGdk9Ofd16VdCsNaRxB4pf3uQrTV6KJgYjx/HAV++Nmv/FTvhrgky+s7z+rob/W30B
b+uS/9M7/r+3rP+/d+nXru7rb8Nf/qvwtabr/rXX/9Hlab7WzdKhBxtgFfzr6Q6fh88//D/HakiH
5Um9dsvza08V5t8N9Jd/+f/7P/6ff/b7v12a1//9n6+1wj+B0WKKgMj+f/8DvzcBXMANP28buEIq
8PkP//6fXQOB9w/8lmm7xt8Z0wj6a//dNuD6/wAqDFkJ+rlJi4cNHuBffve29w8T1iPevJiA2DQX
oOXva46b//s/7j8gskmMkjwBMBSSrPg7bQOXnoD/9gwYAkWSxExHNz7oozmqc5Cq5wREmMOx/BdW
Tj8bV8NUBSIdEUPM3jHC8IvSOQvhp64U65vvpvdPKAQ/G17Dc4EkogQ+V96xb5eZGhi9uK9ZYeX5
3+J7/ndaLuyD79gGQbnmvsojl+wUS+wTu7tLQchyZpPL1wxBXdotXqXbfszlR373x3rePcbllXuc
UQ6QdkEXxpVkcf1f8Asvc/5n75hP+PvxPVoMmyxY3KOC3H9HX6ss30xmZrq3mNhUc2h4Kwflcmmb
520/SKMTNr7ZjOSp3ONYABS6rkFzqb3sVfIrw8sf6Xr/fT0aiNFP18kcFF24iH3gH7iLDcKnyTmb
3Br8SesuHjKyYx1UW6AGZiGtluw6MtXzX/9ADUv53wfQKHTsejQb94tzxGMLcLIv/JDS4rcmt9uJ
YlA8jVz56Tq5rScSxkeFigyhgxH7dFz89SP8JAJ0x6MiXsqRLkWmALTM3u7qb54zpb/4fT8bXAO+
1YlwJ38Z6HJG1vPBrHEniUaV/S0y6n8mT8dKIhZJMeTunGMOCurVZAO5rQwScP/sXfupb/XPHl5b
G/D9cJo2cVB0DR4i0okcB3pu7xc4yZ+Nrq0MXQGAsBGtcxxqY12POC/SLu0iMfM2Pv7lD3+3GoiZ
CwE8Y1aDWipq7a47k4puCaXDX385l3n443LgBFrwlME4ORkJpbAs+hZVXEkO973droF5PRgUW54W
8oXu1V//sZ9Nl7b2iGwxqrpvjJCmSY88T9onw/tyGIxv28bXlpreN5U5zY4P+NUqj0ssEQTOad53
v3gbl9f6x8lyTW2ygjqXhRJLFNaGv5Yn1G7NeKQGaqHWTRMZbPwz2npiy5psQ2N46O1g3JDzrCsT
hhqIvGOTDtO8Ka4d3YyrrUkZ23NJZk/k69u8W5D6AZN++9fv4s/nCq+GH79cOCm+NXHGCWEqUyHt
O8++jeVSty85zLO/BwL99+rh6KxRxGXofTxwhegFlyuDXpWHIEbUsvvrH/HnHywHrx9/RB2li8nk
uKHyWlS/JtIr6k11c9w2vLZ8qJEyGl5poBUhrLwduFQeqfV5zcanv/yq7xYPldrVUpDFC2U/5rwD
0JYXBcpC19W259fiOQ8Mpw1mZj+gCaC6aiynmo4dwtvpF0jZn82/FtAIle3e4jIbBn2Svvf8nob6
NKZxYdvza4FGFz3mwaDqQ3rOh0u+w56pMOdk+7eFmG7mOKeQHAZBZgb4TSOv+lJQk8qU7H61N1+i
6Y8rkqPDWJc4i81y4hW30YIiJIuxxMVXfB3d63iIYBvO6LurD0Xp258UmpjqFyv5T848jq8d6UFI
Ydq3TiyF6KCb68ToI49sXR5wrPOHKUOSWF2AT/s0cZvyhAE70igXNWf9ZjQHtDKb3qCvBegSuYbn
wzsNS3TBBzudvND3il9ZkfzO8v6z6dUC1BlJgraiDULbXCHgrJA6Bzoa17U4N4HtLQ9xX9bfGoOs
wFmufuXczzY1vzvh+X72wScX7Wz7VHXSv0/3YlNPqQwbDzTL3l2D14YGsvYXW85PAs3XIrnoYPIv
c+aFndFMYTxYF7c7249/2/aatDhWVuf6GU2BqCFn/6PD7nbfm8bfs/P6zybga9tya8dVBgYlCAHM
mThkWD6Nw6B+l/4XX9nPokxbJ3rasRwxd35IDTwSVyScO/PL3FhEHNRXs95VaDxI9600wX1tyrX/
FQ35J69FJ/jZU1XwEXVIsfyI1CzqTnTMi5KI0je9GN1+ZpWQuSmMeEfVOhaV+5EspUvxZ9vo2iLh
RoFZZe28hpQsh3CtgKG5XZP9Yg362eRose9aJjQsjqphJtJyLwZ4oNFCm/m2Z9dCn1tP7VtpTYKw
B0lqJtZLRXFwW7h5l5/03c5suVRt5iJew9gDQaWWitaFooUtunF8LZyTTA2N3S1raERlcCXGOYc9
7Mtw29Ro0WzD+2mGnNHhQsn9ZCPHRZLy9xy2/hPNnhbNfiVWf/R4rQaFp31uK9qJKA9u/OC1UL70
CJlT1K9ha6XFqQ8whh0duZ7+emYuH8ef7BeXrN7377WKnGSlMW0KJ8N55dqZjyc55E0VDpPnbvsF
unWBPQKBwMduCm0C9zkY6uxoyTrfdB2H6vnjLxgqjkIA5aaQJJp75VOkQ/uCp/1fz89PQtbVQhap
dIGRWaZC4M3yJi1K766Zi42PrkUsG3WEaZiN6XGd0aWI0qHfe8lMq8y2h9eC1oniHnAjaR64Q/M1
Jf3hViEh3BZUrhay5EeN0VLZcIIkNfVvAPn4xYPToRzfOPfixzebWymY+1HMHAmpx+WN85Fm/+oX
H/7PXqwWtA5MOpwCovEIV5mmjl4JwA50UW+beS1o6faClZT50NAq42MnON8hqfuVy8NPHl23q8+b
lb6k3v3Xo0vRQp+CrbXt0XWrGtvxI+UngG+CCWGruIzeb54YR4vWHFVQVPSMPmdBssdoEsWMS5P3
pml3tGhNsDCpTWEyuhSvbXqR46XUjrcNrkUrSozCT+mkOwarKsPCQ6qSILXZdjbQqUczYNWoABJ3
dAYYr7M1CrR10bDx2bVYRToqqto2QYCOawUFKX1V2WptnHXxY5z2a4ftdYKZZ5knEkYD3SiQgzYO
rsWpGTmdvSQG9I7WrA79nH7GHaHfOLgWpm0PgoyTMIISN6APIUtRKHbC2za61PZWytxGnBoBjx4o
666nPPIIQLbYVKJCxv3jrM9KigozLRWuFkXM3Vr5LmQ1YHH9tm9GN4cT7RyUcPjHcJFlBZvIbpwQ
3eXwdVM4SS1WrTQSXT3DdoqjvrgOMoQ3WOgux22ja8Gqugha9uKocAjsT1YmnnppP20bWttV537J
ymWB2Jgmxj3L48dFeBvTd1KL0wBvCc+qvCFEgAU4JXHe1nlUb3yhWpwi/rnwaZQKjXRI6eH1bj3R
/j3Hpv8cgqUWp5SFp6YH5H2sivm3dLFehFP+LT+v/w6tRamfYlDOfr2EDNvTGyB6NDwLhirbll5b
i1PaX1WSy24IA1o5PsiBdYAuePAmm74XWwtU1RYCeSrMxxLdw6GevS9J2kTb1hhb209Rb7egPToV
ArVe9mDDePT8V5XXnxw0dBepoIKb2RjlECKdDO78PrbuCiNqXrbNixai4kLWHLqUzzFBCG6X0wfP
Tze+Ui1GVwnaNsJBls7X0UbSiP6p9R+3PbcWo5KugCkFUBYaWf9WquXOkf3dtqG1CK2nKII1HA9w
VfBbMbLoNl3NjfmBi0zj+6ueZTUNyndhHAE/PpSL99HvlmLb0mJrIWoknNPR7qmwSKqnOq5PSJe2
reRCi07ZQDyeyanTPzVi1CJupLNtBxVaYDYLvdF1w93OLeNbv57Dqos2lVnhaf4412kxzIlSPHRT
vltHuMbe+01fiNB2zSLIUArnvESZ5F+6GcEYhKhtQ2vxqNoxnyHaDOHSZ9Zb9JYizJTdH7aNrkWk
jZ9GhfnxEPYGUgJRIQqNgg/bxtYiMi9SJIuWaRydlNOtYbqfJQT/bSus0GKSD7ttC5MtOYF+AYZD
0gkXeOO2wBFaUPr96A3SGcHkum9oWPXJYm+bEy0ik5i+2zZZhlBhsrWb7L7ZWa37dtPglhaTE/X3
Zami/mglDVgLavutnQ3bvhRd09UpZeaAMPujXziPtmq+pgDWts2KpcUl3u2L2fpYJXWl/egw9qzG
rWNroWlNqQf73yJtTL/HrfLj7LqVs7txVrToTHoJzcNRfCgXdMlqZu8KN9l2wPrdTfK75O4cKDnl
sLQghy4DQBAZufVBcAJKty0tFxXi91tPM5USkjsxFMvmszGNLxQf3m37FLXwHDHb7FybeVEKylQL
gWNn+2Cyt42uhWeX4EZSBjMPPs+PgEav5xFvjm1jaxGalZ4pvcTuQxqFQOuMLogo+ow3Da7rqzDU
QHOpwCOaTfEkjWKfdcm2Q4qpbZudY1RLbJd9KGij3dNf0+0tmX3b9txagP7uVuaXQ4/AwP0Y9/N1
6jlvtg2txefcDRE+UkYXLhY9mwUopBNWBhuVEaYWn7UzgeJHvhNSQgLmsNb3GKpsLPub2uZJbydG
Dhh6hDXyF9oOVWfcGKO5PG+bGS08JwMfIFyueKPj8lvPCW7u/S/bhtbCc2DjSRq37sPcjZ/nprky
y3Ljd6jF5hj5uZsVsgvXsYVXMcVwforq67bn1oIzXSX2R3Pe057b0Mu93Jf+r46dly/ijyUXfPp+
XAwng3wwrildmJSjg4jfc7O71oUNO2VCLfstzy91MZOTV3OV1zQYFqkNgQrUeJNv2vz/4JY8o3gs
XC/qiP8RMHAPxc0a5bZSndQFTLFIHCg5EJlRvb6UI7hSaTTvt02KFqOAnBvarrFFc0Qqp+Nqq0Xu
Kr+AwrTtD2hxKrGq9hUuGeGKnWNairdpu+0uzvn1x6+mSJ2WCzNDR3SJDGb6ENnupjKURIn/w+5c
+EtUtuPShTBQRWjAkXqy4indpPSVul5TeKPpYEjDg2MGs1s6GsrlRsGYDLQwLefIGOYeYBTmM3R+
jd6pxWZ1t+lt6lqoAfsThT8K87KYN+Mibgpn3hZDugoqAKamsjbuQi8CSg65AjYQTWrbnlvbQwO+
EnMWeRda9fhoW+1tZw4bn1vbQzsYgnSFGm3Yu/5LanVP9OBvusRJXwvOaL44GzZZF7rMDJiweIJp
WPrb1kNdjYQ7Mh2nddBSt0lasEL5kzKCd9vmWwtN0+SeVTlmG8apDRwf4+vxCHPY3TgxWnjSz44q
LVuIm2CBFqZc97lIzXXjG9V30cxxI7R2bbgGsBqtXt6zk26rnktfC09lwF535prPpcaQFOSxv+BM
v/ODMd+Uw6He8ePahTzXDOIZNlgcJxPN3CTPwiiSENo3vVtdbrTkSsE/iJrQx8Ox3Y9TU35TwYV8
sW18LVatUpgSEEkTdsnSH8oYyhgz5Jy2ja6Fq+fNM/23ZhOqAr9700VXjoP9xvXR0yJ2KFDg9XbV
hL304gHCsMg/5wumSRvnRttN57RzO7yfmrBOQG+k9LXPhbVtz/O0mKWtcCoNTzHvld9AfzX7E/4K
yXnbvGshO9qjvWAP2IRZ5KwvZh3FZ+nhorlxYrSYtVknHQFLNwzwK+vBBPo2IIyoppV62/NrcUsx
Lq9hoTHzdj9ddZ0PrK7YlpuXuuTIy0uBxrhrQk8Ob9K4x7VueLPpuXWlURzB2SqKuA09mNtVDa0z
kXRWbxtcC9WWlLmPBW0T2l3mf8JfaT6rvBy3fTK60GgwjXlZ8XsNidQAOznoicYCgmTbs2uhijEH
NfqC0Z3xglS1muu8+pWKybt8FX9yodGdlNt0Rl4HgSMcXXztdlSLcS8wvXTO93EZxPm5bJbpjcLa
78rubcMNhyRpnbc5Fh3towycvnsTeKV7zqlLQnnNq4szbpGSjI/n1geMvmKj072bWmGovbm0Vf65
ThLjgrkcacynrTFRR69RszoUFlmyvUuVer5SLbSQUHhzIq8wfpgW6IhkEz4YKHuXk2VnvXewvZkx
pyLFsSBuA8wSzEKs6lSCl14P/Vja1afZkzJ6HKRrZF96y2nb0F8vTqHdzO89XNqnj5k54kJQeQJq
vbvgFneOoTmB0PYr+sLMdhVvhA/0ZhRud4W1SreGZh34y2kqi4stcSdj5zh6kySFXSQjkHmMiemq
HgPgVX6XYoFRQtaxbqYqynAttq1BhgAk4mmPZ8t4ta5Ged9VoykP8uJ3CTeF3vA3hUWL+bZTiK72
KmepcO+069B18Alm8dyJ2A42hpb4cRe3ZYShUVs0YeKWr5HM38By2vjc2lo5UomZC8FzOyoK+6C4
jhxrU3JQutoq6YA3XywySKEI6I6PjAAQVQHQZlPI6iqvzoxtN6doF8YiA36Qt9/crNt26NM1XgAw
A/AgJl5Ki2ruadBKz7U9lNuWMl3jlbi4UFfC7cO4y+Wt5PyK8l8NH7fNi3am6TDHGcdmrMPcj9X7
zm9XkvkVqO9tw2srJYTSgTaRoA4Dkso7R2S3yQqkbtvg2onGJIQR8sBaW+omKg8YyGfh3JrpxluO
o51qLIx8V8Pmi3Tj0pmPor9gRj3DydvDth+gBepQAtQxkqEGYVN8mxp57Rj9to4O6WiR2qipG9vF
q0M8O9GRDb2H9Z0dZOLbtmfXwnV02tUelWjCosWBADeN1qbGDoR1mxZD6nqvqakKy5xjDghwN3bK
m7JjmqYbDwi63qvxpihbY7ZwajSgHpWFp4ExmeGmydHFXpNJq7STVjWNrkVx7dqjM8Dd6qBlbxtf
i9o+q2KETDXLcKW866SyzU/caZdNqWAptaD15rJdy57zKqms+SrCfz70TIDp255di1phFwpXVHYn
7IvjfT9BrVVDWW5bcHTJl9VZs5q5J4fAfezXBLU55qmq3Kb8lFKLWEeAb0yyvAlRzo/GVR5U1h48
zuT8onb4k746DKF/3LtpN40iF3O8cAX8271t8hQ2JDhf7CwmcENvaTjDlCIogH1nbR7s44DL6Ckx
HKfe+Pa1wKZP1zVVxvlzWtrEh1SeAaCAdtQUp00fgC4Qc0175c5yWZmiAVh0mcb0nYGuHcxt0aFL
xFZTdXS8iiq0bQt+2TxlsNsyELIbD1i6TMzt8QWr8IcOFyWQLa/qBfX+122zo4U21KBlCNRahU2H
78Ic29/Wwdn64Fpkx7iM9T0WkiFn21MhcCUR/bYUgK2FdWkYZjxBEMH7cez3uYEZGY0kz9smRduJ
hwTXCmvC0ShSnQ/OCd4wXggbt0pbC+rJg/tT8UbDtJuNL2U22V9xHcqO255di+g+k1UtsV0NOWvd
e+OK+0r8C5bLZW7/5Kqo68TimTqj2+Fj2c8iucY3EsvNtJ62bWK6VGyCbOmPuV2Gdu7XMXZefnud
eApo56aJ0QVjMphr263MMvQw8ti3gX/OpbVs2wd0yVjXAP6NAvzsAplM4NJKufeGbHz660e/xMuf
TLyuGwumfBkniH4Q92TLkR+kWgAF3qrro8utrtp2xtK1O9A/QAkPXRGunfeFizqmGsnLX/+Cn3w6
unRHjgACHdqx6BDEu27X9mp8nXCg2Tb9lraKpZyVcXCuijBo/IjsTu9fla6jtoWUpS1jtcjUvHY8
PBbW3PEtgUtLjq/stqnRVrLAXb3F6Ul2YAhtYduXUvzFZazKxm033Yv79/f6HShEke/aMb45yh6a
He8hu6yYUB4Pm36B0H5BacB0HIP04lQjQAybz7EVbZt6oa3EMEMG34S9TCe34xzSjgrNqqxq22ej
qwMr1hgjR+wJz7yLnrEca95UibOtSU3q6sAirSwFjx2fGdLUT01pO+GQOv7GSdfOTQ1JI2i+l08+
IdlUt/6TIfG/3fRGdYkg/kPVopYUg0wcFrEpypv241oE9bhxfO21+uMUgdFOitBK3OXgx6b5WNPP
97zt6cWPH/zipmS4ptY4xFA/6+vMtMx7IRpH/SKg7Evk/Ml6/Du/4TvJnSttMbuuYjVzlVM+tBYA
7HOaj2134iKmBKhg6fZYexVzfWss3ApuG0ywyo/CsuVJuWK98qSx4IuyRgq6woIhDe55zoxvbNvi
+rLGkB6/1NGSqhOWx10NXzGbv9qllDcjZozXS5qMJzvCdypYYWAkO8xo5IrtMf0tT/mFU/G2Sv2m
P3Bhkyv/azfh3Yvy8z6DD74e+Nd9eodhQz1+3Tbp2veIrhEvKBqSj3FkZfcjnvK3IhUw/TcNr0vi
agNLK7KjeShm89UV7VMAnHLb0P6Pnwt3zaU0sC8L7RWdbYFDkqhxkPvrwS870J98KjpvTCmjjDH8
y8O2gdVx1fVrMWHGgerhMHFDiK/wtS2S/8fZmS1Jiqtb+oUaM4EQQreAu4fHnENEDjdYTgVCCAQC
hPT0vfxcnfLetavNb8usPEjQ8E9rfbdV18jVNRhPgmXpxtQpMlF2SEGWPgbTN2///Z9yOc7/0z/l
6h5pfb0iR6QKnLC0raI6fFk6eNT/9x//hy11PSR34VWvCgi2U9av8hOmqtOXvG32H3sXR/9S2fyn
P3F16JBa8CYxkzrYnYLD3C7TDArFNqPYfpYOirZ/Sar/6ZNfHT8YT2jWLesBR5eLUseVwWzWdVF/
kDrA+xYT3TdWla4NwpoWtZN67vHSBqAkVJp9wUF0Y0xFrjZ0BMMRFAIGdYrRjluoOy40/njLx6bX
Q3ScYpYzQINbqWbiy1n0lh3HXFzI7M3Wk5umC2BW+vd9zfDbmZQ8gk0HjAShdW++ionfJm2l11Zg
1otJSj93J84ZWEcZnP3rNr4tWaHXg3SbRCmSroDAgz+VHs3mdZULeVMeR8XVRiaZiXs4+NZVvMl7
UtMiHbMb3/lVKOgpEMfjgp8OIQX5YDpqmdyUH9LrGToPIzRphQKDSyYPnMEzGZTa/74e//PJRq9n
6DBWeDHClTU4x26676xdThGjn2778auEvGaAyHgaYbHHjT0YM6eFF316vO3Xr3YpEWquGYnkiUtr
HjD1+mVq/G3msBgu+fsOajJ4m2/JKk+9T/rjKpbhjkz9baOo9HqMDmBn9FP0LE+y66bKtPljxGd7
uOm9XBuG7R2ZVktHUS06lYCyJ+7NzErdVlSk10Zg7SiWqU8HUQ3b9Kz68dTN402XOL0epfPtvje6
QSDVL+B4D+tAytCzfzl5/2GlX0/SbZjOD1D4YRNZYB4xNQZOmr7xSLx29Qow6bHbYiRUS9qXQ2MA
RK7nQdw2kAYhyN+Xo9AemgvFBIRWY0iKvK/nh3EH2aC8bc1c7dQ1G+qBT1TAHj+gZ/sBUwD/csD8
jxjn/42d6PUsHaCHMcypmvYU+4huD0RqBoFRAy/Pz3BKGk+SCaCV+LRpAK1QXXMleMtsg0Omyfxx
WgWZDgEQg+SH5izZTnVOJb+pAg8C+N9faw+qZsAytAfJ9/nI6gWewpG6ra9Grx1+qEsAj1LAjVGn
W0xZACS8rfu/vNd/WM7XA4Qg5cSwDFkumd68NGcJajSocVbZobppSVxPEA5SLlket7za5zbD2eq7
FS78LIvpTWkT7BL//vLnRa1hq816WMfWHHQOzqIR6U1Fcsqv8gFEm4waqtdDfLEsc2yCyDzlN42G
0+sBQsO31IJ7tR62FbbTvU2nYuyBn7vtxV+++P9KsdN2hZB/BY01AeenpAqYRdT3ft7241eZwKjy
nBBagzWdtLrIowjasz0lt13JPPn7ozcYkyVpRJfDiKEgEN/n5rnndHm/7dmvDqnUGUPjbFoOkUDD
BqSx5iA9u/HFXEUTcnbxiB7ycoC9ZvI66F39BBqD3xbBXc8OBtC+pmXdLECnWV/CdBtmNml9m2EL
vZ7BW90Eyyzu7cHzOBSKAOzO1Y2xSnYVMjO1ZhGd8OhBw67FLf4vMre3aQnp9QheFIye6p6uhwbq
mUq4FkzuBFLOmxbM9exXgAyilhsCK26Sn1bTT7oFIfC2375a6i0QJ+NowHQC3YUUuwHita4xRvff
f/0/J+ywBP37RgJSYUrUSPNjVvdse21XLfXRZxfoXTob3IL//c/8wyVyPQlWb7RO4w7/CJbk4Mkk
oKoN+3rbJBgoGn//RxjQRZclw683zQDKL8bASjH63zc9+vUomOqwpzDPOB/Mbnwp9dSB1lnfdntc
T4IJk5JFMzYfNgV2tr7gbGFgHG67Pq7dvrzGDg6zmw9LG/pjbNVbiDt22ydlV9s1tDoNI2o9B5MD
3Kz7HbR4Od829k+v3b4G7vnC89ocIh3NZRfMUFAAKP9l1f/DcrweA6vTtAcCOTMHuUxtGZjuyxzO
9dVtK+Zqx66xR8l5bvJj1w3hcyBmf+/I8G9W8v/07Fc7tqbOxUAZmgObY+hRLre2SeJ/qxH+069f
3U4g3KBc7YU4phFK51sE9PHw+abXcj39peIkrsHP4Ef4fIHivAVMJy7Ag3297eevQuwY8NYxkFkc
mdEDBnC7PWsfs7gf8tv26vUEmLH5ilDYiKOwcdGJ5L4nN4Yz11ZfMOKaFp/gp3WK6+8yDzHcNpBI
rye/wGeQdcsncQwX6yPl4rRM29zddjmll2X0v0LIjvTtEvyYVnDhuhtm80qy29wE6fXYF2EYKqJa
p1WG8YduiB7B6Ppw21K52qBA19ftTIe0SrJVx6fU9NBdt06vb7f9/tUWHUwMxN868mM6xmCBBhDY
7i9SvX/zE7wkLv8h002vNqmMlElzB0a2NpG9W+pt088WeL3mAJ0qr8+NDq59WkL9/5Fc/8+V9B/+
6PWMF/dJPWzd1CP320ECLONe9uDxKZDagfdt612BrjiCepcUA51wt++dnwd+HnuTtfqIxBocvKIP
avPntvZR/YNSh7G7gWCkVRW088EBXUhmMz0qgKzM02ZrF2fnPUr5pIo59A3Ye4QKScGWX7hBIARw
nTEFA7e3+WHmVq9xkSou9ZmCdJ+MlUdCz5sKJGE3l8rTbv8ECzm3SZAJgfiBzbeXux2Apl+jDGxH
D2t4dRcblcH6XqNmuegCuoJ+xQNakDrfQHNGNtDxLv9LG43/PK9TulUZxn1pseINqXLbXCJPwa87
qEuKUDv8GFG05eBSzoA5u4LlWdN+GyRg4790swL0AyEnkMy6gNtX579ehvTuTNB+LwaYRtnSOWlj
VXEIJ4HFRMsmOURJvVuwqbHSRLllzjNdJVtg5CHOt0wcJVuDhi5sGv0dKAFDyTOzZU8dWWVeEUkd
LVueTYjCcp1XuYYBLtC7TTYNmN/sxrapFgBNa16iQrI3I55sGkBQzZOMQzeyyVOdcoSNOEsyvd7j
a42tBCEQkV0h4qjXFbB4yfdp0VnlfNj5r1UGT4G3G5l6DnOSZ+8tELP8mS41pY+hbvO1Ae8bGpX0
KNwawxEhZHztn6DQyPG9jJQGDwequGjWI4GrMaIxTcag7nxGd/dzyrUcm3LcUAw+g0Wdi8/xzmFG
WPZDCpJYk0cXG8h+7QcXQcUSMLQFBx2+biso2FCTjOeEoZCWnDM15C0owEocM9UOIFnuTs8oSfjI
bpfIcrMPZLXq4GacUc/Z2Kzd531PmiHHchiT9dhRZvdybNo0gUts6/sKeU2bf8sXOowPYg8oArWM
rPtcOLOgmA9EJ+MJIiiQwSktBaO0+xCrfM6OMFhR+8OQuBhVbbLAWy2gzbxsDbRbxNtswSRnBpM1
0q8/kz6CZmbeeGo+cabjvGpry7qfyH3yHptGpyMQnx0b7bNaSZN9xnjWpI+d55AJiZGM7D6wKFGP
cetU+C2HflyhmJmjMX2esGnbw2Ban5yNjrvpSxvpnCRFN4y5UyWZmVEHcFDT6KdC0Rl+DZh8BDBR
RRFN7iOXhXCv4bAfDhN8gNjJIfiSvwieDNRnlCBseXnxUaUyEIsUdl9o5r8inP5fYbJX0y/rfhlb
nWGG69Dp7RP5ROqONdU0DVP2C2jZQMoFTKXt28TtbAsFoRStom6Ymp9QnbTA5LaW3Id2tlW7g0Vd
pnXux2flB47/gk6TK/eR9OQFzvyTTUuy5nEzFU1LI/9TDmJYP+5eMvlXopBwPCTtNK13go27uUvl
1jdnmont0uCILfRZsnf2k8maGZ6pnAh4WCSjoVERLrtjaZjLimjxQNAHq+4sn2HkAHRJPRxRgW2h
5oxRkfwUWYh2q95n6/Q2qrinz/hsI31NWVjGr0kkuH/D1NTSV3LtUpNjm5DJv0T1rrcnINLi5ol1
S5t+nlNQn/C5LYpspRkvlx/4LigMrMmKOXDAJ4B7TpwEUluyVLLPGzysfmz1CNtBQN1zq0ARUHY/
cyem9rRrMvEiSRudHIdm46FclybtP6l48f0HbYzJiqWO5uxn24rOlM0A/mlXgH9aE8CJUrqfba8t
mJsuIVG12CEBe74Pznyji5jEVjHSxPA73LH/ZNTYuej2yA6H4eLZU8DxLqjnyUG5dmBAZn5PiL+8
T+R/MO4EKyJ7QjzV/Kmxx3nZ9W2iy0w7Nn7xEwCOcEDSGp5oBVUhyLNbIKP97AGwm+uinRa+40II
xo1j0S24x12Bkvhmf7l1o+wdjI4ZN4aCnY342ONXAIyWBkjeA2BDaIUeBpdoVkAcOrBTL2KhDtvW
0N4XwNLm4cHttkFZYwd6StyR2iOIhNStbc8WGDYsj1nK6FPG1JxUbZqtUWXJFouK+xC695kE2t2B
x+rEadVjVFdgw9f+kYLu9Upi28lPKDMnXhWy7xdxhK088MRCIcV59ig85UcQrHEhLnXNJgyCp+3+
qBvSqXIMc7yUKZjDEYQNs63BziZbsPHHBZRzqDWGdFle5U54cjeip9w9j7DCk1Ox+RSEHRiPF5Ob
RXyOqbDLC7NTNPxI5J73j1lPLTb00Oq+/U37PGAlaHi62cPYgD18xL9s7w5MY3W+ZWpr63vbyI6e
obLN+qd1TgDlOuC86rMKLCVa/wnwUobpuW07dmdH2TQYfoZEC2skh9HSfdst3tyZTgNJWyQYMiYH
a4BFLLbFD8kn/M38fYvbZf/ew1UeonWRtGNaTvBnBOx9WVRd7rXZP3VJttC7XBiIYdgwYJpVb3Me
ld6sC5hzM8jTUJhsPC7RccjbVzwuYy+78428i4YkRWtJ1ipaP2sdxuEes71tQNg0hP0XrhU7KJio
EhJ/uLRywK+m7cTDUyAi1RZHdfD1Oe/w6eFECzyvf3TY+tML8Bh2PpOlFcvdvmQXYi3P9hamAXBp
UQOw91m04mM42oS1KSfpvP9Axd6Dr9uveXbkqW53FO8okOgvZInz6UeYrUk7HNfbzs4+pWR/Fswp
/dWonY4jNpAU7V2bWk/AzQAcyNxvBOjaaqArW+4QIUSmwdtNwO92gXPXILwCwhlfc27AS4ATEfks
MIndfFzGlk7nZPBx9BQ8sPBVEHWTfF02Bj+rvCM21wUOvRHyEVjxA3wNO9t12F4VioLy1wi1tPpu
LCa4CuAXkzotNwB8+B0X9TjtJe/ShtztUSDLIceCY/dgEyg42M0Uwt4qVTCYzSK28crC0mEE+1rx
6Cc86D2Oe4QA3Tmsk/rMVyz2gyKuz0q5B3RrNB/SLyzBFEVJfV53JTLXlIOfOPL1lPScZVtBd6Kn
Z9NOLQTKMcw+j0Z0/fhEtXFRX2TQa/3oxmnZjyyW6fYSDwQI4oCurPic5oNrj1sPrs7rlLT0a27B
hKlsWqNwkMtoyZ79YGp+JHPnkhfcDXT42Ctuw0OMG27E6Zlio2CIHmNt+QkXsJ2fat2DVl7madq8
eszJROWeSb19tMFNkE9DJZu4EqaHtSq5iKV5URYVqaLVYHofgJ1HyH2EoC0+5DUdhmomNVjZsWz7
+CldTdvDEdxeQqUcs8FtUwIzzpJKrxOJ10KF3X8BSR4eS0XQ0Dh+NpDC0ffGZuPjPKyIz8q26aIy
7uAh50sc9VvBXUaXL8kKk4S7JnNGnCa+EwT1YHZrsxSeptFylngE8mEdh4WXCcumSvl2HU5qx77/
xsjswAXnqo/BMZlhkBankuYV7TF1Wlgah6PAzeSWYmZ1Z59XDFqJodSZ5v2jsrV/yf0FlxrmQB9s
nityyMG72QuhG9WA7Z3iDnD9FjVnlQ1s+bz2dbx9HOY1LtGWmJLvvq/dVtauTe8Q3IGxqaC5GdGj
K+a9wzZaDGw4Uqiwu22iZQiLMMUIdFIGADVJ7pqGpF+c5vShgfGSLjLRTbZs4yRr4PBqkmIc0y67
z13jf6fQCiGukC0Gg0Nng3iaomR+JQ6GsEiY6PLYAAUO7jbS/vl1iwzmzpedlxlE509ooUDaDdQp
hXc5RMtPfs6Tt9FFzUElXYYITO/Lw6Z68dI4+O1XCsu4ZPvqyqSt5V0Kgd/jmjX+von3/rtvtu6T
oP1cSpJ96Nms31gnBlE0BPv1qNdeKaDqiRTOFg1iY3/0YM35u2xLmvcs3s390vlcVFjOWanDGvbj
MHfs3mPYMX1zUc4/Nb2jMHFPloFHd7Xmm+uLGis3h6jet+S3XGq/vDGWZb7YpN5zDH7Gm/OVvLgH
nHu/B5is5HPsDTi802QTZD2Sjl3VZFsc3W8xQq8SIlRH7uc2rsWzjXa7HDccHuQ9ZH2SlcKnG5js
qWHN97RDpHhgSxIld0YamT52oKbj5GqGrS9cbOb8na69IS8TXak5wNTBDzAwsFl7HqNN9N+iVgsA
rtglrqyI7dqlWJkkDRbpymU59whYXFHTiNK+8Myv8teeMzo9bvu4hZ/JPjvERu2SM6zuHnuLmaKD
vKg7wHOnTk5z3svuwx6jUnAYh5Tq48Jx7lTIfxp+ni7DegjHdUJfIMHp2AOmbWlcxWJn4hxDZLX/
JaEm0C+rXXJDSi+arb23k6UkK2A/kqMjGbqk9x+QSPMEOTMGPMODtb3FudAO3MVPRmNLflJIbd03
xZQ4p6BzI53Wjn+LLVXRd42eJpLqfWRAJqJk3ZZYHYicinrdFOga87pXm27m/EsGB4DlPXctyb9a
O4mkqxifIlxe9cCi7VPmQreDkp4knBbLUs+6FDXtk2cb8t3/lcIcoP89S2jfDnkH7uBH37e7gD0B
G+dXEKGZ2g/DBi/Yk5BRMr5m2GU4EQmdpxzHU7tzlBbbASLou46S1t1R1SqiqzTMiAeKPsuyBqbx
4+ifEP51U+k3cwlMAH1Z3IdumefGnYRq1Pze22jcjmMXLeJsrVgZvlgQbq6mpN+370owKJeyVgn7
fXFq2o6mIToqhVrjBzk1dVZO6D0vj77DnYdPwiWkgxY1+XI224QIdcpgPvO+BnjfQU491Y9jk0wn
V+/5x4kmfrHFwkIwL75HAjYD7llAQtasFDSyvBuP3uXMlw14qOs5UJv7ohUrL+zixsgUy7o4+4HH
jrd/bQCh5IegCGkrcIVxrxaNBZHirkbM/Shh5IVVR2NN7+sOgNUH0/jxi8jxEiq6LGncF0RiyuDd
9qGLELJ6Ep32gHV94gmL+f2CK6D74RyVJ+QDsfg2whCdtyUTDZEfzcbaFgbSsc7kWmCRMVrmOFX9
kSQRZHaBt7F8zjtHQjljw7+pmOlDX8tswFar1/uRoN7xhOoGZa/5sGfq3m2z+Im6zVcQNZYkA4Al
w8D4CKJM8nFImvo73C86WTUah6LsZvW0LARhWoAdiTv3PEeGFTzwJFALkDvJZ9o/TQu1/dNcr/Zh
NWbsfgAnvfyJJmVtta8RPmO683e1ppdWkMpxt++pe88QSyxVEyYE7piCWpBSO66PkDaLrOiMaxAb
oLG5AY2X76ju4iS0qAYt3bODeAG8xvxSF4JMfH5XCMyKhGFe/YzCu7CPYGdP0SvlGPnDCBFHFnfe
sqZBKkmX1RML/XfdycNOaN7xQ5dn8kMzgSR/iCGKmP7at0RtZdSizvUdzg7A2c4st+lhaBOfYGnK
5NMskZyc/NDZIulwgJpiW2cw75pkbX/lTNvknbq13UqvbYzUh6f9thfdlvfRNynj+md+CU3u8h2a
9DefmT+L6pcUsa+YYkS2OlXrnQBBJC9FNus/I8OWLXIAPkpAREh66EWa/0+pUNGAl+DzA9ww6xR5
DRDsxz3hjn81TSSgVpaiRh0xEho+StbA0KBCUKLdPcvG8Vff7zCJQxm37YZ3+LqJrkzm1tG7bkn9
b9KqJjzMfVL/0W0fBAMt3G/Jo25dOr1FNcnYnxiADfYbeWaLOkrXsEcxzgpnB2l9mTTx5F5nUXMD
YRI6UWmTNeRVRlmG2jdCD/LAnCfTUWyofVT7Egg9bNlmt6LX6/4JDspx+sXMYvsQRan9ktc8fsO4
xRJOYw1tyV00Ikvee71vhyzNYf8bus18wTtXD0OsMASXdcB1wxElHc9jK8RUMjMg6zdRrb5C17sX
E4MmyJjUZQ/zbqJXnrn9KROhzY9jDaOGQ8/8fpoAoTjFpifnFFBlnHkDte+taJh/Mc0IrfG2wR2o
YNNaL5/cCkPY77AbQaZmvUvbrygkw8Ul2zzeQ+K6DseCoDEdEXFwqJVzsry1e4YgkaKu0DSIMjoW
wUyWh6iaMTTPDixvMvrVAcYOqgmfgzwlhph3mLV36mOSj5CM7yglfZR4kILKLTZriWPbL66YUUmj
L0a1PC2pweO8jWPtxmM31V1bJik37udlMvY8Dr3WDzvnocffUJH9qOLU9S+04Q4Bm5f0mOcmGu8w
cMndBxSuhwOOiWE4zox1tkrarY8xXAeM7GF0BIcI3DTu8S1Qm6gNGw1yb4cR58375aON2m4rB7bG
/X0UbTqcYFYWfkcMkKWiB0jyoQnjju1T53gdypGDEulaTtPi7ukYI+Bs5fDgTcs+YtZ5gp4AbpAo
esDWgaa8/hoFDJ8fc+hp/Fuf8n3DRWRJ/HvJ5ybhIOaogFqB7VcznAf0M+T3NkxWl/hSkMfnqkVk
jhOz33TZTrWB2zmsjsQTDNVyXgqXmfW8j+mUnzgg3gCp1luWyyJiMEk8OkEvmzDqtqYBi3FCxoTD
R1VdsMKdF0g4RJGM+9JjG6M79mfF3VmfzbyQptrgv00wt6mTNH4fU0Ro1eYECls83TIog5bMq3eZ
wdSmInCnl197VDfSQg9r276RPeD0aKIoi+8zHmtWapH0STXm6HyW47C1415AMrU3VQfNGnlJzTTn
H4APkVvh4RltDquv2Vj4JKSIYISJl1/RDAZDwSAMER9Avtn4qfXG8V8owDXui0WAmj0yG/e8THuu
kte+cQQWywZJQSut1h895P7qmHSWaF8wSPO3J1ytQ2iQtS+oP2BR7wgKAVmvJ5Cxha2f2pHIcI5T
sg9PwqCqW2SGOrirm3b+QxiV7XMS6gGjQDVRwx1s7qPkFXI8nmFPzTQ4dIsGb46gPbr5iOEyo5GX
7In5AuUYQRFmG9LmUWq1s/e6lc2lvwELqCqeoTmCx/Iwu+U1YxEm3MvOQ/7/gDqbWF/pOMntuxBD
YCVmbpLohPLzODyHLYn5IRHYxfCAnAJcXpyc8/Rh36OhLXw87yOq3U0tj72Yh/q4RXEcHxiqPSNo
pmGXS8mlVLgpRgl677kHb6wvWT15c08j1AdKJtupK336P/lwHw/mwNW+6+OgUNj/gakg6bHz0UxE
sDwiq8YtN/u6M1kl4x5EodMl2IU0VMi52ePzsuDKP0WhzSLEgI1S6QdFRxqWQ6Mlw/+crajHHdxI
7MILjCs4NFYhr7hQP5Osg4lH4Vvwa19TYmNPKsUTXTeFW2UyZ9U4hKzZi3RIW/gkJEPSD0tV67A7
XqTrLgh6EKprkY1BK+/XYxvkisJVnuT7B8wXueaBTJRCjzhF1kZf8haJzCt2dKd/uyRn6UcF8WX2
wgi8M2Jgu9JxKRf0OehQIFuw5ndvBrdOuA0jLT7VPbdQZKE1kI+fM5WK9k1HHZ0/4iCc6OtgBiyQ
cu8vieso0TZ9ihI8qSnQzR/oOd52DFGbpu/CyXsoceLDMpLUv6+NdjIrksh6/GGOiiu4TRHVs370
wxqTF6dszu7GSUn/inevmpc0YUEelKln5BAw9NpdmV3isuM66mgtep646HEk8Kv6EK12lV/hlqbi
cqE9hI4E6Q19BlwQQZ5mhG+fQ49JwTInFm0fSfsBpjNzEy2/8sya+jN1Fgf8AOJBt4X7KADojbAU
Tof92ZmGesRMgF6XMd+X9c6Pg6B3s2WzO/UqC+QdZUTG7qVCb7A0RGMk4AApKpnzyg/AR+uiszuL
jtOcJGtJM91FxRSHp8xYn6L7yGCYcSQxhq2no4xidICyAU0fX/SAruWFn3bDqrnlLL1b9lWEO5Pu
ERlg8pa4VaCI14CeNq4i7h5ZPFv7zix81v/wJl31I4JXyY89a9FIcA7Nmqpv8q6BXhEjaq9yGPrs
oW76QX1yOV7Mg09yZe/JCsjO04ZnTcA494G9divXzf3ezUK9IZmT9YbWCCLiqerGXKNOncK1TZJy
5fCAiUq4gWTeVOgM8lwcFQYEL6bG/Bs8DbENSiGwYPBt6kbY9Ywga8aLXXhn5lfcxQMqzRjPQXMN
8ZnwnyheO+RWgrUqvAU0vffj5mO0CEPgj0iUs+ghiWqB4A0WJyh+XBp7eXIiXZaZk+r4xB5DP2KT
xIkfl29OrgI2FmqFmchxaczu2yJ2GePoeiYYwyKTzbcyQ/HCftdbmievI4wYbHK8mL/GqFvsDLj3
fA5i60qhnVOV1/OFMYej4pnNdTqcYdkd3N00mJVWzebN8JhYONegJErQgR39zNejRNU+LiIbx9ER
XctFVn3eCKSWZrIGURDVkv7YObjyD3Vouv0jTBrSBcX2tp7Dbzow2vw0Cs2qM6EQP54JyrzTEwTn
8/K5h0k14peBpftjnGLf/eUn1plH75vIooi3J3kZBEKOAgXlFc0UaS3G/6YlfVqJtq5cPFCi5xmP
0FVrSBJVYlo+Qxc9TS9Tq1t+FBgYfu43sILfiFONfZqXEA/3HCC8cPnavIb6QSwerHjL0+4nSnkR
rTqWRwZ9OYucpbQDVrs+IHpWuAS1R/WhYm427kVE80ZLH0XxjM2STzMEFIZd3qAwKEkhWpiZeLF8
6yMo1SWXv9fLHfibg5CMsvfEmvM0Ch8XBB5Q/Sc6z8mCvdcwPS2FyS3Od5SRgI7iLZGkogmLMHBD
m6l+Tlq+uCPavHBH3PpBbn+Wbjf74xi4Zl/mfc1SJChTt957z8P+JefabC8XV0d6Z/VaFxr2N1OB
iLPZURw3+4Z7dVL5a+694Pe2hfbgGZ0RDVcGxL8B5atJoTLFgLJM2fIDUtYpLyA1Stxhz4xCZW6e
2o8YnIgR9WzANH/s0HpksGWsNdwcxZbX4p0bIjDAPRA0sLbTUM/TuBQSCsAUlxwmC2iJbvi8/kGx
qEGBFkUZsvxARSLIqMgWhKhdwQipF9QJ+xHdxwK29cgtjzsEo8AFDXuatd+gufbrXKwOWJvppLeF
ya50ExzFEWuSbGdxNdMWwx3V/7Hz/2XvzHbrNrY+/ypBrpv+yCKrSDa+nAtyD5JsybIky8MNIVky
57k4vk5f9UU/xXmx/tFOcizlxO4EaKAb+JIghry1N7nJ4qq11n9YGsNeQ3pHoClbhyYcoT4wPN1G
IdbJ9lubdxsvxymJm1M/2fq7MSX23Gwx04le16Lv9nQE1gHushEZp/8tGmZzXnqnOMG6e553psrq
IViXRL4GoaqGnYqQg/89TtNzryG1OFVZV32xN/33mXOjxr/HWX9uMSQLe5zJr4u9nV55NCZS+TdF
NfYzDUKNf6Mfpa57YJs0aRT5o3neE637k+/zmf7Ewgpw/inNi3aX0PECdY82ahy0SZ3ql+Vk1Lgi
9vB1jpMYMwYFuH4rLuee9ixFVGaYYW3M3Kfvn8T2Zf4d/+gZ1SwGhplTo3MPNfNNwbvRipxDJ2xD
sczgjYBv3un3j/Qn9Cr7mXSha3uWmm2rAxYBrXutlzoadk2cUo9P7Ez4leJRUjD/Z16qH1zhP6Fd
PvcrymCMsZsIeVAeUzr0ZFX7ln7yD77Qn336Mz5aw4y/3k18SXZd3ueddTt5TfT3qLTPDYt0G7dl
E0fysDAIJEi65TQdCvvvffhzvyJtWbqqByUP9Jn3IKdpEFl0F79/m//kqjw3K4rmMdXST9UhNo2e
PX2MAith9/97n74trm+YkSJvbPhCXBexlrBBtM/cybW+/v6H/8kKfW5WpDqrnJo5Y7kkri8eevpG
U2iqRTBpyBNlEzQD/OwTtEOy+VsD+9gUn36fxIsnF2MheWBAqnzntF1/kVm0UL//hb74/Pybp1s8
e7rdbLFp/cTOofT8hC6zXy0TAAr/Pi6WVrcOmTd/UzlWpY5pk91ka3pjsdLkSdSnQ3Lvd3GyZ17j
wzzaDHMOtEtK9vXs/uPT/N/jx/ry63n0//hPfv5UNxT0caKf/fiPm7rkv//c3vP77zx9xz+Oj/XF
XfnYP/+lJ+/hc3897u5O3z35YU9erpc3w2O3XD32Q6G/fD5nuP3m/+mLPz1++ZSbpXn85edPICp6
+zS8wqqff33p9OGXnzeRzX98+/G/vrad/y8/7+oyrdJPd9VPV4/NcF+kn56/9/Gu17/8jCH0C1aE
5SCwVC6iUY8IMz1+eckVL0zTs6T0wFwkDCbiecU41OSXny3/BU0ex6KDLC3b8rZ9q6+HLy+5LxxX
CGb/eI7rwAy3fv7tLJ/cpn/dtp+qobys00r3v/ws3KfPOICfJTzP95Gds/5d8Vzm0hiFYIUVE1id
9NyX2UDD71BrNa8HBMvZjcjdbNp7Tj/FxzXqs/HQu1Aeg6Fvi5e9ZdZiZxt5XJ/1slj4Rd8cj4M1
a8DCIUnv1gGv5x2Fhv3QMAuh3OUO9MutZTq8rShFRLiZk1oBuyg5K/2RjjJhXmq1K1y843Exqgtq
uooJtaO29RKkledAD9kMbdBzkpBCR+y9/JzuYw+Pj27XEIDGwENIM5hdjI/IXCMsl9y+yIWWt5bK
NFA9zBIqn3I2krBbe7eBMOuOj2BNbgAaX803HYbf5YlISc13I7IfSFWQaONdRAYIP4jk7J6OcPSQ
VUkxBDQqBGbcYtLXfVwU6ryy+sYPc7Mezid/9IezTK8CZgZceWiJ3VyCVVSrcA/9NGWAg3HPgA4r
1qI7QDxJywvWq552oF/xNSZ9hjyxoDEeKbYxdrSrAcxarvG0m/Sa3Vk0B+ggKN4ddk4197SzZW1R
VUcGY9bMtJoYHqyH5GOiKxMOnAJxSFePvlDpeOV4MS2DMx37dOre9SVbIph+pa1xb6Re65+0DQOg
hD/nUEpSv3xF/ww0Ikrn8jxyR/Nucr3sNdJo9z6vYqcPIgmADmFwmGZal5ljgZst2evC8fVt0/q5
Rw7k0aX0ytbO9zjqDmB6jmkGrq+i6xiCDQHOjWYzsFQ3pIeWtApdgbEaabjUvRjB8USD6zoVjfsm
c336Xv24jvK4GjjznjlOkojdlE+U47VyMWpopdVfGVnB3DZfyOi8kVBydhul6xHOzlpcOHBMr/SI
gvdV5mC1fkKJKiD20aiABDVHOQ4Y5VzEhyJy3fJlDdt3Oq2MrmOuB6jOtDN4NvSO6qiJoarGSxpk
Vgvjzhpb3znAPEwMiL+ywPU9t4voSDXjnDt0PXQY637lvhmA18fZMkV5oOFTQ2Ulnbvqkf8OAYLI
6RM7Gz1+RchxYA4kyfiqAu/5kAm9tLtkmKM59HVCve+KzpOhkY/r6eD0vQgHNZnujlmHo7XTVhWl
Ibax9Cu9Lq+vowmKcdBWBpBZGddWEyz0kbwPgzQib2+pJasCOefGO91vosMe8PWWhu807Rg4LkGc
J/OdP05lhNhUVC53vJQOj1bU7S0y78D25vaTX7fM9nAy0xwCZrkuLc/AeO9W+XhpzDMA3YJLBQ0H
Gr6fu7Ie/XCBaZFS/fjW9aTLxyXquuE4q3WZwzXNaRGM/uZal1rOjiAKmg0WJfMwT+L+k6bNrrHm
X71XTewvflBnLY+Nm6TzTQKUfeHYjHsIlgq4bOdABz64ZWlnGF8tbrvv6yY+LQu+7c7SGru9gQYT
jttNbrQ72lQNAy5l59sHw8KajB6554CrOx1llg+6ExN+1n7ZU3u45x0MxSY0XNlDj5h9BWYxpvMc
rOC/9ksRS3PXlqb5qRTRcFd1KPX3ckr8IoA172DVodbBOs6pm711kEz1tOOkdS1ZhM2FmoAw9mYs
h3emAoYOYu0Ln/lEy2yG+OnKZpeOLF0qxSQD/XMmOMIpt8DayTiO7+Mocc5NdP6gfoOAftuNuV+G
8azMNvBqo44PWESJ+uANdp4dv9ktf92Hvt13/rjrAFAxLsyxpPDsP8i3MQTU6yo1jXZkCPtIRIAc
EPt23z/Ks6ps29xsy5ESjplrsbc9z50EE9sGeL20DHxWBHYQnaFCU/MwDMOanSeZ2YWwpqOPU57I
l9ZaecPO0Wtz+P55bBngv1K37TSkENBvBCiigMD/TJWS9HY7tcpu96ourTNvyMYPssn6t21aOSQW
v6ch/+bCboLOp4fyTOUp3FI8afpSPjtUVUH66Yu02cNPR3U/OjPWCrk1cZd93XjWq64tfH+XYEqc
0OXi37DP6tTcfzmNv5QPnqefkA3Un/XzbO9Jgvh6fKSN2T3+dH7X9D+x6T3caVKx5+/5fzBD3BxK
f781WwL6JEMM7rr7u4e6/zYv3N7xa14o/ReOMC1hCjIv6XqW+D0v5CUlTU+A4UoLvMGhtvktL7Rf
0GKAw0DtYrmSX/lXXmi/MKXle9xzaUsPsOov5YUc/sk64qRYQaxbW7oAA89NsqrMh3jeOEaYSesV
Cy3WO8g0KVwWiCF75ZfQMYxIGCvKoHRNQ3AWTMASR8LbLJXozhK99J8lbhsiFHkxPY7GOoZrVzvx
PoGYZAXwXqYHK/JkAMdWva3xxT3vVLHaX0PNfy3Fb4oVsXVi/nwtXv/zf9Q/UZv983/+dFc9/HTZ
/fN/VZ/S5vHbtfnlI74uTioMxfLylTJd37Wsbe7i15pF8YqFVsP3LdukBjFZNr8tzRfKd2wWikJJ
KYW5vfRryWKYL0yLDYe3+RuI6kiB2PIvVC1fHED/FeVc8G/fcRSFk0fR4ojnsxsLR9BgagfQTgc0
XTMatsLmMJwc+8REan2eszLTcAKeIhsqhggwBdgvsNfEPhsTYyx2Jcbgbzfo/1JGbgxEFi/rR8Rw
mLn4wHyOIhUPvrnm/yY0O1sz6clZoxH2LJNtyOL/1nPRee7US9G5H0bUQCKIRsu6BDteIEznffYm
ZpMNaLJUb0hOoDmUXRS/LjzVfmZLsc/twnbO7F7MtyAZ5NKzcskcW896OcNfSpnUMU4fRsRqN9xo
GD4lEzP3zPpUr6j/LCPwUkzbMeuaHs10bK6QKcK1HuzxnnQ3PTfiyN2PTA9SQddV2aulFodi3AZi
myvym9Bd834NPLwkP8scSkWT1vKVXRgyHBrIeuH3L9TT3o2HTsLF0c6SjoSk76nnHlRa+IjPtuvk
6p1t+hfJ0KZhTujYC5cK0LK6X2/N/40Y0TxW17p7fNTsV/8fbFJis935TmTYmgo/XQ8Pd0+aH1/e
9TUY2PIFZDDfd5nWS6sCsOC3YCDsF47DRsNocW4S2Q0x6LdgIF6Q79DS4LH3bBNW8e/BgDf5Nt0O
HgSLVEXxlPyFSPB0qSCG8+lYuMQC5HS2Yz1HDuLEg3jaFR9kZpk3ErBpD+mmOKurRe8EXJg4YBqa
86P1afLNnjzJhB+euq0FQwPHVX8wZGH7s5divK3xo8/2A+OE5mO9yOi9A9cZnrZJeRQsfVm88UGB
dFgmg3sjsM69t6lgjpRdtjyVzBQrTgyVZtaxGbQUt9A/XHQ5qp8fxnRJz1wV9ebBzhw+gnIyk/ue
WiQ+NAO8vyM6DXUe18P4PtKUz6GxLJ2k8b/aak9HZHmN5mvRIYR12R8ZWDi5QVTk3qeKu52f28J0
4UZ5c14TaziXAUwCNBHga5RG8VmnZh99cIfIhpuepcKEPwl/ExLMvkXB0NX46IAwnq7cYqazeTOp
9fsEDi5tldiPqCG6Oelktms8MfgUgEZEE2IVTfVGpLV5j1dD9gFpbFMd54Q+/JWX1va5A08kvuUl
5BjB7PmrccAm1Sa001PqApxS5HVtDURBrxBJOC39ymjEBPzvwOCfTvVBO4yuaQSY2A3xsUy6+aop
ugg6HvqZvS9cE0FjMpgnLYuq37l4IMeIAGaJbxxaHeuYwqQ4T7M5B9ETs40lbyUBHsy+Vq/rqZvK
g7V2jXUyx0YCx7Q2oAVbDFvz9whhIsguUuSDST5ER+VNk3o6uUnAFkQ3NaTgk/Somzee/4QU7yNA
dZcHWYbRYUAhVyeBK4dEh/CJy2FnrdqjvWXMRR7CfllqWA1WaweiKfP3KODGD9rV5RoMi7UgXfaj
vNrRtnGaPfKFDt6QsNM10HNGT6AErzRfmrowD6qdmrdpN6oPSIth/YyK63bEeUnbgTHgLBjUUZGw
E/h92Z7MfMapHzvxy9VZOHbiZo/DNJWPSLzhzfpFEsVh0svksTcXBtLRmaCnFyOKaROexXCtGxQA
NSByCMMGBQDQeDxAs4K1HooIGjSz0onqiwORIWDDw6/WTqP0wSwRDoetHXXvadlLG1781DzEfdx1
OzhuzVlVLu1bpxFtexhXVzhwAyRD0U24B+7pVE3VESmdD7NxsSOGJaMdClcvA4SGgGbG+yKPsFBw
hlhe+VnTP5S+n15NcYSJmDmX3UXqyfrWgZiA953RT6+MLuNp8vIc4o+0pj4s8kmfuRDOmTCim/yQ
JRBpwrqZ3aPV6ZgDl/P6yi/zNdqJtSogJtqbMM5z0cuHOGcDfEDBn2xEDKRVQSnSMQ/yBbFdUOZT
TyI9jbDVE3tGMLWa9PuCph66G6b6NW+QL2KIDuy3nrdIWj9Q58mPDA5c39kwdr0A3fBwSX2RXmdY
XV2spQF1d+km//O41n4dcHVd+8yKC5uNfWrb904kPTNA1+VeWMW83Cz0EVqCgfavHOhDMLDX4o6O
QJLjsgSYHxa1kcaBh2UuxAazWC5rpxRL6PmQBPaNQcsITwO8ZAJv7p087EUVWzuY8DQ6fWtMxB6N
cm4e8sFr63SnCkljsIhkRvbSmiJtPjs8LNe5jN3uMbWXFb0xyMW5r4A9mEVbC7IDuRmaNBmkwAC2
hRCozFnuoVi9ztzEV8hNjQR7jMO6LCmtrUZ2cjjkFV/1PO4aKR9KV7kSWSWSl3QnG4RRaO3XaF5o
rcwTDB3R+Q1LlVzRSeMD/PlmCj3Zji58m6E3brnJ0MTXbvScMFd2ovZND9M94HkS426ifsoR4dVL
hVrGaFyuy8GYek/do2Bdk6NSZermh6hJc4zsusarCEU0hnCFWxOo/tl5DV+32vVwCtdQ1KPVnySV
SJwiHOxuSAJnbtFu8tG2rcVFvvGYWfKjWvwjpBDsA7kahsob6BxJdFCiNs1w8t18OdkGoNcYQiW1
cs62LcoK+5zs3z2Bx1GrPSQtnxgHcZA+ySsXGfl0vvQImZAlYFOrbqD5wyMPbWRB5hZVK/fYKJW7
VbgUKB5vohGriQ+d2ZTzvusyO6eh1nbROyud+s9InKLbSSgJA88Yzcda4OB1WjFYpyVnN4c8XFAs
HEfaVOx1MjHfE+2iz2s/Ja90ZpafMzLR00zrFh0A/O5q32deWwVZTUWLG1g0nOOF52Q7DE2whYin
qr5SaZu8a2DTnhlQL+6GUisdGG7e3juLpvmVlTNfeMTEFsMQOlM0ILMpazBaYR8PjFFCTW27xnxL
8IBUu4ixviBiGTkUJg9W4mIk/WnnIg/aswkJWEljS6vSowUGoxyD5gDCPDYgqVu5d+28AR/Sbci6
S3j060FiY/EJGlG6BL0zDDzeeWk+2F7S3WDEykA1hgOz3eFo6V4xW6CgEF+ELkJhN5z86hfmp87G
nRQ6UBFfMxZe3M8ra5o+4sQXHZZmNnXYGiPjf2YGjCaHpkgSCbMuX4g2STa/kZPn3a55i8gTs91S
7pq0GuGmmu7SHZlhU9J879sy2RVZPPX7ourHD9BkCVl1tiQeQivHItC1bRmFmt71W6OU+XiAVIWn
lG/klt75KX7ewVi7RXGIvTr7YC+TRDzqx+Jh5rGWyLSG5C4GzhhRQ1e+YDJUjmkCAMiQ7Xw/qwVq
/pW3O4A7F86cV/nOFFjLhvD0ZgTIBpNNA0JwqoPWrs2XMGv9KBy6lByEgDwOu8pPG3WOahlVHokZ
BCVhEL5IcVZFvmZsx+6ASdRpNjrGu3yyKzeUaFfS3QpBSARqdqx278xl3Z54MZa8gWDqQApJfSl0
uOYCzB/a5cyACQhoy3FNCUwHhjdWb5jW63Y7OvN5cdpP9egArzmIZWEUDitkzTilH1256iw10/aE
MskYgZYi30Q0PSjikkfE7SYFuzjJouhVxS/DeNSQgoNowVEuVEbCSqWAiuRJTF3ehz1C8nfT1NAT
9LHjHIO5tPqHQRuudZitdayYHJYs+IZUha6Dlpmtl5k1em9GFMwn1oqAPkD5RvyI28UEUDdga9lJ
9dFHzHHuaEXszop8vWBpzh/pKyXi4MwjAJCjC+PMG0f3tTkrUwcSDfgjk2/ny2mVhj7MtNXf8c0V
FipZPN4wWisH8FjwNQ+tPomR3C+ec1dDI2WL8u1HdE8NT6eD9jHMZl0S7ZDlvp6rzPjoweb6hC16
nIGeDH4HrNHF71FWNpcoppPzqV/yd9yt4bQZJaR112utIaBP13yuUlwEdrQNxE3H5DAbOvrstru5
oH18rHt3PTIve5A7YBF/Dsfayz5MANT49sD4nY/j5DG/GGreuIYx0wrNoGBeRBmCe6AzMg3tXhdZ
rWOMZ1RUhaT4MSs0n4t3HqmKDFAD+2OA7Bd16ZbqE8FgvRIBTBt4kNiYRWG80E0L3AbCXmDLVmJl
UM8K9Xu8XjH7FzlGZDljSZvDFz2M+DS/RPVkfJYiNs5Wins2yd5y39PYyy77InPe+Fp7p1BfJCwP
ZsZZYZLECgeGCd70acusehnShrCh23arMkM6E8kF+nX/sSpj+2NJrBlD9GzKOJgV4vmdJAXP6UVA
FDv4edlap9RsOdLPedt6oLlVh7IeMobdgj6O+IcSHAI9Vma6zwyrbHe8lSy01TCr916puisrLUoz
TKO48veTRgkQ6HZo0tAnodPHwRqGywrWYLonk2ENpsiHXvcqZ8ZQo1CcZGtFaHIrWb1GcOm/RyrN
iOQ1XW07iGkhnQKyZs4h27TXh7a0jMfKjeISXXkMTTiLcqzveo6HK4AHDX7H85eoaw/bemSSpIno
IbJyfa1MVSYgoilJ3tq1sQnRcezlq1R1uHREWeudTl3WIm5Y8OwrQD+ioMdGR4W5wC6DOyZ9eqFF
+r7kIXg72y3KZ4qb2Q8ad9lUc0ZU3seeO39Ix57L7Vm1fe+BKK/B6Ajd73i+zY9V4pO3NsKNgAkT
5y3E3CgKI8gplyPSJuYu1TXnk2dpdp/jr0jQGyP/CkF+BIKaNd5N0Vquu5u6wj0yVRAICeMRg2XR
mCMpiDW07a4Xa6dOGGPWqdDeZMwhKl7qHt0a66uYHLncM/92KvcGYRWOpNH7WAWIwT4Rhq1pbBmY
JMFGTQbMT0g60FW3qg/beQtTjBFlN0wcw4zPCPZcX8ZYi3LHZuxDiS1j4/1QesubDOkq+peszse9
diOLizw1GFORU21IB6DlcsgKgJCwKm0cGFAwRJriikmPtjWyI84uFkhhTOriBevm5sGqTeb3eLEs
vzJ3/qu59LPYXO3+vLn0loHHjw8/Xes7/dg/6TVv7/sVCFHqhU8fR4GBkFqiyaFV9LXZDGL3Qlo0
dz0aRpIWD+jJr/0l13qB8aVLi4nm5Ua4+o0c48GbgW5Df1oAWtBI/CvNpS90xn81bLcjAtD4dLzp
h/kbeYc20DdMNWagd5U15fLRsyI9+HsAEfgyodmM6XpLrdnkd47Ryf5QtQuqhZ0Ws0zm0Kgj8z4G
za2MkMidu2d+gj4d3rdRtSeTD7Z8Xkh05wuQ+Sybe0IqEu8dusYis8PYhffz6M71MlyhwXaLO8+T
TcT8JbtVFzE5LBL90sJeB0UkBU35OrFMPVW7uJBdDn16kmX5ynIXrDCQ45TW8lIwjD77jEdXzXu+
uaX/pqv9tAOHqYgJirtN9gEu4Ko/H52DTAyej0q8R0SBVdaeMPGgcE4K5mJ27snak4NNxNumSD8X
ZpSKHw2H2HCyb1pxHN91bdcWDn1G7hQn8/QerZnt9YTf9CGzcpvSR9Nag0ng+8Jos0M3g3prdCJ4
MCWA9LgdV5fABAusCMtZ1WSfIT3FggnviNbuLNxdPLwPfnCNWMLfnqNr2rbteCwh9Kb+tiyfnuOc
IL+lCjEeFAR+UyBbdmOoKIXnaNsMqg5l/8dcwjP/Aav12b3Zjuv4G1tMmvTM7efHbYaFtMmwvYd4
Yc0pVOxN0dM5iijFGQqUDunrKkq01kGS1EKoHwAeT7Foh8O7DrZCIJlU6nDctsvyzeMTyxEd2ZzY
D4YL88YO5WQqeceDhFNJjTyhuCDFqa1zOozLcJ33prkmONykBRfl+4v0KQDPmXyB3mlfK6m4Gs9J
xJqx8tmSV9GnyF8r2R3rFjLaAoBZ9v5yXLxu5q58/5B//PIebfENpDL9Da56BsQnbhIV6PW7B0dN
POWHxWIKQ35AHzWgBUf26KiPmyUeRWKvmP/ysaZ91vn7keZoM/1gIVhPG9bbBfBNh6eEBxVqgP18
AgRtoUz6jTbuk7RzSwN/pGR7IMq5TnrGu5EDrQ4Ozj1Wq/hvCZuzQkKUDNdlozKmaaA4qa7J9Rkc
u2txhBBX5ZhW/f33r9kWT7+Jt0CNQFOOyfx2lxj+Byty5FW0bdp1vp873bEIaAKYXCxznmz60nNn
j8Z1I/J2e2gwW9j+SJt4+KsXy7KU6yikGfT3ATMVm9W369ZrRQ94rer7qoAKCARO9FoppxZTL/Kl
HYHf3fXx0OV3ZSYrImrXlJ0lTzwjM+jgwRO0v0T+hf4NZ7gW40tq1KYufxBWnsGgzgbNMtICY0mY
mxvI8mx/mu2pahCT2vd9JJRR7jPdN8Vw2a6atjoSlKXl5Ay3HHmtXtqyphjN8WK4npomOu39jiIe
P5nVXF6WSVuRD1awVCMdDtI0iitV+vFa0l3wUS6EwsgWlEy4TBZ8ak4p3bY/eEzhrj5dAIA5no9D
gwlarCSL9emVZ2VW7ViNzUdX1jKT6AY9yVKMosFnWIy1ugahPVq+Rs9icHht+BJOmBbm8dI8aVu1
hwGXnx8+0F+shr9dnYJsw+dBsizByJ0/LIt8znE3T+rmI3aqaYcNVJ/D4RNWYi8v7X5YuBx+NBbr
LS5iiKCCIemmFr26KSZ1xTTqyDjBZjJbbzu0merCQzXBMpmp2Ar/mA9yuz11b/ssoWV05XjVdFm+
3q6F2jqDZlFsm1bK1ecG1ZWPD2Vgw9Reb2Emztw7W5J8U1esZqy9XSN7G/GaO2z3Lp/jlAQDYwgO
j7+IAfvNq+eMj6hJHjjz1Ki23EA3mM3dzb2qWhCVsbPGawfzaP2q6+h4BUWBqLEMgYtLbKgw3Iw/
VF4VObcjPDcWmevF5BljW+Hn+IO18TyEc/UhorhwoR1XSYZMPF0aEPZoH9PX+rhaZQ/JbqYlhWRu
qrO6OLWHdiJQ/LVoBFfaMWFFb1kpe/fzI/adidtaaU8f7HXYFuM0MC+q2onezdm81dhK9THK7JVF
OIlB9/G5S2BhnX7/NL7oB75ddzYAo4DCJmBVCPqpz775ao/IN31V3tILK6mOdU0P4rFuk5ZolDBt
xtp3kVunl2MPQo87RSJrxv95tLDqAPAWS65Ai7h9WTCJ93q2uwLHmh7/4PFKe4aZhq1c5/oli4gO
Jt33KG0CoFPGip6Zick6rMeE7OI0ymgx8eSPjrRfC/b7ZsExgebqj0YhPI9rdEOBc8X2rfm2MPie
7Z25ipJqanv37UjbkyRWIlQkiR3Xbd3CUHGck8SaZpbtnPsInaA+fslsDcUINZ6KASO46Dqa1bak
cTlggv0JZTFK+H3Wrvg4HNpibHqsiGEq89RFE7JDYLwFf8xb2rctj9H3b+LT1evyj8NEAXB0aXsu
4eNZpE7lwh2OU/chr5ttiZRwLYlXZe7j4XA0aixwfnDEp7nfdkSy4Q20JwUDgt8qrm83scGrPG0m
cfVYfj3imMqGDdOmbudJQfTkDF0IUXaGIZ6kWTP1h+9/5S8Thr9Ztx5Jn0emQCBn0cJ4efadW7TM
a51V4i0YqE040U28XXNt2MMWrb6ELnhEC7cjSuYtqrE9bFEU3Rx7q5FYVC7WLLe/QgTf53eFn7nO
SToV261vl6lWF1E781tpYm93dYlL1R9yBrnhp4xsye7DhS2SO/yDr/b04jp8NQhQzFQmOpjSIcV9
enH1nFvQiurlrR2PW3BGEMHTtBZrWn/SpgcPOlh03a63rqi2lKA0aos1OKuSDtAe2ZOlsaywjWF6
uxGNuRyTm9k8cPa4EkCrlB7jeMQ9pdkC+sBOcZIKbpEIQSm2wI+dm8lPlJUWl6KMmaF4obWLtVQo
cZUiCiQ4gPHT1+uzRf/87vsX4emS5hoom4TSxRiJStv8Q3ZvTaujFtUaN2Pp1gTErxm9SHArzIHn
BGvvR5Fwi3RPVhTcMptaxmQnNhWJ4tPLjhsVWTP46k0/WKwQvWBDkR5Jd7g+TtY4tdxHaC9x+MNY
FfX5CULsiiyNOM9Vmrq50Jeu6jGpPETa8Yh/xKDxqitqfmsuDWKdniv25l9vW9xOFZdyLryK8EDg
2G5HnM/bjTCy1OIPf8n88cqsNw/Oo8xztuNc6a00//7VhiTzhy+/7XvERQs10R+LSDLg3ojR+t4k
yaKKKNBDbje0vbB6vmCms9Mt2KR1CujXh7pC0xhxQtqeAZrYM6a7JHjGyy4uDQfzy8S1w3bCN+UT
FBTzZIoGR+HBwfClBycr1u6qrFXZ3U2rVUyvndHCGWbnZZUvm7AlZe6HwwSTYbxAgh3NdaBKs7Re
2WaHG29VYXW7NeYHLIPr2WtXaG3V2Dkz1PJ85GEYGbyy0GQ2ZOZk6DGswblWhV6cGJDVGqbh2OAM
zhD3eolifaoToLQCCloxrSuVPEuxOZ2ZMj0Ebd9k2IAzWdfeydKY15tJ1SK9HZwijna2o4UVLpTk
uJnC5+t9oCeBH3csi/iEKK13bW1O68sIjy7ziKIO0AIjAC/BqSKvS+ftIsc4N95i/z3PN7OebX0O
tl0ZV2yS7vAgO6W6t6s7xlUNMl9bSf8GB3Mm4kYpDZ3DWiOuqQMftg/cA2yX+ta7t8rMqx4S0dTj
jKE32g1URxoRRQhLtrcyhhZULZojSh98X49RaeTqwrdchnQfR9Uw0T15TLzK1lzlGfZV55yvdj2y
pFcLIm3yxgZlUSbsHKdpcKRH/pwUr5junWPqjqWQnsZXE7Oq0vQQOeU0yKuoEhjPqsxJGMzCWlF2
HjTjarJN4VWY4jYUG44CZd0cFrLldIpxX0pxqCnZYMPcn+A17sYmHeR72DCQjU5ZHJOBot0mU7Mu
BvSYfIheUIKo1wXW9vyhv/6lQcuc10yfRkYHV6R32nt8Zn0xnmWqa2JxYs2G4bpgwUzBco+gPFZZ
bHZCWypgSoOJBa9iW7Kp3M3RokwfwjJ63vj1At+mcS+zyMgYRO3i7CSa03xYsGJ9rXChT/2g9f2t
DeN2GurJLfY6kbG+ZABOz5UyFpxyynOidosyAGvlDhNUK21xw7nMwIS9aM8clQlzxjrF1xkZgS22
U1pGozAFGF2yuYCYTZ5heFJpE1+d9yJGH4PfZwYD/+0Qeyi0O0p/rqzwhpQdJLRUsn0I50+WFrSt
v5UxTsJYdWqhBPsWBctk2q6YXeicP+o+0cZ1VbpbyMd9E4hgI8TWLIC1IsU6av9/U3de2XEj6Z7f
Sm8APfDmcTKBNEwy6SmJLzikVAUPBAIeT7ON2d6sZH5B6vaV2LdKt+pppk+f0hGVTACBMJ/5G1nx
OfH+qEiyrAxfm6v4gbMEUVe0llKDvLpGIY/3Ygg7NZ1PIEDUONd2kFM+0wZ0xUyUmws/tX9rW3K4
docaN8HldvINSDMAyVJn0HiD9tAOT31eD1nNeKGC1+xTlBaN+QqxPHXLGW9arPfoXU1cweKf2tdY
m9UEc6Wm3jzsYH5WBpUamnE0+ChHrN9O3MNYIxnlbb8/j5SW1b5SY0z5mTOLxgUvorqEW3sKqHnR
PUkNxuL77IlR0OIrPdVrQh61X94GY2DW0AR+D+sDh1YMf7M6B4ycnknt/vtQI0mvPv4fg/z+OYoj
ZnHlgcjiBoxaS8fXInNFJvdZbS08dGuuM7+VmHR19XtqDgmdYuf9RTXrCEk8otiAJ9KxNgLEszZG
gWGvex1UQ8MojWalzBgwwDG4Kyo7MTymQl9UnJ9UEARYo16it6/B+wg2ghXEvvb+TKmZkZYial+7
k3FAvFIVJPT3V/s+PVARLBkf5J/4jcjxSvXws7ukzFNcLdVlUuRq+CE6mbqXPsLBs4f+gie11PC+
T6QVAQzukodU32JkEhllIk2Pxj6qmOhS/seAauukXF8bgFBIRGu6UxfoSsOPmMU+UUU8PUKHpmFN
B/SCKfZ0E+83Gz2zfTXcpGb6dA5BOg8PKZ3p2lG+V19o4uwht/aY+PxR1rpaDtXqqPuvEeJNp8eh
TEoa63WC2Nd92loGwiRFt3hGf7Le50qWd0Hv7b8PeZCP9P+jOUOXCR9FfW64eA5Kh3N+NFraoY9E
brk/hqLV+jrb6l0Sc3EnTxuyxL4UlHNLaiQE3bwmWs5ek6jlPHC+8rNiwWPS3xUEi/NygTJ8OTeH
3m70CiobPDJa9HGHGNMReP7A5zGMR1p2Q9DolOeqHfjvUk3UDcGkGFTHWtoX5XksMA1BGkrmXN1I
gYg94Ss7k/jEy6rm/hSwlec7OowmO4wPo2/wo7LiiK0ixMbioDs6AUfV/AXlkpz9BuGTpigO3yvo
qP6nMt8NaUmK/xVjANQg0JNPGY699bZmEOSkZwhjcSri9clK/WbqH1trSicXiZK3R5+DpGOILDGj
jMrxCJDEiVwwBuxyPWJc/JsxCzVrKNGpKf5eMsZpYWIEjMFUz9tnGfI04L2Wls+3oPX4W1YCR30O
bBNVMyXxt7jVlSUMMO0hqDGVto8OmK3773Wl1XDAhsJJApRkHpO4BZGwQWVMVRtjsioKpa1jF2Ro
iOGT7VfQiFGz6pGFJfWuCletp96eMvoOSeH3bJVQbhfOPHQyAoaZ9FYN3pBZqjpiDn5B+yEv64Rf
ByfCUwIisOZYu5jiTsrsHFi5qsvSI2f78YrYcvtbm8rdEkeghbQl3SEY5JRdSLXGwJbHo+7lPtsJ
euXthsNQJZWrZq88lQs+kgGtnFhNN2mC0UI/461alveAb84W8BJrvACGUcXebbEOk3YP9KEnPVyh
6brP7LfMLw3BVEYgt3X1DDGK8Gz+ZNSqMFdmxKtE1kHVTOLZDZa0NV7tGVX+s+u2Aitw22y6Xvt9
yoD0xhEnmlU6m66k5K9t/RIVQcpR9lT0Dyj452hXwh220vlu8oht2m/BCHzb/NLFPtUYYNPDWAVb
zcQX5Gm1BxOdsIHTAVYsehiQKzae56BsNDDLK2zItiM/1Dwlnk4zbg6/P8n7u2xFTk18C5lqUY/1
tt2U5aj2v2CBdiphV0xq8WZdpT5RvzUs4txUPwMurfGJJVnUB2OLgkwVUaxQ7ZysxCGhOSREi/EZ
sV0cGnIWqlqVAdYvzeH7lCWmZCcKHPpbdD3eWgBqO9USlDcXieCnAX3RvxlSL5mazQTAgheNf15g
Hif8SfilRFtVBbSjNcYfNmFZf2xXnflt67RczpRq1Z0XGc3V5+8XgrjKkdYyVbT794ytzvLVA3SC
Khcifu8bVvFeW4VeourvWtmqumsnXWljjpJUbaPcQOi13w/vVYV+onE5XqB+qMK41AYMfo8Klbqt
4W3BaU3BOQIzfFCLXJiqsxrW06zmpBevJkwTJ+3qqorSvGQ17t4HhNK32vQKCI98r90ZWn5KTQt4
5S9qfR8SespXimgHH4/NzTX+rZKe9rRNKNGb92nTuNy1lyQzq2Fq2GYR0VYrqHwv2YxZq+79F9nd
z7mdujzVIVh/sPcMrv8hsQW02oAJ9ajOvW+NOWVv7oI8gJX055f6wIlF0trWPV3nYpTp+O9H7sLk
F60fE0t+nyTfTwxc2dRcgg+m5nfgpqpYNGQ577ixpc1LW3GEse+1qp/lL27p50qCo8OhUDoYjAFA
AKa7+XNaD2ANzW1W4L0qZrnPmWOosLzrfM+K1oYI+lfD/e8XhLtB/QBBYkjBmM/8fMEilboBrCi+
a+ea8yIpOPiP3lKw231f4H9pzNUTUrXWHQ+ulWnQiPtwwRmsFf47pXv3feOY0lW1KxbXWhxnN9tI
6+1yEa/ydpisJccpolbbuiXZIbRuBQH4i+qg8fOE547IqPyAM8wLHJtK3YcS6xLo2uQtVnsH4l6t
rYnwjqU+D0XM9p7hK8YroEa4sEADS0H1ENNM1Y3kwmqBKY4tCf7OqazGAavGDrNs2fFbPk5lMzbO
2WKRVm6n906eeN9t/3xYP75GXpytwy6iV4TcKcTCD68RDfDenLXxnHaF2qDWt3hIdE49IDXrD/Yv
zGL/q+s5Oi9S/Q/ZtQ9j5s0EJaavD4Dp306/GRGsfKM3bLANJNYs+UsVNhQ4YQv6FBjZv1mw/7Yr
WFNMDX7M8vP76USsrN4G/h2si7pr1bnx5wOqtpn/rK9RpoWwxURVcBwa1vz95wGdsKPL5OoUBw9p
i8LZelXlWc+uZMH8agn++6V4dZTCEasg4YcT+vOlqtislgE578N7RDI6FEmYR2Zb8cefP9V3EMoP
D0bJkEshcmO+QRJgq/18NV2nI+VlabeXq6mnXWQ6s8JhDLptDs3v3VrTyt82XUKJNdhU8UrSuOnh
PBvViUMb8BHueYWgAHRp2pQg9JsqRkOhOSyECE5zjuesMOZlG5s02750gJ/JhmRu2nUbVSVCkSj9
NbrbISIiHSpul9YMfs+9Cd47mYVLTmJdx3VltCi3JSl6MSGxjpth9IBeJ3rq5BteVoXoOqKhGn6P
U+B8qmlfvEcXBOo+OzgCz2xj7xlHMens3xNkf/ZvMkQVDUyjiXHwoUEVqDzX5sAHiLTcwTvTg1Ax
nfYe4gjawqx2Hc0A6KVF11f4mtdo5+Ej7QqvzBX79r3y0XJ6ppBm3uKZt0CKnuLE+K5KozLeee1I
gYkUo3BNPJEbLol0sgoYdPo0GYIpc9WRVlHWL/Py0SL6DayzCyLfFsfcBUhPTaAbsSjYoiKu0rEA
bKSF6EkxVFRfKcR4NBs2OWYfTbzVhiaZdERfaMM45g2eacKboqSFl9w+OEsA/+WBtoPq5REK6qZ7
bnpg2O5DJig6JyG9HIAUu1S2iNNvsQrs5O8LGWjnI3o/T+az4cxL75+pnsXiFq+zvDAjxDk0nYSY
jWPut4g8gSKI6mbh3YbTDGRyQbySAsW4JUIzHH+72Es8XeJhgfrLhkb8lJFUB76kI5ylere39bKf
Xl29wsInBO0s6noDw6ySn2sKMIj9+u/Nxu97EaKqQeJeomrkkXegSeSiqvs93KL+rcLFpe7VofM+
Ncq3oLD20OolsA7AAuFBIIGxGuxkSYNk0myiPwqrBjOWBzbxxr8XdaBhe5Q54I9T1LvvlTdLHi7Z
FO9xbbIOgJXXYyXn8UBBo7nzJPJOMwK1Zy+DeEbpeJQPMZP6YCeoKW9YfelrLkX5OdGzBvFdHRMt
/GftHTkvlSXETk6+0J+x93M39STcS3fKROgh78Pb1TW5y73ZjpCvGK7XvOz1iOAcd6tFxxGm6Nzq
ayqGexNC3EnaWnKqRohJTkclGghOchhBiIdpMPm3Hs5UIBpE9i3r2jgsUxCjQJjr0ImDFp8sJHmW
GPXQTS0cm6/2FxwS89rbTXzl0Scte0WhG7erJY2/IXBU4rhklOtmCRCiQ2SkuYfjgdlQSaUGuU+r
SR6nefVfSq3GFNQaqge8YbNIN3v9wtYD/EIbnCEvbap1O4kD4G9d7sW31BDhM6S9BVSYjg9pjSGM
u9HM02yHeY4WoZ7T33WjTd2BrSDslnmAMi6xvHMwn93GOIGl/udsNIPlCPZi+NqZdm4gkix6sp2s
SrEGQlriN793vApJfE1eVJg4OqFt9PntPFoF6VLVnJyuN1ocVtPmBR6QuJw9Wz91rqFmaOyo7nEy
ThczUe2Vjj3gkSK4hhC0hSgTsk/lN2OCTbFZV7hJZM9C+zKJdvqt1bR5a2bG+tKhSGKCpRAAJ9e1
Y+ampSg3YMUkapPrVMwX7pC0yN0aIjsvhsdGTGa1HSdY8he2r5fiQs6t3JliME8O/g4bCr5PzrR8
1XFOO9sGy2eEShtSYUSHKoE/54XO0liR7fU1PmW2/AJXhphMp7GfdJuhAP2BFViWOHhhDJb9Qk++
2VgIk+8b6gVQCKoeL6G6uO1S/MS2Rd8nj/gMtZ+xhajMTTsPM+h8KXKc+HQMcYEdxAULb8b4zp79
6QbIflpu63XMX/JKrDg26tVTrRxIhBiN24BewlEg7ASLBQV6G+WYlw7q0WVO2X+k+4C7AbUfNG4G
DW8dyK+Xro8M6aY0iuBFagQ1oU98hqBt3rW49yAazkbvIkuUrd6hxwX0BoQSqJYplY9mU4v9OMzG
Phej+yKt+HEiXX5c22r1sRi1F7R+q+S3hQHZp703DBFh4AJxPnDijbRbGrfYK+JeMI5HfOnEviUO
RczW64JHpMXwkJmF9ZDLuHlFuGv9bWCCh6PXmFcYEVl7nZMibOe2vye+1DYId4/wL7viedWbem+V
RgwmjaryOUWUl7NsZkfS88ynLOQUgNPpz2xFV+f7whnkI6g2i/sfzQtDr+EEuFb3hfJcexPUqTwY
SxncV3iqnpIub6PZY8slG66ycw1E/kLC472pu1g+SN+3v0IsYnMw22U820vF4qG0dW3gC3OaJRY3
2YQtIOUbv95j8WOHZMlgS6l+BMdVk/FlzPZ2u5p++ugTQ35pV79/4MBP4OJJ72o1tB70lqtk/mPY
AxMyTtu+CsrQX5XKsw4KD+lVrbnBCCe9gQImUCfDV2Qnp7z9IvoBJaoY66JLxKiGExCtgiJB1Twk
UEIq9mx4eJZX+AeD1t92FKt97WPASYFeat9QcwF9d7k49opf0lLNxLqhN1DZ9i8Lxxo9GGGwlct+
g3VefDlhbHhDsaU8a/ZSP5W9fOF3Euq9mfHUVUQwiKPn51lZVW4cqHQXAUzg50GLcUkr0f6/AuQ0
PGbmOLb71ETeAiKi4Z3suJHIaOtVHcBJ9AXCdVg3bUba3iF88MpTJl5QZSorrs+NRtv/tGj4dOEI
o0+9vMQhlX4PZHEDgTa7ra6t2dZuPcX32rpYvDZRGgh5lyfZWEV0fpf0VGUFBFRN1g5Y0Dg2tL03
dt16t/h416V7FXroYdBCuGvwsBbNlBQXBam5LBG/J3LZOghcj1cUTaCdWIORPEx4B2EGgC8nGm2E
8eFkECKeetLx/gkrBuip7CNS9I5L4JSgvRYfxt71Lhxz1uv8YbVwKMNTY25R6r4w2ez0o2/TGNi3
JVqIWPAgOn2Pww+aIROWEzCdpIZgfbHV7GC+zyzwQlC17fK2wU5yxUqXrHKre62pX05Bjs63KSnn
X3mI38HKX9pVeS5kF7mJZB2CC8VFry1zh87IornBajH8NWyXkHIN7DnwacJ0quu+t3O/Dxdcckqs
zYeuYT34dDm3gwFpI7KNoUwvi5QmLQ4jVHu3az/D0LSqhf6PBw/ogNW308DNdKarIqNaGmI9Nh+s
xMagGc2HFL1TN5fGsUgkxEeBPCO2AxNNcMiB/VlzgtnbVvjzQN+w0QTfouTuPhlCk9/GgNDEkmIx
9/g0GFaE+YSJGBEhXIpiCS16QHgTmnAuDiM24o/bdsCkptyyk/Z8oEFrfM6+sgm1vhulosRMPWkN
LNGKCrGxNBImrmzOlaGN7vBIT7eKD/B87JdkHJ9XrMgfk1Q8J4FwcswKpgqfAS+PYj+We53DQ2eT
cCVdMG89lYtZnqWVDbsxlcFWtELJ1gBQhbZfOdW9xI4glBLvg8HPbPbXsa++9km87rwGLm6bzCga
FpwrW2PupjZcOWzsm6BLrXsP6JREB46KD/OBCbMBCYjsEmJ2t5iGI4nQeV5y2cH+vx/ark+iAWJa
fKR4nEB4rebgWDV5G5p1W+6KNnbu60I3InQGm1MRO9qVWcz2yRT0Lpuko4cdkBaFphmPL/UApXGd
TRO2sMchHOoB5muRMNzmDHJy6rGsmeJN0E36vG0LKHsIMowCk/QqhjcBFHQ4di4PFy3Uuu/XWGbf
IOeX7T6nzRZKFuWE0Hkhz5zyHP6ZW6B9nRNfcAvxHadOthsQOdoOOHM/5VliPFOAm3dgd4J9oweI
/gkvv9GUBtxYuelnva4eyxwMXELitvPMGH2KyYQN6eD0+sXSY3kxmFaM8iVulVDNqJhdxMLkoROd
Qnc2j1uSXes6Jy25GCcjw8vW8p6LODE+F4Y1XY40cENHtM3RonL8RA0eiUn2tBmmaK63V24cW8St
bI5qEtpfoceRDC91pU5tvBZem9HXsqh0sXrZUFNu3CPEtqzZdjKbMYwu14aaoTflKH+W7COQwLLc
uSpFZ2I2nfZw2UvuYYMOJr6bBd+7pfzFnEAQwTlW7mB6YZ8CYcX1kuP7ohJN/0mQtaXbQqAq9MzB
O8lNoPnTeND6AltOtMwPWeuYjwo+gDLGCHcTJxlx7Thz/jqMvuB4IPPcNUMMKKqJHeuSDp48iQVs
yUYmhDSXMwy7V8RZZ2TEqDVCehzL+Wvfo/m4Z1GSpw2CWuY3tF35RxpzY1Tno3VBrRrO5YQNLcE8
gNnfbMCz8a7y0v6E6aUklyUc6cMybjUn0toKtLO+js5T35XlF0+M87borC4sda3Vz8PkGfc02XDm
oDPMYLn9lJb7iaDqgt2vRkSwTdOcUC4g9ATMoTVnK50MbYtGCvCipdIdEUkxwq0AmMIk2topnGob
+nMyunRUqmKbFwRpMlJpLEaoS5thIeFYdbx+rruhLq7Nxpi6kKwC5qGSQ21WsZXGkJSABHUzr+1r
XChjHz87VFFeSgCzqDONmg89dEffrJj1qwI6fxNsybZnG+1K1K67Yetx4DpLmNLG8svNAI7dXsJ6
XOKqOGHaa2Ky3A1zYIibcqQ6ZOFdgxXesJODwCQqSdCuStAy0CXdFHhIVi0349w2bo9EOGavxyEd
tOp33C/n0YkwrsiqOnJaWm73sW7SgtkL8FJYGssFal9+kw+i4D3YGqipIQfDTSsASrLk8X+rsG7H
Mg/bpnoJA5HOzmdEG8z0/r1YqwnVd+jLQJVG4TfO4oT4iurgAxtQJWzW4ep9S+wYvvEeRDkWgcfW
6ILsyyCmVEux/qPQpZHZ4rnockSwHfdPgxJp9C97Asr5rOeBju3xkHRYHsPc1pWhH0de3uSvlj/U
YxU6ZT8s9ckaeLwVHi5gi24L9sWq4nurd0TmIvbYppl1oQ9Di05+aEF75zstO2l3Qvg5+7HWN2EB
GOnKBNNF6C6UXcoCibzrfXuf9V614EKV2iOVVJiMRCPlZEcJthNZGYkJ4E1A7aBu/MuV0M+PYq10
Y5phkDrFsDFspGcjb1kte0/7r3oS/lA+aoBsevzDoN1t7IG1EwE6qb7pdUGUBe4/lUXUuF2QhqME
roJUqdnSg1zdYXnjF1wEWTLeOOCCD9SBM9yGYgsWqztc5cayVJGwKjBbY0A/WGjlfR5ghXRsCeFQ
gq3FAjm/nop6j1sZYMbZF7BfAY8X38SqxwVbq42QrMs5OoS9tS53XaZNMwGCVkZEoGSIeFI5zl66
dg8rtPLnV5R350UgOjS1xh3iF4UTTjj4fJU6fWzFwyU1qFdtJBuRuZFGhBOyOwwpsgTfEm1WFRci
arOmwZEmOxhqY6zhyWv4YHTMFgPkWLebJrIXvTsYXeN9KcfSNhBDis0ER9HVzBwyVG/pzpWP005o
6s7QfwYBAXpiIwVguy3QjnYkQDJM4EUUt84JmXe1sVvi8KuZvtsMH7bwsORyywst6XBaBHIOrQSI
nUDlBiOHoQtRBgno0Gh9uoexwYvx5gTPLiB2KDSXuHsNFMxe4flK5kYc3A6a3vCcqJm6hphvMMid
QzuIfUxdgVj8poFhoniYi+RSYxvunkkup/TWyyupoi7LzA5EMO6FRCA3e2WLtJa9Ndr5XTNZ8RVo
yeRbIrELRj1mnUGtxQOVkRWZA7QZ9OnRn53hBiJxyiNA4KNJ7FXYmjGnoWkUjmIdZ4YXIuYwHQ2K
FlmIL3v2abJsGJRO0dmHGslbUIrSuW/jpNn1Zq1/dmVnbAIPOGIqyxVuQrcuG9t3ljNsUrQZzKEb
obOVNdSAAPnb8Zi4EpBah7U8CrkxggT+hGYRCAmy4a1AQdzc0SGi3apbUCrDZLRGtl4Npke2wY8a
lKGVdGiloqXVXVmDGC4T0xiRW3IS4e3AQ4iHafZ6wMd9zVMCCvCebYkpAHo+qX3dairi7XxczDfE
1AsCEUUcgEop2iwNOdBzAFiUS25WvPa6zeoK4UYoN+dLaOnQ2td25ncSB1Qd6JFKhKMlfseYq47M
WCke9s7yxWO3GE9zX0v42u3o3+HC1Q9cznFQKgfac2FVJmbrZWye/BSFBtBC8VJtJDbOJ01Lzdel
zIoL5K+6GyB7OUbmvvkCH2io6TPgNbXNnC6XKLXb2RIO05J3m1L6fRyh8O6X7L8Sj6zcMBdn17uT
86TFqZjPVK4KjBbtpsK0S1TGlywA+LCpwGOcG4AmeuRNzkJSECh39jbWlS8ZnucPhYPmAuIAnM8j
8XmYWhLvH8bNvZ6siTK0ZTbx2S8r63ML2CLZjEP5xeqq5rPsm2aDLDK1R4CV4KWSkSlfyi+JNukJ
sdWsIZO2GldygNjUUXd5rpNBO8qcRR3KrPCu+6FvLnoHdXky8uKSuoB3wKrUf6JinHlMg8R9FeZq
RbOtd3ejXMxj0SH1s81Hf1LRml6BoKkp8Xhd5x+USIYbroFG4FRlwbyvHXMs7+AJZzimr7hOMdVt
ZK6cISJ8MU710qRABCfjcxov8+cAqaWN6AYd0qhTRJVfxr+DLtZD27H7R59wf28ghfHaAET/rPMr
CB7NDBxkh8+wjfyrmV7/Xow9q84fXsAp9zdi0JcYO9hGN1gH602QIODPbLCrPeeBxPzX76zQ98Co
8NuXU2vKTznFjtCfSVQQa6rXDW7DjRJhs+/z1LKrLc7V2lGI2qAVBuCysKyvC8JOUuJWRz1IvnJA
FdUY0gqHv/WZjLapxJ20u8Z2rvs8bdnl8ZRXECXZwvwGKzAvOYoQUDqE1VzbC4iaBTsdWCo4DjT6
3KdHfUirfD2C5176R/ToJ+erU9tNcVDua729jW2p91roj449STavAlALPS1gEjnW6K4egr8zVsJG
X8fFWBau1OfjsMxUMTeuOTs7264n/9mt655NpRVFOeNd7qFFhC4OzqUVVdIFZ2BwLTZQK1DJhPGA
qxZY4Cwa0Oy2AyI0Fc1veqstXhfS0ASvF2EitRQpHcsMq+ceB51YYcmZg4hQ7ZM8WfX2drT8nhQG
8TtXyqcGg7cxD2nE+uR9kKWQkznnORLxTdhNyDMakS6soWtfkWUbjQXhokRkC31dZFiczSpSdoZD
DEE0R7VOW9STIHKqB+U+TebRaz8NWrKivZPFSOiUGyDxnjuftL4jYT7lSxeX7nbWA9/7lenTB9If
zT+o40pPkSYnaD3wDz8352qdnCOfRfBVzyGTfO96m27h0H6SeLgB+pzQRa22OqLDJm6SsgSribaY
zincW/XsPeZvja63tuFfkm1AM5f/f5T5/Em/+r+ncv3/kfGJp9PxV+THPxZ2uHopX5aXf5wQTCr/
z//63zBv+NteLi/fXv7xP/5xeHltqpfsH8euRG24+1H44V/f/S7+AK/un7ZOEw59B/BHnLD/0n6w
nX/CnjYCcE8epA+PXvx37QfbUvLYjqmACwatMhe4CB1Y5Y3CP4Fu5xshxELUB+ryV+QffmZwo7CN
ngAtcQBBJjBDQ//Q7l+CAutqDCsfcQDcO61+qiBJiA57UhXlBe6uqMQ+b5brH4by5r0r/aM0vmH8
3Bt/vzAKFq6J7BNc7Y+yE0pmAf0tq38U6RJJVE16237MggIgVgfewEBaZepIONfxCo8plS7T72o6
dcJYzpYlvp8QxOrs7gIH7J2ZVs85YsBIbR5qE5s8qSOcMiDUKACSiZupgZPg7JcKVaLEua3K4qER
r6kPebStLlETi7rKfciX8QrUdw42fY2KuaFCRPq/znsrdwlACOocO3hQ0vobq9XlJp7yVyXcpnfl
GTts2mnZC7pFw3GUPrpxZURB7wvt+keUr44Wu36ZZd/SOt4QhN+6cr6jqlZsoAID6Jf+eSq9h0wu
d+oru14ex4lb6bTpWEj/GoMVmMtmnII2dOlb2eHcM1hFt4ONoDzkqWsqcQ7XBmVaXNZ6/HURozxa
UJg3DolXmQQBRZT5oigme+9NgmM3JpNZn2n0Alcka9xBlMOwaozYeh9JCG5mmvuYtpI99LZ71vAl
I0prd0ZchKgbGxvw/KFXdhfEcyHaSJeGryn5/y0hFBWcIfzzSfOmx/6fCIe3OWOC63LROIAfa76x
h37QWmjRZKNdo8nHCc2mwQ/NqTrWzXwIWmhBmXMLXSbfWO50javGw+gmJ0wmIlsiBlR6Z2y/KfyI
e9F7u4JQxkSljLOp+5yUM5V9xq4R+xQPGpNqSr7GEYyB0Mnsg1eZt2svMAcOjktrVRsUPs80p3Gf
TJ191QETTJkDuXtpOfKzgVkcoJbNkMyntq63mnK+Ua8KSm/UNJxunnzhsqc6nZBjQwERZsel5ltR
luCOTSqxLUtnXxAS2mn5jBrtpiidy7abRmog1fOE23YFj3pjeEOI2N0X9FDQvSqgczmHwUpuIdHe
VKZ3mZfzdWLN16Jt7wOYQmWpndrCfkyz5oDi8OMok52Brh7lkRuPpTNjTl/gzOPZ89WYfMWXKXSr
6iYROXwkPDODImzhKwmj31lldfRr7H6kf5mu8cWfv2awYhyGH98zqAo2RMh3qOYoltgP73kspKzq
ye0eSW8fhBs85HoZ+aW/g0PwWeq12NJquM5mJxJ9ftVPSF7K5i4e941NJuvM1/mCS3abX2bkgToe
HyJvEJQ1scQhtKnFDZZBDzZiNVnpXYq1PQ4U5XGOLSgJzifZtkdndva2N15Vc31cnHHbA64YMu/L
YmEVG+N3TrkBSniYe/AyVd3EbfZxKS/iWdXj89dY0ZGAKjSFe6unedjW05P00QkeLG5qhk9TRW4H
AKbvd8GCXlPCHka7CuwTgpuU6XtC81mNvrgZx/qwOMOVCMbtDD6g1osI4RxUvUBpi+4qscbryqIV
1dEw8uaTKdcIicZdbkxX5Ft7KsMI7hnVFhdiOqd52DTBOW2fbHe8RlDq0BTfiHg2K6bY2kyK6H+V
mLFapnbhemJv9/Opc5obEP8UXajGCosDIdZu/vylv6ED/+2dOxakPxPe35ve0Y/vPPfcyqWt3ik+
2tWAE7xB1xUIOdXS+tC2y3UwIT4RJ7elF98IL4hACUGzHUINI9SC+SHq5ouNpWxg05xPy+YgViwc
LbkDz3uIXXvbTcXZR3EYEMOnzq+PaMg/tnH2VS0UhAz3CaeBpMYfL8HRbfyzDIJfgLRUkPfxGS3K
lYTa1MhBhf08r+3SbD23WPvHNIdNZHHNyRxC9GqLDcD3X+yWH7z03ndLlD0c5TxjO+Ddfr7aqElL
Q+q1f8T5+wJIw46oMrTwBfOSU986j9gtnZbRQfWg2c7Uc/UBOoaBFOnGi+voz1+v+zOx00PcioVM
AQBQC+hCy1dxyA9L2kK23LOmcXqEvLhZ8/YICWpTqrO2rd3LEWSaEAQfJVU8zz6MQhzI+rdUwXYV
Swq1RORJ3XPeW2fIGfQM4wtU1S6btP0817AN6uTUsreaY31sguEKUYAbxwxuMkd+stfkhIzBFhPT
x0ob79yex6yX4VM15GdLm59kaWEYAwkkT75VVbsfEyf0lwHx8CFEEPf3jsPcdOfrLuciREaVX98j
YDzSk1okRbG22/rx8mTwGRJ88SWprFubD2y0kh3f1B463b2crfQkymr6xUv+uFOCCjUhnuuA/gwD
6O2HtAJFEDvDJGt6dDWMyTnXqX+8v7q/lCL89+L/P/yUuta/3BL/33A+VAnaH8f+/1Mmyj+xBsv6
7qOozBLVr3zXc3MIz4nLAx/mhw1zTpkEv+u5aZ71TxWeKCEsFaS8Re7fg3oq9f/0fECnOnE2WQKI
6X9F9ZSpsLYBI4rUl6NsElHI+AuWAT/PCy7E8exR+/0Qztvt0MQNh0+UlMMnmBGv8fD0w0D8F5H7
H3yz+2EBl06i9zaUKCrpoBMogK6ICv69r/4AXM3WpbfbGZc8TLJvdEu7ARHyKyz4H922goj/sO+I
AZZ7XMRFpE/WetUAPWB/p9P89+78w/IDuuwhv+gXkTHu9MYBXyZ/sXH+0X2TGv54302u5/PiG4SN
cz1eIGs/hGWxBPd/777VVX8YFROO81TTV6eGLr0tfmlr6Gr2p7/35R/OHQ9e5WS7cxEN1IkPUAJe
Jr34FZflj8aFvPjHO1/9LrNbj+PeIjmMk/Uyk8nh7903y/3Hr3Zwi/F7zAMilIqC7qXM/ubK+bAm
eW1CIB5XRB0dkbMC7n+18gw8wN+6befDwoz9EWdKTJejYbGOvVyoLHt/86s/LEwP4PfklnUZ5f4w
n5p8MK5iX/sFMeYP3qTzYWU6vWcPcmFYUvNri6Hk/2XuzHbsxq0F+iv5AQYaKFF61RlrdpVddtkv
gkcN1DxLX3/XMYLEpbTbuAIucF+TbrYOi5vj3mtxLt82n6wBW6HrhpNKrQs6lfSAyuMSUFDHu627
V4EJmZa77FLpQ1LVD+QvRWcH4PhxU+NrJpBLAjaJrl2KAoVsH6eX36iF3vjhq5inUIG6abPKDs08
Z18X1BRXbWr5V5u+fH1kA4fJfcmA3d554TXfrjZ+tPU6JhGnWTMly9lhbDmtNzCjd3Ixt82xzirg
C2q1aqjJ+hBN6amJRivIB9JUtnXIKuoHIPBkFTSXF11ya7MpARXh9fW27paroI+LLESMy8Ljcbft
A7DYuUo22z59XSGz5NSeR+2SHRT50nvpoPmeVddt/PRV3JOy34NMovUqvW17ruH+cH3wm/nkJ9nu
lzVNks+Uws7KDmRb3uVwKUkaqP5wbfm7tldB7+JUM/xFpjDs7atS5/nnuHTsT5tGyhpiVbte25Je
nR5StBKfqMcnmdandnzjnLJajpccvn4iXdLyWgwhPJWcyZacTtu+fRWfZJaSCWrQMVaWlfsQ1MF5
cLuN689P19wvf9LUlEZXpHlIXmBFIcW4s4Zvm77bXsVPgVBaZLGXHCi92OdT9SlGZ7EtfC5ng1/3
EWboqHqx6/TAiVAGcCLOueJNe9uHr6KnIz9kbho+XI/krkFDDLJUP25re7WbHby4yC2HD09p1rCL
55b7v21NrwKomCjR9AqablSnrjpbXRvNpLaNcPsStb8ME53N1DK0NE4iWuA4+0Zu/OpV6JCT3TaU
q6WHORt3scUE6ypsJtu6ZBU6lH80s+HGDBNqrxEMYASCLfC8rfHV0paFoiqoG0sPbprJDLKDPzsf
VTmW1bbdm71a3pQquyrusvQQL/iixAfIz9v+mtYqNGclsHzbtFyK+bqLKjPI2+Xdpm5ZPzpVTpz2
g1rIj8rHL0L0t2Bu622bZajsr0ZhaUAhhQMdHwYes59SY3qWONX+UJ17Gcr/uUH897neWoUmtKwk
sf0+OURmfFeIjnOPMbbbVs6fbM5f4se3OmFIKqM4DX6H0eMV2w5U1iouyQrhOT6i3RDwl+ELXqn0
tuFnrSKTMnOOlFCEDmMBoioLqCncFpbWKiyBO5i8HmTxweCefm8XxUcOtP+7GuT//BlXYRlWms8G
xHVIOo1bA2tEUObNtk2KtQrJQnBPlSClOVTJRz+uDnFsbNuy/USZ/jJAhFFh7yNnjdE3eaT7QcBz
KVTbNrYv/uhfp28jJaV4pPDjEEbVLQH0aHVUxm0K+J+EgF++vGvGCK4XQTlFn1mUyb3s9cY/5vru
NfMSc+zzy0jJrPLgRd37Fq3uttj5ebn/y4ePQ5Jb1LzEB8XbbOqccKJt7JJVVPaOxf6e5B3iBo6m
T31Bj0pm2yRoruISlqjsEFXG5HBR/ZHmpbWLSAvbOA5XsZmmE3huLAMHa8YAZIyUU1RT8icy72/m
2J8pPL90uTPw8DaB9DyUxojiiWJNlHIbO30Vm2nYhAM5CvGhEZ4M8D4f9NKG2zrdWK2YMqJUoUZP
cXBrHu7gkCCVyut4W3iuCbekLfYRaYEx01W1W3g7rV42xaaxWjCb3Fu6KKLIyE4EFaMkODySA+Vt
bH21YooR/xNVAswq6INiUKKRt22bbKz2slGJy0rXtJzW1IXDX12WbaNkjX5tZpJma5+WQenGKDG/
TD03WNt6exWZShlzJi7rmh4bcx/PTrHrp/xuW+OrwKxqz4ag1hI6vT/BPkXl5mMA3Nb4atGM2wzv
lKhpvLtN5lM+bNv2rFOflEW+1YCE79CV822VZXckvmz5YrKrVita4y1ofTu+OCNlP2g3LfBkfr1u
tpBj38Ztw+7Bm67cC9MvjPfbvngVi2SkFh7viMTi4l7n4509JzfbWl7FYTbbxjhJlps6TtMnENbP
BTVAm+YmwOOve2TKm0iriT9hSY5u491Vdbhp+uDRbtUy2XpdI1nI5Pwu6g9FvGnQwbJ83a6ZSdE0
VL8d4B9/nUnzXkhR2BQoYJ9et9358H+7nGF38YKeQk1yONTHaGPrqzDMKbxtLwnJJDGJ5rCQnb73
gKFuGyWr9dHOwWhiEaTxqKg+K68yb2MHI/G2b19nH2S+2wxY3OJDTzF6MMTTqYuEve3b19j7KuoM
5L7sXx3d1B+WkJrXo616Z9oWQd4qNiPD0II8Z/YOWfoIgge4wnze1O3eKjhLKg8yGBEsOLl5jqm6
Ro+DXGtb46vgLGH9qma8BGd+UnJ+mKdq03IDkeD1QJ8vZGMSbJitCu+si6U+GfaUHrd99ipCdY5X
0bWZZefOquajipaZKsUUxcjGfrFef31j5DOnNP4DDQzLGwrqv6W1JZ+2ff0qSnuqqm1rNJi3zHeO
agNz2vbWDbLr9Wf3YWaN8jIjUmJN/ltIJaCf/wlj9dd7b0+tVkxFvYWYyJE5ZGN5jpM7CLynTR2i
Votm5sGbsQumLe21bzJPmEc3ntW2ZVOtQpOyQ9MKqQE/DH433F7QPrc17z3bthFr9Bti3kjnHVls
SdpE1IJLchFBcW1sfRWeujBTlqKOvKehyk9+0y1XYRfNG7t9FaJKARIzu4SZMCRx1VYYIWI3nTZ+
+zpGBaiQ0W/ITvfb/kwNIn5fjvnbJvS1Uc4AR+83BRlhHmAQZHnRss/mtNv47asILZwwgb9Bvmes
ByCrAMlOWED+NNwvM/d/XxR66wSggoWucETqUl1Vpl/VMi1v0tZecItQswNJyN02Ba/TgVwdT10F
8uCowsa8YfU2MMOSZbwpaNcoO3gl1jTOJb/Cd4vHWtb2lSYBedsE7K6i1mDPWE9L5R67fuofHVFP
5yxW05tt375aU0k5vuRjFu5x7MlqTIfOe8ll32/s91XUNvkST7rP3GMxW+lZAF94M1BH8bjt29dR
m+c+yBFGT6mtMiDROL8bAVBv28j8zBH95YIFyxxVE4qeydPeQybh1sud0Tli48ev1lWjDaWYBc2D
J8VzLDyTVM1oW5IapWavlz+FN8lz0akf0Z09UvCa31bUQm472a2hm5nNzWEa8VeFKZCAM3OmcwhK
cdt4X2cIORTTUJTKfObIqX7nUMb/Iy4p89w0ZpzVApsMUVJPER0zdT3V6gagMvQm8bYxs84S8o3W
VuVltkSIjEcdHEjQuIu7bZVaZwrl9qxBLoXOMephIE1Ueh4GvPObrithL78eMuQAI5aQrLAd8MRj
O4Dta2W+cUA6q1hNLkXkPfUqRypypn1njPkNlUDbkta8dT6Pq+saHl/OmHEG68x2zNsh4tbb9tjO
KlSnBWKY1xsEU9L2DzGY0f1im+W2FXad15OTfk4y0ugCDCueoKLI6x6u+LYjk7PeBmtdVNY4uEej
K7/ptvKv7C4ttzW+TuuJqHyOjcVzjn3muBQG6Z6KJLEtF5Yc5dfj0e6RxGmXajnqt+NPtczsU6qA
C26aB+RqVdUypUA+R6ZgItw75aFU12K2+22vLYi5Xn98EQu/SmXL0lT3QGg9m3p7NeXbQlWuQjVE
UZSZqJ+OVpobu7yY3Z23pOG2aWad4TOEkKGpp6HUWufibUii6d6sPGB123p+tRv2FGwNiA6Md562
b9IimagiBtS0rfVVrFqZ3+WTJprg+LgB3MDkKDDk/GHEXzr4L/ar6xQfL7WSEsWLe4RN0wLkqdsb
yAjDlS5rb9tmcp1UOak4X8KKqUwCb3ipTKN59HMf4MTf989vfsE6lSihtpOXeX5B45fFfRNmBZSw
gsFfq2r6w3/jMqf/RS+tU4oglHgMGtc52tXkXvmxiF5Yxsevf/8Lftf6KnKhb+NFAmpwdDE0naEY
KspPzY1Xy2ssPNamxBKDdI6wUNPTBPsG56r7J0X67759FbhWxIez7DlHD/Ekh8BQncgLyLbdL68z
izJ0XBwwGTqxFO5BtvBrSeb+kzn9d9++ilsIC6Lu5OIcZzcecZnN4w5liL8tbtfCAcfwYrddOIGL
NsrPZYKpbnGqZdtm+1LU/uujPbYkatopnzzODnMlGYXeWXnetocw6ptet2524ZhQjnVZZPPq20Q9
+s0Im+bdpvG+zjCCnhoOZsWur7Mt62CJ0T83XaK27VjXOUaDURPSgt122g1zthepar5XUWltywBE
iv26byblNhBlaL+dZ0sG3qLUKRyk2DjXrFONAOToovCIV9Ixug+e0Sa3S1YOf5jvL1/5FzPZOteI
TFcYhpdR2QKHA4rOC9zO90ufCtbE3gOEg8/FU2W0LQjWKUgDLxSphcr4aPMcDC2gqe7L0Uy3HfXX
WUgc2hbE0FzQRRlsPAs64A4Qwp8Uzb+ZHtaZSFDY3cmo2CTPJCQ8s6qDPsixk2wLglUAOwyYWeLA
PrbGONzwqtgdl6bblh7orXORkHI06Lgd9+iSIWPuiqYEmMocZP+pWPw3nbNOSQI8vmQRU8+xzq3l
fe+F8kfjexvvcNYpSbqgVHVwFOeTYZreDoU0H2QbZX+Igd99+yqCwVRZWgmPrrfM7g2SRxMJRVZu
O1ut05I8hAaxgGh19LuxDK9CzyzfdgxUcdg0cNaZSYLqrgpCrn90mt4PQgrgjmJmv7Ot9Uuf/XJH
lNay92RV+phxUvs+R2Bz67davWxrfbXiSsCQRRwDv/RaCuoE5NRnEB3jtrs5c7VTbg1KItHY+SAU
6vSqmgH4RwDWt0026/SkIiyX3gNUfAwXTfKTY0P+j+zy+7aeWa24aKalP/QW/e6K+T0JYR2qCZI3
nzY1v05RclWs/UTN/lFosC97Z8lcvfND/09cmd+E1DpJyTGKdsLCFx7nC/is1B1OEaOxtw35daaS
Y/cjYL4iPGaOOZ1qYwz3pZN2+219szrZlokD95664aONej7oc0OcK9CfG3t+tUFOWjvJqFYOL9fR
2c2Ipfya5JRuW7iuM5byjLIy6F7hMa7YG4Mtoj6/uADat3XNKl6TOPRzLwZ3i8PYOAhbpJ/zIu++
bGvdej3XNHaLQgB3+RG/bh64Q2odnYH3x22trxZYNfllyIWFOMZ+bj67dpntQbO237a1vorXpdKQ
xrpcHMN8ng69Z4ZgJ4W56c+q1glMOWYkPKFZeIyACMMInPUbZWv765Zvp/Djdb/PaNqnyyPbMbMz
6y42Rf2OI/ofZeJ/ucPE5fa69cWI8w6OqzgO9TC9AFXR16Eylk0XRcCJX7cuVVpZuq/CY7Es1nGs
0vskBPm5rWNWsRrmo1m35YhMyBHVwYRyEUxLHG+axdQ6pSkc3ALO9SCOcoDhTM5/Cn6k2ZZ8BPDj
dcdY+CEjZ3HEsSuyaLmqs6p+a4dutW0Ohm7yuv0o73gpjWxxBNxvk/AxjpW5s/rE2BRQyl+Fawq0
xawl358bHegl2ws/2DJJNgbUKlwxdBQTPFNx7OemvonnOb2SEAk3TTUsFa/7hnXaUrPnMAvPfXZl
UTz8XrsjRpi/H5aXsf3fZzaO8a+br8BYR3M5iqMX9w720n5CJI926ajrGKclYBa17P7+P/XX67ha
5zqRwgbxVEIhm1uFkDiyLQqMynZj66vgTTCGZ0m0MCXbE8xqGcmg4Yy+afunvFX0JuRS+SKPolM7
OqO8NmC3PJdcjDTHbX1z6bNftsaxX86wpI361PUmUkLbGc9p1W6cHbxV/HYC0WyuyvZU6igDLDZo
6GhlsvzY9vGr8JU9LFiEDO1J+VMDh80BAB/rdNvU5q2DN8bgkVi5OCFm7/ZxmY2nOoULvO3bV8Eb
opQIhe2EJ2cuBhQTqXC/Y/mKNl0YqXXuk0HRAW7HLjprSxjFvip4Fnd1M20c9esMqKGtcYN4YDJU
JY1gsIb+tqt0tG1UrlOgFttXiTSs5oxqSop9lUUVMJE431a+DCDn9ajXfWHnGsjuedROs6s8/qow
s5dtA+dC4Pw1pi7uWYjskYPeG+oH+QPVo7a7cdP1MQzY162Xuh8Zl9PFHlF9mEen+J6psf24aVSq
VcA23pCOeZJXV4Mts0+OmVbfqq74U/Km+/Pd7i9m/XUWlAb6P0urr66g9tvRjcNtUWieVGfbTnE7
W3EvUMUD0jZusB0qeafHUXgny8Tq832Eg3t5oCvSJsH905YVtMRYLKK7E1IVA1hEDUrvqFwRp1+A
4wHqVpYxzXYg5ty1ruOy11W+szFBG8cU9qf+Iia7oi5ske5oflSXf2ViA5nUy5OLSjq7Ruue5Hcq
Vmlx7UReFX3six54P9qwdmreGnXdZ9VOzx1Cn4AfEUZfhDWayDW0YZXpNzGKblxQ+SGHeQ7neAQ6
KqWIGXTl3IQPpSnT6RYz8OI2uxY6ercHJq3DpwqIsXtX8m67iH1Kzmj6pOpem0MwTpExqf1czU7z
PmvgxJ+oOSiqK9/rPSeIuiEfyv1gZFnO7497SIRLA8o7MA0B2cyqMru490rA+gmOWel2t6U/WFC7
x3HyvG+5rMz6XsVgW1/yLhssWM9mnnD6KkHZqGZXWBgM+bGdp2egpLRZ1/sW74D5ZckMJ4ZX79Up
zqgZPTsySXKWLVUGvsVWEbqpCofqAE4+LO9TvIrOYxM5eD/3niMEEGVEmr4zHyKSB5yHtMXceu8D
D83OPmeTih8UynI+dq3JuXPxvCR7TKe8Gq09C3y5nGJndtq7trezOgsS+FjD28V3LIiUHbTaCGgp
ypPqHEPHFR9zu5vbIkjIKgQVO0x5MZXcgUzOiJsevwIoRfIZbYjqlOTNtn0zAzvnWs0w526Bsl0o
Jz1BlcqiFjdlKxC4LYUXuskODqWsPg92O47PfXKRliEAqtELeBW8mwRfjzUBNBB2ZMdXbl8Cb05a
K0t/QIEVS3okkXxB+jK4gn9t58ZDOp3TiV9lQpsN2wyXMAQD0wjMQvHfPeDoikDsGSP+tB9GG8V2
GiRpHVKbWGPdEC8CzYWT7pp4sZevJvwT8U0aCrUQVRRdvYvTys8PdjViCoGjri8Bpuourg/Uk5f+
tI+LcvCnG5mUtok80lBuVxyEj1LR2Dm9HYfFXnlJPn63uG/on7w8mlECdGUXujvdRx/xh5XqkGLn
qJFJGAzzpkZt+dXEIjN+q9PWwg23oHGdrxHG5OqWIvbWevJq3jvxagJrecxdN7ke0Y4i/PMz+a0c
B6RiIL6Wr2jtYUvKWYH9MaPlndTmiGPBdQFqRsqP1RIALY1r5AtZ2enbsdOzHPvdJENfRy99zKDS
d3KJfSu5hjgzIbMatd/EH1pmB1lipJ2Q4O6t0B3L6yyN5qHekwoZ4XeS2eyOH1xhtMv3STRD9YwC
RKg06JDHLpjAbdktj7EZshzvUUYbJtjTUel0CZg9cBwEpcEzY3UceMdvrLMyBghXJ0odXSCwOdSh
+gfFYdU8BhHUlK4ihRx4igfaePYwnSEDQ2CXFB3ZC/DTuynzsekOekCFUfh95AeLkLVBt88grl4c
plL/CT/J6H60Z9FF6CKHvJF8GyBF+QMbnV0+Ivz1gCDCvDeRbUyy6u9DGOPT5zEacCAF6JQrrLOh
M+A8aesKUhSkxzhPzOMYuYo0AVCFtrZu9WAagxlkIH9tzFNeCH19l1miNV8mdAiIDKR25Q8I6oTR
VVtGfpkdleai/4gxrW3u6yHtizLQFzfN0eEhRL2NITMYX/iz9hBxvclzkjxgaRj9N33RWYpsq5Kc
FP4dVUzjl9Qum4jRnE44AHFDFpPVn3RddcgeJfma0YMb2wJPF8pQ48pIZMd6odwBDYWox/DbrLMh
ftQqG/uHMkTYdKJvIvk18yTKBcomHC96ZqHHyRZkns6jIYhbQLNXXi1RUJDPjtwgCngf4g0c4vFQ
WONO9VkfPUvfLLuz0Vjt+NLipynErkZxp8dDhu2tG3fVOBnDY18zz9y1aZxd4DlGYuLOI59sH2WL
7+VBW5bmo4ol3ooimxMrDSo5TtkHdIHuUj6yt0+zed+gBE+rm1lVizqMZltNN7z0CccILAuB0ol0
bRM3ZcjdWOYFuVHO+RcnQ5fjBIUfj1xOxnUjkXD2MdQeDZ0hih9S1TdM2WE4yc/Ax7Ii32Ph7MwR
05FqKtSzFm3ARVV++5BrnaKgjA0sX96pMMFZGwczMkVygzTTaOcHWPUam4yPdTJa7uxl4W8V1OCE
GxIIutkIjT3kyzzN94XLH7fYYeXkcB10C0zSx6rzWsKOyszZqg8L9umLOKRxosJ7yOox+hiK0mFL
MDWdNX03+e1LCIbaSodvchx9ktKm1ixwioip6M7S8kYbvY1xIV3DEhy9J6M3SV2N/BY7SuBkM0f6
H0m4DDNWIl6O/GdmQMNKAowsvjgaltv37qlxqwHVYFHE1vwFW2DV3ISWno3rtFbL+K7Ilna4k8Zc
dsauq/Gh2+wtFiYBnH3E4xI/T2PLANlZbafMZmc7doe3bJ6sfHrPrJ6KT73CsRwFqZWTpxAhgI6/
p35WXLSbPcLckyzt2DN3NWBU/9Yxai/C7NaXemh3iVmVyXkupsTw9z6GswoAKXp7/TQKddF1SlnL
4g30a7e/Cv2pcx8XQxtDBLMkcZZ0Z2FrLdodCvfBg3Mc2WR5sCVFVAmNvKSsCCivnb31i5KlPCid
2Ok+iWkcou/VxT1YkQ6cjz32XF7j04/oTiHFBGLMUvuDOfgpMou6KTnABKHXL6JEngHnyTzgHa80
8TazIXQCrEJzeuO4Q+M+8Thr+2+TxanRbQ7SMmsuYd06QUvHtpz23CXS1bUnQyd9n+EKKr4qK6ks
XDgFbvEaRWdjul8xNbMMBFbiZsmHaI5CPCuRJ9j7BFPlhPVV3sZpmATSJqv8PWq9xNDQ5I1Y0IFu
1zG0wjlR0clJ2MdauwRsZ8o8ODjCpK4DBgx2HNTQ2EOSHKPqVRz3LT2o58m8Zc8hvfd2xtx4rBbz
gvrCbtvqFzy7Wh+n2hobHcgWkefHfPHL9pFPcZjkEAnl7c1olK31BocqUlefzDwzUHnRlzvh687M
dinsvfCpDOXUXJlTllnHRfL3YcM9lP5zp+KpoeSxjeaP4aIa3eMQFpipAjM2SnknkKgaj8acknwW
YGZbdBkkketkCVNsdtGLouyKUodVA/FEwZZEJlIfbL+N1PcWA6YJV9twfP75HI2SPDvoSqGKzqFS
18gBS+clQk0mvy4lHfaI48MZHuIyt4f7icSW+JpUKEW5Hcfn0bvu0Kp3P8xqKYYDigzlYCfuzbg8
h4Od9i+6Arvx1iYpMX4aRmH3CGYpVJ7f66TV9Zn3WCx0gWe4qnyPzEzM35bcMwvzYDfDhOLS4pFw
fKf92mJDP0Qjrr+5xjeuznmUZhSeJrHogaaH6DW/m71OEa6h/8vfj0wi9A83cgkAbAD4IX8F4rmu
b6Ylz5bPBsl7jzNHLedW9aKhvLnrjTdApCk6sZMm8Z+TJEmhsnNCapw7oX2tP1rQpdIHzSWEdWxS
4vAzfiVicqexbTtUZZm+TQ2lKb8PYSn8xxlCwMThaRSGcy4MQD1XPELjzS0zq4u/zH7j8fOZ6vX8
oMYiQ0WAJLUr7iIxI6m3ongsXuyJbSQmZVcZVxivqvq2MeLJPg19ovU7x6lipL+Dxlp6ziqJRlGw
p3vfk41VPeB2HfSpTTshalxlhSfexVUdWd9x4Y79iZWvnoKCBDozYFlUjEoztdq90Q2pcdvIPvTf
F1WRYT5rPKfam0nvVc9TIbmPpJcXgqBdVEdRQe+yJXsU7dhx9dzrsEgPg1MLvR+8oVNPiMEm67oZ
IqnO6TJmGaUIk5/d29DZF3RTC7PPu8mfJ2dXooqD8o0j9KKUStv+xjDG2H2CtZcPehfifUf16Zle
L5+4hnMgok+DZiYcJbS1I7I2xzhVbe4prDLtELV7SpTleADUEBe3bD7VcK28yHQPyAWj6JjaROh1
vhRueMAfnHLYVYlZ34aDNi4w0r7EfpvkcszIBTFH3V0Zc3exFHDeze4Hkq9aFIILb6wuePI8Cnq+
EI9zESXu/eR4nn2bY83O9o4L25yPpfwL0UTkLcZN2Li6/Bq5ude+9MqszQcTmfDMAY4SJfchqlrd
HBqkEQP6eMutrmRYd8z5Zj8YV4lszOmWClIIFIGbdtL/hAu4mo5esgwFamai4o2LYxtovs2h5sEd
WlmxtfJSFQ/cGFl+fpfpwlruB5eOLrJdLzAUpVfOHEmx7EnnS4pkF2L/QbiQWcCo/3D1/Jv7YLW6
2HPy2hRlKqOriRURekte1mTB8G78adslyupqr7ZC4mpo4itUovUNz+vGvS7KbQUAsJ1f3/9Yedcr
9knLlVPGbTC2Zv1u9qrwcdO3r4uklLM0dWFjlqvdxLy24iz9cNkx/+Gh62dG1l/c/6yrpKLRbCJU
bvoqKzPsxgfpLjAVTdmEVw65SJSuAVyM9p1rCYb9nJPHaMDU/o7DhbNWWkbOfcJAwsllsfVapp2s
/GYOhGxm7OGJR/nhXva5xz/QVjIKT1Zd+lWQ6gr9UZaR43qHJLNor6MhMWOGdcubmLHMyID/vv8u
N4h/9QNXN4skS89dlE7jla84PhyHxu+mcxua44/S6Ey910BU/vRA85tx7K7uGada22Jo5/ZqgHsn
rrOk9DF/2IlplHu/XLiGCZxwkchAuCTz+l2MM2cOSJEzBa6zGRViwIoxtgfT6URznLKwbc5+blvO
rYvKUSP5o2IOu1qnhd9zIdBkRXufWJnLhqzrqt7DvBm1bdU8kDA49vcgAmIOD23s1deX/LJS7FWo
OVUfklT02jlkU5mqvdXE88iMybxjnbQbWRN4fKzj7/ISEbaA4I+zHFlwFgLk4jTL+R19t+2YXMTU
S9TGOwMBLLLkEerQIUdF2Q7X0pv84SKSjOCB6bEdi2T/80/6f8Csfxi+owlsvv/j7nPV/uPYF98+
sykv1jas/4cE+8uF7O8J9ofsH28/Z8Pnb2XzK8P+8i/9i2HvqX9eJEuGgW/MlgpS/b8Z9r7xTwQc
3IECsbcvXkiG678Y9qb8p+TxE7+Sy//DNpxr53+JqUz7n1xH2SYiWs+UFjk+/wuAPSP1VVg6jiMt
33TAYDjIRL3/KvJXcuE6eCHnPR3Cd71ruG/1JMrPFuVf50sKb3Y0Qqc79H6FTLVtwtTeDYNn3jZm
3rzpojLbuXgbLS5fkJwHLTnoHGEkJsnSbOcb163ymMNphCTHUyHjtMU+aTIF7IvELJ5NtsmfQtcu
noABLMgpY47uThMZQeOb+qYq8/isomi8SkDKY36fYrwaDSM9L5X60nQ+MgonWbiWnIcLe7XJGgQy
VArtksiwP8SJwMbpOHp+KdK2mvf4foy7OGwXe18vuXhMm7l7zM3c+VYlRS336KUsRMctBskjxjLu
eDU3wV3Qk5cIQpIM3TPJFE6+C/kdap85ifK5hzQnlH45GwK2nNw9cbO33E6WqY+1suSnhK2At+sE
sKtdJmWZchfk+B+qMZKfde7M7OBzg5uwYvxk9cCJcDQyddc53hvyv4O59apvgnMxXix75giqK+lg
mDQJ9S6OuofMsht++mTfmRMWnEOhtXE9VsOpGLvrAlHhfnG5BI2c7l1k5VyEdq1v74dlmVFlThZm
VEN5+Z2ZifS+qPI3knvXb6UbT1zmNGxYAsMvh47kSTLcdw7CyOeoj91wr6q+/FxOrWFjBPHjc1dM
1QubsZeJ26Qg5fbmnF04Fx1be/6bY7MPU+tjLnnn2HcR1xSpI+4Rv+P4GIYh+hHaHkYmdtpBnZrP
XHndt0Zn3DVhb++7xpef2EF80jGvB50jKKxMu6i9YVGJsXZmKEVrLr25GkpOdlJd8wJUHMe86O6S
TtzNbo8oN1sCpTGv7XD9tnSK0mfcEwKPqMjmx7A23DtdCMScXtK+W1SuvzpdlKD14lhycqpu6RhA
nvdhWUwb/zXH16ma3y0x6iOLxfuMZy1cgrzgxIRXtOK+sWsRDjcdp+w0pnoCtMjbQSWaGkgsBjn/
s+9Bws/t4odLMScuIms4RK0Q3x2zNajT6T83RQolFgvwaM2PWYmUzdBmwhmB98WYRb1MoXrxTPTJ
5dYfVVpbcEVvf6ndBj9Y7HINYnH3oloFlIVb1iB0PHHmcm6+ou4t4gxbtccCDvJ+DNV56vxHdOH8
86nJjrX2v7cmg90rrfzQl82bysEYVPIcgiKOcSpMPI+HRpXLE7fpXOPmQmFVNzIhDpU0Jx4To+QT
emjjpZHWcoyscbR2cq4KFjmLA3tmPZaGLnlvTMu915nJwZqM8aGTU37Mcvf9vLS8U5ST/QVhmcu9
BieplwabDgMobHh0mj1d7eoCxzauGdff5Zb5pukdoklDe3WojNvPTunHAQcTJNAUDZk1nqnGnYcd
ubrWddR4MCtCmQVp1cudXVj+E6LehrW9NGG4S3+XiMbHORe1xzI0y4h7cB4hgrho/ffWpEykYhWO
qwIb/GEKM8/e89QSvpN+ztZjqRMvujdGnEdydpaTIP2+5dlfPUmO6HsPKXD3BoFrfe3Xdfthjuzw
7TTPo3zDE1R3qE2Z7GKRfEGoPexGY9bXPo9Sb7Isdd+W/CYu+Uc5vdEJ1Id9ZM7meWnb8m1U+eE7
IMbLWZKjefLQ5+61VPra4wi2T5k1jq7ykx1JbeJp/B/yzmw5bibJ0k+ENuzL5QC5kMmkKEoktdzA
KInCvu94+vnAv/pXJohJmFiXY23d1la0kmcgPDw83I+f09ZUjqI+GXcWzTcdMUCpddIhtfZoB/d3
bUcFJuvjfKBi1lsOf073WtdXA7PlGo9CDZkgTWKyfwhDSMzDMmtfNIhcNugk588BfWTFsfrU/d1Y
Zh59dD2z+FLCBs0J1nP9c1oYlXSMUR5em6V7BWH/yTmnyw2lK9VAsEcUNRHlxfOXgV4aFXqoDFk0
CKzvrcI/dCgve132bPYtnM65+6Bb2UekUlGaloN9GIvqtRb2KGEXW/ga917rJle6ZK5gV87HMv7z
uzRkbVCA07U30DymnCyrRphyZ8R5jdpY+hT7iWLXmtTYnqFvlXoNszSTqfrHpKyJKF3KiBi9kakC
VxsMWtBqu9a3PlC1UKjKNVuxjg5JIB90L23sCFpxA3/dBoZc2TmYgF1UPqRZ8SWCGHejm2P18SRZ
+vjPTpzqU74Ohsw3yEC6E6VWk2xmTmSphKj4+EPABgm+4lAV+qLF3dPIVDHK39BRtNL4ICHLLTbp
T2US0C7iDGFtX3iIeM1Lik6+jWAGRYrWzplvgUafHq9Ymw8MyXbOWDW/kywbbWDuh+kc/X3++/D/
oazrBLn/f+fE/6ehAIJuy/NpRjz9V/7JiCXN+h80nSRdUniqa8r0l39EnSRJ/h9k6eRJqNTSVRRL
/82HBf47lKY1S9WRrdMoXHKk/pMQC0i1Gqqo8p8z8CJJCrNgf5ESTzC7Py4JlQs3iUoVCBA1kl/m
fBjRI7Os6e/IR+MuTe3Ut+nPdV+zfJNG25PPsuD9U13ikqXZa3UkMkUGc/9HOJbtQNx6wUGP7dHJ
pA+gFwV1Tajl/AX+dmWzl3gvjR6FL+zVxh1d8GtkyhFStC8vaskIYVcGzSyzI9as1JOrKlldMUhH
USJ/jb/Lyc9SCvd+tlarOn+4/LMankYyoY1Nf31XnWKKaKcF/QAk85hW5nUBusI0fSdaG/9bsGIo
OsPFhs7/GPOZhLgFX0jTVz0CI+0e6sHNnVgMjE0UV8pa1eKtO2AKSCxSnDzF5ohqoy/R14tL9Uge
azqGEY9gEXx35epZ2B+DCWzNlBQUQXV9Kp2cwBtbJiSRuFPUY9oR05VWe2i8zt+OuZnfDhQkV9xh
9r583aZJaW3qaqmyqs7nKOkaC4WJOvERufJGdgREGh6pu9Mo7oPeC/iaCspBKAi2gQ3Brohurlc+
N+QHyA5nVqVtvU5zOwpaYxk7rZEbz03Y5YiqUqJB9Ry6y4esr0cnUMTwNy3ZLtgEaBN/Y1BZbj62
EFiB34wotUQ9f1xZ3us40OwMGyAU0Jw2uceIauefs6k68K1jox6VADa4GqCQGgXexod/+EocDad3
hTt4ib7nbj0e4gqqxaKkAn35zEnToZr9CiC7xFM073T9jaqnnru02Fo+sqwI0oYc2lat+hYCQ17k
Q7gTxGLL84W+tXjtl+PakV/6CJYpcURky9IpU88KsOg0iW6tjNpRjfLMUbx8uE+lT1VZjVTK6vgY
hOoGnb5iQ8f9OkIw804zqPGvfISpSH3+EUx6hpbMTYBmMWWN862oTUgl6qDRjjy8i696k7pXvGu/
tW0YXQWy3CEvIUa3zTA2e/pmAP/dQLqq+lhYKeWeFx/xeO40rjBDVHB6ZAa5305PWE5nT+nMTLjR
o0HfI7bXfx414AIry32z55ghnyM06RSCAPqdm1HUCSkkN8INpHWGOx56I/9lRcJoK7oIfMnPQViY
PKXL4Nb7fNn20go1SeSSJIxY8C6cm+4zCXZjAN43pnQoJbR+9ZU+wZsgNa3tj4E5l8QweqUYyZ1w
I8v3yXBoS6exrkVtJRSeZ+GvG0X1DcIg5IR06c0sQhYbErwDlnVTtwoQkkD7DGvsLphkecPQja48
aGJWrvyFhZ2ZnPlGZSK5TAvVujFAYHyT5EczeqyUx8vb8+bOAgl4uq6ZZ3QADdo2060bT/zepc+a
dN3FK82QhXWQvPGSECkdcmnNbnlR0Sse2IF/FITRCT3TsWTAY949/Ci7y4tZ8LUzS9OpP7mvuiqk
Hcp0znFC42eauW+C/stlEwt+MGWiOve8yQz1fBS/MFu5T1CEO3Y59FQt8FAz8qotwtI3kZsPt5Uf
/B0B56vroU+smzphk2tx3nBr46Gpi7zGpFfui6H7VurGx8urWvpwpyZmrgZwno4A+IBjOZS+rRjg
NXJtLaWcTvpZzNUU8NaGRAyyNPLvmRFppFQCC7J/5KC6XnuAkmjgOq9xg9S6MYvPNfWQy+tacj1D
M3ge8IyVEYA9d4gG1J4cQ3h09ORb0ZMnrxO6+6D6u2HI/2zRHztzF5dyKzRaraMlFpV7tQNn7IOF
ti8v5s1jY/p+5JUWbSW4XucNKzF2y4BhSP8o3enpNlPtZojv2nDYA2MTirVkbHG3TqxNn/bkLIE3
M8YA1sdj4iV7uUkOUin+SvzBzqgHu5Qzyyp3tM5YCXqvN+8bLzmxOx3AE7vSoLdCBNb7WPqfxKLe
V1az8YoDVWFflr+2BXV5VCkl0IhB0zhJdOPHL55/lSDdEAjfu/I2CX52rWqPXk3xBsB3hohbBGsl
UApF2/dZvUlBJ0rClVcO74h0pzs07eDJbwd+XJjM3/pHpkp3EjkFn3DT03nXkufLvrAUhk4tzRy7
05inpNTsH/3mvhTzD8Xo//LKL17gy7bQrI2pvPJavNkUYJEW7SVRNucTJa3VAGsbFf/YaoE9mldV
9tuqvktjCbiv+aa05oPHg7QvvgrhJtHoPd6HaEP65bDJRmPTpIewvdfDAdJZMKcG9HhrDeOFawxy
mz8/cPbl3bDxxdK0iPxZbEFRo4wfGvobYFSHtWt5KVbC2KCZFJGRm57fAKjE6lIOTOpIE77cNJqq
0/FR11jPliLXqZXZMaBD5bu11nMMgueqKW874Xs9qIdE/juGsn9ClynLOBNNPYla4rnPhnGlAQ/m
vEUi8CJGH+Q1xqClvfljgZrJuYVABDQEIsw/0tWywYXbZnn/njzGYC9kUVFR85bnlFZNVg9jGYz+
0ZXuvUG5ysSCAYF85dm9uBQ03WWDRzF502wpIHRSJa9dQjCuL7RP+fi9WxPLXLShKxY1ESTHpbmA
gqxnoh6Eun8M01t3VJyo2odasXIxvn2GcZnQKv7Xyiy8K8rICgs/oPWYinZSq/Km0j3/eoRiCLyB
fKsr+dc86JzK075pVZ1sPaXsV37FUhQ7/REzJ+81WhiqzFIp/guUa1VrM/SBYgdgyWww0ltQd2tF
mkWbKL0bU+XCEl8/zEmMhulZLKKGLbxOBnqJWQ9dk+qo8t3w6XKIXjzBJ4Zm6Y7W603ZgrM/Nm1j
C8qzRl2ISwqW7JWvuGZolsKH06tlGlhkEulzTUe9B6yiKQczz7eXV7TomYaqiK9vVZ6G5weZuw28
C4WUYyo8eqFBx+uR1uqKkcXVmKi0W1BVK9ZcHqyRC6UrhTA4hvJviP7taYTJjDdoWDmXVyMtBnJY
K3kZUwWglny+nJ7JHgPodXBsFR3cbb0xk33R3aY/Ip/yR3oFZWNoj9ZGTHeVFdjCyrYtfE10n1Sa
XQpZMbWQc/MRMO3A6KeFghtWHn3eX2uh5G2tR2NE/sTGzDXkErHWXsOGrgp7smDjoA/BNt9BrXk1
FNVeiH8Jpryygwvf1QQhQuyixELVYRZaGgOANYDq4Gi63X1YaBuJcST78uYtfjzSYMyg004p6/zj
uUZTC1WaBEe30XY8jQUl2pbu300Xv96N1Cz+WJm9JxtAn3WvpMHRd2M40Arbokp3eSFLH4sqFE1H
nf/l7jpfSFagfCJaNYRu5m2TljD/6ysWFg4UD1Wq6zp1YnolMx+wWj/2QHoHII+fAvm267NPvnyr
iGuEjEtbQmigTWnSSOUEn68kQH4CcUkNf2YUO/kkdI/1Ki5w4VFCs+WPjdmZySq6H6inBkfVH5uD
B+uE02Rqvqekf0hy40sIMdU90i/3XRitPb/W1jf7jvUoFkLDdMqxMj9a7VOofaut35ed4bWFOcuz
z9Y384YR/cIeArjgKNxUkr7XrvTBHltggkyMviRgiw1przYd6MyJnmzlTC05yunHnT7Ayc1Yywqw
kk4JjpDZ20O6LbQvAWoiVvTz8ioX7ZA+Q3eicMbmw+8qyMdI9DWSqK86M3HtVi0eRPHTO4zQ6GEi
jwzDfDPn3SOvrU6XomKAa9gzVGrcxGsusbiSEyOzL6anEp3o0eBCHKxuq1XBJ71kFqYqI8UJetV8
x0lWdKB8lGpEWZpPxhuRKiQMUwRHaC3syss3en2Ii3QDpnTFFRaSJDoElgIA4LXoNAuvPYNLTQlL
LMg95mKkeznsgO41G6Ze7KRZIVlYuojPrM0ih4T2RsEcJjGw3BhfEqG0y/geHS4aTH5100yjMv1j
x3CEZWw9cEjDoK582cW4QhdNVHhAyMq8NAUWLXIlgxjZg/fYyjRPnGbo0FUVWxXwnOXacaGMG0iX
un3m5tWKsy6GlhPzs9DChIxUS9PnFqzBbkCrucLjahn2NZ+ZBxdVBDsxHXIVfMf5+R4T3xREgIoE
6NoWhLuiDfDS2zD5GnC9WeUX41HKrsmKUF+PVhouC7UrRthFkKj0EZlBn50UeOUpivlNcHwassr2
g4xhLt/JohujV1Dmesc77czcdHBPQlmGNm4Sg/k6in1sa8Z9XL6M4dPlCLO0aadLmj1emLLoDbnH
Rt4esuw5aO4HbeWrLR3DUxOzqoYp+NADMCp0zDeqfJvK20K4Mgdwdivuv5gnqpLB7lgcennO5O66
EoQJA/5f+Y1DSgzNzycvFzdhI/xq/PwopqPrpO014K8Vavpl0zJ+KVtTFjQ3nXcxKgPTlZ7knnKt
j0lgW13TbxiuNPeGGLe25xblnvqedFTKqtvrSeKtfOfFe5d3DZ1Ak6bgGzqlUIiDQpRE1g/IUB+y
XdQUDOMqv5KgvFXYAEUYr6eyoZKL21jYt4CMU3GlxbToUCc/YlaJEZm+8gK1D46FdGsxiSVW96vN
ssVzqKo6NE7Ty2deqGbiKmrjOiOBKqXIgZ9Dv9bAc22beNSuI1CNdjkMN6g/qz8vn5ZFV1bJClUq
/2Tss8xG79Qka2MM13ksHqRW3YeSNDpmqrcbw9PMDYolw/Vlm8vbqtFwF5lEVsQ5XW+TD8zbI7Fw
7DXhtikeo/ZKVtAsrXeSsLGoRzbmkxup20CKt1SVtu23yz9gKblXNQDbNL1I7+e8011tMkXeTq+U
0L01ahW07RpR+aLTnJiYOY0ZBrqOpgaRLnsa88IZxVtFL1bSgUWv+WNkXvYqfV+UDR8jQpJ/JTsN
o8+90TCqEty3wc84XvGVpbQK52T2X5/er3Om4tF1GUiyctaUHMYBzpr4QLXZXyM+XXRJnWRKBJQx
TU+cXxLABc3C1XHJ3hxsYFyOoX2PtZRByfVzt7gkQwZwQeeLuqF8bkuKGR5gfIdP15tOEMgAlX8z
Nr3VurVQtugQBk9imQ0jpM8OmtWBEs0rQnkWI97g/vKHndzsTO1mjF0HlpvcodkW1KkNtN0lw9LT
dtcNvy47/tqPmP5+cv+mtcFlInHwwvDZLyFuCA5j8OOyjUWnpEo0Pc8B4M1JjxMz90UgHMHRIj3T
zKs+lBy/+Oj5OyOHkHfF2vKK/libOYvnRqNWQEl/1Kah+nKTVIwk+/eXl7QYL06WNE8pUjWOgpi9
q2V4a9zvzAu/5ySfWJhlFIYCvCmr+Ghp49T6Jy9xt74/7uK2d6ynclzjeJ8hif+poFDc+neTZuGp
6Y2w7N2WGlvoOnJ/F0WFHVZ3WXA9tYKa4JDDPGpr4qdQS/aa0kAUV9seHhmtQX5Wvu08qES61IVB
wsr9OHRC495117TrFl3EpEGvqgCsqEudO/04wuhjwCFyFILmd9UY4zWjUl/TXslWcqbFYHJiaHa6
iq7Qeqb8CFzRs5REDnOFtg+U2W3X5MnWLM28XnJLFYwcltJRuyrk7EDrBpjDJs2e3+H5J0uaeb6Z
pk0OyRsBY/Q6O9BfoqBc8/21/Zn5/qAmXVY22BiNx8RXtmn1A0qS7eWFrBmZOTwYYUPxRdzMZFMi
9zeIg9UkbnlXNIvKLnmFOWe1FKEwhq8LR0ukeN+loy0kvwexP9bBiqMtL+aPodn2K17qW6rHFzMK
/SZRXszB3AqluRKTFu9hJBhVoLOqBhvd+bnJ687IBpnkG3UCAxQXU3ggvzM7lDT0lQPphoH/cOXF
s7yyPzZnZzWD0qZlCiSgOfMMIdkWj8v7fMXI4g0FyhGIs06KMQ8Iuej5vOxHXhXZ7yhWbL29UoOX
VmSkaNen4vXfe54mc+EDfdfhRZqWfHbnhk1o9Ra1fj8V90UmqJvcDbt9FWXxiqnXJsy8lEADUdUA
wFNcnjPzVk1UNiqYSCBJ41VlwQLCpRXF28rP9lm+t+rd9IjsomobtcPGGO81o/lcN+qBIT0nEmB7
Ges1WdulU6ExCAvQTAZKPhc9lM0WMpeI3xQE/YZUTkp/p5C398328ndeukg0MN6M4lgTnnF2KLpw
gPHOjMNj7H0avN80wS7/+0tec/rvz0Jh6LtUnuBpOkL3ZCa6rUgMXHlfmBtzSi7INNpctrf4Agfb
DTxTghVMnIM7/EhTi7GeFmR1xa4sInWHJp1ih31mXHlwa9tVbHlOoUdMm3p98hUNRXXlRyydxwnf
BjSMsqM+p0tWjKiGxo9FS96T7IkOrTBBf7q80KWN001NsqZJEsLM9PeTA4IoeVOP0Eoe4Wp5rHjt
T6Rua+ScS8GMkKwrMnUEEWzxuZEiKIYhG9LwWFSp6jSi3zoiaKBNm+c/K8isHITv+3fEGVqyuknq
wTTMvOFGXbgc4KEJj4N461WPrRY7UfZNchMnSW4HK1uJ19MVNj/8xoTclnnNqOJ8aiOILXoUfhMe
4SJ5yhVbbr6F8lWfXgW9+1HK4btaQyssWtRVWVahKSC7moW2TBGDWIj18NhWW3KezEx5twy1k6ke
JVNmcIv+K7yxu8v+8iopc75QVVSYfGDigF4mTa3zvay0PMn93qNR8dPYqfGmSG5ggGp+uC9UaHqJ
OcVjMezVzmESoY0Oo145PvAWb7Uc/9Zz+SG86SzQ23zvOdt3B5gwzr3CP1oDiuYbhmdXViq/2VIM
MB6jM2bIs1udee3gi4XCBAQgoI4nRx1sxiuhdD/qQwGS+rHrX4Y0d7qycBTB/TA0+opHvQ15mKcz
KUkW7cN/eAdOTmaRG/rgj5V/5K6x0a6wOzryLXxt9bZWv9FXXLH39pAyAkYeQfxmnhBahfONjY08
LdMm8Y9MkzpB+x0+P6ftfiL26yfh/vK3XbLFxCKgIbrhXM2zqnucCwkz38BAFJhb5eTz+CAw8I+A
aKL+df1Qpe0KMhRYGgCoOQTKglvQjzISAEH9HYUkUfFBioIVV3l7FFU64sCSZFkm1MzjWyLVQjAm
lILqgPZI8lj0oWM9D/qzkL7IX6xu5UW84BmY0yidcatPfeXznSoTudeqgZ5F1sV0RYSN4n5R3Z0c
XZuZRUL16/JmLfRIpuX9sTcdlBNPFECkBGnFM1/S413uSk4LaxlK5CgYtk9IQtte/3usvwvXcVDb
axWNhXrlufWZX5a+2XfmQNkEuSi0+3o7G92da+SHKjiEkXtrNdq2ys0rt6t3MjQ1eas5vAFWTsdC
QsDPmBpEzCqJKrt8/hEY0IFIbqqs6FZ/LddM4Yvfh/BpiIN9FVeOonwbGmgUlLW7820SwKG0LNDa
1EvJK2d23USUJgZTwpwe2SZkeLRw6HOvufBCUQIYPWDHaSCB+uLchynXBtoQg3Yfh18ilJqb3B+c
CKU4X5VsOC4ftWt9P7ZXqQB1wUqzcyEcEGYpviNeQSduLmM2BYhi8AKqVsZPqa/sOHwoyxcr/BiG
P1d8eYoss+vrzNR0lE982TQaOAw7TBXdczi8ZJA/JZmte5+Mca/qB9fcZdmXFZvT+bhgc15lgcBN
ymmmcF6jyq4++NpVkN0g2tv/qMtPvqbCUMW4GRW0/YrhpcXSQqLqQtGTR/YUSE4WC8Ukn7vn6Pjx
UW1fxOI5eoFsxPGixoGzTzW9XSKsPfbfPjlAJzL6y1YyIclj4Nyom0llM/S8j/tyOxV2XdNiIHd0
5HQlDC60yM8tzXJXExFGWBQpxCRj4zDFKFRf0lLe8uRSLGZmnUyInUG88XP/oywne9/65A79yuTg
0vHkHUthXjc5p69h4+QT95U7huK02lYQJKcUOihEDAAiugKFzsp2LttSRdDTBGPGbc6/7ADrjg+d
dcAobeaoSn0V53deQiv3qlBVyEDMJ0llutaAWEZNtlOXUI6jo48IQSm7j5d/zMKVR6b757fMvr0u
tyHcl/TlUkqGeYrAnvUcGSXEqIY9QmAZ+oGzWt1e+wDT308+tsVY1vScJwZL0aOVm5suNXZm9/KO
pVm0ylUo1ScG13MrFZwcDJFYHNdRuirNvdJYmxqtHVMtX0JzM6qKEzbi1WWjC9ksTyPaO0x+kWrO
O77QLzS66EvUXmLGJNpcFZxEUZqVW2zpbJ5amV0mciZAHdJRfIH3c1/78lVT3CsdhYc1HMCiIYnA
zWQy3XNx+vvJTiW91jZuI+AeFNK2wPnyfaYZv1UO4E6qvDU6kMWvR7KsTm8BnXrPubl61MyuyFSm
qAYQMuP9kDWby/uzuKBpKJD0WGPiY+Z6UQNzVyEQwxOEjxXtFkK8reAdVquLS3mGPHXD/tfQ7Msh
CJaO/WRI8iFyTfxt4csOhKDXdAk2UtXqdjD2O9EKf1J2+PbfLXLmHr2iQbU03cNQl4Xjrog/5hlU
it6w4oaL28W7ipIUfWBVm9kxc2YFXY3JGfIph2EdJVnTSVlIkZneYBJxejzpPGrOHUKJyy5mVITJ
Bznd0CR1yZR16WtcB7ucdrPRr1y1S5GJaRGJfeP/wBEzt1dE/MdMDoT1dtCBxF7Vf99JYfb/xMTM
MQZBaUPGOIPjUH8K236DzqstQ/X1Dhc4sTLbGjRTRFnImASAXZIlGMY94xxj/nzZyvSvzDOi07XM
EpOcZBfGAdbSy6UdxcW26G+i/kMPEQ0MnpdtLZ7ckxXNXCGxUhrCwMqPTV7dmuFwyPyXvvgih+Wn
dxiCR4UqK5ghcQ6dbyKhlWqR01OIw0YtnqRBua3ETe+VK4nAorOdGJpdUMC4oKCfnpuVhJIFmua8
AC3tu5sW2sqttLhPzKcCg7KmSdHpIJ+E8TLJJSuN2Cd4AZxBOUR0CR/qkLaamvm/L3++xSN7Ymt2
hCSAo/0Yggsx1Gq861JX3CeDeQdF/UtZwUmXJsMPXRzXNAwX3QPWG5N4RK11XrmWKjlRfSiRj4ZY
Z4ghMCuSpe5nGBgZ/fdhsrq8ysXQByceoszM/qtzzF8FQ6paaJiLDWqtWhZx2TPCt+LzSx5C5drk
rQo9EP/P+b6NpZsbeR7/A/XjDNfK/XoUXzMyO1hBZCatOaFsIulQayUzsLd6tsYPsvS9psEJKn2U
cEiMzlfi5gXYfItaR2UoxWepLSCgFcJs5QG60LtBfeHEzMz5Qq9BpAPNgiOsodlVGhYKWLv4e1yG
8OjFkGTqtTRsvHJstggv6VsEFxAxcoWJmlPXt+0kddzFunIl+QFyU/7oHaCOWR1dmfKYedw8/Zmz
O6D3ZP0fEFApOxls8qjfbHsPogpFuzLVQ+PeKFbk8NqrV2tcy7sNaAsOVpMRsdkXkgo3tqyAjla1
ZdDaHHbp4+WTsRRrqNT9a2C2NkWDyCYYqTKR8NwAMTS3pZpuoXdKKO/4d+oY7C8bXEy1pvwU3jTx
tdJ77lsw2TWRN5ANa3lubfNGgBUVpQNbSLtoG8lwwReNlzqpyaMur7P8W6lla1Xmxc9KJCDjU1+j
wvlviMNORytI5naSvjM7aYWl7Uc/Li90KbJSrWc8E5Axeo+zM5R6MIHIbkQT0NiI8qGAQFHg5Z9+
B7HgVSvt8dfq4xsfPbE2dxQL9cpUIfYEsrgzXEccBjLl4Z4m0Lat851Qfk+UgaSs2ZpydX15qYvh
QoPLhWos3AbmbKmWFOR+qhKT0nZfmk7/nvDNXv37788W57YDZ0Pg3+/dZCMhEzAGa8nxFDbffL8T
E7NzIPQj9PQdN4QK2XckBztZuqmG5ioUHzLlSUP/ZC15XTx5Jxanv5/c8rXWhYIysqgQDaJeMG3L
jzYwPm2qAd0XaXd5ixY9/sTa7G5CNlw2uxFvDAEvj0V5N10ajVe+ozDDna7CHU1VhqN1vihXMlsx
fJ1eiJ6L8EcYHt4zEcKtQVFYVwFz0RCbtzFiK2rgPwY8429owT2k5qaoHvo11onFI8VLCUD4VAYm
cThfSwOMIvZFCl1x2NzUWeaEycOoA9itdRtJF9tUOugUfEoUQYOam7lWHF7aMgp5dG8VAr86V62X
9AKVto7XvCb/jkE60URpMH3ZLxaiFP86W0XWQl/tlQftxAsVJQnENMNI2dJSU+DPbPaI9mwoWmwy
P7O7dCVWLBw0DPJWA43CDTBPkoCNDIYr0ZUGAueEbninityoMjSCg/WkacGhEQ+1sda2nY7v7HiD
dGUqH0A9xOHzhKYU9LJo9CI8lha1O10XHqogukU6zIUB11gTF1/YOYIVkHYAofCHaLPCSKZGfaz2
0SsuI6ZFmUu3nXl/eeMWwseZDfncO7UwZQjADcNjTYNyUN1DZAy23992zVMZmJvLxha9ZOpTwJZG
M2TepXQ7UkUFxbijOr728VERKjTV38muiASL2D0LhZfxvtdfLttd/JAndmcXS62aMXTHeXgUakf1
bkXzuVojFFkywbJ0QgmFizcvkYw3lmjFXXi0OvPWc+sbKuZtvwKFXrggeRHAecYEAKVGcbaOSm8b
0fIwYsigdF4yY22CfMm/GS5g4BWuY4uk/dwbeqlCPE80wuOUJULREOwQ17BT99Pl/VhyulMzs1uy
UlKXhxvohyCGvibeyea1fBWUyUYNv162tORxp5ZmtyNlt0IpBxZkDDuhLVM7FsWvvVbQ7JPs1NzG
yt+PNMK6fPIJp190EglTlS6CKKrhUbGeNeNWD7Zt4dsM2vx3C5vi44kZyxjqimwxPHrStdrBnCRk
x6nYEz1FiNfEebkSbxf9+8+y5q2SsFW02nAV/HukS2u4lVNNHI9N8vvyupauS74fjUQGlyjHzYF4
Y6RZsNC7IGNSEFpG8k1W5GuxKz+EWf2zaHet+FK+aD4lwRE13Pd8VZANYFChQwN0cP5VS7ct3UoR
QKqZgPyqPN3oUsoYfhjbucGw2giH08/LC1700BOTs3oQRFvu2CWY7CTpLm7IRVLIGUOYPKrqWo3z
Lbp574j5E37jf1c5CyPwdaLrJ0fRMdJDJ/d1b1cmSC5kHVorpR9fJV0brZhcdB+yuemhDpfNvK+Y
jxDGlhOIWI63DW32kPJkpf89XITbkrYPw1EQy8250XqhyhlUoQ2jNs9gNv3mcbVtubhbPDun+ScI
k+ZySHHuI/mLqOMxgMof0VjmaX+4SB0IwBrlK9ldKRYun4YTe7NjHgmZn6YF9vIgvPeKzh7RKhxv
pWDXytVWdGU7Ua6j+Bvqq5fdcnHD/hiej9VZQiFC5KBQsJauU5UZRd3c0vz/+B4rQAunK5PzNguW
Zo14cdDrYG+ohxvZAQETqKdWlrJ0a0LVKE6TSlyd88F56PtQFk4wEmrSMSrjm1Z1n/9+HROgjmIr
tCcwaJ/HDV32O6oumIjAyA/ps2o9wsr3DhsQKDFTwC9+06xOtSRrNEQA6VIcBCb9kqG0Q6rvl60s
ZQDgjf+1Ip2vxPRauGp0jzhf3qfKuO1rmOWSgyZoKxfK66jgPJc+tTSLtTryUrCN11yUvldeC7GG
FCtAsqu68fttGeTlxlNq414UYFQs1ET/GMrxPQLa34wOdW6kN/p9JqFPkqtmtoFFv7DFsRlRBBWh
VS7NLyg/MWafMVlfKZ51jQQ5830B6uhGXzfHGug+1J08hNDkW2NZWTo8EJBNAgzgSaHwOv+Ibq5A
RUP9+TiiLoNA4JbMPUB0+vJWvaKH3nxBxmt5vzLiDPbv3IzijrzHPGDOWrwD7nywlMFBhXiaA9G3
gxw+yvFnWZ1Qz6C8yntEMp6ksHBa/aOS/mhCfzOiAFl1H+BFTsx7QPU7UX70BNnR0m0dfxDgObNx
6t3ln71UrlWmJBaSYlrl5BTnPzsJYZgQEXs76vlN2CX3QQu6d8yuNT/ciMN4HEL/tk7AiKeFb9mt
D41y1uyLqrIzI9jIhnJA1XjrFoO4Em0Xt+3kh81OcaSgiFxpQLb1pnf6MLeDQ6W6V5eXv2Zk+vtp
4tYjyBsrYLarOHCEp6J/Sc2V6sliwGMyGbT2RFc0H5gsiqHAX0pyw/5TaKFvJK6Eu8UgcWJgtga/
KqpBCDDQxRuoT3EvWf4ceU+Xv9TSK0E+sTL9ipMvlYVtllYhj+3evE7bQ9cf4HSIP4T1ikMu3emn
dmZvhFIyLZyJQCRrHwxh04O+hhC0FCz6Br/wwMurWipcgweGGADYEQdgvjvNaCJ7UOBlpEKKPDqd
wfxsnwB4+lShTlNKNzzyW2HtwTAFgzfB4sTsbM8yV5CQAKRgUvpbExpLlYQWZenekXzDrhTL0XvJ
bqRiDVu/uIsndme7GHToo0VTEUNx70SQTyxMYiBOs1BOWuPpWrTFhPU0xEOHel4wGSomTQaNnWyN
Q1xHrh1JTOXHLYKLAQXfNfrfxaN8Ym52g4UGijJqiYNa3jN9JYgGHrNk5dZfzAAZhIDaEGwnWg+z
IG+ViaplPbMJstvrjpT7h9F0pPHZZeIaTTqYsPZ5IjxBmpuW4eNlX13+nv/ant9j6VgkLYKP0zn/
6A7VVa1WDkggOzdfrOA91a6ThcqzzMNvhTLLDWY+BF5BPEvibN8Am71PoxFpr8sLW9w5xg9eJ57o
tM6uIBVJ6DLrKETdIDDuyDmMw2K/0ktZ/HgnNma3ydjALph0EoFebFDHNJ0hedbLcNNBS0+7779b
0Ox0cxyGDCLt8JgY+RdJCLauZvwS0b67bGY5eDH9DKcKLAOiOTvNelN4tV8ykpYrpT1o8V3uajd5
cmiz7FqIxg95esjRIfuxYnba+zfBy5wI3yYKUeAM51dB34ipkYyYLdxqg2Sok+SPcGzV7UOfx7bS
ZrZCC3A/FmuYu8WrlC4BBWbelYyTnRsWSGDCEZUNVBUSwzGCvr/uXLHaX17fmpXZ8lyJOedSnqzA
V+sIBlKNbkT4umxl0elBgkw0qWgXzDuJoD6buC+5eAw4a5utNZFNjyu9+Gn/32zUiY2ZH6oF0w1J
zyNFCX15qs1rzhiLXHKD7/TMJP2XS5q5Y02dTdcrlqS4B7N7ljYRgniXv9ryiiDSotNMdXeuUBw1
veYrAyZE5EyU3xpEZfVDmCbvcIGpEA+ejp62Yc4cbdBVI+g67pK4HoEqXA++ur28kKXtP7UwczLZ
C5VIliteC8bPrALx4N4VxWp2s+TKIEZBUYGRgXt5dl0JQS/EQsd1X1YHJpF7b2OG0YbW7kblNTY4
fXwrJVeCWO5S71OSfkjdcsUnluIuI240h6AhhShn+oUnaeMQjS0qL2yYioPDYA//WKNuG11DcxUt
UC16fMd3PbE3d/nYqq06wZ6QmNfMrjtKk98K2bDyblgapWF0T1GZUoZziJ7X+boKLw7iBL1kBrzz
TWncWh0KhMWBopojGS1EipPUMu83Jd0IPfTkD+iGvmelf37BzEeD8P+S9mXNbetKt7+IVQRnvnKQ
ZFl27CR2Er+wMpkDSHAef/1d8KlzIsG4QiVf7f2WKrcANhqN7tVr6c3EVvwCjz2Pnb3bKj/0ChUn
r9SDztYp+GlNc7q4A6xAlTd3A09X3MvSc3D294W732y2DjADvo/dPab/cUfOGlP4oHwNwKSBNoMr
Dgo+OBmTZtMBT1wvMX9kqeOFWUO2f/ocf4wIjleAlYElfDAXBaG8NY6e/XNImMLt5Lv1x4gQYand
M3PeeI6bNwdoV0bNApVNFeJcauUNJQZ6RvAh8Cfa2Zn1praoPR25X+20YP0YQaHXTyC33DSt2l13
Yml4wFA9F+4AfN0TjlFD6mZNC5jKiBO7X7WVBkt9sOc0tv5p7wC4grNxeT6R0rfMasgF2xvvUesh
S1847LyvFEVv2f3EUV3/NSIcStMabFxeyPx8I3cCss1Qm5tXd2daFQM3mKlC5Er3z+YyhSjf8AmB
y0+Vu14HOTAdru1oBAXIoQgxQZPtNEK7iPkWWib5XCkuYdngMkTC/1gVrhUrq5pt6NB+2vruaPRb
6BB9vxJQW9Us3ib/xl2nyPhuTf5uyf1fmA65d+305BQPGy2OpvbI0UqcUea6M0n9FjOw6DcAf0rE
+jWgAK2x+R7SblTfqLvvrDT00DH9v1kRFm+Xfb/arY8bTcdbD51S/8lZVVVyqR8BZ/CmTYkxWMHI
nDK9QqZLT7XhRWB/THRQr/lruE0Kh5Xv2X8NQbTs0oGSGpNJq6YVb7VyOllH3R0CiAz+S3T833oA
S7k0g0ekXvQT1tP4S2Sk/sGxaFQqKYa5u4sJL4dn/GfbMGx+acbqC40DX8COkBg7NGQfMDbvF3k4
Dnd8YBAzH/9wfYFWEnwPYCvAKKtwfVUJLXSN4rxn+v3ykVRY0z+427kF4fJq5jlrNx1hK5s/Zdvv
dbobc1XtWuYEmB7hgnkYx0G793LbjLqhHsiukYyy4pDV1gFz1oWdKXxA9nGAzcT0MxJ3Tu5waUXT
3D4daUFPOdSawUMdUyAA0M0gGgu1dguKQvFxZMHR5iqWfBbXtS2+7LN7zMS0r7klA8X8D+S5GeTs
f6Vb7oZeO3lh40NawEjIv0Rk4LrQcODjOOAqvzSaLKXvTXNFT5b1tWE7XKZ77dnOwrxr9tcDkXQ/
zywJnmHPrFtY2tFTMs07PoOaJbvOm0BfgZjnt3N60E2VN8pt4vmFSTQM6IskOFM7G7W5zfQ0tsBM
ozFb7xtImd9sPoUmFV30GI/3OKeFo6iiS2sdoK35n2UhIq51Amlq0Iue1m7FiC9JgShe78aRQFow
BDosg7b8GHXFDyC7Ffed7HggOeE1TBBDYXD98pOyEqOxRm1TqBzQLwtb1xtrpV/z1UkVwVi6SMzd
+SBagSQxsJCXltY28+oyR6Zqzk1cJ0i5s3Ci9c7+0ZvO7dQ8V7Mf9d6v644kOydnVkUKCWNNvKmy
kLrW5C4bblmjAWn8aUmPAGoqtlJ2r52bEu6BajZAhsm7CBUgIz0gbW131+cpmoJP19ckyK1zZkC0
+/5spah8qWFNOuXorK4OWF7GbQ6A0VL9BsCNJqhQudOO6mVgrehDJvPXsdoXy7Gev2/1dD+rjio/
iuK9BB0QDDOhrY7+oHDLjm5auVmN0q3TNRH0rZaq2V1fr8xHzy0IG5ujNQYyGVgA52g0UjfGxiof
BnL/xBwg2oTINd8NMemJi5wyX5BDZ/a+xER6rWOYCDlnkkTzNgW1uRjBMI63Wqka2ZY66Zlp4RB6
HcnrZMNLoSt3BPE7XQK/6kAeP4Szo6Tm4R/k/Qf7s1DhrvLcykYqj7w685+AXw2dNN8NPYV2oaHv
e2s/LyC09PUPQ6Ep7nupq2DYEp1TE+qt7wDCSeEaqc2hXel3L3lNU8XBkJ7As78vhJgmhyoN7YCI
g/5N03UfXLa3szoGO7RiIXJDXMqSy5cjRbqMZcVK/aVcUXG3jDpeyg2CdWS/sZ0GPP5135e6BjIw
MEZxtjgR72FbBTJLjr4bKj3kjVyob8d578WtaUedagREetLOrAmOmJk9RYMSG6j5d4kH5Ae49J2X
6ysSr1mozwOjDkFdm+NkMG5yuXdl6ZSQAsCKGve1MqbQK6dwewaXfVBVoH/Y/L8My/+xx+l9dDAl
weqlvbVfvCE1XDgdhbt7O0D8Id4Vjip8s7h3b3bw/ualGIwJWvxLnmVkad6jaAF6N04hBFnqaHSL
YDC0+PruSa0AOYByD4CLuAgEKxadh2lgeDz15Z09/oaW1C7dfl83Ijrd21LOjPAfcbaUta3adtwa
5HngeFrbV3RTe+thqyI2d9F1U2JIEE0JwQhVl3bpF6wHoOrIA0OX6nXGz/x5tBMNCJ+F9TTH+6xG
gjObX0gGvTYHw3mddeOWTZjp1o2XLBBtAyfF9YWJIUK0y4/B2R4mGEdcUoaFQbjs1+CCqDdffm2O
drvpUN65butdQvBmDNNhFtpvHga4BB/v8EJwUw/GpiG2skcd8lvOA6uQoX9gCLUQgQeUzwWYqXHu
Uv1rWuE602aUyFWMXVL3PPshwlVtN74xWzN+CFCEIbSlDLARNdv++nKlPoORfZ60GiAHEz6pD/Hz
OZ3gniSFJHeVBVmpaj9Kv96ZCeHrrdu0OtoEr0n77L5DRR9qZ7vMtX5VvUpjSrplZ6aESysBIcU8
8dXk/aveYIQw+92ohOHkNmyLiy86FkTML50RkgRk1me8FjudhZ72u/PqIP/bGcU3JwQK7b9GhG+P
7kTVjDhvJ2971ED3ok9306rS/JKGpjMjwu0xVxCwyaFUdTLQEgD0ttE+E0w6bVMd1um3634m3zVM
ByLjxqNXVCs19GlNhw5O0EExt+2eGsxQdSoKUakRTnGB/3H9vCvg58BAZ81IT26fzAGz5+ngLXWy
GxrqK2KtyhT/97OQNNclIQl0wE4JewaFXzS3jytVQVWkh/NN6Raci+jdC0bAN8fGBGQxp75zn+bN
+61BuPH6d3lHQvbmab4B9gQoAAIhIKRfeG84VtWvFBiEdAxoNt0Tq7plVRmlw7jLq+FhwDEF99Cd
1tCwnTCKnOZxn2cRNdPT7CSKt610Y89+D9+Ts401CJ2SzFn4mqHxPD/29u+GPl9ftCQioa6PFBy0
Px5qzkLQ69iEdY7wEzaOh0X3ir1jQHI2KzFFNeuVorv+rgeILb4wJwTAxvDrKV3wGatm3jG8M/P5
B9n0J0+fwZ4FQenyhro3Wm8GZlXFDPMLuUpZR5IoAlII6Aem0lC8E5H82pJYDlsnpDqYdtbRR7Y1
0PjqW5wZ9KFYHjPVgKvEdS8MCp+ROpm++t1GISFgusHSumtsJcxT3F6SCHZhRTggvVmVFrOwrLV+
9Yqo2RF7PzsQjafxdY95R8j49g3PNpC71JlbIs8Yi6HGN1zHj5nzCEXaaDTvtgO1HyjOilUHSXc3
sGgZJ0Xy8/8xjT4KWvM6AA3CCbX00tNpb+JScz5R3M5ps3PBGUz3lOSY91pDu07uvPXj4hj3yAAV
5iXnEVsMqmJ0ncCJKnbe2FLoK6MGPW1TFdHhCGhFoJUfr2+vJLHEaBxgVxyAAO8U7m2vKTlFIaoS
+StGMrrHxLotIXBRbicD2V6lmiw0pN75x967rnxfp50+AUmWVTsMuYJv9pA9jmU0zh90cBCUGSa+
X3rj88rKgNRxaoEP5RexPyRlyOwIQMhmickHbU+IIlYof5lw8YNNgAzUxk44GJUyAvNbssdVlh9A
Rvmp+Qzg/Lj3HkkWa36gt2HZYAY51vUHBpLlAwvSb/7N9S8j3Slof3FhEx2Du8LvgW7G4E8c39dY
r4vzUnu/r/996QkG3z7KvQYw92LtXQOtG0GswOt/IbfZ/JyDQS+LUvsV+lgfrpt61458O8NounJ2
bwx1i02YxkjJYOR4LRMSUO3LDDoB69kYtmDteoTez4ZJotJyT16dAm6/Y8uHzN613RhpSP8d52V5
+JcfhNctaChQxwVG5DKo5Pih2eLjB2Hs2Z/2ThPR+7qB+KrxMrKPZXnbuoDSexFr9rn1ZETN+LJZ
h6wsUNJSsa1KPzQqjxipB+EKSCsuf4urZ3Rbc/SPFqcObfubnysuXekZPzMg3IJbZxLmL/CkpH8e
vXU/t8uN6R3t9mdned8W87kEZ/X1DZbGrjOTQlghBfygmWCSlU9WfkyLKchLFb7mXbHzza0w84hO
Drh/QMB3uXOImTUpKrSTWVPUMZBgTkxBaQdm3Ax3rQ+VrySHOEaqLzTKLS3ZTySfFBehdHMxmg2J
UQwBO45wTCtnbucsQ0Mzb76bX+BFMd6tDPoGvQlxM/fx+r5KswmcI5DyORjNEyWjJ93EEFCCFa+W
/QHRKlqgjtXPB3tiR/qw6MPfAjr/s8V/DAoHJdHrrDMX1IOm4S7d8IBQkg1LN5CDWGzMkHIV0MuP
SPOG2NTLKRT2KPAR36sxJH3Ifjg0TsA5rtmq3F5uEAwBvJjm4KRfGiyaAg8lE2ffRdOvbCwocmFk
pijjtNLCwo4gA5cBl3D9w73Dpb9tJJ5HQNJgoVCPuLTaDgVq/yn669mAKZC2IjkG9xsnGo0y2Vfj
4gfDBoFRrQQqwvaLg+Gu3cfVT/92UJH/DgKuWoCDMemCauLl7zAZpKbpiN9Rgck0SEPjy/WFvr0n
hVLVhQHhUKamNhPonKFUtTej6nsaz3vytTq4u+znoAf7zyD02OL1ZO+zjzaoL4I2pvcFlAeD/kOp
QHlLA8T5YoXcEeKRfQlyVso1u5w9qfWYmK+TPe+q7rEbX0gCsmBFsJUmjec2hQ+9bJPGEoINvlsx
Bf31DpK26xazPJrxnkNYyPj/1/dcdoMQYBzw9EYtCQiBy286J/5gLTrobzEqE2Ttq+F8u27gHfvw
f7zmjwXhkNadZjqgxkNXOcx2y80YDTSEGme+y4/5wY9NTIwE+Zor1qUwCwD95cKGVR87r8fkdTMF
hcW+G3O83Orj9I3V080yfIDOQro8p+wphdTdputx7ygCrvxzQmMeRXcfIUMc7LXaHlcMyhgnZ2h+
04k1gbuSXQnCY21YPpRuuYcMsw0CYC099KlxNJhxUGw+v0LenSjkaZ6JJg1gGYJHrUW5NGmP2r9G
smdWgEilQGzcQJrrYIa600PdWAKbdeFYaLvF+pd4Cc2N/5kXvAvz29gAD1cAuGVCK2nC1m4D4xfJ
rBD02noXmW4RXV+yLH04Nym4GykKu10afqmO3xmIvGoU4lL9b8mn3pwaAdknBuTBiZg+5Gyo9ZUk
mPvbAFLXpxjZfTd/NdMXvT5VdgtMYKeosUgjErqGmKoGegBprRB+KfWpnfU6IpILenTz67D4ES2+
5lUSbcBC4ymbzNtjNc2K+0cWIt64UNBxNzFbLdh1s8loV9dFKZg6gbcgq1U9V3ksFb0U6A/UW0Bq
hB6VcFanmaw91RCEGv8OlBCYHX4elzZY0tfrvsG9/ZodMeHKjCHTUhTnmbVE5ZDkIZ8PDW1jxLWC
GxbvCaoiZpSlXedrM4Q4tDWd7jWooW5057XPyy+vfhkjo5shYq1ixpF9KaQHYIVCAx9lI2EfU3BL
AJ4K0NBYv2pJGzi2onUpO1x49+A/oPx8KIFfLgbaPR3mxlFG3z4V/Z2GkYN8UEEw30bd3n0lwCI5
8wNorkTYa6GzNPVLFC+GfAACE23YaM3rAYjXSQt7zSSHdU61eGE5GKancozceQClvN3ageF1zUsJ
Sg3qA1mZJkmYuTPPltYuXmoQ3SW9VoV+mZqKMyLbGCRFyAnxqwnqLpcbQ0czA/JYQ2o0LCHtbzwP
+iIq5i+pEZ6Cca15VH6F0Kb5tjXltC1PG0bxKzx1X6zh4foJkXkQLiycQUNHTmAKJyQfE+Ags7w8
laj4k+mV1Sp6Ztl5wCsekQT8IXBR4UZa+r6xoBgEC0ihNbw9qh4IIecO4XqEWlgzK8KmdNPO7AlX
kMXwfvVQEjqlxiMGPHdTPYfK2rRsUcj8MS2C3o+F4v/l58/syWaG25fAXYDaiyKkkC229SX2MX0z
1sXB6uvD33+pc5PCl7InrcfYdleemvQ76tSR7qlAOdL85dyE4NS+XtpDB0Zw4AEndw+laCPM9Wy+
9ds23TO87MKuHrZ9o4NORMsbFF9MuEuVleSxHYBbV5wxmW+e/xzzcpPLrdRG18aKM7z2qEcDJUMb
P0Bi5HFRNLMQd/jFzn3prF4McnyrdesBtLD1I66fJCLFnXOqT5odJgr4qswtkRKCBRPAXLAvCs+L
wfGSspqa8mRPUK18JCMgjtrTdReRXasuJGXRO8AUxjsJSZrZXZcQ/v1qP5wYSPvMm5H4kfKMSfcN
lw6nfUGzQox+Y2dCLB36wycckXBboBCjvxT2S8bsY5LVEVjB4oyqal9S98Q1AcFG5A1QdxPyEkgP
aVpD3PJk9GWgz/ZjzeYwL61jbX6epy021y+VS0O3QJ80m6PEBznY9Q2W5RPAVAPvgucTBlyEgIxr
aErIlvB1ZxvYTZY5cDZWhMPiHVeXxVrPousWJYEGtJY66B/BaABhKyGabdZc18YCAHKnbWFb3rpN
NFkf1o2GTvmSq657yfpAGoLbhst7OGDbuTwPCRtbsH/hu2LA1KBf2PKz+97U92A+u74qmR2XA6Ig
qEbABiOsijLqTnnllKeZ3VoJuLLsD2vfP9ngmHEM8v26MVk5BYkFtD4BH+KSG8Ipp37uuRO31ruV
EWwTaaKmXxsg1gsf7W3/c+lX4MAoXWgE+hA61zOQMtGy0/bXf4jkeDo4nlCuA4gOaY6w6rYhnU7G
qjpp0Mabmp/bGHnIRiEKc92O5HSCLJrTGAJBh4aU4KUDqSlblqY6dRaKnPMQ9N5NewMaCrIFlvWb
UVU6L/2cfwyK79657kEnQ7hB0BrWMTrs2xd9OJIyvr4wWW/AgdcgxGEsCC1S4Q7EWecsctjBvjiw
PADm8SGxoiELPSMoP6YoNXzZ9surAwL58FAWkaoXIP2CZ/aFC7LB0PWS27BfOHg76J+0BtwX/hQM
hWqIQ3buPfTxUOnHit8pf5kpmV0Gbc5TncSaXuxoYbDAdrLdXPuchr1CzdpQHRR+oQrXIdgwUIrn
sgYQBxECrMG0LPWSoTq5kD+/X3odsqAOwBN+AqqWuayb0GtotUtKz74f063ZG97CnhbKssgv5i1u
TILH9/VvLrk3IfAKOCjn+H2v6WfNCTO8hFYnlk4VxmLLMcwzBCR3MlRwHpkbI0l9C36Acogoq442
XZEVfnlyt99Otx4h1DlHeMztJ/DVXF+VDL+GOwSsxcQGgM23BE9uiJmTKWfViXTdfD9lbhInmLsG
9jBLY9sg+aFmtRfnQASEK5mB+cAtEYMwpInLuetjMrMJUAh9vl02Btmb/q/JZZDZQkIUERoEy4C1
iHfBYLIKDOVdhe5rXe9p3Zh7GwrfO1o7ZbzZVv5gJYmKelh2wPhcL0eTIl6LpQdoKZrQem4rqK6P
96lrPqzr184B9bwOlP/1T8CdWXR23OUusMxc4M8XbgUC3bl0ZnD2pjvazmNZq46wZC1gicKAFAFo
FVc3//ez5JKZqTdsKT5xY3+c8o9agtkWErbW4fo6JF7L5XxBqYnv5cILLs0MeYpCClnxnSBvMHv3
pbcF9qIFqzHctMvP68YkmwYZH2R1aAKbYLkU3Jawyk+djOA0sg/FcFcx/e+/CsjLwDGA7AO9VhGB
tvSMlmDoRISvGy+mJmgzh35w//4mhhWA6gz+5kWX5XLPwM3J7CmBlRcg6fwqSIugVIlUy77LuQ3h
8zusyaE0zFcCtBBKXDSuWNgDB1D+/YP3YjH8h5z52Qo3XssRhka0DMxlC8nyhAKm4sOoliMkL3o/
rVVSw4o27pfm2KWB5d1sdZjXikaMypCQvSSG02qzBUPzut/00HxtXuY1clSnU+bJOJvgcEOGhLIE
//ezXZvA4wZNJ686+RY69R0eiTG6aIZi12QxwEYEeKPrgJKFsJi+WqCgsxX1Se+T737ykGTubqbe
IS1VQ0mSexKwHFRT8UwAC41IhT+YXW62m4Xv07TubWf1PVgrrOqQW6kZXw8CkkVx5WAe2bjkgwiI
aDtvyZjmVydPK6O1fWqqV7MvgqlTFB9lDz40e6Fah06GCXp/4QjZFWtc2hjVidcdP2rW8+j86DZI
5+nBrN164WaG8/CgDdH19ckK76CPAxu9iaFPrFGIctmS8OzCrE56PRzWjMbW9NFn8+2MOUVnSe9q
u0MF69Z1NIVl2c4C3w3wOsIfRKeNS6dMRz9BCwtOyV+4g2UGaf0NUh2gjry+QqkdF9EPo18EQunC
YW60zllagi+YtkUwQzkYhDLdHVPh8WQ+CfUHDA0hkr+/mtIe0OxmzNmpNF7b+c5fXkimiBZyE8A4
cLUJG4MAlzsGxr9k0N2KnRbthbkvGXBhc/l4fbckoYIrEuDCgxwO2uCCG2bV4mWFU78tw0Ybsa/+
5XOcGRAieN3oS+cULYP0wR0Q3tsGgZ3uTtkNkX113sHCmQIIBdJel3vVpKRhhdmwEwTpgdk13Qgv
tEQViGRWUEOANJoJ3MA7xT+mr1PnkIKdyHTbeHlg0R9T+jWvv17/KFIzKPOiBo+qMrBil4vRVkPv
2nFkJ6CH91BCSrFnxhD6rSKCv6NURR4MdrT/GXoLFmcXxepS2mn1BA8b/cD0hhgGdyXNH5E09hNY
Vrc4n9ugtD8XJUj9t9Q5eb1/3JYhgLKw//mvlw04z1t6DBwTErHLZdsbadYhQ+eMsRdr+pY4HzXn
Ibf3161ITtWFFSE+pM0414ShkV3689GPbbqCHFtXBDtZmAUdF8YngGeHV4p6spgsM3LXQvcKiIt6
dYN5j71sdT1MyqNt7zdwrhgmU4wXSpeGpg2PfEBFGYLfFFDuawsDYOQcYt5NGxTaAxkUF5fENzn/
AqoUBPQIKPkIH8ntXRcEBZw1YI2mOQ3Xut5xEeCEqmgY+M8VXjEXpoT453eAp7ceTK36nVNMt3k5
IJm5Qc0r1NjvrGeHlMTXnUOSoF2Y5Ks/OxCJyfR+GYD995anNmL1LfhCg97eIrKquCRVqxO8HVxj
EN10Yaqx4+R5beuHwrll40vnPLT0W+I3KpfkIVDcThSY0emEZ0AgSbiAcSiSbiUAxG/9Y6EbQadl
wdq0MbSNozXLAisP5jo0XDwYqtb7+xYBpoz/GBf6HXijVsRo8C0N9jqDz4+Yj8746/rHk+VUF0YE
33SHzM48j68Q9TPI932HOrebopgVeFng68GqBazct7ariKP8717bWcFR8UhO15lhcWSqo6kZo9Rp
FfvHo9I1E4JjrsOWpHoCvESfhfMeAEQn7KP+RtXgV61EcEqXOMCJpYSe5uPub1VocNng6yBfwgsY
Sg5igwETlH2d+Ngl1GiNk+rykN1l53/eF2oFde9MJOGd9vJmfbL21e/q6IflJyBYPnTxsdbCNfZv
hlBVWJPv2P9WJeqOFNXYN7OFSqI2dP19nyZ9nBDNvVG4Nv/177//HzPC4a38vuzKCqsDTjwYoiUo
A5AiB2WsotOVhSWO37Wht4FanDj4rDF9ICkFhUhyh4aPdptpgABEaP+j+hJeX5TKlHATo01jsm6E
KVC1BKY/h2nmRaTjlMtf++GGjh/BGqg4qiqb/N/PArymr13Xt7BZo5fdzTuA2oKu2HGtPebfjvpv
X7u5vkqpg/zZULGGlRqZhrhoYZVkT4c9BnWv/31ZuRUwaCQaeIiATEx88ID6tU9Ygukc1wz908fm
lh612P1R7/vgp9kGw0f9YO3y6LpVWapxblTYR4/N2ji5MAq5hfjjoFiT7BoGRwJKl1wYA3PQl1/J
yPFy1iwfYEPjG6nvINJxcKonPH7K4uH6OmTpzLklwQcTNyMkK4B1geZbnS/Bjxax1VKRB0q97mw9
wm7hgTXhakj4xbSE89yEi3279bcphdIMwdwWx1moilrv/Q61TJ7f432Ht6hIgMSMNPc0G+iXHoCH
HSHz49zpKjeQ9B+5FU7qDKFC4GyEd5ezlu1ilmWJ9tgCXUJtV0whyCz2BnSy+vTnOmIKdslvp+dE
JQTy/svBMsrob8VUQNiFPUV+7YweA/ZmIn6wM9AxMYsoU9QfFUZEJnOnb3Lk00A2WMbdXEJQBCRA
5lNiKcxIZmAvFiM2/8ol18vNALCnbPVDnX4txgaPSwjSAlbaDV+M9omgauIvp/VzUe0n5gL/QJrD
qjWK8S+p16Cih568jlmrd3NwWmc6UAAvT051b6L5aG9P1w+cwoA4+GZWfte0ZQ0ch9sGCXspVHOf
kqcX9pKTg3CIJ2+LXwYP6plj1bnYSyOzDrS3d03/wPS7iT0UoFDq2LFc9CBdC8XN8j5Dg1mOO0fZ
HTenGIZX2+cZyAKzZYwnWPfL0B6qvIoH3YuU2EXpLjooeAAywo+fcOyWgjA6LdwYVBhc7QGPacVy
3gd4LIc3XzCoxlUrhYS9SGwj2zJYoJmDDBpsyJiDrGtVCUJlhi/07D5GAQ0wT26mAsSKEyb07G61
x39aDEeuctJNlCAvrUAcw7DHZEMPqYIazPyIcUotVVTrJEPWoMmGy9m8ugnoh7hjJdqelk6xlHur
CjD04Pd4Nt4X494yXuzeDCHvGGYrBT9JCqi64lxJQ8i5eWEnKYDHeVLhYIHpB2/0+8r5ZORgGNLv
tJIE1RRpDehSxhevsOPBaA9unQWVhnkTR0np8f765oThqNijgsW5JoXr2+trLwFNG6Lmvu1+pnmH
cfLfBSbL1Zv+Pi++NCXc30taQhm+xaqLju2Tdpel92tOd/UMuqM8qr0qIHPIfv59DDtfnxBhmsQZ
pnWtSl6Yda2nelLd3fwPXGb7fFUephyQ/eAOF1bVdnqt6xvQgTpEqTxQpOUfQa+VWgdnvzxpKiIv
WeQCRyLivY+xM4w/X56OctMbZq2wlqdTtiMN2DeSVVthuKc3zuiWwTRiQN91y+j6PioMi9gatzOZ
7aUwXPF+xyGdo5L8XOy9TT9lQIFeN8b9/92e/lmlGDK9zmgKBzJupzn/5VV3yar4+7JU4WwXRTg5
JNXatK94PlJ7gW09pXYKSTfwhrLd9YXIAw00qDk+G/0HEb3ggr3G1ZepPK2oIs7Da5UO90121/+s
taNh/tTMvWEmsZ434WQeHRVWV/rRIMQFHgdUwlE1uvQWjtqrxhER28Qsa3qDYgr52EdD2M6/r69T
GkXODAlRZCo0q6E2EJ/d8nuyQudUsLgfoVyjGq9SGRJOW1Gty7gNWFHxLduB93+NcgyhKJ40sosO
YAyUTdHI9F1RpN5o3aIxG6xmqV4wxp73dyx7vb5hUg9E05JD6nEBiTQNXp0tjV8ZyPhjLahCEqpS
HOlGnRngR+zssp4AlqGLAQPNDYkmDE3moa7IP9/GY94d0zMbwlWtQQ57qU3YqI9O8GQF9Aig9vHB
j5vDbwjUhkkwBn3chb8YXrdh6IVfzV0bv1oHTfFLpB/s7IcIfg4iYwiRr/ghpn1TDPf6vNPbT9c/
2Nsb5dpiBRcH9VVX9DVsdCcD88u37S39nv00X/slgJZh3Oym0O6C5qP2yTu00aigI3hj1rlmXnD8
kXpZRTaYH2N3B78Pt6A6gpSgasLt1gq0wA3rHRBzaVA8N3EX5DgYXUQ+5DuyZ9+3Z+NH9YPE5MbA
v1zfGWmQAQSH0wAAwiByAYwVOJ5HzUSw/m5GNiCPJ3Jwbtz88H8zI2yAU+ipkbYwQ8tjld2Z82sH
qhh2MNtfQNX+SwQ4W5NwzW5L520JB5bbSxoMSTCBMnc2Fe0Zqde6mMKHTo8NPiXBa63ELzVvhBE3
e8LYXuBoz3037a5vm6TQjvzkzIrgt6TC2HZhAK0OKbMgH6MxOZjWaba/Te4LWq8tVKtAi0cBW81U
TSFpkPN1j6C3ZgE9Kbx8zDphuZbgk+VkXPbpZlrBCsrViFRdy4LWM1UAYMnwLRaLFjxew2/3rRD1
LC8dZlDy4m1ubdHYYpIoKCM6RrZ5NzdjgOwz7JDs2480RfOGAkVhKTxHehrOfoEQEwlI0lJtxC/Q
w9n+0lGcR7YvjwBvuEpWV/n+/lmt4EC+k814SSQISRs4SrLfC/2kJeAAUUl3yFJcEH0QTurD8SDi
aYDMggYRiOpkf83am9qNevcLy9cHO/1gDENstJrCaSUD+aB3xa3Iy1RgBRYZKhbDBk9SmQGA4nfW
sZ9BOT6YQxHn0zSDToxW4Idyth2e+PnNuNZZjOE97eAP/fhhpo0ZknpqjvOQaJ9rP/kOYbER7XJU
rO12BU8D5koDBmKHeKpGzBex0TvSrLOAUVr8O4/k/i1grOnN9YMo+1hQvwJdEUDNxjumyDKttR4Q
0vKkef0O1digGfJw0GnceX/PZILdg8rU24wPXrmGcPfb+UwdsL2ebFxORhenrA00XfGNpLUbjozk
Uz4mGCEFr+BDgUmfIbAsP8cXzNaDtL2NF2SY4JTtFaFSunl/bIm8UpAQtnJq4FShMM/ao10fbXKj
26rSnuyFCogscjK857he9eXG6dbmuCnH1W8pdL63eU2jxpu+WWzLQx803gUdwRPdlaFlVSCknNb4
uo9IS7RnP+DdOptpwFwIUOYNZHIDzL98NkL/y/QjnQJtjqAAdd2e7AYCtZHHJdvxFcVai+G1Vp3q
WG9VHoBAXXeQ7LxuQe4lwFCDAAZjtegpXm5pbjlN384aYhSkY7z9djtUu9K6y8xH7wtlwfTtuj1Z
2ssh2/81J9x2xVLmwHMjJKJJ/6srnyC7t0+NJnaqIhoGRVLG3UHMyTDlhpkeMLI470gOlmFoOt/F
1zK1kHNQ/yz75b7wbmyv+ACU6pelthWHTro8jMmi3wZsEzLey91cE7ed+myqTrQaorS9dUaMl2EE
BN2/jCpuMqlzAHCEUSPQc+hvRayzF0Q3UmMlFBj4uu12rdbEeu0f60Z1Z8uX9MeM4CDuhqpUVYzc
DCaE6mw/gecEyKLISLZjvnmDwuelZ4wjlvjQoMtbVpd7qGcJuD5dTAkZ9fMyHAoQWHasO1gp8Op6
2LF6j+ZV1n4dekthWpYbnFvmO362o0aZoYXq1NVpSqPeLiO9iux02Q+9doTbhdBHuX4YZF8Q4ngG
usNIiIy34sSZPVJqhdFaGJ0g/SNz8pDld3mtokCWfb9zI8J2OgsXVEzgJqULlRfIRRV1NI+hT/dj
pcL0SReE69PCrB4mDcRpFeJ0tTVmNhC/TmWFE1lZuGmgv4Qwl2pZUlMOBHnfaDDf0b+5W0/cEZIr
p9qcnNuCbGtU696NAcC+4kxzBxejCMYY+AQiXgJo1F56RW2uzrY2CVC+XhNo4xKN2bMOCjKqUt2T
LQlOj7XAFxC1zEtDDSuzEZNN1WmlxxqEuvqNSvddupQzC4IvDCMbvNUEUDrrIY0UT11YJTdMVb2X
HaPzdfB1nrl1QfUJ1JBYR27vtI1G8/RRt4L2yUtY7I3T5+uHSLUm/u9n1jIwwo8uB7TjKbjEW25i
UHKETmjjZjsIeo7RdXOSxcEPCLqzGO6F8IBg7v+Rdl67kSNNlH4iAvTmliynKpmWutXuhmhL7z2f
fj9qsX9XsYgiNDsYYC4GUFQmIyMjI06co4cdckkqd0rl9/YwHjv9JySXcn1Mi8ckWgkQC2uj6A9+
EyAdpes5CZOVNVneNVNAKg5Ddc88uK+7Tmtub69pwfHo5HD7g698i0aXWxgx/uCloMruRaahNdMp
mqMmrB3YhTh0YWS2cTQXek2ZpgGidNuUDpJWUG2nBZQrK1F8yRB9Nh3iN+j74CS5XI0yaONgRZxX
Ooe+p26F/rsuxHajfwdtvOINSx8IkC2Ab5p7AKZnri7LQyKErsAQirR3o22YHSF4XJVrW7My2zoj
1yKpGrGSSEcthVbIlovncC3ZXAC/TH0Shjplwg9DpZPrn52kRijgSimj9D6Raeoqn0yTilWjcusb
2b1VqfdK9VcAcCbSy/ZU828kqnt/79LS8KWTkq41AZYqI3DJgLeAXGgiXZAvf0+dDnWqMsBIP2rr
9z7CU8BIhfJByjzb9z6osaNYm6b96lmp7cbSn9uH4o1OZhb3MQ8uF/Ax89jaLFiqQj30XgWgO42C
fe4eu+6uEE6lL9Dya5+5dXZeNVCfqZwScWxHS187sUA94AGN+DY9acIf19g10b5rHlMwvZ10bJU/
KUUNQT4F8j6p78w1np8FihzoHCawAZORIpji2ZaViSg0/lgB3Tc2cUDvRPcOsaU6DPj4jvE70ezc
G7aCNDqG0Nr8qla0s+Ax6h6kPrSr0djzXH3qqrUX77RXV3spK/TzGcuGKmrmWmKvt7x5AWkLcuZt
e5Lkfa4W9UrbeOHkmyL1ekbZlWnQY/r/Zw7s9WrpW3kAIC0+ihAbKz94L1nGh7UW+MJ8OTh/CmfT
O2bi354ZaiS3UrUStgXro98dW/+XkX5LIcbJlNCJxU3Zjae+8p6sH2H5p07++EH7sZFLm7vPEKMD
o+krT4GFADE1QhhJBjzEWNfs93S4ggGUfOLjj5w6bv42o7wfQ+Oly9fC+JIpGB6Zh6VlprAJl3vc
usHoFpOWQRJEG9O/k7XQzvrQsdI11MSyJR42DOzwSa9Iq9QxMNUc2P/X2tp3xWOufx3WgE9LXQMY
O/8ZmSV3tHCFtGsKYP5Ibsau5QjxT8FMHc3THo3+d7UPNaoJQ7szlfqjj/K97x5qpd151IP5nCDB
hPv6/UA6hLamqVZaW9PYyuxzhoKJYtgIIHAsv0ruLuiOev6tXxtfWziTF1ZmZzIVc61mRpCRgH1+
WHHI6RfOzrvJODg5rD6Nr89H5DWprcbaBWJbV0cGQZOjZp1K8/T3doheyFsIc0x/80hkOndevx6g
V6K3DwEdfUBzzG2wXLb78h9scB1aCnVOkNazpFwvQfqjV0ONXP6kjfeJxxTw2jjBkqdP06X/z8bs
phnEOHGLEhsUdwFMqk4Y7TjrsF9am9urWfrmk7IUZH1cDsh3XJ5eAkWb6z5g0CB7VAP4x7019p2F
/Bi57X8WZl7lWuD3kwQLw3gQewBV1g4WKMYGGIzQtJXlLG4cY9nQtTDUyhzN5XKUvmTjWmBCwYsW
bAeVYurR397esiVXhmWAvz9VuyH4vbQBqqdEKxEb0lfD/Fm8GM1r4THxuZK1Lu7bmZlZadNIeXoa
zYS0+y6A9rR1FzZ48ZNovFRrWcJCWYwcAeGjCXcD5nPmbpmceuaYgttO4+rJUKuPlic+xjr9FzPU
P0mCuGd2nwGWpF85rwuf68LwLFtGHjBH55KII3v9plJl6vvI8+qarYrlSgBaWiNprDxpEADlnleK
PXU0PKGF33QkZxylO6v7nT8hKiG9KmLlxLq8u+0lSykBXYP/GZy/OqilNFFckxK4WSF90Iza24VK
Gj16fZ1sk7IJd2Us13YTSUxPuGhAKaBOHKsvByeACMzu2qDdDRTsPyGSGegMKGpptpMhidwhOtav
NOSXimwXP3d+ciBfVUwPAlYzUSa5Q78IPoQurLvuKbDsit5NmHibph9sU3v/o9aaQg8ODSjrSh4i
YjIxkn12SuMlWEuD3Uo/TZH2qi6sxG55Cs6za2hSDyIlMmFjvRLUdtO0MHKZZEWpoBgutmZY271m
biBLPSjVSUlOHlp09ASdykz3oW9Lxi4tfqXBoXatjZjvLd3JesrHkJQPtR1a+VelWTv5S++cs195
xc5ZD5UXu1nDPEqybatvVMzsYXhqlWYnQJILEPyL341f0/IOIWuliT7c9tyFwAOmHeVB4EdweM+B
Y/KYC4UfkWbFE3PYs+6iy5w7UjvYnqtsgLX+f9qbeV6cd5EwdnyTOrhnxshWOvXOs+7yOrFbmn/C
fzIHGg+GdHr4b4/eszdBIPhmHxlsLhSltmC+Ckpl60ZnC4h+CPKnxqtW7qQ3fPmV070Rn0zj+dzr
lxdGTjBLtQFxGa2j69tGjCSGge0r9bEU9E0O3Z6SHob0tQzLQ9yJu8CdxKnH12Rw71zpJRnvc0WB
FDl8qrNdZu08xfx8+5MvxWGFshLXNE0KtLUuf6GpF55RBozRyG0LPkNgsF826l0uD1t9VIaVcbul
UMzWT9tPqg0G5dKanxuNnCGXcB9l2VaNFaS8OOzMlCneh6LS7KqS/4ypfri9xoXccPrmAJQpnE29
hEurdZ3CxgRCGOKkT4KR2mN/MMavt20s7iNju9N8F9j4ecEkEwvm8QvyTyP8Udf6NNEwUZUGawoN
S3Z4CEAJN+FEAAtersVNvPL/ksjK4TG3BltUPCdtdrq3Vs6a/tDcdc8NzZIQQa6U1NNJRCu/2SWF
96k3n1EwadV635fuVqm8/e0dXEiu4LQCyMes+gTAn/kG4Jasrd/Qv+5r76kPqfogtk5uGsdEXqO7
W7QFCysdcYiWIC+73MVM7FqvlhjHMAMVjveu2WbQlebWYx0FB5S71viKF+9YihD/MzhzwdKt4yHR
wVMHye9R2MW++iqJP1Fs2GSN03vPY6huXI45bMT/YVd1WpATHQUiJrM3SxpbbdU3jEip6Qaxa8UZ
/E2y9pRYgs5avL4o5jBzB1/p7NtBxaxVoQrUszQs79AKEyy+KsaNMTYq7SVT2Ke6G5/SqPBOul70
29Bsn33Jsz4Ghaw9SHAjrITepTOPdu5UjgVSxeDI5ReujNa3irgDK18xY2H9Ncvn3lvLLBc/K+26
qZjFfxh4u7RS1IbeNooEgkjtHjsECbPe2GhtcpQ8nf/WezlArl1Qj1rzHNXj7va3Xd522HSm+Qui
6XyoNB2V1Og7g4eCF6P85srtphiQOhdzn8djV7QOoa921Ch1N2HTm8w89alT6zxc2yYX7sURaeHb
v2lx38GwUWPSqYHPX5Vi0qNfr004sia2o9Cwx+F71KyxXC+dX76sKUE4OIn9zc6vaaVVk3UT6WhV
bEbAH1sxzC3bDZpwXzTJY5U8317WkkGKXPjRROPKTX75oS0dsuK2ZR6vCvWHpPsmiYw+P6hjedSD
6O62renHzyPvua2ZU42W7vbjNGhV+ZMwrOwKW29QjZVLcdF30YUEy8j7n1fzdNOcZUOZasadh0L3
fWgV+Q7CmnDr+6a7gxMOJdeh6w+a2AxbpZfSrR6PlmSnqVveD2ai728veOmqmUaiEAqj68T3vPwl
SlYOessc9r065vDwtgAOPYixd60X9U6s+DUSBtanLqjblSCxdJmSBkKAxSyswSvk0nDqFb4auux0
q/wtKdhb6kPVhBvzP2CeqX9ZmKE2oV8pQeRyVPWqywKBDJHkmGp0oE9QbOrBW3vQLy6JSpsO1FCE
JXIW74eWS6DKudk0BXhvWT9ECtK/0V+e/yvRZ+mkUywFijTJUxH1LzdPzVW3q6aBhaR8YUjfDlD5
kpPhP8QThJsUmH/xDGrNl1YYKYcotqXHmpGlP/BceK0V3ziMlufat71waefIEally2+QvNkRlzPf
8jSTBms4hfPCNrLHPv6l+SvP7cVtOzMzO93DmLZBbELxSAdXDv56nWZba133xaVMXQCaPwgNzCeP
APpH9Rt+0SqffTffQLtnoCvnJz9ub9niWv7Zmb8XadalpZly/QVVOQlZ+4h/5NFKdFgKhzzZaeNO
NOjanKWOwJRHXCSEQ0mBKinZuDjb7XUs79c/E9P/PwuF3SCkQp0CwszdfeqaG1X+wCCh+B9A5DwM
/pmZ+bJJ/lfKJSuJQVpIr411V7p/bq9kbbNmobQvyybzmCi7l3zTForC8URjJWguf/R/q5idexdk
iqAWEzW2ZMDlWPobk2EzeOP/S4CxSG64cnVGHucaH6DPLc9wMdSo0U6RfygR8zHm39sbtvTpaQ/C
bwajI2WPaUPPPn2m+6kXdUCiOI6W8b3SBJtxn00f1ituPG3L/FafWMd4/FogpefhMtDzwR0tCAJ1
MsP4OWh/MF+foTTiC1/K3ttK/btTFnDgIKIAzvHvFR6hiEB5GB2HM+oZ8Rg+jGZlix5Yfjm668pv
791GBtdg9YdUT5kw4DO/i/oCwpEUvECVInT5d8ju8+67B1fWbTPXmQKUzpQqJn5hia81C55CLI+j
XFKgkvfBFufe5lvJiVfO0PWXwgjpPGMQaNioc2YRMTMSyypBjHTwe+jixhSTXdnmXHADtEe6ww2C
yvJwuL20hXxsoquGyRGOWYPq8excaUo3dIlPKR7q2jDYa8pfpXNDG3CbI0CBE6mR3QeZE43Dvei+
+0xjm8Ijp5qtZWr78hQEsUgVKKZTw+V6lyvQRHc9o6NrZ+D6sF2amcVZNQtq1cynx2hR2WGyq6n5
69KLbu5u7+UUSC/P2qWdWaDVtUJKR4aw780u2UYF8NvuoVNqpx8+deKaTOh1PJyMTWqHOAy5wyzj
kooxDIXOJ+NKn+L4SapqWBBWGOjmG0eRAm02Rec6xzPge7r8PqPMg6dFsvdeDT/W4kZRvofBMXy9
vWtzv780Ak3BpRHgFLqfC4h/Wt4PoDUK0p+yvg37P5LXHQQFvuN+jaztagjozaZO0k/KNZG2zr4U
ybdfdgoaaU3/qdM+CEq5scrSZkJ3p4yhTY7b235p5FstUwzHr50kLba5mVbHPDG2t9e/uMkUCafg
MnF2zg6BK4RSVFf8liAJUMsMHrIkdHrIBSJzDTUyv6bfln1manYQ8qFroiai5RKK/r6i4VFJ0sp9
Mz8DbyaAVlKQQQwKZv/LrzlYud/pPTqRSvUgM06jJ4ld6KMTB6Et6J9vb92iMdhIgU9ADQJe4dKY
BZRTqHOMlZX/udePtVruBK/ZC9GdCTHkyi0wP3FvS5teUwRoSjvzW4D2f1tHFtaE5NlFvWXiHoHX
9/aSFj+RheQGyAuWNS9Hll1eRZoRTGpdwnct5AKFM9ZfmUpYcjnYMxi6QxkHFYWZH/h+wANHgTRT
HFMC4gPtbShAPR805NpU6tKm8cgmm0KTFqmf2UmrrNHNw0n3TT1KrpN+z77c3q8lFzj/+7MMoNMS
BBU70DOGtBFHZQ+CeWPGwzEXs20Xh7vb1pZXgyQyOQAgxXnBkdIealoNsaoXdTuBh19BwadN1+rE
VyMxk6vR5/+fndkpgpnWEyJJDe8p/URZZfti7RjVl4JheclNdhLzYH3+p4Lu4/b6Fh0DgqkpGaDc
NCfbodKU5LVPLEpbRuoqxy+++MnveFxTwlzyctKp/2fnbf1n6W/ZClmtTb3fFDq/4Amu+dvrWPxO
CsVRLkfC+7wBZkZk8FUQRhN/cB6VW4vxSmuNAnvR9c6MzFy79bMokAuOapRu3Oi3b8UfpUiv7EZg
rlBcGTx7y4XOk4s3lzizNnN0N0m7roHh+74cdqmQ2r5W2ZHnSN/yaq9nMmAX8ykWP1Iyc7zu2a9p
KFfFXW5tR1/eBN53tIGT5s4wHUtyqvgF9EgjGvSiC+3l9t4v3eeUZijCMgkK+Hm2LUGKEkulsvcp
4ALhu6wLW63+LXSGLQh30G15axD1xY99ZnC2M2ZXqZCHIacrlu6mhmk1rCM7Hd6J7Hzb/zMrs1zI
8E0DWi+s1M2f1ENAKzpAmayFG9rJm9s7uHg6aNwyNEkJ6iq1U/whEPqB8Nwa7i8LtGa1Jo6xvGX/
LEy/4Oz8hW4v1WZBB7zLs21eMvmmoIAb1kCYbi9lMaAwtMIIKMVOJEYuDflJZQaVjCqnFX6nB+1E
3bFzGydcOR1XdKFvX+fMzuxGE7Og8zSBayaJjz0ys2l7gqfO7Ip9XrbbAaKJ+Kcvv8LC7Qz9yery
ByP0nuu8OqQD7AxZ9ev2uhdjw9nvmR2CsgBPWutscL8x/PDQacZHhnvtomj2HjooK2F78XPqCBAy
NAwkdp50RcB5daHNOHIW4tzFsWxHu8tXDsB0jK4CEExyNEAMUqB5JSFVcqtDQG/S+O2+UsF+VoJq
l4X3erZpCn0XGsEab+QVLGX6quhEAIFl3pbH8exkjxHvZL3FpGeinyAc6HC5xVfBaByNwcYs26hq
41BfSBtHN77d/oJLnjspn6mM2OiTqtOl52adxWBFDKDZEz4IY3tnZfW2R9IpFZuV0uxtS1cPIF0V
KqEU+XrSWByRq9jRNOws7QMvlxU/WbM0qzWbQ0jnUMeSFdcnxRqeYq9+EJLGEQNaHrf3b8kn/+0f
hJKX+2dFURL4AvTvATLUnfC9ND/06UoheHE9sDRN2kjiRFo5syEZfpYkE5Cn26uqf/Kqh4jpxXhc
RdQsnWew9v+zNHtta6UgeOLExd4PpqMGPTU0Y2u5G6FMNlKl//a64SHuy72VJB+GUHYSI3024uyD
H45baRQP1Y+qiV+jENi2B95MMvZR9w1M1WEQKwtFn/7OF+rRZr6HJ6C4ltYtHyRoBRhnpW0J1fvl
RnUpjdom4Oen3fgaaordBPty+CWZ6NFpCBdHp0ZTH7XEPPlebYuSshKfFz8UshogZEnIgNxd2m+y
Ju+QyuMwJW60l0JTv2uzRPmsjFLxWAr5e+cY3wIH1GeTYBZiwdbs2gFx2oeM0+B8cVVtVLHRd3Wa
1ATFYlXHfqpPzOMiEjNUOuGDkI05U1irD4oCuRUjH+6HVkATw0DuNovzj4z0HEVzeKVMvdXddqck
1QqybClRODc988rar/t8KOD3jiUrY8S1Zeiwld87Uvu2mZSYwObxxgaCfvnx5NEPJ2QbgZ/CKie5
qR9E2DZuh4slD6FigNIBg0OM6Mw8dHRF8pGJU7dM6zva0HcAAg9R01Q28NqVstbStjEqN8nl0HfT
5+qsWaRUhZFSpxPk6KPRm46cIQp0ez1L4e/cxswD5VpI4V6Z1kOvNegf6jHdrOaki5s2pVZASyG1
MWdGzAKIkjbVTxE52MXe9zwXHD9odiEAiNvLWdyyM0uzz8M0Y9Norokl5a8JDZ7Y/r1tYHG/zgzM
nCwvVBQnPPYLsQvKcXYUwI6zlsKs7dcsn2h8I3TROOS+EB6UmCJR+cBcjSyucfotLgZsO5QPdJCA
1F+eGK3L6lqcCs40QjM6oOXwOq4x7ix+kTMbs/zE9cxoiJGbvk+F17aCJ8Zfo0FY3C1EB8F+01m5
Qkm3VR2XZsLYQRFl27Kq97XyXET11tPXXglXbKeEGN46dKiogjLQNX+vQy/hFakFRFargs6WfRI6
QYi6jaS1AEAa2YtOreeKjo/U7UZ166/K4D40cVietBYMVyYKydbQOrs0Bf39jnnx02aOaQh9Hw7w
Cd2LzKp3/bGOQcqbK02z5Q3Q0Gifqn500KevffYgE1AMbfpGCO9Fydt4mXoIvddOsAvFszP3czlA
Q3UUjNZWvdwJdOoLqPmIti+vac0teC4sAzwjyDQYB5rTJwSG1CKZTpXBKIVdLWytSHaU7PXdZ/3C
yCxtGxj+UMMWIwOlrUAZtgGK6bUhHm6bWfBfhBMVlbsJmA3pxeWexn6PmrIOyl8IjU2TTh3WjYAr
K8nari1ZsmTqHZSiyW/mCn1uolWlLmCJ37EtBH/jN/lOMk5at5bJTb95lmyoFhB5hhZgLwNpc7km
j4maWqh5T1MRDzZyrR7R3s3sUai+UQzLnDbIve3tbVxyiXOTs0Bj5XpSaxLViCEL7dwdXmI13Hih
tLltZnEP0fGWwSnR0p2nUVEpeUzJDHytTu7stvWbQ9Ee/OZJ0+I1BrbFJTGLQaMa6QGqE5e76A6d
WXgh8VkdXuvDpIe14uELwRkldBJQ4NJoQ815+6S0jRut9oBc+HoK2lzWnN4q197HC8u4sDJzcDHO
C1FK0QQo013f9HZE2Kz7bOV5umiFr8LkGVLgYHovN4t5/EKSRtBJrkRZcXwBYm7WxUomO/ntzK9B
XPwzMlsKvDdBYnpwMBeZ0W3HLvoodqW28UOmTwI1i7c1jHmbcAxXXpDLi6PWDfpbZqh4lkGHftOM
rUWVXZT6YCMW1Taru25jNO9/ALG+f3Zm8T0WLC/QWzYxzcODlX72mf+wst4x2pWgtxAgMDSphE70
T2BYLr9WVxYMLZdg/mAQObhJTZBQH+VYBh0tSehS+He3j+3iBjL/qsJuNfHgzuwpVlP6RgmWsU7k
HQ/jjdD8rWJjxT2W6nsAvRnZAjlPTXROxx/nPsSmFcvqENikNQLlZhxvjUh88KXIHhr3sTN/dqHx
1atdpx6Pvt4iRA4U+JMlbYUqfzXTtZUvBKyLnzRbuWb5mkv9BHK7ctvyJIrSw3SPtU2w8lxZ/KT/
1j4HhkBUaA5DWwHjZELBVQ9S1VHuyhzEtJNmjQ96qVQAsFsDlsFT/VoL2permq0FyZkNQv25SeLw
rugkHyolVXaEJEmfzdxEy0fx2u0YRsBWJfmH2qnhc9Gm1tf/4F06iqpg+hAVm8vT6YkUZ+E4jaRq
8idBRAI0N8RNGnkrl89bgjmPPxLEDROZJGKmcxSMOcr1aAnsMbICnU0xrCHwaCniMflzKbs7Maz2
rtrsW0YZXHGvRn8TmsDRxyh+7v0VZ186Ume/Zc7gpoyME/cyjhVWvOqAJfh9ts3eCy1nnTx//7di
ZVYLZGJVzoaU7yxGX4TMVlW7VfeK9m2ta76EtbgwNMv2sj7xqc0XNDJtSHfqcv8nr5yBqbvYHj4a
ud24m7/uSlhfOpvni5uFdVWpkkoxCRdirmwTugBJWDlF8kqDc+VhvHhegDtMoADC7hXhWB3qlieI
fK22eDYQcXOmgDRqRym8k+FqED4KxjaCvLv9ePtoLPWIeTD8Mzzb11zpuE+DbgLauTuhPTJNNCoQ
Yez0+q0hCGuq3RZrJP+LznlmdbazeVPG6Ho1hIdQt4W2sl0XHdu199CiFQhkptlwpt7nzgnz/lC1
Iz4Tj9nGq0zb6l6FNe67pbjKaDcvTzRZaWrMAnhblYgLR5z5RvruK+U+4qVToR4q2H28JspwBbOb
jps26aBOiCrou2ZfC4qhRGhV8Nem2mxrWboDJXPwxl2tf7TEO7drt16x1Yrv4RrHxtJWIp3DW05G
qw8UxmVCEJC/e0ZQJfdu/th5tN465nnXjCxt5WSBcVNmb67Gb7RSSvTKgFmrNPTfTSd+qvJ21yfy
pxz8FvDBlZT0KlskbIHeAj9LPwoGmFlKOvRUmoXQ609G7NCyFERp55P/VtLJU9S9V/Ur18OSPZbG
JSPKNL/m7zszqeOw7/ruJDdW9is1gtIh5Hkbn97erk21HxNd7CELq9FZOeRTFL64l1gpCgPTxCUk
E7AaXn49sWAopxS77lQ3evgh0fzopY/0L4E6Woc0ip5EuM2bWpTvlTRs732I9+4sJV3Thr/6vPwK
Yhvcg9Nx4U19+Su6FEG9WvD7U9Io1GO/p6lmx1axt/KTSKP/9pqvYjfvZ4BPULaAHqbxNkuVy1aL
ci8y+Lj9o9KG20jVHgDEHIJUX3Gj61t/AkGBVQCmxqPzqk4Xp54fDQam6q/qsXsQHMMJXr3X6EH9
ED4Kx/I1+1n9HF7evT6MUrGlxkKF+Op6F8YeQSuzPw3g/QY0Wi0z2spCZCf+GkJlYSsJOojucTdx
+Ofv3GGsTKj76uHUR61tFce49u1cQj398+0lTZ9k5qUwfcG0M/HtTLC/S/8wkkyXhrAZTnL4xSu+
hmvYi+voyYcCt0jJY2JhuoqeFq21RInM4ZSVwU4wPiOY5YBfc0Kkzs043fgpWX5uOKP8tdPN/ftX
B8B8SkCp8PCov1ydIjZjnAVWf+KxLzu1lwAHRSdvJZFY+FZMhFEApNhJTWKe6ta9FJQRfG+nStS2
ei0+l4H4kFVliMbZ2m20EM8YQKYuhmswP6pPv+Ws2ijLYzoWlcd26nm7qVu9QOe2g305k5OfgRGI
9xmf40ASJW5v7+XVbQTOnKI4DwvgcyC/p192ZtkfjQCpJa0/5XFr+1I9uWOhrzy2F40whEbUovrC
ub40IipCJsWyP5zEyLWRB3UwIsvvTTGnlVhAo7kSSCDmL9JBqkUlaoLh1MR/oqi20eomS3HWiDEX
Qi9FMbpu6hsKYV5JymRovppCHE6x/ssQdhpdsTg+qohmm+0ajGRy5Nkx5mhNzyyVKVqwZpf7Bjdm
7QZ1MJ5oLOyT3PvUjslxUP4iL+3IsiOVr42+Ni6y9K0UDRgqrUUwMfMJjr5LhYKfQgjWQ9tVn1Fm
2FArWTlcS7tIuJ3InJFTh8/8cmUWmCM/C4zhlAOQiYRtXil/4iF/bHLj1MXp9raTL4TDqa0oItYJ
oTlvrEtrmagyK1KO4ykNmvKPmcRNa4PLM99/kTBKo0+Ee8QLrrBLM1Uf61moasMp8Ct1k+sWMQMK
sac2ItpnUi2vMOwvRQ2kA5klm4YBaBFc2lNqtbNcQxlPUpocxPyk+MKvtrRLI9oxdL+rtGAl+1nw
R3KBqSo3zRNBK3hpsAobqNNVXzyNWr31pXGbRkColM96tU/kba9u6E6tmFyIwpiEBUJlfpEQNTNZ
N2ElJCEm/cLf1RYadz0MsX+UYmUvFxzSmKhgaPbAsscr5HJpw2hQxNIb8eRWUm67Q6h+zzLogqFG
M/dCrMZPIiSH+9t+ufABpzbIRL0GmTqeOTOqa0GVGvJ4Cvpns2p2UCNEEnOgrsazEfnA9HDb3tJm
ntubOUzOG1zVUhwGWZlkO7rber8qcLK0kec25Nmahtgs3UwdT612Z8TPXd1tLXmvxw95Ha9s30Ko
AgUx9XdAZsOuM7u7oEcz0mxIhhM4qj1KHVsrabdl566Q1SzsGk8oouEEe8PabNfqvoB2Vs2H09BL
oR24MEiI27BpT3W+1ttcMgULCUKn4HRJuGdemERRiWJnyh2WO1EdvQpqItpaJW9MzVvJ6pc279zU
7GBlxiArjYSpWHuRIsnmZnHHlYC44Avg9WjDodc6ARRnNjSeb2Id9gOaB5ktqU/qr6YFD2HAOLvy
IFyI8IR2GgYECnSt1ZnXJayAkTlCr5srtgDCVB7/3D471+UdnowkZ0gbcGlN+MdLxxZqX5Z6VWIx
Xv6cBR9c72DWn3LxruyCbVv4cPwcI/HTbatLX4mhKGIffkfAnd2T+OSYJL7MlcKkoS0E40FRosD2
vOb5PxhSaVPwveAmmJ+lUAkVrzNYHe7gucUmRDFFs8LtbSvLmwjTztvjFTuzI2vqHRwPAt8pz8LN
IPyN3B/dLnhKneauFR6HNZTMQoCl5UJ+i2dMt/LMXO1RkDOEeDyBcNh4ImDVxBYi5irlYzkMR18R
Vha4cIAnNXDSJkhJrpVFXTEb/bjKkXfrNcC4WfYa+AAmXDAWu3yUf61s5/TOnyWIFgg3Bm3RFeXr
zdZnyZ5vNH01nopC7Y6K0TEbStfQMaKuO+SMTNmDCik4w9nmKQp65aCIQfqkG7EOT8Ng1acoWVVi
XDiKtN5JgoA9q5QLZ0dRlkZhQGKKZKvxRXJUK3TaIl8b1V84GFjBgyCcmBrHs9NI+Tj1vKIZT91R
fB5+r5FALGQ6TGdThAT8BpJrXqRDVNpTxQzOZsk19qXLXNGLGf+KDUam3VhkzqOO7pQ+WzntC/ES
gjIyENhseM3Me3dCQyjRjYGt03vbrdJNO7wkKVdBhTLa+HPFeaZ7a+48Z9bmbayubGQ1SVt89Wh8
LT73gZ3uzM3w1Wyc7E5es7a4o9R0+JcgQyS9DJ9uX+DDFTtaGvUpl8UDE4SHwtU/Dc0vxmU195Wp
pgelgitqU+SnQtzKXXhfMBxseU6ivSSiLx4CNLhu78LSgaV0aYCl5N4g+l3+LH/URyZq8SNFeUGE
PuxCWx0fw2Rt+debjeQ7AxfcT3CxI2J9acczSwUALJFI715V66NBz76IH7LyrybVn8NAdUzrydWP
gvv+NySGadeprA/OS3HyubMHvpeMTWRoBV+5+llYqIqS3pqto2t/yu++ZvvVGnD0+kMD4iCB4ZaE
yOdqwmQQ9T6OipIkU0wfiZE0YBu+YH7fyIxbdHdhLiFErL2XIAZSP8xOCJIpEaArfbnOzhq71KgJ
hXr8BYne2vo4Bivh9vo2meApxFoUzqcuxWwrywZ6MtnHRJZuhyHYDJ1iq9ZnaxiBX2Y7990432lJ
JBwMN1LkuqIyRhm6EjSVcCDGsnzIVDq/vGD871IerBRortv5b6YgbaCYDPX51TNrGNWeq2Q85b/S
It0nAqKTanUPT5hdFz5yLTwpvZQBKx8W+8euLp7hpNSRW8gar6Xd3zlqLK08/ZYcCYc1OS+A8Pjn
8otGFJMkP+EulZJvzJzYw66hJyofKu++ptD47nyYdy1HFBT6BHuZl0xHrzD1UBfHk5s9dsJfBhSb
tSba9c14aWK2INovpRupEpvcfWnHn8r730MMAzGVQwuSST95zglZJ7qeFtNbGQT6TlMUjp7ffBaM
4L2DRzgLnU6CJiVLRuRnsaxuGMmOvIA3Oehmfd+AM7nLy0fkQvXn29H5+kK8tDTlP2fBa4TEWVMK
LMm+bIdSs7OsYMPs0WnwfFTUVhxu6Xyfr2t2F6hUD6WhxVooHP/IteMpjjZsc2F/e1HXqQuLoloD
jRWqkrQALxdVDlqi1ebkBmm4ceN8k9P+64c1xsfrRvj0mRiQoW4ydVTUWUTsc60kh6G6IBAydMi7
FdRU/SG1e7/YdP7v1Co/Sn2O+qa3VyAYh+T59kKveAmnmHz+C2YOz9lNXdIZroI63Al+dT9FTcuz
jkO04xUTi/VnyL9hu93I8TaCl0Ncg5wu7jX6J+zzpMYzf4G6TaV2bc0eiPmjCdYg0+6FNUnBRRsw
kpFGUIWjDXr5PTWhjfO6peKhdz/S8YWZp9UC+lLk4DuCZsBf6LrMzkEnpnDJqhZZyqY9lK+3P9N1
CsRXOvvjM7dPVLnyRpM/XgvHKHtB6n7Umdfc3rayeJSBpFFiIweiIHC5S7JHuzIPXHLb8uBmjiac
uswOS6fpdrcNLV0bvF/55tO8LpDcS0PiYLhSnWOIvs6D4I9PsRv9Ybb/syIfXLf9BO01EgTZSv1w
yQkoc3CsiSBTv+jSaijEbdSJkXjKo8oJywdBfkrBx/+HpZ0Zme2hJobgaLRQPPWt9Tn3YKvt2x3U
BLDjyo4ZydvSMHZJtsa8thQXecdNnctJ7UCexftgqCjWdwXxvvykGx/0orEV9YmdDUPeC+WX24tc
2knGtmiv0Nqj7TwLGnKcDzgr1qy6/1oJ3knoq3skte5um1ny+nMzs0Wlll8XhZ+LpyDdaq2ThKfw
/5D2pb1x48C2v0iAdolfJfXuTXYcO/kiOImjXdRKLb/+HfreO+mmhSaSNwgGGATTJZLFIllV55wK
+eyv162sOSMaBT5QFDgrxRgckxz6WkarnqC5pN1Bw9iet2wTKUG1ixNJuF2dOP5cRWUUfe9iR8vc
mHYz6ji+LB254wRUYtkLwfFyfUSr80agOoLWA1RfRfAZGaqmAzRCPbkp9Ocyjxn3DiptLJdkXddG
A7oakPAgXcR1jC43VBsZcdZ2DJcZBAkzqTwNE6ZlP/5+NOdWBGdrK6NshmRUT2M4dO+a86rMO0gy
/IMR/uxF9hAMvWLoS9G+yQqo0pxm/TjPu171o2GXDpIJWwuwcDDUZYDZQxGUT+jZXUnB6tfzbKhA
jt5VGIM5dGCU9gkUj+WVSR5pLnMHGidThmAIIh4KNELiqZp0JLgmhZ2WBVfmfsozaKa309P1ifvM
sYGaDDiV+bEBTwAn2eWY8O1qm80ROzXlqXFex2ob0VNV37j6N0X72jZBlB3nd/NhzHZldUpB9VHM
N+5TqhyTPQUwKfci3/xhDEFXSE6ZlUzm5acJ063OXUcmoEhP9I0diuBx2c3bb+qN9e36FKzdoS6m
gO/Hs2XNcgImygR2ejAVLLdjnHkGDRyyqYxD0nnk25iHprFPnqXx5OPi8nmR/8y+cJLmWHpjZDDd
0kOqHoxoB6XBOPZ0SA52+zJ7MVNfe1USx5ujbVT66ReqPNRbUNW0EFckj4uNbGt8k+8Xc6OT917f
tTZ0729j/M/U07fJc/ZYx17VN3vI6VYuwNuLF8kI7D8oLa4NQ/BV1xlZazDCTh1w7+mxzaA6qnn6
+Nxrtpej0uI4XoZ805Bsl9FP5nd625V0GyuPabbL0UGe0YM7vVp1cjBPVvyqNQ9VFVgmVBdrE4i4
oFhy3xq8yn3OlN/dGHspWCUyydn/UYG8Ngx+1Jw5gp1MDmmmeDyZ1QOKgyCnXAzbg5gfJ59ZPObT
5+Rn6bUHJwoWxMuh8vJ7i4KmEIRfpwI9Msk+de4UP49fZjdg5NCzBIzKX6nqN/apv0/D6RAf9Y0J
hjcybDBpHpalPWrlE0QnHpTJ1+d7M3RJWGbPuXI3qbvaG5+mr43mpfk9uwNLNdUhpgLAIKgJ70kZ
gO2GJJKJWOk9ws5DZxMImcCfCaD35UTUs6t0E1IOJzBmoeVvLruN3TbLoWxo7LtTpZ8yChr02LDv
QbY/finB5exP0ywDmn8w+l2uiA5WXaBKURXk8A5hf2gFawY2puNpgbugB9PXLPaFId+NzKq/tP3J
fW8ciPaikQICQJuC2BtDPRAQoVvEy0ZjM1nejBxL7ylF6hdjvgHH2J4ne4sk9xrVawbF73eD3e5d
ntkHTtYtT31n71Vbcn2VjkWYVH2gelOTBH2NynGGLuSrtVewLei9cYrzzRS76MHdTNOeDEEKcdsy
QbYYpUl6yLX77N5wPFPZp5uU7WjuR3rA6C+6TY5IMDpGSAcPx4UnE+r7fBPB9KP7DJcdFFtwGF36
QVJTNhp2OZ6+m4cH4+Gv4+7lrwsTkhoJHpUFfj3qF6xFuy31Xe+ib536vJqhaHeELRsIVXwbjJuu
jvFoSmS52w/g+ycPA7rGAboQriaef27WZmo5ZCM6SuZ7RVUewAfm0TF5oLl1rNIFrPAtmpcRxigK
BrMeqI0fRcWO6uRxcJenhM0/kb+7TUDP7BWsu2VNtEfV5jGKSyyqn2pGEAO7qGzJpO2rZdz0xtZw
T87wOFZoh3ZsP1Yk+3d12dAJBtikTtCUIxxotWqwEsTX46nNSvRAZgEtGYodmwg1j+tr+PEw+TR9
Z6YED6lbzYSGXjvi7mA/tuC8tSf0rFA7BCvIs2GlQVEp6Pt2AtWYb9lYvLK8DqrHPnkvut4D28ye
uao3GG9jezSgwadb004v95Kv/HyXgqfxDgNOZeuiL/3Sj6OYubRLlvEUF6mznRW2rSqtC8oYDMHg
o85AeR7doWccMT83N4NigTDeZBmUNWbiNUWl+QukJbDxhmHboKFka4KGAjLHFcgnpqrapI3rIUqW
yLMsNp6Mvb3tdLN/vD6MT2pnoGDEJQ0deLgQQp5TpCMC8AGMHKQbTxSkj44O0scBPKEKtQ7mwnad
dXDd3TS/mYpPktuGZFuXeJU2bl1tPtS4yYz5mw6pkOtf9fn9paO7BkU8FEGAKRRVUIGQ0/jUjqfR
jR4rsutpqMXmdujKPdpSG3ZKln573eTKcsIkcKC8NIkrq365nFMDvDHJVZjMW3/JjqCP/JdBQcga
dNg4VdBwf2mh7p1R6Qt0v1e4ACTJrtfvHL3wO7YrUHMejnSW9GXzfSLsI/RU/jEoeCggkpVFKQyO
0wZyAi4gBNZutjZMtmNXznasF3LKnKYBVTmxF7slyjQWEyZPc/YZzfa4Y91ad9Ai7H62X1kRbWNN
EiR4HP88tj8WhRdgVLhRucSwmGb7zqc/0W9+GGTtjqtGcGXh1MrobXcFnxhiMwfruzaewHrslfN3
EinbtHw0EnYYyu9MVghY9fozc4KDVGa51DTBmIrDeKvavnvfHZTMq46dxDFWYjkoI/+MS3CMWTfn
Jp9hiGXPOi1xG/3lKDcg6ZLsqZXXFvzizJDw2hq6wi4dFzHSeC13w3v0rfSN3ybwnV4nKW6su+CZ
KeF8ArV4Dww5TGUP7YOhesoGuleBvW2POEAcyVaWTaBwQi3Iu9bOBGOzXz4Cxj/eg0XiejxaeUFe
zp1wk8kM1Bacls/dffLAeq//wV6GIDmq2+GAhrbhRWKP75hPO+psAoWHSp5YbUdxlzj1W4ADmudy
Z+zUm8RTDtCFRivFdXOf80QXoxPrdlUzEWpCpgY1hj0b7roJvihrElg7287dT2xeSNnQk1TF/oWY
UZP65b5KvGoJlpNe+fALKKuclJ27Vb3AYZvku2SXrQ4RPodaDhrBAQK+jPfKlFaVEiH8Ao1wLDpE
+gkiPDIg4bqfnJkRfJFkZZkqCjZzfFqMgL73NJiQaWBbNm5JEvtzg8ifbMBv5UuuQLIBCh7qKLqW
ZfzINHPoce4Sa+cus8RPVrBFcBRklFENA9EUQNCXs1iXQ5z1TMdzoTqYu+zGONHCs/3svu09e/Do
AXpZzFNC86/VwXAzwkMVmDHOrc8JSS4t92BXycEfAhdFNoTpy354JRbdONXJzUewvgJ1VH8DZ5o/
mjJC/4+ec3EzcgIbIBw5ukR8oxZL39V9ZOF4a5LQLHad/eIUbGdWN4t6bxkgnY1/tKZnZmDD0m+1
NA3M+DR0u7H9MvOPI99UyE2a+78nicWkgKMAhRfgh9APJESJKKUMFLEFgCfpYz3+Vpbv8/j1emj4
TOJzYeNTk1imp0mPvpvplN1Y9h7cetvilNzZ3rQH3VRoP3njwdhdt7nmyuiQB3oNGC+kR4UTUVUq
J641DGue3jr9bqI70wmvm1i7TJyb4J9wlghyDKY3AxBYp+jZ9Jd975G76ZjIrmJrd4hzK4LTWiCV
wuMjnxDynhySe3am7BYodZr2rlUPXb+XkoFp6yah0Alf51rkwlVMr8eyAqvEdAJZxobu4w3KC85d
c2sdid/u2XE6Og/pj2Vr7+J743B9UvlwxH2Cmsl/toXo4JSVay1LBUzZjqF6AnTe0X6+buIz8J67
I6r+vINIB7GOYKNEAkgzO9hoA/Rb791Duuv3+c7x6535qGzLrSspCXBn+zSoM4PCPbBUc3Pqaxgc
/cmTMR+tztjZjwue3hnl6GR9iRkrR0Dcm3tt+pEo7A4rKNlTH91H18YheDx0RudoYhiH8rRtHusv
3SZ+A8fSgXnuYdmnxybIj/ahOUy7Yq+/ZnfOt+huPnUPkqvh6t5GWw1oVUBvCrTe5cbTs8js9Rwj
tsDufVcolqfVleyY4mvyaayQOcPrEaZUsXztoh+xNviakW363D+ZR3cDwul9etPedYeBbSU+yQ/1
a+aEo9fIbEjwVjVQjr+7PXnqsfOMbbrRTvV+fBhfk7vi7Qn5X8mBv+o7Z4MUgn9eLdAzJ9wxQdc/
btAu6ZfNl3yQJPEkZj5eFWeRslSnaqA2zDB3r7RPbLlfzLtZlplfSzOhLeO/JRMb1UD0DnyPQ2Gm
2Zdl4O7qg914XhVAbSPQjt2T6S0gUHywIFVkhOyoHd3/v/kU7zZzTEGtNjSYT/tVnXZJApXpdgKN
reS5sroDPihcAYBAwwmf8LMJBVpUJbTrp1Oz7NBEijr2LAOkrsasMxPCLbR0QMAbIcF/mkiG7tQ7
DVMp8XkeZz/7PCei/Z9RCD5P05pls4tRlOHYeNU3S/eK6rZij+iae7dVoEbRMS8xqvN69TWjgsvb
UIzSih7jQvY89owfy8385u7aPVjwts6t+hMXXvtntj8a3/CcUGpPRtGw0g6G0+e/iUWX+eXamf0w
5aRr8QHzPeSWjp1v/zJrrxuRzPGAfH8bZOye170FGbFLi3PXMjWtMc+ghID0b5puul5ywq2HL7ii
5jjYZERYyjJWbLO1EL5cIDrsr2X81DyAa9iT1vBX0wLYxf9ZEtZPjZqxizpssfzreAQb7lY/1Pto
X/vgKfmnoIzLF7RI0bqHLN/lxEXdkqj2MCCg6MG9wbyFesbreLe8kNizb5zj+Mse/OgnDfDSrWJf
sj1WT6Az68Imj6OkMhUHnpqVPkRc6G+ClN8hfs91D1lG96n51VXSYs7qQwVkPf+NWdj3aVvrDUPL
D/rUUdkk8Q0EuozukN1Phuq7Reu5c1iRQ1y8JPYPkiQeybfReEj7n3lcvcTVczaxu3429rMMRMRX
9tPOPfsywccakG9Rs+ar0b6YugKepM3iePrPKg3jguuwSULF6kv1fCoEV6MpOLkXjcHVoK/eBBpO
5cY/oAyP4xKVHq/a39RlkH4hB8nKrwbGPyMVcylaZGbLEmGkWXMoHto5BpTuxW63MfvSar+a4jvT
cOVyw17aa7B+Nz4zLcSKQSEASmVYfjWMbu2w88Hm7tebMXC9JpiOradLIsfqOXNmkM/F2VHWQ8c8
jUZ1OsUu1YJGmYBKjBRDkrpZvYGcWRFu4KmuFbOejRhWtm91T8PbguRHU/rS5dNzxUfFQqE10zyP
Bx5qwRxx0Nm3Ur0fNNPLIs+obV6Wp8q9MTOJq3LXv2ZWCFS485jqXGB44E3KfXIXbd393HvNy3XH
XDtIgMmGPAqKKjaAJZdrVUZtkhX9Mp3onPr2tGOQhx5lNDCrRgBXAXgPDFewdGlkUjRaZZ2Bl7t+
JLXmN32oWzJwjMyIEOUSCjoV6LPjiWt8jQfXU+1DXz1en601z7bOBiLEq6w2WdzpsOFGT1H2Q4HQ
23UDawHx3ICwHGM7AiehwQD6q9zZH6C9U2/s5gCgyARhSpmU9ep4kLsCwBFFcIAWLxcmqztt0CjM
1QfFl1FDrC7I2Y8LCzIlVpbTAT+e71ESfFUkL5DVFBQHC/3fxwuLwbOR09Tg9/Xb0gun+wnyRF4T
Zm9aGH/p/d/4j+311VkNpecmxeVxXXfsHQ0vyPQZPEBozIuOvdP4Q2kFbgeGqO4ddGfV/FQ3LVoE
VbCrtoM3x98k38GnTggOgKHwgSPJR4D1vly3NorNPnNMbKgiLR2fWUb95rppcsz0uYg3ZmHZs5eO
KprKtEItn6KkNsFekWnadMhbh+wZcMpFAJFhNQctW+keLauabnqLDDHaxGpZH//a93JMKVYLseYT
BsrN3ELpR+7WHWDC1VAqP2nTFDs9huBrFUEB3FkMGRhk1SiPNlCVAshJLHhO+qSmYHzHi4o96+Mb
6Q5NbeLd86s2n66vx4qncxw5XgBIg6Ptgv/92YHHoM1SjAUs5ZNhBmaT2PtMb6mPhwGReP3KoMDd
xXXHMZ+AVAkrHxu1Mpgqumqh/aI2OfCcC3SAg0i5ne3yy/VhrRxBaHZFMwlSJRzGIHj7TFoz6swI
jfdMfUHmFa1W5I5D8gx6p2ZLACKN8LrFlTMdECtIAXLWCYOIxNgMlSLA2zUVSAYSb8slJ4ELcbvD
AAq4Dvomu38wxycSCWXAZsW3fVK5FR0rdA8TUGYaKJIovbnLVfcdUr2y42ll4YBL4lgWAxD2T6yr
qVtCU20stJNJI5AHt34yLX4OJLttLl/aXlZyWls7DUR6aBgBVAg4/UuXbOrEsXs0tINLadmm877v
WhKkmbJxY+fYOdVrY2vvfz+bnOAFM4m+chCEXppkTqyqUemqp/y3URq/y76B3MRPKCH//gc7WDI0
nWjAwou53j5tHSjaDtqpyp8rM/cBVO81r+sayWttZVcjdODlqwMvwbshL8ej6Y1V5T0D0SJNXh1S
b8fFCkB/KnHCtQI80MOA14KzwcCrVFgq2uWdjYYk7aQr9RJaVtkHJV5hW23Spo1LmLOZp757d0mm
gCaXxQdmuTLWxxXv5BLBnAwL+lKI1JdjHfR8ilPUCk8u2lP7nG0Lt966cXzbE32T5L+ur+Dai//C
nBBZNDOhJuQrtJOTqX6NomTtNIE5/UAIJUW+s3EA2WbsT5W9TSBE+veXLFgHzz9aHNHbaAoPomnW
oqYCH+uJatRzIhx5S7QbiYt26du63hWq+atQagkIdmVD4rwG1w3H3UCQRzDqgqe3w+xrp7JKvkBR
t3qpmHFQ1C/UKraGXUu6TtcW1EJfIwgsYNAS97+rVUlEGBp2QewUVBmay6P6Jm3ybdnFEFS1IkkC
f214uLgC5ctFhlSRxVbPF12ldqmf4sRfVFRC0Q4YN7csBnN0e5OhgeW6C62ODzIqgIWBiB1V2EuH
7ed5sClqzie6DB4nPiY3VpHuS3Rll7qMnGvlWAIi5z9jYrLbXsbJbZxOPw0M2B+mNQA04VFbpmny
0DOZnqIQd1wQ+gB/jYQi0KUcNS54CjThC1CvVkbYmr2fZPcOskPj9PX6/Anr9WEErCY4iYAX5At2
OX+o3BpOZLZG6I5vDgmXsfPi9CaPDiCVYlQNrlsTVut/reESgQADYqIPjPzZBUnt2oY5+mSE+ZIq
3pilG30ouo2ZOkGNAvrSM0kKQlix/zEI/DT+QEoR7eyXwyPT1EIqWTNCtNVlQ9iiUb8qjjGoBK8P
THhA/a8dRE4kL/nzWYibBhTuCoqwHraZMfi8tOUZsTbsrltZH80fK4Kz1+loZSnTjTBB9dTqdpxM
coobD9rP1w2tuR4wmnhbQJ/I+jRtRVc2WUYMIzQV1S/RXJ5SywN3xnUr68P5Y0W/XJwYfZw45DAc
0Ehvx/wOEBLP1lpPiu2VDUdwciUB6JKaMATvA2jjMWm+uo4k0K55ABg++U4FvwEGdTmYZV5Sqzew
kTq0ECOvm7L73CxkXH1r2xVHMxLWKNgB8yj4MyXDyLvnzHAgT258b6mUPRKQ89c6e4oVAzxE+jQd
ri/T2qYFih73LKT/cYIIIzOaesiYSoywatuN275HyuOCYgaQYwEkiLbXja35xLkx/jFnEcKNpq7I
agU+od/W6TezPiStH1kSMo61IbmQ9nPQDo7gKkoKKQzkSTZNzRAEOF+tabMAUaLfgPhj3+syvqo1
Wxxbhye6A21XccmMokkhcjWaYfIlZd9tnICx8avs2SarJXO34oJwPU7YjaI2Hrt8G5zNnW7Gs+lO
mR3G0dIe0OQLdEkBJfDrK7QyHh7l8PpCaxFCnbBr29bV2gFk1WFcDTp4bqyQaa2PGjDI05ALs9L4
9brBFZcAJBpiuCCoRJOXCEayFjO386x0whq7L1Ag/+c7jXUC5hyYsFlGZ7BqDZVmVIXAQqeLR1Sf
jx2lHazNvZWUPvJ8kH2arGIa/Elf3B8gsEwMyemxsquB8wRVBQ5F3oIoxPVhSI3ZXHBKKc2tAUqM
BaC+6pBV7h2N0DwXtxJHWYmH0GcCXTteokDLigDjpgQ6quwsI4zAE2TTtzKZ/GWSJRVXZ/LMinAm
Vka/NA1F3EA7nsHQTokL9khRavuH0+piOML0ZeqUWxmoI0LNXNBIrNE3e0QK0IkaKTBuzfkdLBWy
SIjxKKVdbrHGGBM6ZDE4e/tpZy6hMqcPTcwAEyigMHBHDAD4qNdAF6d12Wm27o0xUGI/SfZLCba/
pjEk918+trMMIL946A5EI8DLhBY/cD9fflCll60a1ZERLgRvtOj3XOh+egfKmCUK666ErssY7/9+
P+JBgVcFUnhAoQjrOjVUz+2ytsIC9DcOhCRZ/lTO7wlKltcNrbgpoPucghxXDfRzCWPrqtlRe+hV
hLNy56JrFByQtuQ1tuKjFyaEkJktc42CRG+HybKkO7eyD7maM2CeC8tDtKGSEa1EaKjtuKBocyxk
CEVuxpiNSaa7oHzWaRqfyFyXnlFFVBKh1+btg1madzhxwYhLn3Bn6Hr1LLfCuM9wmwdzQJuCQ1j2
fF7ZCwZqIHA67AeES8FMZ+MSP0MJIkzMTeYAfImO7QWyOoP5rEIW+rovrPg5jOF+jVczbj6i04FE
bwBDcGuFeM3uaNz7I0jc2x/V/NwVyVaFtE7+9R8sghoBDQIgJ0Tvw+UsQvk9ZiaFxTnWn40kyY9D
aTx3be+gORwK0k6RJgc2K0qwgOk1uG585UQwIK4MOgOcs7apCn5ZzXkcpRm1QtvcWtGbESi+OuzH
4ZjJsFRrOwCgMeTksZSQfBeG2eCaFKlKj92sGF6pf5+GxCuizs9JeH1Iq+6ClibgxPAABOHj5Xza
ZJyQ4oysEMCqTa++98ab0z72IKcZZbXaNVOIGajCGIYDAQMhcJAOxFoIUXaIHq3bJfYm3yaSBRKz
dTzwcvHW/2wIK9S7TlZoeWWHLpu32dg8xzaoAtp3WpV+3ScQGJ92XRw9ZKks5K+tGCqoSIHzlC6e
0ZcTOVTTGFOy2GFpQ5NkMZxAHyPf6sm9q6W/ry+aWOn6GOa5McE9+jhtlyqb7dDWI5ruUElR1Q0E
mOsbh2nkp7aMNigjU/uB5OzIAIq6Vboh/z4zxd0mmoukTAQfj/0u18nL9W9bnQfTAo8nwb9xvb6c
hywZNeRjCjuMGvpz7r/rMQgC4vJ7GUm1evlPCacsEjCguQVLHifDFnw3i5rmf44JCMR5YM9UtCCq
nH3fK/6ieUnVeAPt3vup3Ora2/VRrh0ZkDFFhhtVJVAVCqM002q2Qepkh8Cu74pRclSszeH5rwuX
eSuyFM0u8OvgnABvSu4Xy654vj4CvhPEyUO+U9WwE4FetYXXd+8u3eyCRTd06V0MAPekH//l9Y2p
wWbH8xTR8hMGwyr6olKpE0bliWIs0Gu/Poi1iQJbEsjHOJMpDtVLZ0vnKXa0pnHCNuFcRnO8h8CG
lGBmbapw0rjwZwuQP4f//dkLbrYjmnfzZCNRtUsA7HqSqoytxq1zE4IrzxAycCcGE6oS7xwXXUgk
3UQuOCuyjd7Efjuph7QdfXCI/n26BzRN/BkM4TFsIuG+MBYREhc8btFo02Yk0DrHg5ivPjBJbF47
PM8MiWlaUjAlZ4OOmAXMc8XAGXGjaEjIKa2nlppHDEmScXXVwH+N1DDCA+SbLldtMNrZ1Wpih3Vt
eeje3cZuhObgSvJKlJgR69havxhjtsBM0jrufdlp4x4CXT+h0y25a62FHLA+ogkfzypQagkhR4F2
YYPksxP2TuyVfeaPrYzbZ207AX6M/mBkYCAlI8SdeQFisl1ixASl9vWxg4pRWOqZ10t1f1Yswd2w
ZUHujsUR21fnekpQq1Ps0FG/jrhvL+0J1DTQ15Rc7VfuHBd2BCeI+mkZygwjKkAP4z4CxucNThk4
ejg7w997wh9baDMWbgBkHKKx4g6n9oanA2rlZr5r7v864nHSD7xWPhgmxVfEMieMqBmOBgQKM6BG
VYPacml9rZ07r9UdWc/4iteBVw20sGDkxdVGTKGTXnMjV0fipel/oofLr7Sn6wNa2T8XBoQVymIQ
aUUmDKTat7y46wwATOPDdRur3kZQ9Ua6Cvd2sa04L/u4q+fKCa3+oFm/0ZSR1mGH9oXrZvinCkcq
hvLHjBDETWZoSjtgKIWdRhurBR8h+DaYV1Et9btufhvoYB0am5KnpKgl4U6s2vI7oYlXMxRc0BEC
rJXgftA/TiLguNzQQruEzuZ9xcDo/YwXpwcivn2SPOnl22A9MnOQbDKxw/6TaSE06Y3SLKkD0wZs
akZ/bNtlpyV54CBK/azAlhxH0yY2zH1FivsuKiTXgPWx62ik0HQQxqBb8jLWjzmEoRqWo0EXhETD
FB+hG3VEEgQ0NTfAlp50OzlldQ2uNpc+0vz1+rqv7REcMpyrGWgYkGFeWm8KM2cUp02osw7kroWe
+6mqyq67K+cnSoEErTBwYWQqeKg7u4UsCy1o2bRuiJuhN7XfwPW0Hc3HDLw8Y7odh9/XB7X2xkBh
ARx0uCNyAIWwMS0ApJQpUl3whgTT9JS7AaUgcNzXarSH0GzQ222wuF8UNj3XjdeSBMxassLKWvjG
cw6Kl5C74XN7Oea6G+CtfUnC27jfRuqetb6rBIWsHWfNDOisUJBHSgH9McJdOEfzmBPPSNEro70Z
CdujV2YzxJvatg+xLokSa8EI+Bs86mHRRl/v5ZicoYHU62jaYTHVIIGpUI8sOsM6lHptb3VodEl2
51qARQ7BQWkKHX4oG17am2clVvLUwMOUANyjWrXhIacP1rRMJsu1OjLOXor8NdrSRF0FF1yPFmEY
2cx6tDQ5oAgYqeY18U2S2pJzUIQVfcQc68yYsOWtHqK9HW60IeQKQa8wzoW9ry0K1joFMkwB2BmZ
xxqzC4w4pRttKjeWngFO0utfaERVsBjQeTsaie6PkaM9oD+02UxFYxzxKqr2ypwBKJ/KODbWIgWf
GlQ2QephixIhCQq2agu28rCh8zOIZw6YLck5sG4CFysoeuKiIBaC8qSpZhdv5TAt7Pdaa77P6izD
dK3tF94FwRl/uWyOsF/0OO+mvrcw99boF5G2c4fhNLmRH2stSHmSv8MSfCw1ctr8kYICGp57ggcX
eZmC2MsOl3LUbi2Dc9zNZNyZUFb8UUwTC6+HvjU/xrMV3afwYTSvCMMjw9zZjOBymoBmyJrRoddR
rwM5Iqm21y2tLRb2C4j+MTBc6QQnLhU0ro6UX4OZk25ngm1p242MKWR1PLjUG2CVxdNBPDnqDigJ
u+ZXrGrc5ToF/yFo+mq8wgoZkmZ1QGem+CF2dki5Vppqk40yJBqKWZBCxNFzS1uGvlgLabiMghDc
0m2UPISrjs7bLWLIaYUkqnVPsfvOS5yFgVgrkj2JZKaEFRrHgqGqyi/11N6Npe16QwpUWjEtknvw
WgoAWmFo80cNC43YouZlBLxgbpsZHl/VQ8Z+K04f2MWumLapk4NvMN+Q9CGW0WSsugby96i3495q
iK/XWQMPHclg1KrpsRzMh9alD2YCuk+7e/wHX8dtglMB8E5hwTWSJhpnViBXo5rFnZGgJKj+Jbr6
I1DgdcyJBriwq1ix7YvYbkk5OSFr+sNI2m0WxV/rRL2BdMSP66NZC4FnpsTbdjG6ebO4MJWb3dGy
31PjRR+aLe+/lmrorC0SFwPBH057JnJp457AkKRxnXCkmxg0xyW4jTeFrCFfZkXw9EVTgUnHxTPU
dK9eHuspQP66ptvr87ZmBY2dNrpZwRLyiRIGY9RqrUTE04fyJk2Pemx489T4Cnqz/toSilKIeOBY
4a8+/iVnoSh2F1fR+HuohhqDj0fXK+RjNm5flp5LGtnjf8UfcINEfhBZPHigmG2KSGzMRpuQcOrS
XbUQ3ECwmv6sUH/Kh/fSiArJDWgl1FoAosPbDaTAITZ4Ob4K3XzNMFESWnbx3qQl2JkmRaYMsvKk
RXsq7oMYEVj9XMEpurK1ynHsSdgOvl6AYxeeAcrKpfHq77TeXF+xlVhr4R/OWgiWItxdLkdUarhV
uOlAQi1bak/N9Njr7PRLbVq764bWFguJNBPvCl4uF8+PiCTNkhgtCTPtvauOpFW2NowVVPcd4+W6
rdVBge6TGwPHlCibjCt5DajGTMJ4eESTW6Xd5jIC9JU9xd9p/5ngwz3z9DxLUmhCMMwbMX0USrYx
WJDVuArSMZFsqrWZw2OIv1+QV8UV+9KUPqVlMzYYDXN+sMw40ucWCOWF45tkBbU110OfCurLGspI
nxDuRUttwlDNClkKhUk/aTZ32dHtQbyMitL1NVrLH4DV/48t4U02524bz62KGSz88rj8QAcneUwP
KfM2Cpi5ZBRDawv2xxz48S9ncYxnShVIeoYO2E26k97cTC+2+uv6oNbnj7PnogkF9Wr90gjgDErn
ziYJx/F7l37VzOeSBGM3eCS+1808mGTCBau+AX6x/zMoBCRmjZYb6wtBR1jsuTZYxbTXfHmg6g1r
OknwW9tVNhS7ePjDQfJB6Xbm8pSp2owyGUElPuzGL4w+jE3vX5/AtVXC1ZxvWjBzooJwOYGLPc1d
CerNENxpvlaFFp2CyPwt1W9fG4sDKAtus+DJ/FReqoCc6rUOjh4lfR6gmbR+JK1a3lZ6tfuHEQF0
gKcGymWol12OCNqNbbWYEfzO+Aogl0fTR+RWkn+ovPAAgRoC3t8oMAqHRm32dCRqG4VtFOSWPxCv
dL5cH4lImcWverABQTreU8mhRpdDKcveBHZSjQBVtrItZrc7uFrf+a1ZZT6Yn6sbrchedN1tN8il
Lf4I6thjRZ1qN5Sacp/NGgvMJVl2ZWKoG4Pl6M0y1PlWT0Af0wOTvbn+wfx2K+SGPxo5kMyCajm6
GC+/twFT49Q7JAr7Rb2N2vihUm6q6KlgbGehNDWTb9ftrW1G3jjyf/aEiBZlSUwZ+JNDtNgTcEyj
TN3Fb7FMFGXt1XI+LvFuqiqYL82KojCx9F8k0qAwlJVBi8wJWlvAjq/h6RJtsy73WlOWF1jbOGhA
48U9ZF8/bRx3KfI5B3YrTMc30A96Sv/DrWW5jrUoAHJnmMGbAlkVwdEcsDsbaZ9FYTk7oMVWxnyn
5ca3vjFBKKrYMnKxlXUD7ImjWSBoAvkP/jlngU0bdRL1CYKOZT3q6e9mYHyX2hAuq2SaxCsHBF5j
vEcD7gh8uXAKkXpBV3BdKGEO0UOTgn6ynH2N3cyMg5F9M4/8hcpO9ZU1Q84T7IeEvwNxtF+OL6rc
Yi5qh++DGd1hXqLEnswp12wALQ88C+/sxvAubTStMmXKbCphNuo7BnBJVOlbkm+u77DPVnirIJLG
XLUc8lDC9MVaA4B7DcfQsb/ixPQMiIzq5l8DGC6tfIqlkUbQyROFdjX6kUmDRKZP9tnBuQWUfS1A
1SE2I3hcpPK2xP9H2pc2yYkz3f4iItiXr0Ct9IrtdttfiPYGQixCILZffw8973unS8UtwnNj4pl5
ImbCWRKpVCrz5DlDlTwXoDY0XpMhC5Xuvuyf/st2/WtmcfwPji0GtUwMUuMcVQqPiGfOZy2pjnXl
bVELXx+hywVJoZaMrUkEBPieHbD1tGEWWgfvMP7lTCYuIHSa0IZFvcZwANaWtq0kLRKQXveWEa0y
cQNV3TtAVOWgbqTGRrazkp8u89awpS1QJxSHLjePG2NXaozBC7p9KR7VqQ8s824aykAp9jZ9KvTP
6aDsC6/eQIes3LOLZXthkLcWhKf02fByYS2zsJl1+0PLv3DDrxyoL5R7Zh90I56zfdsAYUfcx+Sp
4ntV2UE9wxsf1Yy+mon7mZdb02rXYQu/CJuhGsBHYhBPiiBQBLIMgho/hrq+VyBiJ3bQ12dcPuMX
XWRBGt722+WPu7y4AYxBAQHTY5gXwUm/3HoUF3mHDDsB5RGCIu+VLMxrZm7kmivBZEnTFzUPPOYh
XXlpZVDUFGT9LbZ5QriiO6SEfrM1VbiycxhDwd2C3M5CXibtXO0QOigKAv7cjHuvDYr+BYPMSyLI
pnCafpbOr9t7t5IdQN0B9W2AdcHWD9ju5bKgomR2VceVZ6duR75rFA08BQpGZcCfMnfjD7vnue5j
3qP8rKAxJYIG8N0O0+Kd9/dAhsWBPQdXOOTNgcC+/ClW2zeKW1nKs1ZaaM43zdto9lsDhzKV9BIV
wECCCwFPY/RNr152Uz96U21gwW7h63p5Mh0oJiETMiY38Lp9UYEK7t416CNGFvZCwbzW34MH8RMW
JC9gXWDdl59GVuXYKRq7yvOgn3P+FYprbhtAv+P2p11z2I9WpO1kfKJW4jnKs8JeW/fJgLoqmzds
XOfMWMlSCUKCgo6VfCiE0nGNpzSNUTohxeHgDF/yOpw+1X8/8ojizELZspA/oAgvuekMuoJh1so0
ztMDwMMhZffenAeCfvv7TftoR7oznNYWbWcXaZzlAL5NzblZZvfYxm2xcv9drEYK2WRu2tSysW15
PqM5cq77Y2LZfpWBimbrE606vKN7ONwmQM+2KvlBMzZMaG6bxnP9rTB2IN7MNfdoKNqTZZ4yVoQ5
f7KKxh+fW705ibHZwt/JpHHvR+7jL5A+ng3BR5a2XRq/ENsHEsHw7SEsn0VEHD+jASMoHQU8Ce6C
stm4Hdd2GrfyUh8AsfoVa0CjF4tAXZ/Gi97etMvb/5E4HKeNk7B22sB/j6cOyqJ4+koP9xncDyBk
MNK44I+M7VxxyIYN31xJA0Ha/a8J6Z4bFEuvk9lM46WIqBjct40Hp8gOm2O/a7cQGGSAOnYWuJKc
y3ggnHYywrO4e5rIuSW/Rx51rAlI+ib4Y6KSLXDQkohLNziiyP81KL9zqhly0Fztsriybb+ffzdK
Dg1BLDBZyBDuai3zdVCxF3nr3z7ua/Frmc+1UYpHAf09q/uQ8i59VyjLwzDlbE9dC2nS1wFt5MlE
T+/eFVv0ZGuf8KM9yUvqrsS96bRZ7AkwrkzPM038hal2a5DjfdpS3lGkRKgi4VbH/5EeJQ2oJsa2
GrJYp0dr+sraKLN/Dm7tc+cOkDOkwnV6r0OUsoq1+ftYfWqVfVP2B9L8h3Px8YdIK3ZIpmKARc9i
3kdF+r3VX7Jxw33Wjt4i9W6j1oQLVVYXLbx8nDPdyGIGP+kSPVBBRNn1W92qNV9BT8wFXQbmRzAu
fJmejEI3cs9OCTS4Qq3+PrLmRSuPedw53Rt1P992zDVH+WhMOutuZnI6dG6G9B0sk6MZUe0p477e
drv/P0Py7VBqQB61ThYTQkM2/daKKjBbDYUTfcOSvH+YQMP9vUwZoOAD7Sn5au1wmo0kH56baufl
6r7VQtaAvckIs3nnJRtX7NWDTDYn3bFCA2EomegAZQkT+V2gV6GW/Zidn6kd67YWutOviewtsoGE
kS8cYIYMFZwxGM5B1RJiAZdeojOLWFZiqM8zb/aFAsFK0x1iPiplAKKiU0fUP7c/4JpBvLZQI1q6
tRitujRYapz3Ni01IGchuVbZx0J9cTrcdhYJerIl+7dmDY8tFNnQr8JIh/QR9aF2msFg2vNISRVY
rfMjqdR9wt1X0U/PJDW3HgXyXbTIaS6DrDreA4DayIABt2R1yzAC8TyrNHB6664y5hdVqc+oawdp
IZ6MJtl1jbtRC1k+08f4KZmVwQMTASf2RGEWicUfD0mKp7Yvtz/clgkpROfgvMAzM0P9l+rnsuj2
aHhuHDk5Mi7wBwDRUWDHMQIXgPS1OEszJhySxl5a7mfHO+C6OBL+9fZCrj/RpZXFZz5coqbtkT4p
kJurYwHlzTqoDC8otU9FQSEDjE6dd49G5KfbRreWtkSbD0ZB25jofQejhsBMawokaL3zGm3jNC8b
dOkGWBowoCBBBGYSrYxLKxM1ZzZasGJWrW/wJnDaIcA0aZFvwbK2LEnekHhTpdCpSmOInKK6MKo7
6LPQrbb66q5BYsheuJFQvJbWM1iVGFsGKxZklCoPvC5NuHkfX9UU4HYoVC7oHhxbVP4lK43CVNcc
kQsPowNYfar4rYPh4+Kp3Vc0e595ppieC8EZ8XzbK67PFCzDiZG2ohoGer7L71UVFURMhIfvlekl
kpsctK+56exvW1nZRVQpkDUi1wD7hFy9tiszbRPcZrGnVydwKPidlp6o/XjbyopHXFhZ/v0HD0+V
TKfgIMtizXV3WfWF2eesY3ul2Rjlv3ogLp8L73c8EFF6QtlpWe4HQ6PBcsMskdgYyRsVkHrJ3NCq
ntn4p+EPZftdqJo/WadhxFgG1DLLvyVGebePgjBQLNhUjLld2geYHkDYtCK4JbUwg/RpNX6ZPgGh
v5V9r323ZQJguZnBaWVJZ0xPS7f1Mrwk8mQ+VD2kDXrl6JhPf//dMIi4qKUC+4O35+VyRmAH3SIb
SaxZBMwuTqAnj60K/POWhsGag6ArgMcL2AQw1yyFwM6uuCPcicSWe4AI4QkxI1MhGT4mG6XPtVMF
PlFU0UF3hh64vKK0SWkFvYQ4MbLvkOelvqamNLy9bVcJG0r0KsBzcEXsHrxQ+jogKYBaeMVoXIov
5fQsHHDta92pMPcurfeAfwRzk/t4wmwNBb13tC6j/ILDxl82BDCXE335xXQxqW5qGHmsOJNvQUpx
dg+qjaH0x1GZj41DDg4LBIlMp92rXRPy4pXnW/ol15sMAOGiEwHQDoBcMlsUJ0nCFJLQuH6u4i3i
mqsSDDYXg++oTqAX/+6Wl0uszIEpuZMWcVpiluHkQRw7iUch7khPj566o8DfkQeHsoObHaB+8+hl
x5rpz4g4G850fQgx8YluMF7d+Mjmu57hh2jDTQJynX4q46n4abBfwEk2w0ZEWzMBTwLMDyhTC/3T
y8USHQoFHjDoMX9txKN2/9foNOwm+H/+NSBFzCwrrBr8xGWcWJavNBHztQkJ932OQv3tU7G6FDDr
YiIOFylUZy+XMuVJV4qhKeNBjKchOdp19VCYyum2letI4i5bhXQeuBOAm6Vrk88db4WplXE22WcT
/Q29+AFVkady+nXb0EpqAEs4Y0tlAo9oueDiEKamU6Lj0xRtQMBMKl67CkQr9FyLNtAggGSbSCKT
LVTc2gG4MCy93ufUdiclh2GbxdnQ+H39hZhnNpqHomQB7ZWQ4R80gMK9gYtHTH+QutooF3rx7S2Q
n8GL74A6Dc1vUBMsbMaXXxSkVABxz3YZN73w0zz10+FzPZxshB7TWUioNzxo1d57/g9wMiC90sLB
rO06KIrgvGnTF5N14DEvWMVRah3t02BoeTBrVbHPa7M/3l7pEjalsIr3BwI62ktIMWQ4eVH3yggm
HdAGmuJsF3gJOKGrhsQ1v47KuGFsLYiDC8zDRbiUvEDudLmvTWFxCKrPFU5KiWQFsJNHM2ckFCwJ
c2VgQdmRbm+VZhdiEk451K5T3EE5h5+0usyOaTfR0B2rYmPYZ2370ZzFuULEABWTFCoGDD5WU8MQ
0r3qzkysL6VdnIwiOU0seWiqR54Dvnh731d9Hby1gBYtDS50pC+3woKu+CiIXcWO9jC+ZsOhNxDe
x+aAxm+THvom8+v+yXbOutb6C0iGvhRntsVIuHKhoY2H4aOFwQ+YKsnR6wa4nDSpaqjbY6BtNhp3
p0HcauM6WQtd0HWH/gaawLhTpKyh08xSx9upjt0D2kEvhROqG19wLQR/tCAdIMOauD6rsJAhBSH6
r2x+NjdMvDundFRQOMLcDwY9gBa3Fi/6cCm2Q6cPKO9U8ax6ProzpvKa7PThp3lwoVlSsdBMjnqm
+kO14/a5KN7AkTZECehtyz9T/Vo9gJ5hHndDdxjw4rL0vVDRZbntViv7gC3WcMBQ4gLQStqHThEg
7dUwnWvn02HqFhkAcI5mfKvOejWrjAiJbjTmWcHO5i7Cl5ebMZeW0Cqzr/C0N0vfYS5419UAiPCd
sM7qD0ZeGLrjzApoEiqb4IUVh7qwvvz7D5/Cq+Z5qDLUxVXwVbkP8/CgaGdK3v7DZi6vHQ81UTTI
pKodFAbpBIAjwkKi4KFD/Q5aBHm29eKR5Snd971c3uF4ISyDydLxUCvIuSsZQkE6H1sG9bb0sUft
v/X8GXCrIb/n7JDPA16wdeC5cUX2wCCCBi2AmKRP3HP+hZDHdNx3Y6Ax4UOj4VC5d1rCz8qw0apb
iRd4GaE6DLobZIgytyjpBnBP6U4VFzVooCwXM5GC0S1Q0NrnBRYMhETeotcjgwyYN85jb5tV3Axv
6ageCBib69nP3D+3P/B1UQw98YXmE1NO4EKT56JVraAu7Yo6bpxPHgCvpP3jJjSYAETzfgzF85DY
G+dz5bq9sChF/XzsijxD6yN2wSfXVGED3WRG/+hNGfYK2TC2ekhB6wR0N4DXAEJKDqxlkCiYzaGO
pynIa6gxs5faefLaNuS8C1Jiv1Bx4r2JmoX53JCN2sjaYxEZxUKKhPsF4Hk5RhRA3KEMg1yuZn41
jL5KsvvE7feNozwNbPpe1alviv5zObYQdm/njWtnzVlxqlAFB50ZUhwpYGcTSfoMMMm4UhNl33ZN
9XVqFXWjlLBiZWGkBUgb7yVcptLp9eysyIuGsnhsWmc3uPN4KnOubaROK66KqgiSJ7zslyE2aS9b
xW48pzdZLMzXIn2AtvIhUbWjRrS9x5zAGYCE6P8SNIm4BJgcUI0AmOLKk5nmeFPbHMpJTVzSzg1s
rTaCvje3aEdXjgQMwDvAlINi3bsC0odYXsxZlSpK28QgSPmsFjuS9kcnHQJi/95EGqxcjxe2pHuD
mbnb1KgOxNaE9uNsRlk7nS1v2PD8648Fp4dq+4IgQqFABjVaVamStql4rJp7IUbjaOqNuedjfs5z
9qAT/r3rVH3vuNnW6OZ1JgvLIL1dUi3g+mUIToGDMEGejMdTea5zPJG8B1SClJyGhherydbEz/V+
LuaAQFgGblF7X87Gh2/Hex3IM8fmcWmHbR8p9QNAMxtRbGUz8YsBXkNBAt0seeyaw7bmFVUXa0MT
AQD36LbfKYlAILlHi+97TXbGZnpzfaa9xeNRrwMqH8meFDkGPuiQQsg7bBmz9tOQ64EiANC8ff2s
7B6m8I1l+BBVFpQqLnevt3lVaIUtYu78VKznyqr9Mn+9bWNt9zB6AwGQhX8Zd/alDW+gDXGYJeLc
0EKVKEhUaXbu2yI4QyHlD2UpwEZbkkMr1Wrg0j1zYXNBAQH/u7QKvSG7pbTrYqs0HuvOA1rROHl9
6qP502TW3UyIT2n+KmgW2gkJ+/whL9qNwLxSx1h+xSKCurR68bq5/BUlRKLzRNRdDGWE0B53uCh9
Ueza6ZtpPGiK6td1HzSYCbi95bJmG/K5S7vLN/lwKhTqNsMwNl0s/gxu6Jo+VWIG0p45tB6yFyjd
ZLsR3SnD96rA2XqmrNy6F9ZlhaIynS1curCuEvWN97+G4ZCmpj9q7Q5RfGqPINMCB05o4tK9vfDr
SL70kTSwIQJkuAjqXq57RHnTyXsOy9Uvyzrpw4kydDSFP7ft7rap9wrk5WPs0pZ+aQtkoJTiBQAP
WziZDix57MyXagCNAUQwwAw9NYrPfnwzhseqTVHRuCu9n2hC8mE3brjZ1qqlJ7Q5oa/fpn0X61l/
sjywQUBG3nordfduMsmGsZW3wrJulMIRlrCf8iMUIgwOSA7LLmZ2of9yjUE9o17kTdD4VfkfMYuB
B2RKunlHQe4gfDfJVQ1yeLyq92Y/iN2c5CV7ajq0qNLSMn+0Vc4Kn4yF86kuK52BmIEO1m62dfJs
5lxvQ1DUU+WgqQUrD1ltCfU0tnZuRK5SZY/EGKotxnhZy/f9AKEUg1oglFRQlFEvP24rPDrq1oSP
66u7+jAe80fj6ByTs7qDhiNkIPxBHOzoU/3DTqEkHDobtenV+PXxB0ieTLgxcquau7h7Zfne9NNn
fVfSaBx/zuoxb4TvnHgTUm0jYb1+9+DjGjpgKZhNwLCA7NRsyKnIsG5BRBEwO0l8oVflcXSS/qtT
Jmm8cYqWjbw6RR8Myr5Lq5p7oBmK87GB0k9z1IHDcfQTdeqwQ9WxHF9Kcw4gJ37b8Mr9ihYHhg7w
d1RYZfImnFNIb2l6F5NSNwKa0sG3+jnd37aycr+iQIFAhNoeUmb5flWsjneqU4i4KaOOfEv037qx
kemtlPHwwPhgQ7pjnCR11BRaRrFtvap93BTnnu+GXd3cDaAsaCMAYdovti8ivb3nzVsKAPbtRa7G
+4+/QLptKn2YUzFQgSz9nKXinrdGSPnvjGImetdFrtFFfBCfO7rF1bD2EVH/gbsuM/PgSbo8pSxr
dU/hjYiV2VU/1TnSF0wGJF9ur2/VCkoKqMSjSYR66aUVcNSkDdO5iC2rVk+FzpuThUniDXjiylMZ
VT0ksCCAACIT7ZVLMwnv84RRQ8SY3dubb+7BDuoAEu0vRtA9VOaG/+vLwZIP3kdz0t5lRt8JRnQR
DwQjtxYZKVhjR/HdHOwsnFku7hhX5keMEmJk39CqyLAT1IE0VwQg7CG7eU67EDUN9QHj2zk62KV7
Ksaq36vZPOxbBXO4pp40Lw31iodanUGvnpKtEaLrBAtA/wWvju4BkAFXXPwTnj5mS9w+LhWW/TKa
IguqgWtP9ZBqd3PLEsxhGwWYDaDVAAIeNndnDWyyP297yNUxx6/AM+t9VBpMe/JrSxhO3055MQA+
bpwIeEl4lp66bost6coRFzNwQ9ToIKqHf1x6iJJNAGrpYsBJt4rX1O3sEbwuA2Ydbi/n6hJ4t4Py
Mviel+KUFJMNpaLpMPEhbtCFDguj/FP1YAQ0iwkqVaQOb1tb3TyQ2v2vtWXVH3JVPXetKkXCFNte
lQSeXSi7uQDLO0eh5G/D8fvC0GZapowxMittYEUbPiZNO8RoOfiNnpyLsg8dMm9c3uvf6V8z0iXa
APSTG+DNijPX+ozR9uSs9162EfdXtw0EACAS1pd0X4pKRBUDI1mPbcv5oYKEpd3w8+Bqu9tfZ9UX
/jUjg7SEZ1K3x1hp3Om/u/48QEi4zz81+rhhZ2M5srChQ2dmKRY+jYtJZQfdjLwVvt3pG2FviWoX
UQ91JJwhlCOB7sHwoRRkmUd1QpNxiNW8yb7VTgJG04wnvT+odr8zgREPE6JPIaTFtqoIKysEXRa6
e6CiAHxJftEXDCoGTlmMsVDawC3wELT5TsPU9O0PtrZCEKgiUkDdAsxqy8/4cJwyjWDXtHpEMWvH
zFhvoVBdjFrAMyxNuICJl1uTOys+slDnY5ITcA0kzdKm6qwFh6A+j0CNGKXfcAG5TzX/TbIasxlj
Nx1vr3DLnHRzudww+twexngYhr3nzK3fgT/AZ0k5hlbibtzLK4cZA+5wGFRHMLN7BZ/qdF4ZmTrG
VVEeTbU/oLn1t/BROOVHE9JRNoU+gC9OH2O7+Gq2Q9gq99R8S5IteZxVD/x3Ke+X6QfXqLgAKls3
xpgWXyFKstNoAx2SaSMwSRuGUouOORlkZCgpAcYvNwAzvAqpYzZ6VDGH7lUrAStG1s3hbSdYt4KG
CVigl3754iQf1qLSNhEO5XqEpuh40In9x65IuXERynWUf9aCythiAew0smePNJ9Fh+8T1dCbYj7v
8vmpUvn0ZLas3WW1RvdJae1S5nL4X0vvlLoY/HzM5102gr05A9P7mamz7UOyeQxub4Gc+f/Pr1tU
UhaRDuA7L/fAJSOmB/RBj7JsxsSO7uuZd6C2dxq0KiyLKLHAE01E1PJn1T1UjeOn8wsvD66OupOz
cU6WQ/4hsr7/GGC1Fu4bSJij2Hf5YxRFzUsFnXfoQwSiffPK3Of1IZkm36Ybpta+vQ3MACpqmAS+
qqplqC+1ta5oUatY4kjha0FBR7bhx+/aXvKKMCcPnCF8DK0PKZIWFWdlL1K4WFnox3rWzeOQZP3R
GrG9xK3UeDa7PKzd9Gud4Dtb2aAeBkOczIR+Bo2dOAkXSSefIN6kdU2zh8AdBCCG3ghM/Ml+zhMM
3FdcCd2u0FHjBdttm2jFznVrJfSM2T72FiQPqqrRwm5QXiyDlqes1xJsq/raitHcA4ib7W67lXSB
vH9IYLw0TEYAlnpF0to4Ne2H2dSjBtwzR+GqSWQyRn+aWfttKHv3CA1RNxwLbvz5D4bxEoeYIzAO
VzJ9GfWMuks9PZoVe88T9lBl1Z61/NFRp6ORTue62OKsX/Mk0MeBThVAX4gYSJmuQgQfM7Mwogxl
XGh5ncd22uouyc/j9w3FzBkGUwDjQg9BTgdBHIdCvwFZ4+owtfvmkL2037zZJ4k//LJ/0C1hQLl2
dGVQWhU6O5rQExjMjdFPy532Q6F+8WZ/osQ33tKn1AhF4m8RQq6bRS1Fg2I8litn1yajjsahPxwN
yVOfhcUjvbfvenOvCl97AHXHi3ji3cY1IOO5/lkr8B+IOg6ofmWK37Yyx1HFFF7UChGk831OwnrY
WepXN0eJO/drzzfql1xV/CL/s4maWw3B4NKEzjng4kCUSXXCsU4gyT0keqQoLiiochNz+qBGnQPT
TctTWYMYvFfteTe7WvuTp0qzb1KnPtepCfC813yqFC31ba0DyIJU/K7l46fbh0q68//ZH8xDgeQE
5TzEscuwTDwFLRkFtVKNuXNcl63Y6UZnHWpj2KoDrQWOZfTqH1MoeF2aAlKlApw2NaLZ2NkkA0Tz
5OmoHxb1CUnBnb71cJQrJtLaQP94aXCgk811irUJk52npr+fSnU/KM0DyJL2Oa8DpkeaUewVewoA
5gx49XZ7c1dXjCbV8h6HXKGs7o3ieI/2KzEiswXgvGvaV6aqoe7M35lN8YSZ00NF6EaCv+ZzaNdh
o9HhRSNeBjXYajIqae6qETHOdHQPiZUG5qQ/ePOv7msKfQ8jNMb71GER0DPhjB/SOMNhQu9r+/it
uBfOOy5h5CCQspZZZZLUS6psLrTIKcs9sT4nrRI1IHIhu6J/mAAv05l6Vtljah85QLVV8pS639Uk
3bg6VpIPZJ3o0eIbgCzt6tHjpG1hmIMWJfUDvjTCT7Kb5gQ4pt/UI1sxR3qALH4Hay7motDe9kDY
eel3EIhrBpboWuSm3Le0cV9W08Fl9OtgWz56TkbCQgIVvkIX/mhFjpOGVZk+j7x9IlW3U6atwtDa
FbPUACCugGQY7QrpBdZPdlbWiqNFXG1eZv1LZmJgvCg/eT3Y8ifQvY4oeHjpeOqMr3q1hT5f2/2l
+oUwiHoRPOFyPwS1beGNyMd6RdmX01lr6a4aCh/z6toWLnpJI6WkDLWi/7WFguylLYPXmQseGi3S
2vP00lX+YPreV/vO7s5ks4m8kh4sFEWYEsPfFhz/pbEcn94tGNUj04AcSj8FHshls1/POf9co8s3
2Om93U3BBCAax4BC8jxBIeV2iFn7CSApXMYLVUBTZHisZ4ucmsLDAUO9L1QqGyUyp9jqU8jV4HeX
RrcLZUUUx5CmSLFbN0eC4RaCR1ufHLQUGGzrs8HbwOb1zjGycw1uhz4J+46e1KbykzFqxLxnjP3J
Ju3gIQIVAwHzw68agmDjXJ40lgFBrJ4g5rtx/K6D7pJEOWClBCwCzwAp6hcmg2okbfWo42LAq2vX
pF9It2uNk5qEJHV+3/4AK+aQi4LICXVdTFHJ8/yGnSsaH/HIYmnvBcMEPiNuHblVB6SHTGnHJ1zg
w1YDciWZQjQFqTHKvBa+upyZal5WIdRpOtgQvF1l/ygTQNO90LPyewGYvPOSzz+L5peZ7rSl6EK7
LQTk/+MXLPqPmI2B0q20zyBE8ZRBmfRoJEOOgYf6lLPkTqgQQXZ/lNqfTMk/pYN1cpT2N2pmuOer
oB/7w+3tvz7vyz64eJAARAdqFim2jFlRpQtjTWR/KS1nl5lQgC73AnAY4VnHhj4DynDb4kowvTQp
hZiK12nZl3gAWYoQIaFGs3fm2Yj1Lh927gTVMTM3q1+tiSFIXhhF0JXE9RXBtrTSF0OXse7yh0j3
TJ27NkFQ1yNPyZX9WGTN0+TNxd7kvfp8e9ErAQC2wIoBpCKOP774Zaizlbzta6C5I56Z+9wEoto2
yQtkBKveCpT2kYCe3PDrcdyxpAYJ+0Oh+PNLZwd28liOe3f8CZTFpAHkibIt9SHfsvVZrm/dy18o
7UaaZhTdVF2P0jr5ZWbEh5IQmBp30+gnyXhmxSfMte2J+jVxT2V5h/Qv1R4I3lliqyYud50QLS9/
inTdzhwUjDM2MxLAPX6CQK2mBr1xGvpj0QQlC3m+USGU2fv+sQhAPYbekOKAMe/y84B/yQPprKtH
qtEO/jA82oM/D3ecuX5uaSfd/dXk7KgBqYAeaNXtufZ5AklLl0EDstlPaSRo4KYbv+pdlVN2UPwc
FH+XKgyoNC5/VaOzplYYns+Qdyo+6xNpd1Xaj6E6zfc8MZTH2crJQsLrxHnfYtrfq9Rd2mnPWuKA
Vc20vzmiG0Ivsd2gqbMiJJ7bHzOvfcN/FHl4Nj9BguJV6xx67pyieq6pXj4INLvDEZi2wJzL6dSL
VvsPQWcRq1pSSeCy5ULpcuXbfa+8l0CG3kd9cHquNQ+aVWatBLVrPxleClLKWtU8H2wT7t9fccgr
l8n7Rar0qhVsumWnG+CKiuzeDBuO/qvtu4xACddXJtuHNMZW10BGMy0OBjgPYNL4luinv8eHD/VU
21GcBGTLRlTaAjq/vco/jb1bh4IU2U9Q0U13htlPuU9aWh3RBwcf12zcpVTjQGyQCXDu1HsbWKcB
1N0Uv70aSpNV0WR3SpNs8VWsRAJc/ajaLBp5mBqTbiY6pkXeaL0RgWvx0Jh672eN0EMBfYZAJ8lW
Z/46BUNrGd4NPWhQBiDLvvTyauy1XHS9GSndq24Sv94iP1q54xAwQM8IFDdm7zwpnIB+hZtpMZhR
AvqIvG7CBm0aw36G+ODCXXIsqN9+vR3vlz9SOrmg7gXruoNpD0z6Smuqy7p3WJeb0YwW/rE01Py+
EBzshpmrBarI8x0TNtvfNroWN3GVo9WBVAoQI5kWxkYQ68yCWBGf61eQG54aI/ucEO84C/HY9FGa
QtR7Jmcz6TZC1UoWh3cqYLR4I6LgIZeJRq/yGqt3zcjjunfqQBi+g/w7GLUh1bsnFNh2H9MPv3mV
8o1YssRAaaeXa3XRQ0Feiqfypfckji1c8CtaUdF7Pq1L+OoLnzau7xUXXUZ4wDiFhBjT6VKWBCQT
ClHoY0SUgxMtBS+N7ynN1mjX2iYCXYmWy6K5AZqdy6WMpQJA92RZkdr10WAagZO9jckpS7MdmxKU
ajellJbNkTcPb0rU1fC2BIJYWlcP9WzRMdeKxjRM46XJgrij+tCc7yY0MgP+/U+5VT5dORrIgDCG
6RoYMkKguVwlboVWsLq0I498qcq9Sg8EfBZTWgYVHTd6DGu2ULoEiTYmNzxDlr3WxyYVaCLZkSP0
A7HRkms0DFgpB6MqfS97/fvz957fQSMKxWhoSVwuTWhto3Sm5kSdcg/aZqvbVeRQ11Bq1elzL9w7
zwzLekv78dptwKOKHcUEzDJN9V7C/XC18MYlmTUlTlQmwy6ttD7oLbwXPBsihuMQ2kaZBx4ft2Q2
r8/EO583TgVcB0Nc0sEDhcdc473qRjqn055p+ZHTfEuQdqVDeGlFqrVPCthSarNyI9Fkr0ZK/VkD
Q4mSh4lb7402CSGp+jR8NQBy97KoTRS/z371OdmxLSLXa1/CL0FMR+agapiGWD7Dh212lCZXVJG6
EWvUXUnuUfJmk/B1L0MbcqMqcX0DX9qSmn2J1za9jbsiqrL8CepZeIbbO6N4ZMW8FXRWLo3FFsqr
SIgw6mlL6yrGwWwszt1IW7ZU6ckbgWoh2PsYDUXKaQAEqX5OSxv4BgA+7u2GDl9vH5w1V3onPIB9
dFrl6shI6ynph9aNlAx8gWrXDb7BTPNw28rqSoGhAKAN7grAoeRL7ZCa6lwJN0rzTyNjflZafmE8
lqBaHdXykCcNIp8b5uTnbcNrXxNFHxTTUG+AlNfiWR88R3f6UbAUO1w3ZXOah3F8tlL13slG9d6w
B/X09+ZA3eLiNgTXGC6US3NUgfxiT2f3/UZUlMeBfycZHi/aVhFl7bN9NCRFAG806qlpJjfqwd2A
JzNGr/zbS9myIH0xiCROYihhQTUj3XuZsg2XWAudixoZ6o+4ia4o0kdg6U2lU90IDDN+8qt/Fo/G
fAC9k7VVVbvOQZe5ePAdYZQKV7vcS6lKapWjUNzIq78llY9MWqRhMe2CavQH6+9mePHYQBKGcUzk
n6aKRrMUPojLsWmF7UYlxXC6WSc8gMCptRGkrjMviCWheQ9iCXR3MeJ06Wd9Z4uR89aJKuVLParB
5NZBMW0sZcuI5MyMQqny/5B2XTuS48j2iwTIm1eZtKrsMl1t6kVoUy1vSdmvv4e12J0UU0ii5y4W
ixnUIkMkg8Gw58gptc6ZmrhkkN1Gefh/C+EVWesrOwJE37kqYk9tLhhR8wE8e1+XN1YCVwsRIANW
x7wl5905CkJ3dU7k85zGB0ApntM291q98++L2VBpRFEwNUjgysBIZVfqyth06jgaKebxz2aa+k5c
f2riMNcBlqR/XQpAPpNJ0I25Yd00+KxAl8CbyDK5a4FztZQLLLZ8bqy9aXy2vFrrXEeUodnaPfCg
YLoRXiP68dlXXC2rkuOpn8tFPsN3Hg52Wvi5VFm7ZBLVerYEoe3FZsEMIDNunvlYkmWqYv/Q7f7W
ma1XJc7j0I0Cy7MpBiVVdL/A8N7kXVHwNAEjDTEaxlQT6yHJXnrj9e9VAe/ORz4LusB790mTy43u
EPlcttSdu101DMHQvA/VV7DDiarT7BFbhxIgXWfUvAClYMxmbMHXB4SgyEYdVD7HFxo90Lb2W9NE
su7UC0LNjTcB0zOoDjKzg3wKpwkgO1zkzKLyWTJ/6tEf4ETf3zXR73OvNVHUXE9G/P4yX+z6x7/7
ffhZLCEEt/3DS7naKG1SssJsB9CT2i2B0QTqRO50h/uL2FIv5LdAjQesctQ3ONvcGmXSNZkin/P6
vdBaDxhjYGYT+DWbR34lhLPNkaFIaOdRsZIhBXTw8Al6HBvJD01+w3yAwBXYMjPXK+JstEriOB+o
LJ/pQPaa+qOaejc3c98Q0btuGVCYaHAisTl8gAivFVmb0Ss64OjOwKqv3Yh8mZZnzM9q5q4U5S42
VQ1WBq8CkruAcFiLimiMwJU4sNUMlWkBkryomWFr1wx0RIPLhE3q8m3fujEqC0J8+YyJwh8q1Z9l
kClomVvE+e6+xm1KgoXG24PmJNiA9VoSyVisBIXPs6ntSt01WoSjwDcSTaBunQ6zzijHA4Mfham1
GDsfxqSE53M2esftL1QJJOSIlcECr1CCYrXAl966R6iGo/cTsTWgezmr1qR5UmtIIZytCFx4qFTj
/xPUIrqLjU6bj4ZevDZwDdFfwD3aZYY2IsNKWYW/faji6Zzmxuxmlb2jxsl0epemsatgRIrWcTjJ
hR+JqM+39hVYtACnATg4fEbOYERq7KSdkivnmVJX77/U9qOTQ9S870y/Lp7uK4tIGqcsi9mYGB0q
0WFaJm6nNwGJ5RHkpa4d7xZpDlqq1QJvdctYISUDKgWWmUEr21px5CovOgUERecm2uuAlrPHYa86
71lXeIM+/fz79aGbHQE19AE9RNzFltssHzDYIZ+BgYJ2ZefcIwdjx7OftS56MF0jLQTmcXN5oHkE
SCFGHxBnrpdnZrGmTDUUVUVjsApEiKECw0d5QNYZTqaoa2LrWqBlFxYSDzG8We78bDNbUCokyrkB
H4R5UqMHIxOAcW2UieFOXMngbnq5pLVj5KhTgbbARb8Xrp/uUfvzqCj+rIMMqTqgHjakv6gI82Jr
L5nvB3/GwFgp/0LjRe1Vgik3lsZbAB5Qx79GU/JAVgJ3U2A2t3YSSBTgNIXLzgLD9bkpyaD1cwxZ
JgDUo9z4UrWNR0kp0P5tMQaSgwBLZtCHazF4goCHovQo+tVPWo9pvdwdCxGm6NYTAGVApRJdzUgI
sn298myQh2wl1GGU8xi3HugfY2l2O/txmQQx4cazqeNcwJqKZLyGSHctpzIbIuksFpiKfHEnlOsO
ak1ERAkbq2FmgiWLkDHS+azNoivzVFeTfLb7cgpiTSeBtijuEE9+bDeSwCJuHBBiGyQXAYbFSC05
ba/H2tCSEb6Unr1k1sNCnoUsUdsiGFQGjCDKDNyljRAw9VGPFxqAJA5or82HaiYDSH+I4HxEgri1
TDbJmxaLPZvNH+D1NsnTbAic9E0RqMQwlFQ20Ms9mJiHUtSUrWVeKteeT3i/3ErE2bSpZ0C3Yiip
uCC8npVSKqXJmChnTYlA9Dg7+hFV06/3n4pNNUOYjooBzABgptbKPGK+xciVRjkX+kj9JjJyT9KN
6ECXhPxOHbTW3pe3ZVeZtwnIaoAI3c4fLMQZjbqvlLO8tP0RPHeLrxtt5iHVIyNXJCWBlZYGuFtb
KPqQYaxCURtgl42iDqitlbN8s4zMGChjeJWnTgqfR8rgctSZG6sPxIm+DJVvSv2zYMnMeeFiU4QO
Nto6EHTZQDhf77GK4cMZ8J/Kedl1mFo+Ue2QFO4+/wyXkQo0c+PxABY96yhj2T7Y9LUsTK85gzVC
Fjq/XKM5RDMcDLD7Wk2z0/XX+yvb8KNYRwG6FwG1j8FLbmENxognmeAs6/JcVmfJRkuu+bb0jW9r
X3pbYKO2paG4BeuuojeQ/f3KvisoWbdJh6V1eIHLAOCPxNN/t52viED0tlQDj9T/JHEWntIMxr+E
pAFkxdbPpnwbjdEzK8FZbVmRKzG801uMTgpMWjhNxP4KrCZPTn6A5vv+EbFP5XXvWgZndeMJ2LOg
VIQ+uPa+bva9FVzo4vW/x0Kwmi3Ng8sJMD6AdeJSccezOHY75PUEV0JrVN8mSxXoVtod4aL2XlU2
8SdQbIleyZvloUcS3iZ6Z9FLgzIyp+4EmKBWhh6Is7osrhrFxzEevtF+NznOcdAbN11+j3ny5f6e
3pwb0kzMLMPHQMscmvTXiih3qT50gyqdpbL+JLXHTC6fHYOIPNAbs8HEoBeWdY6wgJMPGQCHIzl6
JJ2LsvUV57P5G7w6LeakMHoX7/q0PU6VIJm6sTI8BSjkYmAJYzV8vF7lC4YadDkJc7QgMZq8YXGd
UaCSIiHckzPD+A9triZhKh+TNACHgGZ/++sTWq2D27oIhL9aaUBEYhLwx/0ZcYNFxAs3zzMLlK/2
ilM9qXUQ1I1zEpqnatf99ZuBX0dTCW4TUs5sWm+tY0Na4OctnMRYXZDTd42vjvW9mHbxdKL1nxgM
4Pbw92rN8vaM0wmFZiSg1iJbU29ATbck4CtG97PTAXHY8qZBYCZubCtbGPJKbK4EHy5ztnWME5SC
qJmE8LE9Sc7R80FcpTzNw5/7OnBjj9aC+DBKrmxTIiCECwG8guD3a5mGkbnH4KEnizq8bjUamSAG
AoTEE9Z08+hGkgYkS6MMU1ybFhW8InbTv34t8MPXQrjjGYiOBMkCIVICnCoHEiSyK8u/vpyQgmlY
5tbat8i40Wxkw5DpZbjYPwDg5lXFqUoEJ3PbVcGWciWEWwodkhzpQq0MrRgNU+UYDKXld03+bbaH
BycDjPUYda7a60EyowtR6zBi2LQh+hS9qWswjCRKX2wdoMniX52B82Dcb636SULraajSNHSSsDEs
lKn2rWikXSCDZyXSl1nPEiVJw8l562THY3e47UV5apEU7r3X88SpSYeVdOarQRoXDFy92rn3r5ZI
CGfBx4rMTcqEgGMpBdmMMlPfSGNBHPeBwrbyXRgFDFol0OODy4Xc4PpUiJqmNXjJy5AMhZvbyWGO
YjfXAWvs2X3+IPdNUAOMAsgAoVJ/BZyrVnS7gZTo1869vHiH8hxkoh/VtHGXbvTvb8KtIUN8jrIz
vhD5c40/T0dOxgZ9XHXY6AStw5aU73rFLL0U9J7BrPXp/r682/dmLY87WbCyxEpuJXUIXlRfXwjg
Pv6fErhjzYs+WeiY1+GUx55pvqeieOHWW1svgXuWBzmaE8PAElDPHPrO7TLIkd4V86mrTR9p0cCc
BA+paNe4VxogoQgpm6IOtdrwFeNhsGTBrm1chpUesL9fhSXOWHd1H2V12Cv7aXHOi3EychHU9aYQ
C+EjEH+Re7K4o5mNNImLqamB+IhIBIXbb0MDGxJV3fvfaxl7/xGi48Khqr5eTZ7KNQZc2zosE8B8
YmY+1S+YDhM1Q21cHpSD4NwgEwTSMX5uWSHo45YwOhyW4BuzPPvbSDBrKQKT35ICJwMwB4y9z+ZD
fEILp0/h1YS5FJSN/ARo5j9AQ0PPuqgZZUPNcDIYmwP6D2oY/KBsNWIQeTCrOnSWqj5HZqLunJR8
uX82G0rAyp0KcghwjtD4sj4bkKzYjV7qdZjJMTlO4Fz/KU1j5lKk70QmfmvrrmVxCjfauYrUMGSl
y6vcdkfD+D7hTdYrESTlbVscgkZkbFkaBl7hDRYnHWZkTgYTN9SSdgU8Am/J+33TdZ6mFf4ggzK1
jT8ViXkk9PH+hm7Yo5VobkORVCoZMgRuFariLnRf9Qu4okkd0OK3k3WuJRVhn86iatfm5gKXGYPq
cBZB/7A+SCWPiJJ3dR0Sd7KfCtlNkoM1HO8vblNb/hHCR6kAiACWyICbLAMjOGpe+wwkwpU1iCpb
W6qPVAnS+hgNRn6f20T0iYLLpJ+hlTTRT1pdT/5ctJN7fzW33jxLoQE8hI2GgAaW/f3Kyqp2Z+R6
FDfwnlAXlMrzZPUXZMJ+pRhrdR1dFUTfm7uHYRDoIzjhgBC0lqfVvV4B8r8O7bSugnxe6kAqOntX
y4kItGxrA4FvyIowDNeLt4Uk7w2z0/ImdNpoT1SCsdfI6NEjc38Ht1aEtiIYD7SgYkaCV7peKfEF
dRMS+3E2wfiJSIiUQ3BfysZikDxgrV/ok4J9586JpoUNkh/ahLq8B44zJPwLvwuJEbiEQIQHpAv/
FCY0k4qkG9owT5tHuy7OdbK862ryblTaXz/tgLvAEA0iA4CeoHq7VoK+KPNKcdIyzLIfUv0VUYFu
Pd3fr9tTWYvgfFzG69YPdVaGKPZNQ+piyEKpXu/LuDVzkIF5ByRq0WgKFVgvY0lAU9GZkFEM7TEy
AZD+2o4PdvysFXsZ+DSyQNPYtqz99rU8btuAKoyymQp5DvIV8sPs5dXraB9lEWXj1t7BGwIrHnLq
SMWwv1/bhBz/QQa/DBsw2VSxeS7SBx3gDPd371YK3CEA3yEfBiQYCFpLsbM6NqVqKsNp0oNpfh70
yhcmk26PCEJsDcVsDV4RvIi1kLaF8WxNBPdju3j1ZLn6iFmD4U+aTB6GLes9qQvBum4fobVIzm7T
WaVWPyDSzwzJU8YvFrr0oBCjKG2/uX9AGkWqFOketCOsl4bGotScZBVyRj0oMSHlAGlA2EO7sRp0
HjBE0w+YCh62fG7wCOWmVYZqU3hWpCAqK5E0kF+ER3Vr4WClryRxdnReSrmhBiQ5/dd0enBGEVff
rQB0ZIFNAM4B6nFoxVxvmGpLChJKc3Ruy0OVk92citrzbjeLjSOx5k/4Xmj+5B434NprSkNq5yz1
XZBLX+JywXB3dWLo7Pcvzy2aDevFQvMSsFswkITwb72YeVEaADq2EdooflfUd+QvKHgAsz9y1dmV
FvUwSCcMO0v2/LNBJqGhYdwdNZoGhmiA5lYPkc8CvDPatlhrOj+p12ROv2jDAriz2R7DxhqKYBlR
JugcuTwIVs02cG0BASzHcLJQIEarpcPZjKTL0Pua0wi1ELpv7HeaZIFG68MkqaepLB7NSkYmn7hD
8ROgxa+1mgkmzzYWi01nNQoHTao3yIYjoNYIohzp3GiDr2phGr9WsSjXdGvnESBiQBzuEd58VAHX
ZzvVwA8eKTKsrR7tHHNyYR3j2dnNyVuv/bi/pRsLgqKiEML6B0yEjGtZttG1WjPEaQjMxp+F9VYp
T3llfLkvZOPmwYDgqcQbiVFOHuSwJSXNWyOPw3Rqe38B2BkwT3RRn8rGtgHPF+8xqphQDd7Wq0Xf
LjOS0+i2ewAqy0Ujl0x/UsoBpKs/7y+IeQ9rPUTUiwo3KNUUTD1qnHehlsD6TyIJiTp78MuEHJGc
jjSyA0OwVzR/WlOQ3L89JcjDUD07JdwwnhClT+AyL4mTguNyPujJEhqNdHYApHF/WfwOsuw00hOY
2mbgXPjHtTKk+rRYad4jyZmWw7klUosSUlnt5FqC7wzcUC/DbvzllcLoHRIvmDBA3w/+l6dsLbO4
0BGFZiGpTpLyykpK9M/9dfH6BxGYhWXspQyh8aawSKLUqtQ8zcPEwnhOPcUvsVGKxrRvN89AsAGs
ISi6igImO8Mrrykd7Qy0gzQPI7Sw2eitiCw1mIfxVw3EwgwUqffXxKsEWxMaigAfhmYpC8vixIF1
VDaA4xZaBClaIMlnmG35fl8G7z19yABpoIOcEmMP5PTB6u0065wpD8Ec7s0NWnLqH+b0CCwDd+o/
l507dG9/LxGTvXhL4HYieOMymUuppmVj5wVQ9JVfXZ8uj6DOHT/ZMOx+S7rsmETmvJ/akezzlogQ
ufhrzdaLVwWITkhfADGEW688AaS2k7Mi1B3gV2TUPjS98Y3ao9+P015bTkKnZ2uH0SNosj3GoK/F
PWhTR/UUhClFaC8gbMHEr+ZFI93pcmu5hZRnnlFodVB2cgSGqYEI7vuNF4EFIw5HbzLMGHJ5fPes
1Eu9PRlFFS69DWc1bbu9oRSDp4MuxrfI2Oxl2rRBrjb9QWkA8+3GU+Ycq2nqNbcyqzkAG/XwXNOo
OKdlVz8XIFATJJM2Li/m80GKBheX9YRxtnaIDRDfaEoRgukmDwpJ794KQ+oEeYkb3KaPrWCEkgAw
QS8lP4kEGLHKVlobrMWvdfMn+4R+x3pvfgYQY/SQq14DzoB3TTrcV/cNm8Ha6tH0CHcGV4y7xI4G
6rxFwfE3yp9ueE8uqnQqX7LX+1I21HolhXNL9d6qS9R7ijCvzjGcoxyM6tZn4GG1RuHKIpgfk3sb
/7OR/6yJu8KGRq24ybQipKUxeaPaxcCuMeQgKrQliAmN/fur2zCE6BUB/AeuLkBfeOdiiPOc4f8U
4VwDrRHv/anUBc/v1jFhWUB6Yrgp+LW1rTWKvCe4QUVY9w3IU+XMeUBQlJwqpbAea7VY3KYTeZpb
h4YmFRhDuNUM+34tExmklOYl9LGPHucAjLKusvxK2j/Z+/3t27BAwNdH3gcRi478FSdntpNWtjqE
4WSQMFQKxrFnkPmRhyaq2mAeJeOIdGtymWvpJ7pmRaWxTekMCZbFzEAY4ZRFyjGdDlicMmynfJcU
I/Do2+9Wi/7sLhik7mUhyVuVCzRmS0PhXCP/6CBVhhGQ9daO+tiij9VE5iHKXVb7nJKnqHuxg/s7
u6WYeKFRi4EzD5hN9vcrh6BKDWqNYLALC3oiAKPR4odGVPLf0kyMTn4UcjFxyOO8jZrRj7PMZKSu
dUDzAigLrM4dRfSUH6Mq1x4vu9WgjUYrGItL0D29XgzIfPTRKZsqnJvHFCSAVSx7gODOyJMmu3IF
vL16V/boKXjrIupKzafa8SPJCTozdkfwWSaRhiZramEwOv1Exm9KcgDH66lZRJHx1q5ffyjbsatd
7xt8/pCRKtQAoouCNbjRd0teCs72VoUQzAD3idFbIv/HD+PLfTuPc44+MXV4zZ81xNyLUhwATS56
lm6Xg+Q8A7FEjyvQTngzQNse3YyNXIVTWbsKMJsk5WfbZ6681B7DBDFG9BPR5FXJX2xZQpyfozt1
cYfe2CXS7/sKveEugDcFDa54JJEhvgkWqxHDYLMZoR+n2/VVEF0KZ0+X32l5goOwS+h4KBcVmNmg
mJt+N0b61GqdN5t/xnR3/0tuWhhwbVdfwlmtxWwbSQV5Umhavj4H6Hj61AfDbtgVx+TRPg1H7bke
3HxwSbFr6suSu5i/uP8NNwU2/hu4Z7XR0A8CbGqkmP1vY5B4eeD23+hFdPU+mmTWV2+9Vs5Gph2V
pJI6sJFBHyi7IaRHPVA+O7v6hLfulD+lp+U8nOnBCh6BHruT9kAN3uNu7eNPfw7lS+diLOow7Gu/
CoA2vLME5vT2pcL3Id7BXWDxm8nZuXbqshZAqFXY5nm3y7UF99+2Ok8p+n4vG5kWkMSMgqqioiPY
uIWQzHIkKmIGiw+5tKXITDXLqjBfJJc2+7b3usIl9Hj/pLfEAL0JTfVs7gsJz7VJKSW4BfLUVqFs
FAUiH7BG6PVDB9KsVJSO2dpLE9EHaLEQsIJMcC3KgS23nQbWa+oA1megWbQfQi06A0kN/TjtdyMX
GRj28bx2Me+JYeViVoGfhljsYkYLVVKFBfjZ5HYnje8WFpa9RRhijxQMlBdAiY1DQzmMgpHvm5kF
doOuZPMZGwxDRhRdsVXYLb+cZE8UJLDj70VLwSbktvVTP/2qh13cCyIKoVzOekTgacuzGnId29xZ
o+OX5LFOjsrJgR6BLHvpgf84v9XgBrmvSVvWHIQ4KEmySh7SxOvjzdR6qYa5w1WRusxL8ipDIR45
I4XUohrbliahPMtgUOBagc19LSrR5xEDk3oVpgZgfp0kkfY9UHJcKxqXXe3QLMhMqwccYdUKrsuH
y8ir1JVoh8spjmW7FOhjr8LYNDwt118d842OO8XJdoNOjwoFraIeLMDZfHFmH/HlOJ1S9evUFQ+R
2e1n+ohE/UF9NFtEmfcP4GYkl6nc9bdxR2/pqWYBdwRH75xUyyfKIU4wpsKwvHbx/OgEE2IWPF+O
4LX4KJrdbgqbbAMMBQhdOMGjSVunrbAp5TMSKcdPwECPvpi19965iofMiku9IlDdxv36HWwnXu5j
zMRrvHQX79g/5z78qSASuDFMCW4+CrkjZNNZU7TBWTbaUdOR8hEGtNr3ae3V86el3NVFtU/cNnPc
bhHBxN3eAEwKskNApypSfny1HFwuk9oDvS3MisVwrS4+R44cu1LSHu6f9K3RvhaElP1a/7NOI6qe
U7T1DfY5yq2vMeC8Ot32OlmwifrNJjJJrE2ZAdxiAG4tCRRFI7IoaNRw+uQnsku9NxRlInhkNxR3
LYXTH9KbfULNAZ1dlgMnkHpq8+60rYeIzpvrxU0M0KL1IDeQAtAqELcxdEFubvPokPVm2O6Y7Pr4
wivP2tDHRZrYjlrOKxK1nfIgq6/3D+3WaGGRmD2GvdKQQeBf2rS1SRXJYx2OTxY9tV5juEviRd/y
RGAHbuOmtSB2pldrsdW2yiz044fUwVi8LzX7wdwZn+VOcO035Xzcd5bhxorWcuZc09usl7Fn1MBt
+qpkLw7pvbQ72QDCvb95mxp/JYud39Wakoi2dhNDFgU6kBbMSuLFbSBMhtzaDGzdlRj2GVdisr6T
9Mie0NxlebHpYnQa/U9xMPoxDSZ1d39Nov3jojk7truynJU6NNM/dpIhMflcIP8nmUKgG9GyuKd5
7vOyagoVbV19jWmu6iGzps5V1clV0e08VLtoVj7NWiyYDBItkH3W1W6SEXxZhYkFdov+UET6AUTs
vjEekKNwLU3Q+b29Rhhdy2I5dh6+lihTjP5pA8KmP1H621Cpa5QulFEpU896nJRRoJLbq/tHIHd8
1YK2j7nFpirGzyxyid165Bjpn8zn+2qybR0Br/rflXGnZw5wrRIA14VZGvZfDMn+PNNgzN7mbtgv
48GB3+7k/RFxOkakBDr6MYayfkXZjfhHOHeGwOctFMTgTYjW9cpNG5K7kpEjk9+h7dKNzfmbpcwo
VqAH0wqy3AGYpdamXyPTzHyzzKqTTSVAfEpA8hZsC3t6br7MBPIioiRkEXTurpaxM0jRiG678pKe
W0+yXOk1f+xf1NJdHv+NLDazzSil0JDAmTpDK4mTzngeEnuf6t+02tWiyTNfyOhR+btqw8dp9v9K
poM0HrJTbDxyfXucAq8IMWCL6G6WjSByvg3tiwoOaO1ZGl/j5X1qBS8UWwW/o0B5Q3M1UocYH+Oe
4UZRSDSUMLJLUz0mjvNAlTm4v6qtW4r6F3o7WM75BjtilAsAGFY2dNk6UJiBsTwn/eiN8mMZFW5C
31pdUIK9GRwCOi/EIXQHBN5HQMbto51qsWK39kVqDyZND1IbmNFzMT9jJjJ19kCaqrI/kQZyYbd4
13tvFoHd3pRf+C/gLEWrTFOhzZ19SQrEXTtC+uOQYkrY2FmGO4xPi3Hpl/cGadSyPk6pIAr+AMq4
PlaIZ10d6AFHCGzftLzZfTFIgL21Lyq6XrVO3fXl8qLXCRqWXzLtE5BQVJQxsl+0/GNon7PxOP9a
UEoxCp9k3+V09ibUVDTidqrhojiJTN1v+r18mSyBbtyk4D4+FDfZQP80qmJ8ib7XpRi86sS+QNcx
UBWXYJfpSt+uugdjLoG0nzOQvpJ6CcD2K6+JDvPid2ALUER7xt+Ejy9BTgQAm5gVRmF9rTNDjEej
GRX7MmJE2KpORf31/j24CdP/IwG/jOuNvg4e3SSJtboxiWFfqI0X2XcOEn3CqAkIQvP2qTExsETO
aSdISjAv6UYTAKHwX6GcIo59igafSrcvTvXZcH6OZuRSTfRisL25EQJsTZa5R8jAQ/hBS4YGbJX2
JQahMt4A0G1gAKHdgTfotaIY3BjAg4pha011LWvKDjbpugc5w+g/GAdM9N857V86qh97Df0H6icS
aZgiXJ8mgUNcKhSniX5Zpd1HjxKg1x1PKwUvNe/hMznoxQBBKKYgUNfitpfQNtPbHNubl8SVk8ZX
83NPDhVoJAFPnoyf7+vQ1mlei+OWBc9xjkin2Rc7faDqjyZ9MITMcqIlcc8/AuimxxCifcl6jyJL
bzc7BZwAahtYIZy5+wtiLzavOUCFQLUe5WKgJbBbeeUv2ipImzE+4lzKQXJz5bPWm24jfetVkULc
uFQfJ3UliW3tlSR9bIw6ryrnQtTma2E8pyBEqzCwRCKkzMgZDJFW+4P07mL5VBL4jZtmDkEG62tB
3R9oPWvhSg38PEziOxd1ry/7PH8srOcq6j1N/ZQDGK5BrrJ/ps6p0T5LsZ9lr1qeu/3h7/eaGTgF
zHXIWPDTq/qsaykxiHMZxtyjfeyxyS27iz1iCxxzpvX8qaL4+dFki9IKnxWpajUFR7LkXCK18o04
nEtgw2VHJX2yxy/3F7V1I/4RhSzzemerjAK4bIijSymf0Bjl6rpnEVt0frd3AnaNMQoyzEBMvXHX
vI7SbJYyKE9avLSGXxWe0X9TSOfW6UM8HgvbVdIjWr0sqXGjFiiTB0xdAkKfSgdLEGHd3hjkmtCl
x9LpeEh4v7QYrYJiDMq5FI38vVbab6D17AE/Mu4KjYha9G+KQniRYULZjIYC9HwMlq+3V26VlOqj
gpNUwHKGfF63X6yDgWDfTtFDVexkF7h4f3ukkImpDTQRAYFa5SH7xxxTARPNogulLaN36tXEG0Uu
Ih9KfCzsSgj33BOqznIKdrMLKf5k2bOzqyp33i/mEbl7SZP9ahFB9m7oEKOrQ6ctBnjQJMVtJbrD
ZjkyYbsT7TlTo+91al66WN+DCQAdS0QSvIC3F4M14YBnGID5mLni3+RBbxJ0e2bORS5OdF5O7RF4
fwLnYlM9roVwRpVo1mJ3WuJcdAO1PC2siwNBPk+l6r7KniZQMka/Z6kR3PkNTwprY63iDoCS0O3B
HV6F95jkC+4AUC/QFH2KHHR2YiqmO/YY9O6s3ZgM+y5O/dEWPMAbocVaNPdgOWVNwczROZcOiMhT
/vo0qa5ymPykd6NsX/n2b4cWrj3sLEyCGSLp7J1YG1YmHfMRwGLFunk7hHQ/XPuE7beC2kc1vmf9
jjxo6qFa8JotHiaptDh+JYsu0CZN3ZCss1EATNUZeKnZ36+eT9NoaJdWeDxo6j5/TjzFrb1flmf6
tg/MQbTzDAcpiN23xcW/eqm37579+ez4o1t588HL7d19I7F1m66/h1OBrC21IWbfY74aGBjBa6aa
wYAhC0X9rotq1h8TwPy+Y2YRPVnoGoHx5fQ8TklfmzbFZbLHIEoREKXGvpW/jZGz67rEs7tdBNQd
BJ1eh+7YaXYn7cGaUKcvDaAnp77c/5a7nQW6vCH+VZO99bdthcyeoZMBiQMVRU/EUuvzAdFSHpvJ
4lwq03xMpAQ0v138fH/Pb591yEB7CHITyIjcoIHXSkHJOOMxcDCLChIZLPSZoC+hRWyrChTuhors
Y0EYqES9kOHa3Uwxm3Jtx7GBi0Y0L1eOiAjjkbo2KJaJWqGQ3LiglmO8PNLkSurk2SaAq5anZMoD
YmMyyv4cz7PAEdh4fNFTCfwPTBViBotPQOkFeBGtNMJzqO1M4xwNkaeox5RQwepFcri3AlAcZGll
OFBSrz+QtDo4iQo+LDhRgkyBSBC7ZlfXOu0SQ8k6CJqnwHBcWu6TxCsFzwSziTe352rXuIgiVeqy
cQjeWnPIf9gJ+OcnSl7v6+bmU3R1NHzuDEV/PV8arGSJ0HPsOfo+ht68/rIyHxX32drdl3dDlfmh
n5hrQY4WU/bAqlzvnAE8sUKZy+iC7OiL7Dlu8nnyVY+4n4+TC3BiFzwDbuGG1ukyXF5+35e+dRPB
74PbyKalgGq2Fl7okx4DPT26WEaCYe0RMF+uVn2Vieomg6BbdMuRuJbFWVpKZkUaygru2Li39Le2
fGpFOJlbxhzuHhoLmQG7mf5KSVREDsVykunFUn0nU9x+OkfaUdFAcis4OT4fyQ4Ok0iQxJJkmA9e
753ZVkrSLCS6gCc+hHPiWYXlS4n0bqZV0NlqqI6/OhHEhEAoP91IU5o25txEl36uXKVNDqZzBrqP
2ziVS5eidGfL8RKM4gsM1qZcYMMZCkZTgdXBuSsRrkSdd+jja3z9RBtccHeZvUjxyckQxZebinIl
i3skMQnflJmMjY2rP03+2QbooiSwJJu3HN3P/1sPs2dX9qqMSCzprC/RAGIb+vSOXaBrGCh7y/KH
bAnq2BBs4EbeAOpyJZEzxRr6v51ahUQzmj4N9EHPLBfjWC5mOuP6uUFOGfQFphJOI3iA1eRw/6Jv
JJKZeKC6o00bDcX8DAcY6JplLiHeztB2qpjBXP5slB9a/OQ0L0p5cKjmyppb5Kd81vzq+b74TTvz
j/SP47ja7mXJinlsaHQZJcVt5RrjltbBGv3yAXGy4M3beiVQHsB/NUNjEzPro806vcqVGGFfkfiZ
5YtIlDZvArrCAL8CrCidfx9mGAKjN2DGgARBPIsSf0oN0MCA6RyEI9M3Wnu6IaKQ3Uj84PjYTzO8
F4bHsl4UGVuAsZQKtCelXl3ukeXNpcO0+EUDeS2GcXZowU/jtxQNcbus9tr2a6+IyvY3Jb0Pm3f1
GZwSy3Jt5eaIz8h70DeXbm++LE0QB/PO2E9+W3sR68aVkIH2J0mgQ1vGnXWTIFnBwOIMTjax03iq
Uxj3OTvQ/DvKba6Gfo6ic4ni1SjY3lfZzRuD5nug8jJfGHyb6y3PEqvKRhkHjelNbzLL1wEMo46n
R6ZXVyGlqSdrCBXlPGhQi5H1Y9ULXszNFTPEecw6oJjHd9BUzZzJ0gJjD5gAT8l2TrNvzHPU+qoa
2iJ8yS2ry1iX/yuM80NsdehHQ2HCltdxdOPugcai9pJNI3gtRF3vqV0sYL6UYNrhbkRd5+fqW6H1
l075mkYlUAHiQ5mAkbNHL15T+dUkou3ZPFQGHAN4N0yVYTx0/QEABCdFUlrRJUPustC9JW59A+FV
PSLhVoJtZdcXP+3moQKNrIqeYOnLfa3ash5X8vn3O0MeAgMzZnSRuqAgCDan4rn1Znn3f6Rd147r
OrL9IgLK4ZWSnEPb7rC7X4TeoZUDlaWvv0t9B2dsWtfCPheDA8ycAbpMqlgsVq1aK1ebi4DHfzAH
f5k8s4BUjpR2gDvi2Xm75F4IQ9JIJs5Nqy2T6KBKv4birXC3QhYvXaVF6NLtKLbE6ifzQqeKoj3Q
b3OnaarigBwXqQM4ANBJ4QKYVGFiToDmK8ImdHL7i1+vDQYaAKNBaS4HB0VD9TKmTA4P0HW4PN71
O8FzxC30BEScYlAdYKCGuxMko2UlYjo5hLvgc1h0i4wSlFvwAZhlHqKlsQ4ckjhSu0gttpp7t0xl
GxgXFVHABsMg3r3cJ0CbuiwiSSGj22txZPsBRGPOjRMdTUhXOK70t6CD7/WivCJjKgF8/nx9p3PB
WRnFEjmUumBVDEqwDa37fYPmkuEu9fxLMFsL7Bsz2zzxkbHO/5odA9rVNS8mItjPMmxzFl868Umq
o0WkGxYBljPWFqSzkLeWduEHc941UYU1wIOmSGhPYlqaL2aD5tKXh7zGnS8FqKnQpKXJ4FQG7SNa
bWtFomBKfLzY0WG5xyhMQpsHJFFACPBPpwBHrTMKmOwJo6ZsheBYlz11WwMx/djSxDVgIGeDvAoo
7EBHwAXNKqtbLQRJx6HJjLWBKoURbJPEWBlaYInym97OtikmohQsmpiwwQwBivbcd8zDrmS9IiFM
E7RB0FjqMcjh0k5bBwb40tyThBGbnsSOmHm0xkyDDvoYBRUcZNV2KP1IvYvkvchzGcDU9QEyKQgU
IITgnWfw58iD0q+chuTQxP47vFpN8c8ulBG48OYTU1r29dIrlxI4Xlk2J885kcTeWOe+gyp6Xl3W
Pjno7pDQskwhZXnQcsoaNcNomf0vvjpG81GMMwFA4bv8QVxIrYFxnoPeLUI/hFsn9aqXA6QZUULj
3Keoys89iyZyZ7CPYWYFnYWxYMY9vdIKk8/4ngR4jz4Ayq+206NZLTL3mLo5zSCkYZSom/l2WmZb
iR3TZJt1M1fkpLsDJ4W0CqPNOt+2kaM2rkmQkkOnLQ1WLXQW2DpaxjjNhfxbmsWHTiQ+BsAt4CgY
YT53g7KlNpC4Q8XnkEeaYJs5GjgBEVO70TPl38Qp0NMADD2ypKDMdBsgq05wvcgrYQu1Cgu+vCK+
0K1BUAysSpztPZOAcjbO1E2b+b3li9rcRTy5u+h14OmCBi4aZLe/gPR+3Ne+QA4uPNeMUTXw0bLa
1iaUm6p3P3577MWTVx+sYQYTZNLgs+BCyWBCs8FN8DXLZOuGkV1+KZqlVuoRgk26GoH6mApz3cap
g3ptk0vyIkHQalmETVAxaJikzJ26oV380525Aqb28lsEVEQCji/Kra0tmqaCBBA5FJr7nrJskcdK
aBcDjT9KYHKrOVDslD00w9F5x9sTlx3Xo84iUaqTCN+u1q2wCpbkWC7FWrIE9tzNcQpNRYJrW5yf
REEguNnoJ2030KBmKDbNHIapC/TaAhdOWYpxkyrvyeHVryRHs8qAOATykI8dcOoqA1gCtwUKnKjU
cSdOK7RKTEykXhrYZzpj5XXPhrvOWURFkeECcfzTY4OTywIKDbhLdDbQc7g9YKqSheUIWjikg2mH
xLQqtznEsrAU/MVjS1OBayQ9HHl68TjkBUpYLeZSmiDJy9XXVtul+g/f/XpsYvLGvbbBHSUWwxsL
FG4PLqjaXKd8HYyVHlnYwpRCNVj+Y/4x5lpyM+vix986o4rdoYFNU/qK6y/DPObN+8y6phLGq3Xx
YVCTCQopGtxbRgwS4u2oRykfBHeFenHxx3sbijmZtakDpaDhA5I1aBGp8hi0rnJjk7VVUBuCd9Tj
VrAHGYqHQ5rWMyFpqq+M/BdzkioKBmAZ4W7wJIA2VJHnAOfYjPoWOowUI/BO7ry/5Fa0EFZzFqf8
/drg+P9frYuVbu6KMiAtLDWXieg05s+mEK1KnJOWmVyahp2DwCfAM0BB3Voycr8yjEBDq9asbYih
LoLhk20y/ZC2ARKiTVTsfXMx4JIBuZxTuDstfE+G84znTF0u17+CC/pq5mMa0tcBwUr+1N7e3VQ/
CvMFzw8rzDraJI6wIJrdZYcusFxph19C6t0QzSFep7Zdw9icNOaGAChyBzMGtF1rpc49CLIBTQvA
QMM9G0ywmMwRuU7VTFAX+scUf+1o3mAkoFkFxKX3HGiDQM3R2KRauAqZemxNEL5J5wgMc50h7lXl
XNQzGJupk6ON3TF8e2hI84/ZMsxLNU3x/ilB7kl86ncz0WDik468aBg/HDFmuGBvHavR9Ew3htQ7
lmZoSYGHgIA7L/rwGZ505WwSOPHpQC2kC4jZgF6AVOnWXJyLpVfLsX9MvpTNYJNjvDY2iRPtu3MW
UPfirQ07pPnczNDoETcPVqj4YhuBHALmC+k95zFeH4cya3T/CE6MTrZH1IFSUgWzLgHoCResnQGY
zdj7zgyvAwO06toqgz0R2iSF+eFLMSX90Sxfoe1lF+mmCGfKHnffESvUUdzD+sb5d36MuBYrL2td
xTs2ZeywVFmB9z+OTsxUXlxiP44Ddx9xtAXcEFBRQHqDcOz2IyYs/48toLAAlVmyDNBEnSxnMSNz
hriAbnRJ7YWR4R1BeMNaGRLNGbpvEmXR879YEZ5bcMgRh8wr2xuoUBV4MXjHrpHtMIKIjfIUDuY6
k34+NnQfUMa9wxHAGDb6GXhv3u5dDD55P219/6glh6INHTHsbRQ5bCXJNp0cbOMY2DaJNlAhhY8I
2cfsWqd88/oXcJs68gVndRf5R+AvwHazJs2m1IK1oSR2VEbjoKoten8eL3vqQ4JaHuzOgD2hqcBl
77qcl7FsJj4otFK7Sn9glM3S3PVsb3PaDvSOgCMHyohH8DSlm9Vql/tHJV4J3h/Ig9AsevbNmYtw
6rDhef6PGS6KhcxrfK2CmcbrnTyoqRqpFOJvVskEaEbPOOf9OxI+g2frWMAG6Rnaerc+k7NcTfAK
g7mqt0TEsPcwAPmif/CMxlFfevIjCkX78Re7xweORsHMibcDnrB3CNK071kV94jUmaMsyao9hTt/
7ZcHeQn5vMe27t52oykM+KJOjVFfVMhv18fyqul8sfWPRMGQys7DQdi7wQuRlv6cI34rufE3wVh+
kGU0FZEFc5/OI6rR9FBFOm5/fOi0dI5HkR5N+nuxOK4Xi4QeF0d6ds5rj9LzObQXf549oPSQTtrP
f5yn54+nw9ufijZ0d+jp5mC9H5ynwTr4zu+v06u5Pm17a6XTmm52ovW+upx+r/T1ybqcLGcz84Em
ffBqIVwuFmc5HkfjQryD8lTRYqVQMFU8/jDjxj/aLO7aBG9LIDdZBxteiNxHqzUket5cUnDH3INb
BJRb40giNIUxrsk9G0soDBeRV+O2VEOqZZ+NElA/Avqu/0WEzaAElpR0yyZ3UJdjLfRSC0vzekuI
ngvtnNa51ZIMA2GyDczX8vEOjMHwfgf++9M418QIDPBWpEDg2oh2+jlTc5zcX2gb4rkMVViM3946
vka6OAjFwT+ChU+LMMiXzwSqKQMQs4f025jg4ca+NVC3kdK0mYmTFUNttmEIVX5fMPvxJk1EXQzu
jA0I8NQgR+Wiu5ZFgLe7BpK6M31SrTmGlCn/uPn7fD3GDVDPq8a/r4fW4CfUSEVHr45oGIDh7E+u
PxuirQWvJIkPILvqFBta7FG+FsQvH1O+7r+BiqJjdr1k7ss1Va0yo8fGNk2iHI1cFdey286wK0wF
fvQg0IkYZ2fH/vTt5/ObtAnQ5MJVDbYDiSUUarahFconOaJgMbPCOcnge4jyuK4ri9xRbHVZj0UX
FodfgCPTZ8N+/nl8gsSXVVo/CAWZHP5ttXnbvTud5fw2rA39XMlz/OH3s5fcz+COXWsMVeTLrn+U
o51gdHiYSHRAIXPsN7FYAzZ8r/ShHesgr6mNrSj7y64CwhW6uL8rMbNUUJxL77733HYY1Fw2oV2D
1zL0AwtRAhFoJvmeuMBudo07ZmHStg2UC+CgbGvkgh0CSlgLBWrMb1nMqGtmzuMTNxH8bwyOJ/Lq
fQHJ0FJIFOwPWnwYOXbtUtiarm+TbMYFJ5JFGIIcAzpOBvAn3A0gt1CG82tobPXCO2sAyUxtWexx
pOxE1ixdfVeHH4+Xdt+zH789/B1kMKMgp8ZFE0Ur0rDI4uAoFz9EA5FdrBp0GKWlRDKLuOaaAD9u
km6tBS8KIVZdPQ0SgEFtu3r8SyaCJ8a8IHAPOYpxZolzwjIohDLzsPZOF32oFfUuqBHykj62Mvkp
r6xwvlOlQp9WpRccm/BDWYbqsvZfq9Qpi8tjO1NfEnzN2FzMsUB+kcsXghpvkqruw2M1YMrrkHkb
t0kjWjY/08SnJuZNLbx7HtucOhfXNjnvcTU3IAmBTRP5I4ZeHcXx6n3mq1aszYCwp0wBYYvZPNEA
6xs/GaSxPsALMQuPoMFp+gUIyoDUZMoT5NzJbFloMkxChQl9QrR1gDHgFtY0jWi6dQVrieAQxaeg
l0RvsH0Ga4zrifugYRZraKGdiL9gwFgUmIwyg+cuxJa37YE1f1oi/0p+KruytIruUzIo6B9qNBo7
JD9hufa1lS7ugmodSh+h8rckHMi4UCcFRYWErBtPBy5+BNpQDyRk4TEYqiUaYQCygTA0EZlVzXXw
p04R2GFHxU/M0QN5dBuq3CqIYmLG4VEKfqPAHM6V6af8Ggz4Izrvu0zG/f2SBb1qRvgUJhJT0gzr
cNizeMfAQANMYlu1mKSaU2wbzySXFWJABPrbqIKMRTnuXg71snazoQmPqYaRIRm84OEGhdGZ0zO5
c1dWuLtYwYsIPaEWO6eBdyupjN+o1EczN8nk9l0Z4YIcNi3VRLMGuXX21SV71bTF9FUwVr4Wgdr9
PZybvp7KFXUAC0c4B2D/vNK22EJtBZreODme7Ue7WAiproDCNJ0TfpuKq9eGuIVVnVqCvxaGJP0i
qKUj6rj/j4FeLlLFfhzmJk2hDYW8aSyh8lhFTAl3ARlKnKaqsKXmbNZo9BLLLF5D8uexqalnuYTG
GjYOygKooHJhXIhMPdMivJUkT31KesgKFAJFEenkRr0TuYMtq1QdLIO8BMEcjnvi28G2jjcacoJR
n+H2KCux0sZEgu1GPuf5KlWpgpCuLR8vcWI3b6xwsUnzOmKiku8fa0PMaA7kKYQg5A4sm4N2jpT1
Y2v3nZWRrALLgcwF2vTANd8uqpcCJUZlPTjWoSSAFS5mthDrvZXlae14Qhw7atsOy05kOS1y3d3q
ZRDufU13FxitStHmzLLXHpzmS2g8BTOeNXE6IaiJ4j9i9Pi+4gJNqXmii1QY6ZfpgQtT3aOs/ruC
3FKXYBRcdm2xrD6UUvx8vCkT8Q3iWOOoA4p2qDdxe6KRUM+VDpdp2+XPUZRcII9OZagOPDYz9b6R
8TodZ1ZQk4EMx+3eq1LpVaEexUdoxPTLPjEZrQdoQaregQBEIFUeEr6MQvm3RuaZkxn7E8uUwTM+
MnsgIt3N+zUg6k5Y0sTHIkxpBGKi96Gdk7u+7yJrwo2R0d2vU/VB10ll1vERROaspwlVCE0PCaPh
Z2aXb9LCn1nVxPmBQcy4YtZSAdEnd22EQhq4LuZhjkVhRA6cRdiDqd4EZC71wTpVsidPSfS/zGJR
ngT6EBO14ANHbsH3430NlIcBaC+OrdQAx7vUvYMKEBrT9GUoz1RN7mroozGMr2iItxIGO3h6f5n4
2lDJMOYJ73ndLQBupdAiQ4YFteqjqduN+F4XdpsIUKgRrUibacrxfjPaVyFyOxJej2TfXAzuNNfs
0sKNjzLIl1DN7gATidR/Y2RkX8FnBNE3D95I0PyAdoyXHAu1pJoKKlRwKAfhzHebXMqVFe6W9IYE
uUEUJMce/ZsW+5eN3B39HMXn3aNu3DL8A+j5+PjA57s9BZ3SlmFbifExisRFaXSE+ukLBpwUdyVu
dBGc0OlaTIyFQirqm+UBkpzKnIbW3Tjs94+AnAtwhRgkkXk0uCgWpKkNbCkQjIZduXbnyFZlAf1O
yeby+/dXcmyB7Hgc5PjjOBo1cSCQno6UE3wHGW1VD5INcJas8s/CsEGhE/7pLsTYyUBF/9jY5NGA
1hX0pzQU73Gd3e6zHkm+IBfjEodjWed2g/QKRb+xSR6jKFFG3TowO8rwJhlYvIL4QAJu7sc/YnLF
Ep7NID5Fc5CvGUA7xmWF6ydHAXeIZbS4Vj2kR06vY/bYzUuXxlkXrB4bvZsSwj5DpgUPP1T1MVnM
N0nABDG4rQGrKthYiPuRDSupy95jyTJbcHtom7i1C/Esmz8FNbFpX4UYWsSlps5UTO5WP7bRAX5C
nwspBboMt18AVJFu7AOrejJkIjiCK1ha7UFZsh88FKjUBmNCSbl8vPjxlF6/R8DPhpRs1M4FGhtg
BS7kE9UHC6tsBqes6n279CURuHppmLlY7p1rNAOeO9yXEFS7g/EoxUjIpcAMiFuq9k+VM0vuxUVa
BQstB01B+8aqrR80BzM8BOxQxdVMTLyrBH8v9OoX8JEXiDa1rYzgpMVgqolt0m+baKcq+Tu6YXUj
UrQX4y6xSulXh6EGzPVu6hxkZxqtpD1xVxivmdMquxtihoIdyg64aZGf6UBnc0cuH0ijJzU+eJuI
2TrIwnYZxaK4kV0MaDOvkOkQliJArWJFo1bV9lGeVXZVBtJCKMLkSfGNcVa3qtrNUIkDSCnd2CJ5
ie4vLm87T6pXX1V+kjpPKDOD0PF9FMMeOxCf2Y8ENfj96C8iaEDEgnNaP01Z3Gtxta9Ft3ZSaDra
DW6gZdiFnp1AjWYu6540OGrlGeCsAliQuw/UAeTjpGLV3kf7Kk3ORnWWkB01xbkpOqo3H0Urrkna
Lt23ct3621r9ifA1+PrMG/u7LnR9dMaVgwcEZBwQ1sHQJPdDwIaZGm1WVnsIcq09cVO1b3JqFXbN
QJXrBY7CQOnnbs1GpwxiOEPz5PmO+xTXPz21WeTePlW0VVa8Y/bQx7/wMMfTlMf+VSPisu1n7pI7
X/v+tSoKDsixwNzynWxeJZMd1IXTKu6qPUo6my6jZq2sY0mnfVxbRvXsRTV44/9oGDpBeXgjp4NT
VqqtSHairSFUlkDpXU0Ofqla6XDAeMdF7TtM4c6Bdb9fvPyuYlbhG6CFxJ6XKBGKohIkPa73sZ5A
eqRo1fyUimUpWNLg18BQeUKg2HEBnlRae7q/lfoYknisM2oqBOh0GxiZBW2hUkjBM8sBo6ZarRib
kLld6tRJIR7CqMaMJ3PDFKgoYiS/htADfD336vAXY2rrUdEo8j2kGcIPPxrV0lSpCDtbSStjWKRy
BApfpD9zZGxjBLpbOepduO0xk4MZytvwrygBaKdUVB1LRaG5G9hq85WKH5Xfg0xkZ8xNSowH884c
uFQUzGiipPcdsq8cQhz6WvN0mANcy2XwVHtB8a0fR4e7NUF4FBchxvNGXVAUPW/XpIndUAl+RvZe
4O6T2IX3FRtdHbYR2YNPHW8nV3x7bPIuPsAkOooisk/QQuAxemvSHzy5QEeX7LVwg17vuq32HZ6I
gfLy2A5/c+KulvFBxpXpQDqo3EtXrL2mieA5h8iixkxsuV8D6kGYCUM+hqCKF/ztGurOZLrW4yVE
hoLGRrEq2EZNDKfJ+5nkh8/ix2v52hLXIE3yNi3KWPMOgzFYEhkEStrqN6mMp8e7dedtnB0uWMYl
g+aTgNf5oNQ7JJp2nnpb1UswChz+iou59sF4c944NwIcksiR7A/Z3Z2ybp8rEXTjsIH5DsnMvnNt
cKuoL3gbNOLi8cruXfzW1Pj/X52jRs7k2q9hyo/dTXuWmePW+yj5QIaH7GHGueeMcRkDETNdQdsS
25gGG2NAlg6eyzxRMVQNLFg5UJCYPl7exIe73km+Qql50PkYGlhUkksQoUNiuPYA+gMM3/re12Nb
E25/Y4tzxkariRLlpneAxnQbtJbS7FK8NHpt5jKccPobO5wzdkGpN0oMO0P2DnSAFWXSQpxTcL0r
3+Bo3VjhAhFy6Q6cCrDSEmiqGm+Nm7ymrrSVnuMTU2ziBWcpxQycOtR2q81wQN5Hp1vjXOAdstyU
C9GFV+ovZvunT/7yrfK9uBH4i8FCZK7fD+Yrr9cy122TgXiH2AR1QyeqwaXWpNbyxCJfNAwqWazu
5qrIU98NpAJANQBuCd5SLiw2CRn6Nqj8QxsLLQ2BbN8kep/iShbmTE0FEJRPxuQOFRSk6benWtOK
AI+C0j9UkFyACAbGGO0kg/Q0xXyl+hSXiVeAX5Jl3ZINrHZcwWvmOAQnjsP4WtIBa0LtA6P3t78h
gVir7PVBdPDaNvghBybw+rXbOmJXEQjoFuVMI/SuqIqPCtZzE5gqTP2g98AtOtNjc+jMKjp0TWpJ
kgvuR5Q2i87yitaJhmgZuq5Va8FBAuna46M/bRugOkx5IFMA6uh2sazsFXVQxegAfuP4NTQzYdnL
LN3id0ZWB/Q3uCJE4jCT/KjEtrUZy7yZu3AiuCKNRzUSVfNRwZJbfqXnoUQ6OTpkZsOSRTcM6qVs
CuCADNPP2MKHYn1sySlLA0hKRf7cBM+UfVyTmjBSsGCykvvele6mREuH8CD0srJsQxYv1bpsXgTJ
wxAK3udbwSfVUtcSaW7MZsLVMPyCnu6YcYNQiztZbBB6Marr5FCVonfMwOC2NKvCtdPMWDQFU5aP
v/aUObx6cbjAbQC5G26n+7CWSr1g6cEbIP5c4TmbJbXFEIoxXyTOuBYXNaBGjHFzyGYCiwJzIAG+
9SyU9BCKkzA4i572FBqB40WfRO9+P14SF3BHK2jg4e8j29Cgos3dXYmaMDPyzPBMVPWNuNXBaAON
PrbBbdv/2kBaCNV2IPJg53YlEL1EEtWR8FwkIUi9t0m7MczOLprnf2EHpShzjDpg8h8d9Sq4E9Qf
0jyKo3MVxnbn+QuMzisuW+vBTHIxuWlXhrh0pus8DKhAPu0sVD/d9GUoXh4vZObvK5xbN2D90oY+
i86mHv00BUJNrZ65CPn69P9+lP+ugSeXztU+Q0k1ic7oeu+LxvLxH3HrL7TWEtadBt0tpqzSGZ/m
w+WdVe4EuRBbJjLByrSPbtH/cZ+UdbSrd+7b8P54CydOD3zgH1/gRZSATWu0UoEvdEa5EDDQRDGQ
BzJ5oZtxbu7G/c+KRoLLUaIY//PW6UaCd8x8FtE5jC3JMkIqtbRAz2uXLoe53gXfur0zxm1f46tp
iHZhdM6NY/LZHjA/XjI7Nu2UqpvK6vbpsqf2X1K03VnlIpEXKL3UEhadayXf9QNb5YnEaFS768ff
jLtIvu2MNKQQUgDHHhAut1vpslzzc1c3TjE4UkYNVTdXUb7UNn11qpL3QJxrHkydM6j5GmiJAnmH
jOnWYBAGqRvXnnmS24tobHrojDxe0aQBLAQBCUNKSMhuDUhCU2qS15in0twpxnHw5jxiassMoMUx
mK7huuAbg7VadXGhuy7q4BII+o7INGlQJgtUZ2n3ojBhhqRKHL/B1Qv1+xuh/guiNcxljjIptysS
83SQJeaTE2paSQ9+G8Wug9eifc2bfg3C9o7ZdX0xs4XRvwoBzdC5B9utCuHZMJuJkvdHHDVBABUB
JccdhuTr9qdkWRNlLO/ICSVeSy46JwFaHoX4x5+Q7wFgxRpAb0hnRfw3SKxyt0pMmA4tjNA7b3/2
5/CHqm2Gpdo5KHz/UlyrzHHiHlu8jyhAnY4ERoAIYFV8hUtX+lTx1Tg4a5ViR4glbFimT/GXH4gL
L10EcwQKE0EZrNjgiEDJAdguVNVuN1InQtelETKNTFat0k+Wivlm/lJ9WxWtWow3g+7vB5AQP17m
lFlwjCNrxBgMdFx0Li0IdTnLtLoJziWmZGzNgOhigqqz48pFew4Tlq51s+2ombf+OgqY+GJG6Vzu
eu9DECLFDCHAdOO4AD8ZDopSdLvLITjnQW9YMtFxfKqMrHMVxGuP13t/cjDVOqZZ6NTpo/wHt8tN
3zaiEKZn/eKVdNFtwnP5d0OYcNVbE9yHlGvVjdNmNCFSgzgVsOKlSlPjNAwxxMlXhiw6jxd176vj
UBES73HEDXkxdzgaL0iMQIjTcyHZoLfESHIq7zwTRR2rQTlYm0NdzNnjwo+spqCsRr/1rBh2IkDw
MXck1RmiDe4GI36Wzo+XN3Hh3qyP72W7cT4EUQB7RES74VMDUqfe+kMKrO0qySwwOTfBugIVolwo
ln8CTWAyJ2zAtwDHrwrE6oiIQoIO+Orow1dpbVLGQhPhkXXWGJ7xu6I/NOTT9fZi/Zxk2zr/VeY/
TYyIfHXiqcoMJ81E0Gug09sF2yjLaOwlm6EQFjNbM+HPI1XRONWMajJKRrc/qy7iKMD9gJ+VoCi0
04xd8g6KUcsH0+lP71ImtFiq+3ZdLqTd7JzWhB/AOMYDIdACFA4PCgyrWESpOczOYg3+6cGuEfyX
HRoobrRj8V6fOVj3Lxh8Ajxd8KhA0x2VnNu1pnUdaoVM0rOvpM/RWTKQBiUvXh4t/8WmAumI3iqe
fljamFBcfeuyLKo+lOLs3FafCkDQpruFpiQdEuf9CwohX2hHxMZzqe70AIPB4ZbNvGx42WL0JREI
AaPAQAKYt+5ABX0tC4FWCsqZOfkuO8Rr5aSdpE249jbGejhhsPvcPqtLd6HYhWWutZl4wqM97+xz
XqUaXccS4FnOKbiCmvISsIB6jZ0DzOo1TzqmYjQAn0GHrDVzOsD8DM6dbe5CKnIv7RDBlbNkpet8
EW2SZbVNV9UKKlTbbhUsvTXYVlfeUV1LJ/kpWmQLaSUt42U+c1XcX43jVwDrhYKkTgKygvO3lgmD
TzzsgibulfxTkTZ4NFFZWKtkKWfnSl203SytngTfukntRqpnJFIC5rUBP+RfnUzL844FTD2rVPrK
AUIEYa+3S3bek0uz49/SB6IPjqkXiAKMhOQAE/AAOqE3tLKWiHb+ER+9DyW1aoxCHvM9nmpDaAsz
adxdtJJBjQGWMYA7UYIFQ9DtwYpQNou8ODLPkgl+qHVMtkyxekoAHv7bIzxaMiCeMl7G4wpvLZUN
K4s6i81zs2q2zVt6YXvp3V20O2MVHcNl6fi79A+4GB6bnVzflVXu3ER9DGY5F1Z7/8s9kfarg7Y2
im5+MRf3x7904ybc+rhTktSFV3YldjIvbDd780DKt2IQMz8Xwq5TLLN/lfwP4Dfgrqs6oVEqziz1
7s2DpzYgbUj98eDBhcgdDjcXoFosd+65VmmwkrcRYAtLKHo83tCJZd5YGU/LVSQWYzdP2qF1zwld
vP11GYRbAvfwNOqMCEKPP14fegiAH5/bJxeYNSrhkz1exv3zZTSlI5SrgCXguubWweJQ6kgru2fh
hPk88guaRRf3XVjD8UNw1ryZT7MiqHe3JWgIRMDxxi4zhgP4VrbbC55So/NwIStvGzR2tzUhKb9J
Fpd6Jfws9sYhe1Nt9a+DJszCHyBaODZPBb4NoLYMIBvF9y+JssBrpbTakMqFVcq0cNhirsE44YXg
Awfz1zdzovydOV75BysMkDylgX9Jd/VSTyjIOsqjm1BhplB3v5nfmR/enVBXHxHqt36IUeM0GEgU
4dGAQd/fWXPpgRjtq1m25tHnbs41KEfBGzyik3DtIzDfGioyV2Ne6ccXD42DpfYHUxb+m/9GcBvs
goX/R/3dzYDb7raQs8i5ZidhcMwwvfgi/kpz2rxBY6DcYVys+cvhL2A4bpfGHTel7ZgHFpL4Araf
jqpnvRz1rB8ftLt4wdngwn4vNZgjxhVzaZ5MB4no479+f4y5Pz+av3K3rlIMFsr48/5zdiit0NYP
kbaqf9iJrRJkgpgZnQtS4y9+5BBcoG9c2fXKASZb52f7AlipZqsnx6g2rvX75Mozgeouo+cWOF5w
Vws0hWbQi3GBwPUYgPY8QaRqnIHem0/KX4p5fPuDiUiBIVcJzRV+rEeUapOJpYRvlVFw2hKUWH71
wJOtCNDQc5Tc99uI7hSMSCrIAiSold4uDILc0dB6UXsxiB9i5qYtbYnpwkz0u7v/oTiNCQh0tkdb
Jh/mfQFN3dZPlQu4RRvVUfEo3FbZ06CcHjvivZvDDp57uE1GikUeGaWofRyH0Be66NFOhKpXTazA
eH9s4/4RMC7mygjn7EkyKIy1nXL5EX3CHYKzv4jf0lftV/MZvT22df/g+baFgdZR63aUwrr9PClQ
e5h4HJRLteiiD+UjbSge1iZGVd2nKFqreQeZjG2bWBpq3uJJksDS8VoWa1MFQI+WO4xLPf5Fk19y
5Kz/zw/ijl2rDhhui0Xlwl6T3snykIbKro3RbJTXjy19zyDcnnDsMyiZMFcylhz50qacD3UpRKpy
2bbWD4jPrj4UZwD5i28HkGN7L58/P796eqmpPBPO7iP/rWHuUvOYlmLeTVYuxksEbgM7/PTWsyIo
48H6v1cHZevbLysoKSaRBglG9vklX/9019HS3JC1uQydYPF4K+8LRaMb/bOVaA7fGkMHAOVZZL2X
plgJKAwddRCF0SWYI4KdRr2nBkowNpnbx+mTcmWWCy5xNpiDEGIjo1f5WbIUK3DEk74nexRUZ/zy
LhHhVshdombOYjFEVLjY7LRuXslMiYUfZ0BQvt1B7gLVxa6OKhd+L50SZoWS7T/1iV0PlgdGyxKn
MrGh6/Rr6B3Mi898vfHrcK6Cy2AEMWBsBbUszh9zmbTo6frqpdgRqm/dXeW4R/jJstz2y/+fLb5t
AYhIwjTVVS7CstuFNv0FApnCyXbd04yhiUN2vSi+aFX6waCQQEeovhTPC7kCN77wrjyl29KubYNC
yP7Fd8yckqdydvDoPplEee6/G8ojJRrWyb0CJt5L4Tve1n16osOSfKjL4Uu2IDQya3BurZxzMt/0
oqjApqp0WAhOszKXBY1m7tj7njkYi65Xxblokmd9wjqiXForXKdPbO+B6sQusKGy1bz4m/qtnMkq
Jy6DG4vc7QSBnAKzRXBMY5nRXefMnOnxB9/4PSY58CSESBRGEkYO49uoBShzJ3ehol18HRTJ+ZsX
z53quyA8WtAhKDsGx/GGvbUQmHEyvhD1S/5D+NIXUKPSHVJS8FUgFXcgjjGXKd95AqZ0wGiIdxnq
FKBT4ZZUBBAHCmTRey5BMfRc/A9pV9YcN85rf5GqtC+vpKTevbYdJy8qJ46177t+/T1y3Zqo2fqa
NZOXmQendJogAIIgcJAjVVjBuGkWGJFrVqh0QPmy+tRZAc8ZXznIGRmxHvjqkChGj8XlUgMl9Lsp
Hfyzke9M3HRLhK59+8Gx6vnUutyyGQWpYTDY45rLhpOe5wdFFGF9Whm4SojZcyFpahQebNR62ulG
bCcbUGNyvNaaVFG8iBdJ5BIwWoXZRgWFNQ3IJP0zCobopJ/wakaLLCJ5sJGiXwoYVG8v80rv8ViO
/M6c/4Q71tnip0ZRgkoZ5eA87kXH3/s7yek5qe7rJOuMAe1HAhI1B+iEv9yvVBhQmtipwTnYqfvh
OBz0XX1U3cjhFatfH20MEiM9TylHI1a14Fy5wlbYRkdzX56qbUwLB92gj+FO2kcgSOXI8GtTGFW5
WCDjFGMxCjFbCbD9PngItyrNHqTH79FduTNdgRNLcqXJaH8WgF9FyPXgHN+hK4eozxOFLE/lNt/e
Vg3ushifWMqi78UeliVszY3hgtbnAxeeveSI2+AkcAK7VUVcKMls9ItraZ+aSpBkWFZ4dy99y95z
l7eeOba43iUJISO8FvwGE3tkigWmOlEJziLtHX3vb4etssEIDp5jZJuBTVTum3gpQ3nNfPO90nck
/cGjgQLhc+5MrkwxTc7WDt1Bt+PdRDHShuR26Pak3b5yNuzaZc2sCnhAm0lg5zE6lzJscxAUe4Uc
fam//6ThJSX5NDbqIaJ/icTsljpIlZ90QGrsbjcRzy2cb4pTH7g8DtcH5+WSZrVZqEXQ56E3zUtS
cG26+9E9/HJNWzuNbvDkf8fDGO8Y5YmQOdUwG24SigZ4IzyVQA2ndVsbGVXp35sxFob5FiKYjjGx
RGOAwiRVS8xViM5Ia+J53ZbuzHvJCUj5rD7d3ix53vZLxb+EYhQ/DycjQclNdC6d6pi4JU3sHx0I
SdNt6AxbjGgbH+R7877coU0EpKLj0/Dro8wIr+eG9ztY+rUoxXlbNvgd/T7ZSbCM5mg+4v1LpKOT
ub7jb8IdZuW+xTsUeN9Zm7mDPnaNHVepZu28IRCdOZACszQRYeKHFHZj12SqqfDUfPv1PSLVqdqE
rud4TvSvC7rm+YqooZ6rgNFKrjMmE6dy3mk9NKtzUd2gHAM6HTAM2bTF+/LYvO9p9Ficym9SwTmd
rh3rJS5jQWmSzcks4Prv6l46zCThVOSo2LVrvcRglBm0yCHqrL6sRiAT+anb3nPq8o6INT0G/8jM
84yibESzl75AkEPQRzQqTEY7ood51D48DCLjGMv8EVY3liDM8YqpC0XVjgARN+re24j7/utNvnZD
FFi0G29TbyoQS0wOBki7uZ27/ZaXLlrzeXjXQc5PRf/lFUfOaDW+EiZ1ctazeVJ9R+KY47/n/WAX
uURgdCJpIzC0yVVy7syYjMVdamagtnOEmCjdk9LkHKGunIjzpEQMd4Xmz3T58uXORbIRtbWmxuda
eRxa9MWg1M7x+ydBOaogXJ2nBXupuMtbeVNpblSPJFNbO68eh+KoB6Bqyt3b27ymSrhBgEoBvwuP
dYwqVXLawhRliNgrWhv51clOkyR24q56v410nTmC3eMZfL6YoWsFdnK59n4yzVzvi/TcftZ30iGl
R39X/pJeopPES0SsKQ6qX3UE83A1V+RxRRw1RROW6XnCRFCZjrlf/Fb7NgSTZSDkv40GgwPswGim
Iwie67dRHkadJr7Xn3SpyWWUslkRLjq1kPyqNb0tNxxRrNnW8vcxogj1aPT9sknPcX4YsvFoeSBr
mdQdWrZtOfnIcSaoGugMMT1UeQnQhK70j7d/wqqEMOsetayYF3PVQ62JoYC2tCQ9F6a2t4buWahB
sfivMSxEX6jqARUmLo9ziLEIWYoUowWQB07PpligaDWSfWrlncXR4OscyTwRUgSBD4aAgZCF7S9G
XwYaWqY0O1d2Z0+2hHDW3Om2ihJ1a48H7y2PB/P6aWxGRAUJhp2iugMNM5cLy6RUFWQpy841KZH/
9B2LPjjvxWZrPPACzJV9AhTmJSBVOBNozX9fyFAz0CLYeDlqwOgDL7+6LrnFx5l1WN5gZGNVZGev
bvt7S6jkN22MqkehaFsazDtLJLEDA7Q8GAV0sqglcCSjMFbBwGLkBDaNmUoJrYtkrgUHpxBvBNX1
WwlGaqEoAukalImhRp/5hY1njH5hGt0Zja4m6kuCCt2u5fRYYvBA5PYoh7Ke+g4EnuGzEFikbAN7
rM/gOadjt/E9WxEcS0GdQ3mseATKX+p7eXbgtyGLhddy1CJabGG6OImgSRYqEJKW29KX3ML72Ypw
0dGTH/TUm7ZjVjuxVpLUcEMh3Hkd6rYkMK2VBCy76dtgvTUCiFVInri65gTpNgk+wcDRm/dmqzr4
1211mjnhOxSZTwXm0lB9bEheOAIyWiIe9Yo3QXVr7VQWtS16vzIMPg/uwt9pt6nin3r0ZvWkRjn8
bau+PjI1S5/ZPDCRDm0AbPMfnGgTdZLWn1NUIxBwt+uO2Caiq0bhZ62Wg9PJ5kfXCjwWzS9GPEbe
SIZiWuicDkJejzmrpdBDz5toohhw+OZpw24Q3dzf5dnTmD+J4YNikNB7tYbXUEC8HJDCkpziXvmp
72Rhnx7FZwxrj0yTRnfDSAufatJ9UKOSc6ceVNPVdFs6jaFhS8OjgYETTvggW64RNaSoyHDK9U0X
0lJ5sX7Lln1boNfltggHUBMOGzcxVws8CZc2nml1b3iV0J/FOECBb0sq9d5StzXIn9VNMJ3asiA6
hlQ+alQHFcCzbpzKmcEl2ph34N8JYl6hvHJ9L7j8RcxFaajUIR4Drz93mBctuX3pxuVDbFFwCdLC
Sjejfhx9G68i+VHf6cF79+oFpBIeMEc8bd6EzjYwqh0Ep3fhaQwc0J3JKUhccKzaIA5XvC0YIKE5
dGwOvt0EvNN/vrVcKArK60EXJCHQQMM1+qEu5Rn3cTFM8hCfNWJ7ozMOuLk6zyPRHgLOXeYqemKQ
mPtTLBuhWmR9fI48QdsNINOj1TSYdi/pvAkOVzeLGQp1VWg/QeIGNnC5qNIzu6ScpvgcE9sY3Y6i
TKYaCe+OfHXezDAa/BkGySCN/qUZi/OmNtsoQQU2YCxU1CNCaqlsgsfrtsp/5YzZLYLrwDYZeIMz
2BsMxk8WqSHX+bmuBmGb+Wou00IMvXgjlXqu0Xw00MuTNGq1mZK2rTBLPQlN2sdjXJGuFFH7JEyh
WdBMNrWRZt44RJjWYvSo/cLs02gTtW3n34WCEARkQMuOBBoyT34uC8WCamoocKepPoJJqGinMaNi
EGPIm1V5FhJSgd6/J5YQoa17ygKFTpnQ/QDpVClQsQKJn3NbGNfHMGSOHn2wi6GjAdOemUNOVKus
Ty0pOQ9usyvvFLveBG6IJ7ro7l3dJgPhNTFfBzAMInMF17u2mzofUX/jFsdTqOzTnoY7OLjJbahg
e0/c+uKriHc+KtHtC0Jv+G78/1J927GKCwUFUbhn3DVuX7uoLu6R+nPrzmmyV/VQf2ByQIo4mCPc
2dgZTUNiCbdHVG6CwUVlhCsVpjdKYZqea8cg6v4UUH3XOOOZ48Tnw+cWDCPRxAjGtGkRT7c0ffn+
/MkrKLvOdkOAy3Uwp19tFUHiFwDAfPVDg9k4ihMR+u9LGhkY5iwSjW4qMEgK63BAnwo3Y5K7AAUZ
HAewpoEXy2FOGC2cvNpKsS0ognGxJNf1iboziU+NfUR4DW7Xd895Wbjr4OEPdSeaznjPrhLNKlRm
OLt3mp38u7ZJ94rxvd8+buvbVXTEADHqFgxTBFqtMD2/lWQ6+CRyUpejatfPETMGLm1w0kisQ6sv
bQkxEh53xhwY7j3EtjvGx+dHbl52zWKXKIzFRmZZoqcMKEg7SMSVtujvRGnJC+Z8fnIuo2tCQzEG
SkBx0UEHNaMMg2SCzS/0szOmL77lAwWhrU+229s7s3KAIruHFheQ8KHhhaXDyytLKVWlxU2KeD+U
+2zXEbHZ0JrDJ7NqqEucWa6LE7RF6CsIGXDeJo9YJ+Kfm4Tsn01eG/ia0JY4jErniTKAjhI43qNM
a6rf40HF4ajaVRwITVtiMNqslkHbFnqTnQ+eRtDX9TFkvFTISrB2AcH4NaE2kBJoa4gr2ckbkWJI
8w+FPvOeXmdpsP55uZJZmotdEadG0UIJK4l2+t6tjnOT4s6ontSMPAcvvOTp2mmwRGMUWpIwu2Ks
sSh0I7zHIaGfnI2ZBX9jORYT4iZIFuqVjpt7s1PtiDf3bNU7L34/2w1UZCCVNBV8Xt9jXIbm6OSu
otuPkSqk/HbbLFdd8xKL8TNGpftdFZTZeaQIOEm6F2hpp5jtNhJuXnAtGFhiMbZpDWLX5V017wsC
AVeOCKb8uoLN0TaOabJJm6jXB6GaoGyNPTx3cGcVDW2fowLXBYCXxsnmRvJkGPsxhuDKz8hVd7+t
ww5NmZoTP49bkGfhavV6e6t4y2JinD4SNL8YAWiHT7/T437LWxLHbFheX7D6ip4iAuBNpdJW/QUO
od3tJfAQGDfQF6XQTiIM0zwdJncguGzzbJ9zzrCHWaD6UxJr2Pwe7BzlpnL2uKITzom5GgP80WR0
0F36s7HFlAij7mZNHml3LMn40bv7rUmF3cdtkXGcwRVhT+VPalopMBo7oJH1eHReRJH0RP1Wg/uX
8rpcOOfn9U1BqX1JFGbX5tqaidrg4j21k31BeSJcC3CWImScgS9j8INffDkDjXS2SSt3srVtBSYt
0lCaUI4cb5906OK53DK/NtW8AlPX2Y7JD+UQ2bp9fAHBPscv3D6z0dZ7CdN4ZdQ3I+SHtKG6q3ci
2XIWctuLgqj4EkHsxUEOK+geLqrNs/kQHKhDTV7jPVcRZlteHNlZUTe9APqPs/hJSO1OlAa4GHCk
dU0vcuFFwZZ8idJlipSNOsIosCjuPZOiAvg+oCFVSfee4X5qfLZHYZM5vAvduieaaxWRqUITACPE
2K8GH9kJeG+nsk81AcHn6+19WndEfxAY+aVa2ItinmRn6Tl/Emizx1hZN9rcBuEtgxGfVGo9eH8B
Ap1GKt7dKg9/B8CEUqI+hMiaACCdCAZBEfNX9HIb4X8o2j+CYssxrBbtMuMIiFNv2jqd7hwlc/Z0
5NUoz7K4Dtr+4MwOYqHQHmZNqmYWZ8gRiK+Rbd6/JA7HNjl7fjXtFHwZatlAq3pqEQEdboOzL04c
kP8Rsv1ZCOM5o6LTxsqI4GJcc5Oi/lkg8aa2o7tkyzPPOfq7JTPGaSZ9lSppg6thdDy0juaaCuno
9+mU0S0vK7buOP+sinGcUtl0faSFeNXbv4VEf+Ys5brq58vT/Pk+Y/GZVYdS1WJvpHpvEEm2JY1I
d8Id3m5I6lbEwXBa++kp/h1SYyAyoiuOQ1hXdAXJ45mDb57lcKmAstZpRdDOj4lEpsNOwmRXFBuB
PYzyzrpZA662bYHEuAV0e7YJJmpnZ/l36dMKKR3MP7QPw6mgW06wvZY+nZ9j/1kV4yGMNEvSsMOq
RrS9+LQ/vlMn2e4/XxVEKTJH91cvXn/AWMoC5MZ6pIMBhkHdz7R0b7uiVW+6+DrjIczSyj04iOz8
+mMKyFP66/n291fdA1KhM+XCnHxntqVEVTAYIBD+2oNtp9vxJUoJIqvbIPNHrvZ+AcLsR1GUVSEN
iHPMDQ7SzQt6Pv4OgaVargS0IAU+QuzgbSIqVKvZiFtOeLi60X9WwQ6yUYr2/6Pep80jR2NXd3nx
aebGK48h6jhrCEh+7TfaXibqlrPPPATl0tCLprBiNLfClaG2rnGevae/XALjlj1UuaFGBgDJQ0d7
2+Feodd91UJIjDcGQ1o/BgZUFUQ7Tz9z+tDb4rGinHVwdJV97kqsClRTKlDGx7ef1jsizI+/MgbW
5QaW0EjgcIWqnqdtvDnmLm98+uqxtRAUY9Pj2KS5hiekc7LzX0QSctPNq/eWBQBjz2ZeCGUy35PU
zWtlKwczmH1GaPMeBTkLYV2rofZTFJcwi/LOJ/E5o7yb+cpmo9xImyeooXYFFYWXVpGWHi4UjZIj
bMHNPKejSzKfp1FrwdEFyrzMRZRXoKXcwn/wtOko7k+J7OLdgKeakRfer9j4Bc789wWOlJfZIM6r
wf1/Nwts5OnuyoZoKG5CCT2IczAigJFXrCpZgBK7HDdxV05QzjqUHEe+lsO6gGCENY0F2FYEQHg/
Wqd/vS/c+qVwRFt6pfFHQDjWvnL8XaAxIrOKXJqaQs/Pb97JFUuqgkEDE4Rp9fu20fNwGJOsZLNv
knrGQY35QJQ76t3xLl48DMYqcYYImt5BciPVN94jMo02aucrUp5vr2XeZOY0X8qMzTTHjdEb8YwD
9mSSd9xkwop30SQTF2AUhqKcTmRkZTW9JAkTZBW+9k5NzF24IwriRb75ryWyLqAYkXlCD/42GVAa
umANXFrcgGKOVUcCZyTiN17CZ3WH/qzs64RbGGgdKW0czSvTiOUKtKN3sfvJOV7Wvc0ChIkYZdUf
2nYASEyi3WF0pjvkSV44sRAXhYlYRq2xjEAESumom1N8KKn/In2+jN84QDyRMXHLUEzxPLh+Fln7
Lm31Zyf78Xlbn6+rrcDNMg9JRKMm2M4V9ik476W+6g11viJ7p/iu2I379M7bnD07PIUnlEIcvw+v
4zG3UQfh3Mb++jZjTBfYjEf1Ua4sDjqw04AmH5Ud2nXhdHYVbFLHV7dtdchLdPJX/b6zUQpeD3an
UNHBpFz0rn7P05krJDygTUP9TPeGU+4VN8mJWZH0ZJ7kfawS/3cZY1IMSX9WClFHEr31x8y3fW/b
+ilVTklqEWkrvnvmRkiQwzVjGgzvqDoMq3MzbbrMiZJdo5PO57yLrhy+YLUAcz6obVHHyfqRLstA
AF5JuP1KdnGYNPIS2vZt8fIgGFvoDFxtFaufc+IydfXj+zOv8WItKr1YBWMIiiDro9yI2TmvyFvp
yFTxyTyj+dsjr7d3zVtdQDG20DZqbuoVVlM70a5I6BvYEDGMK6Hzu4uxSzln44qfv4BTL8MJK5DB
mZ8C7iD+RimU9P323qy5kIvvM6qvmmrSTKgYPU/3eOU3UNEV0IxsX/Ot/HQbaiUwukBiYooSlQuK
LwFp3Mj0VG/MX9u/A2DCCDXWqkjRp/kRSaQ/9YeKs4AVL3ixAOZIHKQ6z7IIpoLU8E51qoS8bz85
282zlfk3LA6nsg/lvo2hyCF67tyxdUZly8s33d4IVA1eYlSxV+m5AYz285RvVLt49Tgci7clBXLu
S4RYmRrTE7ET3ktOunNvEZrblHPG8pbB2LxX6p1klljGoUOi/qX/t5xkqHz54xivOnASqR6UUsRr
Sk5OIYnsJ8uJeZ0YvCUwxg0W/cwf6hF5H0wHRNdjaXecStiVu8LFKhjz9oRM76Vkdh/hHnXCrswr
O+c4EJ19dRrisJYxSwlFQgdxf5pfTUClNbgvvs3rfb1tGzo7TkhEjn7C4CvYX0lMQn1UIpRbrn9f
eUW7kBhj5UUOmuu4wZ684W4l45Q3aHk0XveckOq2X8fInEsTQQtarmQqFnPeNYR3CeFIig1xcdyr
VpTg42JnuxNJf4enpuQmkzmS+tKMha/K01St+wD+sKeK+2Puq9RJ+BDxrrscZ/L15L6A8VQj0Lwc
CqYR1xWf6UfucJzuKsI8ygfDDDCi4equo5vgR+gUGImBaqp8Itoj6T84UdBabTX6Mv6gMDteZ8oU
+pYMQ9kaxK6TbYnsg9uAXReE2TkGcWM23QZTekmOwAJjpDbbBq347bdP51283/PyqKuu58+vYVUE
sXiIIc1Yc0zyH6X9HfXVHKmuKuECgTkEcjnP/dIDQtMQiwoPhx7mevvEX/VuCwjmCEAzZJHJGSBe
sW06UHKP3EbgLYKJ9iI8DglqAx1PKtsNiXkMdFJQjmpw9O/rJWWh4UkblHLfA0QjQUdq3Dysexdt
Mfn59mJ4OMxhoLZmHZYNxDXSH9XkWmiKoI72chuEJzEmzKsGM6x17Mr5UB1d1Cba1WvFSU/xdHf+
+0JeYdcPcd4Dwrh3u0O05Xk2nlrNS1x8v9aN3Cpr7AcajQe7Abnw820Z8QAYV2BlE9614f/P0/Ob
9tS63LrqVdf8xzC+LtuLFajREMTpTFEP7v2dRd4wEY/gWTPZ++7tlXC24qtRcAHUDgoaegUAZb9y
cg9LDz84Ni5xtPaLu3ABUQttq7cSdrt0GltyRarhXSmjAh6aQ/SUdhU1Hp2KPH/wiuE5msyOltfU
oJ17IGchSnYdkW/7nmgft+XHW5x6qWqYoVSMRQmMaNc75usvaWNspt9/51++XsAXEsRkaavIDID0
FOM6DceW6Pfq7i9BGLtXvHJMQLsCuy9f4cDu0h2ariivPGftVXl5irLdhjhgm7GbFc4erA3aYTu6
a87lW+yqPw/qlgfHTh3H4zVuAQtDYlxBVHtd39VQvrfuKOlOeDyd0YX4EA/oLh72yiulw2BjnVLs
fKJ79D9mNhY/gHEVUesnGogAZiU8+Vt/rz6b5Nmwzf9yY/sDwz7dqt3QZ8F8WL+Jm8P4VaSCTsL8
521tX8/TLGCYmABD7LOi9LB7A44G1MF9vHs023Bsau31YrlpX5HYQt8xDDUbjQAyQy1p72B8kWfa
SCPiYSmQTxEp4D143DHclTGBQuiFBprjIEC7yUgekXfk0UJ3i+EnfylCxmMEGKs5qiFEiFtp+hJu
vr1n1HjgZdQ4vo99k0tEwTNSSfsq+R2Iv+sc8ekvF8I4DLRTDqk2AOKUbl03+shqlyZvt0FWl4FG
xrmyBlPO2RZeM7TKocpNRAogdf6egzxO34b/xfEtMBgLLeJQF6QEGJh8hEmvVNqrb+OBl0RdPSj+
oFyd6KWm4cFan2O36LvyiDr8udjX4Kxl/Ta/gGEMVDfBPmEgfjvbIw0eLKLShkj75m57e1++KlqY
jDuaxv/ZGPZQx+QG029y4MTFxnCMHx6ZWccIdcChudvf1edDtBNcc18TAzeiAkS96KjmXMHXU7mL
H8HYbA6uUL0I58XK+cF/xAAh/RlnyLeACJvU5p0l6y5iAcdY7hR4aHgdoSiHk4xuWVvq5iIZecNb
1mrwt8BhwvwwzXtMejbmqx1eJshbZ/v76fPz9g5yLIsd5VqlXRL6IkDQhla+HuSe4GaEZpTbKLMP
uKUmbKQ/WIEH8maU5IBoiPQYRfOfYv2FsOZ1Ls6KMUuDsexmRdSJaqO5+ePvVsB4h1Bu0N7U4/sD
ekHuMm5Zg3xbQuzBjSbwcYw1SOjrmdb96Tvhjr5HDo8NYa2zYWmxbOFV0MvIimG8MxxQt5Pp/URQ
9Ytxb9z6f45msad3N+he7vlYUUpA/ExbEjy+tmgSFu6Dh2JXiZsOr8Jo2zHOt3eK42HZ3nfB7LP5
GXq+hVvPwn13Bl+Aqwc2R6VXlweSjrnWD0XmrBzRf1bBv1pwOu1rc4h3L7HN9eKrHmCBMSvNUqn7
MBb6HhgHfZMdxb1kD2RU6Pt/u2ea6N8FXyWoo1j2A9BmxaEfhjn26jU5g3D51SchOFNwNN3enNV7
5gKI8Wl6l7Z1KUYzkIF5LugO5JUZryv4AoKJRzDJeZKSKZ7LkCREp6NT098DxVluB4SXZV7VtQUW
49eGZhgxYwty62J6B1Y/3CBC2+LFDOsnzgKGcW7WZE6FEQHmbbKn44N+3x4fc06ab11umNqJLn5o
M8YVXCpb3U0jBkFkc6lD5+bv/TviUlrbY05UV7a5KjdHIFdHwh84Y9b9hW7XEcaFCWKR4zI7ueMr
WArJw0S9N8nhnHDr0lsgMbFQaWVWF2lAEjER+z6wVcxlSrEgnjKs6vYCh7FWjFxtBQWjI882Ri8I
OOcEzhv/6koMVGhgIMjcos4+8re92sV9WkHdwCap0znumNPN/Er2tfN6CcSILPO8QU+9ZjbT+C7E
xKyuspvjz4GUtvwLGlEfy3ND/8tGLVEZAYpC46nTCAEqZHpLca9sQDLfISfEA5o/xOreEogJGAep
E4YxbfOzgbxg8l2lNXnKyORUd8WekyJcNaslFhMtJpHoZ02JPWtcRHCjI81W5dZ2AW/BG1qx5o6W
WIx31cYWSqhj27qZLXeLTo7cBl2/fduHSzztmP++MF2jViwM9gZMgffOmXUYvKb3mFQBle9o42AK
mQ83yKWF48EyzhY1spLRWPXsoCa32oHk0FbfVQe1y42T3A0/pFedP99+zaiXImVcb5ygfDkGnyEs
YcpJ+zo6hmu41lv/HlAfD2WGSUXNSR+4rUZcxWH8cdgpg6lVWG4FKaOBjRYHUMiAO7bYcMkoZiX8
3wZxNVlFSRNdTtRZcVx5Zk4/utJRp6nmkPGZpz1rQc0fiV4NVsE1OxIatMlASZMP2fHJr95ud96B
d31aO2CWOIw36fuib/QEOGAh+pk6gfu7cbI7GUMkuDE1b0mMP7GmuPD7HFCTq+L5HwOG8LCdoeqR
G9zMX7q1UYw30QRVFoMSG2WYEdH6zlWU36P6aOHxMRPtCnF1Zevdtm82VvteFt2/pq1GHhUDU9Uv
HjWwPTNKmRhhWAX1OFcQGngTUnCYOgVu/Bm97WPWze4fnK+TcOFiEHFrgt9+4dQ/eldyss1/qB8F
bSYYskCgbqLBiVmKYKpCkxjDrIfofZz3TDhp7/wphmt6iJmvBt7qRRltYYwH8XtLqH1w3YKtQKRu
Bu140DYvsftxW2Kr/mKJw6xHk+ox6AzggEf/F0btknA3utZGwuOzb/Nq/b82gFXEBRq7QUOoqqkn
Aw1DhcnP4fBret3z2JLkNbe0BGHCkMnrqzKY3VKPEXUpUX7hOmfrIwGXkX3/NNkubq8P/k5VneEz
2u6tHW9ay+ozxfIXME4kCUU57UT8gqnba/nh5fDo37VEJHf9DmGXydH6tRNuicb4EW9qY0OYgKaB
dQCJjPateb+tJWt2tURg/MegjgOUFIeK/47aui6gxu42wPXMZXiIJQITgxjyKDZajTVUtjyT2kx2
hjpwg2i7lLyd/MeQJqR3H1TfHl4c+32f0U+el1y7mi9/AhOftIJhTb42h1zgG4iRyJXJJ4/bnYfB
BCNGmGKWyxxqta+7wmmcd9/mLWM1r7lcB+M5yjprRlP7UgcD00/PqCJ2PLtDtcmLeLAebm8cb0GM
+wgSUcrT2X0o9+4MM9ARDx+3MeZv3HAabPK78XOvHhuck0gEye8qSTG6DbMV7NsoHB1n37LlcZLD
IQRKD7UDufMU0LvP2xC8hTBuIVOH2hQECMsOEeySmE40RsUUr65w1R+AL9LUQV2oauyV3IoKKc87
MT//UNxpFz+o29vLWGNnACnqPwDsJbwQMMw5LCesIwscV9/rdAAJRETknFQ41e+yinLHpa069QUm
49QjJfEjo8S5C0Z4mhMdzdpzdKvbHRVdWt7/7RqZvZLLvKjiFEJE/K5SAUMR5ZfEjal+7uh74Ag7
cW5w7TYcLVw/IUGuL8uwYUVhlb3rCwVkmxLSDpvOjr7XNBBJft5HA/f9Yy38BLXtP0iMRAUVzmhU
gKTJ0PjG1chpyO1p08rcdiIeFCPM3tDzQQrk+YRyIzs+Hfeg0Oe/ws6fuXIUixUxByHofEMzVbBn
dbxFuhizn1Wi/pIc2k8uTz94WMyRiIA2K6IES5rcDozjUQBKOYXW948hWlR4OaLVN+3lXjHHY91r
WQomTbT6gIFJcdKjVSER0GzmWwlKBg/5Fs9lNNjcNvRVf7WQJ3MigpV1yMUOqIq5qevXon0wm432
IiYvYuumIrmNtvr6iHQl5n2BcxnJcUakcWGIghgruKXc71yU2/Wn44Dqsf/yYruEYWSJEXgFqA3V
+W5ukVYl0qH4of/k2fFsPde6+GcxjOziBtTxko/FoKavJMHb3Ax69IjxCnbD23Jb36U/SExM0WLk
71RbuPSITur8TshxvkLyYkzu5syBwOJqVVlF65fz5tjJ8ZTZYNjHSa84PLNaP7v+LGZe7AIm8AxV
0APAZA+2O9itU7+UO/F5eO9JRCu75aSv5199Y5fY9zMhwciJ3IMVv00ZKe4KVHdmXI6pL599haJi
hjnYTucx07N7XCxKEkA+GpTQuJlKT3LfQpu+tiGNt8o2cOUzKvN33VPieDwlXNWMBS7j4VH+oOpF
AtwKLxo/ypeH8uHxtu6tym+BwDj2AlWMkVYD4eCd0HxI4dc5O8RbA+PTRwy9x3MZEDB1Jd36d4MH
erj7vt76/X/p3kWK/M8+MQ5Iyyp/LEVgoYHPlp5Ekm0eed2Gs3e51AWQeKvoEZcwXsu46rhTVb9J
ckttz/aOd8zOP+/Wpy+3+/bGXkfDlz+T2VhtasfAn5QWjCq1m556l/IeXHmCYDa2BwV076sQxM+n
B15dKu/bzEbqQ5PqrYFvp5Q7J2zlfnUpGvb88C2hBZl2e1bsp9oGXY9z9HH4Pn88v97eg5WegUsk
5gwp4AmFbhZRTHZgLe7JAQ7jWbeJS5+fss3hhw17c2wHrYcOpyLw6yH6ljIxp4qHjsq46qAAJ/dH
/xK+mE5Kf4N8+mR390+BjXHvO7oNnx3a2s/bu9T2qO9au4/bEuDtI3PoYGpsJHYVfoT7hNwo59y8
PmoupcscNW1njuJo4uMD+c2z8pW02vLjV112Zqtpte9r7fk1doS7dFP8TAg43KMXW+BNULtt9my7
3d8IHPMuL08qWfKmSpNngT9wtpL3KxlzL4Xa88ISuvzXX56RF6drN7WK5c2uCtzRvMLO2wqos7SN
oyCmYT/iV2uEEE5WfCVPeakjjHlncdqE1qwjYL9/qi1Hzl8ek6fGRUrZPn4cW/CGjoej8tpo1DgF
P4OBRMeIR8X/VWv3vw39qq+ul7zRMGcbwzBrqpAYUxfd45zXrkm2Ld23l5Fsts7nX6oDY9mjYWSd
IEKwA6GcTys8VWMMeyhQ+Bnr+DYuZXFJ4sd8s3fujyN5ovZjS47bd/rx3B7oxp653fZKZJe8OJbz
E5g8922bvB63hImtf0IG/Ss0Xyh4GEho55iwnsOPluCFO7Ldk7eriEyc35gCcBsNc/ZuhhH6l2tb
wPWyNRl9ArUsyc62yG6whZ8x+YjxZFpvBbKrXLQVpiQviara8d0JBTLaTnB2gXvYjUhvyz5Rft5r
d29NRlv5cB5A6o9pualz0ojok9LxC2c7bdvNW725N0VH+aU/SpjutlExwndjHRXM0yOBSUIMnxz2
JZgtiHmSnsAKQvwAZanJrk1I86B/Sqii3IF+Af9gssPDgEmdGP21SY7fPpUIT/TmXWVLz3VmRw+d
hxEeT9mxaJz81fg/0q5st3Fkyf7QEOC+vGaSFCVRkuXdfiHsss193/n1c+h775Sc5oiYHlRXNxqF
cjAyI2OPE3ZOG3wu90d/U6LvjogoI/1GsrFbtKa56yG5lG4E7Ps43OQzXtrngd829qawPw2iYMJ1
i4oZ5XeldehBNIydwYxa1LSR0lDeeWvaD6eSdHcn3QooEtnYRKbSwCzsSCfP25JgwTSsWU6HE3p4
ba4hW1vZQFKNlCIcpYANlsibu3GABXGrbULL0ixkpA/G2d8XGcoYZ32XWoD27O0CpfPkXcEGvYmM
5iBQ41Pbi1u5IUqKiu/xJjDzgWzVcO6bUvdI0J0brNfsPfNDwXSGTsqeum/8e7rZPZX7Y2kqjyex
szpyh/VpmZkC70nacubZ2xUP2r1SECCuAtIYS4MsDq7xBoDDAuoa6rHrzdHhrW27e8jf05oqm8Ck
egvcmNDWjrB9VkO1AkhemGtDiwZkBMsE4gnZO29rFc5dTyRg4mZfH70pnpyPh/5JkQgJdqa6G7f6
LQYuduiWdUj1qfZks1Mh/BNHmgMlGTwPKkN1/cGKpntNInaF1RXRp0aNbXREq8uJWHcVSazSjE0g
fXXYcfzU0Q57nHax+dUKgIFyKrLdSQc6nY+hzRPhtnoIoAHv4fjiPrrjcYu/bPekGHBoyFx1+BbT
pzh9R/04KugMojp+KE6Co8+Bmb1PGxvo7Bn+V7D2KbGxa+mJQ7H/w7Py9x4Q1wmac2XSm2FhGYl1
dJ5o8ilvTvn+2FJwCkAJDSXhTYj9KPfFxrgRhH1CWjN++ISVGyH5rucCPLY4fGBQlMgF+eAdkdTO
pNm7TbLLya3x4Wck+ArN8dmzH7QbrKwuHlrUXHc5Ro5NPDSeDBby9Q6RNrstl5meD6kMrJZmBxS8
N1T5eIsp0GOl2xn2Z9eadU2JkxAc7R9kQrntMWnIeKr3iVXFhDhbqwRIvGFiZtq3xBsO/k58Kogz
Ug9n8wVdBTxS0uwfPp7T02NqD+fgEL2Z2WBPDo/H0CaHnQr+ryu0JTOrAMhI1mRJxpAvqz7VINI4
LvQ69OBKNp7+QF7D49yQkZhNSvSTas8w8MYWV7UL0fe9Yo5W6TM+lTDVUpXIRgf4SCGlwj68v7dD
4Om3NnqHbvJtAc9ZujGgRrPDSgTxzRtj3H/wznhdahpEfKaDdjmS13sDKAYh9QiylM71Q15o7sEE
wsUhzwbxwmjwvK9hHJzr7p/N0DoA9UY6ls94LArW+WrrNa7f2bWf5JgYzNebZFIr3GlRkKcX4TEi
e8HGA1hja8H/A1sSVqpIoqQCou4nW2LRBWLn+f29QVDtz3gbGhKj9PkNet0j4GGVN6sIcgsVgJm3
vzSZo4zLqE19HTSB7J4FMIPY7RLaX/0Kb2suyk/Wrl//2s9iPnmQcjHqCngo5u3KV/5O//z0fZiL
DvxaqLDObXbADRJbylEBcH9P8hUy4hodxhcHBFnO1QnoPNsAVCPkcOLo6+Het2DqiINlS497iyd3
j84avuKChP1w7pg424/rUkjn6AXFrLXoZc0TZgegNH0oem4OXx73nW0H5n2EPpKMPN3DAbFviWNt
lc3uMSAUUPEfI9355lq7zHcPOKOBfvDHOOOeLCZlM4C/Z9M83H6cTk5JXuBa2vucpBaaKG0bcp7T
fbf3TKyaAv6bT8wJxVH6tTkP1LqzdvL+DqaB3ITm7ReM9Xb36XweeVioJ4kcDgFcMEe3rkv09yTp
le9m63Cc0dUAbIAXLNgnzzxsD2aPT321FadG2IBhtdSWiIsNhvlprYK/8pq+44ELXRpNApZRz2mf
lFpr4ib/LsX9eFDs6JXaB9lQzsGEee+Tw3Y+6Q213u/REhMQuGmZ2ZrmR4hYcEROZ/bWFJPCtVIJ
QqeV3O43jP+1Q/6pg/5LKtSEi0V8DPYumNvn2yf/LG+fNwdzW1L9piGWs6HkDv/F5AzaClTLwgfS
jXOHJZuAyXDWpHXlMbIVKC7QdLWbLx2IimumeOaF5dVA+l/CslSMTPwyJcHop02KpbkIWCoBblD/
rDsYE+XMer92y0va7JIWo4+VAH1lgLTroDVDq3P+eORuvsvrT2TJucCq6r8cMbp59MI0HlQFCE/0
EN++pzR5wzTDKgL8AgQArOEFHUY3G4le54YCOhoCvt56ld4rrAQB2m0G4HIOLfnYckqsh6/Kvs7g
2ikyqrmtI1R4k+9T5C3/VYPtudN6stYUt0ZG/+ljBJExTmEB9szEI1JKvD8phCLBC7zOzmKmB4M6
2CEqGt9LC38SUgItzr1Bh492EDC8BXtQORwizgDNQRWiiNT07d7RtsnnjLBQrjz2pYrCJXXmrQuF
VIxhOVNvb2/rbWZ9XGdvMeV6SYAR+jGpK6GWQEBI7XQ0c80SPfrib/naMh5Hz8TVrS0u+l9oAh9S
EzUBu86Zu+MnL+ZGA4/6YACeSN1FSIw31mTR7OEfcfeXEmNHOWxrbaUI3JneYzSZtYngNTZbh8eF
cSuZycUU0Dyd+2+2WOMHCPGs6kKwVZgK6bFzUiDelsekEiD8NaASkRXmlozSJb2flav/iuVh8lMB
zCUvk6McN1REITbY+XfX6SyFYtAkf/liQzEvqD05RDiEREruyKbU2ZxV7NFKIe5TLOhKDh78CsT1
uwg1dPVYamRNqSy59z++gXkHAba/1MF8kSMSRrHVOLorWHfl+//7UJn34EUch+l0XOKIHTqYH8Eq
HftBP/6DSf5ZPf89VMYMRKJYGt34zdCMYpcCaKG3sV1rs8rR/Jp+m9C/lBhDEKq6PCYDOJr3hRqA
zuowno7pueM8PefBV4qQpwgxULlKeU1AGVOQ8VxlGML8zm1AV96oJrfxQVG4uS6gy6bgL4OMOonk
IOMCH6FfipmReJMAc/ktXO0mEmcRu3aOjC5pJd3AyiXcmHzukVHFzl8KAGEUGAs4tgb17BBQo5sO
2nOXHLitf6qdtX6+latkGy8Srk5FT4ZtHWn90LbAjFH9wlQDq/O+/s9nCnxbVRZFOF4AuWWuLu3H
oso5MNvZzzVAwipMHtyt2dbl/McFFebm1NaYJh/bwO8fDRLQeCADEFt9UpsimmQSK7T9u/F9lerC
Rf7gjblIOU0kOZUhlp397VMiVhUs5CLt3ermjYULuyD1a9an9sTQL+e3lxIes7GKJZp3ay240hoR
xg4Iqlr6PkAeMVxh7LOXDHmyxpGt8mzcTudEn0eY0e9GCzgqufNVnUXHhfbOyO4BOVLTxAiqCfQa
k3eM1Sb7JS/0xwGwtiNPxyybbxhnzeu0pAZ6ed499+az2D8V6AAkqjMSbjt6qKJdF+Elm6EIaAY1
ZAzPYP07QztTeD+OIuiFkWIW0HPdt2LVPfyecGe0wg8ijGFK+6hHPyiIlFZ6NI7yqX3wd+q23ChW
eI4x0zvbxGNmOfsBqfCvFg1ZX9mZQwqdjBi0WEteLIUXP76HsV9GrAxlreF7KvsgWrxMNoPVHRs0
aK2Nl6+eL2PCUk4rWrUGKdOb6zAxMJAf7oyXtYhpQb3/4IixXzz6bRMlAJnDu7+70SEyPVGt67Ky
+IQuRIVRd2Jb8qU8gkZx47mVJdtnxPArrvwaH4yyi1Uh8vkG2ddDdBNaf7hNhRDsn9jcH6fFKDeM
8YhRxYOT0qqt3GotNGHDvKfrC5WX3PhLUmxDe+ILgwLD299jRploe2nvo+R2zO3moTis8bWU9PhB
jFFyxoReaJnD6Qkn4ZmHIjlsNVQ/BdPGsOGrvBsP/i4xVegT86Xd0uxNcXLKUdeSZALV5hFabnfB
QUIdCkUwy7OPO6d7uS5FS+mvHx/JapygE4tkPhF9wLDCUyih+IVZZ623884J1E0rkVwyw2oDzPhI
OIUjmRQaTLTiaZJaXoTiERrnx8KKAjOadlVxrssNX9ytfOb8GVd0lsborAgnqTYNyg489XbKk78f
viufG4vfAyDYiQjFAb1/lABECe3HFeLLT03VJAxZyNhew1zkoKqjkge4yJH2b8+oVfakQcE8M8Nd
f0h01PcmWkzECu/lEyxXiz+NSb83zMJc+ZKZ0q9jwA5YFW6OLv5al8mLnORz2CwJxzjqkCgXUAZH
9faz3N4MTohRphfU3u4iIu8xBWeuDTUta+q/xR+e0dSZVHlG0CGskloaf2LxaLrFI71b4XJR61xQ
YZS0HxeqkPk4bp5WHxyNX5CVX8PFXbYEF0QYFZ0AEkrUIxCBJ/GoYkgnRDTY3/PkfP3KFrIhl/Uy
Fs265Uu+kgvQAebwrXgnIQJ0rlNYVmoXrDBaeqpSPW1m8YRR606fL4mTmyu+9epxMTpaUjDaW2Wg
MWJzhuAU+25Xf9Bos7YHYfGp/eXl+zsuUuJ+0KFm9i1hkO5hy92qdocc1fUTW1Z6iibJKhJkMnK0
eGYXVEKZD7O2iHukTYEt4j0aMZX26BWBW63biUNf5nhMRHeWjCyB8lhtPlZEfNnJvPgCRsblIPGb
SQr6++chI4AS9Hfd3kDnwjxWFxF+nx30I3AosXk526xGE4vK9II4I/ujIcncEIP40GJIe5sRz7VI
Z1krSnuprRX9z5qqyFh8ahgyw2QYBa0UKFWPNyajU6ELcacA06BDhl1sh9CRdyVRJrN5aiNS32OL
4L4oobb4CGCR6lN8h387xVrX2KJ2ufgohnmUerRJTTr4TdjZlMRUvn8A4H/9dF3Elh+MLkgYcBFk
SfjeRXMhYtg1k4UJFojcj7sJlaQX+rBaaJiP75cx0GEGeF7FtAG76tzDUoQh8IaZk+xZfd3L5+Sk
bofbISUZdvW+ntcaaZfyCQpG4iVcJ/JAssZcaI75dYXzkv4+/Iof572zc2Y5pK799OeIKo5PtINw
ntB3cxdsioisHOls41l+ASqKOoQuqookMR7vmPP5EPFpD1U6Yr6iuo8tYFa6PJa3Dpu7tUllYVYC
18gxajXMhSLU47IH3Ax2Q5RHewCEv4fuK8ptlDU4tO9a3y9qIvYqKJqG58Ji9/hZ1ZeZDnmpzMGO
7puU+hpVQS1xLOq+vExwBvMXHhPRHyvHuiRG4gVlxrtpvMnLw67u/wWLj44qd85sYAXuh2iLpESG
b8UkLr3AS4KMy+mPkpdzLVgNPHKQ3IQoCeHtZk3JL2k5iKohadosNSojLl08TUkFAHF0s+lEwjrA
MqO1fE4L7DDm3wbdVjmDYtSOGsB6yo9e8pJyzqi9RYFIumKXC2hvzLqOqLkjBBjm51c+cGHWT0GL
9d8PZASsFvNQKubXhKek2fHOJ/7h0wNkxotPeScp12E/l5yRS4qMFVejrJN0HycvAfmu3CU1tHIt
zV2InPesqtvjdDBQEApoBx8feBSrqLZL/qsIncgbqmooqsZ8QBBykjZG+AAFeJXurYGhgoEeudU8
7rKm+ktIn/O8F+pX76txamYZewSyO4ainmMiW4ad3QnALt/JkATz+CbuC9pmJNoZN81hLce1VIXD
9f4Pr2zUIHViF/MlPmE/45l32/6zPBRP2X7apNs3TJFivb1jRZYTbbzjWiJpyY0SZVXFdKWgib8A
cafEE5OkGBFSl3PWDL1+q/0sC8PhEN8LGsxdynqCHrwcNA7NTRbTOZeyg+OyeUBekqCFhjPXUh7L
L+YvSbZc5Qll0Y/91KMQrexTRGFzs6x1A8D24MCZwrZ8Xy38LRqdC5KMdvS8uBi9CEbWnNea1Wds
7AbmGEaNITXrYDCL1BQJS1IVVTZknTlTfko6bCmRYdK3dsjTzAT8kXrq3eY12o0ryZ3FaA658v8Q
Y02O16bAT6lB7FFDrgW1YQHrm0QAEyVrnuBi1vySFHOKapjEwKoV+3tv03wAQCo4itq2zm38Kq0A
5bjhQdlMSDv27UqlZanEie25f7lkrI3RJqPapyDd2Bo5RaLVNAR9Esm5QU8GusLXnKRFz++S4HzH
F6onzco0xr6SOccUCUgxQsEBZo1waF38J5ZbUeeFfpKuiSrjysaIycbUUGYHEFAmaKeaY4iB/hFN
J7DW+woWA004CrKIGAy/FUY6pVjlOCDQQKsMEhqB9ZbrJsJX8XRSU+xAJl2bG41ZpBpASDuvDEvS
JJVQYRGi3qqW14rNl8Rpwp/rxyDNZH+5Thi51ectyYb43fJ3ceD8FHO50MfDfYKQTaZC+zyKu0Qi
Q9sTI8htHZgyySsPAFYBkzX6bTT9aWNSSucEJaLkWXkzEvS0K+V7IpzFjIjjE1J3Vl0dcukrFUua
oC1TfI8LEvNoDCdxRtVqM9ZbQDVo6kpFflFxAyAHXjYwoQyWl1yJeK2XouEeKwcj9bO7y3LAkr7F
d9LD9VNbvsy/lNjCXKkJfiWKoBRtDcB/YxLDfx+HXYxdWLi91zDYRMhq9dsVsgsFVgXVuf8w+D2O
eHFZs7fmA5xswKijgB471OkkumtWM/1Lns68NhmtGgb2s2qMbxUN0sRzqCHfh1hkOh3rm7Vc2He0
wUrdJQXmMegSl8cYnxnutRz9qpxH1NEarSrDOEi4m9zBIN02OxUyVZ7FYJsEG6/AXAuWs4SkHRzA
s9VUlExewmrR/sAjnxZBWic6Flvd33A7LIHs1GOim23hGKuh1JJvDJ0o8ZIsoKNKYZWi1PNxWsCQ
Vmb6deg4qm4L7FuxaPHZHdbdviWpviTHqMQpk/uKk/tZB8+R2+E+AySYZj3NdRHd+rpD0nQ1ybEk
AZc0mRzP6ClDjU71HnvTkUc8AQ0sx34XdZsCvMONzdyE7+coa5A8i47nJVkmRM6KNg2nCWRzYFkD
D+IECAWoIiL38O5lc/aMeKdHQ2O5z/eVGR1yC1XOlfTSkkacky7oAVM1rA9nZDNXWi/Va35uL3hP
TM2a6FuyWZu3WMxhXVBhc3VZhCDOL6UeT7kk7yeOoIRCsaqvIc1d7EZ7rVwbsVh0AC9JMn5E3ogJ
IKLA2GjJn9O9ab+anSub/k23kZ34T2CtaKslf+ySHvNOBi7j0ckJeocC+5XCgn5OxxiLvlGQmeOz
j7X051IsrgDJSRDwMHks5v7pOzRcXKRjB5dM7rzEDDREqEPYJJSbAN94nbdlGflLigmP+9HjRaHV
kfLeSM+1QkrN1DCkxQHMV7QneYXaorlRAHEoawCP1tFC85Mzv1FDL5DBmQnXtr7Nd54J83Kr7qPV
/sDlQ/xLitH9bTdyQh/BLRqxbXPYjiXxTHQXoISWWWZ9x23RNLAmKEuB7SV7zIvjy2kI0eA8B7Y8
bY++9ac1J7ROZKvle3mWAdbwXJBig6Cq7GuJk0AqSSEXDRXkwExUKqAPa9rFrVlkiZV8DOkhz0Pa
tmZj9dNzpE+kBwZZtpPkg9GbvYcM4S6st4rvQ5Rp1dpeS43X1rhP8r2nWl3ypwme6+JgBB8TAEwy
Z4ztABhjvpUj8qo8xe3lE18fo8HxkpV1pouxJTotNUEzFFkCStBPaUHiWNcToDDfP+9feZXm6Oi0
6NkwvwqMz5mrTUrfXgd7ppf0mOvzeCmvO8kbgM09ogvSAPbII0p75vZ2e6vRG+vpRRsJVWji7JoN
8EmwOtk/YRbh4/qb/Ha6fn0Hej/QZidKiiYz35HHWHeb6f14//yMnMUEAFXg+k0OWhUGjI0Ql1hv
EboJus1dQYvNFzaLoxa5P1//CvatomUcUKTfXwHskrnn7+fpS1Mpi1Hq5W7TPvMNVt1UXks0odiL
RrDLUyyxDWtTNrCmI7zV69tg9KoVdcE4DL++gLl/wy/DJpS53G1lW2t2cQxDHas1ibV03/myOXGb
6zwzOuPfBHVJkngNnftsLl0GKCWvemBZTpwWDXFB6ni6SK8TYV7uNxGJx+pRGRNmAL9i3KBhyjJ9
6KLcHZQPadh7uU8nFT7hCi9sYP8vOjMjKvBnZFSsf94f3/nBFI9N7hp+Yuris0ETpDkFBQG+IW7E
9y6/a4KQXGeOjfG/qYIeJAb+D7Q8I7v8KBcVN8m56z9y3C5yawyw3/OqnWaZKW1GxF7lhxfaZbkp
RzrIZt3aK18wy+XF6/n3F8iygQFFZBd1xlrzEwqtCDBzt99hLNuAV2IQycZexJzYYkQwRfsWPpdP
16kuiSqmLFRNkLR59xRjsiXsRuwFLSjcRAJQYHIKgTSWFDlNw40oHQp/bTPCEj1DNtCGjjoBhIm5
3LSvlY7zpcLVh+Yhrx7kPDxkyXNWYOSaM5yhblbUwdLTMFSEOoqKAS9BZk5VKLAbwciD0hUrvTv2
4thuk17bJdUoONePkgWH/b5AAE6qs4vA45GwpGKkjTEFWKICIdm+02yxCs+psDJRsP2aeJsM8/j6
zt8329iRqedUwcFPXN4crN4N5DWBZkLVX1/DnLRQTXGmJ1HpSvlLzkXU058j7xB52qZWObsolV2U
NaQrH66fwuJDujwF+efzrWV98kYFdIcB24RSs0t1yhnEGx5wx0JM9ZIzDf/ZT2zhthupmp8qv4Gl
X3lOC69J4Hke9UuMU6PAOMvFRaTeqZGXFVhD58bwFyLtEFVYLoqKsaRgDD9f2V3BdoTOhy3w6GlB
d7XMSwK7ic7wtQaAcEXpYjkzXu5j43amgqb83JkHQl/fBeydxig+cNr/9Sumnx1gVUdTsDziwzTz
8MoHa0QCkyfSWhJxFjxGs8yxMrZ36NjhjZz+z7OIxy4d6wFnIQN/wahbg0zhy6QMN7U2YV6CI8V0
4ICC0MdIAiiJ05TaygEt3IakAYgc+CAattSzlZNYTrIUW9tqt+1v56fuk2rcBsIpytaKNAsKBu8c
+gUFXkHS2R7UUA74qU+72u31Y8MNppQcah7dmGjuGpwm2F6X9gWbCGoqcLRkWRHF73j6Qsoircfs
dTfVLmD4xQ3216QkXQNOYlOy2FkDRni026PkBBHTGB2t1HkQ12kRuIn/KiadGTu6To2kNRNRI2Fp
dkVx9ISVdzzbux8yMxOd03jIQiGdx2ZLQ4DnGkrTBy4f87E1dWLmcmOAtEBXxYcsFYGyIkoxbaX6
VMdTuJIc/iUvaDtAy4WIVjEFy8i/39vFuQaJp6L/cArcMUkjt8dQE40ByW4ZpVbt/N5XSTy26Yrb
NmsmhmWFh+6WRNlQeHTL/Xwm0VCgKpRJgZuL6Hf0hJeh7qoVtfxLPAVYd6Q2eAgMhJS1t55ct4Oo
gUYQWJli8THRDNuz5eTVL1bs0cIZ/iA1//nFGUqxrk86Vpm4EJW7UAKey3ijdLdcKd8I2e31d7BG
a2b7glYutmkrYRexm3XEL+7EZ//D63Z6s3J6S09B4YEwC6GAB4EE0U86XQsoNCUTIBfRU9WqVA6O
GqB09n5sJvu0mZyh+LzOGVuBmV/fD5KMPfPFjpNSZZaKYrgVJH6P3icaDgqg+huq+y0Nw8ZuveHM
D1iZotFJ/kzjeHP9KxbP94JvRjS7uqk0hQPfOdqkazt20oPG3aytYJp/yq8HgMwD6r7C3MPPsNrV
0VSMIiSmDkaSpBMNtfMUT2uXKK6QYZgZ4ybL0OIEwaw3Yl5tQrTgGhK3EUKgEh+E1szy22oi2KV5
/RB/Kev5Ji/YY/RoLqY9Z3igG4ifgT5Z0yBTJKrTqlnRXr9D0G9KmmgA3FzjdYXh0Jh4v8mmMHRj
HRmHsJBDgOEMIUVl5k6IhJCmcfYiFOOfvEGjuJQbBR2DDH2pubpi+5d4FhRF42ETRUn6nrO/eJhx
FQzZWILnWCx2SmhhnMoy+olwK3SWdCewkBWEn2jo4tnUX2uUoVrneuAqcVFv2lx80nq5NK9f4JLy
vCTCaLQozYVIGhUwU8UAWKL5n0KOqS9ElA8xlVW0a2n4xdNTgVWoYBAe4fUsyRen19axFA4iuDL4
m3h8MQANpam0Ee+u8/U75IW8iNjVoooohGLzGRN86oqPurnRh27eIW26ERqVRtGu4zGycjcBZ0uk
3I2IBsTrZJeOE8vwUM/SZYT1rJT6cphlSjVASnknGOwwp9p75VEeg3ZATbtOa0k+Lmkxb69vAy8O
U9AS8oL2KX4XKy7mGgVGOHxvEMdhBAVDiFCuBpRWu5LXW6aAFLA8b7+A9f4pDTqcPTEB3IYbIiXL
rXiSS7pXlP7+cEbUkm6M9HEWATTd0EF9VRQAB9Sv129h0X5eUmHsJxZQB5nazSxUZHr6Bl1Ay7Cl
riESrXEzH+XFw+HFSuF4DpcR+A9yi5wJXxKsarCus7N2IYyaTTwjyUZ5DN0pBoJEe07l/+eNM1KL
yc9cj3Iclyf6ADk610Lyj97F32tnpFaqmgY8gIUW9aYRpdImXIHIXdJhQPKAy6nBpsOt/nkVnABY
RlHHVZSCRktxtLJIt4z6tSxWbmNRnczZM15VJVWQGVY6pavlMs3wxHV5q0ThoyGdaukWtgnRvXDo
4tG5fv2LZhadHP9Dcf6iCymbRLlUCh8UsUQBWRU5IcVdsh9NBSOPVEUtO6fXKS6K9QVB5ix7ftQi
FSkrV9Ae/Di1yurQq2tE2Gbab48TOQRNRZsBdsKrjFjHVVajs4kPXfGsqsD95xMiP/gWppmseJ++
KmcZ2Kv9ffSm7YBOuC0je3Ub4RKjCIN4rJhDPkNmEWbqkksHsVZDN8GU/HkC1Ida7g1vNxVnJZHd
UXqskcU6cX/8oCCaZF4/5llSWD/0kjpzADXGC/pR0qAL6zep02nY8JQvD3r/maIcdp3Wkg5B2hyx
Jo99DgYLnYsOm0DJgLaAJ64aJMcGUhP9SuoKR8tUUAvS0ewOa8tkYBRPggdQSKGryqFjGGiHG9cy
q0vvHF3l+nxhSBTI8ydcPIasqVtFU3Sodp4ncm77z+r4OAwr6dRZwtmrQU0LO0pkVdF1nTEgvS6F
YuN7oKKb2EUA99Ju5JY26AzpUaMcAVsZrMEdLVqtS6IMa7GEZy6rIJqOr6jb9B5Pqo3ypAqfqj/a
ahtsve7xulgs8ami/VTU0HuNuTnGHDdeLKheZIQuvC4OyVzfmlz9pkztf8TcnJ9UAWfAz3nqn/cW
K56ez1AbrjYMCIU2SUa1MSQq8vFccA4GiUQhMA/W8qPfmC/sTWKASEemTMA/31NGF/KS13Wp5g0e
mQSrE2IPKGlTbNhRgKTl09I/jk+ccCq9cid651Gm4nu67Uq7+ozUe01SVl7hd9n319d816/QCKfK
bIGd042kHjic92gNd/JjdtbfJ7u99c/9rbpFFc3BwZix250rrKR6R4Hi+nWz7c7fOle9oM+YklDX
JoOTQD/JiXdQTOXPcIORUtKfMd4UvgqbCc2JnIXacecdMbO5z7aJoz5c/4pFobv4CMa8iHVdh3wJ
ORf7h1LlLGToSIVh1dQRNRsYgyTBZPF1kktGG9YaoKNY8gDsUUb6Ch+70cUoitxkknaqSFutPXRo
+gkM279J368TW9Lrl8QYd8oIeyOYEQLccRc60R02OHH2mhpcjKVUDJlqBrCGMPPKuCGh0LZc3iaR
26E5TUlVqqjNF+YxyShLuyIub2a3VDLig++9hLW/cp7LzwoFRMUALD0qD4ymzwu/8uoqBo8U+hGg
3pGZ3UXPUwPk5v6m8u3wxFPjJb/jXriXfq1tf5l7oKOjLQ7YWUhK/9QmmtgK2A6InKl6HrZhDBSm
GP1Nz96NR8rs+eP6fS46YCgdAnYUi1OxDYeJiIK6iLnBryO3agaH78/9Qf8TtliwBoDE/qGpqGI+
tCvJlcVHAkGVIK6CipWjDIdIOxfzznO3fdOc9iGm+SkJab1fQ0FYfBkXdBje0OeUFV3UR66iPBoT
qnW6mRmuLL9x264aVvTPoombY/D/cCX+5EoVIbRhBmqN+YW01L1ntu50RMFyNYU6S8AvTavhdaBm
gWI3W01Ip8YAGhjOL08TLMSzS5koGJpxQt1St93jIG2SmOSPtXYQUSb11hLgS26KekGeeZ4ZN/Ue
Zlcj1x7epQ3Wu6/omGXx+Mseo8hjDUsWMGIeueJBBgyLiu1Z2UHT7hHxFCr6xFbI/S8X95ceo7Oj
Qe+FGG0RblZLn1GkbbIi3Tb6jZer1FO23nD0JSIma8HWyi2yJb1OwKZTNQVZyY7d3dqoyrI5/HtL
7PRPnoWRV5c4xc4GkMtbY6M/XtjWj9wzus82/i5ISMKT8Y/3or3O0OqH0U4UIpab6wpmjUvmVYhd
V0yY7YtcPw4Jz7123akq13IiS745Ro1klJwwnAkP/efT46IAKnN+epPp71404IAr++YJANT76hze
lVa0wtSiYrmgxygWLG7idT8cIzfON6l8nlADMupbqT8o4ykXV/3L+cf9eu8X5JgzVLiqQ30N5MxJ
JIBdSM/yZirM0tViqhQ3Vb+SM1ksmFyeJxMiFK0R8bKP8+xpao1nOBK72v2YKFrFrXq7hr+z+N4v
2GNig1xSO9iIb2qFK1IZo5/dl0K/rgviota6oMKYVanV/FGvhshNHf1mNGVsMrxO4HfbBALAy1Nj
fCOFV7IskEChfRv28MUPwz61gEuC5qPYbjaYNNyMt3FGrpNlWwf/5fdeMMao4ynNEBYHkA55I3Q0
fpWBC1KbaFVDX0K8M6y6IOX9aAbmE7fhHekloOUmd/g9UhGOgrkgDzB6zYoErT1IRoVPPboIEx1X
6skp6ChahdCkXWsUWKICnwVdEd9+ElvgrosAnU8BF7lhAnA5r0CGYeWhLx4uuqoMzDahaAnMk5+a
BSke1CdCA6Gd3XHw/+Rdj0Uh3UeC5R/Dnb/PXAOZnJpWTu0Wm+Yrx6qR9F7CwuV2i07Yo/+n2Kym
dub3zuqDy49iDJY0I6QlAz6KO1W2iPb9mmKo1AreFFoAevG6fC0qgwtq7JzOKIZFnSCShiGRsYsx
RFfbnwzNoBlJ0InKmdfJseBg3+J8SY7RrZOI8qWagrkWCNG9Mzx/CMCPrc3g1L9JJ95q3qenykr/
m7Qr25EbV5Y/dAVIoqjlVUttXdWbe3H7RfDS1i6R2qWvv6E+OOMqtlCE5xiGH2aASpFMksnMiMgD
3Wq78I7h2kpPCHd0d9hF2/bZdsedsi0A25F817qz/eMJYiEpyZOOhCq+y1dPyp2yN9CvBCo0Re7W
aOH8lOyyw/RCduV3PPoO5g3wMdZDjAYV7N2E2CGeoU/RT+Kp9+oxdcNbWQNVUSzg07QJR3YzFxR8
IKwSAVrphS9/Le9tRhb18J5J1mj10XC+RstcnSUe7Ijl3EhhTD2AlICuHpuvmmu4aQAezfVpXwsf
zi0JpzalEWAYy/7LjfcuvyfsdyFLVa6e2+c2hHO7U9TUyOzFwXFqxqCR9EA4x5tpgxbwXgZRzHT7
8vv6sFbfmOc2hUO7IrVCnQY2I3vasA4EvxJQszDfttG0Y+F8ULpmlwztw5h1d7YTo+1NuGE5OiTN
0xZ9m4NIs5/n7g6NeyRftoz2yuEi4nbGqUudBozjo/MlAwBuCsiuCwoohC7SYH0AFeyv5UGmK7Ua
g5/Ph3CkdcPA42HGOqvb5BEtm7zkwfALNMFoJbHiWrBxZkisphOqhabaYXhDQI/zjeE62xSthuKH
69O46reOBgFFauvI5wrjabJGnZQiyo5ZUvu1ti2syktHye30cft8Wqs/Vj5m9WwfgqPT0EqJs6NW
75P0tzbGO8veOXg1jVN/PybMjU3H03toOJad15NhF2teEU5eC4hbPhdPg2K5ZdduIYixmVmLIh9Y
TFwJorQOWovcOWp9Cnn+xclCt294cH2SVlwNyDsDMZNtoOIk5gGYNgDVC+Woo8FAxWnB0yWxp0fP
5SBZjTX3AgkTOR2A0oGtF0sERTsa45hZgMK1fFfZ+V1Tb5IscNStnj13IDn0kafnsvzDihMgdLBs
4pg2JI0+xSdTXuOF1yTHCOC3uo83xET0XM3316dRYkbMV02RkTUdOvwd8/YQ96k/abHXqrnk0F+z
AggjioJoKGsDMnl55mMhOy01kHhr4D9Bp75LS7Ur7gCE5B8LyxeceTNXnKo1GhRS87m8GSp6KOxx
U9fTy9ypm+tTtoRtwsaBbhE0oQAnQubeWT7lzFRYz3yedFSF9TzI+sS3Jw3iuePsd2kwmk2+7WNb
kvRaTvTPJqEMDL0vIBNF5cdk6FM8XjF/wxiU+ujW2RCknenmTrkD3kGSjVpdLYgA/NeaEEVpVjNa
WgUsgjH4rfk9C3+EsohINqAlSj2bQ2A57aZT9OTYWvO4DSPL8ZXC6T1ajO8dWgC4qWHIkvyrNglQ
0Ai8ITlABSfU4rpRlBylPg3N5eLTprO2fN6UsoriyiWButgfM4InNsxgelShdspr/bEc4o0WhZ7S
Krtx1gLOFDQtSQ/KKOtLv7oBDCQwQLs3bZR1Lmc01wuw2hoKMEQ6/BzpvHX02B+yvPIy0Fj+xQ5A
hhtoJZy+4Hpe2jIXMQwOTuQxgWqJR4CWJYuEJN+ETHJLre61M0vCqBTDnEhToi4DCpUWPdeRq5Mj
FH5bSLVcH9Oqd5xZEjwStIS26jTUTxeyVhk0ycEuvTB7RhPC64ZWd9eZISHYVoG5MuxsMZSq27Q6
tHMWFFyChlqLsm37zIrg7APvHSWbsUSx0W0TnW6q73G/NaHiT77lxba0UE4zoePTQNm8lkzl8tuf
TivTcRxos4IRIT76TCNVTMpRhCDz+xw9jDKOiez3BaewSNi0/YDfj5LfVP0mvUvWft/RIPNkW4uK
9SftLbuxnKktcFsx/r2IyXwYdaeX7KG1/XpuREgOtLTIK8rSjz0EvFcGBlBq3Nvd77/3NlACF3Ah
EhCfymHG1A6JqWXJsXZOWfZe67LOvGv7BglECxK2C1r/Q0f47CSfqN2UOWQDjshdmfW0VSPFxeng
asVBSaUPjNWlObMmhMZxZnWhnQGBk8bDABGOsGp9tIAHjSZv0XmtQ1fQQs3apyptHmar7he60XDb
dSX1B61o/KEcnu1sziWLKfksKhyI9lxXVjws2KckUrzBUI1NVquyphxrJwfIc+rSIwC4IDFWqxs+
tb3JAdgko4ejUL6Ya3fXuQVhZ/VdObZtBwvALH+p8myjjKGb6ND/7va9YbhMNw5tIjkuVjxo6VyI
qj9Bngwo0cvbRGtjbSnN4+Yy0Zamz26aht13nepp7cIViiNJNmZlGi/sCSe9ZRcj5xz24EduDIqH
FZ0m/i/u4wsrwjEfxzkeKBqsMOdkjKe8+50np86UvEhXx4JTFpTKZeZs4RSBCheBTBtimtIOdzlN
9yCQ2X/v3I6mQzfJ0lVig596sT7Xj6O1hODFjwmT3wH4ZmYG7qUm7dJNGSX7BpLm901bBVOaaG6S
lZDVsqrfWZ9BhsPkwJ2R6HWqybxvxk5G1Ra5+kvqC99jmQ4BnwTPyMvB/Z8Z0QT9KXAbR05+U5r8
oEbfWRa+Jkm2cWLTNRkS8ATUzdlNIWaEjItr55sq07dWlt3kxvCmpuaP65O0uiGACNPxwgC17CP/
c3akkshp0TIDc6QofjIH9IajnwXxY1kqTmZHOEzTkLNWnRBcxaw69Lm+U+fe5THda5V2U6eVZJ+v
3HgIBv4ZlvhiV3PobA0dEEf26AJm14d+GB54I3m8yKwIC9pYFkRIYiwoOoCE918z6yUkkgNk3QSE
ThYhsQV9erEh/k9LaRuONeZNT5GaHQ+Dn5OvpH+47gUyK8vqnXkBj60463NYSSwX/b4BbM8C6Sm1
cnFhTfCmBIMVpB9RLAECekbazUCfcdtGq4yRWt6UjTJ413IKCQHhhRXhlAJOxi4NXVmCkINlo41P
Q7bhfN+gVxcNqdcmkuh33bH/jEpwbGI1KfIBCYrytL1JTfac5d9Yfq+aDVDctcThrg5OB/nlcp0K
rTaQiwWqKSW6q1no/ZBDEfZrV91lOlrjytJRqyc+BX1+IUiCminMJZJFFlJDGNvAPNyTzduQPl93
PGPZIp+WCxy7RegUfHZL8LzesMeq5hiR00ZJkBYW9yM7rryJZ4o79WX61JUqdY0uQ7vylGebyOZf
R9JAAkxJ0BqeNaGH6AVC/i3/PY0AWUVxTLw56aHUSFvHm8fhO80btBrQypc4niBuV6ThDcCtttvE
BKIu2RQCvTEn04vTsdDrtSi+m4dI86sKrFPG0beg5H0dIClSecZojkcthmSEoZZWoEWD4pZGbUKq
gZDN9clZn/4/cyNMf2zzbGZplB5ZPPgs7n0lkjjv6r4HcQzgJjDxVJGFh1MH0oQxEGQqfdCiI5l2
udq7VBZ1raU1cb/8sbOM9Ox8MbvcSisVdsxD4QRo6qhQLzQQKx+Sn8qeVJKJWz1pzswtwz4zV80p
KhEWnCq+dzuJ7qBsygSHVanR6qGG366AGDXu6sP8dn3VZQaEVTf7tjarCXMVpWFQk+d6QPN4/X5M
X/43O8LBVeaEsJbDTpgf2nprAxHcnFRdssEloxGlU7uqU7WCYLrC5+7Wvk+eRkkFf/VI/LPWQsT4
f5bSVzkH0hNlWC1xGxU82V38Y2gDRzZhqyf9mSUhnAR2gehzAUtavgGNtLMDvItAt1RlbOr1ff/P
bnGEcF6PCIS/dRiyUJcdIW8Yn7B53OvLvzoalDKgMalBJkEMRiH412H1l+WvHx0ArBSzw660Xevd
lElWrI5nea7jD/IcYgzTKFFZlWMJ4Ie6RfjrEujucxmObHU8kPBb4A/AG4ptBHKoGSgJ5enRHnwC
4l/ZWG5hoTM6O3BTEi6t+hySn8haQ0oVr5XL88XhYVhUFZJCTRGkSTD2GyDwKrR5jAMmwzitnmVn
tpYNdnaWIR0/QD4QtuzaBTItltwAsp8XjjN97ovQGABh7jpkhZrMQKvIKJQcAqsOcDYG4UhTOClq
S8UYyvG2pe+0OrAkloRGq+sPwRFjYbZCEXYZ6Nk8RSgx4NWKxBAy7vEMymGuuXUeu5V6HHLJ+q/e
Z7oO4R0DwGAd0blgjHVKNyNsOeoolgRTP99aA1e3UVNqfjR1iQdy2smwJ8OfupG5o60xyem9NqVL
yRaEYcB9kIS//IKUNotoQYUpnX+l0dP4LziiaFHx5/eF28G0Y1ZmNeDWPGr9MjNdq/zBpdK6a6MA
9WzhJELEEVvpchSEQ6slJqgIsuEmVzn3kK0+tu392OUuBIXd0ko8qwKCBQuaFQ9pZ28G2rojvbcS
mdTr6rcASG/ijf5xjFx+S1elZjjG+BZNtw0fOSHuVXl+1zeyp/CqoUVkBZB9tJ4WdanQuTvU7XwC
32fW3+ewdAKSKJ2fYN8F18/4ZZHE4BodYImuOgRyz2JdN6naMWZWB8JZlT33rDuy6a5U9/EMffbm
awUq41xItuHa0YgZ1JAjsoGYF1EZdOyysW5GvCSzaFPsaqd049SbIt0Lp8gNZfIHa+HFuTnBTeOi
rfRa05BfS6y95hRPOSsAMtC4W6vJ/l/M5p+hiYiMXq+gCNBjaHb1Arq+Gw+1WzqzOz4S/YHEs6/K
+AdrFAuIj+BxhOoXpGlUYZeXLU/SOQE9sxw3VMtuKqgl5Y+2Nga2U7h56sc3ZnLHE1n7x7VbAd0Q
IHcMXMiiEnC5F0p0j+1NA4mNmCfRb+TjW08ZKu1fnGHnVpa34dmRrabOjNsNo6N9umMET5x0M7ds
c33Z1lzk3IoQthW5M6ldDiuWPn3TGxdB3AGyZF5iyGAuaxsbbBwIXyH+QJpPuEsbOEeMhlkIqZAu
2DVF8QNEZdVL4vFf1ACgb4VnG/idCGxMwe1Hbhd9uLwRzNlug2KG0m7ecFlvjFUv+GNFRALoU2RB
PhUJG4W8G3iTQxZGEoSupkSBPIFwCfAuNjSELl2gLUF+JC0qUxQNCYH2RweSZ1W55RF6Kd447XsH
VdpfYMPT6WsalV4+e0W115v76y6yFjvY4ESCawrKLFC6l19BZqVrLc5AAs72yRBt4mrPk9venDYk
ltFz19wRtEOckBDvg3iJsHSKVdctq4Ho6MNi2zfeW5FHXtKbkpldO4fPzIhrF2t2wSx1wVU8Q8Lf
hHr4L/UtTO8yGcln+V7xjjk3JGzisSeU9x1us+x3/QZTaPT8OCuBGfoyesHa9kKZGacSOissl/Tl
KtlJs4RCOOvv6i8QkPt72Itz/uvCo6sGxiAPKX69AMZlVo8W/ZrVqNfQtzrcXXe3tYFAvI8iP41g
Fc+vy4EUSgGVtYWhXY71o8npY1y1O6q8/wsrqDSAMkcpOpAJCzPF+NUWAkDHok0XOX1j+GJNvcTN
VmssqPkCbaWiPxNaCFyOpRsytRlzgGvGOuBLBwbe+dR5ykzbK0rHzaedU2zNeAuVE7ckB0W1NteH
ubaf0LjAxF8CkIioOZGpdar3EybTqtMOJHFnw4DN8rOirN1IieK/Tv8g7Qo2+geHH6w2YVbnTgkL
5uAp047c61sIPfJhtyROKJOEG58HBku4uOCU6FwHAbLLmZ07x4p4DdoVHoAJFGYgM6MmdTCCEBga
2+uT+NkjL20JHjk3WtewFLaKFzN3ZyyjLrGwPhqE1wv9HBqpwuYtbIWVDcXzLBuA9kw1ku7KqmjQ
uiFxXNvK7P/RnrCdZ4JN0fQdcCEKGC7Ob1L+xg6TKp6sTxyS4xCjwnNQ7J7R1jyqemPC61xh34Fd
vS+b/FaJ0Lri+gKtYGx06GMA3wIyKJS+Py7Ss1gpLO3CLiOMR8vReCWKPatQXRNvEx6lCONb13TS
Xd6AWtJ879i+ZVZw/QvWFvD8A4SNrqAxkDnPeBCmzrNGT5lyIsEgg+qtBLwYJl5FqP+CU4x+PZdO
r5aNoTR4VB/zJGhr5qIEGg+pH/ECJwsoQMbSca10DR7Qvy92XJgWY94qInaIhud4UYOLl28B3tBk
yRaxKwPOYpS1dURti2ivBRHPy+Gho2GhsrHFJHZKQOud/cbAg0elA8Igfjz9HCef096DbjfBinYZ
xMbCQ1ror9fXcgXVf/kdwu4wczbwusF3ZC/vjWceap8ef4Rv8Ya9OAe+UQ7mffHFepJ121hd3vPx
C+99zidtoiWcKHqJyqA0vAXnwVx1z/SD2gbgnJWyPOdKrgZjRT4IoheLKKzYill1imoIS+ycqGzB
wkdb1dEFxjpYsHBmeOh67pLuiEbdkjle2zDndoXz26zbfi40zHHlKpV715vb2Dfu+TPQmIj22kdu
u2bkxuh//Tr9kNhe/OgyKMOYISWJfJgJhRaxbS9LMshwKDhtDQVtFuqfThcHcTxudWfcdHF1Stvy
Pk82utZj4Pk3Wk6ysNBa+wITUT2kEYDtFaVGaoa2VmmsIn80DbdqDfqX0/xAjPXKG+XU9MabZMTL
vftpxEtfK8gggFortoPq5oLPTjZDHkCtfCDdD4kyROi2bj/SZzv1GvW1HvcUmq7oTSWZ7dWFXrId
YLjjHhDVcGqLo6jd6Shh3sGXyzuCvnCSIsfqbJ6ZEHzJQhwThpaG0z/27SJzyxr6U6arJJ3HZWDB
z68++M6ZrWW4ZzdNYc4kmiwDye3O/tk6hptoyuP11fr8ZoAJ9DwkQJxgvcRc/VTWPZJdcI4ZUSFp
lQDFp6qHrpr2nignW+ncSnazrF3UBCtkWmg1aWBPXI6KmPOkxrOJaIpi+5vfoPGk6Z1/fVyry3Rm
ZPn/Z1OX1hWDsr6FB3PhVEHqmFHQO6o7N1nqMquN3ZoXscTmqveBKfKhi4Gkm3Av16mN+6Og6XHU
X0o1du3sxRq/VQAh/v3YINCMJxYxoVIkKjgmEI5jeo0NNmIkPlCa/RGdo9Cveu4TTx+yX1B70CQ2
V8/upTANHbQl9vgUA4dxj759uJMH84a/jtO9GYOQkEQeKdHvJz/Y/KGwJHttbUINYAAhqg83gXde
LmJWpn2PvsooHkOOSfHCFClo5d6oNMkFseYs53YEZ5kzc6S5CTv9WP9Qqy9NFm+dV4hXbiYldNzr
q2fgo8XjESK7wHMu6WAEIJeD4jOrMqVNsqP1qkFeQaYbvjjZtZ8XzifCdH0shyI78vnbEIUugwI+
U750ykFvY28a36+PZm0zn49GWCKG6Ang1xJ0soG61fBgQ6pNKvK5dkidGxHWp3HamKMtMoCBvQOd
qvtwyH1tfKCj79hBFgHyJQXSL2nVa9Mo7OVSacexLmEyqrZlvUujF4jquj1yzEr92jZbjX5NZ+Ph
+mSu+vuZawghN4O05Vi0eYbEB/S4tEcwclxNu5uRy7luaIW/ipIZGlpZ6NeIjLaYQO8aPQvbucog
G7etTeiOtbkbDQ6aj3Tx3aQk24SawThUXp3tezXcaMUcVF8opMJmtbpR0Xbp+getuREkIW08SkGw
Qi33clOMWt5ShdbZcVJPlvGMJ6KUPrA2uR8pRZTSdGSnhES6oThGMuY0OyIn4Wr970XpOmpMV9dk
s7vmriilIQGGbjZ4Wwg7XNVLR+GzmR0rSDjG+6jXbtoyuskX3jd6Wc3ZU19LAMFrhwrqA8hNIIEL
uWvhFdFbZFIbYmTHmqBdKN6kUgDaClt8kb9dQgWA0HAcCwdLXTvhkHAUBe3oDmx7L1VOC0sUbbmK
b/ONxsCuIihN4EWqBs2w6cy/Lo/DPuKGj+4AC+nv0kV4rIysWB6FWWeXm5gpz6UT/n1i89KIsAON
OJki6OPhVRiWm6VfbG2Nnlz/dc3dz8bycdmeRSdRw53WJngI5Y2+j8YH5CZ3cj9ctQKQ5SJIDkaL
GNsx5gz2gvg5pjOIGqUGAC4vte+K08nkndYuHaSSQJaFSPJCtLtcG+Z0KHzaiHyYkntD7mxjB7V2
A7LDLk6hbddEKhoExHfXD43VHQ2ldch4wh2pKliNEooSlbqEB/V+UqwbDvJHh+Xi/2p4S/MGyFGq
UAzSL4dHsFx1uQwPoPtdSqwdNLRoisdNQjZFNaEfgSzcWl26M4vCflZBm40rihiZZ9Oe8G03oWUL
lYRXq6tm4YEBsjmaboiELVpzErY9/CMzv4I702xouNeGF85w+dSSus7qAbVUlggy1DaOxcspbOO8
LlD2QUrHGtr7qNCVu6rgXXDdI1ZHZAM6j2cnnFFMCVOzsoDSQmzVIcu41D+mwb3tGmjoXLezujxn
dgSHUBsrSyYbJHo9eFNdyV246tYgkSwypLimRBhdT6Ou4rGNvDb6OKNE6rWjgTZZ91UhCTfEJtQf
OTBo/RKU7Rf6jyl6GXbtrOPRcrSbwX5DI0/qT+HoeMDOxIdwIaumc4S0QTQfU57qHoQ1YtcwOvOG
9UqA3Lvpq3lh7PioPceKhiZIpZ5vmJPme20i4MqHbPabOm1ek3akG+hUqK6dIENazfljX9SDa2Ud
UjGxzu76FN8RjZ2GhiUs2Y35kHiVCcidWqFJMdA/2bavivgmwi+7JAU4Ch2PTMnULyeGGPUtvaOW
lI21lDAuvRQiz9yu6JwdRyX7MrXGF6QyzIc8I7nPWRS/xUpNJSZX71UgnAHTwOMKrYuEK6eOTGYm
ZERcMrm1r0EUxXNetSfrNXtXfxa/NMtPaw8IuusevD7Sf6yKRcmk0DIVLbuzI/MrpzmM1ltUvysk
2g/0+bqltZ0PkXcHlEoUUSCocDmnGQXfu6kwpwYH4LBWs6c65LJJXAvXUTb+kAKAMIQYPyLHVWud
MmUgROm7sX3NnPpeBTzJGbfc2RXl4KrofdslT9fHtlJzw712ZldYvAS/qvQO4q64UpiLBtXPs5bw
O0ZD9aYYo/IhKiM0jC6GyR9squxDXftaRhrxx6lge0AGZN1OVt/pZ18k6trZQMFxBfQw9FBy2dH6
EWkb/Wf/XXW7yrcbiRetHVWov6HvJmrAeKMLw1eaRmu7GMaiFJS9ep8XIP8WQYe5vj7R64aA+EES
AKUIsWaVxMaUOTh1j2i1o6L6oLWta32P369bWd0UwCxC7gPtr9AO8tJVm6mB+meNc8hyf0BQzjvk
2+sG1jf7mQXh4pi6uutLALNQ3SPoQfPQ7qBisiPBr9idfMW3oR/0P1oUzvicWlnaDz1ElK2fdYAk
X250b0rZ7rR4B+g0UpeTfaJ95RL0B7Byty9lnX/WLuUFCfrfWRUO1Tzq6DQuswrxCh9yqvtsmzzF
Mg/5SCt/OrvPzCx39llMPSm8CNMGZkacoi5F50X0vtombvQNKX530xxB2Er8V+QBA5QBfL6P7vrg
+X0OZFC/tfEi6YaCNAIa0DaE8fakh2CJHuJW5bOXQjWnhpo44y+TERSNiZdZJdkca9EIQmAkyaAE
j1enEFshTZgYWpHmoCGjI4ajJr9AsLwtMlmabNUORZwAbDfo8eLtONWAEQBgAjvNw8gOhr2HvOp1
d10xscgKY9bMJR0gZhmtZs5zXg3ojxnQ1/wmlinuruxwDRE8RUdbkOJxG106CUpeHUuqMV/yHgZQ
Azveo0ekp4d/vyQXdoQlaYzeKk2nz48F+w2MNeQQpGj0lSMRcBIw8DEQMIHFhrlRkmW2Yk75keXW
ZurR89oE5+JdirBeXRLTWcDNqHabIsk9jhxFzTszPw7aljanIQ0AxPkXq35mQjh3Izu3xzqFCSBX
mvIAE9DAv25irWq/YLwAi9EX+SiRZIEcb6vkHTA44ZbehJt0g+vabb1p9+tZlv9ZiwoubAmnPNLo
PYkb2ErTZ2s4kAGq4ACJOqRy1dgvTR/S1XUVDPkjyX/KUhhk1THORiqc+EnUlQpfRqrErvPTzt3p
Jrrtj+rzvEGK1stvfmi71h9v2iDZdH73JUWHcO5Xz90WPY9vpo2xqwMUEpJFuPULlOakJ/VKsHYx
PcIBWZo1I8UyPS+arwajO+91WLM806290H+t7lXIvLw4bhxc94FVTz6bGGHzo+nOnDLEZ8d8CLc1
DQZV39rz5rqR1RPmzIiw88cO/atNBiOUPSG8LpRHdXzVvMmROPQHmkq47y5mcfmQs/tuTOzKoMto
NL9z+W130Db23vQI3g+VF3vpXttlt2wz+9aN6XNPu/3WHOp9DEW+LfEhne6rvrGBhJvXfUHvL32T
P2joTRvvJtfEzBM385ONXBNzWVvxq5dS45J6xv0oZhGZE05cX4Cs6CNe76bZvz77a7AGQPlw6SLN
SCEBLGy9OFQ7K1fQTIGB0E/cudiEGZjH7UuTBxF3We5aZnFXWJJ7a23PnZsV9pxuKk1OEwzLSq1N
O4Lsko36UTO772YfyzqWrgQYGCO6aS/Z+0XQ/XLlTbhxRCjGmOnmPm22yLJpZbTJdw7dNJYkZF3z
Z7xNkdRDhIFmEcLZbCRhSNnCS23q2kvV8ga57aCpHhJ1hI7132ekFr7CP8aE1StydG4Ie8C2STzd
Uqs5Rd2bafV+UnNX1bLNYMiaia0uHDpFQzJjwUbYwplgR8j5sRKkq7QBtG9iHKLLJvhKZW1obgpu
yO66g67bQ0KWolkFAP3CrnVSSJE5PehKkbb/tk9TxGsjk72GF28TNxlSGCimoE6LRJJwBqnJGOnN
wkhi2ovK2KZH2kZPvuj8a2zsh24f6bGbg/prZe/c2BX16/Uxrp2z5+aFMU5lMs15yNBDITQB262Q
vQrnLxGvH6/bWV6Xn4eJCviSdka2R9h0DNpHEZC1oH6RN0OlNyRtd3XxRbe/c+0+T4ugb2UyE+tD
+2NS2HoR0MIAgAA1Bb5E40Ni7d1ogfErTC4Z29q2Qynin7EJfhmRQpm1Aks4pfW2NR2fTf1Da7PY
IyZ3FfQYuD6Xa+fyuT3BZeZECUEKW/wSSkaJ8djZv64bkM2c4BTq0DlauBhgT7SLPVZ9MajkEJb5
w3Junt2IPAVFo+fwu7JDe7IccrAdbjn1HsJ7JMvRV+k3Acbr+rBW10kDxQRbWUW3UGGdJmQ3FZ0A
hMzuR0QxkZcNu4y4Lft+3c7q9CFBiHQwXkafVAxDrmbhvEDY0sb6MYV95oVaeBpHmWTnqh8QvCcW
EbeFk3w5h5Tn1C7bBa42PpvdTqFf/sU4IC+hGjZ6LqDt9uXvJ3FXISUGvNEAqamCArkCXKnay2QH
1grcYEb9sbP4ypkvhOqUKeaA2oaiwVS4KTIoTYK8/xtpuO1g6YDNcMPLa/sN7KrWLZt7mgHVrY/H
AosZgR17fdxr576OwxhZZX1BXQvjJsrIp2xYKmTIFdI90vlz5tqyRkDrVhB9ooEZZPjEPkAKegor
dMaogQxu2I8WT0JjuDcySey56oyQlvuvGeGwKCJzaCGrhMIRFBPR4DgbwQfKZbhFwQpkSAxQMpd3
+oLpRs7kcgmxB4bMQX3qRJPQC8OyRHehZNM7kQwyI77X/mMJJSOk/LCLbdHpy3qOcF1Y+omZrYZk
WPutb1nidqXJUN+L7jWDOT5XNIhZW1rkZxqf0akNrdrmmYPy107+dWcRNuHH9yCGxdUNB4ZIjzC/
M1P6AcLx5MQAw62LdxK+XDcgop//YwHg7g86A84uAQyB1sO1DaoBOTWGmqau1pFma/Mw3VXGNIWu
2uj1SwIyY+lT9P4DCYHWue53zdIFvQFFdgygWTAqXqzTKvZyNS5Tz+na4k3yncJTcflOQwVSSteQ
jYW7CceRw8GaTUeTnCzWGG6e5da2y+r+pooc7k8OIR6da8clBIgUjds/QAafJGwkYU99fAKgWhTJ
IhuoUhHOOlCIDw51Z5xS+zvpDhHqCaVTbIpQl5SzhevrwxBwFYDbQxUP9cvFK86OrCkE2DPtGuPU
sakMjL5Btx1LwaOY5dWWqiwNGAd9UcnbeNuPRNZSRcxN/8c+LjEL8BHIDIo+ESksrbV+NE5VQm/Q
7tRN1fR+apvdqCY36Hvq92RvJN8TaHtwsFAjqvmsuO9nGXRzZd+jnoDOtbqJVyJeOZfzYIVgLuMx
YpwsJ98gkVG4lpPcQM/t6bpzrS0sqp4WtpgGrDIVHhsOBCNBWGL05KSF5zTzdlLzYOgjcHskllZH
dGZJCFT1pLarCIXFE2hsfo4uQ0VyaFRJhCBEIh/LR1G7NOCmSzQsHBo1YyGNUGY9UaNJfDqMgzfS
6TmzehuUJdP0Jk2qo7c2MLBgADmiAJejG9zlUhll2CBit+lpHPCQGCZr9MGnNzZQs5HxbFdWC9w5
vGgQNSwIW+E2yGMIoeMf4xQxdm86hTfH6pHWvzi6Zlz3i+UqPntWLBMJWiMYL4C6LuA4YSJRfY6d
inN6yql5UKwD6IF+rJYu136Q+r3UN9fNfTBNPtnDWwVvGMgSwvTlJBLgd1nXTvRU0Fnt/D6ikw6X
16at1s0j2oKjLeNNVDnZV7soNcdtASvdWkqZMm8yeNXsBqS1b7nmJAudoc9mL6cEYEU7RIMrt6Bt
/MvQC8gIDhbEKV0lAqVygl4e8N6plfy4Phoxz/qf2XOA7UbwhSKBKJNOQiQ90C2WntTJ0znSelD0
ypVsy6K30Va9VKt9pt51mQZsBmpsrJOsnpgB+vgACG4QC9ZxaIuvQoNwrbZrk56sKPWMKnyEpIrL
mlcSp7ftq6Ueig6J33aTx4BXSAa/cl0tuIGFEYvRQ1HicilHniFlM1v0pI/fk5l6eh1+y5p7xzA9
loxomZx6pg5klNVsr1teuTuWnBdKM+hXgOqScHcUWWONKeXmKezbzA3HqA8gyKDsSiBWd2BCVYFd
2wA6KmyMIB8/kuC6/ZWDAHVZe2HAo0+yKgaenMwz4qteP3VdTfxorHKfpg7zeEJkT/CPsQj7ZWG4
graLLhDLhXk5yWE8UzLFiNbSOQ2IYvip88aT8C4D5SMkUP5pgqzq3CHqN2b9FCG6V/rdVO4YvWXR
ez5tHcDJtXB0F1xfHtsu0TZW6zkp2V+fFLEWv7giJJaWxBJk+oHAE78UShL4rzk5GdpbyBOfN84v
gIp9Wz82WuF3rN/UI9mh84fkTBGfP7CMs2sRNkF+ENiLj7v+LJYI50qxUwROiGijnU6ibRjusGpf
bQbKau5CEFzl+c7I6NYirR92uzhpdyGkLWoa7/LYfLw+E8tAL5ds+RwE87jV8VFi2S1BAq6I88k8
QaJpsH3l9lafXitZd8RVK9hLIAwYeB2ITlhb2UzjWjXBAI4qKNMrySFLa1RdoXy2idDu3AOP5q+v
diTyoJoAJRqQnrHOl844kdRmYZhYp6qZh23YhMxPdb1wi35Kd9cn8fMeB9kUKUNVhYAXgGFCFFGr
zASTzTARRTgeywmaIjfeUFS380g2dtR5dY7KEiR7rpv9fPHCLAG8col+scOXrX/mSiymsQExVPOk
lE9TfR+PP/Po1OAYuW5mdXRnZoRbV1fKfFIj2zyRFErADXvXZs0lZXf3/6Rd2XLjOLL9IkaQ4P4K
Llps0Zvssv2CcJWruIP7+vX30BMTbUG6YlTPzPS0n5QEkEjkcvJkMmgBGpTuo9BwB2kFVLy2OOGG
4uLyvIMLcMC7mm5H82DurbU+9QtquZQ6EMmg7rGktk83sI+6ujKNzDxU4A/ckMgIUdcuq10GxiUX
zcqtZ5XNGgfXuUFeTu0focKptWiwApFsaB56jKV3MTp4plpfvIYVa73rB3fBykEUapqImwEBggt6
uj7eskkfQO584PYHqgWPpr2FZcJsHHnLyU1a7/toG5Vr+nJxgd+kklOpVdljaMhyG2DMZVuGr9vT
cF6J/ZajEewWlqZbGAaPflX0y58KKRUDLNW5bhyM3FXmLVqfr+/d5UX88/uC0hulZoCqBr+PEI9m
7TFUXjA1738UIug4yeqGS91ys0bFrU2DskS/LTX3XywFZCoLFgytb8pyv7+ZidBODMkobBhfOww9
cNYrTpfzT0DV/rIrcnnbgHFBOy1QhTDaopMV9uVYESkyD4mepVtDSSoHA6kV//p6Lh09WcZwgSxP
wcRIIWFnVXKdgmjAPAxcKXbWoJQusjVrM3fOYw1wMepok0XghmBDFRQsNWbdiFhrHbicN16dV7KT
2WC5HSWAMpHjm+lQVD+zyFwrwl8SDN5n4JSWBxnDY06PKzeNaZLk0TqwYZ6oZuSGj6kKuWuGoB4f
EzPbKi1pNjp42b3rG/uFtBAulY6QG1ClhU0DOfNT0ao6oDlSGoA6K4+z/BK1kZ/Hw3ZGewyP3zGj
0kuVraZLXq/v+yWvYwI1jEJSAoCs3RTbyGr2mISzARnX3mwUJCPWIBQXPxEqtrhsC/HHF3D6uzLn
WVKasYR732bJ7yEsymMnyQyOG6vuNAkziqxKxZg/2I1NaczotTPghloVKBGYAhhfpHZ+hY64O1Dc
yU6daNZzYg+GExpG5XaK9HMEUdRjLEvDitZeeEWRYwbVDIIfxOWmYBXLrtRQs4RVNGfFSSbdlblb
9D8ieTcXv9rqXlmD7ly4JvBI4AIZGvQXF+L0MKd4ssuJcfMw6RJoXzPznbX5WsOrOLRuufKAt6Hr
CDRouCeWYCfNqi+KpmLGIZuqQ2F7uXkTk0ObRzlNZxrakT9PPw32mwOGmkd3YR9M4LcLjUBlZaDw
wY+t4aZBOATuwsGrrWNnbStyWzQY7u6lUQxiV2Ot4+ELcyzoOTYFTWDoTMH8URHqIGllA4ZwQzrI
s4JOMJ7V7EkxavsYt0abO2OqYpRcZ/a5m+QaLrhGIjt02opPfzot7gHqUA1l9hV5jHMaRVXxxsA+
jxmhhMmANpoZ3xnaICk0MlPSuiSXqiDS8/bXOOszqLCHNFZdJZ21X0ln65FL1JjLTgM/vHH7mPW1
mxZtl3mSnuYLqXXS5Y5aJ6nsRnyy3/WqMS2qS3l1YJZdohUqRP0OQ831rPPaksyZG9lTs4fPyB6t
MlNetShlSEE0GMdKCz1VOtgyhmmBXaakicPT3Abn7KD9CGcV0H971OvnNspBGF73Df+RmS1CtbAp
QgQtut3RTAnL1C0HEC8XjEihI9kxHscmn5rOnYYhC/cGGt8wSLdGktbTO0zf2uRhbZS7pm26d7mX
FOKh1bbQNoY+Ve9oDjHfjLDPuY8tYqFjdnzGCNgC3VMYbUj00svUkj/JnVqv4e2/WGG+a8OC1QMl
KgGxmoxyhtihJ9WzKklhngWYJ71wxKQhiANYY+mlQ0iijJhig0wqOvCLEb3Oho6uCDu7NyVigd5w
ticQDjLuyLNFfBU0RCVaGJXh066z8CXPi2aFW0n0WUEBih4d0NnhRUfKQqxAxBiF1M6NhMReLJeb
QmntnVKOiWsXPbuJB9J6LJL/1lH+j1B7IQ3GjAVU9U9tiVwrsVz0sXGY0m33AniTOxee0vht/Lfp
ikUSpivicUdcg3KqYE9qOSIKUUvENLZKWWS82FW3Q17oL6MLBWetLXET2mu+qKpOF5RjnE4p5+jb
IhIurO4SZjjWsFHVZsX5Okt6LZJgYvCcIBYFUFOw+xnH/Ne+b/XDlHyOTXOnJtVm6G9jntO21+9G
S93I/KFN7Q+QPq34l+KbA9nAWaGHaNEVrFSQrVf2LM0Mnh+b2k1EEr9WwcbJ9b0Jniwlxj81CHRW
Um3LCZ1ep1Ohgq6oemikGeDXBzX6iLJnKXIAv1qRIXrny8Kg/dhWzNnBH4KMzAapU4KX79BVGO7b
Jm4tNSAEGlf278zbgBwTQ7p0XDn0YmmGsIGge2YKqRXroBTc2mSNJQcDQN2OFBI0b3QtcQEpxLDR
sWp2SWTNr43RlL7V2xhzQrqbKR+Uw8TgKWW1XvqT3qoHyTASKrVpstPQZ3XDdG74TInWGC++akLC
MZgA1ELjgA6DwyTEFvHcFarWJOwQZyFV0xkUs1L+3IeyLzNwb24q7cau0bJhNjRk0u0w1R4vJ8rl
zilzV5eezCEEdzv4oaPMSay17zvLRiP9izQhSHfxaUBPiHCrtk5DGfl0dlCU3xEOMal8gNdTT6tC
l8uzVw9Ihql425TmtgBTwnVXV3SOFukGjAyKakjcoO/89P6TluPAm4wd8l63aRFLMo2Y8XZdyMU1
gl0ItYPlDlq6oKaSEpllHerwM4bqD4bPg26fbNlviTmqdIhZc9TDwdfRB5RgEEeYyMfr8s9vCRjr
wdeJjndUauGonS4yKgiKP3BlD5bGaSjnvhwlaPpL//oynooRTLZqsCi0+glN5/FEW30jlZ9KbK4I
Octl4MQIyBMX2lggSOF0ni4GQ+u1MGW2dKitdEOGnvY5GDsBPwD3ZF9ifD1mnFhodc+Au7++jV8B
8ulVQgMHyk4IBEHKp4ktbHnSSj3hSRgwZVOXpitp5hbSdeOegUd9YuBRV/Wfmdo/gSL1vsu1X2BV
alsNLtq4J9xAAvs+zhxrrdf1zPle9gR7D+ce/0J4L+xJhBR5alQ5MOSNpw6B2aTAoMVBVfgZgCwm
naTeDfljTkqqZ35rJ5QUj1rSOH1vuUq+VeqcdslzUni2/diBfirhXjluk6RHHrp24nJvNdoK3Ob8
TUK4gCATr+ICNfryxr4FcEXfJpjbUOKbJX+SbRBcWCh9dXHhFYnpWDK2rrQAo6utlSt//i4tgvEM
o/8YYkUfJooSgLJJGwZ2TILBHOhkVgHRDC/No911jTkX9VXnRfc2QYr/rB0nU8xQyaI+DSpmWW5r
Jn6jKbMX8vepXkO1X5CFFYG3HETHSyZYCPMyZC6UXJuzoCoBS0B9bxtytketz9H0/PH6us7PDsDt
b7KEfKJJsrJSFC0L5gkYVcNig1tMk2trjeXzyHpNJG32IzmNd8CRNdvrwi8uFBROaFJH9HxGCFsx
qBMyF2COxCSe0DeKW0xdcu1urYp1wWPTcaFgZUDkBECYWGVGNrvOQV6aB4jNnC7UaFE/l9ofJB68
GZXerKdDtKm45OqFueKWnj9L4K1cXDY4uYipRYy8ao0gmmnDPMCXtU9ZpSk3uZ6qD9d3UswwIeAB
zBkxD3o2FXTkCmajmhmzzDHNA71n8X5Ehc6JerMEoGgkmJ8WyepzjjxiSMe6Zv7fy14muOL+oZkb
tbBTM56xQuaj1OQByzF2JPFkrUqdSEqcfkDGgKgPpVq+/guR4JJWAYYAekasuFVKR0CsoeZB2BZO
PENn1Y2ZvGKf/bRpnbR/uS7vPEJbxvyirxLESKCaEbfXIlPB1VHPA94nKsjG8iEKJbcsxoHf12OR
kI2dYkDpFmij1Pq8LvuSAmGiAHrocLigxBesQTthzk/TzHkwY+YenacW1VNV4+7fS0FdDVcD4T58
i8VOfLPhREoLYJLkPEhbnsO2ycqdXSrTSjrygvsE7IqGJx8cGKC2EWGGYT7IedqyPEBlERzTkdMO
mynrt2jWd0DU6Et66LVoicmtJ4l1h8xa82wuONELrzAYGMB5johb1FbZRInB1qc8iEOCDjEjaf3K
zAPZzD+I3jG/G0EDnBYmzNHYModr84dZtdukliefNY2x4W12BI9m7qQIxuiCUXTClnSeqeaaH6P0
+vcvD9AxSMEjUJeh8IKFruaao/sQH9zakm+k8R2mCHVNfV+zaOUiX3oLMKYI1xg8d4BmCjpQyXZq
V9qyNbVvKPtmE3rxsE/4hnvFX45utRaDBbwPggTgucHXKTiymCVAOlnu84B0LH2xOpu5RaaP9+Cz
0aB5OlnRvEs3GNEy7jBaagHYFWIns1NtbuS4RXL227ZTCuxPjsd82IMgwLl+lcSewP+sDQQ9iDQR
y9oi86oRmbzSZgn7GEvlQ9pHww0JFXmrh3Z+GyXAJPRtUThyLtWenUuw0lnHXYDEk01i1IWvqrl9
C08/cdA0pzrmEPduFtbSQx6GHU2VxtpOdmu6TRPpN6FepRuUb+9CzL33tISXmyFRw72sDqDbaqv+
t2ZFE8LTInMKGa09JRKCu4k0CHQL0/KR1WNb9Le2K2/7pRcJKbilP2wZGCXOiuoz4FmRUuRBJ82/
4fwfI5mBXy31cYccrQmdSQam9/rOX/InMLFRI8hooSdczI/nksVIDSa5ILYxXFWZ6CzdahE/mO3b
dUHn2gQLBnuMWBM9AtDfU2uZtm0s8QHvQQGnSW79XMncFsYjnc27vJ+P16Wd30s86iAtIUjTIW0h
9rizGTGlbZQ8UI1fvbnFuKA0r2k9/NHC7AYUQI+a9nxdIlne7NP4CCIx6xjgB2BkwVhzusBwbONB
Vuoy0KO+wLl1U1vQVIrtzzYqUAUoFKiNw1S7LhzkHNqBDk0m3anRWPyQ00J/JmaFXgOzL+cOTUmG
2tFSTtXd3HLyVnSsfLIjvfoIgSLpXTnPQ7AH6aX+3hgj8zUAOFcWdOnA0HYG1M0XXkV83vqQV8DF
DTyQWmfmpUyRDwdObTqmGJWqd8kaV8elI0MUh1ofthD/EczNGIVNitCrAJjC2E2H2jiEfPKzZSoQ
k7e2mvod/r5+aOc3DkYTuFANUC0MZ1PJ6ZlNvUEGawp5gLGTtLR9bryDYGcPWEITRZ6NYPq6vAte
NQRiPiqm5SCURr/3qUArJzGo+u08iGSpRS2iathrDoD+PkQTyDPIRazeydXUeoqANjfgo4FmiI59
EVVupI/APF//novrX8gMLOwA+hoFP3SeMxt5/orjSUlTR0tQJYx4D/aXPuUoIdrFQ6jlOcBo0hrL
6PJYibcFOVlEKxiPsPjBpxvRoUoiyykuqDVqbo8ZO2m6USP5r8NsbDPeTRSisHV4V06lMGXsxoZN
PBiU7YAu4ix57FHqGYrZwcSTDRBZHtIafwnKgCgIxYAYUO8ACiUmnIiN+cjyNMP2DDqyJHeIjlc8
z0ubp6LfABlZ0Ocht3m6rIqHNgvtggc1Wk4L+H7pIVst/V+6/+qC1l6m8QGqKuxdZDIFrE85D0LQ
hKTosaikx5E9MSCRwvnxuh6ev0Joo8HDh32DWsNnP11QG46VOo0qtkzNvLnX4OB2IO6dPdKvMXhc
SKEhe4a0C6aAIIOGe3gqq4qnGnStVRGkUnHDwie5fJY1qoUxhefGPybrvbFr7/r6lgMRtR3otEUz
MFwNONhTmXlPGqAhC8jMB4YeaH12k0GuVpzRy0tbmu+WYosMn/1UDIZKNeggaopAiUonBbi5v494
hXFqR7415dItLZ2max7EJWUEbQWuMJpP8NwKJq1X29QES1sRaOZNialq+r6W17IRl+zUdxnC24A8
Du+j3i6CJkE3XrSbyw2faNhTIBmcbi2jeEnzv0tbvuZbYNfMRm2qdVgGtp55XUocbpZULV+SBrN3
1LWRp5d0A/AagIUwPg1vg3CZ0XiaJBImPAW6DrBI0sLPs0JrrQJ34Yahtw9kiiBKQSwpZm+zUana
madlEBocTXGzqVaAvndkM415vOWZpq5c6QvLwpoQHROkG5AtEwz8DJI99K13ZSAVZeSHqHvTOCZ/
OXcMcQPqUYAPL3EDBt+Jl3m0rDiZrL4OtJGwu74zFrCiZLrXr++F4rixTO8Ex4wO3xUjOU41QgKo
PS2qsQ54iqzscCzHCFybR60eEOCW9xkqz6067ZZ/R8nsqcZSaGw3oVbTIu99pPJdFmkrabIvINmJ
VUGWEdkc5PvwUcsYxdOvQtzZL4NrjKA3u/Etm9I4cTCaB/W4YdKKbVupsex0KAskrhqnktsnurHR
VLTQuUqXVzodMSngIwU24qOdGNn3YdUSCi2sG2dKJu0BAwVr9CjUduQxeShMT2ujYXSqugFcc9Ir
zDTqManzU+qIFvoSS1rDQeFz+J101jj6mcGG7rHgRjts67JG23FVpU1DzcEmsRea/ZK5xFg3/BlO
IP5SSrLabbGYvLM9QooN6W4oPfBkp3tEUrsc7DIy4MVW6s4AqR2Tc2S9m0HecaAaHXNuzYnGUdQQ
2tShigZOeQYdDuahWUW1Np3h3AHEq710IwFyA2Ad0ian35NUEWJRoG4CHBN4JjN1V+Stq9obJVNd
k4T7bFb8Gc1emFP9MA9sxSE6M9Zf4pHsQngJRKwuqEzMM8UCAYkRDE3o88pQEKfETsSK2Ll+Zc4s
9iIIWQOo5lJ5E1kjqyrpkn4ujaCwOMAwOZ2yGhFETuvWV6b2dmArd3RFoEgYaVe2CphXYQTo9KCd
gmJOeTCb0gXZy8IjIdkv1xd48SSRN15CB2SZ0At8epIxhny3g4zbB2B478FSFTfgOfszd+jrQDOB
FtK4mLVjU6FjoecYXF8Og7GRdLn6F2cK1DYOFbZwyaScfkieR1qfFhPAZDWoduwNOEiQrFs5z0uK
gwQBkmmoViNiEFwLOGi50Y7Y3hbAxgYVTtTEYffp9U1dkyLsaW4jZRMyDinNvkVS0+SbVRaGc0WB
6iMRjkLhMuCACP6KZmYR4HqaGjC0jKIXkChblu7KOnPU7EWJrRW9PGt1gUcL2DnqpugEwm0QEx+R
3Ma81hMtgAuVO8ABzyUa40BCnscPJL2ftDeZvMhIUcsad1rkrep+8o1ZPoQa2oeytRfz0vK/fY4Y
ErVGOKphg89R1VuNgVfLuG3tl5b4Y3Iz8JUay7lHCpgSnA7ACKChKHUIagPdTxNTl8wgb2Xjdky5
CZ5twCExrcP2gTatA5KHeAvwpDz0ejk5lckS/7pSnXki+AYLwR/qnlg4kFWn94OAVAPIUNMMMryP
qHRh4N/r30tABQBvMLBoGqpKpxIssP1iQG1jBaUsaU6Kyw7e4VJeuYIXTg4pCsBLkY8BWbpoUpui
6YoZex0U3eBjzioAwLdSfNB2JM5chOl/bVaQEUEFBcANQN1US/C5+1hKSS+l2DZL3usEKXSuj2hY
NLS/vvSo8iEmw/9/zaAS7BcnaamQqDEDeepveNPGqM/HDwqzV27imQu8VBO/yREvPmlQqAA1dpAO
M7WyCEHtC8DI3irz4YWnYZEEyAmKD/jrq6TzLYCIoeJWr0xmwGEUfKtrVCqHYYbhguXksoxJu76d
2RbDqHV3YKPkdx3XYX645V1XzDMeBRgfzJ2H8QGl5OKEC46rnLQAuIbMCJpJokPaOnn+EhGP59qR
od202pgzmKPHu0TnT+U4HlEfXACvWVqtfMlZdu+LTEpbXil8Dd6R0ytihBjuNTTEDhCjoJ6s8GZX
ZeawnVSeenC8ezSfMsWv2tDcsYkou+sbcUn8Mg4RBgBweaQZTsVHBmh3QP5tB9Jg6y5SjW5pwg3k
iXmryvZuliVqYFiipK8s+yyU/MJVwQQisbkg0AT719SFrCegLQu6jyqlQKCwG5Cl5ysZp4urw57+
V4rwbMa4/DEY1+xAfpCd/r577hMHdZLf1VqdZrmKp970AhP7R9Biar8ptjKSVstnCAJTJFKFL9nv
68d0vl0oDiAMRgIDEFsAAE5/P8HDjHYPvQu06Y7FrzqSkvH82+I7pq8ET+dbpiE/h+5TQN9UvEuC
PrIJZPLdXI/BbBeOgjFiGEbvSOwHUqzVoCH3KTmGvJbiPrdAELogtzBoABzuYlPLNKjRoIdkDBT9
EXgxeB8HM7vnxrTyUlzYRsTCiyyUdsCiLyyu6eQGI8zMMajQfdlWCu0sjjZ9QPOVJ9B/v18/tC8j
cqoVy8xgJDqR8ER9Wiy322PEUpQqpqB3YU3frIqOFmy4U2m002hqgNKxp5u356fuR72R9tk7UPjt
JvYxoKv8Pf4uH8o9d9Yiv3NVxUdBkUCLgjzfWVqlDOWuYUMyBWhQuh2A6CilaRNy/i+2GrlL9PNo
qJScxXOjldQSSpNT0DToXh/uowjYfU7b2in/njpgife/CxNesM5CA4Yx8ikw5wjq6chF7dpyeFCz
/A/XPurmtpfK26LcxtLKMi/tJpyOhUNjgf+JbcSyJGs9S9spiIxdbEo7zN40gEC6rkiX1Pa7EOH2
z7xAD7FcTQGytxtTwyTjYbrpbsPIm6W1c7twFYG+xv+QD1v6vgWXbURfo22m9RyoCUCv8ZvaEEeW
f5rqitNxwQMGbwa8AIyzAloLMJFTk4b5PFXIjW4OpBrtEebGepVb9LO5BXx8t808nq34beeAEbCW
fZcovHXpQFJwhECi2c2+pRWP3f1cUctBPqpQ3LG4Ha1yy0dK+hXJX0GgYAiASwCvIzoNF45s4QDR
i9PFMhnm4PX1EFP/8HBT0Pe7mN7ZNKcVjelhdOHi08ipnNDbpV66/EEj/+fPijZUoeiV8u4ff9we
i1fHor33xugzmOcpofUGAfQm8pDXprFL6MMW18013SePPm5ub/d/Hm4i+ufzz3WN/OpvvLYi4WWt
bWs0mwErAjMxvfNvbnqfeBN44hvH9pvDfAOYy53tsVvDtd+b23aj60581z4424HuAX2nW5WuPPaX
z/fbLguPcJLWo2GEyzfdMZ57dbnJkcrykds30o/6AbC8Zn5cczGWHxU2wkaqcWlqXYani/5bmkjD
VCmZHCQJcuKx5KVluvIki6OGEWhgxCc6ZsGBDQVGT+vpVUGbKUgE9UIOFNBA/wQfNf6bgAo4oz+e
PyIq00B7XDnfC2bgRORi9745NHms9fNgQ6SmvhlOus1cyWlp7hxfF4V9Bw8Hbfz8VcUWB84fK1B3
wOtRw+socWUf/BwGqIkRsPhvwxq93AUP5eTTBGOvTEkamwo+Tc5UT5dKhH16QuManKHgD/aaKQ7U
Brwpmrxihi/uCWDJy7gstH2I6CkFVX/MsKnlwOy7+77Y8nzXWD9TjGW4vvnnC0SbLXrLQaEF80i+
oqhvew/YZT3VSagEcu827a1d9jQvA1VyJ9I7XFE9s/m8LvGCMUYvM4YQGOiaR8lbpKjIZy1rldRQ
ArCzaXNOk0ZxSPJnyMDhxW+Mbp/2wy6M8/sVuYvJPb09Sw81enSQhUbwLk4mUPXOQtysKwG/lazt
rClIyE/eOP3qMQ6Buy1/qgzuKWuD2M8f1EUs/B8AxlCcE0tzSdbBVneWEiQNIo/0JpXe276l8V0s
rWRAznMTp5IEj7MvSasko4mzbBPafcjhkcgvvEpdzGnq1lALl48RWDh4Q0AtoYPt9NbKvdnGeoJ1
NZM332FuIgVnDNMHWicKLTkDFdZniGf2+ileWiP2a6HtRPoFYfWp1NgG95qucRJYJno6bT9q703F
Ac9dF39I8sqGXlojVBS1dxlgEXDkCJaplmOMqLYKEuTowBwwGqShGpoqK8vL8ZJWB6lPaTatUU2e
3/2l339hLUJiVMUTfrrGEoyc05xkJKjkA3CmXdp4fDqG3bDiT17YS8hZlgePCFVjwbhVLFPjyqhJ
MJaNYxUfkWLSJC6BvoPBt/V9tjbG6iutK1zBE4nC6WV87GfdbHB6RUrBthsVBeX9K4A1kupUY7Xp
JVdrbIdEJkWmD2y8NnpF3AJ/tuOvRq9umL1pczpUjZNCzZrY3PDQ2GTEdHQVTS5r0NKLGgCUJ8zF
QiwJrTs9iyLJSWd0FQlKyU8YsgdJ7XIfgHSl8kOMsWUm2vzXBoNcyF2BBQauKnIkMJWARp1KjSal
BKqlh95F+icLM2e0Y09W3RIxsvyJ4JXaaJnszHaP/oDt9Rt27mSg3RX6DmQUAkqwdJzKVvR6mLu6
I3DKLR0UQg3o/1mW+telXHh3dBnIFsziAUgH1BanUoa6mq08YtCEhD+xcQ6qWXWKuHMlg4MaQcZx
qsiGN951sZd2diFVR0oOEEgcp7A6I6qHWkKmPCj6X6AmHSBhktxMpyq8YovGnKq/G4m4/0Lswjf1
dc2AGBKc8qivSNnUEuoP6NGear+RJnc0cmqNO0N5LdPy2ZB8Et+CbnLFU710nN8lC85zgRaK1ExD
PSjGqkb//wDPpZXXxjddOk48A2AKwYRIFXjl0+NUs1jlCYv0IGGowKdo3G//TNVOKjQn7HtveKiS
tZkDl64m4C4LeyAmcaGdSgjq5FlHlRhXNggbKnvt9ETAO1slm6F4ljHtZgB3srLiQ5xvJoJHOHNL
On7hmxU2cwILgjRb6RxkJFG9rouNXSNhpNl1bbkkBVgUuEYL2ePZDZwibVaLqJwDMsO/n2KFIII0
jJUbeFEKQcoExQX0d4ieX83klKdVNQeGhAEYFsYBQBvVeMWanL9lSwPRP1IExS9y2wDYBXFS32fj
rRmHiTfFDN49saSdzbRhZe8uyMO7iZQTUCJoSRQBs6M9k4ylqRKwRDXeC92efKW34B7oLKopUEWJ
e/2wzpMy8GO/mE3/49EKhgzMPHaNsAxOF2AyaLJgbYSGS/A4SkXV9n/t/ZgwmAjQ0A2OayaWgyI+
Aikq9WZQ5zI1J0TtI+Ly5FEPf88WRhtsrq/tfDNPxQm3eqykIbeBDQfEMXH0bHJw4ZxGf65XJnpc
sMqnghbz8i0KIag8aW0om4CvFb+yMruN4mSmHaHEjCiG9kqSvlBHd3caexvUNSafxes49UogfamH
gMoCoZZI5GNapWGn8HODHP3zn1O4M97K7HcK0sjr23l+49CltDR/of0avViibmZNHFUSS61grsOf
Ofpj8NCxfOWFO9dHCEGr5xcv+oLGOt1KpTDH0SpyK7CzPHYA7MWaUGtGa1A7/Jv1fBMleHNGzi2j
BBEVyscWpyZGpHjxCC7qf7Fr36QISjiEc9IXExZksdzHdCY6F2s0cZcU4PueCerHa6vhfYiDyU2X
SyV3ciABOvNoGRl4mZLn6wu6dKu+SRPLgQsdUGEwbJuiZ41vd6xzw7l9muzwNq2neUUfLhQGoBCo
WYOnAmnBM7pZbW7quFcrK5gm7hLwI7K2OTS24smJ5c793m67TdrXO410jrxPMRE07pSNUnTvdsJe
y8e0N3/bKaPqvFEVBD8oFUapcperGArJXBOUZ9CCzYRmHMxw6dMeLunj9Q07P55FjwnSUXAs8CIK
b8hcx+CbB5oOHJbjDOws3nbitqOrsR3XrDUbeyG1h6kT8GOQEkHcfkYtro1Zaeto+oDz/SOxt+hA
z4unBsXJqAY5btxNDhvbP6p0H+WEdrn014QQ6CpeyIHh1MDVQEHn9AY30gI5l0o16ME266JGjmld
ibyGDbvgPqHjAjOFkeJDUxDc8FMxYSVJ6NGLjaBSS4y2cDXJQ8xnvhC/qY/DHY/qlXDzXO9RBwOb
HAbwAgGCFMypQLtAx1fIakCkekVGCqb6UeZIOsnpm1TZ/Yrbe9YJhGIQcFhoz0bBF06g6HFj5Wmd
9Qo5ptQ9HPpdRX/ujjtaubSkb4HuOFvJfVgxiGd7KgoV9lTCBbFJAaHRrnXdeF//2W9vPq/fBnEb
RRnLK/PtrRxBEo7p8pDhvv9YcdbOVF/87eVx+fbbSmvGKcvw2/5h3N2Fu4TunS3zVsSccdmIYgRN
6CXCGkwmIceXw1dKf6S7za/7W+oE26etu7JfX/Cm78+7KE14plo217W5HMqN+6r474fh8W73+Gvj
SZugdcbN1llTg68ewWsShSdrAhVGWi3b6B4Uv97N7nvk7HY7Wm49ylFRUZ3nhD79sXcrSz3zo8Sl
Cg/ZrGGiDRiyILh3+x8zlHzYrq5OzKOeCgH34amSMOO/q7vB5FLq+kc6bneJ+3j/68fkO4709ule
1/jLJwiOPDAoo5ccUNZTiVYzAiVgSOT42roHv6F3j5H7uPlFPTxHDqP7B/dF8ldkXlzlN5nCVe6m
gTOWMHLkO3neBNPtm0UDr3Cbu70z0KcnmT5tX67LPEO4f+3sN5nC1Y6zYVThD+D4ot2h7B3Q8X4q
++ITyrIN3YeHtfL8ZXv1TaBw34EMx6bPNjkOoKxCNcXdMudzjb50+ZGz2/BNiHDbMYZwsPDakaPm
yPfs8X/dNOF6A23ME3RPk2PpQhvT2euP488pud1mm+2zUz8/ZM6ayOX+XluRcL/VIZfiFvxqx8kB
Z2M3v/5yHHTr7h62e6cu/YdVbRQ9IFExhHud2l0dEaCLjq7xuf3zsgbMOkOoCb8v4rbNeao1OYbi
3Rwk2mA0aOFs3oi7j+jWXVOHM6ogUZgQMS9sW3o/4zandHAOOT3c3d0dd4/G7vf9PXW8jw+I3Q/U
/Vwbw3b53flHE03BjkRS1KgY0IRlvo7uIXL83e6e3lr0LXQc53NFS84YG8R1ChZEabpm1GUcWnR7
476/gxWOjvTeOG7aiTrbh8/w5+rWrhgtscRV12pR9ACPH29ufJTK+6fMxeRPl2B405+JDjfb9Akd
W26yWX0UVi65KVgSzK5RM6TpyLH1Xw6H6P6Qbn0/pLtHzd3cmptbBzU+t3a2nw/XbebKzRCra2Ga
GgU4Q8nx5xFT3Gm7kplYPUTBumhxW2d8eXoO7uj6/gygwz31PG//9GfVU7nsfn3TT8GumBYQhHyA
xty8Nw+2U9y7obtd8RH+n0sALxExBhgnxZrWHCdKoiqpihW9+5k7Qyl393hL9xiA4jxsHx7WwO5f
rDbn5vIficIDoDTtqEyLxJts9/5/pH1rc6PIsu0vIoL342sVIPS2LGTL/kLY3W0QTwECBL/+LHzv
3S2VGdW+c3piduyJjlBSVZlZWflYq52jwx6BV7tGX8aOh/j4D6HCX1nMeVWnJrxKF8jKyIv9Ltm+
+wzP8mtGaOoc9rvdb852/pj/+j9W/lcgc2aBClbdUo/hmu3P5nk7kAzPeVKimoVGmjmR52QFjuyP
03Hh7UN0x4BUdTc+PbzhKSG4ozjvnumr6e/nMDeFBcZEKamxfjvx+o5k82xvp8fHNvcPevofId9G
c/NMAPpwkI3gaX6ReOdXrXKJd1h4Lw2vy4azmG9VvpFjAvj4MhRYjPaZ+BRJXKJxQsvvjP0D3fzW
pxsRZ7XCVGQWKf6LvdVjp7MXC7sjXtsRjqJMx+bo3fm/dsfOYmZpHg2YAlR81Cnxz7Fz8MaSOtvm
3Dvc01Hvo+U2zy8xCPFgbsI+2geNExAv3IOLmSw5ov7hKv+7Jsbrn6+pjHnHUfnXR5EC5Y9iWWg3
E5337JAuQ3+HsjmhNN280X3M883jQh6dHeNXusbMArE+jaZ3dN/duf/ty2aEOHi2HnDf4R+evkzf
c39XzPiX1ggxtjvKbOiLvqhVe7NAuCI8LX+jF+6xmf3D3fNXFuNaih6QsskZurlc9nTtCsR15zM0
8Tp4QC7wUH4sjmdsjOfoyq7sYwvS7AjAKbvLi/fFWxFPNdnUJ8rNjRyK44o00i3WnVNT/7zEUGKu
8nwHVxYTZqKFDelCabTstasjjUvhf13B572hePfpD/iSS6Cf9e9TOvZUn63fP4lPnl7f3jr7Aw9w
zilxl8VElVafZxHQtHBMEkI8E29DerJTanPiqu/e+wfGxRLSNFaU5uL3RXJcn+fvnwLBGx8BHTGc
GTHJRzw2hWKGDk2gO84dNhnTAbZypAwEtR7bIKYp8MfIkSt4INTOsLOXnN8fNfnH0m5+f/QrNz5f
V65KVvcpAnMLLxCN5Bc0VfRz3kmNeZBHYhjnqMIHB9q4jBcEw8Z644yP68c2O/1wu1kK4wJbE9C9
iYWlAMLbhZNYu8CbWJonO/HjdTQ721dOBZwrkXGAKEAGYZ7l4+HIs4t9RH9oQq4ULxqPd71MB443
q2Mc4KkBXmliZYpfuZU9ntR1VaX2Ye/tvnhZVWncqUenxbg/cwDGn6piJxvIsd3I1lcOzHfHWxRH
+b5TMjfKN/aoD2BSUfz4bNf+/qsj4SdHKTiKx1b2tXNudOcMIl7WKi0PLVrUaGm6XG8+2smDLft2
VbdLScrOjEPI6WfLoz57zxaoheQbzyt5mzYdPP3VBLbxwjKrrAg0nM56jVGBs4OooiPl2H7uPt68
6Uv3RhLjHDAXWILsC5JK52hvXfdKnvPlr5Q4iHDp8qXwOPImn+w38hgvMdRgbG/P2EQF7flHpDfn
z88GfbqQp9WbB6RmtNo/ljh9g9xIZHxGUg4AiEwh8fSiC7MrdTxvZ/nZa0L+3d14I4pxFkUahnGN
8Wk4C0S8BsHq5rNndazCOHQBj8G5tX50r3+/xm4EMh6jLIJTL4BM0Rdn+vtyvXXnFzJs6l/U+9rt
/sVOgqUQI7PgAEK9DvNy9xdJG1iBVqkXhDNZ4g2uQdQdWhlbeXEBZ9sr59h+Oo57YUw801Wt2kpJ
CateHpG+QmJnPptZO9RM8IdzQ05kou+FMZkyS2jLrCpGYUhxkmEFptjInhNnUzdjSYgn7qfzvRfH
BDVlrVYYAYC4ulpdMJ0iL0pMH5S2sV6dqOxrV7xhKOd+5slkDD1U8z6JT5XiW9IqA1KoKpFO3Je8
gWfuVjIGHuWnbAT+QcB2xMuos+g4NuAucmfveWDg4W3lT+d/v5WMdUuxYEkd+FWR41yLOsk/xBUM
7bEu8lSRMeu8ak9hlzfwkZ3tHiOqPoGq4ULpYykT1//9Uhhj7oFQjOZsLKWjSxET/Q4aPzLab9UG
s8sIOHhbN2rZ/X12L48JAQwT0DlCDXm2sl1XfiKQYY18GNdLcTSPfQX1AxpwK/n7iLI/1YGj1xM+
8G4Z7Jj1GSHGoJc4naQnmAETYcCInH4dWxssp9EzD5dpPOwHu8a+fwSg3A/obcXV/HL6iNzuiYtf
wTkXhfEO6MyppXODBfW74zL21c5Gs2z6ckZiYcnR7Inw9n7zGK8gaCcjG0zIelnbAlmTYN5SPLH2
HeGlzCeKb/eiGMdgRPIFuPXYOOA6xhfSPEWQw8sGTeQn76Uw/iDKCvVSmJDysj42L++9Y5HhvGjs
Sh8fjnuH6uQtJWQjvC3XS2G7Xtq03I6Tc579v70v2fk1/VR0xuk6Kv5JJ83sTzJXEFh5/D4MnsYw
niMRU7MB4vjoOVAT7OK5QS2D5jqxqc0xN44vZJsHGykO60vYIkdJljamp8xV/yvZ81wTx8hUJtIY
aklVum5US42sbXNmkff3rU9mAF4mEXnhON5R8x6YNDtonAOiOxFFnNPxGjoaqVY24CbPVHC0XRut
+XWP0ageyWOijVouKjkqsIdrexuVixWqqQa1pSfLbngJvIkCwZ09sIhRYinXYjruJC6V4B0hd0Hc
7RxlnXB+mq/QG8S9LXn3mMr4FKMJLmHZYXk23PF2TbJ1N6fc0JenIow7CevSDC4DpDS0W2Q9QdLr
khEiHLQZPCUKDbxYmxNpqIxnqfveSlsFWjJsX8wduJK8hpsKmnj43R8XE2pUUXEJuq4eA/qjPSDj
dbWD2TqJnMcqz9s8xmEMOWYHOmv0khkZljnn13muXmUii+wMxvG2xSqyFyDFmovTmdbmHCNzhWu9
8QZ4eNJY0Ni8xli9Vn3vGUCqXyxX/j22Unu1xys481RbYx4lsZkC7U+BKHuN4FayXXFdu+UbbjJe
UlDmOAm2LbLpqxN4rSBKR8/AUa++J5O3qHLVZA7Y+H2VO9dZCfP94j6HeE6DJV8oc71W+jPuEwVl
jjWmz9HPdcKLKFsbjjVrWkJlcqCgK7PzNccZc+4XFplUzpMmycarLL046kB9gaamrQ281xD3JBn3
IQUISZsKcvrR0CIbz6/URc4SIRZnRROptjubZucOpXroM+V6VtCx87K2wArxrG2GdyTbQpTeuAm3
iRLfvTjGhcjtFa/Z8QGGpoj1+dMkYzC35Fa5R3f34BJjpzYxApOBxRFiOvpyNLauLTtd46AYNTiO
d+GNUvKifI1xKZVc9Ik+PplfNAnx/XI4E3HWUfsqOUnlURITzzNskz72kzx/zA5dhamatb08bmbU
knNAqUgS+yt0edHxtEMGVhSm31EHYJsMk+IaV13SIzgGY6FIhJ1aU15QNTqnnyf2VwbjvFoL9ACA
jxyd1/L66iDFQb54dZQfjG0Y3xpRef6zECa2Kc2sug4BhBzHLtCazjOKpqMNOo4W+cz7l++Xv+KY
t5KRdApwhxAFLNfHdbamtU33SCNytm50Bo92jolodD1X9KHEol7OIglCbgA6bsqj32ecEWBZzUSq
8PsJeVmDn3izwRvM43ZoTZvs380a//4mgV0W7TW4Xr8VoP6w3GG5dvEHTaaX3xbNN8Du7la093Cb
mS794s2B/MM9/Vc845h6IwvUqoF4d+uiA9ppbG52mXdQTFxzArpspGrjCo+4oNGIvPV9NL2FMwdN
8GgrXXxZ9hdHOaYdLuY1MHwJ8wUI+v22ConaXS7GgCdRROJVsknfxD/qtpnnTlKQYB973P7FiVAU
CGKARLL0kWnIYpYJSFsrDNpB9PugHhzktsO3MLmcIf4sosY3nEDjbVq9d7LkEGCbkgykqL7iIO9M
7DUQLcBDBb5goAqzXcroE5M0QZBF/1zv4pHpNHfM4vWx/50IgsYWEoAliZYIihPWvE9BL4LkXPav
iQ8If0yjqBwP/wNtBw4LIjDcCohZzNuwHTGmhgkDuaxkhPUJOaZzZO3fw4puU9QYw812Li2fBTrL
vdWrTsAITrBS2W1W9WrjHNrZnqNMkwsG1xLgvjFbjKHbe11KCvmk5c0ZzcMRUgZKaWs1D/pyKh7R
MA0+EtCBrwpkC/cy0gzc7OElRHR3oUeQAkTEMkh3Bgs8QaJ2gR56QIrrGx4PyYS+aIAsHuE2FQD3
szd4aMqh2lQyxKoKKVoPxAG04Uboo0YwrhSUBxpa/QBEJ5ps29Hl2qZhWVjwANvyvX0NVsJi8aXE
RHuyH6vmlNnfSWIuhUTDqN45gqTKXQJIwrecRLIT21s2wL2q3MfSpp4DmBABEjyODbA1BhP/gFwO
wO+47XBFJGRd5k4rkyFEYkRBl8xzS1VMWtQA/FpfddLODihx2RzVnMrso2MF4KwYOMYZsQfYh9dr
pQYCQuaFvPm8ehewV3gI0A0RSEX05ObUHrad93jhE+U7YIOMoMlAdsZ0048nlyZehl4EdijosDCe
1nQ6FVdJTePn88zSVxhPawwiZ4QjdiJYwl6bGDsGgDKmxZn9FrskE8BGYvlIjDvtUp6X84jIrzue
L//GX2QUdpx613CmQCYC7d69NWZCrOdgIoEgu++pXX6IY39B9ZKSrT4P0VQpkOyjxf9T1lJEX+MT
6kTKQgRAmWcamPjn3aFTkfbdBzHuIZYsUOcJsuXXTrhZp+5pUdP30BMIUHlT0m5ip4jIjteZOP7q
o21g9jvookALMavspydiPScrGNKeo0oTMfbNwjAEeL/TUqNexRR4rX7f2nlkn9LldanOT9oLR3Um
wqw7OUycDZK8upZCyFnG88bpLRBsutZGJbVPnTS3qVKSRVxw7rFxf/55/0D4dL+4GBipYQOsMx8y
B8dqSCvaRfBxuaKPVPM5K3x8WEAcvheWh4mmlmd91Fl50X0odleT2M2oppPNQqGOfixsbpqWJ5Tx
t1GXCvEAUkjfruaCc6WbnIYcnz5hjBYQUsHcBBxPBZg0zC4KdS2kRRdYvmIrBISKq+xqD7OBhgdh
e5m3r9qsPsR4eWogxVyHCdVzF3CxIQp08+H5/J6CaQA4P36ozYI/j/f85+otEVOkCFXgJnQAyN5v
uXi5hlkRRYE/lLYO0D8jmxeqRaQWbcJp6ho6Zyt+6hPkYWwf+P6gDgL41L28ay7Kl6JMAv8oOr4f
ASiaHHmXtT4e2b3S3gthfJ+Olk8LHB2B/3Lc/nHdpUmXyHW5ki1hCNkrZmvXXq4xhrCdY6Y19KLt
09ti4USbj81moyyyJ7zGdzG68xaLk0sXiz394CVvvst5jz5xPJebN1N4GkI90PCJNjrsPz8tZM9b
u0A787ok/myzQNPUsFhIdHA8tAqElMd0NHH/YY++OYNx+yPWZhzjcAo1GWTAAaqBg9u2RPMGr3s7
9yT1iq3wxuthmTySv+LYx0xmWmoyVFbgq+aZxvpR4zFHTISfdwtiebfCUrkUXQsJlZvPgTD2XgLO
plyU1KLRJnw7k+tLRWXvsfnIP53yN94+YKRBlfiTpupUns1rXuTqOBVbAGZRpcAIdZ/JDH1HK6jT
AR0zPOWZaK5CDIFYFE3w6O1EPM8oT50GcX3qVB+PCslGQynac0o72G4+OlI44KJFLLf/eLzS705V
RmPvhDKWq+dRIKkXCK1sWE1NMJZ0+hPYc3d9XP627N+/C8/uWq8sYDbAQKY74DJZZ7J7efwdU+d8
9x2McZuC1IL/Bt+hIhHkFovUPu3CXfA0J/0xd/RX9VPwH4uc8JF3EhlbBZSR1sdlo/r5ibyfFaLP
q9DlRcE/czX3Z8rYYxjLdVpoEGJb23f9z/OQkusMRbTd47X8DFbuxLC9VlGdG9dKblXfnEXb5ydl
Ifx+LICnnOy0SX86G4FoQcKwFd8vSAQpNiYK5jOArK+ui+6YEnroOGH1xAQFlqUrQN8E5yY4GEf3
c+NOwY9cCEPaY/cwKo4ZhtDx67VPhHFYcPk8M+iManQvAsQW0GRfO2XOWfTktt7IZyxSAGVXlGnX
0TgyNCCOVRy3pD6Cl/U8oU+v44z15rCPFpGDrDnnTCeSo/erZ0wTEVp+ihOsvj2ePvQFLPPqoeES
Tt15el0V8w2AGiJeG8KU67vbc8YQ8dbHX497Pg6g2u5W8/y5LmAO7tlwHDSVLL76z3HHQ9vmVrEm
reVmvxmTVPpaRzoDstGOEaIU+JLu52TYOU729KGuYqSgqfVv+iHu95mxUZCXtcZg4JRrx81tH85v
pqIF883g6fPEmxiSkIIDtAgyKiDYutdn3TrFeWhKOFGYz6e0nM9SsgIQgYN6xMkGs67NUeCf+Y17
gUzoXZxC4wIa6fEeW7+jFAgdejbtZ92eocVUHmNWigQEt9oz6Vpv1snYbYF2BTT3Qyz6S9ZnV1Ln
6UZe/Tb85S59H4eeeAWRqcDrbmcZSzWGrDCsKyQ2dGm7iQewTO/6Chrj5z/oHppdUGn6OACaK8Eu
W/OdtjXmppM66obj8KfN52bpjNHKl0iTogwfkqDjZe2282tAMBgyO61WK2VxJovCRmeR+F/UYaev
0BvRjOWWsZ5JWgLRpfOCfjbMVRSzqkfAK3ojFvlj1RqN4kfccCOMMVU1UNprW4vjOuOnNvebgmoG
qUQn0bd6wnmuTmTP7vWYMVFZUMDReB6lDbTN4QfF/duiRpvjbqyKcqyGt5Esl6IWaaD4CsCMhjKR
KwHlHRU2TPSM8zxADOG4+YkRqbu1mdK9UzArswJ5O5yeuS4XQHkhZIZpIgyzYeyYAjTMNjjX2kRp
5V4i44aKKElADQ+JGgpI7+4smXuPlYPn6Fj4pHq4ZCaoEVQUsV3NAx7sxnE2Czx3EPnwkp3T9+Rf
VTQZb3NStErRchxXa5uLmsjU9r/jgyfTngmz1MtcwRbsM0dLpoOTG7GMy4msLJalBGIzslyvMUyC
eMidmzYhv8iqs/HUW3ih+9vjDePwXIzJuJgUEHppPxL3vRyXCElcV4KHKQ6CQ2a/Vg5elYu9YOc0
pTHl6SrnPmEhFuNLWndqB9EFiZ50KhFMLOAyWaFN0vlw6B6pvp3JqRxxzZFxNVlvxshlQ6g4jlTh
bP2MPs9ngTvbyOiq4qgub4mMq4mjJLXUBq5mudQ7WqFAPFai/814xJ0R/mC50yozicC260dv0V7+
raOGKrx1ZLnjKep3++MDV82iCV8tSdCB2AZ9iVbaNtlgtnrdvFQryf6cl/R6Ic/PuB9XGxmj+Bud
IJxfOcYMxBbVaUT+SD7/dzvMps3isJOGZrRX2ZEIjpMkdLbC1G7kqM+PRU20Jt1vMhP/XHIw/15B
/QpPDuwW8cOdXwkhJwp1PVxnmNHcffFM5Ge19V4k441a9HulYq7hzXJ206122Yhz9DN4VLAtu1vu
gbsT2tabsKp5RYjvTslH58w4pDgOtSq9YLFJRWxAhNOLYD+7SE42szIg6O9F3/JYD0KXLOxoaS/3
3p6+vb0iNBno2wYtRo93f6Jd/H4rGEcVqWUVnUXcAvq6dD4FvFzm0qx1KLInDfn9WBgvAmQrI6Z4
rqO+xr4nXwVpHCTcXGBhzU8zKSPyr7dxXNFYIZlhe/QD+WA4yscfMO7uo91nvJQeJU3exyou1c9f
Sc6JtiY6i+63kvFKtVIoXdjhbGOYLQE+m7P5cB4vYAIU8FbGD5Ks6wBgXnGA59PCpVuSZCDpU0Qx
ViKgbAhuvmaGR9jlOSZOaXkiyQ8c0xl36McOAlddF1FgB0kXEwiJQROeYkC3+st8pX2qv4AaxZEw
+Z6/kcAEPlWvXNATAAlJtJOzVdvYvUA1gbw83snpG+tGDuN2wJVuRMoAXRQp6o/O7On1VaJj8yVi
VV4gPq0aN8IYh5NdikIen1v+xSLVeWt+tdlBAsHXFSTqPtip0FArctRxNNxHJ8V4Gsvs27yWsI+n
r2OdvhTCojE5RzUdQt4si3EeVRTXgZSZqOQSMN2styN+xfPhMIIkcY6Lp3fMu0m8XkJwbWEDl6fc
HpaqPZi2zY1SebrH+AdwiMYpOCTGcPGIWaOrSNLPqwN4jJP91XkWwIxeuP2I0zINZFRAlqOCYPb+
aSHGFq4iNdIws2WnWzhCXERf3RKPGO83t+A/Gs9PpfiPMHZwq9JaoeiSWMOrwl7bqYnMoEkosCu4
kiavWOuvJMZRlGYvyWF40vC6wCCSRYojF8dx+sV5I4NxFX1lgT5MDr5TGO9tRNA8MZPJAuBE6Yyj
f1NFGwlEj//vmNgRrmK4SGYfQJblrW0FfVmuPL862dum4Y2KK9OW+1cU4yzQEpKXoizAA+KQxtLU
+3bdOOc52MJc//n5eWbRs7Oard6a1QYoFouvLyAEcudMpl+gNytmHMjVCiKA3UIxLTcfp8iDudvM
5SWviXACaxRX2o0cxokkJ7Vp4iCEASxbu8RFhhwyUDryJfJBqB0t6D6nu53NA9qajnxu5DIuRera
NFB6rO/luD4abrMedpvDqD6U+zqa8l5jmw8of0QV/LnMibZNWypBl2p+vUA5tCB6j/SI8HKaq0cE
Wgg2fy/tx9fb+IusocvAKgaGI3Kj6rc632TlQ7E8V1WmaL6qg1pMO5Err41n9EusBHATo0sQ9TdA
wTPqoeVhUBjiuCZylkhF6If0h3eHTYY7t0IY3WibKBXMttAwn07s9/oj2Yj0uMy+1scT+qSQ6rH7
1X8BfzvlJm/FMqqhjvDm52EUu77Y0Wkc/K8x9Rz4F1LbM4BBORe6gFL+fnxok1mSW7nM/aMWzQAm
hmx0mgbW+w2WBEzJlXMArh0vKJlSylth7MVTmJdLlZ01f2hAVLvJgsXwEaUzy+YhUkxa2l9JP4LW
Sw2SNlket/OIXmjlNVkt2gPQB3krmkzT3QpiLp02S7SoGQUlqAQBQdhFPh3ovrMnTDHIrsbHMhp/
8J+NAH18+PsbM4tV86I244ElBEiE6PKmX7/5KBTcDWRi1QqkdmmNByvEVPbRnBkodxto4zovo+cw
JrbN28nvoc9HC2M81hCHjabIkIhc/XGtIVV9FDyxJINl67+o7b2MWLX9Av/Odpi0PRwWzkBf8xRN
2RTwNrzvmbzqb0+W8TaKUl5bkHzDWSPdmznF7PrcOp7ScZ8FUycK8kjgNqEChAYD5kQr4ME116yD
ICEna+soA07WDVEf2POMfSrwu5XEHKraCqYVN5A07BE+Cyk1iOW28DRoA4U7HRPZBMrEcTFTVn8r
lTlYS+4zcMleNT+2SJ/Y2Uy8IHU2PKHeM6Jhycj+/ubVW8bfZJVJBTkuGpM14LqznU5tg/nRqtc0
/3iUALdUoOGRSOBr1Sz77IHTKSCOhkzsjjZeFgAvtJ9xFs37AOZQWzVAmCirmo9+zOAjO7uy33pi
RMPsQxUp+msLTBL05Uw5cSRPXmC3S2cOOa6ugnBNsXTwE5QvqNCKbxZdrRqknhFqEGP2SkX0RUa7
Iead9FQYeSuaOWkkZEM9jSD6/Et2rpWvynMdre5NgD64zpbfzDfLomKwTNAtni4KzJRxdn1KwY2x
qxiHLhkS2+ovWjkWPkQGEtEA9dquX4rncBel5HDoXiPUNX8/ljcB+GbhbfZXHrPgLMM8R2NA3jI+
Iz6PJKrbLQkwCHh+RTsz8t+9u1qA2WulAbm0cKJZj9EvT/kXk20WWg5lVZV1zRqjsPtbIezEZATv
M/wUc0uiSiJj17na4jLWVnqv+9zt1IGgcYdnZxO2fSeXCR+yyogCTLcZeI4DlxqgGUeQz0r+5wBb
e1bnqv8rB/LvYnhfXNaeMP8yuLNivC9gYoryIgPeT8YXhJ72ijHkT8y07l6O6uK4rBe/Q7f3OIc+
lcYZJwMMDd1YSEux4xU9+NGbDDTAfpc8nXzZRkGnX2bumMbZ1ctopr091rLvhx7jzO4EMkvs0/wU
pq0ALUNvt5TRiG6v9skTW0c4ZPOPxT7Y7BcOiV6+60toGkDLwAWA1QlmCDifMl56zKeAJszAzBBm
M0e+w3s9qwvDvFpdLfhm6CbXjKgg/PmshFl1etIwpySdF53yVgwG0bqvrHCTZheDAdS6kpN4Jmf5
ozyvtbgiMVxgCiRQL4lX3Ylk+bY1aXudC2lDZdOvhE00OCVgf/9kvH7RqWf17RK+6yI3AVR/LvrL
Wa8EX9rXX8plLlsRIH8bax1IznknzMuAto3/eN+mwsQ7oUyY2A+61JlZKfiCaFeIndz4tyA52hJU
vuB/IOaWSmvRP4DRnex43ZhTz+o74cxdlEaZEaVgXPPzBs3G+yQV7fBJV577s12UFTkLz3LOSXtP
DADARP4qCgsZUSpmqYKuXfA1mZa1G5hUkonV/GmXn4AMVv6U1bz5FZBfhkYGFT6xBDPp4z2fCmHv
PoFxzkMqYPJNxp4rMo1l+ud5O5Ymz85VcDBGCj4K77HAn2UlWAXmksAPJCuYvmLb7czGFAWxugZ+
aFJ3XWzOe9WJXcMgKeqFG4e2Djp6aLblGOW3xt4ZJSOXUa7qbMZaJENuLc0vr9UyHFtLnmuqeEik
2P5aREEtdcmsdmd+bruzcBYjfI6j+T51LB3Nm/kspcrT4934mYD+/ipM22AjAM7EuklNLMD2HsiB
X75YJ2LWCWk/UXz6LDO7svaC2BBQYHFk/kgBMjIZ92S2lyCPVAWN1sYvZWntNLo48CCvfpaU7oX8
yGgWwA7F5F3gI0mWebj0DHJcnu02cvSnZIZhG/PJCBytJyJggVzcwCjyfQFGQuYRiP7U8PFL0Fov
6xKIlvEf997YKvs2lXMdy1UCFPy3n9sRUDqu7TzAhM0iunI07Wf2nRHI7K9YalWUtVrgXysPdG+Y
SvndrI314FSbTebDZbsnZAdljyP3Z5x1L5fl2shbcGNjxwN/mXwtj8mmIJkT5SR5D9zX5DQ2y6HL
YHy9WE+7fbrb7zh6NXrIHxb2d6MNxsLMtEglpTYDv9CIWJOLSC6OsMueENXAYT8W9nN+ZFws5lVV
EBLqksE2cjRhY11ENRL8pToLdvFTvgqcnsQOepqougBMOPpMQYoRzgbMA71l7VifxyzX/uvxd/yM
c5jvYGJKMKqZRSEJAeAEZklJCsORVzSxT/bJ/YqdS0m+lrrzWObPQVpGJqPRZiSAys4MBd9OCyDK
Xldu+st3Twnx52vSvasK+dBdT14u+ted56WO8fHR2x8HRLm8yHZUZfbIDdAeY8pUGt8TzO1hhWVY
Bz0iHcyOvIRIAg5+u42O2UalycKcdetOIovUqfGUVD1rcXmPFxVdlBKxeVNtP+9vbMrtpzCZiF65
VkLQ4FPq1NMur9eR6HnZ7UOJxFdM2wvzx4cgjUtjlg56c0wPa+PaMehw71bOZncB/RCsHHFKs4Ef
da4gukBNKkKB6PdjYT9ebGAiHm9LYyQlRp6akZWJRlZYOpRMu9Ae+HT5UjAxC7Wx/MdyfiY6vwVh
QhLUdgpOlRF0OcVNVRoxAhJiZ8/Ne5sgvapvta8P2U6d9uAh5W9wwQR+ZpHuxbJNg21iFEh5JgLy
q3aCvVRjsipd3UXQzqNYmnIclqyBFkrB/8gIQO7PLbl2VhEXkNWOvR271nMVrzsk7/7oLwiaeUD9
5ezV12KLehXaaj5hNt2yobz+4qmr/+5DlPsPKczSaIocH1LqRN3E1kIPHJlezV1j/LrQrCHnjsNr
8DN7OO7zzdoZc03OvXgdEoh8Wa6v9vm3676/r5fLpXcGml29zWHFOt32f/y6JM3ByXxpzAqUb7ie
c36SdtKCUE5TwbiOUtO3m7t5Y0hSkaAAowl+GjrNGfhVSzHcni8kstzGmpkp1a+b05t1pV07qy2X
o+o/nsTjXuAKQboUTROYP77ffvApqlHTdHCiBgnWOWaUTjSM7c6Vgen7uxg5QXgQ55MLhlhQ9Y4U
398u5WbBeSwkSdEYgl9I2xZbKxY5LwaYiO0sDWysIKBHfkPTGS8onYPw2jdNdJDBAmupNIvnSrI7
C0ddBfht7go0c3TAAQThS668gdl5oNjg/rzQ5KUWO4MVcKLNSXvDPLmhYLIckATfLudm0aBHrooT
ejoOg7CLLvNruVO7w/X6WiO7d6ZmQeXyRe4vRKmPrWzHg+G0YOJ9ibsPw6AtZpSNsLCVgYA4Wejo
yTrRoXA7fW0odosew9OF9yL6kZ8bT8jSwKSM2VQZ4A33ihEa50BNT214UFwjABdCelQNBIyXnAwN
UQtqKk5ezcqQ9niiZU9pyAkpvgNS9mYBoIKmq5oMgAi259C4dFmdllp0yHLU8J5MIPDbiOPyefdx
Ue3uYwDytF2/DOe1VL5dzgDK0IEsb3wWBUXrSlzGtuZmQClwTXANK2NuU3UK4WN4Lg+ZRaWQiPqz
apGT0/aOqDmZ4YoKlWbByjKp5V6Tuf56HuiwOc2bgGACXbLsYhHpboAJ9d8BEhH+ZR1QUA7FGVEE
0pzs6KMD91fw+7GJTrorS7HAI48ZJmg1E1tFdRNoYqBHByGm0bYk8VGm5iKiqe0CEZ7CgGwH/Yg5
edqqduoltnN+XiTuh/HhGXPNvriW14F7nmNjE5ekgVoZUEzGNxuwTBjHncmRaoS9Chsb1tKZnAZ6
fmoMkWhV6JXlul2fMiqkpNibBUifPS3YV1fSPl902qg86/rpUvAtcGMWwmBk8dkwuEeVKx/6+HS4
YDL5PO8lO/3ACZd/tNjtkys5J34Fnm7JFrTFGAd1pAbtcI+SQnhy5NQV5pZGQbwsta+dwIsOfzoj
JJjxB7aEuAXV6HtLys5xmRRddjpEc+EYuUXwVMee+FXj6b0JSnLGUHVBEuHX8CdL3mNxbcUYFhA9
+f+7CdrCd6hQIYxXg5ZMYeLl4nrVq0tXnQ5p/2TtYT7aKjugzND0O6E5AcXHrf7oyMAPtmjOyr3R
cu7diZcZgGZQYZHGaw7MaMxGnARwskuREB9KNBi0tB5oYdDiTx28Fo7QL7sSiCKrllTNBuGqUD1f
C7cMnc4kxWe4TbR1ICDsc+t4Gz9fKqpxkhBjUHfvb+6/btSxGw9dXaN6UMavu2BcN6LxCRcTXPCw
tornQCTtxX5s1xMPZAM3AioCCpiUR2SXe4FlNTT9ZYiyQyyvzuDD+BADp4ntUlwW6yBw4WJOvlh5
kkKiQxHToSQhr4PhZ4ITfNGiMgLziKiASWwYGORVLLZKkh+aWQ62m6fgDS1e8K5299rM04PIY4Kf
MNQ7eYwKZPr5cg1iyMvFLwvXHTonH+/qz3hmXJCK2B2RlK6xYyPXLJeM0MrzA3hTQhACf3Wf/8V0
2hgVMbpyJ4XRFSnAVKUeVvmhNefN7rpU3MvSWiBZHVZeYatLoeHYzqgLrMD/4ey6dhxHku0XEaA3
r7SibKlKKtMvRFV3iSbpPfn197Dm3hkpxStiBts7s9gGFMzMyMgwJ04IGsa0o2jDo5uVeo2B96gZ
QQiys1de6sDu69c22z7euZnQEVyiVzIoVzALp9m4BWTk7nvN62y0kU+Mw27KAVWpx7LmTklEcAVz
rYiSolH752mJz9dtnZ3hSzSDhWxXCt7xyuJemcVOwrmzupZFXbO8LaJYGqvsrPzuStgdnd0EwZZE
r0x9kN+rxqhaO86sxwucybPC8YR/K2vATCLdRq0wagoh1UIlPwet0Y5wIJR3krotY2PscCBs28pM
iMU+CZciHnXks2ty8psVc/S1LSP9CrlI5zm98Fcq4FidLkUmnxhxulKU95p5bSp3rCy1ctsQ2Zb1
AM8ELXoD/MTIyJoXbylXeq99yFHi8ZquFdxpOh7OU6ENwq4rzkFoStKvLN2JzUIgcm99IQI5BGQQ
ZB4R9+SOXlnfOK08xtPG4gy2b73vX0rADMJntpNWg5se5efHx3NfctBUELwJMtil4Dcgc3ErDmg4
YWDZqjgjGdo2usIZrRuUTtDsZbcyy2fuWUJjtkYI/M0/cuEwS5dtMnS3FxofgNusIXsHf4WmvYii
pEu4sMd6e4DtQInmI/0P5HCntzuvMrSnZpWL5uNV33N6Tau+EkpZEaXvWKA3IXTXn/jzl/0VvcSj
GW84MM6sazR22JahOCA5eZFcI2pXj8XPHbE2RRO495g7Rl/6vGo9gevq4iyNZu7pXa86pAeqWNPM
9DOsDalijccSf5iY73ZZ5rFoMJpw4A28PeZYE2qvaAbMaDKF3s5QV0xTTud4S70Urw2oigpds1LG
8FgzTi0utJtM70RjfAbORg83g2ykqLx9FhFyuPxgwjOL0WpUYmhQYJSxMfpG9dR/p7nRAzLSuDnY
b0OjGXd9sCqTlfzFV0bLrIrcyhGbLDJn3c8eQCA5kc5hYQpI2mgl4no+VMdWKs+BoLN1bMTlW5QY
fmGXZDCE7leYOaz3qgU2+Rik5140xe5F+EaRSZJA2m+kGhjcbEG1tGQVobxTAXBdui1gVLzJIhRF
KUxZab0ZKJuGMzPNxv8pIZ/9+JDU+8fgdhWUVnJFnMusJJdntLSHmqkAcKTsBLByjdvqMn4BLYES
kOek35gF7n+MqhtFNqc43mAo6qqKDDKuedYZzEE2o3rVpY42PsXsVmSsLLdLzwieJeGQPSm/wmch
t0Lhze8wURKF5cHyD+Lv2rOUbIsZid5bz2xKR5DXsnZUENR9F5FTJiYTvhLNqciBcPbIrDxi85JR
7jPE3Pl+iHKLtIUhBvrooFEiwK8Ea0bSI9kQIH5bFRZb2lxrDN1T8NUEZqHxSOXgz1MH7GsgLWzn
fW8npRTTe3hlScO6EuRSFcszv47cHfN+aJyk0GPk0hzWBHlnoMtwbfXxO8fIXkSvVuqUTmgvxYfS
dGzU3eNkNA3AuwQRCvcTDVx9R9EyAYjJ1PIsHLqL8jvbF/vaDWwOJBD+KdnaKWbNHAZjtMne15Wd
5ER7TFBFev4c628G2C4xkojFDDL0GrLGK2b5nleSw9vhIVqIHmdSkOrNl04KevWlQ5kJpGKU8swq
lZFWl6ldW35JnyUHp0rsYEnenMJf7wyVXi7yXhBKHzvDHUq7Qr1mmlg7ghZENQPbcz2b24uHGLOL
mwULPFOmuVkpXY4UUlZOYDOgG0fy6m9a6Xn8EHedalSVLjcf4+DC78jMiKwzCarBvzy+6vzMq3e9
0wJ11Tsie1B/7LS24o3QN3oknYEGevdxE/TQRk3OFNxskxrSh2dU68zKNoI7gVMef8f/o5syyGTR
DAZiPuoEJFRCuySZvmNTfMrHyug3qVmONi8j+tzgurDTvMfYzVO9ubBv+VNfmAUSLfv6DxsZ2m9l
lSSJLq0LJ2utiOiezlS6VhgMmI0ae9IacuhODOd049YzajMx273P681XdGxhRNbE9JSFNc247zhb
RQCmAGgKXvkpRV9pMdcNsZYoYXUeOjPo4Txe5Ewz1DReNfyWZQsjKph9qfzrqBlS4UMhp6BqSL5Q
J6qybSKFkgddFi0v1pvXvg905Vew8dsXeYnRdabaNElTkKZWETQrP7bvao2FyAOSw0TVOUB2p/oO
at6W612ZvQEYJOarMfottaFeC06IiQWNkcb8gkcxe3WvPoDKxUVBE3RsRqqzSNwYIFG43W5NXLXa
9AtWYibtd7tWyirJY1oGgoq1susdc4hOo81+HkAdJBvJqp5a2ZDxq6e2feOtAZVP4iJW02MjNWrr
M9cL+xK7K0xOwFNl+PZSVDUTEdwcBHWB0DEoDIk4fRxxuXyVRKIu98+Pb+kPBoZ+QRSkFxEQoDfl
7pbKqYy0Z+3/aHRUfRTSKZZW0iEh4F9VzvKwKRqHyW0FTEIMEBO7okae1qr7jx68iIPDhofHHzST
sYETCRgfKIVVJDx/gr5r9VP9eGhlnL6CJ7wJ9r3dwe+D11RjBiizHTHCR2INVQOIR2e8p9iQ/sTr
dAnAOaeDCC3BygjWTXjSVGgJtLKcF1INHQRnf1PYXvA6Zr+9CgADr1+IU+ZkoY9WUZRpXLBI5y6L
nJCuk4P6DDx2/RuODIMMN5KFqD8g872wvfyMx6BOyFSAVBQ4tVQMGChV22djUZ+FbqNy7+qFAeew
ooD8Rye+I0iVofpWUZE1TxbSK3PxIHctmrrXnJwneZjm9bn8zX0RQTCEwRQlI6tVkEeFRqU3opm9
yJLT7ysxNFKgDLJyoy4F2jMlYCDCrraAuvRZ2mUYalzVZ0wWdk/RiwQz96E4LyqSxQfF5Beu2KxB
vZZH3eNWzP2c5SDPY9cYNkj4XYEZs3mEisux7ly1MTiis5yhtCvlpLUL1nTW89I4YcLd/zwg1Ilr
wuhlTN3U5yZBQSXf5KIlFobX7/JaskotMioObQCF7smnBV2bfpm2LdeSqQMf0kbmKrQYnaOq05sU
TrGSGMlo+Swqgd+kMsf6My1+J8NL1Wx4zfWHt6Q2+o/Hn3HPADOVAuEhC7ApLCv8OExXFoVwQS/F
CjZggBP8BBZ00eRTo9gNka6d818XdX+UUMMJbc44S26yUa3IavRqJbn80hWYVny3IyizicgET6yV
0+28+pSAhI1QZDDpLfk17NrCQppRnTIjQ4dhmuMnk22I6CqBEb5zB7Uzs3z1eDN+vL+7L1B5CQkC
Fa+7Qp0JP41d56ukOnPvmSU9dUgI1nysi6zFhhvEKYA4VQ7wwlVvDxtwizhejJJ89F0j2lqXJepg
4TsG7u4C35B6QwkdwAfb7vj4K+csInJ6f38kdUNzr+C1SMI2lZk+FEaI1zXZFDnKtL4Br/GxsBnU
HvQDBXo0p7BQVzrvK3EJ5ptWJZ5AAwRZsu6O6BdAoGkO7+Q0uIGF1N9CvWr2ZlyJpPSgUVIC9qqq
OtcE2UQEroG3TyMzUhaCgZkC4u3apmDhSuHKJsowe/xnbRqoRvJtg7Y4wUTW3kJfhAvm0q0AorPY
SkEp/XhfZw9xQvT+tLSDGPJWdJzGrZI3bXVW19yh82OjHCElag6xsvCATo/xnU5fSaL8Y27sci0O
IKlOQSTfpYxk+1Xx9ng5M2WcaSv/WQ91Zr4Qca0IMrUzUmpn5ku+RMUqBYZD2MqpzmZusKu8hWTi
jAcIrnqR42ROk3jM5bjdwqYLfVFpJdBT14EVwTaS/EMSFnTkJyCltu9GCmUSGq9XQ5BkVeduPRii
1XwXExd2bjarwqrN+MnfCF89knKcwdqtEeKfgtG5rcW6Pfpg+z15WULIz6gOtAaEvlO1TEUP3u26
tVJC5jZiqnPcvYUKRm23xxZtqaEtIIbu2v6/bPOVOEp/ujCIi5HxqnORfjcZhquoXzkJF67D7FmK
aAiajlPGgJLbNcEDj8Yao3nPjWYQ75II6KYgS4DgOSEc5ocL6F1Egl+ijjLn+oYZoqg5+57li5iY
W4PsfKmtbFZhAPtBOxfKL7xKvyFMKYsMPMXmXJqx25ucKX4H4CAd0ZZaok3SUt3QSFz1QFyEjMEz
WMZBb2gIB0ArLHHFm6V+eXw3Z5A/gPgjz88i1YAqL50H0zpP1Yosa85cqhdOcea+2Mb0Lc2o7Bo5
LsVAUhoNxyILGg9T2m7QeKXYorFp0RjW68UmXnro5zT4+oOo01bIqDWpmDZnhXsOZSOLN0y3Dklo
qpHui74OOBrSGXai6rzQrcd33pExbONVHhZM49wDgAFGGtriUACR7wKZnutLtW3L5rxJUGgHd5jb
HsaV8jwcBnRDI7keW4nebs18ze3KhWd8xi7fyJ609erx8YRCbQmLU+lRVB+5Xd1nC2/3pM+06cLI
pAlGheklikLZ5GEUqzwZm+YsJACa9bs633jNKq6eRM9eULHJCFyL0iYcDnoYUeMAig//43YxYcup
SiP63dnvzPodcCZAshwAK1KQP+7QyDlsfbDRqEZnrlBYfCz8Lu+E+oOIvg0gk6ZxRgqNWh37TBzz
uGhPWeS+j7hi9Zd3ANl3t80WXgNacX8kyagSYigLckD0lM82brwsjvjm1MQ63yXrvGN3QYRJYkF9
jAYXyNmFjaWV5C+BIGicYDNo3qNMlhyyfFSXanNieOSD0TfYitWCfZ8VMeHGUXoHJocG5WCUeJwS
LWxPcYJKLx+g+eVfGvefRaD5EPAjSUMhnArxZC1g0iQs2xM3yjajPRUC0X2/WFjHXdlhEgMICY5m
6nNkNeFWBxu54dpxElOaslNuVUddq+vuVV37K85MTcZSrBAzbQqXMzQnc/N94wYrXu9g7xYUkn5o
pi8BWk5kRZTFwPpNLZgb1WqEs9SeUGgJV4ioVNAR6AmDcUmbgF2xWz5zm69sU6H68e9FqxryMhhi
gcQMvoPaBDaO1FIj/UlGJSG0hl2G6fDRvnkm4otUncTGbfmdzD9JqRXtwbS3IJ82OVi5CmwV0qMC
HnHMLqLEa3lQRFnRn8IwMAoGuEf1jGpUJbqVshC5CtN53tqcSZaAxg7gOIAPpc5b7USm8/0GshRW
x9OqRUex3Yko1jHoaYY9R/VLaRMzQgQnK04iBkZb//EqSxZKfSjfgmpN8teu2sTodRc2hHOy1PIi
Pa8NmVsDhvvC1Ws5szgCtGMhLr099ybz9vOpk5JKr2NKBVtVKy6PHlhOR8XPfybaJSa6JuixZsS/
/ot2cADVigBTQEEpxQwD0SNB0PYnopp1taosodnkm3bNi1b+lnEvA3iSNLcle+mjATrwv0jHlBkE
1/BENNpxRa9/rbBj3Z+a8lnsG6NE//Hg6bjOugfYo8DpfL5K1RJ5GJeJLC4zsu6VU/uF75g29lZv
NPRC40mElYC3KVI6KgMxg8CyZ09sThgj58UEvuaQLhiBKfq4kQIEB4DWYPxn0SeCKuTtTSgynhl6
tGSfYpXoQrwbBrtjn7jIerypd726uG2Qgxr8jxxY8Vs5UCOPhPjrU3/QXrJSr9a9WxkoB5+8rcro
pa+362S7/ejcYROsQ27Btt+9iD/iFTy8AFJNKdNb8a3SYrJeBvHS1u93YWfl4UfLoZzITYDccWG1
d+XDn9WK8GJhXyURCM5bcUMj94hGII7LTwW3UopVlVqJgDlMkR5WilGP+SrAEOUqyXdR03yGRfWJ
+VdGNDjFkpmfPWHgJmUZioRAntp5YSRpxk3f0pcgL+5jZ4x2JfNEhMVVT5tI6xLgkYLMo88O5p3a
5FEqRBROQ+4kVZY4HNOTmBoq85w881N9P0AMUw6m3xx6htMBYjIJSRZc9rljRiMSsDM8chWgE7jd
d1n1cqXLY+4Ud5dRc+r4yDcQyYJ9Pj5JBbvg9txlJadzxr6qaArBnAH57hnLhpT0nsKCaBB8KPrr
BhNsfh0O7sltQU29fWtMgL31lwBNlKvj6+MrNXeu17Kp3U6Eitf8YLq5/b6pXstNAdB/PTqPpdzh
836WqEqAtcG5m2pMt1vaREnY1UrKnXZYG9ghRQdxDsbb6XZmOCD7dxwChmj3xOnEGnWw2Z0FC38+
p677Qb8sUgjdBa5/fRB8KLD64KhpdFSreFFcyB57MltQKmfG6dfu1/v7jhij0didU5jxvnQ2q5eX
/f4Itq23x/txV3iYxMOGYSqppmL04V3XbAcwck8q7qRUVnVOQNcQy6UhIP8epQXGHQo6Dw/y2I4f
iZKutYUq8l2e8y/xP54byNruOLiSofXhWpbcSUBKMwa8u1yVQQy80lFrf/Vdgkblc89LVi1hWCEx
he5UJNMktMe7MNkM+qZP3LE8rJsgAhhwqxQK2pJIIPbciZftLLaKDlXtz/yVJ3bbnUM4M4/F/ZTk
aXmA4sOIoYUS1TzKhpWNpFY54biTnO0JhymozthreI33mA9fd+gAGKWVEJu9Z2ueWeXn6FXExDuZ
OL18EhJd9reyZPQYPhSNFtsamA+XlF/AdsVu1u/GKtWHxMqXBv/d1Yyms4JzicOCRUL8zt/u0tDX
YPYocXXgKwTv4yZEUUxccWDYermACfHxHs0YXwWVQOCSkQPn7ghUgHsjMYOZtCfhHch0cFB/P/79
mSO/+X3qCEbZL1IhrMGh/gfpDwm9um67USVn9VjMnWc+1VD/WQbtj2gorUTtgGX8QgxiDmazcH8X
tokG1iTK4BcFg9/nTM/UdtzH48+/K9ThzG++nzrzWhpaVm7x+xM/pIL/dntx3bp6EBrZgqyZB+BG
FBVYaEKXK7kGUd7uK7SkXXR8vJalrZoc1KvMTx56kjBMv89fAhu1+sU+myUB099fCQgH0jTSpFJE
Rz+aPm5VtBuZzRZ995eJd2CZFW5BiX8oW68kjl6QdsCuiRg/VGHKm6YfOB0RGMAhv4Glswa7368u
SyCqGafk5pwmlb8SihZFoUwSLBPDK2SD+Vypz38en9TcowQbg/QS0oOImOgYkzByRfppeNaO3aUv
nJGtW715ijBEbtMtVL1mLuiNKEorojDsFTEdMMrtg2wUSwx1frNEtLokg1IMrUW2IhAggy2MytCD
fbO0YdMDRT0oKqIrBATofEFMTt2dIFbYmom5SfWAqDMAGnBAUTvoS3LuouephexKDrVbmATBiwye
0ZOPsrX46fqu4JAnQGj3SywP0y89WhG1ZwzJvTINsSKw8XsLoejseVytgvIBESBJGYnw20mlAxvb
bRfzQUv7RN0RMZPKvJrmKZ0w1/UZ0HHRFtBXkD4vXcYZC3BzINNlvbqMMmDt5RhA0MZ/tr+IIVid
ueAczdz3GxHTJ1yJ8CV0K0QMuP3l9c7feGZrdS678EzO2P5rGTTAKgI7qhyBCvEUPjdO/KqZS2M5
ZwXAxQbVEHxshXZzlcjnPQCr4E7onOkD+PzYYi39PBUgY2ZRnokJfr66RE+ZMw4Yjf5Ywpz3BezZ
PyugXmLV4/jagwGYGvYzHVr13Ovfa815WcULB760GMqYKEOWtj0ynSdTQvakMbLTwlJmbwcGzKLy
iH6QuyRNTJKgbTjw2YPDNdND/bsy+cW5bjOv8ZT8/lsIdSR1OhRt3EFIYOaW9q/TiJMhvPp16jRY
pZCKocGvZ4iUecMG3Y6EIVVLXvBdgR/+140c6iz8KGxJlYLf3cRU4ONr6ko2t+K6RTLkWTtytR7K
sHej0MFoYT2T75JgIvwpd8yFY581u1cyKJOO82CzMMJaXl+RlgfyA/4KZnnXvs5vj8fjElT1DttH
792k51eGS5PD2uvxup/ClbtTno3zC2Ykbd735vZ8eby0WRN5tTLK3GdjXnYh0eBaHmNbdLcjONyW
lrO0e5SlFwOSRWqN1URupYfb9eX4eA1zrv6NqlF2fkBbMsbo4nh2G3+fuqfTcw2+B31BzLyiaSA/
AzUkDxz+7aGMRE3LWpKmyaQpuiO/0RhzzpZY9uaEcBLKanjkwSpHo+tasIxEahaAWNdQncHiEBmB
BUAvF/yIOUN5LYa+NDk6zIYGExFUJ1whVnf8BeDxnF5dC6BujFf5ClOPEAAUzKU48++/o/WwdC3n
rPG1EOqaeFlXDz0LIWyMeYyVLhwzVz5wa9+sVtl/eOevZVEXJSrAdST3kMU73NZbZe6SOz9/JKgB
KqiFAXlBWX3wHoHVucd8j1FDH6kuutEIn2jhpsypF4gvJGQQkcHRftrzrgxLLbcRKT1BQAT0Lpjl
W7pBNsbIDeREYcU2GIv6+l8kIueiAnuO9Dud7x9Zf6gzjFU4hXq20/111jv9ut0bKyAPj5L5h7Eb
oz8sndbdDIzJgoKp52+xlGoMmRd5TKQKmEVhSqwevaRofQO7nXk5gt/tckHnIf5TrVRgUyVwmi15
tz/ZWDoKuP4ASl9YzERtlQwfgJ0ebTyBr6+1SXaKpT89PT9z+5dLYAXWZfXn8X7z0/N9J3eCqKBr
duo6oW522npdwubR9BxCMnork7MMztwc1MzrvWFxOG7vFKFeBwyxvrjquWjuB6Tyv9Kpay+1fBjV
PKS/vkL6xuaI4bmy6zsfa7TJvYDzNjRTZwngNutrXIulThtTLbhariDWAy2Y+iddY2DpNMHl8d7O
Xp6rraWOtA9zkfVLSGFl8zCxkPY6wkguWHBiZ3MI16uh3kulqhsmbiGnWoMTMdN33XOzk2IT2Krj
nwUbKs49ztfCqFeN1KRmpBjCxN2UKOtiXVh5T9rzFxjGfnVW9OaZcNenju8eK243ifyUcRMHc26E
OYY41TrzlH6DAtQ3Xy7r8+cZpYaFh1eaXMU7nUb9FWVgFHgkmTKNtdfJElG7v1y89/fYVZCkUnTV
mfhA+9V0FCfXFZ8GDhB01iCJpf/+TUBWjjHA5Sq3asAtKzOyVKj/evXnMiW0fDs1LrlzufxZtHnz
xgfJf0AaJCA6aBCOwPtxNiRIAlUWf8y3PYbhnDInsIO30rUrp9J91/udOoKxDg/gVzQzEy3b7mNl
natPoOfsn4+gtCjqk4yMMT5COMRbAc2s8UuyI2dtV0Cabweb4mmJWnGyLXfnBJACao7odkOIdOsh
FZ1SCnkxIqWbt7kxEUMZcKTyhWs46+4JnMDCB8M4KtAB3orJOzVDE1+ByVHvaH51R7cTAc8wAa6y
FjRv1hG/FkUZFr5jBDlRMvEEiNroSm+pGxhc4Wi/LkoEECavg2bnotq+KS9QH835T9eCKVvTqiBk
FcZcPJXb0MLtM2Q0DCwZtHsgHOZE4ZHiAU7TWGChqBitrKIQ2CNlPOVVoUvDW1S/DJFTiJLz1seA
JnOlLqZLJauZpaFdCPVvAPDwbxq6m/biELV1y542mmRVjvcbtEHZYYmhe+YlupFC2bVYrPOWR9x2
iqSL/8k0RospL6Md93+GPzXoKpRgscp0//Titk+9KGAtliReoW4cSdpYERCOnnKMG/FiwdbG1ypA
rR3tdn5q5G35ArB1JRqedA54e+G+3y/4Vjq14Lwumr5oue7EtuaI7oeiFmwvC/VcdPNaNGRlVRJ+
A0qmBbn3DwjkqhKozASwMbIi5XB08dCog5oBljTYcbtmlEofsxGozdwSyT4YLqVmRz7ow/qNJGFm
h6Y8A8rr1JnhtX/qZuE9m3EF8DkgAZw6ioFj/XlLrjxc0fd5hWhlf1J+V+JxLI/FuMqYX+1FbkG7
8II3tFkt0UPOmIlbodQehCL8Xk4ENItha0vlKqts9LbfFgqGU0arYXhnatAEuWrWfWXmEB06DrSE
TKiP6ecg7ur0vHAm04N4a4hvv4eykGzRdiG0vz+NhTmkG4XgYcwsOUWz59HnngadjzJzESf141ve
iwVJDegTkGKiWy/HuMsKru36E7vmfUMRn5Wqd3xecqr8V6R+CIpdyMk+isHJ/6KhH7HPdnnlktEV
2p0QG0nx1HOdXgcnYXBk8aCGxYJrNa370QdS59QGaGmrWCAAo054zzUmcMIm2DApPy7cxrtGYCBj
oYb/bAV1AgoZAgZ0nv3JL1+J96KA7xlZUPThk9xm5JOC5sHBFAB7whYk67IweG/HVM8RdyzjF463
Wf9jQSfmrJMCGB8aJlAMR8Pa7asphWOuCj7Xn7Q4VHsrTXJi+CIRP7VBHe1UKr5rYMMPpVR4Fsv1
GyYCShJl7M8uVpOFJCR1DmidBGoDEHr8Y2rA/3FKry6pgicgDTIh2gpxO5ghIx+bMG11tbk8XvRk
867O+y856tQyBbwynjnqFeUEzRvBkEe2WeJpm2gAT6aQ9JJZkARV4KYrnRJ8H27GFybDlUvY1kmb
7qVLqAYqIrqf6SlNZEiI54OUedtutS9AmB+vjXpGf9b2vz4QJwvKTyB4tYdRwBNPSMZoG8eDVSq1
G4JjugMzWJKf+MrJ5AUs6NyZXcujfAWt98F7zECeIqCAxhAjywH/zt8er4p6Te5WRd3QLK+4FCTp
0ZaXe5yQBkyIdpDret1q+SoiT4+lzZ0QEJAq0vnwlEHaensnJhq0IcKfbSmOgD0nfm8IPTeaj6XQ
btZfi4LHg8wh3iUQxN6KybMsqWOWjbaFlNkiu2Iys+TBydQ5o5yaQxyb6HAyq2ipGWDyTmkFnDyt
/5M7/f2ViuR5IMB/xZHB6mqtUyeVrYHxNF9a4Ow2XsmhrpkUE47PCqyv6/XhZWku5qziXf065VYx
WpfCW8Sv8xXSfMwn67OWihft8SHNShHBRAI3Bk1l9ODBLpciDHFjcFm13Ol4kMuAibfLF9zSWfW+
kkJfIk0KgGj2yVbiXsGQaNQg7epi1sqG70o4P17RrCyAkGB6AF0GBcTt6TNsBTNbsmQLLhRJFyTi
6QIJWZMv/Qjz4THrYchJ5TwWOreNmOwwGVwwWXM0ZNtPPQ5qFpItJ37XDRh/0RMmkoWwbFYIkokT
XyawfyxlJDwsN8nVlGx7kdu3Erv3a2nfD9rz47XMbSAgdaAPRHwEPmfqsNokaQeeFGSrDDYpPxVx
m/omLwkm+ZcNLz8G4loStaCuZTWR4XMCFdfdINCLaMEfmd0xSZmickGb9PtWF/xO6Ju8hoCCTSy1
d9hBMTV/QbnnzA2oMf8WMnkgV+ZGjjH1hm0yss0ryyNW5q+V1BmXOHlnl4InFb2SPBomaYSN0IoA
UrMdDr+02GIfJakR4DV/fPRzS0HTJ3wTtM1O6P/bpZAx8zTMoiPbEj2W/U7zDE08Et56LIX2En/O
/VoMdUVZwOsqRQjjLVuCtyluR/Cij9wHN2QsoihP9kwmSWKzkKvA6r1GNZpayY1MZBqQ53nrJBty
Q1CG1InEjrHqUtZ0P+x9sxXGFoQCrWgNgzCeHn/13AFcfTQNOS25PJdRXiDbrt0iFwL0OicvvMtz
vo2E8wVic+pcptk76zaK/Laso60vb9COWIjhga9aHXAkPW2+O6FcOIjZJXEwJmgyAQ6IpY67YH10
u3JdtE20OjLbWmI3Qpmiq6aMpAUDOfdWor73tyjqyMtSjHq0FEfbCu1lw394xMBQi9wYOjgxQZp6
8BGANVw57VsMGuQqUYwAfPDaEp/E7OW4kjLZzat7XgqDPyK/giXwqakSjCBAG5DWfI5y8/IfVA1q
gGIrHhW8Y7eSKrTj5APTRts6/JSU4+gfu3jhLZldDDqvRbxWiIzkO6PVFENcwwWUItCQiboCJn6Q
KS66z3OhCAYK/i2HekxErSIMP8IXSxrBkvLQEJkCDW+DUfWqEQyAFKCQ0AcLGzjrekoAaiPiQx4a
ZMy3OziEvlQNHZynQcqNID50Jef4IP9su5WchiDK+M37iqFWzZIqzuo54hIQTyHIA7rnVnCe8VEv
AFqwjaPIKLyLhnkE/0E5riRMl/pKDRF/i2VQIbjrvXPXrz0OLPnN62MZs4YIVF4KhgVNWGjq1IJQ
ljs5QginpiDnMjxGFziwjtrRYAD6/ljWnLsBcPjfsqgdq7qWDCEDWSRX7THr9F48eL6jiCXYO+OF
zZs9Hg10A2j7nLh8KYcgkMdw8NEzs1V9lgV3YPqUZfFClE93y/88b/hpxDwTd/5d3UYBe39XlxHZ
+tJRUyvdQ7dZuAZHzyfDW3X2Kr5EosHGb15pRQNyDYIuQDUx36YDsS9mnvz7/cW4GFyGqedboANm
QETGoY8Tsm3ZFOmPI98iF6dhimhy7HrNeCxs7kWZxtYJKOZL8B2p/c08gINDFr4jGhtQ6S60XbLY
xz5nUqaLraBpUAN+lboAA6flXp8NZNvUzBr0zLqQxFZesjppkbhX4TgICfjlJNBjPV7cnPKg/wMM
imilxWwEymbWMqm5gkX6hu3SlxRn1mH2yGMRc5fhWgR18Ugjyg3jyRChInUtvnBA1QulnRZACyjC
wmEtCaNuXoJsGcdI0pSOskmXb0tfF8rQ9sV+24pLLLNzJuV6ZdSpMU3PVSBMm675cJBAZi2Hoh53
iaV4+wqUzjG/6GbOKiNaPqd5b8jU0128GEFWBjxQvdukQp5DT4ckA4c8k8CXZAOeeUtlDFXQkeZL
Qb3TcBoGtoBgzcyGjP8Sk1op9DAoklyHG9r8xlDk6ikZSBhZUjeEdj7GmIrhld23r5VIayqVx56C
Xgk9XW6I99TEnOrhcrdluGNIvJR7n18bqAhYjHRBp/D0vl+9Auj2JaTJJxsTIz+EvkrwKXNLmbxZ
ISIafZHXBkadHtHg+aPPDkjnbRmP6PwICtVCZ8XPxyo/e6sw6BIIgym6+YHRXq0kYeIUEQdBENh5
4SZUxsHKeklesILTftA5Idh77BboESeYyO1+RerYlCoGeG2LUm8600usEYO0uYXrO7sW8PKgw1cU
WDwAt1KCvkorRYH5A5JJM5rT452aPQ4FNM0YRitjGVMp7GqnIlUjYaXi1yXtTKK9EpQoGrw+ljG7
gisZlAFnxf8h7bp2I9eV7RcJUA6vSh3c7TAee2b8IkywJSrn9PV30Qd3Rk3zNnF89wb2fjDQJZLF
qmKFtaRKLwlezN1UGIeoKiW3IXbnX5fC9kb/x0XitIEnSIuGbGpw7aVoNVb6Zl7DJXe/22c0YKPj
b923BFPmXwz0SaWePOyMp+uSeTbPUiGXDj7oyFBf7uG8LMli5iYcFCmWoIuHzsutcj1I41oBXQeQ
E0bpBNdl8s5tK5P+fXNuyiCXadfr0D0gfa1yfS6Quu5aEQAVf2lgHgFNDeoM7zPhWzGk69ppsrIT
uHL9yEYpNAVGoVzeO4PsFq1gDIdtR3g/QgtgQHCHUHYwQVyuqpSnEZiUI3QdtEjjbaL5zREs7aZ0
HMxd/30v4nrk7SIyupRVEvVNFNEv5VlzGcd5j6RBU93npoqUqBFIqYgOhLeJAPZESRcUVYiXGCk1
0UqjGCWclbH4WewuXeGWzs0oF6e6KgUBBXdJYLNWMONg02LJ5ZKqleApuWrZKUpHHzmFfrLcQTSX
w13RRggTtUiga0a2RUW4VM2gimjdnISrhna4yPa14eG/V3Ubo/coLVA6ONYtYRw9HZsEOjjKrVtN
DzNpUREWJNz42/ZPCKN5ACPMJrmEkAzwQuka7ciIXkaZCIyUSAzzCne0vOobCde2B7Nissuks4j9
UCSBcUpjsS5d3NKUkpGiT8JA8NrtiCXAJOCZ9M2ZsImrJTbmWGuwXbYBkouhc9v1EzUyGmAhaYUq
AqzPpR4bU2RUkUUvTWq6lvMrTTO/zET4VdzdQm+DjA4aoFqwAExK2fSOJmEdhvxWtueYDIDx/NSV
3AhhjqQmgK6yAUVyIt3iIvoulkZcDuEFI/Y/IezwVFaTqUmopbaVY/Mzj26UHDzQ128iV4YFUgfk
IYAhJ7PBQqTDbRcRgt/kmza8ldpuSk6NLjh5kRTGgimLTZJkSmCUlTNw+UGPlNv34yiwKnwpaCuw
VTz50MZ9qV/tiBesmqb5qTPKvZocs94JNUA5Vj+v7xk9XDZIBA3pXzmMHsdAsLQApJ2fVgwJqY4n
1x2eKIAdRNcb0X7lI5juRQGXaG3Mi68a0O3XZwVy4S+p8zTcWoD1A7Tf9YWx7UHvzhoJfQQFQCYB
HgyjDT0Q4CUDe3Eq1/vVVvezpgI58ACuEa3He0V2O/21Xr826OBqND24Lp13cR3UxQAliQQ56rKX
x6ejLSstnBntCPUORZimPVvk+boIbsIPOTddRcoFzGgs9IuZARvbSVH1q/Uo8VQ53+lkubXGLijy
L9pyNwCfu8yBG9CJAIw4D1v09MHBIq0E+hS22WKqZC0fYhi/tfohoZMYHYX5sZc9lLffri+Soyog
8ATiB0ITxFtsrRZTo8kyz01+SkG2hdSfDkj5PNuXoowcXw5WYtumTEmgLs8LKKYgwlTa/GTr0tOs
dz/HyTqUC4YY8BwVaCZHN7Cmf7Lot2yC1liumiIr+/xk9UeDBFhVMgpsFCcAuhDBhAtqkxlLZWE5
YwMHWBBQAKhaet/m2UM253unKQR5FY7DxbCJCrwpWndEv+7lmgpNa7pKhy7KybfVGlxbVNbk2KkL
AcyKcjvvtLlH3LhKCBiDRl12MaBS7+MqCc222+kitHv+ipBaxmwj6gUmI7DGAJiSqzRQic1XSTXu
gTf89RPKTRFtgWZEEZIZCzU7qyXNC9bUgw3kT93fxM4+rgVOkbsOB0juMooDBvqHLk9m7uSokWQY
+HIu9qNthMn83wdbcFH/JNAv2Ogz5n6cqCE57k5iuqjd9JGoD5x7YzYSmNuJ3LxWLCskmCqaPGFn
2j8opn7iWqIqZGKQBiUoqPHlMozUUip08+enwrqpfwHrLgquHzfvJLYCmFWYU73owAVDi37lRiAW
EnVb864I7fhD/xlKggoLtCG38qijTIwFyGPt6kbsrYuzz1UMUCyYMpselEV+NNRkf31ZPNO5Fctc
lHnp86msy/yURGe5e5UwXYKc9BqLykw8f4d347/1MT51RgoqNVWsL81tcopKVfL6fsr90SD3uXGX
L8rdQpyXctJNFNOjQvD65zm9rXgmTI6VcdDVGuLb6G7Nv47gaV7dYamDxai8LhJI4+8qCgrI2KBs
w06HkrFL8lqDND1zk7VzVd2XKF2LqKmbKwet+ZBgauBVYLQeL2Ul0R2cHnos1uFoVMcyPzqZQPWp
ajNRJm0DpfBd74ka5ugkS0/beIUbh4hoesBKhKVqkQjmeHIQtFgxjRR0fYD/yaxvFrLudinyC/wN
+7sUFiwpsxwplm241gyIoFlQTOA+DoHJef1ScVeDBl5EPHjHIh19aYzkGk2ETTvmp95+smPbhzma
alGPNNcg0Ywg+mYBYfOOALYx3MoitRGmqWGQJKn0iwbFECk1asHZ0/v/4ezfX6/AgERdmi51I2Xp
S7VSakjpFNPH4UfyfaMc22L0VUUgircguCLUcCxMuwD7/1JUIU2lVfRKfnLqqvUdK5c95L8XQazD
OxuM0oBsFoNqsAiMR5VWFTxe0QI7RPLZ1aIfqwoiCEcWVb15mobXC64lah0oFDBy6rG3KyPXoNHo
99llk2uDccISvDO5i6GjdrQaQcPsyy3LlartY1XFzUQYMj53sg+6sOu6zFMAjKf9rwgW1mTRcnA0
qTiVQjnWdEhiPJvxDphenpOJcpk8DdBo5wVwmTCWxoLW5RrJmtUYCzBbxiEeXjTtfH01XAnIk+Ls
MXYClFZmw1QJb+YEsYgmZa5UL275ieY6wML+k8A8/Yt6nA3t/Xnc/eyy4liC5S9/iq1c4Li5DnUr
SL1cShJbRNVLLAXNjlF8XFJfezCekGdexlBf/FZErM3Tta08RqHTQXOmloZxdOtoH0f7UFiClw/v
0uggZMXDFJNuwEu8XJOdDcuQmXhcqZG2A+GCm3VJuPYvEfBvrysCV5Kioudfwf0EuvylpKaoWguw
4liN/Fw192DzRcIENbBCRJ7I2zYgdgNcFVMM4PRgBCVOHwF8dX5/L3ZEO0AZMqFb46n1VghjB2AF
sjrtYdRi00DW4Nj1pmC/uMsAoimtq+LFw8IDpPoQjcMICRMQrXrUJDvjVTYEbxGREMZvYuoFyF8F
9konhe8Mb/SCOtPkXz96kRQm5J30Mc46Ail1GVd+PtqWN9sNiBRSAP5fF0X3nfWelCAeNX3AWiLp
wmjZopfJYMM+j9/Nt/yxXME1K6Vu134TFZt4ZlrHMJOC9h2MarIpkFyOHKlc0+LktKuJucJ2+tPF
te0miSw9LGX5czQHVaAT3DsEndYB/Y25Hbb0pMQTUDIAtQRXGqH0OXttBmyPcvTN6fX6PvIkGaAk
hP5hbhOJuct9JFIiNVWZFyfFOHV16dfJA0YLwbQsQEPhqQZau5CqByfDR/7DeWrr0YnL4jQEUeP9
au1PqN7296n8TTRVl6NktwXWIYP3ujqh7Toe769vFU/ltiKYO4Q5rbmsjQIikm/zdJP9rCYQprbe
oL2iNOAJJyV4pseglDg6BryBD8L4OwUloVKzmwJ3dnFXU3eHT/T2IRqkqVJ0xiASYZyC2rXdHAMP
8pQ1kTtkTVCa38mPFqwjVuUVmQj4nOtY0fhDW3AwU/ARMHhF5FkXFeRF3X1XJA8VSgSx3N+kqSm5
c/4rLt8m0OZFq+DoeFq+FcxsZTtGqlJ0ENwl7U4CwttCxjAqHnJRYzBPzU1wOCC5DYR5gwXh7olh
lIsDNZeGnVUdo2H3mZInunD+iWA0HdAm69xhnur0vlnEW4bjGL9dV3XRMhhVNxstjWcZiqF0D1Ma
5ORsiahyRSIYw2PmSeS0NkRgpzAngZ3Sq+NnVkG7Y5Ap1z4M42pGmtiYaSxOqhavoYZko9dq1pux
KHFwXRLPNOCdiHQBPAVKn0yUkMZlrZQjJNlzP2EmQxnxkDPQUYwxbCB0SHF/HiKz2a9Nr7ysoyoq
7HM38598th2ozomZGhZMhSm/4Lyi7Olz52VbqCECh9H8cHf7WMppHRNXyK49u/LaavWAknB9H7n3
dCOEuaeSPcEFWxi2JfG0i+PZn8YHYqv39fSJeAi9WX9Xw4T4eQRCmKUwYInKgE6gIfNidYKQmxc4
UMxHTFRTahm2rz7PDF1pjKg4aQnIVtpzB+jtUpbcQOD6aJzLhkLwEbQcShkAPqTEytWxOkl7X4uk
unrjJo/21zE5Cz0Sb0VbSUzQZQBhqLRHHR5Qjf2kfIqaNz0fw76L3HoUvcLoWX9YFsBR0DqC8bMP
XDUTOr6BugBh2VuVA5C5U280/x7ktuA/yV/M/5a1k9ZFVWsjj1ncWJCRKClUQluHkzWaoHFrK1Cx
A7sdZIkLxgfQUTzvJgdEs1mYTOqxH4zvjjp7TWYKLBd3o5HhACu8JQP1h3kRytE4DWqalKdBPk6J
Fg5d5FnlTW88RpN+uH7nOLLw+qDzSkipYReYdRNjXmxMrpKTVDvmXbPIpqvFReFKEwayrK6ofH0F
rv51oSwrN91tDOJjvgxhgIIDZi6gUVg90eKWnDDc4kXPlREWpjs7bqPeLXUTOBoB8cs5l0ZXzsEl
gIyy8k2phqBP3rRyCK9/Dcfs4GNoopdiNqhs85U5OdJgjDU5qU4flqHRgVlY2hHwoX1GDs0mwUXA
hTPxVmkYiVyqA8G8RtqEmLrpXF0nc4B5rGmPMTcRvxc9OuYKIXct038R4GMm6jIolqRugm3osckD
JtXXLCr9YTZU//qqOM7nQgpjtFVLJ5aWQoqGyeeyDRMSlmYu0FKuELDG0O4lTD2yRRzAy3eJDqDO
U9+WO0u9L2rpANSc6yvh6sFGCL0q20dEUeJ5b48oomA2NP0aaa+JW2kCt8AVQvUfr32kY9jsciYV
a61YWMmoasdMDl5XAF22mSC5+P46+HD2GzGMCSGLsagr0BRPcZZ4mXLMzDuiS7vaWLyp1x9tlL/U
+EEpnxb54HSm53SzHzWdr6u3PR7TbeDMJyv9uYBmy9632h53+SRl3aGaUvTG3xkHdM8GQy0FUXe2
RZEbzyahkZSSMKJRBH04lwcxqlNTJYpGTgANaaWb5pD9GF/rT3SR4db/lcKmLItKjcdehxSEoIjt
vCzDGwtAQdeVirsW5ClsNKSgoMCmeedCQZWZSik1L0KBZ129+D7qv+nW108IskDkh9l9PBtlqngb
7VVmSxr6ASVAA+3U97kd/2l7ovprVEg7I16Qwa7hRq7L5F1LuKi/MpkbsybSlHcDFgeX4ZnFz1k5
kkHgK3gXBtP0GKFC3hIwxqyr6OcJiXiSnlD8cfvi3Fm/KmsXh9dX8o7SxF4YzCvBAyAPh0QpsxQl
zWs1LiCmCfTdeJL2wFoo/ehQ31fetCtBs+pSqqHKy90iTMIs+PH0DWQ7x6cxMPbxfet1IEY8WLvS
w+3xskPmP5cu+Kl3+WF8FXwrTvLapzKZz3EZkohYSXoigOHNu1+JtrsugNckpm03g7mAEmipczXC
ZmggrkE9LjTn3gWUWK42wQxeIRvc7Qa4A33LqtxSNODOcpa9Rwcb8e9T4xtVjqYsLvUBC1QfrO8W
cYfV7V7Qfpk92Xfjz+h7/3O+BZJm8oCU3/WV81wmUiLvU+8o/bLZ61hvRznNK2C8NDHm0fOy9hNw
uAquDQuX9Z8FojvfhivDIAoLdWtGZQOH3aYnIJ4Y6Us0kcAy031NAUn1jrggYwaw3n25+P2cf9Gn
PWqQZjaGmPCME3DRCIsePCuFrMLfD2IumVPMACyOMdFsgbmrxdzDDJxU1fL0CLmnWeDM+cun0BW4
aYCJMhlTZSRJISdDCfXqFq+OMn8FiWoWfU9sEBmftXP5a1YrVxtDdUzD+ax8kZcQqF0VMjajqEWL
u/LNtzD3vkkXKa5MnLhp+tb6ewIo2VLtK9OtM1H1mjfrgqlHoGKh4gusOBYbJEel0TEmTNlH8kOZ
2pjZ6d1MOUvNMVqsMIqJG/W+5XytgXhY7xc9cdVpFGRiuaH39iOYeM2sCaoBCkbK8YKfbkZYLW/t
zrFLKjf+2r85IOB+Sd0FAw9fu6+i2T+ew9gKZ/QsQf+LXmgY/l/iwp/NF5SsvE7E6ECt0wf7iOy5
hqEebDIbLDqkXZp5xQrbQ47AV1WPXXmcil+ydhrHn2jt+ISHwhwKek0tmh1hs37GWpdOaeBY0bnY
EFQm0fVJKuR9RJ0JvAyqhnchJd8Gut8Hcp04rSMJLXjpqcxGUCh/aRTLo9W8iABtdMQQB6w0Holf
rhtF3oCPht4pBDEUNxtPisvQotCy1CoSjLvOtRM2a+6teRi1f6bWVU5Z6pydFUTp6zEVhMosDvB/
zCTl5jVpnIZqyKVcRU5qLZ/U9OSov1N1RiGxCgyDuFN1Uyagx0509HItbh+bbr6urkm6Pd5YgkwE
L/6AFv39CMZYzVFJ0s4AgIBsfUPHnTcBpgAjn4fUEqgRT22hQmhTQ6eogjO+XK02F4Y9qHGG1fp2
H64/+9yNR4/8tnEXBe8Dnp9DSQGTM+iLc8DdeClLmc1CWlcTTx1ivFZ1O3kJ4O4Ebo5+MHsPLfhQ
DNkhiYE5tEshXTatBXwK1MYI1PkhaQLtZ5WcBtsdRMVgnhXfimLsChrgUKetIQpw0c/KKX+s0TXq
fuIabIVol+vRq2TNsglCLNV/GSa3BtO9l67AkvQwFZs8XBfH3T0bVWFAL6ngM2ekWWllp3YMaSD1
PCw6LT+780M8g/V4Hd2oE6g5zzJbwMOn01q46uxryLJJSnuEYDQnjXhlE52dPH+L2kjk/HlHBYhk
B4N71Pezsc9ixrGTycAb6bV2byijXxQ3a78bGk9JbnLQ3jelS8xb1XlODbedwlw2993oJevXWBH1
LPGuge0AowD/IBJji7tzNckt0K+AeabV2cG2+jQgcacILhvvYuOSoYMWELGYumAsSFmt2lLPenpa
x2iX5FJQErTrJ53vzMTty2PXjA+pVQscPe9AMeyjAvEBcQX+c6mtgMLB8AeKIKdktD2gPVh15gtd
LW8Dt0Lo3zeRuqJUujKhh/60tg/1+qwnq+DSvfPkskZkK4HxAdGKhI1RYfMS564yBz/CoL5RVEcZ
oBKltbpFTJ/VxSAdk+Iuzc4SItbMcNMm29VFP2HETXfxyg+mnKCN07pNpyDO11DXduBJBQPXvldD
i4jm5XlKvv1q5sizpZUwPE2PPDstVRDPNvCQX0ju9ZnI9PHP2QKINXUduFWXRwCQCCOrHDhJIAGg
X4m4ElKKuRJet0bcg0azPKomiAIw0HApZQV+wphFkJK0NhrNiSdlgiItdx0bCcxBS52yznOPLasU
NKpOpmcnp6oUtSfxpVjogUMeFg89Zh1DrOfF0OFWWLPljyj90BzWvOyu7xbPdjvKPynMWgoSNQnA
B4B1tJ7VyPCd6RVFv7HNEYz6pRwLsNKpNn24IyoGotF5pyGLz2hbNS2zXjjACiHlLfJ5xZydB6Bs
olMvFlxH7vahrQrpa3C0oMR9qQakjbKyi+b/QFEuiBic6UlVRMiu3PVspDDrAbXGWlkU2TUZ6iAf
lgd7pFXU49qJ3vs800xTjBS2GzX7Dzi8Ztb2VoSDyk0Cc1J5jeEZ+XeMatR6FihjgAzpddXgWoaN
RKo6G4tJSiuWEoKL1FWjH6lquDhN7NpjvK960CNEolILVxUNdJaheRK9Fx9OrMqKJluxwqxsHUwv
t8Z+NrtDWWa12+Qx8Sfo0y6fU9FjhasqG8HMISZAwpxJCT9v0hHz4azqrxi0+ow+mnQcAKAhdKyR
2U00zUVrBLTcyNF26AjNkEXpTEEkxj0yIIdRKmMKgsXYjDhKOsyKwWagAOoOWnqYvznjCq9S7Zxs
EATNLG0FffSAKAjlGgqIQeebL5ekl9HY9RLsoF0TN1HWPfAqHby0RlTEcxeg/clZPhZuMOT5zjID
q/lyXUE5lw+domjhxkrxgmaTb0msSYqR5xlyU0i/a3H9vUkar64my4viShCkcIUh2YoJLCStZZtx
XtbQznkmAfJlkpfSn9t89Kq+0HwbwGkBAlIRcBNXno32ZAr6gWo5a78y25iMqQcEwqxhwHVUjsXS
efJaBipJfl/fSM4FQKe1CVA9DUG1zWaUi8ZWaxmXD+VyTA/E+Yy0Eobjfb2OUoHSiEQxRqVbqjSR
AJ1zUiJkAMjgKjNYFxTRvAovMQvNhC2hkLpAnmXu9BSTekF5AbO15hfiAkHcz75mB9mN7qpT7Y2h
cZS86iBiVeHcvwup9O8bk4mwIJUKmUZSXgK+m1drl/nXj4reKcaBvtOiIyjArKvzHoRuJEj5MhYD
aMvx+BkBPyPbIabyf1yXwXE1cGmYDgaHKdCa2NdwMsWlVRuYnNSbZHaBAnIjx1mwVoHWKUFFih+A
juqlt+tCeYqBzhAdMByYmEfd+XLrlilPq0qzEYdiLitrX3Lk8SXR+XBcDIpbmEBDlgYDE2wzbmG2
VtrjAXXq487LHIrd/8U4JpYnS09C9FueMqDjF8YCyEcaWhcuV1QsgynJK4RV5XPhGCF50dLIncDz
hYa+T2wepoDQMU9xWD+gvNV1KwNeBOtKK82NI0neoQmr8Op2WQQKyF3VRhTzWJPWHG+cGheYoClA
7l+m6cti37XIkzS1yDHzlB2DJzC2yGqheMFk84axHvJiwrKc+MtootOz0gVemZenhOuiaJ/gQcLI
AWPW02xKrEmDD8EUsRs7DWLeBf00i5flkku6dUeKPwaS3478iZlYirWIp7xuY7iXVXhNMrMpTjE8
XGtu92NsPDzpr2sFz4VoAAUCARFtqviQlLSmJEVGDbhYS/41H2a3qqojSZ2AiMrgvMu7lcRY2zEh
y5CagJ2J+7b2FAIiqTSaVc82clmgfyJRjInVVjudqwo4JE3yVhdvY/ti64KmJv6+wZDj6iI5bzIX
tzULJ68srEbWU6+SCg8NsmUVh2Q4XD8g/lrQNEZfxJj4ZfW7qfO1rbGWaQ7Gap8jeBEkpvlL+SeB
WYqt1XEHLnWgtizeL/QMRTefmW5BR9I/EUxgG61DM8QUPilSfyS1244/V5HTE+0TY3MApVImwDIE
dkB90EPDCZz99YPgGTUA1FGQcgvulTU0Zr0kzkKA9gFWiXao3ag5Z9Fhsh/+XJfDM2hbOcxxtFo2
pFkJOSOIBICvKqXF7r+XAFBsJFgcZEdh1i6djh0ZTmXNQM5qFR/9MIv2fP3335s02QBkK4AJ4Jx6
ktQoo7AKIOrTwJoXVJWHAl28t9bHibyt5SFF+b1YgwnEcvW3HhjNq9fkL0vhgBctjQ+1D3xhSQQA
wtMRAE9jbBTxHtq8mIUvi9S3nY3vsmwg0kqvc/wgbMblHR+qWSigAWQEvpYxc1OjzdZoOfB9JUgV
MXagG4L7yis4I/L6J4JZRhSrhVNJMeaGi3Qfq+clnTxz9tGpfxel6D7XwGKnoOlxbr72ICtrHrMK
BOrWrlIyX0u+GOSmrUV9Lbyoifa0QK3QBYDH1qVOLVo9ZuOAb4qt6qyaj8nyR0mbG7XUbltNP4Cw
RdSmTlf5QcnQ3kLfPXTWjNnoXF7VEYCOwIuo7hWlCWvrz0Az0sWNWTxdV2he/5lOm+FxWzQT2sNE
AHW0VlWtAj3LPpvH8iTv7bPm96FxM+5V33jIvCIwH8m5v1t/AabQ18GmufgS2np6T/eL0NrJrima
UefV37cfxdbfZ6lQzDjDR0UqLpGe7hF2e6Oj74ls77Kl83uAUOrDeV50zybkoezme7u3v6HTN7y+
P8JPYWwWKiPg4NPhQqS7Yi/ts9viGIXKt2gP3MlTuhsO5PG6RHq47OHj1DGQial2oCUzAvUoq9WZ
+qwB06zJ5Krzt7EGbLgge8DT6q0Yxm8V0HRVSrDF8/ioNh6pAjjhbA/71Ask8arSOoobgJZG3g5x
ErVdm0eb0uqjllqoYQ6N/ugY7R8n7m/03OjBHv3V1v0sC0q0NUSt5SutKfBtPMOIpz0eInjRKfAK
l8K7QSrUBhi/p0zbRavlNX0SzpWoK513Y9GajVYGNEIiRcnsZqwtmtGk6OmDqXDNtJHQjVlimBYj
EvWo/046SVCq4gpEvRbA3dAUTJ5dLguZqb6fTexpcrAPBgkLr30oRWkE7t5thDB7p6hTDKBmHV2D
qNWMgCFsnBfVFtwwnlfBqOHflTDasSYjGrBNg5xCV3D079AM7FXa/jRjR4e6s7Ka/vQS5H7hZjfa
Lq3Roab7/Ul+7R7K+/VG+a6F6UH38Fq8BxrCTpmfenK0Ra0nGj2Qa9/CeDZHbvHYcfAtTuLHN8mf
xDO+GyG6plAJz4PoqJ2UEI6tDKdT0t/MO/QUZff6TfFjDqq76Hdx199mIYgInxw0G/jXTQ43qtlu
FDUWmxs6JqscJTG0CeYtACos7EEQA9UuWIhXIOl9rH84vWtDob3lQA6zdDv96QPSe/LeEjwKRIrN
+CNLXVSyUsUukKLKn4mfHhLBUBHPwv5bLfzs5Wolue4TsFBBrf3hbIbtWbCd1zUaNbjL3ydGXsmG
hKOWgyD2rh/V9e3BvMDlb5d6NFUGPSlElb8rf/VkX8T8df3WGyw+iCNlEQI8fL5p3sjFcTL3ii0o
IYp2iP59o2+SuQ5TTtuRpfGIO+p2iog1QrRPH6xKlKCCQ/cpd0cNuKBgT/iTAb0H+Y3rJ8IrfANw
/X8NGGzV5WIUuL14tCHKj6pb1XtDo+2P1M9u1eBrfDM9kcZ9BUajGmb36s2C1/Qu+z4+5XvR1K5o
TxkDk8qRrmdoCTmt9rmaEaUlouCc6u3/bcIQPFwudFXAKd8McAc6+q01N/OV536HCuadNLnWXbm7
vq8iNWQMwQQ2Na3N4bjLUzh/GwT1DG71ZnNqbPJBM5Oujeli+j/LreTNj9kuRyYKhLNe/YjHHdm3
9e1UnRdRqMDNzW8lM+ZBTdpqURosrHJr38F/Tunoxnv1R3doDtPOucUo2wTCOIGe0v26cnrvreSb
O6ePCUZDI6jpCmxk261I2Bnu6JfLm2Y/JoNAWUTSmPiksWZJAuAzObU+pja/j/vsEHuKlwT/LyVh
ux3mRNJnolJDIvlNUoeZlgeNKfAX3LWAPQQzQCj0YYziUu9za3BqJN6wFrju5IhuMi1IZq/4ttyI
YNP4armRxShHm5SJGafYN1lCJ8qsus6quvNs7UYH7TLtApKU70rlJnnxQAYLjdD5zrSNnW0Wo9tn
ogZwrk3ZfA3jbexZTfrFhiuwyJh662x90WtN2G1Nf+WDZm6kMLpi6csUyVQzo3Pur6G1l0PtZJ8Q
bpBwDEUD7VzPsJHG+B570WbQy2OHAXZTYObjYE1+bX0mqN0IYdxPNWWKM8v0jpdKsDRPSyEJNF90
NIzXGXSjbwoHEpzypZhuKlnUccF/tm3WwDgUTCElxjRAgqQ9p4MeROlhSYewyAL0kpDpqCSjX4Hy
wUbG8PqtFl04xtFUuZnKHVWI4o0ci10dKDfSk47Mz+G6nP/jtr33ONL2WtYmtmRuZyce0I2qZsD/
LQfDVD0yZAPx6rkoFd+Wq8XAgy5bJhfkz9NDqtggFG5WC/T0pNLq/aAqJdlFZWFiGrYncIdOqYmg
1OiCP96Qf9/J3JBkRJUXCRNYoCjUZ8Tjbe0GsXo/T4Id4YbGeE1SxhKMC33IBCuramp0nqjNIg8T
Nm60hNHU+KP0Kth67qXfSGIMnTwSzY6XGN3aXe6lJsZmnHMqfZ2/9JhkfNJBUGHCooFsS1Mer4vm
rhEk24aOpzrAUhm9Njonl0qtAGWjWrgk1RR3tJ3AjLQjzlkUr3NPbiOMUWVtlatxmDG1kpD1ZZli
7WCVMy2vJbLXjBiVWsBvFtpLK0oIc+8Q+HLBbYsyNibwL50W2E9bIynQJtxHvxxkR8l0t6ineArb
+C5FNxGaUq5vK3elG4H0gzbxRW4oUpSMELh00w5ox+hXup2BhpMoqCIZhp+sx+sCqQ39cClsjFmg
2QdzVuw5rg2YP9Dag8v7lmrlcVG6Z1PBPNB1KVx3AV5VTQfGMQXlu1xWRUCsZ89degotcOrNO3Be
pbobi3AMuZVYNGvQA8OkPUi+L+VM6BdcrAqrKYFosGJyUf1dkd0i5a7S3mMw1a0atNKKelLf5+TY
TQT1DPQDg68owTHLI0NSjSBMoRN882nZm8dkN53jl+mLNbnDQ/FgHuCFf6mSu97U+/JhCSukf4fH
ZnDbJ6Ted6LXFNckbz+I2Yd+Su0sph+0eFboBFlgedWuvUnD7EkPszvtR/qwCl0dtZ/XdoFxpkm+
aFMUQaiM9af3vyK/DaTd6imn38W96GHD06jtChn7YwHpxmql9y0vw1cMl7llcF1n3wkCr62Hufxr
pxuETBCBYtOtA5bmW6fzTsi03qj37ZdmX3vDHkYoVI7Rj/jQHoeD/O36J/D1eaNYrDkowBxrDviE
/GD4+i479m7rRnj1ip4APHO+2U72IRe1alRkDgQBxqftH+r6CBxsEIY9X18Qz9psxTD+Co2FK9jO
YN6QKJddzRO1m2oCtWBjkTFeW9sssQ7trtkPwYwiTOTVP/Sja91Wt/ohDtbjvNMeDW8KF5/s8tLV
g/JXGq63iz/fJqfpG/5/VN3sV7IvPUMQGfBmvNBk+NdSsGMu6ZomyGHi+5byuUXj31n36sQlOSiX
PHJb+rL1K3JuTDxTrm88Nw7dCmZM1NzFZgEcLZgob/JkN/WsG921/eKgurbg4vB82FYUY3zWcmyK
oqa6FBiH9h5pgYBmPAULEqkSY21ivdfAtQQp5/nPfXaY3c4dgxE69QqajYNzVwhyHaJVMQZnVPql
IQnk9b4ZOOHg03WJWCFE15AxObpc28QZIWRVXOl2PWaQcX3f3htar1g1tlnJAO4PloFpZIxvIitd
Ay7dq45qYPrGc30nH4bRG8/l7fxcwXwPf36CAub6F3DXiKFOWpZF25LGqIezEjm1Vvhop33ATKwz
v3TakzUI0g1cQwD4FIwXYiwWSCqXkcCCQac4Kno0nhtuUw4e6NlSx19jT8gozXe2GBAA9SsiDrRU
XoqqgCRZFhqmBLRHC+j3djhh8sUmz7OihKOteijBugNmL6xBB84QhufORvGzAALJ9X3lFlkxsIfp
TQzQgaqVPhY2sWMqF+acRliy0ntT/Sc2w6YORrBKfCfySwsoJXOdXSctgsI4rdpR1BfJg1EAkSV6
uBHjKRRb6lI+jHtuGzPtTq91b8h+68vs6sCKLKf99Fak4QQq0umgzMfZ+SNYOve0gT1GBwfRa8oi
Pst2Yuh1gi5y1R5d2NW5+kEAmYBZJEnfV4Mc9sUORWg63I+w0ev1B7lv3HWpXcqOIuLSol75wxVD
xwF4wYAQDYiNy40owaBm1DmdRctK281b6XGonEfSg0/PwUhlkOZp4k7o/gbEVvZDsBXUhV4TzrjY
rK/bVqoxcQEiMj9pla+69mOM/4e0a2uy02a2v4gqrkK8wr4PY3tsz8T2C2UnY0CAuIvLrz8Lf+ck
e2t0tir+KpU8xMluJLVardbqtWL0uJxX5r7rRzCmVem+/pn9hoqAC6wvXnCBN/dAsnk7bFQ50noY
0ZcD6ZeBPuY0npr3s46tUTW5WwML3bhwseMkL+d13pGBBDhdOvGQ5vxiNyNG1n5uMxu3peH72llf
QBD35/15VXnYtVmpeJD0K/qLVpi1jwMaE9Km2hsJDxO/fRyWUbOVVWcbQPvw5AB0tUDT387kQhyj
GVbMZNH8hJhgjX5brXKU6jwD7xGoVrc9a8tX294ts8xAwQuekUa18xVZn1vzXcH2ywh2oNrShH1l
xR6E7HhrR/0XnQJSmDTttv5Pa07j4WW0/562IP9v+5B3T8FpLI1Dk+GVCV3TZoAXhPzU2ijcDuue
NvR7k5maxzPlFKOTBsQrUD0AUuR2ikfDLF0jw3o6bhca1nPhoCPX1/XfKdMusPl4KASBGBH361sz
08Iau6AG9gR4XZzzOBShWfjoixQ7wfYgXXGbKOcR3n7uu6tyeOBb2dh0gVP/9VZ9dRYk6+pV2cCg
gifoprfgzWQ3JRo3VY4OjBMeJIXgR0Dc347Otga7dJoR6PQ8rx8oN52ocPpsHyQmOw+rPRxQ/3Qe
lgb/qqZfnaklDyOq7ZpalIrkA+grIG036B5w8lIuOHSCBQYqjrFYPqTFrsunEKqJoeOdfH9fr3vP
cB4hFNWu/S7l2VfbPSXuo4EiRL1pWQ/p6d9P/vXnSJ4ObWyvQ8MNoKY+O40gfVnnZ27ofEsVCMGD
iRZ2sDWgZ14K9JAS5tPU4pSpen/vB9+WuXuofTQHE5A49uk7327DttaxKL+1CqzKJuSx4XM2IuXb
Ja+ScjZZmoFbHc+0axSAOvE7M/Z1FS2fXV1h5a0X3xqT/Gsxu7WhFkCDDTM/Om0Q0qF9tKde48ea
MclyAVVHawq6gzJOvLBeQ0imo1CdlFGKriLQYf37rtKbUcnQ8FYYSWWaGBWBjGvZPzbWE/H/uu+C
b5NsdLVBNgbMKRbZZOBvl2kkvjll66auyE7m9/5bMKZhvbz+d0ak5Rl6cOCXDoxUDvBa00erKiIA
+KMl+I0FIqDrRJBB89wbbuMWw2nEpsq1qQYQXPZo6InXyfIuvuEdmsqOyqrS2FTNIAjYkM+jlRT/
kGIKMHQ+WHWgveQzMyzBjEYB3hds1+seRlVOfm1IihYOmezJrnoop6GGX5iXOv8LQj2a0SiNgFdm
kx5HQ5t8Nwi8FVRwmxE7yzBZr4N9DHSSJQobGxcfUgn8EyrwUkDqHTrixQmC0RB6OvD2sgRFWK2e
5mRTrAu4Vbb+NZCF4I3RvfVssGKWCwToq5hPxhOZa0jV0Mj3vjLdE+f2Q7eJtAtD6IBF6R/t0jI4
MBF05IYfVBDmm7fhtL4Oofs2p4QF3Fa2BhGc1YG0f2gydGxqrF/E48UEoum0i8A+3gYpUAUaKIFq
cf62tU3d7bTNCwjVGFgkYl4Ge7BmD66702Lb1UYwWTiGgROVr/ZpmVkiaUDO3BN/AAVkXR4MUMzF
bi90DIZKUziFvI0QA5DY7c+vEhzGTW7YouRxbh6Hodq0sfJOd8SqjEAoACKnHvIoMFzcGslR7ncG
znic5k+bWIk1DCGoKaL7YVRpBeRdoLiCZjEQ5LdW3LQiGQ42Hu+M/vTDKs6/8fMg+g2gIQdubhkG
LiC3A0LcmgN4sYewM8QifoN7Hq+cVyaknT/4zF0KhhFM695dv4ARjI4/f2MUgCCDD8xDL5opRcmC
GabZODCRN2sEKcuwckmkVY5RBRcwAm0SIZD2goDU7VIwbiHBQUHgl0zZlDuhYT953lef5b+z5huL
uYkIAGZcaeuTEi1bfWrxjS4lcLdFEfz7/RlTRZdNL+h/Tcid7b7oW7csbL41Pnruc+94xzUnoQns
nmHo9N1UE7fN2kb/jg4aOSqXPu1wewp4DBKEM0PLG/ajhetktorD/WGpwvK1JWnjj5bRrOlIeGyF
X3W3Jt0otj+/Cio5qVY3a3weQ5EXEpa4yfTVIzQR749AsTAAOsKFUawDX5F8W2EWp0HWGFBbQ0PT
PJ4tflrN/FSV4PHRkTEpRnRjS9o25kIoRG9ga7q4S74DPKOPS0vnzSorOMdwD8S5jE5Yad46uzdq
Q0AIxBzQg9AaoOUZ2j9XgMF2vlnpJFQVJWzEyitz0qDWhWWFTyAKYn7rsz7s+4991R3cNAkhkee2
n735L9DXA6+KoiNF6etIjF0/xYGTRggjO3M5GboZUMTwm0+SAkeV1njU2aRQMvEwcvSfv890PRgK
x4cJHzkcSmwmTthb51zLzglW2kDgA2jKIv1odc/3/VI9hn8MSOdQXQpvyjYDvt+HzDnz7sMUHP47
G1L21vqds/RGB2Uk+kmkzxNNQmyx+zYUhfDNP/4ZyDbQq21sja5g6Yo0xPbIGNlWPnyifUB3xJvT
aK7b4T1aWutDQaxsv5YFODMN0zrkkKM/DzM6A1hme9HIRfHx/ofpVlDaJmmVUr/YJpjST3z5yxA/
/rvfl/ZFbg6Lm0DiCHDtdR94/cOYFfF9E0ofQdlwq2xDqUsum61GX5DRREY0D0fxybAuT/d/XzlF
dCvKgcYN9BTS0om5AGFQgd+3MjO0s8vc63aqzoK0CMIBoj1Zch7XYwdRdAjW6C4OyjlCNg8gyXYN
krNgB8dTSowVYj/sez5fTP6t56f707R9pHQ3QbXtHxPSIDb0JV86mBjBE18BiAAWik8L7TV3LdVc
AcWGnsZNxgFPK7cbyTV7wdoRF5R8/A6aBoivawyopurKgCsl2EsyTpaZ4zIXQLrdmMbHipiPLC1+
3p8unRkpP+1JkbKJwIwr/HDwH63MiPzdfRuauZLfJZbJdYx5tTGUFIQ09LNN/7pvQLXmABQSF7cE
NGXLGTAXowe836+Lr32yAvuVGO8aPwUz0/rv5eLBcAL2LGhaQjwTfcq3625x14fgH8bSNy+zIIBL
65istvNQduBrC9KKGI0XzH6GwSRr+5P7BaRAp3Pd9p9998tcPK5+prOoXJ+rMdm3Y4LU8Dr69jYm
0HJBPbPUvTgrquHbrKF10QYoEgyb0qYETMdqncmvYpGWYtdZ2Wtgd7u16J3QIRGke8EItWOr96U2
l7OZ6FoAVWklOCDA7omKFSimtgm4OvX40qwgxkOv5Fo2KF9m2aUV7sXnL+vkHjtz5porjHpC/7En
hep0bXB/IjhlhffMmlchNEeB0t+vxiNNZ2+Pa002paeD/dP98lXz68qQgAm3UdkBx6NMheeNYMlE
xaqKZ3DSAyS/mA9lrfM55ZJs1Qk8iIL3Xtb9gRBbTmo/5XG1sB9tidJyOu9Jfyoh5K6r+Cq6/uF+
AFT4G+sqEiApWFvFmE5DjorIVIrsmLjgNBdLup5WuojI8gxoaxYe+URB7RZmTs0OrG+fQCL8VVBj
iLpmdSORpunOClhwKpKhpBHAoXkUjLPuDqecfPCgoeqFHp43iImKNN3YDgXuWcIL+1dmjpiZf1/2
gKQBqAe3WcFRKWXkc1m7fldxZBJpEllrENWwNbOX3wjKV1akSQ+G0akgn8zjJt0N0zF3363dM/3z
vhH1dP1nKASlOykcM8AtFmh08w2yMwSHfPo0MI0J5Wb733FsJqR4bBIGFYpttiARNzcX7j42YDjT
lSR0A5FisIM6qJFmsNKOP5bmWXTvRh0bvs6EdInxmOH407QNxH7CW05gXdZ1/xvLAdq0rQkfD+gy
pbPLATCmWcfjhCbvHPR4hr4B3XfUv3b3DSkXBZR66PpHjfgNN2GaOO1qcFwnJ7eDGAYoOzMrJCTZ
17Mmrd/cVD6Ot6s7OF8ga4j6/e3ZYbIButMDYoc/4DEaounTjiZ/GcufE2WnrPq++Lq3Y9XpcW1R
2p4lXaa16SseU4gEFsFLotUf041J2ppUNFNXGbBgTPOpEx/aBoI65AKewrDvYnfYF+zr/fVShftf
0cbzg01AWZrFMmWgTwuwT2cT9xegj6KS7vg3N/l8347KL1BkR4Ud7JzWGwd0pnr1mxYOuNJTw96X
D+N6KAqNEdUCeXA6qJYAG4S/bl1iqSpWjauLyOa/OqwLAVe4PwrVTkUBjALFg4oGSFNuDfSjRUAD
jsNxznj11S/bLiLQXUAfJwRw7ptS4KjBQ44mbODi8AiGVo5bW74zJIOxIip4K4Dc9VPPzUPK8r1p
x41pPa0lcNXea0V1l03VGDfdTRKg9g7dwe3Pr3KyltU+GsAm7Kt22Tcsi4L8lf37Fg4MCa0oAGBs
oupytg5ppAkthjNYi7ySfOqadD44szNfmkEkutKKIm9Hgksgn426NdjNpPDa5N04pXTZEB8JWCPz
9042H4Q97Nb2OPuXpJ6RaphTODjP9kwiPxBPRIwhf6RBi9ZKqwrtIMdTdKJrRVbsiZsP29z5aqbJ
JAazCAQ4Qa3gaxaIMG9aSGSwE/M1sVKB4cZ8X82BtKjDwv3MG4E2KcblwM2wzS75+jzSIHSc95Zz
SpqYzOWOQNamYDh+8t19b1YPFQIhILbBBpLpO2tPmGWCSgnO6h7KNT/twsQN7WyXX+7bUTgvxvmP
HWmD4r1wgVaeBwzRtCTvh6mqzl4OmRzBdfzxSksECgmAs6BqIvfEU281vKkB5amT8p3nfcuyLqxn
crg/HgUCDQt3ZUaKAqIlCWTPwGsG2gfHD8DKQcxw5clhtcSPQriIAe2+GLpHkbrvzHo6+MFwdO25
CcHHuqfpGJmTjqlDOXRsXYRxgGahqHzrtx0ha+tP2FC5GEL7nADqpxOWURxLCHnACHkBCNORt9ya
WEsDrfKgLY9rk6Ihn3e70pufSdc+Veb4MtNZR6+oNAhgN5Kj7aVO5nSe0euY4eYGJjzjj6z2duYa
1l/HYtoV88/7S6oMR1eWpK0IvQe84rWwtCyfbeuzwYrQgkoaoSj2Lwdj0pyJqsqyg6ob/kZRBLKD
UpRhRcCylhkgrmMmWEPaiu29Zsp2pWOmEcTLEnCqFcPOypIZ2l6lOHORtie34Va4ZsWPpBlmYHIb
qjnflE4UOJgICuQt2G9vV5hO9iw8E58F5Se8M4ft2oX2+On+XOuMyHO9jCP4uRMYCZENuvGk495Q
xDVQmWL7++BRVQjG0lI0zAJDIwN6f+cuT+NWSUubpwxvlvv7g9lmREp4YQsMxaiUbAm2lKrxBHRJ
c4PY5nHnW9cNp2zsP9w3oUAl4uIPWA0wtqjVwsztqrBaCNPnmLBhbc+cVmECfTdGwqAvIm4D69O+
1MXLWtVhS8qv9sSidJ4hiFaGk1VHfMGz1aD7JsUi3nyTdANrbQ8PdRSEZUHhfFnz9VQCNOFWedQ6
4TR/qmwI70CkRgzvuq6HM5vfmV1/Q9N0VLi5JplQhImbb5Hi0pAwezHB8h4DTojmBFH6wMYuzcUf
Gwg9rkZ1mKt1Ot5fFeXCg34C1RgEXPBo3i4Kz7NmGiYsCpCTPXqvetw+LHM937einOYrK9I0m+nc
0BHCPxAYPAbs/aZAkLzcN6HKaV1AU/4eiTR9U44WbNpg+ioQCSCnspF7md1Pmv5MTBp1IHrPfOdk
tDoVVOU2tdHjAalyYGNkIo9itDs+AoUVu+aRVJdMfB+ezT7SjE69Tv9YkdapqbN2Xd21jI3cswHD
mId9WebFqWsg27TLhbU++CTo/mAT687NCDItVLeKvWG0YEgxQDlPWT+GNUsSTfqn+zBpacu+zvhU
szLu9+LDvycwR8i4mltpTQnAwgmCIGCbJg97r90t82uu65LWLeA2wqtUeXKB0e4oHGdMUxCU+eG4
/ARLBXj2dIwLOkvSkWHyIci4AWDtOh/AQ7qexHrqnH/dwX47Z9tHXA1ngPDaiF78Mp7HS5s2O5Kc
aVlo/FEZq3CBg06Ei6dJmeCzGNuNzhVzNrAk8sYDwiXrfwQlOJ2/3/d8pX/9Y0mGa9nVsGLxcZZD
Nvuyjh9ZTn4nOF1ZkLYWSVG3X2wEJ/CUv7PEh5o83x/ClrO+OVyvDEhbJK0EYwPDZFmTh+h6qdCK
VfkfQOm7JSYpGi4W3Q1CvT5AwkM9DqhQudJOaith2QJ86yqq/rj2SfrUV8kxDZKwQrBCFj8yzSiV
Md7DLRhPIFsrkjSNNcIgHAK3idb9WgQPPYFSlxbkryAVhHdfWZHmciV0masZRKYgYo/dOarZbtqk
8UDkAoZTHq5uHxpr/2lEAjrRDn1lRR+CHroJBeq4QdXvIWsUTl4aud28cwDJGrwdHxPUWsZPvsXr
8P7aKzJyfO/2fO+gr+aN1q+YxYYGwvfm6Gsm/bKbsj8d51KaX4ZH4uuuwso1gJIv2M9RiwDT+u3e
zweGoYxbPk67RxPH0nEY7ah1p0DDFKoztP35VZAR/mwOVY28CdCByPOffDTyWKmuS1u596+GI4Wy
zEZyVhIMpzBPgNKPmtxH9ULpggUUiQ8UEaDvI43C6IE8Yx1G0fKL1fLI4ucCvbFDhSeYzzwnu3TY
f/K57j6oHlbgAjYCEO0brpi6rJoeeWcR2/aT66ePvgg0h7LS61Bk+z8LUqmi9P0ZvQg4A0ZQwc2O
H9poec3TB6NpyxDKarOrS6S33f0mxl1ZlO7tC4cI7bK1ppSZcWpIBnFMsfdHjsw+DfssOJHpzCxz
t2blH32rqwDfn9E35JvMtUu0kWG8HeFne6hO4DW5v4+VR/ff43tDv9mxHqnfjPG1kwNF8vQDzd33
g0tCl+l6E3SDkULcmI1zUGxTmeO95lF3bdX9upRSjcZgruWMqWpB/HC6P0nqDYV2CoJ3/41qWjoD
RG7U01rg0+t2jDomjqImu2xZz3y1voDZaorwkPqpC8ZPWZdB302H6lcOLgA0B+1Y6KiU69p0MnzD
2hpjoM7RhzbaVT7ytpt/3B+mCnCJ+jXQEZu4AUYpxY3AziqnZLyMUfmMwOEXzpW1Wz3cGlM7qpsH
QOiGhYXuxZ0+52jZLIR5SMrsNEBUHICuA5gazx2zDnObx1NGvt//PNUkXH+dFDWbAXwf+YyvAwlW
mPYUrPov9y2oEhro/WzKQuAIQwPNbfR3Rt8pGghtxKC6S7t+z6BoKqYlNE/IDnCfFyfust19m6qM
5tqmFNIKQnlt+Nucp9+ZcKMU2mtV8znBdBb9z/u2lH4MqRL0OmxyUG/K+sItO+ZbSJ9856UCgLBq
g3Odzl8L4UUrJ48upAG7dD9n3re8qHXJ2y+0uxxMr81vK3x1ulLoeVXgMStj9JG50F444uke7Wrt
UbTm4zB8hIYg5NMB3O0eWrwQ8SlDlz+KB7sx22VjdwCI8xAg91qTNXK5oTlcVGe/tTVmQGIHuAr5
EcfKhimrPEyOBeKm/F31ueg12YXyLm9BS8rH6CiQItILf1EQp6sD3HbrtozKJItE/9HyIFaUmh97
akVdkuxpHyWG0KRrqscMPMP+Y1mKYFbZJ7awTQTfaYVW0RJm0zs+vM7Nazu/Os4amhwIs/bBQFpp
Je6+1wWX/2fs6O4zffRB4K37dvFNO6W18Duc3WYT+e1TTfkGyI3EskarDcx6UF1Add/lQhO9lTsM
FSCX+Jv6oFwXHypvEiKdMOmJHVce+mJ6JxrrDqzz/bHNdU2MSje6Mic5OQAcEJLNZmQM6cdiao9G
9hRo+0p0Y5Ii9QpyBIgUjyibOBD8a4PHzvpuVZcqaM5WUe3vhw2lMfRgoaUQdWcwrdyuHK2nFl1y
8B27C6J82ncei5j5rUEhb801Z5DOljR7tWgp77Z6UM73rMd9rv+xGOGI2w9xWx11pir5AUfT3wOT
ZrEpZpwpm7GsEgfDB5G9fQDcNyqxF+5PoTryXpmSDi8nF2ZqGjYKC+RH1dUPhf2QeMY+ZaCI838g
dRVguqBt3DRCk+Ep/dEFIwNklJGYyw2uq0E6EnAEXYtm0TD97PI2mnQ06MqTE7czG8/SLrrzpeHR
MqitYcRMWhk90vTSs2oH7oOZJIdBfEYpMRwsU1OrUa7elc3Nla5OEx/oMsiiwWbQnSv7G3fRZe1U
R+r5H+8vntIQpg6YAig+Wb8i25UhNL1RLoYWR3QJTeV6EeDaBApz15tpEA5jrblzKBcMCnN4tNie
n6m03bIh7dphwjlUplVo2c8i70KiKw7+yuXenMWbfjuwJchp33SmmUzUQ4OoOAXlbqD9eE58PMd6
jRVVIw17Uj53zKzD9U/Wl8cGcAphHbKqOK3prl6o7mlLOcfQbwGFBTjgkSTcLmY3mOU4BvDSbnzX
9tUa0noMXXfdOwxJwP31VE2wDdZiBGlIMwG1cWsr9ZJ6TGwXWRAQpzAlxLPQ7vgtUMnze21EGhCo
UYY+nz10/2fNruOXCpiu+8NQhcprC1LmaE1ssoeMYAXrMrLHv6ClSzInHPDOa2uJ+1XrA9kjE9qH
eHcElPZ2zpYAN+0U6RvAJ5CT5uzSzMu5z945I3bD/XEpl2fjj3GgIeXgNnJrqgGEBEkALWPIHkcd
lMV7oKt0LYA6I9Imq/xhqTKCyfOCZy76MM/3ZaXTVdAZkQ4zN7EmP3d88FqICzWsiPBHA0Jc96dL
6WhX0yWtDC/QDNR0mC5ziuip1THwb170xo8BdIcuLkh0Allafh0Z84IVnYWCtJ9RXo26tXgeR/cy
2+axr5s/0yzQjEjp2BvDqoerNgRYpREJWxiFg7tonOdt7BFAa5xz3uDlEEhnFDl/Y/oI4MPQaEOn
kyc5QuO4SdsPBZrzzQFnselPR8qcRnNWKT1hY29BMyj6nWSfFpXDM2Ou0DdYBDxidutGLhktnMeT
jjFVuVNBR4YA96tbW6pYzQaDapSJFsVgcg+N+9Jl6WEewSzF3t2fOfWY/jYk058NQKz6SY02t2YM
IOUI9sfpuRh1lMKa4chsE+3Q4860tlXs+RDEreiPjn7IynZfEZ2QnGojgVoIEDvUF703DfTFUpfQ
LksrCJOuQFwRF9x26EzQOZzKuyHsDioI8LWgUUW6B5XCcceR4PSZFvGwGDhim7R5zUbro9vhZbxK
Pt1fJtUEbppXwdbqDpSx5OB0qtK0NdFF23ZdxOkrs1E9MfoDn57uG1KhZjCofyxJ4a7y0YYwmX0V
MxDtRPaSATEd9N5T71JySE1aRM3SDWc3LQT6MILXkSRpNDqmAe6dAMLsLYn6ykmP9z9LN34pmhg5
y8U8Yz80zotP/7LM73jOyyqdwr1qN1Aw3mOTg6oC16TbU8ueeJUBnIg4UjR7Mly202QadJxCqmi8
ic2B/op4G4b71gopKXVmGw2Bdt1DamrcpWP9zR/aS28bezaiJp3rxLhU84c9gW4BjwIKJUvsdV46
cLwjVmikXJ0wEx/AkBlZY2mG86gLkzpb0tEPQNlAva1dDGibLzzfjyXbpSgIJMm6u+8Vql2IMh+6
8gHYsS0ZtIPMqTaNxatix55j5llxAnYrqx+OZUkOTVloMDCq+xGwZBTYXR9chnK27ULWr6kGgKCh
bFqFZCTv+vmLMwYPmffgAAKE/+sSzEQToRVUnWh7Ak8oQf+TD9oRae+7WUlmI0ObrZehqpQNT0ne
v+coElTUOToeKrYrh1I2ezTb6YGsSZhP/W+EnyAAIhslNRB2yuHOXli+2D76cIOlvUyt/0fFnKgp
xMlvda9DSu9B5RqgZSwtIF+3mwM+CTpDD90NfF3iOZje+QAHisV7pNrcW2EKrzHgC6IA5+NaLx2y
fOAkCBYAzSl/od0KIeB513IfeIHn+36qNLRJ0G+IdgiPymHFajze+ljB1noELf0HXv3ky8Ug/r+/
dHomOg1AJAJxDxT/b+fO62mBshi6KFzDPKeANVZmf/ydlukbK1IVsnXnrKcCnRMNylbMf8q9NGRa
fUlFkLyxIkURZx2yJtu6AIQw3gtgMonxyTYgyYeS8pDvEn+I7i+Sap/B4kbrE/w6A6RVapZp8vJm
6+DxyRiWpIyC4ol4LwvBid7s664O61SErflHCpo5NOic73+A4vDx4Bwo6aNuvfEC365eHXBDTLWJ
fQ7BEyid46LxO+Q/Nzak62ZP8DJij7BRuU2Ip3GHuiEIjn9jIHjjd1EFwJkj4zvyssRbZAMyG2b/
9DlKEd0TC3R0T6o9ZZsgMKF4GscTuTRb49qaoq3LOl5ztz6OCxTok8p5bcz2PRi1Os1Jo7QGlQqw
HOAFEeZu12Zk7uwFBUVvSLqeO3sI07b9NDrZjvNRc5dRHGoeCDEQaoGOQYeo5PimB9LG3E3rOAue
uwTCGGdGHvzp5Oi4vVX+tnHyolqDElIgt6K0pt00JDF4TNp6z5PhgvrwYyGcj//eG67NSOFiZiTA
g2xRx/2Km9LRr8Jg0tC9bztTut6ijfqfkUhTZtN+5p7D6ngSEA8RP8dWR5esniuwl4GvdMPKb/5x
VT0c+8ys/RGDIO0LDJDg2RQ/78+TIrvYesH/NiE5tD8PdM3RCRtbaEAO80V0YTCsgCfsi3x+8Gd3
Z7TNg1GRl/t2VRk/ar7oEQIpK2CiMlyu4UgOB98DyUbdOcegqZojdGZGyBNDyr0yKUIvEq3jPNve
y+T4aEFu/KjgzNlT5rtnPH2yyGwWkFbe/zDVnkMrNjiP8VFbn+vtnDfdlE0Bqrax3S5HL/BxGVkP
i/NYrzoojwr9DaZjcOBtaR2O6G35r5Z3tkSPCwG2gsW880Lbw1qcnZbu/SmIKDRf8ZQ65cEJTD9R
+iEYvEMCCbWlzj9MdI7s7hNxdWAplUuDmMBHBwjoAVBNvf2ibgF7RJrXdcxbrw1p56ZR5iZCc+ap
3PrairRxummya+HA5+a5h1ZJ1XmRnYEJkiZLc7i/msrjFecrmgjBvI8WO8m/nbq2c2vlNYpBP/3W
Are/+aXJt0dKcM0z56GxTjPkQjmA3oF/Ju38GyEc2DyohqEFG1doKYQ3acVIxbsaT5eXxb5U3/qm
CTV7WDWfuNf5uIqgeQn82bertky8rYaxxar1xi4vj2uX7LJZcw3RGZEWzZsrUEf4GEgNeBvyLwpN
Ldv7HSMoNuAoAm0nivm3IwnMpHdKf4aR7Ak1gajtHrmYfmNJgIcBCBSvTZgvKQEPpmqtkfI0aMjv
69AvHxvBXm0PHYnl76QLQEiBzRyXa4oHg9vx9Aw0dMPQQnm064+MGz8W+0+ryh+wee/7ueL4xgnh
oj0eMQsk4s6toYWZOXiXhhosOUMSBo1xMIb0Qn1cLdi086o/7ptTOMONuS2OXEUuf0gq1MH6OqYQ
A0rq71aBd6a6/fdxAh25vx6aKBI7GT6bzFVrZokJvwYmmA/9MT3lXqE5xVXwBih34s6H9XHRMbmN
9WosiZnBo+emiXuDHqfA/ZClz82YPxK0r649hJ3q74DSRpx1YZ9UR4BHoCo3aBxfEXjxnAYW2V8s
ogB43H4EGil4mY99E9O6Odddd+E66l2Fh6DBDzVxQDu3aCRtLbxajOXIyibuNrmT5F3mHlOQyztV
BvlT3dGmGA6K1Ugr8E7m+NDcuB2OT1JO/XJpUBqxnHUH72+/eVmGK9t9P1QNCq/q0GxDfxZAZ1JQ
mtwRNPaLjXgRDOWham1+JhNnB8FdK0wa9PnRNXM1bqkYHHJxvDBhdCDOptKmrvDuNwmQtMVe2eyL
dXSjntm/0fqOqXOxVFt7JEh7bmdwsKhnBHPQoAMjoMehMYpLngXGxa3nXrMDFJO4rRKxt7YS35N5
cnlnjijq4r0kx39wmD3hXNx2zEOyEufAeR6Efj04H+6vnGoSYRBVNB+PQ+BTvR3fPASjUSW8jcuk
+25kG0Q9SI73bSiiFED3aHhHpQ6djzIdYp54Zjdnbhtn/SMF9UYXNGCu0DFhqaygRkZ/ASyBkpJ8
vfASxmufdbED9lx/fcaTcKcTodXZkDYvS2e7d1jRxWXtRMcW/X9WocF6qBYEyAHcapEtBZBEul2Q
QSx2T6e8w6nITnTtXiv2O03coJ5CTxhgclgT+ZLpDJbXjU7ToZOZHFPf2Fltuh/H5HR/3Tffub2Y
YRCb4gE2D5o0Zd/iddevYPLEJZ2kced+I1YXdtUQilxHuKmzJE8aa0qc7lmN1otPPvtaJeixI+8L
4+v9Ab1dGwwIcQBLg8vam7XpmU+GxRE43X9YC8RaNVFU9/Nyjgpep3RERhQbhb/z/B0vyO6/G4CU
crktydNsxACmfR+N5/s//nZz4KoCvnukVzh0wJZ767kALCxDQ/D5XXL0Ax4OwwvNNDFSaQO1WlQN
IIT6BututhyF4dTHCnRP0O0CdbFpP98fhmoVEEP+NiGdZZ7d9Wk7E3gtXUIuXkBAd9/AW2cFexMC
7rYtcGDK28LlZraUrlXHRT93YUbMMe6sBq/yTcOi2ZhWzTn5K6W43Ye3BqXd0cwT2pJARRN3IqLL
sWl2/TPUe7r0YFxy/mgJjSPoBij5ccq5O5t4r4xJnTgRddvkPFfGV24CmOp0VaeJmJvTvh0eWCDQ
fuVvgvW3flclRsZHZ8XwDGfa8QGtVi7yAGvq9rb4q3WG3WzVBpSdJ0182+btrWEAXEykVx7ax28N
i2TNfSfBLQmwnao5VDzdQRMg6bMoL57u+4xqjNv7wcapjgYqme0crWNs5DYSrMDv4grsd359SaDd
QKuDnbCwpn4ISen7Nt9uBHQXglIIpwQObWik3Q6vLmoHSY7Zx47zOmwU2xootWL6bn5fmj5uM38q
HPz+NOcoPLxLQpa+r/OwoJrJU/gjDjpMGzIQYMVkKoiNojNwVrtHUv/XVL6DL3joyau0hSTlgDYz
INdGnuNKAbCqes9f56SPM+KdGh+8KJ9Ho47WVlxKT/MuuE2O5Hs4wmEIiQLuSjIMvV5we7bNfMDZ
moc1aG1cqN4mX+97gNIIdEi2uufG9SKlVF1trCl1YSTFfNXsRYyHsn+5b0Ph2ZRe2ZBSKsMCp9SY
lgMIZcyIluzSAtw6QyZiyc191rw6UxHOg53/jnPTTW8SuRZ2luR8nXATsizVAPaRj5w/QZ5JY0Dp
dLjNOvh5VPJk9aWS1mimq/shNtsP5ZygRjPvEJFmSFndn0DFNsX7MITLQAK7CWvJI+Gt6SzTPMY5
KBz2EO4S537IA90hsjmv5HDA1eDOipdvIKDkU2swhiwJRneEHO4alUH5Umf0UUA3cyqGkFTTx2Ws
Prorv3j5kRQXi74Q8e3+SN+6CmBXgPdsbLSbhqcUkHA+4mWTOALcKQnfZ0AWHJhhoyoMoeKws4ty
n6V4moe0ydmbl+p83/rbBYV1FA49iFqgliTv7qFBWji0VMRouItEsIalecTxHjZEcyV7G0ZuDUnD
tATlSZr4Ii7YiZeHqTlMaO1JHw2iW9Nt/96uKV7acXDhtRFcxUjSbyN8nycd7YmYYqiQtwVIvEto
rjuc7jmIc6N8BYNlEFRJBPR5FzZzah0Ms6+P9+d1M/LmI9BNgwsvbiN4N7z9iNyqCBvgwXG1Jrs5
BYPE/3B2XruRY8nWfiIC9OaWTCNDSSWV7bohytJ7z6f/v63/4LSSmScJNWYwF9NoRXKb2GHWWpFM
rtTo776Poi4LuoeLQtNwXYCegqCYjRE5Rpupnh/aUFAl/ah6/0BRkbsjAMrUCJIfQ5yiN1Wslt5J
ZqUNqoJGLd9XWr88RBJcJ23IfnQWqtzmLLc3ejZ/BIiubQQkr5W407VEphV2DhJzgMKt9UdWy7DY
U2kpvoFw0awzDGv5VGUP2e8xYRa6s7zMauLKgxf0B4MJ5S/8oeMcfBr+FvrHNLiVzdjb0mA7vza2
oDGjsggvkcq/uNRvFiRXCwNGcaT68dRW+7mRG+vZKZKh9ozIKCHmVXR0NlziBaIS4noI+QjCBFu9
bg8PvZoNXbYwzshizjTUs9zpoTfaLqKmrl47uzKz9vOS7Bvz/e6Ypi0zQ6AeUgiDpXf6vaGSZGWb
KYqv5RJT8FLT8Nu4qz9dvzQXVhUwEEgu0ge0Tde1ojprBvDvIataxMqtPJiN5JbQ8dxeI9EekSLY
cErnt5Q3jHgQEJnQHl3XwepkmWyrmlXmnNYqkn0mWlo/s8Zo8odkKmN74yRfyFnofjmvemF0+M/a
f2VDXyMpW8WXzV1ee7rFNDe30nbI5zPgzXnMoeFM7/bwpzZXoYicBEYz2qXyKoZRjR/6Xcn8UzTI
r+/d+TNG2AuYgLCHGsLZ8Oe0Jjuk0qf4Vq4PjbcYnZJ7WdkU5C1ZWpceeF3mhtjMld2F0QIFLZeQ
brz+I84fGX6E8lrTRwPiTNeZwWW2NEkDP0JS1CM1Jns3oXl2UJLGujWW+DD2erxxLS/ZFDG4GJfL
A7JGUCOUv0zI6yn+NNv+bEYPMx1At9SchlEfsh86ycZHXlpp0Bo0/Czgc0jcnd7FTNJavUPL0C+K
8VcUQVZEbVLNgVgiO3lTJKknla1bp83G6b1wWXgFuP68rsBg1nhdpYnUJp7weaAEpb09jd2PUs0d
r0vaYd54xC94AgQ8eMTh/4DcXaujO3lOoMk0AzSewpdugMae1vveRIuI2OT6mREv8ep1IauBQECD
RjylYn/fuPJ0lKpmQBCOSQB69KM2m+GgSo28sXiXrVAoBtTJvV/j8kIjLhcFD+SDq47dfK76m7Qa
t5Dil7aIqgh/iGNBY1As65tvGceuHDMr0Xw7yxdf1vq/ehR2Xg2ScsOrXLYkqMJAb2mNrFat4qal
SZppfpAZP6fR+Dgb3aM0BH+ub85FM7z6BB+E6GimnX4Q7Wjap1muAbRREfCZQucoqiU3VS0vG0U4
8YStzgHfYvK8EobzsItU4c3aLZFsSG1oqmjCZ3cAozyt/lo3spcPHzRJOvLfd38aHTm8hgJrydLX
n1YzFTvqAeL7/fRPsWSuA7lN3ZKNOT92dKE5cSAwqV1a9mr9ZD2LDQTCTUSUdSjq1fxPYk7phkO6
aATEFY0WMcrAXjkkBqJznqcQI3rby7u6Lmn7jYzNjv+LIcTBueQG3aQ1Jcbp06osjNoU4pq1pxY5
cU+4FN3v9+4M20+/lFEnuHV4f6cnQV4aPWHIp8lA1DaX961jDfXNMBMCuX1RK8nL+81x7mR6cXRG
SKxPzfVd0KDpFll+ZjW9O1jDRz2yb8z3S3WAu/n/wYdgi2orM0tfj4hQx5YfSbUvrCDC9u7yjQPW
k8oa03oAJazlfZwsN8tMCi1/6OLPJC0BXT7rd53ZW0y88+dBGEK19rVIidM+XTI9of0b2KlFU/F7
m0qfSkYc5fohVrYKBJcMGfSzeRl0pk2tJ6Q2Yy8HVYSEs1k6Xjii0BtCa5dRdt7anuuWzkZ9jkA0
5V5me5DN2qvdd82udmOPGqa99baeBywEKv/7TUxnPF28qKsdElIsacGDUjaPaDFVUvuohDVJ6kY1
9PJX4RQYtYdc9zoXH2uu8VKzfmoSR14RqtGhqeIPZV4W94XdblzcC44IcJkYxgqKltr16st6hNv7
XB6JGiI6866khF8skM6/rt/Xi1ZEp4w4kwhszbqOU9UICrVWUSZKqtotNLU5KgR/7376kIl/hW2z
fMSWqzNeV0oXVjkC8Z2VZbvEgbaTSQy4r01l2v+HL4ICgvQKPBCw9qcnooxVpRjbjshOjwcPjeAB
/Q/L3uhoXFy31+HPuAccuPjnbx5YZHcX244GpC6S3HmBYZkczCKyd9e/5ex0o9yL04bAZskUENcI
S2lEiC9E9Mjv89BtAv2FgXG7VuM5t/SPWtluLN1ZMI45EFFEDfz7eKOVV9UjBkA2ZdP5WXYw6pvv
c3oMbpDxGPV9nL03KMYWyTFjBCBDEBGtHnOjXLppDroedTbJzfB1TuF4OXMntzzE2U4B1hc6yA7Y
0VcC7+lOBRPI0URReyZPD19Q288pmElbU4dffedJwCWsiHgY1RkC8PUB79W5KsO+XfxGaAJ7pjZn
IQoXg/4zQya92zFKpdAeJ8kesvskSfoXR4ts55gOZmY9lEGpG2BINXtxia2iftfqk/lb6yqj2geG
FX+30eb+VAayUrtAXUAdT22vP2rjmPa7WlLql7wpUmYCVKXzpZwi7W85l/Uvo1OXpyyx009FqjbP
WTdL+ywM8oRkXas+DghdU2NjsHS5q5Z+fEkoED+NebJ00EYcqd8P1Kp/qUWZ/sznIP6UBFFWuEZR
lc9BuuiZVy2G+aAB6Y/2wKEj7jOiLN+iVOVRCYZRpsESjfNBXdrBOQI6zYxDPpRp/Ekvi6h0tcyZ
Hxq9kfRDFKsSZGdD+2kGidy5ETga+UGp4+x5yBk28VjEEjn4Is+o6kV1QLcjy0fpUyjH6bfFGsrv
o9Vat4lcz9+4UWnmyrTjSk8rGvtHkWRwWdu8HJSdFJQZLPSh7z+GlEnkw2RribLLDaVOvK4rSGiy
qGtzt+5V83O7aFO/b4ukDFxcjfMjihnfdtNPc+JQoluk50FOYIP3cd2VO6eNFCah1AlCmQvzP/+J
i7BcbnvWznSNYdS623kK8y2p79cEcnX4aOdTzDTJoQWv6PSIx2oSteo4jT4jnwtmRswDObNemmN0
kBdnzHZBYskvfYMylJtnTvyxKzsrZkG0QneHvmQrlNoZWk+blfxHUGUTQKY0UQF2Jyy6oRRNwqpQ
ytupzCkb9plsG/BMzTi3gNdY3QPhi5yDiYf85AUaIaaHMq/8QCk03zMMq/4F+qypd46ydH8kxpSk
u2KwkVm2RxBdeyVVo/uxcoKPVpzn0g0cs7w/WO3QTMfOafp5p0FZKVyAWdbL1I6yvINVGGb7YVrm
MnSNlvlpbl9rVuwVDXWpjVDw7OHnVgsWC+8+NQPi2tP1TeahigqT+vdoVoIiYWrRYaj/SNnWjKJz
hCX4ZyhOsMNoSNGhXGWitlQME+KjlMCTUHlBVWZyHcZGHOakkvdFjjZP3E+gWurCZtamhKfoA0s6
lBYQY9LbcD/qdbKlKHbBg9qiqcJDROIF6uL085l+kpqdnk8+icrM0yOhqmWaf9/71MHmZXmZ60Y3
86wqP/V9W/axvvikzwfYa+htd3d9a+ZIl/1xEPF6vzlqliQoVKHFXJ7Tb1oWc9DLJZT9EsTrUy8a
9VbF4c0B9hPRLZanxZO88b6enyOeIMEbAgyJSNb6kcjs1hrbSVqQc02cPVNP8hve2/7OaPWSQqax
pV0i3tBTvyDssWVE/GRJa6jz0E4lmxrJfpTElheGevXgDNKwM+ZB2oiHzgoO0HtoqcjAriArwYs6
XU9r1KgRqonsy0Yw3xpm8UPt7PE4xQ6PDcjTx8JUOi9TpPpwfSMvXBkB5aZQywsPmW3NqZSlIg5L
VVugSNSeU6t72R5uxt557oXqE0qC6vRp6FJPyFuU7eTGYmhRFSTP13/H6+atFhvoGYEMorDQgdcn
CjRR6wxdofg6IZ03lIRXrjWag5tMRb2PaAzv+6oxPVzl5M1LXHlOMrSHPO5T/pUpdPNx+FPHlu71
Slfc570sPcjysnxGpWg8INTR7GhjZwySnpyboo6qj8Vcd+5czMEBzcb60Q7L7uP1jzq/+RrUPQJp
GOlUFU2x62+iXLmK1aqFjuhr0/xYqfXXDiUP97qNC4cUIj+ocpm9A8uyuonVzBQkIprJX2A5Pajq
FOw4z/FPS+2djbrluSkxO9IgA1ZMCCDr1CDXhriMtEr1y7TWXcfo5htEkHJPn7pp4z5cMiVKSKKk
KDCi65UrzDKZiB58x9ibo9cGx3FLM+Y8WmfJeO8B/vCsMhTjdHOowkUsq6P5jRzX92rXznt5MMyX
ItfaeyICUzDgO8+YzNBzlnnY0qM/JwzxUOEdDaJ35iacCXk2Ds0lLdA0X5noVaLgGTjoaac/JV3f
OfO+taujvrRuJY+HIRQzOG6vn5zLP8ChSIcH4HPXpD8bfr2TU/oCuZrv+incp/3kZXLN2JbliyJ/
rlFKLSwN0Qv7SR5bUK1bGdOFbRaNee4H7XExMPR0D+oe+/Og4PbKHDCzAh+Yco6te1EQAKW9/r0X
NlxEBxQexHWhLXVqDGofQvB6J/u5jMAlIfqCgNeg6wcrbccvoxQH+1Yd0kNhJbmnLU65v27//Pmi
DiaGcDvUR52z0Wh2NEkBp0n2h1Zx7o05Hvac8paY1sy+F4VUbngf8T2nHhV7htApY0IaKfQq7AoU
SV5qWh10UBPzBnn14i4M7Oxgh+rwIUuD/FEKRv3JLq16w5mfd6dV1pd1poEL3/AsGlGzwB7tgU/N
1MgLSud5TuYvJaKoST96RuI8R2X0qU0AfehbqKQLX41pMQDBFg/a+iWNQz2abImvruVCBAVeMPxT
Jr5upm5lVV7cbpTu/49v/degOONvnLwWB1S7egw69ehK9T+pnR4QKXiyKwl96hYyRXxX1HXhjpay
YfvC9QECARyC7yR0kFeJy0LPhdlWVJ/M3M53ahoqXpoPNFYHI90wdf6UwVhi2gTnVmCg19PX5ziO
eq0uVP+wuFuCKueSzkhGvPnj6zcMUQJzIuNX/alEvLlyC6Zn2Cj9LkH2W47bR6bc7aS0vq3q+GVc
or36cxyHr4nT7pGr3AeMnIsY67Ukf1UmG4bjFlzpwsUFvEMVCdAJZQpt5aVsyoZVAkLPNzTEcM3S
i+vvSUEfstlyUSI/WV3ZE0urs4S0OUyVEUtWtK+kXWK5EjpS95/f7YhOrIjvfXNiaTqacm1QGk1R
v5SHh87sDoEB5mBrDP3FhaMjiIcXqirrgAExBqedgkaFLuo8js33pKuY5mq4hvLe0jIHiAdUEYwP
iM5r+QIjmSYBWFH9LMl2hfmjrMwbTRv30Aw2Ep9L94DUklwOnRxZ01ZO1QksazD0UPONpCtuQiv/
TByxJQZ84WUGPcD3WKwbn7NuAympZKJBnwKxYXgIozT68RbETbi4oHkYJBQby940p/amAbFyS/+4
38+EoQ+j7XSfaaAPG8t7/tEQ6IUnFzPdhMDu6YHpIkkfoiaV/bZVUaJsl/ao1kO6u34sz70ZAwHB
/AiqGwCc9fucgl7SNDbSZ2TL7WIGiG33t6G5EVmevw8EsLhKDaYbVQlDXME3hx9FRSmVo0VhJnO7
Z4zGoa4MgZS7n+XpR1Crz9q04TrPbwFdZDqHgjlI6L2mfea6MzoDNEmf0dzLs1K1wy4tAvPONsHn
SaM5vfuIkkURugmwIZMA1jr8EgUfu1wawrpOLe6j0myRRYyQkr6+XeeHAv4viEaKYjTIzxI2UDSl
HsuT7pe5buw6PW2PYxm+/74BtyBMN8SdczgXp9uVSU06RC1WENwymNlIRafsc3tjyc6PHlYcbOCj
qCys2Z2LlRfB1Gm6b09BDYFeUn5y953num21/fVlO3fxHGOsUeJD1euMQ9TmyhInWWL4UtUlR6PK
ebHkQr7JM1U7zskwf4mkfuv1vvR9Glk+bpIqO6K9p6s4BVaQF2Vn+HGjDzky9UkCLpEKs+7qbRlu
qQeeHw0AiaAT8fk4SZKbU3NlMffVMtaGv+S14dnD0h/6tpMO11fy0kdR3hRqgdQLgKGfWnHQ52Jc
qWqgWVO45fLkpOGNkqgbXunSfpG9ww/gKoGjX/UR0RHqDIaamH5sx6CiBz27NTNtvLGDMrpxOpoB
IKbfjd3h1rJuxO50lBBcWH1aqZvTABTdQF22GnZ2FE33ZIiVOytOt3EeL8SvwhbIE75O8FdXm6XN
RtrogWP4NUTqY5nP0n0GL+8GLmPv91YT3hZZ1N/Mkql5+qgm9/k0K1uiQBdePLq1CPcy1EBwke1V
KBtPQygPQQGcQy7ICqa7Tg/3evEP4rcm4lgId7uhSecCGvlHazNpuHCUqM5QL6ZMLaAr4p+/eRSq
xpHDYJENlE+tmGFq0bTTozlyib2rjfW+aIpcm/4d4ERylFNT4cSUlL63AZSYkS3fGxr6IB+SOc5U
15GGSduYF3F+FW0CVuBszBpGGXyNZMqzLKrRTDN9qQyCT01mtX+qKZA3nrjzjxJWiA4Az9Jtl1cR
ZbuYEt5VNhHft5sf6uBoh0yj3eXGadtvXMiLX0ScB8sJ5XGquqcLWFqSkWVSZvlOF42NS91wLA9j
ifzGxqNw0RBdfZq56NOY1uoSKrVtFO3ATvFYF1+ywMpvZEmuNvQYzhHtAhwj+gJCGoIruPqeNqHh
UyIB4RuhU35DnghMddJKT83YDHf9aMj34bQod8UkzfsEKYRDmsj5sc3z/qVWsls9STJPToNsbyV1
cLSlQf8ud2n3Nanm6smKRnM3NF3626K1uBEBXNh19NNQU2UrhNyDcJ1vbo01NqT+cRsA8w0Drwwp
p5q58dHI5o0tv+CjuJycLiFOaVBXWEXdvTXRgTXUwO94vhRXkaPom8lbne2pm8S/6lLIPkd9Pew0
c4iKg52O5ZchNZStTz5XpEdgh6iRtwCKDKnGyluWGdqqchLZfmAnya5K5OlTI0VOt7PD9AC4JbgZ
mPi5S3PCumaUmn03B49x7jRPqD2lD1lqf9Eb1IAyHP97Aexijhp1RIqzQp5+LckvK/3gdH1oI5Vi
zp/MkLZkmYfV80KxZeNqnD+KZHOg4gAPiTk9a3p914sqV1GlD6OTe2b+S0NDtkG+uawcxDDe7VyA
/VJ0QJOauJ3/PT1msxa2vVFa+UNpPwqajrIwaeD7e2MJ0XKgOkgVHT+1LgbzKXTXUjV9WAo6s/mk
/NaVYfHMcHOI4lk2gDof/Un0gLg357r+GtLaWhSW2UPAY/qUpbEovUYWg3aM5I6rM2xESWdVTwFE
MdDEZwWJltYc10i28rKnu/5Q5LL+cabMshv0nqEo0fhnCToDdAoofCXSnBdVnooN68JHnhQ0sE7g
TqEb/0B3YvUw9HXQaU03lA9DGuoPSbEseyZFTsc26v6kUhQ/lZHceEhyKR+vb+jZCRWGxXQKogne
inXvTuvRaF5yp3yYasFk07SwQmAuCELFnVX6RYd86Zo/STW9m0aCYRwUlWZyPaFnfXpaYwkEfKFE
1UO/MK4BMqS85zjFrp2N3cbFOHeLwhbQNgCweGBgR6e2EqNAJ1vLqwejHoNd0VQOlBHCNKVUlA+A
mKO/9pDod0E3JZlrhbH6QXGm4ub6Sr/m5es95nGnIIIOD2SP1f0c7TACylBVD4vSmB8hMCInakwC
vWBpLAD8sGSci4Msl/3H3OiRv4qzdH6eyy5zFyc17zrJsA5d4PxUAfAeFmc+TLB9vCDtqh/Xf+vZ
iyUWTHA7abxQAlt77yoeDKeKm+ohDRJ9n6n2Y0GUfawKW/t53dJZ8IAlQWXnYdTEINhVW462T6og
y14+LI4S72oGiqMmPuUbfvjcmYjbJSQWbEMVbcDTAxDbbVDHZq3RAQ26dFcPhUr1tzHz566Vk5FZ
Dp2xxSE6X0Ow0BqQWwJYUdZYRerk4nPGrTYZNbuEy8eiTqfIRbxHqp+qqUy2mG7n5mDVAXMjdNVt
21mTf41eGxcEpWw/HXuAVhZdW/tBdkCFu7Eche270RoCfsaN4i84vGLrWlelN20tzbblh2qqxS7j
y5PhgJByFG5E5pc+jMabIFFSVT5DxXBkliYtYtufgPh5yJqjRA9ULP04BhHTDN97HAHcvjEmjuub
UI0KXmQUA7FBD77HJaMqXXNK7Hd7e1I3QHyUhEDfoOt4asUGur7kgwQUux7Uo7Y0SOhziiDT6VHi
jqNFsGB0euk2mplugIzOHT5hKBUvGjECSbHGm7dBMjejETmImky7agju4ykGHdB+WgblWEuf3r2e
DPg1TYiQzJs5q1WG3VyOCRGi39fZbLmzIWeS19lmujVm5OyUMMqMHIdBDIAwRcnodEl1u1bIQaoS
lmB6E1u812qvSHtH3eqbbRlavdRmbWtBYSDImZnDTi3+luOzVcUbb8WZV+RryBDh8QsRUo7J6dcE
wdxGsdATKc0OantZfirkPt+o8F408gq3onDOuJTVWW8iKZMCGwWdfogBMhphHz/KSLYU771T4mOQ
dWRvhJzVmWdyMkpGjo24aBgHt2PuxB595XbDyvpc86pzpgljAHXJNHJX7jbqcrvpSY3uzdmrlNTr
+8QNoPVa83EKb6+f6vUZwBYwPchBr6NV4fadbs9ozpZRGYFxn8kf7G7y6p3VdbvrNs7ChVcjkPFB
HFAAAUZyamSGTEOlwjHv5cSUwLBGyZdFt4ovAynRXT074beOXPVuAaN3DLUl9mw4jl/l3gyfzanJ
jr3ETEb0Ytu7osrgVeb6r7J0NGahJHq4Nc51Hb+KH2uAAjFhWyMSs05xye+CxGbo6D3sgWp/MI7K
fngY/rm+JK++6W0EhRWK3IQl6Cay/OsSQKUtc2PnmX0PuC/3Ar0obxUk+Dx6Ps2RjuC0K+am3ndT
be8SO04fzbadjlJnFiElwT64K1W73gdWGT1abRs8WFJcfmrksnvJckEdmUfpuCxRkOxQfpJ3XQc9
F5p+b7R73QLf7UYKiN6N6sA6NuGjYDcLDjCYT+qmK4cCuDpfpsW075ECIDE8Kmp7K/XfU+ob15dv
y9Aq/qzkGVwHFIX7YbkH2uBpo+bm8VM6fPkPdnhGBdtDRAar27GoRdfFzEy9t4yZMffm3ini75Ve
76fFOlw3deHSkx7+a2rl9WezL+U8su17xAs/BEhiW/Whmx86Q3ZVddzwl1vGVhslWWnfq1Dr71M+
K9wx/evlptP+wyY5PIgwhskUKFOd3no162MN2pxznw1M8xgZ4nDbQoG/sef+UbdmZWOvxF6sbhTi
CGKOK1tFdLUyJw9aFCgl5sbGmdzULPpdo8ZbUhivNJUTM/QeBHBcQS6Ag77GL6XUvBLHqiN/VOOq
9pgUEVT7IeqGr204WMzQskb1RwudBl86Z9HkTe3c9548qd3spaXTf+ptuYh2DRMXQpe6uoZqx1ym
uuZq4bz8HMw8ezYLWdH2RaqrAeFTqCm/5KrRQOjPfTPaO5o+pLOxGtZbXbEz5wcF2uJxEy5JIENX
FyvX9GkxEkO6B8Jffx4Q4LqRFU9KjkG7cTrOMlliASJclUbpa+C41mGqWhN+vt2Hvs0QzkP9CJXq
59zs7vKnLRHNMzl4TDF8gNqLA3pZiOCdnkRl7uPAUqbQdxIwOYP9DKL/Rm+MiOnCEhNAvw81wyOZ
RqC3+deF/yvhuuv9sJ+lLezm2c07/SnWKknMKdcoZTyGfifd5XJCaFcfM/VojbaLWPvxnT7l1RhK
WgYgcecMsg0dfDaibg79OPsaa9J+mP8O0Sfmtd8P07frps7iCGFKNK7gMiM7v4YvSIxaB46+hMjN
1zs1uJvgOcxbQonCLa3unqh68LyQ/4qQ8nQfHaMcVIYWxH6T2w998CVQ0iOzsdmqjcziDJ7EicGS
4GVTSCIOWDnIwXGCIMonQGSKdG9Y5bjXyDO6Wis/jrU2H9OpnPaZwqQiM1TSD1Nkt4c5QqpkjOzh
CB9HfZZHYOulQmhdE7l8CAjrn/pCeykHx3oBoMzAletb8Pq8rpYHji/xL6QtsQWrY64HcEfiMU78
COqNfquE/mTc0u/NPzh3SrozfrS/g2B3CJ6LP/zm68bF3z63TQaN/2Vz1tVUswiiVqExAe+OmpuH
evfyXCqukxyn0a03wClnrUM+T7CZ/8cakkSnB2GOgbDXGtbq5HcU1kxhnHfqoh+hUh4s1LLq+R4R
5V3xFV+aWcvGt140T3MYJgDdQDrFK/M19J9mlo2EuRYMjK9hFTKZ6K4zBheqEvzgiWfB+GAY/4TN
177Vd1ECQu/6el/wIxDU//0Jq6tQKmlqpIbJes8/wgSea+cG0m7oZE/bQlpdeBNIqQRwmj6fSPNP
FzuaLL0iz078YL4Z679TsLjh8D2H5aiGn410a2Dd+SWH1s3Kig4AkcNa+2MsNKTy1T7yldgfbNNr
7HhXgAk38p/Xl/DCC4QlVSjx0NqhGrNaQzuIQ+QaS2ZcHwxX9eqHzK29CEWeXbtxYM+9I1UzYAvU
4gGB0D85XUI0RmS71LWIipYqGBduLn3Ot4ycyQvxYNMFIkxlkyjSrVuyidIudBDDGCHcyQ/uTO/F
1PfhTto1u2TjZbm0SW9NieP5priUZAXc0AxTdflHkrzwuXDuu+bHxgaJZTl1KmIEjm7j1Ii5GLl7
asVM5jYuizb21WP9on2T97Dx3MY6PNc/M+TUPhSfrxu8tE1v7a22Ka1nQ0167JVK62XVLmPwtDJv
lTfPXeXpV63uU2rMbSK1WImXfbw/gHFS9s2z80ffqDZeCHvA15Nm4pFRNoGgerp8khVqVmAaMVyU
r5aWf5DD8lha0YvdpIdqcbyYwSSN/s0Jq8m1u+ZpmaW/QtxA6m+ur+sFh0kGRWJIag0sgc8//SU1
YXRl5XniW0/Kk/nF/m3ufpU7+abxQv5z3dilo/nWltjkN0dzmebKEXArBBXvKvV1jH1T9+44bUle
XTot3GciBBIOkl3hN98YyuI6QttiTHxTSrxijN3emNww2dClOWs/i1sNVYKCP0N6ReZxakbAAcKi
XRKfhvNz8sG8AxOav+QvwyfFr71gV6aFO9/0Gx7r0ioClkR2Akg/ogCrHYv0UooWXU/8UO5diVgF
urNLjWbQN0Kti15L4P0QyQI2hl7W6fdZ5PEKxzT2vxkHc3aX+/EDbMl9e0sCtOG1Lp7Dt7ZWHr9a
kknJJGyNnuM67vfW/UqU4JKAeOPGAy0WaO273ppa+a62kdWO6nDst3tj/5/+OMCpVz0Xmmqr75CV
QY3CAI5Dm3QfSiUfXREq7d5/kcDk/q+R1ReQHSrmMjWEk4zWMKvuqdJKN3Wew8beOAMX14oqPoIX
MubWZRZVryfHSfvET6w8cRspeZKlcavLc/G5B3xFUIF+ImX81ZGe6rJqmoz7OqvDdGwihWfSWYxd
A0CY9oT9a5Y0mZ6pke27YnL2wehsieGfR21ErUD8kIrgKpPDnJ510vkJ9WMZPxgb0U5y7PsGGvo+
krW/c1sZu0knt7i+i5e8lIP3gCHMrFWQNKcmUTVrpiAVFzlxjhRrlhuS39RLmD68ceIvuAyiG2AO
4PngYq/b4GYl9/VYhCkqoX9L1o+QQEsbTxBp3/1JJ4ZWG4nYf1/piZT4hprtwajfBaPhI4ixv27m
wjstck3oLwiqCQrk6cqFsPSHPE5TPx6del8FRTi68+L8NJO89WhGRm5iB4rLFOIxhOU/bkKgLmzd
yQ9Ybd0ixcxIr8vUbxX5myrJx142nrJZuglkc3QnW39MTO1rHdY3c8/UZVqc4CeTOvPyBHXQKctl
F8E8bXd9WS79KmpsaPrQ5oa7u/pVRQkWD3WH1I8aw7WmZJ8tL1ZlbFQoLx0m2m10nakpUyRa5bJ1
okU9GDbx7e1DXf+ItCdFjW8cCjXv/5zXEYVo7VAeWo+MjKlDxbKT8Tlas1d06MHWz7Z+d0vHhB5H
IYbj9Gpl7bB7zRqDNk/9fm+CgYiKz0r7p4Rj/fn614gzuXp16FChf4R0EEo+668ZtcFJxmbJfEl1
Cq8ZqpKUdNxfN3LpBLw1svqY2egqhnnKmR9lnrZXC/c/3G9GGBP2iIkShD+nFy8PG61tjYrnoP2m
Zl8S9aZJ/l7/hEvHS0hoQp4G2Udn6tSEUucBghI1JsLHPHiZ0ts+2Jlb6tqXdgMQLI8NoALEe1YL
Vfdor04GHlErl+oP5LXWYxaXWW443jNCPyEiwNh/7axe6qatSoSPotSvvmVEgxJTt5QCOZnAlZF/
bGr5GOTZXVbVLgOoMyt6LBR9475eel1PfsNq05AH7itL5jdQBCt+07Uy/9j/VPeNvYvKffR8ffsu
vKOQl6m/g9wAe7AOvckK49YYk9QvJX+O86cp6zyzvRnTCHX9LWrWheNOAZVSgVAKpk+6ivP7hrGV
VqKkfj4tbmf+DdvCzSxj41JdOJFQeEDP0vMXozdWJ3KQ6mgMmpk9tH/KWUdb5oAODZu4hWe9+DkU
g2GHgVgz11KkSWj3dTupPNN946pl6C3L3Vy8lyrEkRRNVMF+EjxKbfU5Y13ETBaycKu2yWkMPblt
/sOKsfX0rMHuMON6deqzkQmIXWumft38ipfnYYh5nms3bT5eP2yXdgZiHrRpjhqB2+opMpNABxfs
8CnEwdoYoRMUelp2RKpr4yJf2hochcBukvAxBu7UK9HoaSbgvJlv5GhN6l8dlHqs92ryiZ0R6CP+
VwidrDHu6VAPQT60GGHIRmjvnfBJiR7qbAtdciF8opUkkFyimQTCdvUxsEqmNsdOmwZuHKf7polv
U7PedZDTyvAu6u07iBDH65t1KcXDHswWjgVv7Rl7LO+beRkVHidffYYx0LvysXiyUVfZ9b+HFEje
xqadl0cFfuJfg6vjUckJBKtUGPyk7rOd9HnZF3vt9vpnXTIi0Gmg4UiSoBWeLmZqLHKeD3PmL8qH
dHIZHFyB9zv81quv1w1d8uPMcKLSK8bKUu9d3aoksUugi1oGWcXN93bxkh4QC7e+LH/C1Ju3ehaX
7tZba6sTX8hVLVE35TAOIajyn8wKcwe59baLo+IvrSKjk+8Sb/Wbas1ShkpkSDor2N8vVnYzfedp
LMZ9Z3pl6g3pfZwcGMjZ13db+rjC1V2zLG79G8uVqWn55Kiwmh6qyJ/27e+2d+2f1/dty8jqtg3h
ssShxbZN7fF78iP9Zym94OW6jUvuSUyXoWkrKhtreMcgN1HvzFnut13yu4R80y6wmcz2/RE5cfK/
ZsSnvlkvqZWnaJby3K9a46Yootslm79bevL/SLuu5biRJftFiIA3r1UwbdBsmqYRXxCkKMJ7V8DX
7wFv7KobjW2EdmdGMZphhBJZlZWVleactbBpSR2EgD/N6nhlzB0hWt08KRvj1O0xBU1ajNfYce9P
hQZlLZu2EAgCvBq1BvQGw+vOySLRNYIGKCFLgVwcqVTwMKirgjX+9vYsnCW03ONFhj5SJIbmEQTz
K8PoR/gI5JZpoABIoBYpSqPoiVuRtJRZxiQwnB4oKdF6OccZ0fRST1qdJW7U7kAkTwD+LSavZe60
BTovfvPdbgg/U/8DpedSUOjQrIUXi7pOID5I5kw4OrPIOvKqXGI9zD3nNxoebQWw/b2Q+mvB0kJN
FU9C1FQQ/qFx7QptP6iB7YhfqQvsRVumo/mZ7hj5QyTkrTNLoTHKK7e3cXlxz0SKl/Y/xv4Qy32Y
ourR2fyut3grJEFD7oVduWVORpUViQsHATpietzAYwg9H5P1nh04QcgVowNWOMDcUycHHhiqU1xw
f1utBQcFfBZ5Ao+b9muOPNSqBeY+Gi9xYwn0CKMzJgKtpIfGe+HWOGcXLkuEtUDukDF/ApynmcNt
SvTnKDFOWwbwG9KlfgRIwCh10kFm26LFezLFDOYhxATm/2ElMYsFZDUMRuKpP7umkawRxRR/uZrs
dt2f1o26f28gwbgZ+tVR44ddAjjtcrOkzsuLwA8Ct20+C7Th8wpGIdtditFVYxXedsEykJFF4wj6
36bxstn1DAyzWuXGIXTHoKBZuat9QGAPK4+5hbOM6PAHeR/NrnjKXmoEkM9UjBUZ9TD5IR1bk1e+
VTBt/h+6R6Y5r79yZmYRagECQxnlME15VD3NbLmPKH9EU/eKd1ywdPh41N0m1wgbnAWEAK5nFWBr
QzCCRJaOB4MZKgJK8wKCzzR+H7tCsG6frcUV/B+J6Bm+XEG5FqQCowAhYP4TKuP5L0aPGTBWVT5Z
0W3RIM4kzfxukBRRJmQeSoq1h1aqnoeC6gdrtZXy05qcmQ80WpCVYmVDNwV1zCBFYJnHM3INGGSy
rFlkhkAG6RkZcAJI0M0sD/NrXqzoGZooKoU5hhBvOgl0drc3Z1kIOhMxrIOuxPnmxH2t8EAKj6Yq
7Kj631o8fN2WsODvoMZfCbNN6Xw/bhMBEmK+thL5Awi+tOK1DSccgFtg4mlHbwtcUgkvYVTlf574
c4CE1ogwAqxCIEq9xwzICPxQvdwWcW0A0nTbopFpatHA4l2aNDB/PCak8OFcodM8iEnTfLK12sj1
wk1CAA2HXAjM6SqgrTUwrCNP7uaFZyeGchdJz6Eq7wPGjkHaAK5F29xW6/qkorUfFwRquXBG8KmX
alUeJxvo4U5dDGmTDhcRu/f1U7dG8L4mZnZ85NZIGq7NUxcTBMBX1tq7sbhT17rk1qTMboew8Jqg
ygrcs6qVJEpIwhoZxrRMSGX8ub1u1z4V6zYVllC901AmnikkGlyiR3yfoiPo6IXFSwNsm4LVUAs9
tMEao/SSXQBqAAl0BNIogM6Mz+NbDlEhIukgQmU/RHKMYy+lDCadqvnGvNN6UubK3KfTi5IZotlp
SHHOaAHSjIbxY9G6chJVZo0WTRNIXflGatkaVtCCKMQOQG5A3wIC+PkzQUNvVT4EApgYQ08+pCx5
Y5Ev2qOmtM7tTbtyEyi2oi1igviYRpnmmcbKU0WuLLvORUnV5LTCDJKVtMh0lV448EsJ896I1EvU
uiqgC04rR9qWby1IrOwxi5sNmvciyvGVaMtKbZgsZsLzbQWvk02TfFzxqJui8fWKnygAr1qGILRz
u9+y+CDTraARgKegxxPImbSi9Yq+V4b5Iw8JE7y5UNyZzznpaa7GpQ59WU3zPwG6oYBD35ojt3LN
Xx23mZzJhs5eBF3pBRj5FCGH2b5SEk08+WYl3YmrRflFa9T+ajQ7alIrR6JnQCNYfPkCYNlt+Mew
GlJZIX3+5s3YXtmzNdWmn5+p5vthUHZooHAP4+/7wBR2/9x/NK0d0L+R+UTVGFfYpQBE7H4N4pPO
HX/nIR1pLprWbbO78rszCTNnmBfIOKaTFdTqPgGsqVcrgDYFQvLv23KuX6IzQTMHj+ntViwVcNMG
4WNUm2F1L8uk2bheR4qEgBvilUlOrHytwTytCp48y9kmFUrpj4kPwcpRNArC094OSvra2xK/UXa/
qo+CrKzpoh2e7dr08zOJY1PGQiBg1xr+JZYOsv+SSCuwL2siZqaeeyE/hJGM1ZTuO/bZ64dcel/Z
sSnSv3KIZ2rMrBt9i2OaTsYXB6kJ2C8joPJbUZPYbB6NzPHEFUex5OKBiIiB9ImRCd7+ctmAkh5J
wF7tXD5khPdwGUvFioilZTsXMVOpDjBOHflh74qM9Ft1H5q312xNhcnnnu08yBgyyIAKTfQuNseo
e7z95y8a87kCs/dgIAlcXcpB73rIPhRbDA6UwZ300Z+6g37H75/DY0STh9tCVxZtDvGeND5aZzW/
d5OsNHOhpDn6EzN1pW9rUQrwNgB0OGVb9OnnZ0tXhMAeSDJsjceoSNAIUK08NJbuO4BM/Y+AmXkB
RKdP6ibu3ewLvRs0Uk516nSdVYWOvFaKWN4nRGGAfUKxD+Awl9oEWeKJQBLq3UF45ycYchsZKhKQ
74TqVH7HJq1otxS94E34H4HTjPRMYBezptImgbSQKA+a4s8GKC09qGWQIVsx8+Wl/Cvs6lpq416P
8h6JzOHbIIR9f/y7NQAICW9czGMgPJ7H6Hqr9Rhmg80V1UMWnRJQoUan22a9oMSFiNmFlOdFocUA
O3VF4VeefOG4lvmxxvz/vZCvHNuFS/ZC1OQ2zmxbbAtMHYPixU2TGomOD0n/xcAgIqy9QZfloNiL
UuwPx8WlnMm59Z2EMwQTMHqdZjoSeWCGkY01C1iIfKDRX0kzRzchYAiDhsPU5BGNwdcjZ5wVS5Tz
QOC9snoLThWg0TpSKhigBq+8eKmVzw/ioBdJjx73lmTySHpkv27bwuLCgbvn5xkNPMOZ81EEaWxA
CAmKGX6Xlr4NyEQiqxuZpZvbgpbWDQlrVJQxBYO6/MwS9JIpvZy0DEP/LQnZNile9ezXlF8T2n+P
75EeR3l+4o+Y+kAuly3Joz4MJfC5a8fuVHMkE6yipOg3if+5NQlAeueSZkqJUe73vFwzF4wHQKKS
ooC2Vbb2kL6uJk9i0GqAXyjpITC+VAhwT76mhB1zG4kWLm95ucNzG6aSMXHKbb42nbvkH87Fzcyu
11Mt5xi2KpDivfrFib4ZDq+ibwmCgy7jlQGLhevvQrnZbg3ISxoshnJKF5lpzpPUe+jWsA9Xl3C2
UxVjvTFIDQPQ4h2Gy1SqGbS749NDUBOus7iVzOvP+38WQl5oNTtXvSeofa9gDXOrs2saHfNn7a40
PdIQAY3sAfkCmuzBWDlkC3chpCL5ga4XOKn5rEoloAGgbirmDuU+9CoC5Bqil78qoH96X2AwkNu1
0t7CsUb9BLUNQMwB434+6jyWVZy0WQ/TNMtDQT52a9f7gg+8EDDzt0Dg7DguZMztpUOObuHK+/c1
uxAwC1ikXE94uYUGasysPo4oqq8eKD0Abp2IGolI4a+NUi+Y/LnIecKF9eUYtxxECiWuK+UQID+G
zPxth3vdzzghh/7dmvkTevATzyhkHKzKFGzpTbKbT1fZDW+N5RGgTr7eFneNxfEjDul5xLEY6p8H
fk0lN6ncw+J7Gtz3TrdF5Edkojg10D9kM7T8fe1UVu7ejQxeDAPB29TM7a/bn7F00KH1f3/GFQVs
BPhpvUC+z42jbYdOm1FSkXCsra5VSRyZPG4fbaRoU3y5LXjBaV7InfnoIeGr2O+gfrItTr3l/Wrd
4nGNAH0pur6QMnPNaNeKAM6HC0ev3aQ2AScs9uGU5Hwv2zcpzC2eKSQ3PuVYIUOnE10kffyvSLzI
0F18xMxje2gnLJUWqp7u6Rr4yYoZgdD58q7z8qwSdRV/uC/KGJnSD3IsmmpwaKBqBGQXoHCNmuml
j+B+lNgJuHd1QdCTmxiUR/KrdbrSzjtvK8cFejIdfbQb464W2MrpWvZ76J6dWBrA0zzFVWeBLbr1
uqExcIRb3qmZiU682sAQg+WtVSXXBE0/PxNUqZFeYSoCp9juObLdtRtlJVz6X4zqry4zF8sxsUPP
L45MY+J1iFMr2KBXNIMPYO8FDybSYvT2WVk+pEBpQeMJxhPA4XSplC74rYzxfuaG6LBmSUEq9LYk
KPWnCtUY6by7qLHb8J8BbybDPRM7c/WoGw5KGmAtGf9k+DlJXn3ZQ4/wyo1yPWx4IQdv0kv1AqAi
8ZUMOZLxoSdOcs91zvAc1z8WHPzq/PfaLECBOjYi/h3StcG2hTBAAyIrAgC0QQv43aV8sVD8KFGx
vHoICrWQs/riW5IUe+RqKoadzbFnzluzounUzyKeC6EzB5i0PWClEwhFOuNB53KqALYlyncAXFGU
vd9RXXyRtWTL47wGmRWM+UrMdQ03MS073DuajLSpSjxzHcKol704CnD9Spo5UnNqpdhqvPpdKG2Z
76xWG7ZlXxJfMoMYbYtVsQd8ahdwVAzybezvq/FdMw5t4u1Sf+V6uB7QnH3cPCCsIp8Dphf8mqrY
ipeajXHvtY7ETK86AKE+eBSGbYGc8O2jtngtAXJ5au/H6syRUrI0Tz008kIs+FBG38ELIkn9Q8UZ
HyNTLF3nVvIXy4qeSZzZgTQEYjW2kKg8cZuTh34rthPvwcG6DVdCjmXHdSZqfhumIUDaGUTVqSXY
J8yemIpzZ+Fd5CR3rmfdXsplr3UmbnbvZSX4wFBRYi4nmMNIhdEEOvw3l5rFQ0YDZ0Xawssc+/V3
52bWDJbmOARAAXOLTNmOY7vxSyopIlFcNXKC4FDLAn70IvFguENawOdIFW+7EddR9c/DapPtoh8S
VjQ1YMqzLVVHjcsLX8SntI7YHRTxVEgrZnNtp5gPBMAOGn7QNo2nxKXLyuuCSX4uDO5bYjcWPOJa
YHHtEyEAYwGgJMVvQGJzKWAcaikcCggA6cWJQ1ERNbl0BMCmVZY5kiu/xKJbiUUXdQKYJ+pYE4r0
fIzMG/iuGX1pcKW3nhEWUcCE3bfHaC2H8zPRcOl6odKZoNn+iHwj83hHD1N+QKTNp8+ItBleJFMg
4U6zmBVua/tPZWkqCHxJZRr3/efTWhp7WVvg82LaEpfJvOUd+UyVKRUWWFTR1VlRec+Z3krgcH0m
oOg0Sw/6F/x5czh7wyvrTE3UwQWRjYckAcD7hMisV0EJFnU5kzM7ezGgc8dKVgY3OvEqySqHw2zz
a8U/AO9tRaUffJSrzTuTNbsYOCEJi4bXBpfZMdGtxm5M2QEE0k6nwx0ZqWIZ09+0skBETWOngH/b
ZWSHmWCCQHg1Ar9+nF6u8SyyLWMjj4VUx/fgqZREtqfWRFvTelkIhtURpYAWQJoLYV0i+T2EqLIN
3rpyGLGLq4iZ13W8SZW/UmaxszHmZaFykCJHrxngopwstWXEQIn03vuWAchIiSkr+zn9mfPtBLMO
kO2QqEN/yOwsyoE+dKIPmVpsR8bvPnK05q4wqJGuIQMuGCnwbXHY8B4CioA8c5mgTJeloi4BUhOT
6uSBKX3vHaudcX/7IlrYKkDPAhsY53pi/poFk42gD0Zcx6MLTE+sWXsEWPoYltZtKQthA5JWaPed
7phpNGemTVs0DevHaHS1/Jg/Vm4BrdICrTtAqz4ynTRch31buxUW8nQQq044SUAuQnvuzEQ0BIxa
nEE7/cCRY7ZtbN7KrRGPIM7609rgLRxcwVpLal1v3aXU6ednjzo1zce+UCC1loFLnO8zgOYxqkgn
H61STbhZWdspMLm0yUtxs7UF1Byqzg3EjbHtBQe5Skhfnbp+5z3GwIXVOEuWLE4eNkPAkDP8/P+J
n1uQH6tcnzXp6Da/9edexaNgw2n2BjO1jm83YMZGAD6uxL3Xx/BC5TkybFOi1zoHbZybgfBa5t9K
9XV4Q4M27fvv2+otS0KHpYyxUxQ2Zq5MrtsEtwUHM2mfIu6Z996D6lvy/iCTfVvQQkIPOmFsCPMF
Cox13mirG10LiLZgxLyIZpZRaMVlSHDhckgk1p2NHt/CA0kFhnkF7qF47zAiuPIFky5XhoQOLZgL
Km3AGLm02zEZxWJoktENtrnVBCaYvAqUdy3vKXg0dh59ap+yh+BP/Hpb7nXsNikOUEdMDgMzYX5b
iCnf8IYP+x3ALa2SVnSE0Z6aaJqEltpOfLwtbiHQv5Q3cwpi2jZppcMXDfyBG5/qj5wif8qbaqgD
wWeLfMnKpSEsLiwWFPTKMti05vOWBYClcq3IR4CodbZqHapjTMPp761MPPIVUZ6sQTYs+qAzkTOn
oLcSq/2+GF2UY/eyqe2UrUbWMhE/48NXFvNXijS7PSrNBw3hCCmtlR1FehpJQMfN8fGzI798U6B4
p1OQp5mhKdGV8HtlTefAdNqAAfCYhwtoRiDMgvoMwG4ErdbBKh/49RUJezlTUrw8FuBhbwQlhySZ
d2RUy9R0NJXRjvlTnrxl3qkIFKvqHJH3aVEIW7wU6FBvm/bztt1OUemttZ6ugbNbpaozvWYGjMjw
foXGZ8xWzsWipztTcxYV66MUNUFQTnuZFo+6h+auo1iasbz29l3I5IC1Ajw0+IWSMd6dl5pkleLV
SQWrYTZar17GDSPFptkkpmYfMyLtBApHYGc7JSL166r0pevyXPpsHXu/rTsugnR1BzAtWtKUBnZ4
qDYa2ikZxQdQj1YmaHkO3FbeI8VOVlJZPwS/862UgD2IOBKPVjQ1XC4AWDWF3K+x1I1dW9yR2brl
24pZW8VWHJCbVXuKJheknMXE7sF+QVeTHUvuAaitgA0E/wXgnmaLgPLXUHdBB/DVl6al8WN1yu7F
D60zs7v+Vdw3VKIdXiTZvj829LYdq4sbcCZ7ZmiakuiZzIPktbRKMjiiU22re7b1vtGs+YC0i2wW
RHJ8+vGroC+AzzFb+jWQyHp27p6fdRJSgz4m5MOnv5xTTbYhQY2X1NT6cH3KLPeuuhNthTbO03O/
Vx/XYsolv3O+cpO3ODuG7ZhoYp5i5VLkapp96iZr02sLHdM4Hzow8wCrhOmROXJHUWfJkNQjfLef
HJQ8SGkj1fqG4/nEKsSRO6R9WxMJLHw0Vwsr0fJym1ZthPKQL9m3d2vJ62C4fMIxw5w7AvhLdRu+
E4YyFEdwl/zWgmO21p1+7XWgJBgPgBE4NXPMY44EvTieHCg6KOzoPaB/3GyXrPSULrwCgIKLRn40
2kx4TPMAIxRrOdH6yHP15/KFtwI7p3gl2ozytrgdTJVYAUms/vX2yi24OYgFwIeIsWW0e82RbZSA
77JarDzXLgJrfE1Lsu0+5RNCqqSmDlhLt/IrIGl5zxwjpI7Yystu4XKGfPC2YXhnYgicjwdxqS/1
bdp47t5IqLoTX7i7+D37YkTcGu/GoTfzU3nfONGm3ihUuufv1phArp0MmA4MDHRPLUFY9pmb0wPB
8wpR9Vw/jU2dQx7gXuHukSBDQrMXV56YP2nKS6d6KW36mrODKTSFYOSK5qFCnRPuGH5whNnGUXR6
S7HDx5okduyoJiNIC5LTo2r65P7uVSWvdwJN7/sts3hTtDuHR1PAaInwO7ft4fokoZcIqTNgToNK
BCh+l99nBGOs5bHvuUFWErnZtsPKBb5QmLqUMEtOhHwBBirGGa7scLbyVjv5c2HVz92r8Vzd5U+Z
I9xjSOy2VgvR9KXQ2WXupamXhwxq1Y/NfnRg6VZGAW9E19oqFjwF0iEYiwYdiAgIxLk19UWQMh3v
HyYCRrS8Sy0pfpBB/bLGH7d0cMHRjOlkFfM4aGmb+Twvb/pGCwTOTQfiHYL7bgtiyqf8UPBE3vJb
bxPcDa7yLO/9o3fHuWvI3XNFUVHExB0gisEfCsie+fybkKodKwuJczmk6PzwKys6kuQD4Bcx0FI6
t/dvSRiCAGTpoCtS2TOb8dCEqOZj5B+aepvd43bZpMBO1dERHYwr8FdzdzDpdS5qZinNUFVikcT+
QfK8bch0YKaWnF3WSNT5fkoiZAl4wAfe1m/+uJwLnQU6bPCLKkuhX3U66pEZHtRtDG8LE/28Legq
qPuPJEzETTituC5nVoNUpJQVAQd7wNiHK9LCTkwwy+yR0k0QtKiEWRXJ7fRo3NebFdmT7zj3fXPZ
s7Oh1hgRalvINiRGWv+kjk7fb/xDuGXFtz8KwH74ui1ycV0Rvk9sjjiVyszbDrnoaTWHdRUaR1TM
kvGEf0PDJNG8x2Grhf8aMv9oCKeJijd8KK6VS++ZAxQ8GWMYzxgmTwnLJ1I/ItQ+0mpb6TlIn8Tw
2fcA+LhHt3M0IdoXtO6cLgtIMJCu+COOqwgfi2fn7zfNIe4TgVXgTMUaGAFBgvHo7dpD/Dz08BJA
XXOju+Su3RaHkCerDYhLZwmIAyjX/TQrK7MND5o+a4O48A8KEapD9Lt49X4Vx9bRKAgNdqNkA3CE
c6Xnwea2a7jmV9TM016cC5/tvdCXLRqXIby08Fa02L45ph+ACKLxIXSVgCI4B7eAxT/dcfcdR/p/
BXGBfEy5otFYQuMs4uNZCJ7LcI9tL/sHP3PS9lgHD8y7R9/2iuuYDuzsUF2ImR1oKesHoWwhpv7u
diNd8YbzcOBHiQkSC23MAOj7eSWdhSuYXgwzBEhwvHr3ywurrd/GKwm9n/TLXAMQe8pIfyO3D1zx
y0MTgO0F7+wuOERb3SlsfTea6a4+KJsDZ6lf9SEPSbIzzPFQPIA97eghS7PZoNyAIlVyMFDTv+0z
rgLxSefz75ndAEmml60qtKhuVy+d/o46IMlbsxl+V7/08nmoTRhP1Vtc9VW7MUCuShKmzwpyO7e/
Y+HwXHzG7E7QjRBMYBhjOSSeRwxQNRjSg8yZcbuTYidSVqRd1W+hNVix0AalAw4K2DEzO6rSQCv9
nIUHME/3NKbCawPkDqB4gwdexiw4moYLSz4yCwmH72HPm0FJ8r1X081tta+KMP/5EKR3ZYQXIA2Y
RaC9lgxSoPbhwWBPokIy6a73K6phKi3YxEckPw/K2hPgitZukokQCmh9qPwDR2q21gIDQwczhvCQ
1q5mlywnml1pu0i2wwdw7kqGLZem6p2S8Mu3UwIGcbyHcn1lD66S6/PPmE7j2WnjkhSwVeoYHiT/
owdxQYF+Ua8+pmARQ/V+3xYnsTCLzFLllnLK6+2FX7grJwKNiaYbo+RA5LwUzoBQDFetRYdYfdUD
jXgKVQSPxO+5FpFQ8KwM1Cy3Rf5cABdHH30JcC0YuAa4D57YswsCcyxlESclO6QkR4KkpioFFSAV
re5epeMb/vf75/2vwYxhkCN5rTD9GADhnVkF+hjA8E3+cLQjryOGc9FQvGmJYfZ4GFGTR3C/901A
3eA/e7L2npgnW/FUBmvk1GSAxBRgZ2ffPRbAOG/RAnvoilPIAVK/QqfZykG4cr2TDET4IMMEkCQm
QS/3IwmCDsDwHTu0WkH6aXIkWssSCVccaJMiyO1NHH8A4rhCTmsbrk+MIBgOA30/7DtzQ98qc/zd
Wv4GWU+RfjLyGpL3FCv4JlvkaGemo27R10uPp6NBBEK276ft744E5muHUe+nhweJmDu3o7++U7Lr
bZmo5B6pITxgE7qZmmruBAe/rczvjn58t1ZMFJLQnn6rR5mItoT//JpYXHY9rewnnTCqk3ibkDsk
2ZQjUvSOKzmvvfkrI89uQqw10pqrYzBbkVkIpwPtv+sHHyvijPVJ4Uz+N8tgmjyQYrdGtpIPkKZd
nJ+Asw2Y1yW5Lu9bWYO4/eH9wFMzJi852R6+3rfO48E8HLeVhX9ca7f7cNw/lfO2WTmD8toXzK7f
NGRR2gv4AvW9MStXpdv3o/3Htu8tE9P7BXmyOuKoxCHWxrpz6cvGtQi5JzvifJg6XTPJ6eTcWo/Z
5asOMiB6R3xNTErrTaNrkITXD6DL/dVnrr4L1DAyeghoqi14jRNcct/tH+632lp5SjIY/Xa06r18
TMIHDgPrZva2PqC6puXM0de6HgqYdBsOeXHPozkXvc5iTKKGIEZXh1PwxXn7HDAsNbf30fuD0jHA
oNtiLbhb+4xZiJp1nudnMj7DfslwqA9vxxwT+vuYHAyc8BNGSymFDbzZ9mOD+991rPud4z69SpTu
nx9wAr/Wtv/6JgZYNyZPUW5AYhkAKrP997rOGMD0nhxSEf0x27p+rvPMLN/D7FXAJVFjPIt3ffBI
DYfeAxQxuu1r0iBtVptGtIaR9YOKNrNG4IGgX2/qPAQf2uxsaJwW9Qo3Joc3jnSm2Wz9fWZyd8mR
mZlOlE2Em6k0Bafa6FssUOPoPvHgLM0KpdLS/o4OzXO21va/sEaAewavMDLdCpqMf1Kq52FCyWW1
kAXAvctyNDHnpX/AZRSbXuHxjiF6jSUqfukIA2usphqb33ImGtvMyNO7WEsSMxmywM50MQSxw5A6
fZ1zBwAM+9YY8mvTItc3Jb5VBmj6lF5Ftmpm6UyURy0Xo/pQ5L9aqQaSwVMEyJPbccS1C5uEYKfA
xYEU0c82ni1IqRlAAjEgRJ2ytidjJMBMRZ1czVecJfiDJ/9waRKoL8AmQEyE/gdY6+W1zHIxL6WK
YydENYFMErTojaT1QoDGtL7w4ctd9HsMWMJT4G52B4/jmj/DoKuJg9EkLyD9kGZu1YPlBSgcqfBe
ZaVwNwxc+J0nsaoQzMEaeBpLrLWTAuF4b+TecUSq76XKemAkxb0Si6SrOnRRdhXX+RsJRRWnx4Qk
c4R2zE5BK0UKjdSASaT0EjTaKHzcOsMIWyLg7+aEbaJ0APnsej0zEyBVg/+il5uvEqTyL1VeBtK2
yDipBeBUF0amqCXjC1/WdR1TrUzzoXCVomalT7JQ4KPvANxUPmb8dM/QOrSY1v1o57ICHuSwNdLB
DmO9FyMCro/oc2g5BcGcJFWNGSndiEgiHDhAvvsNaJTJEEthhTxILNdEUANATCd1GCl3cq7n6bY2
MgzECUVYxMST2rY3VSUZPcClROi+jLta4q0OoF1gzitjPXXEUW3DDT4F7TecnzdfjQ/rQZeynCcU
1V0BbfY8WuKA/5gppIvU5jXXPYZDrTShupdB+3jI0loItoGQsccyiauUtLlSgC5BbToT8H/1A0t5
/3WM0uYTUC4iD3iGSjmIUWw06GIa9adSE43SiXg+50gyyE1vCkOnmEoedzH1izqqHVbosU+jtq/+
MAHcAyZoKqvE1HW+xAUlDVFkD6EUe3j78cq2aFLxT6kYHudkmPtG/TnjYivMdTbamTZtN5NaTSF6
kjYBrVuu8R2QiqYnT+MxjySC51YkmBKuOLMJtXpExjbuZdoYGZ9a03TFIakN+LG+iosjQHuTJ6UB
ihXx5VAK7bQCVhjIB5LqATAoQrQfA7mCTkXQOGFfeALNOV4cNlppNPue8YNAGUZt/sRqHnJbKfdS
ZFWrRqztHJMnEfhyeeUryistJ02fJ4YlclIikYrx0kMl9V5Egw4Acpu2ajXQVpU1L5iGHAe/81Rv
fxtSh4EkcLA15cTZhXGaPNMb4JAKXUSYOmK/fL9peeqrYhUi7zZ2qZUUQYu2ebkzkKmW4+o5joHw
RkqU/gaTS+tQMitD9TvSd8gQiiCfGOgwdGFDooAPvhWMSQIEvxoUp4gCQaASp+UQyaMRSg+xGzZo
nPLUbEMdnfLSKLTDrg+rljtomI3VDzWHuTVLyMIcGQxllEEjqKndBwPZ8YmBD+ahxzI+tHxjOEmG
XmaaRR376gADEhExRIqcCvyIWlyYNxLI18PoOcVw9rOvqCALFZmBXFbb+dA/92Bi4HVp1Vc+7TXs
qKCVfzAbkeGNVEnjzo9CHP0Gt19MpAYzS+jeb+qEjl6eNwTpKyMhGhDMMDPE+vhFaGPQnCBXXX2y
jLGtwKUDcOdTJdhnWjAR6+idb9BpVm3DcoPVBKuY9/iCIYaB8KlIWr3Q3rgSsIYbIWqTDnnYyBvN
0UsDiy+r6YbPFQ5oEwKSD3Gcls9FoaQtsOLEBKsVhxxcmiGmX0nTlyFt2xYfGo5qotNGSYWQcgW4
lKmc88aAbk3dO6Gzo0RBxMPwAFDFFLzVNDlVvpTK62sz6wMDSqsgaiagbBCeNYwvDiZSEOpnpTWI
+8Y6j0ca8GF8ysKUfRR9GWO+voi0YpMG06aCgwk1SS0qapL2VSBNRgaHYIhNteM8TKGQOFPhsBox
UTJr1EZe2kSY0/xsWWEA2dn3eMWShBIMjGiArXd8PHio3eA92JOel2KByvKAjeh6o1cx/R4NiolW
0h7vZHlsCsp7qfSmCk0uA4S3BVyZAUJTUDYxX6wA1l/rD22UIcaMYr/dZmoQvQRpqXGO1mbpq5FJ
XLXVjTp3Rp61hZMqJbhesSccwOLz1NAPQQAOvgfgmPmiydWp2ALQJOr3rPXBwDwMGOUiVaImh3os
c9UZGdc8GUXM3SElHCdPvcjVkcvxbS6gU1CWHExO+Rizg9d/Q0G6H4gkjM1n3WpGYyFFEH4wtKU+
DXlUS0TsdOWhbbWmpHqmVaexSVAVkQqmKBRTxRLml7SU7xwdQeNoJUaLjHLoszbdyvKEpMV0v8gc
LkzUjkRA9D39F0VXthynDgW/SFWsAl6BWWzH8RrHyQuVm0WAkISE0MLX356Xex9csWdAyzndfbqR
MAXbqZTuhF62Mg5PIcVN01H480FrW4jqv7BJzZ+OUjvbiQUzBm9JacBWFPmg18ewrfXjCrtMKPE1
4kb7XC0Z73yt7d5nvmTxgVg/jv0IWzLabjGX8iSZbUCmD/j0XYr1uXYUCiY8xnlehuc9DNU7Kg2f
tgsOjONBjDri75mijpj9tmzt0gwocjfmZvsBIXT1itDp8Qd6Nj/jgk7zqS2bKZgvmx/0fuWChBcO
keZ81lOCGmgpGwVWB4mQpyTZLfIib3+sN2OdYY/zurzLmF19l2dz0nxgVAQWdDXLHOtLaXbX1sQe
P1mZ4CEMeNBVi0A3GJO6leRwOKnyx9GtIjuPEjgu4kESWCOV2jSuAz04TajQ98jeAMM3vBcwGPed
gw3ULW5K0eUe/tisenFTg1W0iqSynVsTt7Xsps7ucZ6XEDkl1SgxrYfF3Q3Ntn7UjCYrbE8CgUR6
YXa+FIgxkqeEGfYvlDysJzGX1RMERTfkBHlNvF88QRLLRr3GBp2gFusHgKGmJ15l+9KuFUlsx3L8
lcvONPQOGUFJE4wZ7T3eRfJEEGE6PGzpLsZrueOnlzA0jl5cqux7NcF6tnPDuiVnTQXXD2yayAMZ
2PpHzuXyGksXQ2/HBbICytZ9QlaH9TVQRVVsdw3iGeFcSuLNHYFJuELABgDQp8ozl55ZSN3LUljH
3lTOtXmq121k76W12TdhVd20G7iz7YHaLDrc5hGRspiy08n0IWFFCTS3GEAzofLAcWODjr4vCKpU
eLkfFsIOu+7flU+Tf4dbVtlFTL74K1SwE2tRuDfpebB6Qa2HGhRKHpEjxkaOirrzztMJUcmJbE6q
0vWK0WPryyvLMs1eD9lkY1+vSI/pJd/T5W0ICI/pkzjM3zBqonzPkmEpvlSuOub+2PaVXY7RKChA
C/zKOzQ0aIJTuHLIX4Q1FXsbsIdESwhkYb3fa5+gwuKon1At1JWPb4ojVPyrxKdSvatC/t1idfzM
Bpqu5+HAf/xomXhRE1pMGPPY5BN+XmHscgzUvG6EHb9Lm9TjKR1q8SLAHN4rV6NXcdPC39hQzvrO
7CJ5hU0aSODbpYuycsnqPwAUxp8gumJ8FQOv2VkKplE+wIt4PCejPNZu3NNx6spVsRlhrU6PrULF
8NiwJPwuFlfXrYflatNzOw0Q21GDd2hwieWtJzgKIERh4s84pBgsF2o3/8Sihm+6cul20jgakd41
lbVt8xrzemCbEB18GkSVj607BGjeKJ044yBDHsc0V+zrDLURCpdEZ8+4Q+jS8jrKHyqizIGgz6Gp
iJPHPgr8OGIrGJ5yW/tpbNB/LC7+TW01v6R8ODDsZ8XvBqfacNKbw8E4zRp2Jig1mu+ZLCmqDkLl
jtGCPD420zaid0nyQ5yyGbfBasfmZQ+V+FhDOly4zMDokKa88COpvzOCSAdHpHtJTDIM3VIMaXHK
nUl/NmMC5Gbc9YzXYeuiT+ay4Nc6Hyu8ULXT8VKxRNvTqPcg77M9Wd1pKv2QtHBnhQMJeP6i6LfC
Gv8Vjwj191QbwOpLYwjYJr2Se1aiMT6VgeuPIdsBgo81ynz43cBzDMlcAfN0m83qcLKBN9WJGwXf
Iq+Fw/hbORRTX+4qgasnLw6J0v0AUQRAHVNcyO1ax47MVaP/Rl/hmecbohA7M09ivjiki1kcW7h+
HtF+KXMxcynuSmYmfoW7XZH1WWLW7aWCNlNgY+LOWmCiRmBdg3lvOL1US750Mtlh+OIKQCkJu1Ua
Wb6gRktCXmG+3aCRblVah6nF3Uk/dynL77md0XCshc+QHFzPGvoY6/xXshsEsXuKnHJwAJDaQe/v
gumiYvXSKrYepxInddplBoR7S8dSAn73GkGGSITbH1iJiWtRCnyrpvDqS7ZPokFlldb3etoDlJIU
Qtv2qAnc0njSBJCNU/XJMvgntZuMO4S3IYq0KwvZPIVcFWu7aEZBTO0lp22BND7e1csEW0EwI/H3
wKolaRGgt8z9aKlTmPZY5YvinPxJYG4GjK1xIsLI3Syy22ktGyzKBQrWZprGN0wQFi/b4m19KjZT
ba0mLLDWiKx6JGNTTl0sQJS0GNoGP6LthErUQ8b+z4C6gQ9E4YoHjZ8dXeLK5QkzZmjbRc7FX5d5
/jXlI5OnejXYkjOV9dQtqJpYt0w8r3qWVSVmKGaJz1QWLj4nyTibc5LhoMGJoqt3rLzxzXk41rb4
GSN92iwK0kCZmacQFDOIccREch8UHgB+h/LPghXJfGKaT2ihXD3f50fGly6hq/Qd9bv8ulOQCyyd
S49figIWbWxwZTs6nyATBLMI322+zK9VkVLgTMiAek8UT9QF5qU0a8c10bHNsBumdihSPCyRrfzv
LEyawLKX4RgcXd3EU0OP8TciLo9XO/ki9vkAiAP/ZJ4f8GQNQrlSqr4itYVYPPWKvMUMLuipylVy
SsxMMWeZ8pz2GTQHrE2RlfOB0zqInrMZPsEDggFoX6Oz+1EvQ5Gc/EzFk5iOQE/wnR5/RHSrgIX2
0patRsqpbZdxqRGXvUk4EiwRp25myNS8+nLP1aWY+Lj0GIWBG7Hfy+mE2NfUXQWYVCjrjVrSFpnn
7EdaFE7eo5lQKUrCHbjlVBO0qxBWHhn6sEWrUxVTlp5YTvl19XOsTt4v42+9OPGsgEeP10zzXF+1
2PT6tjZswWW9J5vqvJMQkSxaCPYOk2IzwR/tsEVfKy7cnU2F+Qxc1bgZt7L5YEKsR3e7Qqu2OJIV
bXCyomVholjT67EEzS9qKG1+TkfUu/WEGOVOwTTmwOWBHLRuIymCvdmMkzvIZHsyWapQXHOSYd8L
3LHtoEg2flEmNftDaXY0jBgRBD8CgWyDWh8A/hVjx+MBn5R0v52UGaZk17GQKGKtyNeWYgkCag/z
gMeVFavrtzEUdWcm9AE9sOEP/LpwwbANEKeRlfv3o1YqdFYbhWaMgKp8EiTZgMBYwFFtEzDdcZ+X
aZhQUVkEFabwZMNMF1ZC1qWmYGm7ccwltBUyqpGjifZZ44TaMvlAYVqc9Crxy9e8EXCoRXOE0+5I
ZJF3PmfF3OUVg96db0xVcD07ODxWhNTQZw5xT3H0TfnJpzM/3qRXqCXlbailjflA4Pe2UHAIQNhB
3NdoT/4mhyI/Dl3a9ExRXVtcmrzI2wFrHQPgdLfNEzJBmgFgP6+eVsN8A5gwpBLVJcfXUPkIRxJl
WFZfl7wUP5tUHx8ZySImPhwJ/zJxBPQy+Z7yvihC3dVDHF4bTbDifcZx/1U5wzW+Q1Hwncy1Q3+B
hJWybQBZaexkGc9rjSMazft+O/WQRgUzmwRXfEeXYqOPOwy+hssel2ppSTbhjN053uhpQY4vOPpY
7Vvn55DU3TzA/6MbA7U/8k0GhEfOzBQt2mugPaPfj1+13/M/MuYU8I0sszen4wZjsg21UVfJApsZ
KfcqbyNFNnrPm1z8dhyRIggYQ4UPcNAIHOAby29yDLXLztoU0wBLs+Ac8xOapwHhdQR9l6sw4ZNx
9TT4WB+nOgkr65dZ5EijDUOwHcdx8HdZeZO0rkjUozIyBzQ4qe17lpZLfpHJYR/rWqupjwo4TTuN
WyIfG87peKWV29JzFn2enWfiwAePXEhsMiREuTO4Hg8vkvLm/cYzk7CeuDSfrw5n+3NTzgvps4kC
YAKUVE2dPko1PZWRzNODz2fJ2i1N4aBivFqzlsd6Krqod/s7H2269iWgFYT/ZRCEdmsqpvrkdJH9
h9zfCu/m4Np1E6qd7HTkbDOdM5n/XrvKfRVROdwC2ar2LmPa/CQ7aVC9bnu5904uJQqAcV5wu6Ur
/fTlDYIMUELeqYYof7eqBFbOa0xzdSJyL68N0JzYC4wFpK1kIr1WOxqQU9MsYrrIKETd3kxHcZYy
Un/VliDST4+oqlTrAo6GvsLEAeZDIy5sEoHP7Mwsr1rwBZCxV7S6zDYfG5jH7tBeuFgHA7gf8VHn
EaNPiHWai3roUsESgMsCzOq50QbIsEZfNvYLazDRpkvCe4g5BTA9MxYPW6Erc2Xs1lpoHrDFYJhe
Q+wOQBN6uUoY26U6VLrfZRZ+zlhlqnPLwlH0rvUEXKsZ1967bL4nOxUEYhmSA4TBQ+T3G8cNiDKr
WB+U44ByAsDSr0VSeNM16NquhubZ1nMVEgRSc6G+2HFP8BHKHYICmEjAnudQ0+96rHEGsph8ANTh
sU9VzFEwSQx9opTRCqlIGLe0XTagagNSZOt/6dRQhB0otyWXbK1wtc4RUv8eJh6JvKIQEapDziz2
E14XqoJYjNWlgg/i+LnnZviFiiyO3TiHaRTtqtdsu6qQThOA3USQ+zmV2p8Ph/+1YJLAwdX5rpE9
gGsCpu/DVgMWinuseqj7a3Mu5UbfuE75vWcLxZjxWuhy6XbMyH4wF/j6QhbH0qT1RzJlbT03iJoM
HAJqHUKMoKz24WE+gKp0wFfysk0W5Y7e8CGsfQWI+DNOARWSgu/mK6Ni+CzHo/yth/mQn1yizHze
cIWU7xku7Xh3DPAIf8anDGN/JFuJqw0+ddlDUg7Z8NMrc+CFSb1+SVcvXCebhakO+8vB3CyvNO8Z
nEJ+GAxOYTEUsn7Xvsa4wJA4geIkCYN8iyv3ONaE2ICxZltkte8WqwTME+rtlhw9IBRAPfkibOqO
ZValMLpSVMs35IKneBero9MTn+eZ9CXKXLxpo6bXZVETVFjoltwfhHfbGgA5yAK0+RB5CPrF5LIM
GLBGyuR5GEbSdLj3PNxFdley/d7OpEJ8Jpcj6QmqVX8Pe5D0G9Bx+6grNHAXjipiPDHj5vIRKUvm
P7bUJmIgXBb2a74kcEnIxyiAYKNbROvdqBosPX6TuBPcOX21NISl37cquHsHtgrH9M1fApVbuj+K
zcT1Y4t0mYA8KIrxXSDwmPzc1uK6hD0RV+sU9MltWQc7XCDs5elJz0MNHz+YJYz3Kz/wunZHkh+o
demM6HaewOmjFiX4IFjJ3j4TQq07vyawWBHK4+PtglYPAOy27YTKtHR9LXe6tUVqoO4iGSCPjltH
11eDHmk5TTXO0T5nfNDnck7ZcMF8SP6tqFCl4LHVE+kniyjDEXapqCH3dRjc6YCGzF5S75b5zjZb
IR9CWu+0H+dqnnvKrZi++wNH4t08oLwZgPFFGNW3uCZs+TdHvi9UdUdK7ywrLEUE2M2nGADQpyDb
Gv9MllXDbyB1oXrB9ZqjCYnypkw0AkXSmOr7o1CqAnc1LahiJZAalPYjuW5FoQB0mVF9SecB0BZY
AYgVYwA4ZuBNfMVJZZLuaKSK/4xTh3gg5Sjg079W8mmbUg1ZHDlyVGlmO+AoOJps6Sa9yuOVow75
IDMKvC5SuryDRAeV03GiIrlvpsbV39clgxOSPlBLHDDGWu7igdfTrXUi1p5tiaouVHhVPjU+neAl
svLtv3TKKRS50SOvdE2LhF7rfbFPFXKCaRs3m57oXByPQwbb8tM6oOQ75UocD0ElhrZsaCCPLKSZ
/2QjT6pHp/SeAIsCEIYilQba4cDZxvs8d8a8lioL4DmUSDBgOXMUu4yLApB0qAUQTluPaEUyTFU4
KY67TNfz+wjeDHp5QiH/3N1iXzWCWF4dquvpDpIGwAsSdyNt11WhIxqHJPvAw6yf0WGER249/eka
vKxWFaO7VNMx1G1FxfbjKBubt6JcUHKNmuYMq6DSEOmvkwVA6g19SYFjCuAFtMLUh9Z1aAECRNWm
npJ3DsidtFBxwr5/lgPuAg/UP7TNGitYvSZTARf0QWEapcIdjV2ks3iqcFq/+7jKXwbw3fPsLOow
hK2orjiO8m5agD2d1ohOr0u5xWeaisXoXhQu+SdFmtu2WHX6uYxE/WIZJ3u7uiBeCxRYRb+j6UZO
ambMi4f7yNDCSvX4vi8Spdpay/J0jFGHTt0KTPAXlH+M9EBTLugIqodm4/DBl62E0uEG1Fs03qcA
0cOEWlbPvh+Dm3zv+EIb7IfCvDXgoIFR2SlCSQggRXbbuDafcYSy8m5B8f/1wBDhG5scOLwh1cS0
g3fxaSEGEHQaR/eLDRXK/XFaINxIgZzdb3Lm9OxTOd8Nm4+g1MAJwaMCUCbeIxp5rFGEQV1BAZUo
aGZBnyMwgA9cDvlv6HzADNVgw8GxDUfxTmbc7uiY9vUjx4NcWvBihrfECBIBuU/ZL7pv9ddt0SsY
jFRr3pHaOhxieWY+bJMML2kB/4XaHs17rAeegNpxkbTpZAD0L/sCxC5MqXnBWFuJ2DqO+xoQHiu/
75kfp4uuwngZizKZWgMe6kvwiE5tCY/TfR4aC3ZGFbMzHUUFeBeaAgHWB9iZP8ikHeDhi13xjbJU
AggDaPgKKwhE78JOZWs6rmICW7t03PKuXFBEo4dwA970GPP7CpZvc6vD5H6PicQcJS5lALVp6bW/
ooZ0BUB6UNkdpuUFSLO1CPN53YbkWQ86qVofgHN1tQp4v3uReHsxqwJEYSfMBAWfCXDJbgnfuBvm
f35ttOyYtBVYpNnSd0mkymHRlqsPsP2HbBuPHriT21KrC7519pWNxXS0m5+ay5yjYgAHMWDwWUzT
q9FHtt1pbrGoiimiBRYarm/Y5FFdVz0voDbiwN9GvR2iT8cmIE90h0lUl+Sx/n3MOQbPdjH4VwgE
+LPAx3zaWemxIrYbq4Gm2H4qYtUXAAPsT3TjhtYRVdsvq/PjUfAMEE4d6b1Ib7MrzjblWz6OJSY2
5EL/yXBkzcnNO5VvIQfVhjUY17vdYlmZpMi+o7e4QeaugsbMMake9D7CCv+osw31UJLdjUscqtOW
lxFKNMrHX80S7AtfgSu0Ft1yPAOfDEOHnNbwixRSynPczfoJlQSqnpqVE+1RVpIS8oB9u/dZhKWm
98xpwJCT1ndcRL+eZ5S8b9WYH/oHJKc7wbBYqRADkRNoaDtREX0myL7VD/vWgGmmebytslm740p9
NhZX8BXZCLocCdp3++qiPAca8vwyWnJk13lpxPcZW60AUmvK/D9gsTb9hqHa3PxAbcmgrvBw8QH/
nY/njMwq7XBwpz8AwEt6sWGbktOivMUDNIEStFH40wDzK4jL9j2FcwMk0LZ8TqALQDk4Dau+Lw9U
sn0GRvgHlaDG+wFnVHKSCy8gmQC9Dyk5uo/pir5s8F0d/NCcj8PCmanggKcuzZwuGvNlUQOkqLz6
WzcgoIC8zfajQlNWY7VTPEgH4SLvsCHs76WuhYA4/MA4U7N7gjRZ1PbmnIsdIHgrZi2/SQaS5neN
H1cP65QQZFiteYOLEwqCHXQEE3l/mGklUxtBfVS9QWYZZrnjUDQP67DN35Yd+DnOk6F6LiMt/u06
JsPJ1umatixO1c9aphj+V8megA0GE3+m5Uz8dR4xJwI5NBpSiJkSWCDHDbHqoEytAmRQj5xsp9IH
HLKBAJ48YzyZbicsO6AC4KoL6OiOKDFQ7wg2qkSA9HOu+DQ9baUCNkqBnkAJUUBdc4+6tYBB2KQQ
fOCmAgqiAVeu6BaEkMouN1lE5arr8i1Jm8OBNI5oJctNc/D2otIezV4zAkrLE76cIYPBlHwsIDkC
61lJUHV7nX7jWXrjORZ47NyF6IeqVbWjKc7tprTdMjZofnZU9HVLKkCkvgHH2wGOr//DPg4Qjay7
BSMZ7MZ6GHjU8VvGDW78WnhLTpBOrfO9mZIZC/MYQYs5yCjoyVF0rR0O1GrHlBSLeQ/f9AkPKM5C
9VxkeXhifkvB8Brwc8eJZNt8nPYV8bHPwTAKV6MNDNRzmUP4N+I8ddX+7IGm+V6W6hjv1eoEfzI0
GZOLK5bM3zXGA64X25yQZ0iqwnid6NJUaDeDfKw3xSyKcNK4+RsAPO7Q6KxGveYmIg4JjE+xTu/p
UPLmrlYVSJd9IWWJJwyY+Tsb11RfZCqA0TdH4t9ztGe0HVMTb+a747b0ITY+XppBVcDvZoLpc0XW
8AdaMcBhST5X7gyZ30QuQCtzdeb8qLfzEEG2qiL6/1xO9v2ckkGqXqo6ho4cZhg7XygI9CI+FwgW
dHfPYnQ7Qzxo0uB+kn4IDxDeWdFBowe8aEQCAIB1QFBALoWXTbfnFUWYxy3IuV1Ehjk5YQ8gsrU1
6/rKxAikHhetP04pLzE3oafmJixKPI0Xrmv7A10Oe6kCAx+SVROSvDfoGDSQD9hvnSyX7tGA5z/O
gmjGYKKAwuJzdpXFhN601sMZLxlCOLmA/W0FRjRsv/pVNVBVZEcD6EMO+kszjxNvC2TUzqcpKCwm
YfMAUZnRKnwukCoi+s1km/s48C3VyzZAmXfaS5GPr24He/7JasILiNAGGHiXqVpQcyNP0z0ZjA08
aiIm+z3NDrfCb4lq7DaHy7cb9ATzWJZusLJdGbxJm3aI6zy9CQGGphsKjBcABga5C1BrPIbHKFUB
uqiq+NiCx6DyDlrJUNzLDTLbEwDrKZzXvcEsqFubkJ5Rodb0BBBHYsQAr3y4ixMzTwQklrpGjLPM
b3sDMOsjqdcxu5e4esY/u6xq+5BGjC0jTS0pwzV6Tr+kqrLjhQ1BHJ0cYwqXUgohyuMQFsxoQ1UJ
r6r9OIDOjaQ+0G+DVJi+kaTKNyQ2VKr5ahtS7z+KNZ+xugrms/sDdQ4MX4fCIKgVX1b0h/Uz6EgI
Rnb4Qi0pbi0+VPUXuCtVzWUP4Bevy2IbDqyUoprr7Ib9cwETvO0t8pOL9AwbyzmeNIJTG6wyW0GQ
UW7FeC9rj1XpIbIKF60SKv+mOjmQTDfkELrZtWkEOLFNBfKtLrgoT/NOhvkClUbgPSlduj7hVF6e
V5HiGlRptfrnBV+vuUoTluFD7iS41wT+7vjouK6GR+4HlLdBOPY7JZjL/nLL2AJED4yaPIA9REzB
ArwXJg3rmM5/fKAZQh82lZsTC6oAewocfribJwADUGwcAYwUDu6wnI7gl/Sc4Gy27wSUjr3RNuD7
UG/W0CQCpB7Gu51l7DeQCC9JC9FNHntp4oC4VXB4y90OJgBsciOQC0lkQ/y5TEpYsMdsrtk9Jcpm
l/JIj/cKMcfHlcQ5GxE5Bf673Uwx/OaUQZ6zY+p8AUuCa1u1wGIA7ELygmYD/fGOMauKIJYRzDjU
+MRZiuujwWUNcZrJblKSrbJXonZiHrDNIWSoD1Hw/+SCfqyNmU7Lk29cRvvC7SVgojRbKWzTgpwf
qKrcQ6NntIDREtgy2eJAqrkLcwrwWhRkOpPIIRjJS1UUXbaVUPzilsS1mqwRbYEZUEtrDhb2oqA9
Dq1A0WPaxNWW9EJKmF7vQzaC2QboAxoDAi1M2DSgPk+z1HT+wZVNfspCOw3MwUCHB91FY1rjq+oH
GOKiupSIxXxDfwSPo6jnAkffvOnpK0gT4S9Bguq5m2V+28s2Cdj7s0AgjN1pwDVtCqo7zY0pH8iR
JBaNGybA7wkjGRbBUQLczko+H+1a3Pors2d5hG5FpvWdxABAvJJDzaBkBUNBRooyv1UQG3rRm01w
08sBsgm0gUsNO6L9YEU7rdv2T6js+MfoPNOTALfycigKtKbZZYIx4KE6PnByYNJIow99yRuQoRc9
bOGbJyMG/Bslt1cA+utTU+tpQAu0xbcJhh7+MmlpjvOC5v6AmlDnfyVWU9kC5kFlM6V5LECZHhTk
IvUp1EVNbf+VZIvFldEdwb0Bnh8c6BByA9FOleQXSBQ7QXW30tctgmnrkMVsRDdIC0WZYYl7hEeG
g/sKKpT0msamgVehjVG3yBobvydTk/1Ad7Z+dchONe3um4R3Dmrj9GpAuyExp5hXCMepMF0SS856
8K4bZgqrWT/C5JhhsAqhfwyrVNlvFYSA6lpFaIT+M4C7d0gDKyxb6MfFdA+YotBwvhQuafegaqjK
GNb8CZoxb1EBZlhw3OgE6MJGw9/KLYfGTNy2krNlDqqKMG7pcYGSLPnisHt4L5vSo4S9Bei2TZmj
eDXblF1gANpAGiBrkZ1kDmyt3yHZxT1T5HG6DokyCvADt/Ii1QTvP2xXTFZX1M6AdOoxuTvymuDe
rPLFwa6hLh+SpIFO0awIIsFdgEsLCoMwsjPdZ8TQuQxFBzbYJteTTTLIEQMFgYsW66YfpBkipTuv
oFsCq+DTiOSOAQt8cBEND2qjJFw3MbuvI5TiElAcKgiYYc1wwjCAlv0JpfF8JQgmXh9BoTfvDfj/
5VQVO4FOfhO07HayHPndDDlquAdzgN1ADsiqT2LyqAV8riV0rDNgoY5OTAsU8VX4VlP0Rx1QzpRd
PF3A4fOtMdPJUFGkXXK4BCyf2PWrmRMUGmWFkCtPyxWS2ugGes32Gp/ZIHQ5t7z+W6qZvEGSUz27
wUBrsCLmPL/HhwH+FeZsWbqVege1ua7h5YQ2IP62lS7lZzBrsraVjBliKenMymeQFfkIIz1BRAaa
hRVpdreAo8OyA7mcQoUPrfHJJFt5fBtrwLctEKgJltQ2h8spL9Z9OW/0KL+meDtNp0oz6S83Lc0v
QOJi6cShp63LpWKvw2xQ0QusrHsQJVj7eYme8iynbXsbEdKD1JcIMvFiLSNAO7dk+MR5f9RnlKDH
0IthBTRnNuzwrkLIcPIoqzxe82Nj0NpGK1FqTxbwMr45J59VdRh0nnzC0IzzeTH8tGCCrrcQiRJC
DSzheCkTgaCvxfDwRkhhY+dqQB4/pc0N+pVVw4APPrYkhfs+TmJAGTy+iCFKaLyoQf5EtWKu5Jyn
mQn3AkfcO3iY+rcpoW68W+pt/6mhoRh7XRbYXRn0xf46mUpgRLraontRiClCtNQYt/F7VfjRn/Fs
keeNQpB8uE1X9DQznMOdXmwZ7r1ig6mg7SjyLx7THA5iLJNjxHEqq6YFinC4c8WHhp7dxNUNluHN
z2pN6//knoUVKmCZvxNhts9CkwQjWiCm5pOkwx67fTrql23lM+5bnDTmvNA5JRhgZ/CYgoADcXJg
jXg+fIUgc9p662pYlaHsKPUb2BQKjz2FQrT7n7TzWG5kCZbsF5VZZpbMLTRIggB1NzdlzRalta6v
n4M7m26QQ9p7s7l2lXUiK1WEh7uHOzhYyouyBNFup0y8dlYfnuImNGmfZU5AjWlKunar9FzWqzKI
Rtgwg1HhLp63nlqdlR4VCMZYP6shV9USfoj/ONAYq4QAG0UBTwIX2ZrMOLvO3NbjUbMCUGjiKgQY
wMnpSy7K9hfxczIeiqQGs3GHvvPWRq2KcB+xCr9bu0ySV0sgBwGT4uZZ9d0AWmHWNU+oLo15XDV2
ELZrJ2yC5AcLGELNJkPtViMSeNxveY2zlWNayY+S5/EoBjG+wsFN7KU32/CXKtnbzXJuhPOjG83K
3rTcnBGJoVMZTzI5q+QoPfNK54WvpzcTDcMxKeGavdV1PBr7BlY0HZh9avnXMb6C88McUMpcRk4M
qkCVFzx4jYgmS/egyX7zizDIEpvWc0Z1lYxjXh4NWdfca+M8mIveHKiP2HVtSpgO0k/M63ayG38F
QbBz8Mdpe+veLkcLW4+YS2A38y7QfCMYIrh4perDbT03Q7IJraZKd3YTZO5VzxNt7MGIKYDKoqIO
70irlStex1BsAmVTHw9IxsA8vKC9jxpNti5sq3oewtKZFqXjUfGVcKYeHN1GcsVjmGKaqpC1Q60I
KYe2mVdxuc9OeVtOBlxyh9pTv4GCLfnV/gQtni4cIwS72eTSoBje59uqNgrrhu3oBuuxJY9fBhIg
fEFHScPacg/O3TJDP2vstJCw+FpYYXzepOyWgRiMV0wcqoe0buvuTjepaa2LQfhvTgPjJErt1F8N
uR/+CkbLNxdBa0bRYXQnA0AGSVZ4o7BEfgPZ0G994ZICJ6OwvfuUbF9ANYHRlmwTymVQjKkUdg8+
+ieoGGHWEH7a9shZnF1fbJqoncL9YEP/5Z4S4bAStVlNm3RoPP9GCF/xcg2eKk+0RwmjVVc3Z/5e
7LiN92oZ5Aps0nR6GYo2kVspawjvnl9qedM7M9WfMZ8n8+BbEGA20lUzgYaUqnfLdY7Ioupg+KQQ
3EDB8rEMt3Y02SWEhkKW4AGW7eLuGM8TIxmQjPNMW8ZBSmDZgNMrbWTIFKLLx4ySY77JAATmZdX4
irtBZ8mviP0Gn5LaqUv6I9tunRl5YvDOnZswxSIezB9uYtInM9DmgHrNBlvBv6IJZ/BnYrFh6Ou3
kjrYbz1ZOSJChbHhvTFOeRAuSsNLgTHKqX5M4lZognBDGcV1K5KEKyoNypca0RvFo14U3+dy7B9r
MXXmvR4DWkEVZZd/U3XWWcs+awexsPNcOt/oLFDCHI1g8y5UOGZswHmogBJjgim1HEZ78jamhxEG
Wh13Ljbj1IzXyqpJf6CpzeFxAKmSpMwRCE2HC3Hx0ypngOPWK9qUXlQUALN1M3jz8xRq75QhVqqJ
l1XsHgRwZXblW34b3PQqjL01LK4oOViizoO70cxnsyZ80lEGk4HwaoJAWYze3QTFuX+iMC6/N4IK
0RoPDyNdhy1cF67p0OWhBV8YFkHe4RuSSzt8xG0u6Xe9hGVNmWccs6Pp02t4MaC5G0gA6ZWx9lOD
V8NPw/gnhXUBvAdpoNMnp8Ys7iH1MIxcshN5X6BXe9/bJs4eE5caD0qaLAOWJX+VmybRDrvJD1u1
hAjb3lD6JXttCiu7hf98llaPjRoWSk7299oVc3ai/kn0NGK0HKxc2WSv4FYmrxi1SLg/nV2gnJAA
770T63hhz5GDZiI/E5xFJAfvBj4Cpba0cxvYUSRh6TJIokTzLpfU/n2b//oH+DcI9g4oUrGJHKhK
RB0Q7bnFWlmtEH7K7ODLNJTriIgXEoyX9pAiU2FmwzEgYoz2gxvP3VaIvH6NqV5jvTqbU0/eL/to
4cZh9Xu0R+c1FFXJNZHLeBn3XnIq/MH7JpGCvLpGXENEDCTiQul6jb3KuwJ5aC2L5LUeOkNeR7ZE
JwGVPerXKtDNPhla21v4cOXsG7Mdou5bXNudv+AIu/T0oJhar1wnguHcWQbs31KbOPLHeWpSC69G
74WwuqgXDqIEXJ78AF0ajH/4kNqfRlbI7fzxrNmYwgWfnnirT1q7WiL/bgVBul1Pq7LJ5PC9a0zg
wTQrxmDnWaWFZlSflXcUkwjolwYlpBD944S+TEHivrPr3jyAVrQdGGva/sxHz0VvY4OEAjcho5l/
Ey+NzyPFtm4TlCXh6CZw4c/m9P1Mh5VywhSXN/I7km8rGbulF/m0n2iqIlcrP6yRWeRWmD0U2glL
qCOZUy/bPq6w7Ze9UcDX8PM7dJtsNq16cUWg7nsrYVThAx0OLON6VpmsV/HY+dNt44QZsW9daosm
74T5hGAOdxWHAnJHXcv2hVZajbPsXCp+PlY1PRU6b3zxoy4cXuZxBoyulRN1ULvO23QIEus3cA3r
EKO/9Hei6ypib441qzTOplpSPLRZSaunq4gFM2vlVpaB18ZwBjj8+RwqVYGJUrfRVDUh1Efieoo0
0naVRdZjFVQV/Rs9BRHHCYIGPC0wjI6GRF33SOE3h5OTokEA/498f+WqerimPUwMLMqXPJKdJ0en
9ZEUgUQV2dIuuqFbe3Ms+kXXnFXStiEo6UbIPa0FZU11DTbSvfaJ7IfF2MfTISPpow964vvjNu/P
lE2q0OJuFHyU276lYrGnrNaXmAQ2+U/I8yVpum3nt3zAeASlg9tKGSQy643UCe1r896SCIygNaKR
KOb61Bhdma6CtCDjNzQ/Ym1btffDNDvkBkChsNAzS3WE4gHms3TunNF8cxyyCnbCmdo5GBnpo/By
gXwXkuASWFO/OK523nIRF/wzqPZLmwpxQxobzcuCqtNz4BMyL61hLpAOdH5y1yBikwsP1iIoL+Dc
Ajo5+AqPEpzfEpj5J7cvXZNh0iMZZElGczNG/igXtplOnPdAYwVOtNS5h2gW7SmIjOkUKpmLFSXq
rNo6mR7/ZBWKlEVst9QPaQDcPVHHKJ+QIPFMeWaa2DvZwMK/rqlc/swSH9XCnJi9vQ6dMLnHVrUn
5a/M7tYuKdOf6QA8w2NTZQ/WWKdqjUsazMlgHuMrnz5tKPJyga+LU9ouyb80/TznCo5KfeAONiB/
+bby4BJIIypfLfhIOOCg8mniHxGMSAiL7IjsSlpGNaxq29YIRwL6LdwJQR5+sqrcq6+4u/o/uA7Q
L5hEqwu3VWbnLyNd0Gz4XXHRPMalVRibKE+92wh8krc1EiwsE4FU1wugEawETKgIZWxR0CNNba1r
iSayQu6UjtawznKQzOc5s4PTMFLYuwHqFPeJ8NL6OtYOqHZrlmZ0O7iNXV/7uXkmZndahut0JHpH
iJTMP5ERUz8izyGwIQ2k8EyhOPjuNcRO/B++/cd0wXVZ3bCgLSLDUNptIR3u6nnw9DJPlX/E4yrq
1v2om7vBGKW5t6kWy29+7ZuPVhs3P2ZLDhU8pa6kv3ZakrJCWNCtC4EiS4xw0SWaPoSu6zvTvhap
mK9RwxTeHfrq6cHMEwgRY1whuz8HZu1VU7rhyDKmyPxQe1BNG9PYM1ZxWVcQKKPB9NdKZDwWEKn8
HaWC/qlVufkC9BLTN6hraVUNo9jzlkEY1K+z55mQvHsxiQWij+hHPev2uyaS4wCOFnKUEfLpL0WE
RBmxAcdZQo8e+5fBSDpKeR234obKj2ndNHIkL0ZT1N6kiF+RyOmA64gkPlnpqRitReBlUKZ7gIiC
N2GmRNiZlkA1gTums7EEcf6dHgatTy6qIVh+7hDcG6CG/XF0Bo05g0lqk4O6GxBuEXT62FIZOaSa
DJFquxRVUZs7ywxhoiXkFO5qorCnl5UVNI95Yvfo5zpkQlR+XX/dW6aw9lVTlJRsQrf+XtZG02z7
LEXLGnZdupJ15Djc3n5ewc6nnyDhlvhe9rOgHp2XBYBrbGY7Cd57lrHV2Rpkwm44P+OcLftYkcd1
lgp3Q8plcYUe3offHiXG8I1oJ8N2iWJXdJtAoGl/k8blmGikPuZACzDS1OVdD6fbEhXB86BayLN5
SyyxMJUaqofJ0hZ8vhlOKT/Xs9NnYtIu2uPt1f9KQgRKCwhLFfdD6Zrf7dyYbhMxsQmLqCiTTV91
5dMYj9mDG6UzkMRQTa8dj/WvHpqKcxZKdac8jIxyhUf3pGD3C1i9rjfaD7Y/wSG0a898ScPyfBVM
rp8tEd3lKetBqAcPEG7lIqpanHRaC1rYSvM73cXEXfRs4zUB46qOgufWD5PowYTPRf2fezV9qNQY
PiWZN05wFdvuBDpcl2zFGTFNFwiv31EQAoi3gzazN0Ii112UAJC/3Yk4c9WYc3zbTj4KXRRnDYwX
pHGPKR50PhxdhXULrUYnRDZTlL62c+khuBwM6Ko8jT8Ex7teQSLNX13wd9yn0CL2K8Qc+Bjkg3CX
lKiHFxziJgstYhwf8evXNN/zhCG2LSHmAW5E+AIbCUa9Xc4x9qpYd7wg8errDRbFQbX1YT0FEMWb
pPox844Tg4nEfCDP9MJlZuZw+0XU1HdwT8boCt5SwL92hjHfO5jLFDdzmnW7aq5rdgklpYi9azkQ
oSkMvODczxK4TdvfJnNhvdYK0unCpfcxJrr1ANRtaAQ9EIocWFNAw82jRZL+E6VH1m4zv5Z/8O2o
1Hqk9xNdgajR0zWzD86r0akIhj2mZnNHhU/MNmKRsqTAW5WqMJduUk7YpzMB49at5+IZgIzST+AP
+QuXbn47EhOIJTitR7TURF29cK0w+skN0MkForBR30y4VlAwVrG+Ai827R1U2Cy5t3AF6JlmARpY
d61HmKiT4eBasLO48kpcRKOKkGoRJSkXTp/ajfPU48sW/kC2EoTb3OnjG+hTpgZfxNmITQs3owSw
HHeAK1W1a8IOWwU7hkS5dFRMT63JEq5azqU7oA2wc/3rzLA69FQRxHZuvMEmYK+m+vqMJf+IMKxI
oCi45lNiKw12Pg6hdyzk0FT3VKvQmGXe2drAiBJZ36Zm3ibrzs3tb20cTJgOE50dfSpPxPIQn76V
ckLU0qt8pmhuRFNOi+OJFFn3SU8FoAjSHOTozN0AhWcjcBQqJI6ir4n33WqSt3kzB0ece+KbTjro
sBdccHXykCHb07eOO+SSKK2NUX4vhSUMKW4xYSGN2BRxZfse1N7Obt7mjH589Qr0FrrsIvMsdxg3
9Hvtje4OOr6s5MmbOvRVWxmqKEPTgx4wC+71hMNCde2ZMIPJFMm3zGDtoKi3XQQqqMOjPd38PIO+
zbZMDeLUOqx+OKUzCzJAWE+rJOpLhOm54/qbyKd9Tr4qaqWwJY09om8coHqR/ymboIKZSdV6GA5G
oS39AEd99taqGAYiLxFho2AWresvOlNOv028W4qr2SfgoMRglfnjEPlZeRVyE9qrju4TrxrzJnFq
qOef1dpc8t4vo8+G4KTcSVO58VSicagco7TbJ0bmztvcHOj/fPYTAXgZgiz4MU9One2ncgjNXQvm
GRz0gPnnFa5/3JmqmcNsNYjYHR9azjSNiHPXcdBm4IjwXHUqnq8bL7H9Awoj9FaKBBUVFzVRyBCS
09+qBYQ8ZFmLnNNlE7ciIVmDfNTGPeAJ0p0xoYB7ZWCxOS4EHjCcnhmPAnyMUsg5Qasn/lhK6f2C
zHs4A30V/TCHLIcSp6U8YeKbwKzvRjkjJdaUCeBdxE92Xzs/FCIa3oty0PeynHMaGisgz4kCI2Kh
NIuJbHh3chJx7duLxPWnk+XbVn+kQMUbxom0nhrTowVnwBm/7Y2+x/CA5dZXhl3rn2NYBW8JH2Be
hxDDBUADyM66q53mZxYOhI+DFQGEuhlVJN8c+DMjfx5Qzllq/l7OgeHvVFIa9Y4i3vjc5+6wyR1H
Ndu28cf+Nh9rrFc8WAUPvQbogzyBEng3+iWqU9x/BvaKm+B+2rMDb+eCF/Y6dCEAQZ7kdsAwKPbX
lLvr3ZzNbbUu2qq4n6b/3jtTjk+VSSluVauQWiYCmtxZhozrLsNByxGk3E7QmlSdNe78IglfMB2J
yBq6TN8gZ8XxZLDSYp1a0nYX8C3gqkY2ZPQFAG5X7LjeS+4sq8f9Zw7DO8AuWS9I24HrGkEGdgau
pLluUGI+UMinQG1WqXGcwhDgtg4ypOt+r7s/w+C0pKccoHIdw6ogVQcvLgAJ0aXdBkhEfYwfCtnt
RzCUa29uoU6P9GingSoePuq6M0sPsnXQwKAQFGgrDlQ2xuvQLBumFvjtfKNcwFDE6bXfL4cGbBp3
ETmTkDTYD5/S2hyjrdd44VmmVVXiRvWoCyggGOB2ZT3240pkZFxL8l8Bg2KKYWS5RYOgJOgxWqAu
Fy+CRpnFSiXB8BsCPbmfD+0Uk8zQ7axt0bgBQhLe622Btei8xh3Mvg8rPBNWOHf0d2LwKHR3vk/i
BEuPfZbCentq/cqiZKybZuVaIM4Q6ER9hwFMBJ6FcKG+cTEae56KYfRvC7rOvnhiqleJUl3/fTIp
fIOmTzom7qVqz/mmWotcFkNQWI51rxcUd0S+xCYUgxcZA0WuYZ7AdDWxGIB2QWomUWzW9kt5TntW
vo1PML/YKbO9tmb/qRYuqmfKt/aDW4pphbS8P1Z9nW5m6K4BbHqn/YWIHwYP+hBQeHz6SDZmwF+x
JosXR+xm9FmvTLV0AQKZoFhHwi3XBionrDtgI8MkhDmBuLScKberrE5fkmxI/WsvTY0RpncqVlns
YBegpcff69LG5Wywh/lQkbT/LBAbIFU3hvg+nGtbIaVDHLOAh9yZVCthGG9iSZ2ffaab60JIX9H5
RNf5fWkF4Ci5yJs/uezLtwJomF9Q5x5JOojB9NbbWe2uPV2Nxwxoa1hEuW/q344wKCSZVOi3gUw0
7Zsm2T5gIuGUKMe9jKyoLfMMvkBlXo1WTSWlye0w2BdO480rTSGqXHudoq+OB/f+Wp6NhtZTEfZH
LtY+WVNugosmuQ6M7blzm3lbZt00XKMHQDYx4EAi91WEQkyTVMMGFE3z5riuHm/QjWjnBH6tLdSx
CDvcUWMo1RspRw6tYWjEOyfrkIJFlhv+QDcQwwtu9NAew2B0moPZjWd2Wi+jg4WGIjwmXZZZB9H7
I2UTBC1RsoHN4LFxhwRhoEQD/DMCA/6hUV6cYA/B+Sag6F1sgjSKR/5eFQcXgYOxJ2vpFergtkjX
FbWoAkcIhDSAEhFMtYVPLGUsNT3Gkk2dkjhxsiJqg8uoNg21clLf86+45XDytE3jTCXCXA83mn4e
uhO0fIzM2filh6VJMMP7a5d2ZHXmMWioGYQL9MTRwKMWotCol5LLOrsHA5pRaNJ6zN4MrQ6KnbYT
5ImU3DpzM+PNaV1PA6W3MxKs2Lw8vytS0zlcRqlsfw1dZZ4yC1/rdKk7UJ7DRKNBrKhyR/hcmcHU
VtdQbTLrm8RQglKwbRjDHRBVWD/DmQwRVLtwCaxVDOkFToyiSAg2iK9K/hy5vfMz5aKBA2JSo3Dn
3qLqMziYP0Jsc9PVUENGhxNO+XWTlUnr79PB6d0tXj11s9UDAQsPIkwOvRRxnZQwnh2No+ZYx91V
kWdoksO+Ng/jGIhAg1KH0nybc6u+UTno/jcXWpc8tRAQxbKep9a7j8u28m80UknQi9Iw8EmfGWZb
Ibs1vkmr6Qv6+fKnPaQueP9OVzUlfTQwChIeIvHEylbKD6q71mhzte/AFjwsmJR6iFUUYAUvFMF1
lQzwe4yzIDKnGCGuiHmDeD8GnNhdyKrct7Uky9R1i9VA5nrhKwnm2GyxzexOvXKrZh0NTtdDVm6N
YI+yOBDLsi8mNF1IEaRx7QHeY9rl69C/85NS/YxLI6j2pVeVHvx0TRaCwNd55Upp8RdqKdnh5hR4
fQLY4JoeJbQGYkz1rZh5AEtUdFmYXIVhLNpXTxBvgw2gg18X0VSZtzbudOGuiOEjYIyGe9TCBsij
QXAaB8kLRi1DcGbq2uK+qJqyOErqHcWqNq2mOTW6gvQ2s2Rij1ooIGZXhm1Wj1ZXOhSquwbQox9w
fFtlTWhlJ2DzcbwyHcg/Rm866AFcq/ARs3W9RaQ42sMB0+n5l+X1dgQ5t43fPjftlGfrz0snTU/A
JbGF4vlVF+aqSZ9JD/5Te4A93EUPKs3WGUw8BoTiJBazETwGc7rpCrn3du1yyUp94b4sP3In9RQk
I0FzELqEXPyEysndctT8BLraTdhdB2uMRFawQw7ZnoYVy2DzZXeBs4Htu1mbyj5beptIFi8MUQ2m
1adu0B2GtJrWfU0HlBoiFlXhgfaCqAmgVmhutWSsuo3huN9zhGt70YfqGCBU8Befr8K79hFSaTil
9Lt3BRaql07mdoebTlgU3YHyx7qfdnH2WwffsOn6fBj53mr4PA5m73xsvH+8iy89D7JTKJS6g3c3
to/Fchr37sE21u3SlY9RfqhXZrDNsGNYFnRzPGZfdWb5YKX/Gf/CVxgAJFR4LKBA/UFGXbZ0NLXX
iPqmX/Zh2EAw31E5CeUm1F984I9nDoip6Y6tmPvlzN2IVnyi7ei/Ui7n7nbGNYNkJxBbHAg0D6Vd
oiv4Q9oJ7Lwuz8Tjdj+Zf9RgbMoi+WLLv/8OAHBCnJf73Gn6siFp3SLz7HEuO1DdOQbVhhLaIa7u
P1/tDweRNG9gf7uOvNxU1GjNMUXGcJBWdgej79rs7mPr4X8xCKkqZQAiM3XZejzJA7N1LL8/YGb7
rB35G+36nReaX5hkX86FY0EIgijQ1eCKtndxXh1DN8KzS7yUopda3iv3yau+GOLybDCEFFBMcBO2
iRnlRccLWfaazuIqPsJGLdt1jajU2dXpDo7F55/s8rBfDnSxFQmh7dYjKjvG5V2b3Cf+H6Xf6u74
+SgffLF/pnNx1CJ6FsxpLeNjU7+p6Jenj/NXTbq++mJnk+a/DJ/tMEmpVfLFUmvZdEeTx2taQwN3
6i/uja/mcrH6pTH64RiZ8dGNnnz71rd+WcXu88/11aKcf8Jfc8GKbbR0z+ca/JMd3LIoIr6fmv/h
ablc+ov2LmFvIrUSjIKT4DKVmGV43yzn7vOpfPW1zsv211Qi1AIWNND4aCJASYzfmAgiv/xie50/
+d8P6P+dCYGlKYXi5FzMBH5AaZTCiY9nL7IFhbMr0SLH/XwmHy6KRzHe5lF04Lr9OxMSOVjNNEQ5
huXRw1E2xnJURr/qofxioHfPw3k6yuaCMV2AFNO8OC1un0sRTkl6jNob0I2oufE67JxhEc7l98kG
taPOhUvmZlZH3/2WYPBtZt5ypDITwsDUmIF9PvVLM/XLH3RxtsZ2tibD5weFs1qnmKBFtqLUG6xq
o0RYRzOVl88H/Ohb//0FLs4YLTB8pwEUOvZ6q37k+EtmHnXNL7/0Zfu5y4ldHLTZrQBNqyA9JriY
ZjCX0dvBDsL0TW8x1dMIMJNx46KA+Hx+/+3Iyx3rmS6vnikhe1/u2M5LpEAdkh51bhyRT8KrO2Gx
hx4A+z7jIbl338gU+5vsyrnJMG0CBv+qz8hH39izPGpy52DPci6+cWyGdjfB4DuWq7Bbhwa9VND3
2/lXUz2/IO+maktHoTOw6exz8Y0n6flQD9v0WLX3QL4LPNNSkjT53V+4d9YGWy0Ifenyiw982bPF
VXRuIpxxBAGWo5yLKyGB4lUDME0nhZ2HII9t8IagQXPc3zvDoyyuAQZjAJvO3XrqbazS03ktIMBM
mISVO1CPjd1nX/yqd2/UxY+6uAzbKJpGjN+mU4f8chofI+wQNAZjHeiFLDaff4J3l+J5MGJrE3sd
reid8e99VeIBamc+X8AN7kF+FnX9+38+gMOff24NhQ3TZaYEZAnFyC6n00AVzzQx6ja+fz7Cf2HO
P3uHOfw9xMUcjH60PVLz6UQ8tHC8m9D6xZxvrWQ9YN5NWXyPEUhf6S/W6f8xLpmY69oEYPribID5
4oCY99MpyW/78jumiCvjLN7TR8PDDOlt7DCd/Kq727sDyWT5jC4dAml0Qgj774I1CFoqavrzycBS
us0QSHAmYa4crPCLM/nRSLTGlmSbtMigcci/I3mV79dDUImTFWDAjrGUH+9xD4co9UUH668GuvyO
Oh8TK0jFqcNj4Ba3XwO4Ev9cDm66byftrT7fMB+O5yrw+f+SGe/ijZ7oj0BGPIqTapJF2j5o4ic8
8qts//k47x5E5ZwxAksp4FFXqYulsgO4SfBeBDJ499jaybatHoOqxljJojyjTn0hHj4fUb2/OxjS
JbYBlSDpuLzQMhTujTVM4uQWuKumlvHW+I73lM2UejJcv65tyyyuGsp2V1Yzy1+gfdXOAgVd4Rjb
3GYxJa1ZohJe+EGcXY8tXHc83Owr/EQWXVu+tuheEGjb7a7HnmLRUvpYGoNxm3l2vMfZM/yO0Dz8
4qR99CFNtDDYYrHjlX2xEyHTFMhQlDjJ4SH/Hifcg8u5X7X1bfnFVvzgTJPb4hQJzsJ1KC8bsVKO
MYqm1BwvvMOTUm5Kx1lH85XpjcsSj50Rpc4w4+40T+vP1+790p2vEXqae1ySLoHdv8etaBJF245x
PrmOscEDAQ8QY9NnVyH8tcZ8/Xyw/5oh/ntn/jvaxSdF7C95+fr5VP+EmN5+n3/JB3GlN/HGX1l7
te8DfBAX+kd2Ezx2j+VVvfn8B/zX7ubdD1Ck3+Sttu3812Dur5DfMjDwgYw6n4ar4J5ywjXNIo1b
+95Zzdvy+TY6ZfR21ftmFx9gZH0x+LtoQzF7y/RsrW3+os43xF+DJ5gjwRB251PQYOGEwuo6dOyd
FWffZEbtF7dnHOLaN3pRbFGOrVpz/va/+QUaoJV9rUxAgn9/wahs2PC4j5yaxuBw1c/gtnt/XA2x
vUeu/opYGi6+4yWLjrj288E/2mlEPLTetuXZm/XiXuqiYI4bqv4nM28evavGXeo8f8jmP165/f8a
6b9d+Nd3Dqm6I19x/tvTxcJCOU89/iqb070xoHPy8ufPx3t/s59hI3ICgE6b5/FiXXMT2pNOAnFi
hled42+wgsYZorz3+i9G+vCiAP5F9ctjzON/MRSgczhbIuNOOlZOgfDjZ9w80hcuRvJm+OWiSsW6
Ktyv7qcPZ/jXsBf7BodBM0tqhjXcZlP326itEbCUhzT2H31fwSlfh0FzCMoap+gVXl+dMVxFOlmX
oPP1V+3Hz1H55SHmtQGhdG0s2pyLnTSqoi9waRWnfEijre7HP7QbGnZjgk3A5yv70Z4lA7KFljQy
si93UqZyGzYr87aovyUzNs07iJPl8GSjYf58qP+gzMtZ/T3WBdo112NZWWkiToPdofqis8yS8vPO
MvInSBW3gzKNZWyNN3NV31HUus5m6yFL55sYT6slPtPxuskgQ9uY7C9cjWdXLk0kXeIYYBYdzu1d
EElcDI16XhUgiDhcUJjx5a/Qs7cKeuOyUv7a6QdI2ar54uJ/VzyhI7PLI+p4WijQT30xObeKI+in
NUGJsvE1NtvbLulehD3HyyzNyyX8yTcMkfdFZb1SGzxEXniV1oVCR2zu4GXPX7zt7xMQfo/JCwBY
ShNhfRGMEXqCgPudOLXEEovBVvESbq31xSgfHFePAMGm+41JugdW+e99W3aafluJIU/FAl/Xq2Fb
DOv4CB84rjZY332+g94f0n8Hu0hma5T8hmkG6uTV6CdKdZO5tzMt1mBui93nQ308MRoHONSFTKH0
xYVgYgVplgh6TuhCBmcTr9zX8BY7LgTzT+P/amK2qZUSBM9aXEwMQvQcdSDSnAzyUTwVQ/xTIRog
xfl8Wu8vFr4gISw3uabidRnxYS2Uzs7EQHPX4Nqiqnnb0t1qGxRm8EWU/uFQjmATamxTHHUOPv96
oww5ZWVHAnSqqX//QTIWLYNoyH86kfPz80m9v8OY1DkdgOqntPAulwpbalsHjJRDyICysUz7K+gU
GU5aRfpFaUCeA7h/LzEG03g1a8eTJCIXV3OSWklD2xIFaaLEEhjWnftEc6md5T627msGiSCKnlFB
Yri6S9B5muEX7dnfH2zK5g5ZCNe1R4nwYq/kIQrCaqBRiDdBZSfEyai2Z87/YqOQxbkWoYyEu3kx
ChZnktL0oE4E9QJmjAWfUOVLdf/50n10ov8e5uK1t2oE+bRuVqci5RK8MqI7XF3hgn0+inwfl/LN
ziEMM2LfX9Z4y2YuDR9LulNs/p7gRhrJY4uhap7tkvQ3hKWFldFdHY733ecDf3QG/h734itOJfi7
6U7qFFDAtTLr2h12smw3n48i1Qd78u9hLr6i6ZTmMGdSnfICZwPPN1cFvcjWTQ36f2aF0tGj7fdk
QfUtZt7RFQaU2SFxk+hmwqLgi19zHuzigNCyXlsWbw/PwmULcavNkf0PgXuaYO6ANZD54rKzCGrX
XGNB3K0/n/z5vF0Mp11yc83zw8peDudTRnESCxPAPn41cRUHK1sG450q2bEtyp6guw6r5osz+H5Q
LRDc25bnAO+RZvCj/rrbkNL0yNgS9xRVcmfki/khNU/DJG+S+N5zrrTzxXgfrDCOFZYmFDRJZHnX
/x3Q9OMRTuWgT0p26woHkCa6q5I9Ru5Y0tWLqod20j1Zply6/4e072py3Va6/UWsIsH8yiCJSjOc
sNMLa6dhzpm//luQzzlbgniFa/vBZVdNWU0AjU7oXgszvzAenF1eyWvRpGxgJJNaPsSlVAWvVmxi
hMZIlDny8/67aj5hZNVSkq2Elrh0snu090xAYcSWg+VAyH30Ly7zScfUFAChaoCH9VoOYspfplpz
ak5rO6MbyEpMGUSiyHkZ3S8xOY1WHil4TjFyg1YqsUX8uEdj+oDG+AjMqigMYdj4i7aJeXTNd90q
1BEAFFyimTbiKZ1xccMid+i8DUN/7MmnqvGq1O76DQqMQME/6f3kmgBobQSAUJnLtsxPavwsCbsw
bjlXbsUpoYEDQTySM4QsiERvTwfTNxiSktLQx8ykI6ufxAVVlea1/EnQu3FCA69Yhjawdpyx+qqH
HPdLV3l7A2+FM7tQFWo3ADsj9NPC2NQzYM4BumAq3wD6blfo+pMCHusv1XZWIp7nZRn+SQTiOHMb
YpCZYJxMDn1AOGHwMEZXG+AkzR1AU3jvNCs3nQYXuHboLFR09p0G/F3LrM966GsngEsqsVdMZ300
rUxL3bL+Khici8aTxyxNScClAqq20K96+hgFdJni2IOoD9P8DqBEH9vO+7KmjMYT9BqhWIN8G1Hu
rd6gl49owEFJ/GU+h7tM8ebwpCQfAw4wTd56Ba/swMWvNrMWnrMRJWRbmn4mDrCZBJsIW1M4tABF
DoCjWleCXY9bTApGQDTPkpiXaNyd+e2nykw+A0pF4POnfeKXn6KvOHDjuf5dv09u72V7dKO9B2hV
52zPXaTFiGSs/AjyWLAXjonfjl9lUHr3vx9v/52nZH6fsakAl9NbLcDvKwNAR4zaxqBwHX8f+q9/
X45BNFR5NfhHmQ1ZjaHpinmZE78bPytNezYqmKRcm/04HAXOOd3F4liToeC+IHCEXxaZYypqdeyE
NMCa9LzYilOZAYK0Rg68VOWunfvBw9wnJ8q6z9VktAMh2oA5gDVGif5WjcUZiSkA5JZTb4PLxB23
0E4Psw8xt23t7npCEoqrMk2oUaBhw+JcxaBiPITiCRVrZ/KEc2wbG3EXc7zavWbcimGc2mzqUZ4I
YLvu95OT7tC8SnaPdeK+XnFZiYlHDXRV0Pjpds/MWM9FQYnFU+ehOu1geMlqnZ/hs70H5NTx12Np
6+v5nzD2ZQj1SvDmLdi2dBc5pk2OkvdYwL3a0Q37I4C5qhmNj2bxci6jG9nGEe0DnDMh9xboVgZz
XWvRBETSGIkn/RVzITmGWjB/8zIdsX2fg6fYDrCy0YmfUfQ+jz9NP7BGDzMoG/3Ycy7Znce9PTtD
vj27DtS/dT4m4ql1TbwrmLa5jx2ds977pImRotxKGTFd0wJoFBrijC5Q6zaGo/y0iIVaFmc967fq
z+kxTg/AZ3k/JFgP5s8OiSPYuk92gsMTs2onrrWEuVaAMMa0cYETbF108zgoCMJOFN+HLU8dJd4J
MRYJuBjAEh4gKfDNXe/SS4z5Ej99rw7mmXiyXW/IZ3B/mY7McVq8m8BEYyCwB44agWRiR3Z1kN2Q
v4+81TG2Y6mHtMY8l3haNuYmn3byD4TfdnFQLMkGXKmtnc1nALaavRNy17eulqhoIiBDMyuillu1
rItEidUoo2rZu8E+c4hXO+gj2YD7iWNV7pMLegWuZDFmhZAARIQgbDjRQ5zddKfvAqfYRTvZLZ3M
fWzDVu3LlTDGvhSqIS90cOrkvex4HpL+vzcRM7MQxmI0KFrVMloBTgM0MXZz6P3oTK6NvNyJPz9e
x/o10zQd3SMoAuAl7PaEgIeTC0JRi+ghT3dAbHGrQ/pcnQI74dgNriTGRCkCEOkjGZLoBWutwAH+
177YBzbvVnElMSZKAtixWNM1je7gtVbsIh50lGOzLTkNrqu28GrzGBtVgZsmC+eK2qjJUWzqLvV9
9++3jrVQRT+XhooFAR3Rm7zE6Szpwwag18u/1AbGIAEPxJQSGQtqNsBxsFrLPKe2ZINdiqMNvJ1j
rFIP0vsiSLGiHl4xw9AIYkC780XOglaN358DYh9WgkroZc3EeiaHOl/i4RHf5lmeFSuOrkAE7BKM
HN6ymdNBqz6eRzHgDCGRnUDIfMz/wTW9kcEczJIoICAzLioNnCHH6iyr9ASP53VX9utGDHMslQkC
LAya0GMBc68twvmBk4Jz9mvh7LUUjfEKITAQ4iUGg3dtYXzf7o7gGXUS2OoY8OMYJslsgydSvrep
NyIZ5wCSLgVwU1iY/KT51K4KdgEkeat3RGf/wbMLa34Pz8EmshvUPNA1xuyjBGzApBx06vcmr/pa
HSbcIv177IC1j7O0+2of2havZLHd1iO4R/Wqu8jKzwOQm19GWKMW5QhwiR3Ja/Ak2eUvYmV78RC8
cI0tNduMt7oRz+wsKPoazEZexFOznjloH73c5noDbgY7Qp7HMVL0F+8kotkRnZrYX7QG4+9X5U0i
aVIGiD5sbmxhvvxQuYo12aB8t4FxzLHwq7qKbBV9oSggqorKOPquRfm9a1PplOcYso7wrK/5KlKw
L8voq+G+zX2CDiX5DRS51oiRb13QeOtdSchowvy/T6C6fbVeKarjFFizEtwZsTPHPBc/MGA9fg12
eFe1jbNwDOzyhyhy5F5GCNl9vpbLOOxlUgVAYkBu6wpPQBZvnNgx7OU4nuFXj+RTbOeA0AZ5nRM8
dd+BSeW0vAe8FTeBhzNTQ96Lp9C7agiwX7D36PVEbq2C29eJ3uKX+IVaWTAubfIjuNvAPBa9FOfG
Sh2eoVq9WlfiWfchtBkKbqAePUVH9alzTs1R2XfHeLfZSOctyHm/g9XtY4HqFVuOjq/dKtXUFIx4
YrgB/2bOXB1LIs4tztzvXXXXniL4/GBHzQixyIGfJ1xqcnenfSWRMVmiNsyhHHfSCdh64Cl2R1t/
Hbc0pCl2rT27SCxRsAFq1WHyxi1NZIPdYpsAdP8JZsXMqjf8/IishMJodfnfNqiMp0iEGMPFC7bB
3KlPho/Xfb/fLxuwwCDYAk198aP9CSr6bWWD1wIJfY3EgnMSK5H+zScw9m0M4gTYaPiEyckccBM4
5Sl4Jt5iJ7viBGJqW3jjBRRrqcyNTMboIF1rNQH82DiGqrLSnXxJtDEz76BdZXw1d5w10m18cPZs
p4HeyOooG410+iYfIsTlE5Sssk2HK4h3noxJ6cAVn2ciFibjOpXn1hZsYMLaAEcZHXBpe5x1cW6R
yiQCDcBYgoWua3RpXh8gyMj3A5aXPwewF+E/SkJvTo7JCJBn6U2e0JPDZaFp6HRsbf2l2M0OetN5
UTRXUZjQk/LDKEIA5YyOg5OfQWh0Ob3RARbRvuI5BN52MkZp6ihqvA4T0cMRDR7G1MDG5nQOsKpc
4gW7AEZA8FWE2JWtQ3nAEY5aF/dUV53ClVFgLJURAsag0XCqYOS91IWAMmUPT9RYKQ6gr+32mdoB
0xG4xTyZ+toHN4UNXTUwF4L7Cedr+MG+PsMUumDaPIefOwdt0tj1J5T5ntDytjPBK2sN++yT1jiL
Da76wdL3vZOdszMIXP9hDfBa9zTGUoEm3TDVAcpQup9at0WN83mr+qLFc4ur0S26hk1Jw7wHwmpG
yTFlnyZ9Okon7bT81C8WA2zFLjhCdtxC7lqwdy2L0fBG6EetBfrJpQwovU6bcTt4YNOF/S924XNn
6dvsTN1iggsNyBjrsQmhKn1/3n+Wyqg8sMN7MB1AfL8HDqaNwjGcXsJraOUtktHoRJODGFDvsFM2
Ine7eIp9ahZBY/D0jzKhqw1lXSpsvQS8ecjCqzvqqsNb4AzUe+L4iKX8s2QPbZYYWUCLLJrLGK3M
5AwFpln667YmR+ME2HjYCxyeN+A+GJvIfXxkq1EbQkYNeAwKMC015szyUQ/zAsSOJ5AnfkwO+SR3
3lvtSNv6KMwu4JZ21ancRKcSiaawVXkx69phwjoBGkInAOZjN7ifAYOUg0/tZOJmGNBQ9L3awMpy
EKXzspM1x30ti9ncujfErAP21GneImM/mfb00lnF/v8jD6L3jL0I15KYkASggFOrJFiV/gSw+O/D
m75L4FCNY/fRfC/O9UbBI0Bgzy+PD/O+bYMO5V3tJpP8wM4ANHfACkEO6pfnATGpegic5kPfh7b8
W7Q6II1wZK6eIProaFcUaD1ZIx8EgZQ2ak/g5wRreCr3oYtT3GJOWjz8EwNjXsliTlAChExcLx20
ZUcfQ+PfrYeGdk4Qu+Yxr4UwhzeoaiOlACS83HlqOhHWb1UEeI83jieGOSu1aUfKCEP3LUXtfdgD
Dd5CFzfngq/6n+vl0DjlKiFu5orgwXogeNgdnlpfPoRuiUrVsFU+x5x5ed6SmAiyIyPRF5B4X96Q
Qa3dOuBLhrbzToi7JsanxvBxBp7jCXwqjfdDl5rlyQ4s6VR/fnxMa/VxzFj90W/Gp6bgyiylEItq
HAzbnGM3wvNCtEPw9i8VgrHEZbEAaYkqN+D6j7QmRe0+FsUzg/QU7ozT1YIY/1mWUqtRRkl4aerT
0p3yfT7TJBVgig6Q9Z2l3Jq//t0u6kxuKg+B1LURhNInVxGFmdxe9kDwswOOPbqMgTHLA1SLKKNU
bYAWgO2Z1nMgIGfKTPBMOJ7THZoZjrLzs0MXwOhgNvz7Oy6aW7++ho7v87Z2JQC6kc0cYQtgzRyD
EeR0+FI9Ezc9LBYwue3BhmDVBnqtm2+yLW9vqaV4tGLmQDu9lisyYcXLEc++wMtF8R40OMf8eTpr
CDLlN85hrtTYrpfJVnpaANsRNcMydeskOeGh2jx5z251bp/fd784e7piU25kMSY/WdD/rCRYXO+C
MxYJW3pMrH6nci7fWhx0I4ex+uY0xcDjxZq+ADz8q2gLaAtYPO83Gn2tr1/JBmibIPeDuvJa1ZSV
05MuTT6ajk5/ts2zjdOOmFONzVT6c14372mWbjkHtuKjiYTuJQXTCph2U+g3XPmAGH0/kjy39Mr/
9eySnqpDd6av9NzmivX1/JHFOAEgfMuAWaay7EsJNrIAfU0jO1p6wpusYwrcJGtNIdGrShulTfT7
icz6+nhu+l5qyCnRWoxAuoL4Vc8/NJ0LOrEmiIhojUXXpExh1W43ss/7NJcShZyU7YBMHq+YKK55
L+iOdckGtUZHhAvnHN6aUbmWySxOTRUwwGSQKT0Ffv7Sfyo80ZWdNxAm2Y1bfMrO+Vt3lt1x91jw
2kFey2UOEqlIKYBpiJyAMgrChk2r/n4sYC1cxVzQn91k3DgYY0JdSSFBABYjxUPWnaA6iAGoWUq3
GM7tsG2qH30heJX62aidBhTAvP7zNfty/Q2MeweAplR0mDA4iXawTw8/Ujd0xRP1TwDvhBkdHTxj
gHYT3Sa8m7/WS3OzfsZdDKQHqdwgkxMIY930PHjyUcJI82ANVmYBQ3h2tI3sNjbM3Rtn63lKxfgM
RaoIhgiop/px+gFgWuvtZbt9xsPAtH0dLd4r1NrryPVKL9b3ygDlJRQJ3DJIvWxtuzg/auvpW+Z4
wESBc9TgmRuaTx9G69e/3eTLp12JjjogU0szNhlkTninFazFe3rbPtMqyHfwJ6F46/PKBhyduhTq
r0QqDdEnPJ9ScztCZLIBsCiq7bwM4h7QCTikQNugGAAYNZJZpEO9EWLwRKlUf8AkkRyHzdPmKbZ+
/27cxgVV0/fQ/uDoDXWDbKxxLZJxk3IHHPQ4xG7irRbtFeW+Rpmn2zcv2q6yuS9aqyboaoGMuQUh
WtdHNRYYRahIb05v4eVqkC/iT3UvOJXzeHU8cfTvV+dGFEGP8xji1LS0FvGslAlHwsWbP9o/xqia
QwLWieA/2qjYihu7pY3zojcg2zX2B3iIODJXrzqmWE3QrSkYLmAsnIASC3ADNHIqvoTgJRyc6jPa
bmvZBYXw39o/Gm0TOF8J0546dPKSSl3tnzSaatwOWejPZdfulrb5SMGWff7bQtCJjYFkUUEDm8mC
XBp1AvQQ04j8J/fvOTz6+Te/zOi2KACqHjy4kS9Yks0JY9mDv/txRpV1kF1Rpt3In+PPmF/1VOVJ
+IIJo6IdbTNbNrLiqelbFZ0LQPWS5hQS8TBpdmOYm8f7x4Qwlw9RUe5DEw7wMk2FUQdRyts2iVr0
zCvJLoozkCQ3XWVXMqKlNJbtvy2Ngh1g2F8C+C5GmW6vlABonqxQSOLXYLJTDcANRIMjRu7C6zFc
WZaiG6oG7DMTEJys7s01CGz6Bu35hgHSu2XcgYrsR2Kkth4SzppYu0u3UMUoM4DAYHYBBk2/5UrP
1TxTjDidEj9Oouep+povW3F47bPtMP1QWycXNSuRnsCFYC1Lhn+6LRDaQS63K5LfmpA9P95idkbq
r89BLIqmUZMCrzG5dZH30tyKQ+rP4EPdxm0CnmfTHMEtNkZ7MzGLl2nSJVAXh6qdSKXhYvYDDK2D
Oh6wlZEdqm3OyzjouV7ZOfpN4MxFjKxg+FsEXtjtFulmBRD6SUn9YMzeSszVpQYe+ICiSN4ASAGa
P9DTWM2og7lajKwgAgUUtxWEqfdevgHjE7jTEtoCMLF5+w3zpGZRlzWZX2pAMTLOSYrJwm2keKXu
tQRqKGQ70HlzjCBdGbNycE0gxwKnHgWJY6xICjZCoxpwGtqoWCCJBNn2Rx9V7uNDZ1wVXZuOBASD
4Wj0MFR2bUMUio1ax5kfS8AZqguxt8oBjGiPpaxpOkbqYc8xkYYxRHb8rkp0sJgYY+aDSNUm0aYB
lyMQWrxC3cqYDgXNE0bS0Y0Nwjipi53GOAzZLwx6YmYT2ZFwygMeqjD7ivvXytFepFEXg9yfOVUt
Uis16EjmZ1EGIC7DG8rmJ/hdwVb0s64Gew7wsAgWJ/l3UzhdOnPM59rG4xkPsgEJgaEj5rIBLR+8
SmWU+8U0G640zfNGDaWaY2JWrBmatXCZAduGWSP2SieJggeuvMv9fMhsuY69eXlb8uRVyP/RehBB
gvoYaAbAOr29JOBZysF9pmE7i3LTCh4ozDlKtHYh8DgAXjkVIznw3LcSYmkZZRLHud+UAL1vwSIZ
TD3acYWCB9PG1movuoFRMODrKQASwHjjrag0W+qyr6vCn7diHNlAt0jn3aT5QfyCSXxhfqvFv3/b
DRRv8LQro7aCyc1biZhJW/IcbEx+ipKYFfegnjUF2RPJ++ObyKQUdGVwN4Bpw/sOKjisQlRmGc6l
khS+Ir91ntzaolDY5nvXH5PmpQHE52NxNAhgjNiNOKbqFjRgBsjmovBFFeQX+gzmjr7qfgNnEvh3
g9kA3SzkDdit6DxkIo9BpIqZfxb3UcNjfCAtkJlIvxeQe6sKYCgWPy4kzuViAuLLXtIuUEzVGQaQ
LJkIqAqCXFCytgCqjt0l5kZC48l7JIJoMLdEOeNs5QW2gt1LIuFFFzOKQChhhxSDAuPlEQgL/SRb
wqMcK7EbdOkALMECVD+L0W7HEHSQQN6Q3KYiyqZuCLHRGgmyiRAwscogDnapkgqwuHILHDkRTRS1
gufLpNK8eppENxDNyCGjpgK7MikPYt5KOxMsWXYTgoy20DC73cBebWJzmtEkNadek4Djpq1jFQwx
MXnPpEW3A2yK1YgjjHgYFS9pLWXbJp+Qc/Xap1GoO5AUkWifNlm1J1kkPrULAMRrve850cPaAQFb
BYejAHcZiAu3l6oh8Db4Y+nPSp5v5UAqNoj5J1vVkwQU2pm0GRq9eQfPLE/v2Zeli25QhgJM3VNE
eTY6jhYT5O2KWPo98FMVyUZT5dZYvDH2J3WbNolTi9TdVcDZ673Hd25N/9GajDAZclHGZNVSMBaj
7pLSHw0DfM+fhrjydWqTOeq/Zkqu5TAOlOCttlSDqPRBRSSn78UTaKJBAvLFALP6NPzoeCW2NVty
LY9+z1W03NUgIgXpeOk38TdjeAFdkGXuUxQsKmjP4y1ccTWAHgawEQUFxn8xilMCbCvuDLPwaxIr
IKiMiRMaxnkes+73Y0mrmwh8DMzoa+h01lgDOeRlVuRYlDIcy0kFQif4lZLo1PU/FVH8XGZPrclJ
IdkxzYtu0ll2PLUjFEO5+3YjBXNA4DkIMJCRI1VeCFouo/kOkuyRgMgsS9ww3xlqujFKuwwiBzzX
IFlUd0imgZC+B5ExomwSOx0oJ8Vsrw2TBdp5sEa/Pd4atqz7n+8E5CxaUdESIDN700WGGSVgPvVB
TQT0V5toVgkOzRQPmqLXfmlBO9JbUWOJVv/6WPTaqVDei/9KJrc7pPcLSL9RvPGLzrCrRdu0Veos
bboVjBENZ7Ur1tEndHFzbtSahqtEwRg6YjbwuzAabtQ5ILWSqvSNInVawDtHxUds/tSyt8R8ebzC
NdN4JYoNP/uKktER7K3agE9cGWJbkbLxZGhTZcsLiFV0FRhRQE/hAfdx1siWXUD1DI7TtoRNnorX
RestYMJUdeVM8Zcs/fV4kavHKMPw06wNk+/MfuIBqV/AA1f6UQBi9/qpXPwlfRKNxCUm6K1B2sYj
X2DBRS86C+x9DNmDFwNwI4zlQKZFKq1PKwCI6xjm6epdoea5Jcm1YmfRNB/MQcUkeboI22haph1o
mMtNbRazNcpLsZm0+NcCrmanrZVuZ0hDtiuCatgRuPhAAvHl4w1acxUa6g+IYiTAVLFziAN4uokx
wUuBYn4ACl+eewbgz5ywBErXFDX15rG8NbtK0y3MVSgE5RzmRg/GUmWLkFf+tPEmm9cDRm8lGyBd
/zpza5csm2RKSOqDxWoDwN40/5qpXhA8gd4hIdu+/D4YoVMZW0P3H6+LbRa4HDvAsyRgHhEE2Cz2
Rl8V5oxLBI6SpXKD9IC6xWsnm4BDMdya9K99+quSHW3aT81LnfWW+bxkh1nFzJWuI9ofD5G4FdJd
l437AdhFQbUPE3Ak6xwDc3frFQI8dAKEIrToAX1CvrVr4pJoZZQIla/p80FqgacRnIzh2Iriri6T
N6DVc186Vw8F8FMosyIrRLHrVmSkTK1pihN2ZgiHbdRMSPozCZ2joOe1k4Zke1CNq9ZEAAfdqep8
Jsmcb2O5N50egGo8HaEadqcjMAboogWQucG+kit9LfWpUFW+UoUuoKlakBqEXoGZWMFeXoBEBiD1
c/qTox4rFSQD2JciUeDGKHz67SagQjZ3i1FUvhhLG2Gwylbah79A/20Zofq7qabcrifjW1psKGO9
YISncRxBA77A+wtfwiVylTrcVcJHK4N8dWitx9+3ZieB+qag2wXVEAA63n4emCcBkjn1lT9W4zdE
qqYttMEMWrO88wioai05painoPJ0hb7kYjPdaSVyUpwEoLvQXADSImo1rgM7Ay+zRlFXvgQoodyq
pxw1x8QI+68m8p3jWGsBug6bBSD3uE+7YaiVCWTOcut1SYKhLIAP4bVXacPPVdGPggWFGo4TUaoR
zKip6gq5nH59vGOr8b0BTw29BkCIKlPLevXNWiKGdaWI0CMy70t18rQandgFwt4xdPNXWTtEgb00
ij0uM+cSr1UnUDOSge8OoidM+TNXSspAe55OBPv1JT1kaEgy0O0KHlKOVvw/1vhHDuM+u3RK9cSE
HC3/0INTZGh2ILxk1delMey5jVzMIUlGezZ5kf69m8AtQS+vivxJxvYytbE6a+sCvYaVHxt2BkZh
PfoFpCzOCfKEML7ImDIT9Wt4C+KHC2jk39rgFIK0cWgqJ0mAWf8uf9XVY4p4M0vAn40gVOBE4jQY
uDVGyA5pvzSCcZCBsAdZq3WgdPMId6hkGzkf3gYx8zjLvDc9yARBFogaIFBNcblvFRVQvOIwNXnt
S3Nkp0ptZSVAKCTNi/NjBH5HQZ/tWvxU8toD7+O8W7n071cXRIzSsZJkyNW0w9LsJ2mrmNtEt+WE
o6Zr54iqIAiIgcMJhDfGeOWlbAhFWNR+q5rInaI+sCmLpJ134d/F8oWbx6Io5xmMFUzWpcx9tahm
EvqAaE3tF2FzRJ/XqeowdSJllgCKTxQMd1UiHEhQengseeYcJPXNrLIARRjojCZyUlQJbze0Dpa5
nkC66ZuhhkfzCoGGLkboecgTC9S79lTPpdNqYBdP2jZziykG38M8tl7ZNpVXdUAEe/xF92YbmwHz
AzR7pK6og91+UABrp86jWPtyQV4FLXnRhgL7r/8s1dkrlGKnT7w7S8+S3QNa0aOwGciX2ehaJUOQ
dWNZ+0ObuECAwiRk5c2jjzI6qWdnRGiNhxgblKxOMQMJPVg4a15TNrx+0zItYhqRbYCTe2Dm4vUJ
yqb1iCwz4BBnGiKHmcvFs/LQi1GKK1H0U650LenycgFIDtZaLt+mCb1v4Uc4Zh9hJe0XvbEbeTzG
GghwQcI+pfmhHRQ7jHTEL+J2VncTOGEen/fa2vFQBLYipFMi7sLtB/VpbdapntV+s4CiAXOgeIkd
Kl7ASNWYPWJDpn23CBcpXvatlBTw51OPWo+vBcO2rQiI2c3fGH7aSeC+fbygFUdqokYnwZniQAFF
wDg4pRbleOrNxjcCwa3FyhYHw886NC/lqM4tg/BWlgImg+r0pEWbx8JXbL+CkBgYqbKGUWM2Acer
Q6kvZtH4ZvBWaj9nnROhrOwjajwijXJRAkRecruPFRGLSVz6xhczRyCZZS4nkp1CmeNfVpTiRgxj
BCKl7ytVgpjmi+woz/3b411a/XkJ7ZiXUhyey29X0YBRuF/6pfEzebTFzJ3TATHI31dsPK+irxU3
mgLkMSrXgg0+q+qp8RfwZ9dRbCd4gh95eHIrB34jhVG2ug8Nae4hpXEUi2OWVg/7zwrYVx0xHjoN
J9H4ST5s9EwAg8tHTb4b0T9Rqis5bMwUinGdjZCzdJ4RgAkubCwz2VYpz86u9CLApeDRn4CRBrae
Ld0LRZ+MSUlwNTN0P0SoMIMXZsitWNgoSJ/npxbYGsUW0Wf0PoCE9LHare/nH+mM2mVxkY51Bukz
YGJlGSVGbUbeJTjgX+ccHT12xt6pcKPA3ZaRgaFef6vhxaTEQdlmLZRPEzdyLWRbgQzTDtRXiH2l
ympiIjopaoMnTQon9/FC6a/fSQeEDjpQ4E5FtgOl0vVSKknR+nPzEszNBlzt1jKXHCkrb+1oLwBn
iUIQ76Kpgfr1K18mSEXbE61q/TqWQGVcD5tSJhtF1A8q6TdmKByrfDdHtWdqvZMs8kZVhd3jla75
U3wD3trBO4N45Q7ARC+ETjKa1i/U8CsYzNRAx+On6M5mhlbvQ4+CS1UIjjoSi+hgPqolTC4u8i5q
ws2gvkkRrxizuvdIcBCyahiZZLsuI9BjlVPYtz4QZBfQjg5ZBH5HTsFjJUi7ZFH/FcLsfFjOuSxI
Q+sDK3M7a0CFnc9y890IXyTRk3jNU7wlMSECSMGJkKFnzxe6ypLHPrVmzc9Jybs0a/eT5ob/XRW1
tVf6JGeikCAWb/0usJTizTQWqyNfCq4Zot7r7nrg/R9PQbIBJgbGuw1ipUT9LGI94LPpeuKGkVcH
mdVKijurnFuyvqg/whg3FOelmqshhBXah2l+DY13vFrLKB4/vghrBoc+ViuYbAJPG6t2U10iaJjm
zq+RH4nFz0H9MqBVcJy2YvpGwkNafnks8P720wZLWiihnH4AV2HS+VgeFqKGQomoHV2+Y+G0am3V
ZmQt8B7iDoM4fb1V0UuqotOm5+TYdypJhWsg2kL/lg5YF9ZlzUDTTYGB7mfmOwK6pMF02kD+7p6i
rgqmC8xaI5yUwZN4q49hN6viomkoWPQvkxd6vbbRg60kHGSQ4ka8ztWVJd1IYyKJLBX6dBbVCn16
vgTax1FBGy5ZeMnWqhhkIEDyBWE5yDRuF6UXZpAEplH5tYA6jD5qtZ3p9X4KRRDRgaTneZQTxY2Q
aO5yoyi3RCCCa2S9vGnm7gBvCcxxomLugb62P1ap1U9DNxnN+tGPx0ZsZm20aTQElR/ZSvqrWd60
jnOidzefnuiVBGaP5ywBO2UCCZirstOq2IDa2ctUawSAmhxylnNfabuVxsZvfa2GTd9CWlZFeD4Q
PSUBoKFh2mlpnMRysBpUF7sksmAdal3aPd7Nu8iUkc4ctNCNS9YteuWrQlBakbYEdqwDrfyxFHoH
bmwppKB1C48/MD1gLaVnemWzDQQ5xhBgjUa+Xapdou4GYQQAMBC+Yp1zeqsbCjdP6LM6XuHYQoFc
zQl4l9LaV2dt30T1L715rUfJBf9AAlpoXXLbeezom5tbJ8R/vNL7vJIuFbRS8BqEUlIwbqMAp7CU
N9jQCPAzpPxQesUple4tUkt/SoTToCv7aAxftGXkbPKdD7lIxisDEnV0vbAsnEtZ5pKahrXf1eK2
K9qN8L1pze1AYu/xGtduIJpqJCTQkmhiZP/2NJOombOlQSFEzBqA2NaGbEfg23VCvCZy1nSvnrhb
AAPR8XyiAjmd3Ioa+nlQjFKq/WzJFnvSaw1RRadwFsSTIt9KKQtBHbpYq/2JOECUq7k0HPQW3eo/
ypMU8R24amg6unQ7XOm/kGUa/Jte+9Fb2ydWCaK6MdvG5tMcyTYIA6d6Y+TnTPj0+KAuLFJ3cqGI
mJuC1zBZGPOpU/REamPkMg1Br0yEsFedEDDFYiVs00wieI3WEjtL0xE0XoYOmmRj3mEwAtHBkL2j
cVewUO6sXmQlmtymEN+WApyuc9WX9iiO+QaD7Zs6EBEVKWCTU8LolM6UyQaZojsGyrCJGwPjaLrQ
cBSD2uD7leGC48FVu++dWYCybMhZhBKK3LhJE7lgDtuUnTM8o/7Xd2NqkX5wH2/nvRXDKYLt4i+Z
d0D6cjCaUPyw8YXP+Xv6zfzUWzlyBo79WlNGPMgDyhIsoQjHmHhCxZBDauQVyh6LidZ2ccFg6CLW
nNzgUrFjNxDUdGCtQb8J8iL6GdcqWTRlhl6MxifqIYyyz9MMbLDCktBtg+LRtqsSRxNMK9FHRwST
Vhgu52hJrA6cCEb8U9YopbZk5aVdodqbgql99DBVsBWq+svjXb83a3i1RgSC8BFtMXddq6mcV3ja
zxs/T1+X6RC+B/JzJnFQJ+5dPoQgIsEziUFgOpkwFe0K02IaqMiR4LnuQKoYD3YfKXtUnB0z4qAP
3dtPCANYjQyERUkD1Mrt1heBWSxT2qA8p6OxKa13YhIgtAo4irQqBs+E4Jqgjz/s40jU4YKSVmz8
LjZaADIYMR58ZHFHZu5w+Or2UegfHUdloGB3u6JGDho8Q0iN3xLQfooOeO0j4P9n4eew42ze2sXH
iw9YWw3QlWFs4VZUHNd1mMx64/ex8CtHa1iIzHm0xAatHRIq5WL1Wax5zaSrQvH4gyEkdE5jYuxW
aLmUIUYcUBPS+20QTIdkiK34TSptGTFMrm/T/tdjpb/vJUKtBJ71PxI1Nm8SF7EkQqFBIQG/nwnO
Z9lWNvMmdQbgeJfAKWmszm228qth84bF1w7zWjSjnsGodVW+CDhMsMK9qmb9PZI6p2rq3NLzsXDz
UDY4D1yrIkGFiCoRTBFCxdv9bfQ6LBJanwFrl+JmMOGdhJmMLWClOH5jJT5DbAheeQBkIbWBst6K
UmJTwrMhiiLz9C1GsA1O1Q1JNUdSvchQN7X4YjYqT+iaTackSYj9YF8Q0twKrcIWFc84an1Vcspv
9Xv5Pr8nT4EHLgd3sucvRHD0wXusQqsy0fcGahsVJKesTCMinSyVdeuj6wLNNoDL4zHnrN0KDSYT
eMuUauqS+1+5kLwJy0KRphah7ktSfJvaXYbZiP8j7cp2I8eV7BcJ0E7pVVtuTtnyVsuLUHZVSaL2
ffn6OfId9GQyhST6TjfQrkYBDpEMksGIE+eYsSsVCvSACxuUA+79QW1dwToEZFEeQtJMVlZHujBp
CClk1hoFebNIO5LvtOx30nNmNg6JlHc8GTkLxzPH3MVtlPUkDNU2ENvZCkewH9WyJ6bFr0Y5S/Kp
Qh7jvxgfSqso/6FJ4wYxlUUlEfpKalGV0hYvMsBxXMVGuksLqDGa49S5ZYe6WJhGC+dc3botECGu
iRrUVvG4Zma2UWir6zpmtu3XgDRuvYjQ3CmjLnPuD3LLM9emK1mDtha44pVrU0NcT3MTJl2QzWXt
diNIUUiEW+O+la244dLK+hUXrqJIi5SKJu0CPQuthGquGj9H0Zta85SbNw2tSqDAdhGcLOvfXxjS
u0Ezu7DvgkYEdY4QO8rwlkjfOpNnaGPeZJRD1oYxYOEBKrs2lFQm5OFJPARyThdXTPvCJ2GU/uuk
GfSZgWLUdJwZQCMzB+SQhWMcDVkX4Jx/AwYoWOLEE7V4d395NvwNSbm1CQ5MhZCKYpwAqs9mo1Sk
C4aksFBWtzBrijRw9tPGxQIMMDptTQg9I85lByOq4WwmeR/EeizbQl9QqHe3fyHBQbwcTYgP1ai3
nENjc2T/K4GF1x6rjZzSXJZqIYbN5KOLH5XcF5L3+5O34XK4RFDbBVO3vgL5rz1hrvR2MgB4C1oR
hbBs1GRHqIAf7VOiOS0gaZxp3PA8BSAPPPdRjYUcHjONgA+ZsxxrfVC0Zu3Nnb4cxKqU3fuj2los
7CGIogBrg7o14xJauJBQT8ceWaIFuojNQ7lotvIs1ZVnZMXzfWMbaaK1SQxH2hc6E91i13PYVoMY
R4k2BmYugZylyzWwCjVygG5MbS/gPWvHtTm6ei3IXiYm8nGQ9cFr0lLmHFRbw0ZNCh3OCH6wJZhh
1ypFnZvQMZA6vdipAnDxjTQ5ele8ynr6OMO9OR66kZUHxA65OLR6o6dMZrvXzLZqWxP6MIG+JLg7
gVB1GilJPLNKQXI2VKXfd4XoILYQfNw31SmPTKQsRDSNiERIOZ+zEUdcfQ1z9QhIJk3DqA/B1EHH
USnDzh10U7Dj3CycKVWSY18p6OPr2/4oDREPWbRxyQNVhGACeGs0a7EJfBBbJGWe52MALaMdaYyf
pD13uW4v3d+lXvZxKCqcFd8c8IVF5iBHI6YZGUC6ov243ZXDj/otDRuwASophPPIwxx/u+/rG8cF
0q7ovkZWEJVe9sIt0XFQhHo5BYv5SyqC0ZysELofxswZ18bJB25iZB9XYqvbnjuQ5GhaQ80poEvt
9XVmoSp3LKTv90ezYQWlXOjKAlKO3CD7rjWAu2syeZyDRiMPioBe40jNXKFrTc55tHHq4bZVV2Ff
9JTi5Xd9QohjFy3F0C8BHXThOJekdepKrjmB162VFehgwvtw6+Incw7V+jjXZq8NgZCUAGg2UNvm
7K/bCYMFVILxeEVrCnIZ1+Oo40iIICI3Bu1cu2aNzghCqC3UPP2KjSN1NYQYSFkfrjjPrg2lCEsH
aerGQJzPAqTd67L09YU+r4U+8NsvP4r4Tzh+9mPCuZ9uHRxVqvUdAoYaJM7Y96OaZLIaZu0UTJ+J
6Q5APfWOxCOO3ZrGtZtIR+obC6Yxu1aJhlhCW+0UNHPt5AZ0XAdoKht/73v3hjus+vVgY8CO1W/E
2NtBkEkUtUsgRo9VBZrC5eO+gdvjDq6AThX8dqKsz4zrRZKGgTZ6EYlBQ8rRraioIoeiT09A9zlF
LoLaRwY2YBq1nHPjbhmGiIyJ1xtQd7h4rg2TVpOydElEQP0Nq5k9fbL0RbAn0U4GYBOyjrN9N9YL
9V+sFPphkelkO8ASI0xHdYiXoJ4gEDzu9XQAIdru/mzeXt5IRgEOikZfvLVxwl4PKkWKCmdCvgTl
vM/bj1hR7VR8XFP6WskxteHkKnJrCPuUVehIY/Iyc1VMo2I2Czo1DG/Khudl1J2x03ZEWA73R7Xh
hCro5pF+xgTqqsqEJMgHN0YiDmIw5BkU1nooxzdNzZM32Fgg1OfQJo09i0f9Tf8ryUB1b05iEOWj
XWTBEtU2oZxZW935Os+9IuCh1Ayf1wlq2cwCJY3QhYIiBnXuzsujkBp2EmV2rO4UZbC7PHRl8df9
2dtYKA0oemzeFfeEzM61SWDBwzTVBDHoJy32aJuntkDHxUr1+tClpshZrA0XREkVqlcECAQcv8y+
CqVaVWu9loLcb7TCrgnxQulkAM80FTymjy1bIOORNRyByBWwoBhQTZtVG+pSgEx8koBgeErsJI0f
K/k0vtyfxVvemJUNHBnyVcsNxVxW0kuZpZ42WSsHlaDuwukcC5GbjY2lN9muEj9mkBtHEQhiJE8t
ynM2hK4YF+4yVoc+lvwqGjwxNL/d/6iNM+zym1jpr15D82w5VXKQVom7JM4UeoJ+7NRdbrz1ase5
uDeSlWt6Ddk1JA2xumyP5hQbC8q6qRgI+j4D8VqovCZN5sy1R3I/Fd5Q5EWnpnd/jBubH9eDBB7Z
lUEA0c+1+yZlo44dKaSgy+fYGskwoWU2VDj7csOTrqysm+gia0JydSAQ9JSCdVylhs4tCUT6zWJH
8mwplEP4tmUNCXXMo4yXD3rOrq3lSHnFaT1IQSvlVlPZcnhGW/DUOXnL8ZCNzb++q0Cij8QroiBm
9mQtrcQwUqUgaYir0SG14pqCjFQFhLUAn/n9tdrwx7VNCqcNtA+Um6Za6IkXozaHUmCOrRNChx58
HVR7lYafkhCdhTG4b27j4Yj4ET1FkIJD5xIirut5HBuSZkUG1ISMhFo9vC7lX6Xo7EKaD5rmTqXg
GeFHX6YPZmo+DOHEcZqNssgavyKRi8sWETN7ZVDSZboR1dh/+e+ZRt9m2fDqXDwInX6siGLNgCGl
jbJD5ORRSfzVThBN1odDXQaECG+JFz9Uz+g4vz8tLPEzrn98lobzHvtmDbSZmKrPhryuCZIHZdc4
Sgab6lNjBNLoZcYPSmMXqX8Dhar0T29aEVonGsC0s7ehWqxW/JOM6gNFj1lo8j5s6wDBhwHkC2ih
CYImZr0yIBsiQMYwX3i8zE1k0Wh2KBQ5COld6FtaswqCl2zetb3KWauNYwTaS4DfIOZDWM5iDaV6
zNTOGOWg7zXTGoQB6paKwKtybG03NGSBFApkL2sTKeOQoyYVgC/JgVq/TyN1tHZBKkPxwoLHlrZx
hKy/H8BwYMNuz+KWJkpsKLkcFIvipHnkAO0Cqp/ISkC+UxnufZfatoYo2ZARMuOxez2uPJoU8J1g
4XJqEK/W8KyJ0ArrTZNgWBNSFn+FMS7+fSSxyqmi8gAa7BV5f2000fU0JmSWAap41wriAB7t9sJ5
7PqdXvCyPrcUH9g0WLI1fF7fOywVidrEfReFuhxIwuKW84IzUrD0SHEXcXZApGCHerXXEz9KfpkV
Pfbj70rajwooSOaRs4G3vAiJkVXyEbsXSIDrgU/6KNWLvMiBMR/M9ts4vFLyMhf7+2u6aQXypMAB
4TUCbqBrK9IwQz6sE+RApNmTNExnpcnLnWZ0H6Gp88Aqt5h3TO/a2QTKPdQlblq2Zp3mZYoTK8hb
ZL6bnZl6QIR74FY/TmL7EiXPxfBZmW7Xq9Ziiq6cdU6WE/yZOKTmdWpujB07VF1fEyJSAwpzEC3F
OBW0yNSgzHfmNIIkKLe06RU8Vvfn+LZ5BDixS0PMJEehphTZlMKQehJGIFSi1Jl7oUOf5INSpC+z
8Qxek0Y6FLLpAvz4nrcChw98veKZJwdatBFo4F7G64Z9eFIyLBXoFNRgKcLITbpy2Ie0Ee1SRTvB
/eFuHLKXpljwqNSkiVjTSQ3yUnwQpuw1BYvifRNbK7f2pgDvB/gm3p3XXpuoYEXNE1UNxKLTnlsZ
Jd58LIXDNM2jp/KrAFv2sITIJOFViP5Sxl6RZ4I2YvcEw1y4jdY5OnmrNNWJOk6ha2vuLg2tH3IR
gUq9mFKcB5i7GgwxRWKNBidc2nIEbHVgJXHCoYlg/YILC0bfZMMkt1qAYlAdP5kEsGkOcGlrm6MA
8H82mOma57YiYt5oMDC5c2XH7cEU0pMUtt4sHiqQ4tOl8s3M6acniNUd++ax6t9G0WvQ9PLvPeXy
U5gJFWdjSHKgJ3BDZm4pt/Y6qYlZuSbv1t+cWFxSCOTBRg2c3PXEzlo7482Iic0ycIEVIIJ6k7ka
ceu7md3Gq+gxEju470F8fW3E1OsaBABEC8K8g3B1KrWIMysNqU3SDA4IuKMHWRqeBzUnGdDuyUEJ
0ZJS9qR6MNSY12awtS1Q7cMmRP0NP5g8hmYWSlkMoRZM/a7oT0P7oL1xHZZnhLkHwVwXzjXoDoNS
Vi2ynML4KQup/d+t38VgmJRF0gNjJw6mFjRpZeX0pwrGxEHgRDObTnJhhEliIZOWJ2mDGdPznTzt
k/h5SDnPyq0j5HJRmA1e9lERxQ3Ggblq1c/R+Ncd0bjNsOIaSpUgGpHYqyQ0AbERzUYPYvOzkRbA
QX8sSo9X699/vXVRSPk63kGcidTwta+HIMsaErWAnRjUVW1RlC4xw8Yt06Q+o3WMN66t5M6aLUUt
Cq2eQPIxHkCqtmuomOjBKP6Q29RSiU/GU9EWfhZHtg4y3HTWnxJ9R3Ur18je6A7Dm5qCL8kteCTP
G15vgoL7KzoRNYBurwffq+VCC3C+BSFeb3n5LDShQxrfnHm9HhvucmWI2V590xsVom64C2jzUXkF
nfe/Dz3gKEjaAEOETDtbQk9RwBeXcF1HebIqirQ6MGfh83/hLBdGGK/XVjxpHNV60MgPM3kg+QnU
KeO/7i4HmTAwNcjYoioORApjBQzJnRFWvb5uX5TpLexfcJdb94eyVbICCACvEBEVF0C613fYxRU9
VF2szch1BHVG54dRC98E8Jc5Qw2wF8kKERz6JmgG8VqqDtJgGLt0SUE2DkxW6t3/lI3jCu9KGXAV
XDUr0PT6SxSgdedyyEggmW9EWyxF92puoWzTCJLhgECKK4HR+vcXw52TcRpr0hGk3A/ge1LkU9g+
3R/H1m5Cw8E/Jthx9FGVSiVMmAoybLH0q6++9xl6XyQOhJ1niFm6WIonNNPUJFCaH2lsOMvwFvXB
0PPKwDw7bBwghOjq6HvYaQ/LqL3k0exXSfJnEDkBKW9xmKeLVhjZ0IQlgcejtXWy2tiw4vjv/eXh
GGHjiGQcs1AqKxJQEaVmtB8PyTEPnftG1im5Dp2Q+0QBGA8glHDgztduRvou1LPZRFoSQlsuzj3Z
1tMZMkTlYtoJujbiJIr3sdHx8qHrFF0YJnjPQs0GD8D/1Slh1irtSzwdauiUKHj5LbauQTEVBK7i
Z/8bMLP7g2T84sYWs1yi3oBFszCgbTVDN+cZvGUhJ7hnppG1wPKEtG0EYoAEo6l6e5KtGdfkbwMJ
RHSr87qqORPHUnNqqIlpJCarGmaSW+15Ea0KefjInvcyT+KFzUr+Z1wymIOAN0UUz1LsKiBrBEiN
Kuecht4QPyiNYw6FFy4lmi1+g57TEDtHqXLv/oKxuYEbu4xb6u1YmLkBu+hFXh7QEJ9HNt5+omfg
XwheP47fuBnYNZC58cgv+QrUA1FMYaNQccwqKY2V8zi7+X4EZ5MKzbX2s85tFUomZ/MHz+TmUqqg
zAUzFnK+LE6hpXWj9jRVzmbtGJklqk4BVvnf8yt9Q38EZ0rXkOVmeHgjoUwHXDukJK53epm06Pot
KuXc/42e8/2wF3zFn97T19RTeZ2dmwP7xxYkOa5tjYDiIDNQYCo1Syot6VVXrOg1+l06xsf9YTHZ
1/84yoUlJlATIoCCyAhLhmFrg9d+Tn8rsKfJPIdkDuMbO6vzXFzHqdrocrraESzxDGZrCv5nC2zr
g50+zfvmrf0gh5FY+tv94fEmkvHJthFDY1Fy5QzmKpoUbq38yRenMw51/CDQU11++//ZY0K5GLTH
VZhhmEA3hSBUqTzSWOkTfW6OAif64A2N2eJiYmY1OO0xoy/pcwod6bCwytdZtHi8JjxD6+1wsXSh
MIhS1JVfYzLepW/olEwSSwikyOYij27vgRWruebewOWEoiLj+PG4pNmaZzxPoKSmqWhlWeXK1WOW
1JZQ/04iHlfvxkkJUhIkj1F+B4aBsOWHtKaVIQ1leNbi3hKazq0hklJIxBrn3imw70gBDv/BEmhq
Sc1THwnODIJOzulyuz2uv4LZHpVA+6hc8vBM5D9zuiuLx5rs7rsmzwSzFQC2SgdhzsJzr8oezQ7m
eBxVnnThphEExCLWDyUxFkiIutyMUGkIzy26K4fqqasfeh6z+60/ovcO/wCqiF4EkFld+6OqzYKU
LUvsG+lR+y49Voor0t+t+ZhBJKltOO/MdcdeH/vX1pgDci6bBW1yUuxHSmTafV6gybcFg9b9xfkq
AV2bAaQPJQO8A8E8dyNhE49xTiuSUL9bikNeviSqlYV2mVmQ6nJo9Y4WJLAOpq65WA0EFpTaikll
JWhHpUPlUhRVwplH1H4b9l1/EzP0Wq6ELh0j6lPVPNbFizKahygLBuQ6OaNffY8dPbojvnDha/cY
c8RkPQSn1DGlvpF0Tk3AcFva0Ll6jCAmH4hW7Mt4YP0xNc4R+oWWZOyCeAuYOZCwIvHE4peUJWk7
sewzH+T/u9nOXYs8Fw71ol3kSo7gto7hrA2IzS6HWm1sJTto5Did9yb9NjgJtq/E071vYY6ABQ08
1BiGzM9kqIw8gaw16cDZpAzWmgSVPqS0sIvfirZDmRQCCsNu7ixIcrUtOnG+d4mV/kxyx+hPguCO
taXRb1nxkkP6gFIremxqh9aPs2ZlP5XmkKa2IX6Djh5nHW/3CshhvvJ3gNOtqJDrnUmXdJbrRs/8
Oit/G1KJwGh6ue8qtwfMtQnGJ+MKGhNdRjI/Aol3ORwmHcV+znN74064NsIshUqGSM9aGBF32me/
WzpLpC46fZXz4pqa3XeWXLkzL+jjDY05oJUh0WZ5hlVNcFLx1CauLHOeWWwSCGEYDhm0nIBRBi01
eLder5A4RpEWtm3pC2C9b8mT1LyoKbh1ktQqZgc88iZtwP4C3beeY/o20Ly2zCxcOE69spRd6efG
y0+lbMChY6/uCyKy+x6y8ea6tsSsXotejqKK+tKvoMUEwXVw01Mw6qHotevOUCDgcVxujgxdoWuD
Cc7uLyGSi/ioAnkVNTsAwHP1hwBazYEI8I8fdWFaicyDZm+cySpCpH+MMSelOKl5IuVoW6n6wab0
Uel/kXLXjDycAIt/+o+nEHBJAVaM9AZ7JBNaL03aY73isbZb6aDHRwTtpAMdIj1L4cukPzVAfK2b
kHMSbi8gYDwr2guPLRbCZi5FL5VCXfrhcmhiwcnfQMPalLuufSPiUxM+TJRzEbBJ+nW0KDqsHe+o
ZuO1zkwradNqNGK98pNfi1c8fQj2+KQqluYaOPflEzSlwRHi8CLrrVv/yuzqWheuI7aJ0c+UVP7c
/1L/5INsx+BdE1oXlfql3OujG37KdKca5/FxTkHtZdjT9IMMrq5H7v1tw4o73EwBk1DqpqhTK12p
fGEv2opHvfRNPiS76WS6aQblLygXL3ZoxW5jUWu0ZrDjirbhlt9UHlE/i327+ZQ1AryYlmWuolms
sBr0sHi1Xy4Wclx2sR9s8bt5rh/o/u++sIUnKAoe7s/C7fsDfgD+mJXSCGQSIjMJVK6RpC+Kyi+r
0p41vE5RGoGqGJWRHKqsSJk5p9WmQRDjouC1ot3Z+i760aJYEaXKb7Xv4LawxfFMw8ihut+Wo5Xz
2O43jg9gUvDWAfMHisks/KcmixDOvVz5ALz6aVjshLC2SryNe5MX0a5XCRPPAKUJWDOKuMjRsAW9
RRFzKWmS2v/Zgsgh3SE5Y71FjzKnqWgrhru0w6Z5I12JpYXCzuBlr93r8h2EbBZ9BNWxM5xUBHEI
5s6xZzjoVLB/zVb0ErvGPveKXf8RvZiHfwkq/nJenJkgc13bVdH0fe28ol5QHF557TcVtcuS2iOv
7XYjzEJPBMhbgOkA9oZljZWrnk7A/tR+m+TSaSJG7FLS8661LyoTdgGBkEPnDMpSgDKt8crFLjTL
apCauqv96iDbtaV46V50VVc7TdYDCpf7xc2eK/ttdMjuLbN5ub3tQf6fdeZELk2hrAq5h3WjbVzI
JEhPkAieOaceC837Wq3LQTKrpWpj3vQNBikfi1fhe7LH8060qLOTbPXB8BJQWP3gFD82RwbNtXW7
Y1uwfERNgVaTNp1rP10gUpifzJQHZJJ4Jpil0yKtNiBsUfvmXj7SzxnyLz90p3HbB8kNT/pH5OQf
9w/OzRsUgNF/RsWs1wKy0KRE250fH7RP5Tsm9J06zUdxSg7zKmFHnw0PWhqO+coxvHXOgNkJM7ky
YKKD4NpNk4gmbWxi/2tFaUHqE8mi0BG7nbkrorOEV4JBeXqzWxEKUs46eB1WkVawKV3b1AoUrFKk
n/3OUW3Z9Z4yv7GOPH2+7TlFwRabD91+oIa6NpNNPfp55rH2IWG5S/eZJ7iIhCC50j6sUij9Sfk9
WrH1lwqcW2nrBQQw9T+WvybgYu83eTHn0gLL2uPkNIfJ0p6zk/q42L+gAHEinDVcp+vqpAFH/NoF
+B/OIeT/rsepVWAubQscmWBdKu2GxP1e1+bMbfASc+67C8sGhr7na1vMDR+HkkkhFFr7+fSa099/
5p8xmqMcoTvNJiTL1McWpZIqCAsn7yyte6Q/8XP+aKYjiq6HdvYyvkI6b/zMOo9NH0m1gW/Sle9T
5EjkEEsvQvyjXmIbJfj0MKQQFXGi3BbmHdgUieTdn5Xbd+HVrCB5d70CEASZ0HWBL+jGv+E+DP/m
MwQBHhdldNrF08h7ubxLNa/evK7r1bqvWRe0WIAtF6HIDX+EUoldMuh97xtj7lZ6MEhHmRR2NpVW
F/2+P8SbOdZAioFreWV9QV8X22CUEKWva11v/DrPvldp5BWVbLd9/37fzHrMMUNCPyHgyNAjwGOQ
5T8sJm3UoC3X+O0cuaXykmjVbixREuPxRW6N59IQc96mLaY272EIlBiv6Kmwjdw8L2rJmbaN8SDW
WJNjIEm5pe8maltpeZNgPJVfTZDQjN9I5ZUmr8S84QpwhJVeSUGLz80pLiUq+I7GufHndzWzVLt5
qlW3N737q7MxaVdWmM1f6eNglOrS+EQs7JY+obMNOeP7Nm730to2BFwL0omg3kIP9fVe6mhWAQpG
W1/ShflcDrVSWIsEICXeNU5JNd1O2zC1qyGtbVOOamtqhdQdupRXBd6aUx0bDP2S63/YJgcxH5qx
0pTaF8lgZZoKle/PFF0wIUkc1eQlcW9PVowbVwa6JdcWV6Cor8dNCzrKmRE1/gLtrOizrGXUuB1F
RqENNWhlLPdC9ZSV8dtUeeZPUA7sutyZJT8W95o82KhF6KS3ygrd5o8mCFA568K2LiGXsX4f0pMg
kkGRiW3TSZt0KMTRqP2+MfddUdj6Zww0pqL8lI60tdPXilixshfEY5YmnqEcquncxmRnhO6snhsT
Ijjv911FvT0swD2EVOnawAAGIsZT+n5Ju8kgiHHn+lttQl87VTnB5obHE7SQrbUSNLPelMgVBdih
Yqw7v5IWR05AvqijO5dzSGw4GggeIRUFlRdo1t+EYH1L6iVtO79Mj9LytzZNaIuZtgwFXaJknOzs
xol0ZYzZw1kZSTroAjtfgz6b3D/G1edQ/Un0n/fX5uZhju42c72W0EWJtiQWKokKyzQ0cdn7evch
rHqEILmSItnS5LMsvmkoxdy3d/vcwmNglcqBPikqEnCI6+2jjFGlqPrY+7GxUzqK+kMEztX2e9fJ
lmL6LQQlrYS482f5Kp7SQ/lqDm9meoSn+jogufv7n3PrN+jEAvES2CcBxkU3y/XXZHk2C5ma9H5e
PHX6HyN/oKTk7MgtG0gvosMM+FjU8hj3j1XwsuZQr/UbimJH9FiUyDMN/zbvjCGs+Q4sIsp0SJ1e
D6QqRL2lfdX7i9fhfVBYkeomoSXznsu3/nJtZx3sRcQM2h2tVTvYMWZkz0TXoDua7yAeZfDUd29P
jdUS9jTe5oChfDnShaVYGdUKxaLe7xU9tjtpepSLkneabwwHqWxpZTsE8cwNLX5bgwZXlrTBLxwv
tZFqtnj8/qs/X0dK6pUFZvV7vTZprMECIC5ebZd2cjC8gJcv/9J2Yc0glbxymQCGjQ7D63VJiFk2
vUIHP1Pz8/gKDhov6w5mU9tx8pbHwQLQpjjlh7kNj9nizmiXnlSv1VW7V9zoNa7cEejO7FwWtlK/
lEn5oC+ZZ5aWwAMbb6wrutfIqh+BVkHQ611/qTH3Eh4n9eCHRiscumxI3KGd/9zf12wXDW7BrzbE
f6wwt3TVNFNTze3g58u5j+xiFWzG/az+ip/UfLK1x2gsasssnyaxeK/+QhEMDHyRnHHOl43BaiBZ
Q68/Ct5QrWA+Yyj1sDKKdvYp9M7NAYrsnIF+hRvMwsMCzlRElJCwY/FaQ6GMYpUPMxISBU7Q7+kz
fe3fp4fuqbXzne5kVvSUPBmxEy9ue5Ct37p7f6rXHX/zAQiaRSgOobWVPd4EaEOmQivPflugdp/H
tlSesrZz7lu5vQ4hwA0ioJWTGFcvq1enZyUU9KZw9qVi2usUNYuR2EXxTeYl5G6LFUgBArS9cn3o
K7nAuqQX587YFboIQqrFn+3FmQ7KqXqJXBkK16NTuPNptpKnyP5Ld8u/Lfkydtd5vrCb5ElfiEK9
+N+dJ16SenUzdo0ux7TO7sXvVmXaybTB7zYtdfcxnEB1ZGl2kHo81OlGdHw9e2sMdWFpbogABkVY
mu2PfEed8mwc1EOxX3bt99b51e7nneDpPrLS1mg3TuiWnB23sSEQloPQBNUGtBvggLn+gsVYSFGP
peyjnTG1C5JYofANnSmW+gfQ5by3Uby0STha2XMpvzetVzYxlJrHxySE/CeSlJW+7IfyYZld2eCE
ArfXDTBY4kqRA3bdVbX7+tuaOAf4N5JUfwFHnl0ukuossh7vs6mCLIia6yAfEcFtRBV9d3//bFtG
jAzSTLREs7knCBQiQ4vkpd8AYzICe1EYuSVOuwiKot8TQ+J43O25B8Y4MCNDCwtt5zf82ugPosJC
qeonjX7WhMrrhIQT8WxEklAOFZFOQ0C+dlQxribNJEdN0VT9LnarJwpl4e6wQD95l//J/Pyh8mXB
AkvZ+NDkjqJ6XQpk25PkJY5kD9xM4u35dP0xjNdBW6fI09BQ/TkQa7vWT5JqE0RhYNOZDm2/N7y8
fl3eJyCdur3smf3h/vreJlEhAw9YFapQIJkHeQJzbJVGPc5go1P9WhUA+LQVEJacQlK8VVS29P6Y
xWe5P6bGUZPQCGjYRuZR7YP2z+PH/S+5rVR9fQkueEiqIl3NZo0FrSY1SOI0n3waGVDflto9p9Gj
YCdPWvKYa2Ag2OX1uT7Jx/io+jTQH5tj9rz8kUDdZMnfJLIH9MrcK4ZdYY9wLpLbeAxdQZDoQ2EQ
l/JN33ratHJZUXzd3H32EDztzCBX/v5VB6epBTzLv92fjdsaBWbj0h4TmAkqDiM9h71p2JHj+OCb
x9B6++W//OYM7Et3/vqQh6VVIAfEIDhjWZRXlGcgXgZPla88gqrfaK3uaQLl9HPippqnNxZkMNHV
NT0D39eUVnSq303Jk8/Dj+UnGc6Ct6iu3HkLCTR9XwiTXUXQ0/GEXaLyeI9vQ4brL2Vi4i5tuoHo
uQaQzGDp9Wgty1FTnzgzf3vpwQqyIShgrPwELOeZHEtTRNpR88PZTpvFMlW8Ip4TWUMTEzplYktV
QSKAti9eRHQLKlnXfFWa+2JdQoH0+pg3tRZKfcKg+Un9qZ2E0Ckkp2gdMCQo875LHkHlYPXi85Jw
hrw5rxd2mTNg5Q3qtbbTcPK9N8lrgRWv/qu1A+sSCEWMNehkwvcGeiFzCh5fv086fyHpfjC6naJN
nITOenjfOPOFGeamRLEw1s1p0nwt03bamOk2matPyDB5mTnkbpL1PPK6jRtyvaiQM8fayUhsXy+a
lEMLEBghzc+qH2lzSjqvTbXnBvfKKCT7eBLc+/65NUJIdcrIIyIfcqPlXurg8lgiXfNBpGGp0TdN
Hnc0fCmgrwiJ9//iPl4Bt0jBIXgGR/v14PKkmRIRTNA+Oq10SwAliFsWIIS5P6SN6A+gViQd8ZTG
CYsX2LWZuBe0vtBl1dch9FoYo62lz3n2rkIQU1RdHY4yuaZoTe44uAVZUHBKC682D10PDRrPVH5Q
gK06UbP63OUmFDYDBuj6QXMGj2R00zCToPXJ0kMZQvULmh272rDCPIfCtjWiQSPWZYvEeBiGgh2G
YWkvv7IcDDbtLpdsRXmNzH2lfTNVK3wxqTX0D1nCS43dFulxbEAjG8wSK1k2ZF6uZ6+Zl04Z0azq
S3NjaYott9bYtPvQ6SvrV+gAGt1rz8nTKBjOLL61vC6uTYe8MM9MzwRZIQXujuB0ymurAymPm1BI
Z7URGsgwm8BGmGj5u+8y65HE7nMgz9FRCFJPoDWZuEmsOjKSGZdWKLftDgku6qhgKfLuW/nqtb0x
o4EzFL0WOmD1zHFCKnCnpqOCWPEVEb7rqtazaT88R5b307S8z11inUX7gP8lvuDYrvtw/Ob+sX49
/Hp76U/2bP2OreP+xd09/Njvg/3+++vf4OW9tJyTE/nfT8fQPgU8yNTWcqCZ8p9PZi7JyhiHrp3h
rd3S2RN9I/NpJLU3SI8S4Br352czSrk0xtxYYR4trTGrqq8AYl81RwAeZfKmFp70AUEwVXXzN+Vo
PNDqFBq8+v/q1vfWhrm1UNlRWlpgbZTsh4rk5dg4PS/qY4XTkA8C183FbDJ7KwrFqvofzr6st3Fk
afYXEeC+vBZ3SZZsSd76hbDdNvd956+/Qc+Hc6QSr4g5MGYw6B44WVtWVmZkRDMo4n77lpPBAgie
sHjf54S3E1chJeHN2ByIaij6o0/4ZlPv8DxWDMlYeyIvBaAzMTmSm8jagN/z+pTHYisISYx7xh//
5IPTzfe0T5rpENZbVrKqbE0jdumIoSbyS/EJIAcdF5aNWjJVCKgddN2IhBaqYKWG8Pu2oFcQSVr4
Lg4vjBuGHyAKMsC4EnlvuVDAcc8T+Zahi/6lmIr+7Rnfj6FeGjIxI6A4To7iJm8vIIsi4/HvWiPc
7KPufQnlw9RxEPmpm8cqbce9J/R4gf0BEGLlovtdpHt2qIuulv1gzBSMOCXjJiVvbxr5PHzWRCPV
7u3TOruq8Z3qPhCBmv741b9lxCMFQYJ50HnrIyCNHltP29xsty+tLq183dKBgtbMTFUFmhukQK93
2FQGahaCaGHfeQJpx00nOHm6JsSxONMXRqgZYKSm0gK+lvcDfIUKhCWnkjYkSv5x3zUt7t4LO9QF
USvIFjcNBtP6Q6a3So1GkTIeV+Kj5SmbZVhwEaFjYP6Ki7QVxMYybeoGeQ8aKzwUdt3ocMJakmAp
woT0JSoNiJFAwkx59D7NOz/IMnk/qoBMvqAnoXhWBnSKIjmRf96ftsXlubBFOXSe9SSxilJ572vb
6YuNjKKsdK5eC5qXnJk2Q0CRbsPtTXOJcV3bV3JQyvuiIH0kuHXN6pB+N4bhCcHUgGKiph3vj2zh
XsQ64Xk7S+4Bf0DtbqikRH6RCPJek8Zxq3IBFIdCzp4K+aFGlkgvp3DF4sIWVBA7A+oK5pIZT3y9
ObRRVFKfgVMRKu6Vi5Dh6erz/UEtLNeVCSpLoIQ5n7Et/AkXiyDLPTAi0iaTlaa5cd/QwkZX0G+A
RwA7/0ODapMp9JuYg6Gy/AtkSIBu+XFY6SVcszH//cVhmhpW8ZUKNpr4D8bSKg43rMChF+cLycyZ
TQmLSqOPNXmEoNGI7T0kcka6aTzLMp74IlOD1wttHPcnbWnLQYMAwD1IrbN4OlwPiPezNK9Bzr5n
+DwwuyAXCDepMfHqAK1TaRjYbR6sHOBf5mnqikGaWFFAV4ZeSSzXtdG28IKWS1kM0UrJg0IU8hLZ
L5XRmznCFYiE6weffCumfXx8fH9UjSMZrYzsOJ039J7wxPnpyVrssjgRF99ETUTKAFQIrgfsHq05
N+Gg6rHaZkaJQoyojaSTCpHcn/qlvXQ5C/z1LEQVNPjQDSfvVTRmVseId5NwpRFn0QTciQwIxNya
SW3XPhtSCKNy8l6cDr1/mtBG1asr53vJhQBg9h8blNPS/LpiwkaEn5z6r4Frvpi8Nu/P1K908s2G
ubBB3ciNwFYtMvloqdiMm5faxJtab7B38JrGT0yqt62qt5s3gVQWguDzd64z88aKsbXQvJDrx2/3
iOPjymgICnWRhLqiewEZ8J+VGbvRi4wY5rXTa4uwxJGMp/9le8ngEENSBGRXaAC7XuyuFscBqixY
bMmHiKOfyBCMzN+KUXb5lk8PMnqmVvzhkiNBzhQibwD+zZJY1yYRp8dcryTKXlKex8TFCyiHwD2f
r5HjLm0y5JVkxBfo61foMm06tmMPRSYFYQxaGFhw/xlJh+p7X6v9ypFZOqT/NYVi6fWQkkyqSkli
sJ/r6hSJ3Ys48K9KyDXg4h0lPWiHzrq/9X7zOvTWQ3kb3EBInc1M89cm/USFzTBV9m+NMQOp4auQ
zjESPcI7C91eenKoCUM6qzFUs9ffeJMjSEk7KAbc/5LFaQa/4ywtDtoturEpk6RySMRK2WvMhpGf
WPZbQ+xz38bi/AKWIqOFG5EcrbfCKLE0dtB13JfQT9ZRA3usc5wwSUJOWXic1vQuFocEASbUvEHl
jIzr9dwCXDDxodcoezGNiIR+tFz9aKbn+2PiF88BKjbgFhYAo6R52JUxEJlwbJV95Y2Q3932DRo8
HW78GZpHqIF3qqWpaI5kH0sZGTrRLls98bbZBHFpJ2SOA2jxUecgA+OT0esf/ADkSYlRt4/sGvT4
titBQr8RDhFgpwD8oWvsekKgmVnVVTMqey9IARUXrKDZ9njo+S5kZiVOl9Geode8Zt+foqV1AK0h
ygkzBhBtA9dmq15QwdohKHuuh1iwAqFDhslS20OycaWy+VuZoI/TpSnKKVU9+gSYCKZavbMG/Ego
lo96TpCuQIsSUGTHzB2MFM/NkhwQBgwk1v1dZ07oXUzIo29/+ybZhZgFEmh6sHl6anXtf4jyFMA+
gOgE1oalr00k0DMpAYPIPpzkM4Kgs1wppe4NPLty3n7Dq5vpQLAPsnagR8EdeD3zwZQUyZhq8NG4
qRI3Jp3BWaNZkwPKWA5nHELy3ZGvhOxytyAqAUkEqr6cCV9HMPD72+D3fXHva+jzWGZFUPj4mkQe
idga2tuY/2V6W2psL9vK6T4Kal2QkbPT0J/zyXCA3+ekqt0xN8We17tpsECyRLgSsGxmqwkucMug
R9+OtSNEWzXCcxoK8U1MBNB+BJt0CEkbH+rWqhloXeL1q8sqYfehjApWWhu97IHWy5WKUZe7tcFi
Zu+NdQ5rLiJ5JhqaYRoUeIUOzYYheIXWgAJLfgelYtSr5zcdkp3XFuo4LnDGfXWvDI/NxJMkPKtC
puftyhW1lLFB0xaI02fwEAAY1JlC0cIPgwzLBkZQnKA3cDIZCmIj1OQIbiXQYmjo/ZN1bKajt/PN
7y+VfH2JRCYlDlZj6uzXHP6MRDWfYgOZCGJE+loBZSFDAMpLiDvMyiayIFMvza7kG0UIInUv+B/s
+JENNRjNPsrsQ5NKU1RT8/5eviXjgCu9tEc9O6NyKIWmgD1F/WT9B0+wysQBq9pegbhqUJQEWAaQ
q4uJoW3DqNe1AToMboCgUB6fGj4GD82gJ5wpjAI24BZvc91D1jQ91aWRcO8jp0+er6cMKcpj0r2o
3Sn2iDTFTsysdVYsXgvzvM1NHMCEaNROGto+90spVfeJqw7vHjj1wJ+tuaLTxdtJ3A8rtdallLly
aY/2Skosa0EJe13T6FOevkraK9sGunyQct3XngoVnhrkCFNoyvET6AshAL0S6d12kGP9Lr+B9kUB
iArmboT94B3YQPeykwKxnRD0ppyhaTa6P3jxCRGMLijWlOpBP5gK+8GG1bEKnCLwCLfatbuQEZpF
eUCNhHLRTMR6faAbNmCrMMaW6rH+e6FEBij/KgpdljeJ75TRiodaaEOZ6+wooSJ6h54tT23hsi4y
JvcLdZ9KaIs0pUcJ2LO9P7yX0AKrCXQr63wlHbBUSLy0SdfAIXNVQJonx7QDAQ0KHyvQB4cxQd5D
HlXymsFPgA7NgML4Ho3YRrpSG79tW5yX/b9jpvMRoG+ug3q2Lw1WU8vbroDyXtrpaGOTazsYa72p
D0KEduKtyEM+eK0xdCkCvrRPbf128KNG6mG/1IqNwLypgq6wLiugfzIIVvb44n5C5Av6d9QHUV24
3k+RCDpf1atwrEeOgD1K12ojQUQaKVtGfuQF8EqvFYuWXcmFTeraS4RCqAQAd/eCYIp2r6S6gslF
IRjIByI3r8Uz5/3cd8VL0SVq73gezpTBKA1dD1OVolJg1F7dhxJrNNkbCzROHp/vG1lcN+RqecTO
eIry1LjGquXEvFKVfRSlesg7Xp8Yimc2Yq0z/kr/yu/LmY4d8GoB0BEU3HNj1vWIZKYDXr2GI0D3
txG5kcvq6EQkE4HEG6pEPjlruIcDsEChCjcZDPlEFcyRd4/5rjfeZ4yUR1J399yTv4meIZQDOQqq
KLz1/Pf+rCzuMLzlkHjAxNy8lwNG5uushyOXgmyvetjBY7yNWwOvECsehz9xVRI/e7tvdOmmR0US
KGPAQYHIoMIRlstb1MNhVK0FqOoiGtmldquBei1HTMKtPO8Wd9eFNWotyqaKo1LChpbhEgv+U+T/
jnit3R/S4hsS8QTaGzXQiqCl6HrFRy2NM54J4PqZl7StSSJ/drXb9mfff0saJ2lIC2AfG+I2eoiy
fco5g6SA/CMHFuQz0h7GmSigBQ3VWJiVULw2fmNXoV2odtE797914SQgQpjFbREN8sDkXn9qLApT
0I+Yfr8eiTy8i94RnYMk7h+raI3waqEXYRaNR1PGDApD2/e8OhdRdKwpY65BgHOfINBHXFI6QWBP
ijNWIomGABhlMjWxESNJB0HTCX/IgxL4LPUrx3/Rr83YQHCWgTcewqPXH+JzU1MWTKfuOd8MJDPP
7fTYVrqExEIAaDR3rNeu56VtfmmRigYgCuhDLW12ayHe6v7EvPtZbEIQHD1eX1Xcv/UISe4v7ZpJ
6mS1Xt5GyQiTYxybk4i4vjkPySFHl7Kf9KbISCuebs3g/PcXy5tieFPdDbPBjbdJ63AXe39L/6iE
spGFnXN/eEveChU3PJeAHZgpPa+tSS0v1BUyOPtURvKj2nKq00NlCyhGEOiqby2zEmAt5vbQgT2z
qM1Ne79x8MXw+qrPgJ4ATo0HREbdDHg1+U7xKFhgDiR/RLMk8mauSXDkHIM8qSPnWp8UPH3NLFlZ
2nm3UFeKihQVVO/m/lYQtlyPnfO7EYz7yA9jI5uK/8kXtdMoKsn7NW6mJf9waYla04QpEnBtwFLi
/WnYisxvIU5tjSRGdoxZWdLFYYkQX0T3Hi5/eoYhQ+1DUTJQ9ig+IYKKLJH3SS3nOseu5YZ/gU43
U/jbogH8CUqalAuIiw6ivGWozOiTMHLRCDAprpx/TUbHvMeDGQeFET+3DGk+R24X1lA+5HXAYVpX
GM6jbPPxWkVyyStBbxHQN+SS4JRpbFYZa1XGpEgep32KoudzxR1F1QzkPwWTukr+KPj5iyC83j9G
iwt8YZQKYWPUFuQhg9EOPpcZvoFcNJr8u0WfCOqXKzfjfCZvJh0XIgquuPGROb7etywjyFnYwhgb
pryeJEAQMkm5xvmxuI0urFCno53ChJ2FyvYhtxlTVOJQDerQBd9DZGVcA0wsvbvAC4N7DTxboMGk
09K9ADJAXN1Ig701rPE5+UTwQLoT7dSj/5KsIIwWh4apwxnBCx+aANcTOHFllGRRjbR+9K42cOLi
Z12/8swaqGVpoWREZADOzL3QNwGyEiZCl47KflDP4bRXm7//ftfNCNvfeBiS6dQ4KqXzGnRHKHtw
MROpfB9AAqFlLyW0ZHvp476t2UXRmw59NvN0oRXnpiW+FPooitDmho5Qc+IrkvOnZEIN5qlG+nrN
My+l1wAd/Y81mhMV9ZCEB35a2We16gr5A5uDWSp6rxiXyz4CkGp5eiXBswXJNkoCo6g4cPxMmyGp
TI1H/BO/DnWvs7WrBi/KAGFk7eD1T0Fudp7OgO1+QJI73MblhmPduQ14qjfgnXDBda52OLhHtAiD
HYRkDDpHsh1IrNuRMOlR8UPCj8b9mV24gq/GSmWaQP3shSC/UPY1Hxz7xlZlRgckHp1UW7T89G7D
rZWclvYlBDzR54nUJfwIFa72iB6FGFXTfapEegQRG5Up3PuDWjpiEG5AwxxONRIp86AvrnnNa9sR
NJXKPs5FkXQJD5l4AUQAbIqMUuH7ysqlJ8yvgZv9CUV61F3RDafSNUOFDeIUsiLK/uFNIgawLoBi
vswZ/rc/D5+R8ZkjOfuGf/sEJWl9zuuL+LHlRO+e7w99oeUTATp6pvAYQ+EZvN7XYw9ASy30PD5F
HEyhJalipPI2Dhy5ddnJ7YZY7/dNDabvDQTJyRTg3WIhdgdLYrNG30GdWkixzcVhTAueorgPaXoE
seK5BAKi3EmsAEo/9ZHNNiKa+X0C4S6DS/8l+Ja2R3djowk8ihup5kB06tYK2mJArz/9Wx0calB0
kj/l8tAbQwyK7zWzFfUY9N4eu7aKs/O82FA3Q6GcK16eY9RXsMI+1R8ApdhH72/lfEX7MtbXmtip
0zLbQqIAtITYOIC20j1uKURpWk9luVNeVdJO8zzu6OUS+xkMVWT4/SqF97K9ubcC3QtgC6RcjhgJ
ahOUsNcp9ghqwhz8fXxmjczasaSjsf8b2X8tUbPYa2xe9czEnfzclBO31DiSZQ9A5ZfvNVjYUYns
16iMKX/6j0mUZNB5AyrJm0bOueV7yIWROxXZ1LtsVSTHrsoyC3eabDYtOx2lCJLWJBXFwfHRp7Di
+uhY5p8PmJPWM20WiH2ooJj3g6hBgpk7pS/R37ImwxldOW/pI7tr9tkaa+H8y6htOvOA/ccY5WwY
ANfkHNZOdVhsU7YykybWx7ExV5zamh0qHES9NC+EHHb6TjakwD+0pQqW6GlTCpui4fS4FYmUSng7
JtmhAOc9FNDg32I79nmDGzv7/vcsLvLFsGfHd3G/pIHA+UEvYdj+dPbFDZdPDyGooUZO2IaJqNcZ
azLRKihqZbKpWy2Kw0yGMhEmIWmtRvYtzwsNZKmsplvj2FyZ79+DdTHAgckjTemxiRoOHdbi9KbU
+0lU1i4IOvlPb1a6h7zrol6dHxknNv1JlbeuSjYtsNcTl5tAkZIyYZwAVwYrT1bO4MpUREh1rWmn
r6zmbwfkxWDR4NjlfofNxaSQZ+iljTpUezGSt1LTGVLZugkCu0ZYm2O6s/L/Bo++frwYcWPTvHN+
GYuMEjJwFe9DQwBp6sikbzo7e4KAVk+69/ub9v/jGf5rjzqseJbLJXrcsaiB6hQjIqFQMAGm1weU
tHCI9QkCBpCz1AeB1WsttFbsL24qtG4oQFggOtMob6xpsdSUncqdsrYnyhiBYS/SWaHbT7WsdxpQ
B+OktyOYkaadWEMMO4L2d+jIDFrX1pSJF9f84luo9G4F2OLARdh4QmL1bKTXIuEMZURXRz+h9BWv
FFgXr7w50wW28hllRQ2d9ZkyqWUs9YhanqD3k8WJ0IhYARLTtbx/dtSFGWpUNaci+a/gcZQldYUi
KdQluqJqgK1gI9AEtAVa9vSorzVS15Gnp9JQkLopelMApYJRAxO04evBg5IAM5gdP76HylBuFQ08
O2mbzk8vJLQVPA+MsBa7vZ8WkXt/k1CPg98RoKlg5pQA5z8IoK49a+9rABKKPo/aenloqvzkt+pa
68LSPgR6FZQ9AMiCPoKKP0I1ajuFizBL8jg6oeArrlqDxFTx8jWOjEUHhww1ohxNBJqQhtvn/Qii
irDgT0os/Ikj2ZLRx8zveQHwN+0UQ/0vYT8AXNeTGPXeIQe7T/4vKTtRXsXDBC/nuSMEjZg0nZYy
FJMXKnV9ZqWCsF2ii6FneMJPIfuGzx/vL+BNzA9JBSSGEAEBtQhy4XmBL5wpEzKjyDHoKeji4sSU
/FM45JZfNC0p8PxgJqRywOjHrlzIdLvpPEY4FaA2kcNRNKQ9rs36JdNPqTDU53oaLbXp7CLZVfET
DhoDMtRmfKuSXcGe/cbsuM7uZ61MW4R8+/3B0+/A388AiBEUX2jMhMQd9RngF0YlRtXq8xQ+T4dM
0IF3SsCV0AIwQUQI1viMqWS79icHtLDYhrKVcmb7VBQoYWya0WF7IHQCzg7R6xTvPCSiU0ijb7mE
tMyhPq1hlH8BBVfx2yyAwUOQEnw9WKxfGPbFagVKKdRx6dXnwlU+02+wV+kAyZgT+nSbLXQbTAH3
Ue1UVmP1TrsDqfep3zbGdGD3oxOZ92ePRoD8M3sXX0O5LyYXY0YNMXu83ZqlWeutCekKHfE6LkaP
fH1DVon8+MbK630OHulJwLsdT2WwzYJnlg4u26n0tYxtzlxoDMhUt0AYS5j6HB4TvnNlkFSqYB4k
YJ4KGgyRLMCmpbZIWY+91zTYqVFXOEpWnbP4XasKOw4au/H9XR5zBuSrgErqfxrmu1Vf+4Rb2ae3
ocf8EeCawXsPLHcAOV8fl8hr+I4p5Poca52ey5UrlNGT/yTlRiTy+tgYObCvpQbwYdkDVM9ybyuz
sOAm0IMCyCsKP3MthppzL8xCFo19zVmMXr2+IX3+Hfm8K6QZaVE4UIpDEQfu8FJXbl88FEDbVEGj
14Ih+W8hByZWXlwBqtIYqN+FgTQZKIfnvn/Iyl3PCdPzUlumQnMWao5Uwi6vACSwB0SjEKbMNckY
2p9wsOXosWTRXJsWZgyF4vvzMs87tRWBNEINHSxAOJki9Q1yn1WZh/vp7OclQIpoUSdqzw/6fSu3
kSCWH31uaE+ALfA4UrMPkswR9ApdexYDvQamLTZj9SUU9mjJTvqzlxtsbrTt3xWrc5BzPThwKQCv
MRPtItqlYQKdFrUxC/7Akzo5U2qN+xHdGANyx9IW/TaICIBPHAZnWn3N3N7CwPX+Ap1xLQHQT+f3
Af2EnGbJqyeDcSz3EyQyJgJuXZe3K67k9gKgLFEHK+GlRuIqWBrtYle5mTGQb2BgDbRz6aBsMUbd
AvLHaqCLEjidGdqqIUOujDNDA+hYi9361vS41kNL9zSrM1Pt5fjniOjCzeeSAEQ//MCpBfJ6MKK/
6iZzs11nzbobwpYDTX1i5Po3adAcAxQuflgD/F02byk2pH1BtxNbhb1GC3sThFOfRT1IpkRgaw3A
+FOvczCvmDPYjDHWgKh0SvRm+NR25+pcg6jHr538hQU2Fmkg4+yTr9ePGYVT7zzgcVZ2O01d/I/R
mX1F+gffT+0EjWX6FKhy9TRZPeZccCRnckIdvMX70UiNCu0kB1QwjA3m1b5/0ubxXB008CUjK4MY
BBBzFLQo0xlfNvwQdtopyM9QgC4ZIMyq97B4SKI1ztGFJUSKdxZAxN05p72ud1YvdHJQRQVzCkcC
aN7AEl8mfIG4BfkYg10jNJy/nBrZpTm6MjNxwYStXDKAhgakjD7T+l9PHe5EYKeg/wzHiMLZ9XjQ
cSNwVQUeA0CJgVmviVpYKpBMoKvVOX8Nf3+7UOCDxfaAlNDMdkk3t4uMX0dIgMCaCulEAe0w7zy0
mbbjGm3CoqHZ2QNhi4uFDnEScezyrBHCMw8g75Sa6blA/qx0yjUiu9v9gDkDm7QG6jZw9tOXaIvc
p6QwYXRWTihKk0BMfgEyJaMn6PRgeXNYw2/ePnpR34R0NcjBxRlzQC8ZMn3gQIuBMWrQR9E+fIqb
Uf9hICeUon3Et8GEa74DhmgX+JnVTO6ftdsc82xew9MOFIHA4/+GWhe+VRUbthmEJDrLz9DthmJR
4dSW3r7eN/ObhL/e+ddmqNi4R9W4igAZPaOcaEsoJ40AqwT650R4t4JekgjFzRbgxBCNagJ5fy50
H3wfKx9xk8agxkqdjgQBiwIBo+hcvPkOgyY4dICQFq57Qg+vaAzm4wTRr94oSGGrBM41ATktS7KV
+GVpN19OOXWdyVHK+TKLKVfIyB0EBcVZgFq2cXW6P96bIBXDRSc7Wmk5QJRvdhY6OGU5ixug15AY
VLOA1DoABMCjP/VusvYW+30b0it8aY0aVdm2Yd57dXSuP2IThUELcHvDg1wbMCu6YqUmptoq0Gw4
GJPxeWxAQypDizu0852kV3ptNKR+lwnKfNA+ZW28ofQf6L45DHo7YqKhlxGSKe6a4CzddoF7DpOE
iiPov6DTcAPCCaKoq2JejM6dJUC9ywUm1lFI+zRZvMkDSjXq7KYxCre0odH6dGyt3pJJ7rKWkODu
/UiNbDMM5BQazGNg/w/rh9sJ3mFurleorNvQN7gtwvnTWo1EqtOAiqcpOQdd9gVYd1N2JfexdDxU
ETMB7UUWKG/KHq/GGpjyyvic17KbTYmee67MKDtmLdF3G8Bj0i8tUd6gaks86gZYYkc0+kBhu2wt
T9kmJSTb0EFA3ti1PoG1sVFHP6i0QmCyAmNrJxIFj+2w78KBNCspTBpfiu0EBOt8+YKAB1VJlgoo
QsBuuTxmojOvAD+7TZOzj2B0cgPw+UNulbQi4tFp2zFOb8cnDoL03/WaT78dK75hhgniHkMcJVMn
kZ36QOKYMD7LkLlXDh64R8sHnvu8vzsXhwrYGrJk4LHFxUUNdeAHvLzZOD4PlnYQ3ksz/QH1q8G7
sanYjYNiGmFBj7CSil4xe5OA6MHk5OfAk56bXWuLT/lTbbSWZk6b1mKtYqMY8DwHfmWwty4bASJO
4ZynQ36X7nxIEr9PYn6IzwFjeQ/ivo6d0UOKgVvhP6C5seb9g8gDpw8QPIjSy9Q+ZUO8ewufTc7T
rn56m8mwEOiHZmRNaGg52o+73av9/fj97b31h/jAFKRb4x9bGCpyyzP2RIZnROL3OoRMUy0CY06Z
nb0/mcV8cGa8ehHfZsowSgChJMCegaER6bB7LLjS66ohO48b8aX9Exz8P8BX2JLDHMe/jdmfvFc4
1oeYBQmsEa2d0dm7XN9UsA7yLaR5IfUKFqDrEaJ7uEnLQMjOhTHsUBXY+vYrp6skw02fPIxrb+o5
I3bPHOVWuTHukliSYc5NnfRp4PRUZ11tX21lNzFiRzDKZ2lfW42p2Y0dnrJn7eyZrNO+KhFR98x7
8rwWCS1kFK6ngHLArBZGTKHN32SwZoFWy9IOLMnsDd7ILQ+U4Pd9xW1YfW2O2tVF0UGWM1cgd8g0
ZFKfhORBGg+Q39GqZ6HXkzWM1uzh7k055QGBq1cGMJlkZ9bb8x2Ij8ttCG3d+4OaP5oyAmw3WAAk
FBeRDaXWNQSDg6BUbHCuq0+Wey3W0lwLgwBcEGEbxIHxCKZJULtMyzuINgRnSfmLzn8ms0NvDXK0
cNgR9aOaOTNdiriUr4/CIKXaIMp5dD4IhmgeeVL/67Qk3haXFih3grRkxngFLHD+MQfltho9cskD
O9q59Fflrfws+ltxJ32ASVZHDff+Ei2kTi6t31wWqEilPD/CuvjHL/X+Jf6WrGmbfPaG/0AEZ4xM
0Q0Lt3iG3OFav8XCNYxZhQQIeq5mCBmVKRezTGiFqsSTJyU9HjtO9SQ3/3IPIsRALh5GeGVWdaJb
1UCEFAKc7udnfwTBOihlkRFdmUL67NImqLObtR4aW1OYyHb9D/OF4byUL/xHuglOId5K0gZtxNMP
WN4f+zO74jtvEv3/GEe3FGYSY6QzDFATq3J1jGD8DPGH10APTvIuMZlHHIaArN0M9Imjrc2n5eIt
HOdDWQyztXxKjKHZJeg/87qX+xNKv8pmI4h9gd+cq8Vgabk2EnXaVLYim8P1qrJVPsepPoB9d9uv
5OJvXva0oXl/Xoym7Js0LcopPwsErNv+Nn9Ottym2KvO2hW3aoqaOHliC5WfMCZm6z0UbnKAAPIu
OEYQsbk/eUsrdDl5lL8qtRhuV4YhBTTGIlp7ZDeKVy6rxU2H0o6IKjACIJCDXk8csMxC7HFcfu43
ookt0H0Wr9pzNOuxP0oRWW0hnuONy4sEC4VkJ4jTkIhE4o5m0asQFBZzSHIWDnxC+mP9pB4QaW6F
n/Cw5pQWdt+VLWqlmolp/QAND+d4G24a4jml1b6u6X7Mv+TegKhVCmR1AKsyjARu8ig47IHfrW25
xXEAHYgmHbwlUfS6XqPQ62I+LkroOHz1H8I++BQqyBV4H/e3G92iMz/hcMWjxAxQNLSv6YI4L8UJ
J2h5eU7e0Fe+PdqWNWwJIsW9R171Jwfc8c59kwtzB4sq+lPQg4R6LuUeUq2PW5+ty3N69MGEe2hs
bLt/Rxczjwp5/bk9BZsN8rRUAOxnTFzmDFOdWe4hSjTgynXf91cujoWjOmdsgZ4GegP6jNTFHwtJ
ynVFUJ9Dzo2ADosDWwWQ4P5s0TEYfvv81gZF/O+LSaR2mpRAVasoM2BDlAIFxwTo/7xNVjsqbvbz
tRVqKGzLZH3OwooYnEA7SPJhjWD6BgDyz0BAYQWyWGjfaVRALuVqGNUeTLTcBspYLKNZMg+iBqSj
HosRdIKN3uW65m8YgZQofmUrW2JxIkESgQ2n4llE11y4WI4lwU/r89A1GlD3Zaq3Fbr87y/XTZH6
d5jITeDqQ/0cx+r62EpB642jD3hNxRmglodwXT7pWTfTqwMiyb+x8Z9u+tPWRgBeIWllR9IB2Wwc
KJvZsUMMB0DCa+MTkwLa5wGfUYyVI7GvnhyZI/8Crb6VYd5u/WtDVMjEAcIG+LtSn5sM1WmRI13x
KK1dUzdVUXo4lKdgJC6XgxwgiLlR49OqH4ZP/zurdeTuHKCUUBMMjcJ2lB4c25XxxJNNAO5ByZiz
7z4S7aeZivD++i7tIh7k1iB1RwXlplAdTLmUplzRnGslDI5QcNCMaQrqFRd5UzL5HTkQ/bhEQM6v
0V5ZmcYpUFWmQTFB3XDb9GhYrJ5Z3BYk1zYwqODN2aLmC/JNzV2Jqn4BYNd3G9b2wjblO9uyQ6ua
BtuQ43t9QDFaR6O8K2+6Q20hI2zl7kdupcYLa6hWYp7+3p/gmzoKPXT+eg8nXSFwre+3Z0AwLTTj
HySkiFi7cL2EIMduSfbgKHpvoYhx5HfDPtusVb1vMAL0J9DHqE+HnhUwA76q582ngm6xjae8NYGl
vEaizgWz4I0Vl6Tm7IyZ7LTRTMFgs7+jUAIos2tjIiv5LowZI0eTe5XrMmOkGv50Ora+nQ/f4PQj
YOdqc0djrfsTuBCqIhUB7DsuJQ4gN5qBXeojOQhbYEf8Qg+LXe2bMrNlnPo1e9B2a5f50nnAzTdT
FeN+gu+5Xq2i5VgoGbHtmW0/OhGaV31o3B/Pkk9DWILCBXA3aFOigvwwCkVliOL2HNQQ0hiaPHOr
TK10FvwVBBD4csXeTep+Xn2ktsGgwKHXhqMhd/UYKwmTpC2eLxJ5iE7Sg3MCpO3n/rB+aw30Mbs0
Q28y0IBmTAQzox3t+I10kr64rWU9cIb8WDnezpb+EJuQY0eOrmZGHybjPj2xJPjz1ALvcSqgE/Gz
MvTfztZ73zSv9sWDiq3qSdJafBPI5mJ1GymAlh3ZwNJQxUA1EZnEp/QZVa3iPElW+5bF4FQpgMhW
jNIZA0OszeYZrHLcT8O5Nf+pGbwEinpvNIK1/Be/uC0uVom6G6q0brKmTtozH2/r7kEodAcTAgV6
XZsZiXtIJ/6ge55EZmRWts4fjaeEs+6v4S+a4d58UXuTHzqW4UEBce5Te4xtANNz9hN4Lb/SNYfR
nmppo6VPaX8oi4kI/TYp3JD9LNBVmCgE9RKwVIDQCPpo8YNSGZpsjNqxA949NkU8mMVNz1tprzP9
T+FWPeEywjF2FR9yiEeouhabHISNC9BxPUYQbylq3Rtlgv8xQfPgdwyGl51a/D/SvrNHbl3Z9hcJ
oLL0VaHDhJ7RRNtfBEcqUYEKlPTr35L3wz3dbN0W9rnbwMCwN1xiKhar1loVztZOP6Y/M5reOxSY
Zo+O8cal+DebLc0DiKIoHIBThUSbDJls3XZIZqtv3758e/oB0AwI/cfGK58hs5N6LUrPS/kZ2X0F
TS9omAXLr8rH7/GHCkBFp9NdeEe8u+/F4V0PiZfhan9NwgSgqwkp639+iUPp4wzcXsK1027jMkdu
CWGprhH5tuOcsdGeEBaiUwQhP1OrfzQ+s++2crDcXcm7N6f/yDK+tXVwkq5mzNCAZEEojHBU2r56
lRYxsnbdmzDRzridm29G5n4hGX1003lL03LtSrAhOYRUDNplLNiPy3OtZzwte2vB7erFPZveWrMN
amIENjLT1pdMf0LDhrbZyk2uRRIXZqXj0egNQQNImHWfPlyvfjYar3hFS5B3KxDArekh5MM95UjQ
I1Gg8t3el3uo1WwkVK4qAfDnKOcsCebltYYNejl4Yae1oQyAbGrkDnxtZ6dlNOjep9cGatM6AAoh
HohPRr2/vbOWf1ZeYTAKQOwHfmjR/rk0y6aMGZwgjlHMx2qR2NC2MEPrIzszIc2vkjTISY1x99ao
EC1Cz2GI02vJfqC7XLlDN8Ma4a/4Meyp+Lg9tpWsAeb0zLKUnLDQ5tFlCQa3iKPyI4E8KnCUkEWF
bGWP5VR9jkuKBi5+beEwruqjfxf0zLgUc2gGLec+SQCOfTTuBvA44VPoXQKfAjy89gXcrHHf7KYt
ZaUrwKBsV3okCzvm1FEw3W3IAdWA+KKvAjKYP5hAwesMD5LYq3YlBDtdAF+0jcLp2svyfM7lN4HL
YjpUOswr9/WDcoI8xcv4aZ/sx3Hf/3Cfk8ettN3/sspLh3fkp0E8llaZU22w6IiTE48e+8hf6tdk
Nx9cv/qZYPCJx1JP+aq/vbYhoR4L4pMT3t5nK4nKZZ/95wukpSY6EAXMwFLXemgXfrxvkYY/5OQe
IlKx5kGHsgmJ+LVh9bogsFh1UTtd2HaqI4VmjkLiUm8RBqk/x6MFPitE5L6R0NB3KT2C3k2e1ekB
nan6V6N4g/SYEmh+l2+s9+Ifrv3Hfz5CdlutWZDEwuQ7RS/CRIWvFqle+YNVf94e76qnWmRC8FZw
0KVUsuTS0dWq2gS9Yv6tQUyDd/5tA8sqXQ3lzIDkCl297u3MJlDGelC+mAcTD6H7+d3amLDVW844
MyO5Q3Xmpa0LFU3X/ug/lS/5b/fdeTBem6ey2hjQ+r48MyWdjHkq6znVYWruPe3bjKPwWCR+A7jw
PXkYH13hdV9vz6HcchcpzYVnix9ovAskl5xttMmMppEMx79OPf4VuKWv7M4070QwfuSZBzGQN/ZJ
S8/aEqdavWXODLtSRstoiYKwArpmBh7h/MHau1/c++ZRxZPgD9ulz3lwe6RrbmdJYeHSRFyETSmt
Y1aChVpqePF1zSMe1YnF92b2zo139BQ/dCOU5N7qxnMLr1EmbyQHw/B5qXsJiEHVHWexX+bloSp3
Vbu17MvBlzbyxZdJy472Q7oaT3h0GNlBa+5NsE+G50T7WuaBMZ9iZdd87R7nuyL7cXtKrhySCt4c
QMiLTAdiVZmIzJ1EdD3CqQh8NBdAfwtKu/Sln56bmIeqiMHo38KNX+drgalER/plBdAFEgmhy/gl
pa2BwnndRonyRKcodpVgNJ7KDogdfjd9JhZkxx+gnK0LD0mwbNqT/vftUV9nwfAJgAWA+WapUJ8j
0nRXtZMkqdu1UW+DduwpnT+Rb4XWhUlFdqqp+JaNt9YpnY5Fc7SToGHPmvJnniZQt5ond1/yX1Tx
0Nm5VzYW5MqjLV8GBpKLzlC4hOSq9Gx2PQdvtI30NgkG46FR/nTtm5i+dBZaSeO6vD0TV3fBYs5C
QyhE8PADf0/M2bu8q5gCdRDRRhbNfSO5d8cUjQeebxu5PuiSFe1yxSvTYcVkjW0k2B+7G7yuswN3
QEtOggwSeUHv4kw7lDHzm/5Qzu9jmm6cr/UFPxvncv7OxglBa9OkoD9HfeNnSbm3lS7MmtK3lenY
zlWgolFMXnszSpT5169j82Dk37ruHZIyYZwEcXVn2OiKlz2De6bS8nB7flYXAclYbEgoTxE5/lp6
ZqVWNrfRDAhCTw9j3PrFcPz3RpDsAukLYHmI1EunrneclHd23EaDo/xo25Qfcnsu9qipb0k7XGc5
sdzo8YHn+nK4AKG+nOxW75Our9UuGkj3zUrjkI6PcwqUsrHXKFQVDaQo7lX9ULKg1V+G/kUf78z+
kD4391kM9hTrHubiNdF2CWgE31I/CwX4sCx+GppjNewr2xPQ/UB7+mYLsbG6T5bQbAGAqjrUvy8/
vRpzy0FX4S7KFfU+F2aoiMGbkuklBbnFqAyfOc9K+yfGQkG6GsWeH3iHey262aZAFjO0HSp22pce
75OuDgqDoC/vVg/k6xAB0wvZSOj2Ak6poh5z+Y3GNGUNM0UXNSJIVKDgqhI9Moo4HLjXvNq/AOGc
Nm7OlWviwqTkL6EERk2Lw2TiD+yxB95IGV/0KRrwUCm/i02+4LIZL67DZYgLEhe1EHAh5VpXCgeJ
jBPto/5P14Ecb3nuC4tfpmcxcg9x6iHdUj9dOYNQT1Ch4IWOTUvt9XJSRx0o1dIUY4RszhywWoAv
QrXcb4mdbAitLusjDW7x7sihg3oMloEUFZPK5Yk6zWMEzFVQQ5ZMdalfNYeebsgNro7pzJC0mdVB
o7zuyBgN3d4uaq/L7vppS/Vo+dpbo5F2o9O2uGNbjEbknzT7Uccft/3WdR4NEcr5dEl7D83grTSj
MGCqnmofht5Pph1oESh7WkEzn4aPYSPev14g6BgsHoygVxFoDZL/MrS+yO04GaOqSqt9Ytb5fSfI
FDjzVAGZrm21Yb2+81HeAIEGCTtwf6FFebn35tjMAMngY0RT+9A9FQYarsZtiGZbwZxjw9NsiwV+
vWgAMACbsTS5QvpO5mAPBmSqUIwbo8JxkTZNQfnOSzRb2Fi65cMv98bSoxEPC6hp40TLF8FUmH3i
pCYmcmjsIy+YswOOQfMFqfOg56w+jIqSHwqOt0U7lX8Gp5/CdLQHj7KRhlBxoh4oJsMOED0aOvlY
7HXKt5LMq1+5tF9cMnkOyPmX058OZuo2ejJFbi3Q5zP1CVCHqnACR+wyd0sFYG3q4dX+x5q02K3r
tqY2Ie4dmiqgrXkw2nIDOLo2oKWpKAL7v22wpP07IS3ZCyOfIh1gr/g9NbGNHi39g6gvtxdYu3q2
QOrCwEGB/jiEnNFP6nLq8iJOTYP1U5TU1S4pvhG+g6Sjl6Fr0BN/tinoDc5n4oigAXQ7WaR6Xxjd
Z+49lA5qcI+Hn+bXMrU9Z9HkGDdC6Wv3Bx2Ov9V0dOHTUEa4/Dhh28ydGjFFTU4fUhNQELeZvCYp
i43ocm1JgYZ3lj5eKCbKs2BVva0JpZui2elO1OAHjSXvt2d61QT4k5hm1BNg6HIstmL0rSEwlkRN
8GQpVRODIfPGQFZCC0wZsLC4lBYirAwNmypLbbhlTlEVl9A2hF/YU1vtAm5WHTruOdOnmbbDoVQS
7rNpakMLMOi7jvPWZ12mbfiPtQXE+wyCuXix42BKz4aiEFXNM3WKzNZ+MrFxip49Qd5of3tuV9w9
Xr7oKAk1LlS2ZUhXUdjYGxaZolQkLyVUMfK5DDn/Dvn+24bWzqWlA7qBbqgoostx/my2ltbo+Qzp
2uw3z92gxA8PdaJAm923pmu3yjPXYRve9GcGpRPQdRrVHUFhsO/2Qs18tf5plG8FAXDb05yf+rAx
wtUNZKH6BE0VoO7h9C/36QyBR8YAVIpYdqf2eqCpd7FVQNGs8yie1dT4NfXGbprpk02yY1vSjafU
2jkBGRGSikvmCEHkpX2RqY0OLcs5AoZy9rlO672i6cnGMK8T9vB76DiF2h4COLyolp179pyceKIw
qI8jeWHnB7UOhingUOjtgphZXvaq23uQlqHCta8Vd1/3TYDmh/dQ9mlRmk3zb8I6ZKy5453+enuH
XWcqlw8DLwdSniq0Nq4EPbW246WJDxuVJwswFk33EyXUmif1Xa93qflNbOV4l6HKdzwmAoAiQLPB
fJLelZqBUvnShwKnh4YKWm8BU3Esi60XyNohXRi5ENHUVaSNpBnXtNIdobQ8R+M4FCCXZ1CvcBru
WQkElETy6/Y8rkRkCL6h5YQMFTaytdx7Z+vbJXXujh0lkVp1ZF+l+btTKKZPqN49sDJje8ZVOxyM
cYu4snJiYRgKomhDjmysHIsAfeoYE9oxRxCZveNvYq8Jfy7vuj9q//X2EFfW7cKSFIcwwnS1zjBE
l5XHxoTkB6Qlk8neyP2sDQjFjkUIbeFTyg7BYMXsdmU1Rc5j4eOMNB8vlenriV9tqdOvrdm5Jem2
mEoI38QVLPF851q/ASP0OYly8LeJ89Zu9YpdGxdQQ9j0AJ5fK6uhMSgRmcunyCZFaCcUQCw10J1g
cphHyEtZo0Aav91esrUR4lGyQDEhiXPFmtL4DEle6FhHHIwEI5pA6YZyXAmByt2QbYD1tmxJJ6Cg
jhMXLu5e4pNTBRw/ZCq0+2rDypojBVUAWGr0cF+4WtKxNrrKZk5jTNHkAoDYV0+VKANzzHZxZh3z
4iFTQg4Eing2U7Ev5+5DQcYh/uVaJ2L6KdLz0eT86ueftyd6xdlcfJX0IhgVVShKijBopGA8O8NR
yyCMA32wHMLBt02tzvPZBEjHMHZwCEmPVArVIKLflqj6aPQXanKei52bCSwx3zC5Eoag5GpBhlO3
4GTkeGcqaZ4VcwqP3ZEopvs6JqGbHIfih2mFt0e35mQWoUU0UcLNAG7spR+N1TkfuF7NEcB1/UHE
zrRTDDwFM31ujrdNrZQVAJ/FmFRgZxf3Ke3YarLgN+d6jvLilWsfLP9d2D+7JycL0AKh4x+F8lnW
9x0LgKmEkt2/7G+8dCMCLwAXLw6mDVyGdA8SR2lFUkyYVWPM96xsfzrpTMO5zYuN9VtzPUiu4nZY
nqso3FxOqgbpPndSceOK0Wcv+ms1Pen3aK4MgYMdTbY26NoSnluTNigf55oqlTVHZoPa4wCQsIMG
qj3deLNew+6WbAQudlAq8KIEg+NyVN2EAJ0ayhwZQ8BmnyDdXkeu+7XktYdmRN5ch5l5GBTui+wX
b4MY2ZH8Oda9LL9r2mOjZV72QIva12b0E3xLawdtsOxHq9x4lKwdWGRfgUgDdRWJDWmd47ExRseM
5wiIbeLpXH/uIT3vDzlXfTdJh6CFGLZfOd1/kSUCxwAZG+RF0R5UTvs2U1u3NrTzIvtLDoF7rQ0c
Coj4kTVoofx5+zCtLDqiLJS8EUsCiy5zB3MwnSY8/kiUQEgwVBOmenVXpSHvi/pw25S+PAmkABJl
LtOAl0CmCOIPlwufZa4Qli3UyLHpm1UQFlQxIudiVDV/njgJTWiNByNXQOSfLShUmrO66zlhBwpH
9sLTsXzILTQLnXsrv3cQ/e7sYRA7PU2pxwu3f8w0owycQuUPdV45Ycn7ukDyMFa/6MPYh8g26yGw
EOy5mEjyMiYUfYmLAZ3twffa8FIrN8vferuDpxHYyYa0y+u+a7KkL/Wo6h9Yxx/Z9Oy0KBk4zsY2
XXOH55Zkf8SStGrmodAjhp6pHA3rqhmREA+Tsjqo6ckuoAw2pH6eeJVBd9m3Kb7vy8mzR+Xr7QU2
rtcXH2LhTUhcsG2d5e/PYuketT/uuvgQopZBayDBvgWIu8Zt4Vicm1i285mJTmHz6Ja5HuXmvVWd
bA6CAWIJ0Wt7e3wY25MNJCCSqsX00FmTjy4yRRbqQP1kL//NWPEcwo2OS0/mVKl5m7ed1eiRSZQH
XRl8O09fb5v4GzFL5wWD/Y8NaQtlvCdq19V6NPmlHhTWnvlV4dt7fpfzsImD4sttg+vr9z/25I2k
DaBXFQxjSpF6R4N0DxDs2xZWXq1oVqS6CxTBXIQ7pCHpI69np1SMqB2Po/WnNT47z5h+9/GO/Wy0
UNndtnft3WAO3DeUXxavQ6QLtO20mScQ6IuwM3dp+TSyAynaDSPX04YmNwTyLuiCDZqNLHHgaqS1
cqh4RiIBdX0qO6hyo6oU3B7KMjOXmwHSA3CeSy0JPywp36K0zKaVYplRt7MayMjPD4qvpBE3v7yr
6B5029jKvIFWCQ4IGNjIdsp964p8oG2eUjOyGvbQADqmBKU+/GtUrQpKKpJHKEsANn2VJeOjTYRu
txhSXPNdq3YcfTM6qMCSKX8oxwR9qI3Z2TW5UA+itiH11tvJyda7at9otDoIM8821vI6YsYn/U0o
4dLHlShdUXzOoEw01GbUho79RSFeY/wUgJsp+9sTvGy8y9UEvw47w4IeMaT0rlSkutmCJHmrRnMS
oJ28V/20xp05bVEcrtfR0Aw8lRGVg7CIbPKlu0wW+aOJWSpekE2xh5xa5Wlcd0Pk0/jh9ohWHniL
reVc66gDAmpzacvFFUrM1lQjdf5MW/dTH7NQQ2k9J4Fow8FO/d5uPVAWO2cG7GqfWtohN7yqOqYK
AFpv3Ahy4G+GX7e/60rdAoUvhOvYyMtMI4yWfEBjQfY9Re0qEhDR6qAE2ovnuvnSNvOPoVP9BjnL
YoBYLSW+nj1lVYrC3xNvPisi3hogRaxS+6XPzsbD8/o4Aw9lYKLgDZHpl52GOgjBl+aKkarc2azy
xFR5oCU6PNlV88eIBvTThndfiRMWk7C2bLrlGr1coFHQUs3wNxF7mQYGsH4cZFWReZTkvtItjW4z
xxvQIhvNOfWnRITEzPx4sI+U9xvHbOVqg6wR9IEX0he0ieX97zRVPogpMSLBYzfU7JztmlgdD8PU
tFFl1MSrKyUGWswYvNiprIMCxDZ4qGL4s7E9lofp5UnEl6DjKzqFQd6RyI/JnLfMokq6dJ1fuoGH
tvK1AwO7dTJPhYJwcep8ct9ku9oOb1u+3gGXhpdr5SyUIV1u662BKcjdGpqSUwXGC8NL1mfunZI/
t8nGu2slYw9dZlQ90EYTzGIip7JjR1EBguJWlDxUyVs/CQiA75UoQwpSEV7ZlZ4pvNbVd6TewEGs
+AaYhrtDw4eF0SyjoXOdxQodeivS7dRLme65xjcRA8QC50CS1E8LyEzueB3qrUd/wk1UPKyLgxvX
h8l4RNtPSovQdcaN77r29stnLS08UT8FI1daAs1JuzIzhBUppnbQ22NNIYk9q0FZmbv434NgVVNH
izQDVHwDW03WtR0S1RC6OdlRDwps88Chk7pkE7Npl2WvE/C/T1w8VsYxyaZ7W90KJq9vHFMHzAad
u1HCXZooXG63XpQokbiDHXV6KCBzacWvQ/aQ9a/F8KtoXuyPEXLZ5Zjt54UH9gnk1jRu0OeX20Y6
ahefsBzF8x0PHjYfU2FHVu2ryk7LP4A9RfL00enuM2iE3z5f13ff5YClLJHuqHOpKLMd4flr+aJG
yya7noAlcaqtB/sK7BG2oEeA/xa9NJkBJspuTjpm2NGYgFRZfyQovVn36gwst1F1R2QnMgAv7KCI
H/P++fY4Vxf2zLY0q+jtk0GdVrcj196n9XMVv9DiQWw4j78nVFo7IDt0HJNFmODKeQDCYJZtoWcv
hkKwQ5oiNtKA2vEAHYSyzZrAzVQUkrtGB6Yj7aDX+9i06viZ1rRuvAxM6Pgwkjb93qBhzafiuugq
gyJLecrYCDWHoZrQq8jF/0yDkhTgZQxpUsaHLs+I49dzMTtolgEsbzBQYf8GNTmtfaj1VsxPR5W/
O6ZgX4xkUr5X85INwCmY7X2mM9zuppht6w6CIUq/M4waaUI1BSbQV0pj+Uc7pfBF3hXfu7lFbyIo
fkCsVI/RJqngACJZST5+CtLHAr2xrQE0TV1lfpnpYOtU6I1a+rnFqi+ZPfZ4kZmV8swg5wWNMBRI
TX9CH0HneeSI3X9DolzHJhAjMhhAgE8/OBNt6Y0sNsvTDF/32bd9ARF50DYecrUoGr/mMQugPCYg
L9g7xQiJrE55mIlO0TwKGbY2sDA3eSDMWfywrKRlfssGFF96TavcvTKbBv3O3Boeh/Rm1ezSyoC+
5sSqQX+fWqN4mGIg1DZy/TLNCOrdqMcuGR7gcPF4kKPociAOF8ianbTOCWyKAklhHeM0PeTaI6Oz
P3SPQsHcq5bPVAUSd+N9y/T73q434gzJ4ywfgu61kKw1kZMA3k8KefI26RLDauoTUP9aDfRJnFR7
N3fuaj72fpb1L5qSbtzrcmzz1yhAZYCHgCpo45K/dHPZ3Klzq/XNCapch4F+V5qoYZ92/OSqaEGV
enjjHNLpdcEc3vYEksf7xzAUcCEqoeHRJkf7zlSlmq6WzUk1yj+dDbiXKVA3zYqNWV2zg6gauHqI
dKFAu1yrZ35c5HE+xI5bn/LchcBUgUq49REXqCzeHo90Pf8dD6A2YANDAQwZ0WV1z+xkBclGFPmb
09SmIeMJwEPUN0W6A2VKNzfc6HLXnzm4f4yhcGihST2EAuzFzZ4Zo2kfo6+R2pyg41YhIirLPXU6
N/j3Q4LIHZCGgLlASl+yUnWsjW035ada98EdOziTum/A2B3ad+AON/bDyjnEDgTCEReShqycXD/A
6VBc4WblyXWOC8fMhRLI1Jde3j2ZexZa9bd4fijhjpj9LXO3tuP18i2lIBwCPDfw05SiK0IEKjV6
Vp+KofFs+g1ey9enI+gpgQuExO2JvV6+S2PLnj1bvj6vlCmv8/pUdmi+zNH1cyuIld9P2CFoY4qK
E54sUNdHSunShMLTjtmDk58m391VkFQxjs1v89D6qBb6kPUfPDW5a7Yoo8uOuNyXi1UgKiGthQST
DI3KHUvoHKrTJxXl57EFHB5XBFSQHphdR7fn8PpcX5qSIqZegYQUurblpzposzRw7Jcc1+f/zYa0
KRSeKdxA1/JTKdDoEpo/KVROU4YOKVXXfdy2tbIBL6ZOWjDmFILVxM1PjKIhQnVsCmxA556AATk7
G8msLVvSweaOYwLeiGUiUWXtzPGj+0Erxy/Y1rNRfsb9/234nw2xfMnZTjfHGdRpBktWdoAu1Agl
GbcYocGuJ69JwgP06WDZgyieBI1r8Cec3X8xq7hVkUlB4gKCqJf23S7uE8SI2JACogqUf2at2BG8
XwqKhmLV+21r0iv572jBHsPDFZlVZHKlO6Czp9kaSV6ciuYxKx/7em/kQQcN5PwRDBeD/LptbnV2
z+0t33M2u3ahVRODoN0phwIFCcvg6eUn2EIhgyrIhimpHCYPzZDiBG1uIcyWF8gwAABd3bPkz9jt
e3fys34HOL+nt53nKtyrx2HD9NpmBeNMRYyCBUR27HKQOZ8cfUZsfOKjEqRo1n1ynMnj5c882dgs
q07z3JR0LpK8sQ1ewdQ4f86ZP6sxYA/DLq7uU2zffNrrdkBngebQNVg3jZ/GO6sdvZZs1dJlSug/
0302aOncJLEx96ZVwfMcm5MIh0BRvS4QYf9SPiVP2lf6KJ67cEaknHpI+/nl6Ddbcguru/nsG6Td
7Bh5A5wmZsOgX3B/zF/s+KSMfv/GfpJyI7mxZUvayXGB6Ew4dXGy6b5Mai+ZPAPs0sZjvyx7Zw5b
qCy5NvfPBAN/DWjgwgeTUdiI37RYtfviNCu7eQfO1Kj8YHgTsvmgzi9K/wt9BtFC2fpAm9Fg5uHU
76x4Y2fLBaa/HwHePSQzFn0+xDyXW7slPJ0yCzPMGl/T9+M9+8I0MMq85tcMsZgq2DjEyyGVr2cD
7gnoW3gpnKZLexysBmZ3BTsVNYi9nknckXplpqadT7NB7QEmslGusYe++sMyWrYeFGKKEgRYu/m4
/S1rpxr5bYSNS285RH6Xn9Jm49iRBhvcNNodiuYazvQErZbqacTL8battVDh3JZ0mBqSWdTGRJ3M
OqLte6E8K+6/yxb9s5KoI6OogKgDS3o5nFy36r4Hpubk5iLIwBhF2gaCdt7UBnz86vxbfNZfe8Ax
Y/5Q+kGyUsqjWB0x5nJoilM8P1L7RNLflnWkw/1kfRPu4fb0rV4zJrpPoGPs0lFIfpimSepUE1Fg
rP2YQEVl3qCifckwenqpekTxSmr5SmOG2vxzsjY8w+Jl5D0LCN5fEDySOTLzuNIBEkiGnJ0UkviM
JY8K3aG66IkehQAn3ETDr9lbHosoZCFsQBL0ciU51XUkaUZ24im5M5V7lSt+jDQVxINK1+/6fouX
uub6wJlczgGmFkmrS4NGMZAGrYwZLvHayrwujn5PCX7/Qds3AHs3zsLa8CD1BukqdGuAwom0UUe7
nx1CXQa/F3tIzADd5BV16ZspMh3la5XEG09VOZ2+bFX0EgGaErwNJNRlZJJdUFXlrYKs0ZxGVow7
rNJPU/Ou9/ed/oYu22B7xY9C92oTUlhT6WsPdHimjDzW8+C3DWhC6U8lvdtqYCW3rPjnw9CvAicI
MGDUGi4n3qXoQkzjojo5ZXYE3eqed80P3a1/meXBQbtTgQ1nAjkOQYh9o2g+x0M08WiC8FU10FOB
Wz7h87OS7btNvY0V97ioN6Hihq8DKkdyjzpYrbqFpvcn2/o9xtPTDBwZ2k4PaHRNlZcyywNIz89g
qw3QdIoPhtP7Cus8ZTjOIOPPZOsltNiTTqEBvhxYBcAmLFXay7nKGDdiRVB2ip3YN42+9tGL4TEV
INfU9PW2v1kd+5ktyV3zoSRWPBtLLBAo/d4BpLbBxLdFwGxr4wreGpd0+BhNC6d1bFwNYGPoNYp2
rwrpdqXYeK2uXfXY/ihnAJi9qDpKAU62EB4rF26MC21f5gZATyikpm4eTDnx0YY0SAp9N4PVb7P8
7faErtx/sL2gGHH8AA2UJhR66NDmgq7QifaAAKb2MZ/4u7uJw5ALC38PFCBAGjhaaF8A/3K5SdR8
UOw2btlJT7NH3o4hScVDT197+0dB3aCzgG4zAhGnB9qK74bxXrhbvfeWMyvvUyAyCeCaSGoiZ3X5
CU3P9XmOS7g3yyh8zamawALq/vZ8rl2ICKM0IOWAeoSMnnT7dsWYJyZqsae0/OMU9MgStrDBf00l
FANcyDektm/S8sEU5qNDgrYfg9tfsLZtQVvApQhShnElVKXVg2k0RcNOFYW1zjgWSJRTC0htOm34
77XNs5AJAO3HcK/EkjRU4lqBxgOnpCWq5/SuEhatq4Vgwm/p562a+ntLQJsJ6SPp6m1Rr7LSpF9M
leFIdUSEbfuQImmwcerXDS0rCBQptI0lz79IjHepLbB+uuHR7h1lvuDf6ln9PQ1gDqCKDMCqhZzi
5VbUFSNhlYtAQtGEA0iJ9gudL9BRGFC/jd2wtulRFl5Y01CPAeTq0lLMqprUMSIIroCW40RV+i/5
P8tYwDoHLQuq6RCgkBEQ5jA47thU5YnPQxXfsbEDGCUGcQJMsqmLj4kCnSBPiSc3CxTooe9xUREW
3t70K6uGTLQKOACy7GAhSaeu0TMQ3LoBVbj8xXCQ1ew9d04Ot42sRQVgjaHuDfEhQKqummVVReJY
TVOdUhZ8uuGwqPzZ/vPp/TOERqz30UOs09oIytZy3+dG5eyKWzvMAPWuOuUtDxrXb5LDiBLjVEF5
Lzt2rj8OqFmGsXGo8w+e3inK1htpJS40F1ABsDbg54HMc7mHhqpYBCjy8pRzYu2g9R2HvDYggyes
EAnzesctDsSuXm8l3tduDQAFdeSrkbFF5znpMLJ0rLQEP064uervDenE0apGwyekEse0QwVUcdVs
X09o7meyBtVxF+yzVM1YVFoq2rjq5RZIcm0y0LPNxi6D58OHXU7GqGR6UdtudWoUqALzylXDFnHR
nVY35I420Cbgop4C00i2Gjau7XELYjhovWuDTiUTJUkCsBNzyvqkmPMursFpzvypIfvbm3wlwkLV
aAG2YsIXqMvl+IibzGM3V9Wpj8Om+a4Nh09h/tlMh66ZgWQUIHZwtEiySCtLKja2FeGYxjrHKhYZ
QseRHMWsP1XDbAZIQmzhVlYeU6ghIcpZnjdwFVKYNbNkZCXa7546od+p5ZOKIKsr7MdKVwOzOAx7
4pb/xeE9tylD1coanZm7AXXbTrw69DEl3wbnpQebmSErV+hPRtb6rfY8p0bAyjdOq/0mPGvlBlhK
Zwu52UERS+4P6aqxwqt5qPGuAihg/NZWW/Hrcv6lwApKbCpBDAumP9AV0pYpiMjLRqA4DWZxFkIB
TQDTkIbD8CGKD3XqPVq8FXm4heVYiXRAnEYsgKwVfL9M+Rgma4xj9Pk89YUG7RGj+67nve7ndko8
Vjtb7bzX9o8NHMAi8LMowS3n8yyjTpS86qEgUCGw6ufGs1JSezSukkgdUP8Z3GOTW2hvPGSNl6sK
2Yi1VvwOglbEdUvLVsRb0u6tkNi2oXqCIqTbemabQCY7g3IT1w9CKRdXvAGUWdk2kG5AHGTiQkWD
GskP6DEaGeo1Rx2y/1T7Dry+f5+8QXZ1AYDj4WMBpX05nejewrRhxnHMdOhP0KkGrcMcp+dWL/KT
C5XggCka3TsNtTdKXCuOdMlULcL2qEQCFn5pWeijaB0+1ydXNZGvcruHoZ8O2fxflHLha5b+EQi/
dKQ5Lu0AMNurYspR9p9HP4EaF9XD28567bWx9PaBCiKcKKrT0m00lDmrNBcQDXT5uXPgZIa58xs7
cIBHg0LuS2K3uZfbQyAax4u7YtcxvgGSWdsoGvI46jJEXNHSJ0yWQd0+BVgjzlOU0d7aLenDLQPS
NA6tM9umWTSntrwfyedYbanprABddBsac4D4YB4R5EiPU7NWEgA7sVBlsSuHPT+6cWCgXcVB25ks
UBsPDOnbC7dy/aH7DF4AGhJgANBLFsukYVk60ebE4uFUJOTRZvexEVZ6MFa726bWps/E+BblB9zs
Ml+ZzTVx6qptTpXN1bBq/x9p19Ubuc5kf5EA5fCq1Mlqp7bH9ovgCVbOEhV+/R56d7/bzdY2MXcH
AwwGBlwiWSxWOHVqEZ0oTziXeW098E3AP2eoCO9ZJdDFTK66Wm2Oat06wyK7IuY6611qK+H4iIiY
E6StWH6E8MDmqyBagSVmjFM7ppM5k6o9djmKX9G0NwZ1o8BC2zzmszVbgb1D4ETTzFdlGCSVRUQ1
WXvMUrPxVKu5x8Sualsmf26f0toG4v2klOy4S0iRXNqKJZ+HqRvUFs4dZh4I8VGqNzNojhWzpkMn
bgtbUQkTwDbTAsIKwIJvet2zl0yv2zhL9bw76mH1ulgTUIANp+ixJgJeFiA7IFJArpx5rrJinEfU
CIEd60hul0aYemTIeZ2+K3pgwq3BKpBYgudBf362ECuE/cslAKvk1jwQDNAVFkpSXbgk2dzeshVJ
cFaBlkGr9nex41KSgHprrtRVfyyABFST3331KqYq2j/+2poCi0ah1YCKIU3FQsVkoahLldTVEVMW
zftJM0eMMkV68/Zqrl0ZSEF5E3gcJOVgFy5XIyZyOkoRXJkyJnfqWJauTEKQQUS9tQvRueRMk4lW
/qkTPLOfLc6rdb2XMLXwScFwBYMhsbmcqe3rCi9mdexG8NV3eao9qqGRg7N0Qo5sAnnt7dWu2Hdq
25FeBdIDGU3WUZzkXrJita6PyhjVkr0IvXTX0SaRXMLA+6kr0/ulgytggjA5BJlsqL/ppJaIXY4a
D8l5fdFxuLD4+CIoEo7hcusTvUB3XYgoLpHmV03X7xTxPdf9oWscw+CZ5ZUAmqL0MaEeLWBY+Lf/
cHZB+i6Lx1aGa57BQIO7tKubd1gY9EeoJJcfp6pCblsoGw3MTugdeTNR/pLvRnOUY2CJ0ZRKFCI0
TjUtRs15Ate0AAkwCmuFCb8izOwwAthIGrE+6pk9R499+tgmDhoHbp/92najyxAoI/TEIJpltjtt
IzAVFiF8va7Tt3NUhRstTDDmArwYYDpNnoW0kTkyV1eGfCiuMIizrvqTyCyiGSOFO9GjCUoUBHS7
gnLMaNLaQRPX5+0FXscFNPmKij38LzjqCvNwSEWvVSAIh3dUzTath1jpjCZ0Zw4zYMItDxlvzuO7
Zjzgruvgc0BlEhH1pQZXcJ/hA8DodtmzLH7UkhcbewDC+32n/k51no2/foGxwDNxzAmOQ2cBtA5x
Y9o/GK2wnfR3oIp4HN9rikLHb9PKroFmW/qgnd0UNQW83wBzAyCmxmbMI7+b5mBCexmR86OI0vbt
Y1sVh/ce4RXs/FVObZiEZKhnaL+ZSRhuDCz5Yg1/FsX8Kc6/YjT73xa3agIRbsEKKGixAKT9cnmg
NxdbVZXqY3uXZV+DiyYl081+dYNtYkLJy8ttcWtnhqIuLbOgqAuA9aW0LBuEjnRqDaznZBsd0PEg
CLVmlbOqtYuGgaa0EUsEFS6r+3EUNpYxzAg90BNTdmLtzlr0Pi3qs6Dqr7eXtIIKAtOugYeLppBg
uulFPFMQqQO/qpDJEIY8rGyU23is/AmED5i8qDiLhhCv9uX51bCeRbSDjhqct/FeNII58W9/ypru
wKpoqIPSni82H1v2U6Xkjdkcm9mT9WOXHLr2ZERbjTs+j2rFZWYHaz6TxGhNpuVhFYK8BZlfTPFz
Bg+9JL8wixltV7tqtDGgHhzZy8I51pWCKBWLdmKwVcGHZAFASb9kNdyH5riI4E5C0jcRil3ejjsx
1GxQPKEWOr2kdf6C9nROILOC86MjJeBM0gIesh+MuWkLtdTzdGmOBAA/BBcl2miboG/fCwM9vmmQ
S0+a/ClihlkfHrIqdYdCeJgHXtyxcsZwjKBp6FNCdp19t+Qkb1Ajws4Xs46xQoUjj7ipistxjVYu
Kow4ZW3DG0kxGJdKbVQgVI9DoTkOsnHsARhM5EMeF6fbCrtyTy+kMOZgBq2HnBRRe0zzfK/rDogx
bORevL7k3IzV5SANgQ2jpMTfBZyzOzpGVaJpSdMeTTJ4opnvh1re9cr0+/Z6VsUYugjSdVCnAs5+
uWugmmmmcMF6ckGx3BbJUXC75/0mRm6BcxdWHlsaB/xHFNWTsxUJYq2RKEOfRUygAFmgpZETp8Jz
0guV3VipnWEkQBXyinrrK0R1kvJ+IkfGhG8JwXwnRUvbowUnNd8mv0JeDLqqE8AbooICog4AHy4X
poUV3O4mpgEvJtyNlVfB+8XcNy+rOFd6TRLquOCbQAQPo0nXeraFQ9N14J9vW/Dc1naS666S7Zcy
8Zv+z221WLNb4JpAfIHGGEBi2LKu1UmyMEVje5QqaXjMqrn1pXpefpaa3G/aukrtWlIPJDEWfxHl
fZ9UPP7qNbNB4ZvfAAfAgxjNTPVlaCV05B+NLHf1AjMpp1Mk+Img+g2v931NR85lMaqpC0U4FD3B
ZdsQ/Y95b5Cft/dz7eDo8AfEiahcwNW8PDihqo0wzJb2WGYvUb5Rqw9gM0Pp5bYUanyYNw6ZSzwy
YO2FA802gUW5Vo+dIrXHpd9U9UZR3m///hUHndKdIHlA2UGQpr1cBSYNCnqfwUlRhLi4j7HO90Ko
9mKK/zVmYnp5n4Oeo2p097bgtfNBcgSOOqqnQAAwVjcinTDpIxrB8sGrrXctfjQ7TlFizTqdi6Cf
cHa1WpIPZayJ8A9yVD1KA5hzVGPL+Um1ek8UH3LRk5vN7WWtqThNxSGWw4AHmOBLmUOHjDt+1hxx
g4hGMHHmA0wPC5h+VJBM3pa1eqPBpwAnFuEO4CDMfRJJlEjE1NtjW8ufQiJKPjHMyGlVrXHR0ST5
kgImtaqIwBMVAfA25KPFCfDW1ouhbwBwIE5G4Zn5BKsgGDsHiu5j3+3rxLpDAPMcJclGiqT7Xuek
7dZ0xoDfDg4bKpJlP0xRLGlJkvTHWMo9vDYFumFC3lz4tXt9LoQx/VFXAjgrx/2xxwSSEY361gN4
G+rlX9h9dMSj9ImrDYQKI0ZAZ2ccDjUcdmsSAxnNzsVs7LvUUt24UngMNWuLsoCc1ekYFnA0MWoZ
9iW6Piak2aEGjd2moI/upXZEJ3WzDfW+//vLjaonrct9413YrL6YGqhl52F3bPseuqebjYNSEBqo
EaRwRK0lkVCkB6swaH7xirLtuJISZlbcDv3RiOsajRdfZQpgdxKpijtPi3UEB9Dkm4ugbvNBVHwM
9yzvx9go/biITeBga8I52RUtRaEBg4eA98FWs9TyTWLOHTibQZKWAXYG7juFDK6ubP7+8qNAg+5v
mllBJMIkOix5aoa4jYcjxrw1+9D0kubQg9MjIruqqnwZTEBVsbstdEWNINMCmhZ2ldbrL61bZxgp
GoXz4Qj6SBM15mNefXLOc2X3kFcUEcZiWBDCLMagYGjVBDPTkW+XctCeagmMlIPo/P1CzqUw96HL
o0Zpl5YcxwUUQK9D71bSw4hK+W0xa4uB/0ihpYjKcUqX+yVPaZiD8mc86tXvMd7HkqP0v26LWDkS
pI1RpqPahkiJcUNaKaxE1BbGY7EEafJSA1YdZrJnlYN3W9D3RWJcEaTDgb5Bap4GZIzX3c3iNMYg
ZT0OKeD3c1zftc0PJMYxTlwZC3RHoukGaWrF2laF9NQaB9V6J5EzyE/l8HPUPxb9vipTu8GBtiry
FA95ea+TFz3RnWQESqzPtnraPN7+6rXtAewPZSTMvAHvOPPRSQFu2SWUxqORpG5puQ26dTrtJdET
jt6uC4LSgtyTZnIZR2qe8zrXjWE8dnWxCeUDaZSnKKke5gjEEbfXRLXm6iAQDksYLQlzzlrXaRGn
KcuU8ThvonQ36toGWdRUH+2W2+997R6C0wv3ENMHVBQ0WXcmIfk0iSk4CHQCnAzeC1DIuEn8q5G+
auHr9rLUq2WBQAJU+/SoUHlmXV2FGIBeJjLicG3CsEjBnnjkA9fXEYTCwFeZSG0ijcoqQ7s0etQV
NBudt7KLJJo9qkmOnoiR46hce54QBF4/C7x7gFewz23aLTqcvxT5kRxchWLcAX5sbjCUDr2YhbPk
4nG8J1nO8QdXNhBZIQxCAEwf9oaFc4WTkXfLjKBVUpsAM4A+JKvkGIGVTC1lnYPHotBdBKLi0qKB
W8bUswQu5zAti5svkuGAcfxe7+PctZo+dYiatG7WolIlx2bnTkvhgKWa1xC4ttRvQC14P/AEWsy1
Bt9sbVYiUilVJnmZUHpqyAnvVo4Q1W6kt5BTBaETSyOFwklI4g4prroGX3ICGpohw5g2uQ2DWsUE
l8hUv0IZmE6R1wlwfb3hyqMwRheG5IZO134WtghE05DnM9pjEuVbDYkVPQ4iCl7D1B1Ffb596a7N
FrB34GxRkF9DZorVVFkFIhqtsuQ4A9y4q5VSdWUzTt247+edoVS8CSori8N2AuIIjCNcF43JU8tD
XEkFqSCv6rfAjP2oQ3mwBYxPBEEp2auZ6t9e4LUFwwLPBDKa0mZzEdVyQ46lZWxl9GzFjWsAXbVA
Q7NQ3qCbbHNbIrOleOyBgUNAi4AaFBZXUYqkRso4mR2YmVIJ9F76VO60MTcdVUqXQ95rvII1Y9W+
5SETjP4YCc8/+jou9SWWRtBni1UdGOjwU1E8TZDgb4yP26tiwVzfYsDVid5NmvK9oss21M7MUTiE
mBS9KRh4pO2lEIxHfVqDWM8YlV/9nGdPZIxAPjLPxiGU1MmVy3Hcg56p4FhYRo/o1wAsBFSlgSgD
pO2MJ2rVqFcmstwFAsZ7+NKSvJRGetI1kK9YUaHuhLAdObZvZZ/x3AIVgIoY9pnNWJRFF2GStNIF
YKZC8T0V4n0/xiPcnCXmqBCL5f9eHl5AZInBeIZ3hOrYmQ1Qq0IZ6kXuAyGWMsOfNSsE9nZAA6uV
JQKc/ETPGgAt2/ZHDI5H0xOkGqMOKkWIfoVapr0NHREes2FuTbsYFox4wxhOTF4GJQg4/9o2R6ty
VJZibKPDuObkXdhi1PfXYxwCxvgACUoxhpdfjw5APE+N2QWtlNejnUVps42MBUTkldFndkdGkDCG
Uel3g15tMmESPwF57GU7HhrBF5q09EtRGPZpYnWvalgvLqkxPpmj0DRAOnOjvr+S1lGAVkcd4yoD
lWVLPMel0QUGeD1AfJG2j50QARw2YdJRZOaNL4AozNH02EKZRxfsyCwlzkF/p2guP4IGychnfHfR
IrS63KpqDmsjQjIsWMLMlNxCDrXIlaeFNgiHxoQ4q0q6V9zvEMNkADYcfAxjqkEhOE/Rz5GECgBm
Y4/BpbmEQcpmMWtOq2npHqQsZYR6iTnXiEGnsrTB6qaXP5N5Ir1T5mWIOIFEygkTIOBqiWBiW7wc
5God+MIm8XR7r6+vDghYQRUAYhGMQgM8+XKVbbLMejbOfVDJUgW++E5CWzJCB6JZ3DQ3dbTZHcW7
Av8YFhjVD2ZHh4YGqaIIWQIx3DDKMbKp79IYzRih6VZRGL5MRgUIpRDP21YZcBHk5T1X0KVye9FU
EPshsBYgcNFobo4F2EZVm9SCBv2qjMnyQKh1wuSubFuOCVI9qY0JxZ379xKRkEavKwih8JYzVsPo
VK3N1KUP9KWubMuA29UvauoYgx550LNxAyhcv7stlHGUcI1wssA5IjgAwSz67C7PNiGRieYpqQ9K
krSPKBsmoDUqK9doMHsS3mC3GaRY3cTzHDvhopf/Rjyg/bjHtD+VRUaIoFAqhgHHrdd666haMb6X
YSPZsaX+zoqu2Omq0DmYmiI7yM3y0CZsQZauntLwIz8PCgUKl7hcvSai3G2GAgl0sC4+53pXI7gV
wbxsTvomacrEU6Zk9qahGpwI3rvf9Y2A0djqkwLgj9M3cuNW5Rj9MEjPq84xrs/3tyFSBwoVkD0Z
+dnLbxOHCa1Z0lgHUYTMg9mji4OohoPoRLIbJO4eTRTSHurcUpzbKrFy3VF7pLEcSFjgCDBXELWk
mqA02AYkLbPJbqMOzZ6WoA/iJlRx8TkqcO1woR8IU1eRCENSG0dxuc7FGOIxRR9JUAEA8Zir6PlS
9W52TIwhHEAyoyU/bq+P/kLmZtOJo8DCAtqNIiG9EmevcxKlcbokVhsIcrr4AlU85L551bLVZdHk
EXItyNuyzc8o2oyAoUVdMEyhXji9RJQ2c5C2qoWHJMwXeHoYDzcunChyRSxK7jpkopMDbDLMburJ
AgwgXZw8f0gaYGgAfxcCeHyinhNiregn3CiMdkDqFrTpV/wKtWS1iCa7oOlbt881x9B7Twc7+wC8
Vm1Um67ksQGseLGUDRtFO0BygZb9LqmcHV09tmVGhoEEsEzWj0jLf0x6XoEFudDcWMtmz5owx4LA
bbWzVKgc5MNQGE1UrbYnEvKoF1cUCXNr0aSMUBr2mu2enNKqDrtyIQHaedWnGNOx/Jx0vGz8ioVG
ahDcnJifAYQk21FSo8DQJIlMgkwt7gcr9DOM75gFsBMtu6oFpZihnEY15njoK3qErBE6lYHwxG6z
hnkCL3BpjC0J2mggdgxAjtQXH2IXbxt1e/s+rrjLaI2gvGWGRutgLAdiUSEK70KNBJjkkTwroTDo
20JIieWkfZje6+lQPmWhWVt2rMBOu2LdATfat03xW4nUzB/FyrAzPGP3UZ1MD0h+vzdZJ23h43a7
FqPrH4gSaxwrubZBBvJRNJUK94AtvUbAhw1THY1Bj66YUbMIUCfkU5ma2qnbfHN7i1buGjKd6EpA
OwLKyKyNrPVRKdqSvlNTS5y5XQw7z/PffSR/xKR3uxqgTLXn+X1rUkERhXZUJKgxQJN5gdJBH4yh
TsYAM3Cfu+JuaX6RfJOF8EMwhV7kca+vKDpsFk25fXf8sUGhOaa1MPXVGHRE306RAWrR1xK8rHXm
WUq5KX+H42zf3le2/EQfWRQqEBNiygBS8GwrgTmj4ycT8zEwFhPcN8VsYvCbjgnbeDk2vSqSDcho
q22UzJlbaOYb/Mzek5DrtAsr3mizyesDX1Er+gjCzNG/V+h5CWzRUVp0YzAij3MAP2q/mZGZ3sgw
DDshX3gdPGvyQOhK58xQMjCWhXgZJkkY8MwHkrpg0lSFzmsh/YyU6g2+aP/3dwboRngzSMlR4Bmj
UEVv9fqStlMwROl7gxSOtXzV2vwS6Q0HJv1NRMU88si9AZOKIhQifpaAMcUjlIpWMgSzLs8n8Gm+
DF36LjakdsV0WQ6RnFtu3CrGCX0qlZOPXXsfCUvmGWKSxLaVaGlhz3X5Rx/0uUHPglU/d1iYHyKD
a8cpyLfTKps2YE+R/RFZB86NZ+s10Ey8cSjS0c4CRCGs/9BVgmG2XTYGqWqkYBwQhnyH0MF8jiLF
zwhJtxEmZj3miRltYwMEzZIM1Pmol4h0Ewy5qmNlAt2lrmAOnjlv2ia1/MHS+m1FMNeqzqTeVwU9
xGgv8ykuUsGNrQFxDjrZnAJWyM3qfJ8QAvQp6Xk8GCunQ8cc0C4htKeBhZnxUib0c1lt0Y9Bkw21
C2BR8pySLjolqLl540jawo475QWtxbPTL8rol8Y8efLcpi4ZxsUbZsBDp470e1Boh3sTBsppUeDa
WFqkb8pZC+1STHL0vDWilw6VylHk65cf30+JuynJBmwWdaHP/JBWlLMh1LQxCJc6RPuqUIOlyeCR
BV7fTUiBA4lHH2YRk34vpZjoKRezErZA7YXeLTNpuYvkavRzQyQuqNRlzqqu7T3S8QC40Bwh3Bm2
P0jSO6VblngK9ILITmYa4x0IrMC1HmMytpFVsdv3ZnUcc41Hw7gmGWxTyKIARg58GROFZgQcyWEN
K9RNdbhJ5OglXUDZOhINDNCijDllvbKpu4mXz75+clBwwaQJjHHCNGU0fF/usF4MumCO7RKQfgMP
zAVD0PSo6d1eEjZz7XQ8FjQaOl1aJSoP/CTfiUjMkbyUZ6CoNJdpsgRjjVnGSWIrUm4r0WMjqZhr
zKP3WF0dKiAYkQMX5Wr6+DzQDdeGJQC7w+C2VgMchyUouOmaZUuzcRQAoHTnhmaddH3haNOK9iKR
jkYkGl0jjcisdUJuBmBE7O0o+/O0S+OAtB/mvxKCKAut3iCYYmF8fa3kVTmDMbOV+o9OKtwk/xj1
PzExOJ7CyslhNRYoyECQD1wD3euzG4/GNUMaxW4J0O4Tt/dietSGFzGbHTCEcXwS+VpJUKTDYrD7
FJ9Lf34mKp5CAUOorDmIWsQuCvDGXhK7aeZ0SEKoTv+j73O7lQGM1FyO6OukKnwvuAFI9yGKRJPR
pegwrEgvR8sSoNJKHKTp+tHBG2T60BbtYE1xYwtaguScFhfubIAgKW5Iwgk92ColffrAj4RUmI49
gG/N2L1cHdqpM/AVpewqP8ITMh+ubsuuaTtAKN9e8tq5nstiXqKoG2IMXIasIVlcjBxekNWR9loe
O3hjOCe7YuUQJiNNhNwm7gNL8bhIkzxNlSoGyLvcoQBgjvDrNPyrgPSvf5PrlsOzcJ3JQV6Fjqij
QmHY6QedaRJy71OVNbMUJFq+ExA1nIpqSOy6FHhgzetthCSMh9JRiwR5DQuO1+u47roxlIIOVLby
o9n8Jvpe7FHNmiPOLq4tCsYaOUN4dSjlMIvCaLbWsPJEDkpz7A9li0ncmiko/lD3fzurE6lBtDF/
P4UoM0gsL0bfSJhJos1KkJKy9lDtGZxpMXkLujaUwJkhtw6Hj156titkMsqyEEdRDgaiPsuYvSG2
lp1oi9Pm6ua2tl+/CBAFk4I+LURZgANfKgQiC12fE0MOwKL2oGAKqHjXLKIfzeIGRAubFlkbdLtz
UlJXQRaoMOhwEdpAaAJNweq91g2gIEzD8XQQnSayh2PsE0yyQrOB1z5Om6/ba/x27c8fWVYcYz97
cRFLvYG40alsfbID8NMVrdN6iiO9inee/H5sHeGhtZ07w/FeEv9rtAs/c/dcnmX2wrNfwmw3gHyl
Ns7CeApMw/0w/2SPlj+F9pNRH5yXr/5zvnNie+Dcj+tZfsx2MybNyoeeFDWkutGTjxF2W83GkFdM
urXJl62kjozy5yYODI7Z/laeW/vOOFMk19pGNLHv8wsMWi/s9L0AlnATJGK2Lr5VDxOYy9/71/6r
mTHSC/1AvnVa1B/pUc+d0mnTn7cVgVV2dvfpvTuzfnFqxFnXYR+AaivtjeibW+RmHI52q2wswIqh
pvFMDDpI9Y6AAe9E3Gxxyp0Iwgg7Or6m9ifx7OfB1u6Rt4ieZGfaLaB0Mz6STRHIb0fR37xbn63d
bkLbcciX6I/u8V30Fefxrx/2//5IpKvo0wqEJqOJYV5kWSlG0ymziRs7sRN5xGl2kcPL5rOodsp7
Q//8RxKjfUk4ghZwhqTFd6dT6uZ29tA7mc/Z9isngZXDaJuhTmYSpsl0Glr7g+zqg2pjLPo+c7e8
Oa/cJTGKpMzdUGs5lqQH2XE4DsFytBCN2PmGd3dZ0uKr3WOUCW54YaWY4X2qXUHzQoSUJCL2JO+A
RSm/nqd4WzZ2vS8KZ8JgQNNu9F2KzvZ9lPoGLzXEDgP4n49BFQgsMoDdsfBBCzR3QKpBs+u7wAS/
l909SbGdBQ/GbFf+l7l1Fq/bpYc2GLfu7bv7f7wZ/8hmXnmkBMC12mAjptY1P6fh0D60qtO0DmoM
p+pR8/vYV2Xyr8TSEe+0cVGGB3x5madMV0iXmeMpy7Zd9Gj0z+nvIlI2SuGV6NcW77T4FyoMKCjs
eFS9q4/FmWhmxWaNGUPqTJ8t6ygMDkZrTrNraYe5diVeQ8G6LHiEKHBTngQm3tYi9LRNBCfb+8Me
QMDebnaF+/v2GfKEMMVV1Qr7aW6xIHkfbqxDbr9LrwXvwNiI5dsM0KTF/6yEeezBl1PpC7W+8njC
2zZlTn+vzpu+2M/znVG9/LW3xgpkLOlitbFSYdDdqfFqDGsAJty7vW3r5uZsSeqlDvaLJbd5Dwma
7TZPnU1t6ORNm8znCGI9aXYpjAkNa4xWzUGidDKR/LATDxzoQ+m8y/Y+HdzhB3pCPV68zjKO/rdN
ASIK3ECoaFxVswoAlbMyhMwRuAYn/ELDd/yeeQ/5Z1kfCjf3nm8vkl7YK6fkTB5zXHMsZkCCQl6v
/daN8aX+KEE4/2L1DUfQusU6k8QcGxALoDEl8XR6+xlNduU8qO57vh233XZ6+P+tiTk3q0zS2Ewt
OHjaj6Syw6fQ6ThdMP+HEv5zTuybJ6oVCkp488Sv7CUGYskW3eEAYnSOkVh/x8+2jbG4RdrKPWDP
0yn5eoOR9XcNpjS5sn34V5YCrAaoGlPFY+E1M3hdwxIFDjyt2THa3hvOj+KU2tvbZ7P+aJ6JYdZD
UJHsUxNiBg2gLQeMW4JdbfTTj+x37xVvnWDrd3djYpONsP+yYrs5hMfbn7Dq9559AfOQkKWVo1bD
F6QIfxyMCfKljWl/cue5slCtb/NxJodJFqVgNenNpqYbGjupHz6AvGr3nj+OW4mj8JwVsc+VZGap
EnaQVHnRMXaewm22w3hQ5/+1bybzXi0Y850OLaQoz/FJd1K3cUV/+fq6LWXdAv6zbWw9X4zDtAYH
xXQK/4CP1h42xR/LM93QFx5zrw72XNAENXFXJvBMIGMCq6LuIr2AQOIb9n0V9Ntoo+yPmCS7O0i7
26vjnRRjBMVMHKUhgixrm33GUD7Nu1PfeIURnhTGAGoJSuQGvcpyIKA0Zke2+GwEps3rU1h7IGkR
kdbfUILRmZs0Sn2nqHM2n3qRKF4mhi3I35JqQ+rR+jdRu07r7EBeoR1dpms+CyNLbSG5GBfTybCj
A3mo763aTV3VNjYgVgxtQID92D5gCkb88a8CnDPZLAgQsHEQvOeQ7eeY8hXGD8QbfoBq1/TCyrut
IKvqfy6LuWUa8k+dVUPWUGG210ce2nnizsMu98zQzcQHvXPybNe5QNaJvPQXVzjjLfahUYLiNoch
+QqDg4v+jw2GDTvUv+o3k2c9chZLX0n26p0vlrl6s5jmRC0gr3WnyHtLPMERd9pjechD5KPeI+er
Cp2K8wRdoRqpYUYrLVK+4CVDDpO5Ho0ZJkOa0yfoKfAT1O+cJ91OiCO7z89f3A7eNQ/8XBrjKaC3
JpO6HtLQS3gETXu3iZDQ2C8zzyVZs2PngpiXta2iNAMGdDq5yuK2nmzL9nb7FXr6kReGX+HM2B1k
Ln4tpq2UdFjTW3kHaNFR/VQKlB+Ix1MQ3pqYW59h7gSsDAQd/NghP4xDsus/tm7ogDvLua2Ma0bz
bPtYtFoZRdJczxAVvWLSZ3cnuC5333gymMs9d3Ge5CNkvI7O2yE7fiiuH7vJi+YVGBb4jGTY6+1F
feeOr27YP7rOTohYIlPPBwJzcrgHTtj7+bOxd4H/AeZBlI3S2RvuHPHwHLlbZwqcbYnU2u53ytlZ
3oVT6Smf2e4wLjIllOgpBrWfRU60m2bb2W4j//eWcEHLdBNvLZl5Y9sGFZBhwZJn5w04sHsdxTHJ
SW3DtTg+M+84GUOiof1ZbBpIymw3OaputDPt3zwm6yuky/dlAx0pUOh4YlHSudw9c6wxxb2VcK/V
z/4+l73hnfxEve8OAeiTYuve1n3u7p+d8YDkkz/bo4195aUTV5/6s49gjEs/tVJlxPiIVzdo7+IH
yfeHz8Ymu6cfSLZFvH7j1WgRIN3/LJqxMFlF2s5IIa92X9+I2zjNr6PjPPLWRX/Nla7QudKoXQNM
xu4tKOU7pS407C0cC2/cxbZjcJRkXfvPZDBbhxkLyYwxHpBRfGKSL9lanu7eSS/7wT4EFXIynGhg
NeNOB9v876KYvbN6q53EBALFjw/DlvdZ5Ef209MTcPtOtC8297tT7DaRW++b56/tY/XzcRt7zovj
TV/Ei5yXrfP8CNvHU2S6zlt7zdjyPDMbHcxqeDR0jNScd7ct3fqb9M+qvyP2MyOTx5VmFBiNcpJB
v75Rn/f77ePjI+cwV2/8mRDGgBfEkJrWhBAXo0FVt81RmXA4jx61T+w+UVZKOvMcuHHW0xVbSRmQ
tIPqx09KJrl1xgMyrbldKHOCbA90uPDdGYsSVVmtplMxn8ox9ethdLRmRP/Gtmx5L963a3y1GAC0
MLSFNr2zbOFEbkAahCLfKfipoGXENnq7+PNUOLFveerDZuN4z+KPr/Yj++W0m9T7Gg8j+IS835xz
++7cvvUdzMENfUyGhkzz6c0NQN5m32d7FNhUG58iiI69cVr7ObYx2sf+yoMRaHjvwDlW6XrXAdUA
sElD3zx8T/YVHFM9JmrYjycBxD53IFC6KzwVtGSH5K73LLjX/UbegkeW8/peq+ylWKpuZ/ci1Fuy
jBrEajagY7a5uwP3ssd7Cr/7cC83GGJwM2hnBeV7ZoyOBICoEg7zeNI3mmiH+6j0LLt8XlyUA9C1
+jN9aDJXdeo70FRgtmX/Gf1CC1/b2ejmJ6/pxPOGaahy63sYayMAdi7mS4pQJrPAVFUZjbWTBm38
wkwucNF1koF5ka3UNCdrJuZRHBUjARfeICd2qFYGyJHUAi2lHCN1bQPpLoHhCQUjIIoNJsAqjFQO
QXiFXLxd2ejmzfataCtH+b5zj1+l80KC5zSoftyWev3IXQpl3C+QHRA9BDzrJG+al84P75/hCm1v
y1jTMvAJYGqRAlpGk73nlmyOgt4YVMtmL/NiV9tEDlIonHu8kg795i34jxzmHudFn3RNDTmD0/vJ
6+K3P6RjsattNBlwDusbpcqq0PmamMOSMnTwWxVkjfvy7mQV9j3YuOFGxpmn7N5gPvaHyAYpqjMc
TKd39b0M0JdXPe02EfBon4un+ovjJXeWl4au8TjezbbmGm5qk8Dl5iiuX43LjWEOeZgyFXMMNKpZ
+a7xgpPpGp680+19vQkdzjGsadT5zjA2pRUX8JgrOj3tN9zw4LN0uAuiu3tr9xnnOkyHxRLQJYYa
XPI6eh1K8v3WcIRA2NfO3+c2L3ePeREbY27iEbTB3/fyvj+Evhe5HceJXnsAzneNcQTDRq/QSwQh
TSBtgCzgoRjW7yAARGAukcEdyuxYjlbpcS5Q64OmRn+8z6/u8Ppvbvk/EphtGrpJmLMJEsD84KVu
vUX/vRu5XDNJlfX67P+Rw+zUPOggG6dQGc2/f8udt8r2zXfyWvhc55zai1uSmGcrCjEwdMq/V3Sf
bFK3cEobYfC45QbB6xf0nzUxD1IniqliNZDUeempseGMYxDAs24DcpNuIrc58GZmrdSoqFL/RyKb
tpybotZSC7v42j02zp/FORb3kctxL1b87kspjEVOYzUjlo5KmGYv/s/YFd/DO8kBbMxwM85Dxl0R
Y5ET/b9Iu64et5lk+4sESAwi+dqMijMKntHohbAnUMxZDL/+ntbufkP10GrcXRgG7BcVq7u6cp1K
LlOX3hbwakwLFdmP7cSonf/u5BBt0z50bKFmB3Hm04lXysKtzeTs7WCfATNAJki/El5X2Eh0iOMb
kGJUaZO0Sh7ObqSQrbBS/fLqGoE12XoLPbHjUs85lnrchA4oMmqinHuClyWoKAaL1vgTbtpljzY7
z9rxnP9RfTQgxGgLBcOfpRQiu5ubp1YhJDQiXVw81khUE/x4vwMarKaYXAs/0MIW9fJThNcULTnH
xWOCURByKhSKmyGruooWvXMl4QKVIdV8zMUNwP4RG4xymIm9XGOCqT0mp8Lq9PPlsCl1NMzB20BX
zXKqzxYxKYyUZOiREz6kN0WfE8lSLfNtXuMfpdE9h4ulvGh43beUvwdfxobV9Wx+SfMc0rKRlj0C
687wcY2P2b+FtI+IMDpEa6u6iiUQebkmZHN29Qg+i2wUxkZ9diWj1afkYm6Xe6KZvj09GslnZHMf
Peemb4puECgVCsbOQ+2myDQy3WxQN8PIo/MWL7a/9HThW/M9zzMfIYmsE13ShCXuAobxcPgDklrU
lsHUq5vjqbeQ4K6c0kgPHK9jTMPQmhkFcAAsFXYP3RNRWqwcc2kbS0yAmWtk1nUFW6BP7Mi8kC9X
/3h8mT/GlSmoF/DhUFuRgC0OiJx7enmYSJMugSyv6PIJhJwbC7tsDDiknk86a6bHRmKr+xjQcfvH
pG94FIwc3ZFmWJ0IiS8nEpRp/oWRfqS72jX21NIvOF02mXFGgy2ZbHOCf2Chu95YwrN0aPXf4aHd
SitdT9dLLGGC5HlWZCvPHO9ppPP4/mQYH12Qr4Uc03IX+rz1GUKHEF8jm01Aauugbs2tu5UXvJLz
SMcFpSqjVwXOwAyIGff3kQBHCUgd0GAiKNYmrddYkeGZaAdTdBRQl4eGJMuJIZMMERtPGuiv/7yS
b+qMtZFjBNoFYE+PU1uwN9hP7sCLN9tlRpRzYqevKU/c6R2zBOmSYMznoEvvB7RdiO28tSuBXZkU
i5lR24gbiLycLKmN48UNPxCOqLADo3YmzQHTizlhRnEXUd1eQwWlDYRcysqyREtYKiR4Kla+Hmwn
dmaazg7t5MTU3zpy+cV1len5/WD3+wNYJD84lemlorWVCrHnDJ5DbGercANAgu0SvbAiAPa2NUdf
j/l8EjCAtRmSWRhJ/DGS0c/jSyaqSIMKy84ULQuJve0zqpre++MXPVL8oADS35SYF10CXyPwRRcl
FqdFL0gEE9hbOYl1gGj4undM0D7d68++aU7OgQ5wKY/EJNAd5Th75tbmf5Zy7z+Geb9yN+2wIK7o
jpqLbWlYMByepTCXSJZfL6siACaxq8YY3pjGhY2VZ5LjNmh555wI7yOY5wzkFoASAYAHbTiBtogS
vbqSq6RfrVoG4LXlvinAhiGA9srQTaqhvdySVWMKpXZdPP6SUUU/vBvmadeYbYzqWkHlJDcma6nV
U9FWUkcK9Tlgxpab4KJ33VbxsC18FemCPdW7P4pocL5ixAO8kxDGywSwWlhjXhAOCiTRmBsYKli7
Bs5En6/gQex45ZUxmz3kmvE4k7iQAjUB10BVhkf0+na1O8JjasTrumOKcQwS5GsRFYApUSCRSIRZ
hmFf01+Uit5hWgfLJaT+eaa91tpHcLXm/t6vjtOpkVe7WK45U3IjufN7sWd0XIg9a3KU0Nfep2QT
k77Wz/42WGySRbAoPjxTAfyW4S8UuzYS8ibbgmGqsW7w8hsj3f/4EDqhJWKoGcN0jDKYuBWWEPle
d3xpT2d1c0btXPsd2VuDwBumHrFv8JKAtyZ+Vr8OaTJvPnMD5ToNQHO6k6FYZoeN70gmAFOfMe7t
NLgeTEu5Oi9dMOYS3/HKPPMJlhf/S6wV7GhRSmeiOcpBSc6VZgN4si4sdE5e0SRpxaGeRys1sQD4
Wwi/xNlygtWv8SsGiC6lpTVk2q+UrCR5tanCBVbEeofHL3D0AcoURhnmFltlmAdRTueorOR+dxQt
SZ/o2nLLy9LwKDCvoc8A9wh07u4YO4Gh6dFW1z4e80CVxI9bHvDAiPhsWnfatKA8EPGP3to8MRpV
Gv/8PrqOQH/g6LvBNBWqDhwYPQ4pe6rIm87D9L05cgwTQH+ipUNg1YmzWyAwIBLlqM0gEOiO5VKw
JVMGpX241vTPOdrjrjuu6zFyLXf0GM3bSxXg9Cegpx1oNh7Z8RJdofOFZzeWZiuYKJuiHeL4+KZG
NKNMO5TRvIVpyR9DN+FM7OSiQyGvFnaY08VKsq1UzEhdOYmH/HrGAYYdubg7cozo5aWXalUActjI
RCaqQqRkV6uqHswAQRi/uloNcDRenDDiwt4RZaTRm+XzC1o+OjQ/pC+1XW+Aj+a8l2vxl4+ew8fn
SfUIKzSD87zp3IHQdJMq1qIQBdqLVxwphgUgs5z/jQQTEEp1J3RCBBJxjS3lxZ8gWvwXBLCDE6N7
kH3Ixv3r0pS09GoqE2oIRxTgQ+X/v9OV4kN8U2CsgDrxFd93u+7ooVn9YjR/HjMw4sTf/Tyj7CNR
rcVWBAO+cJ4IoaHB0PoK78GOvdchE4y/Vk7qzFPoPchRYKh1QgQX40CJpmtYLFhyvIaRMeP7I2O0
QzSLFIDtzbrjarW5ldyR8z5G78dUJwvyvr6a63BN3jDSqSfm8lBsEj3ZfCBnTP63o2WskzsR2jTw
8RnT/kpK8R2YKaTKeXHg6CsayAejJkpAvszzaNod0S2NiqDXWO1c4AjJDazjx1MdEGHUQgC4pi5F
DII2uo3V7H2CKJ5o25YEh/1eLBEPrROyJAds9omfDl/q/mulHT9Wnf34RMey8ANpBXbj/XNTJlV4
bWNI63R3eW4X8f76NHPiDw9J8pRze6PnCrgE2vsmw+8T7klJQD8Fhgpuzy2A8St+XGquozVqUAYk
mKctByr2QncgAZcKRfnNU784JtaxXSH3Z9vmujEydNJiwSA5aIuvD46uH335A+rMy7+ETS4HCu5U
K05y/pokZlxy7muUQZweEoDo+AFe4f0Zth02TvhXvz8KQvcuBL5RY+u815YfdT4FWFsYkBLIcfpj
IRnlCxhmwJ0BfhC8knuiUo5Gr94P+yMWeLohNiU9zyYFRzh4NBjG6rSa+WkZ9cdA/ZMChVETlhOP
tyyYR4R5dJIWudFUC6C6gCwoiosrdi7ncP8fH9eo7wa0TYqSSYHRWUHHiu++nvVpf6uirVR7QmZk
ortWQiZ2anSEV5sZS1wBVR85QWwjQiQ1p3wP7D4SE52itlkPj3dzRRpHI9d1cRRe/jylO4vkxlop
yFuxj58L0i0Oie7sHnM8ltm5+wDGPkhyW+UxVnocVycAgXvw5J47c/Mns7Bwde/ruWHWRpbryW9z
KRgFKlT+E4qyvJzOrSj+Q6kOzoER1FLqvblY5v3x5WWTrc8l+dOlukfsiW5jqM973goYRQsNINCQ
AGEB5/mPvs0BdUaEsbhr0tbToj9es53kHZokX0+zX66cmcIVTq07MzmnTk/1EbuMOLdTze2mFdhd
oXWjM89PmvWn3LRk8enrthkgB13o6eGwmxg7niUWR5/SN7MsIq5ch3UsaJT26qTa5+DjLP3q4U8t
iG1ezcZ4W/4+LBvnazkl+tvVNH8FhFcMGbUnKjBkFLreBQHrvdRXUuNd4i7BeQuf6WRfSMfH58v7
feZVeX4jTbIrnnEQn0P113zCyW6P/b4wVWSqKTC6wtZWikAoZy1AIo/KPD2Jl+Kkpe1/obmxWV4D
DTTzCT/aFMNr3+eXaX90cx97wxe1/JJ2xuNjGsuq4Py/iVA+B9qnl7QyCOQer0625vo0wiBmcTi+
xoLhPVdmY6Ebs46JcuSQpe4CK/3AX4ItVLCuTGARG6ZKEAtpDVvfBO0k0BsN/d+652lVSqRGyl3S
x6Xv6rEIZbyad5q28bHlBFtAWnRuktrPIiuPUgCMP/6uH3iPqCIA2hUQSjN0hmLEm1FC/hzAzWih
mEH7TwT9ghYuK9/Em2OPSsLkF0quAVlqS0ChLB2ndl6cx+TH0vloAhYBVgHsE2zbZJSCqPpx7AX9
7GicNpLuL3MDLvnXjqPrxhoPhmRYFMNcDQtV7sFlbsYEPT3xuTC9N36nDf1c5pbv6DDxpgt0si5u
QGfiwJ/bPP1pASmk97YJ5UYOO4dnQ8aMN1pF0MZBDRq2BzIupOh5eXfN5dkRbaMpuTwtbCjT9dQy
l5y3+dNcKJAOzECiLxwIVSzqtBrNhdyvMXBpWCXp3tZ6z3N3Rpz7exKMBsM2q6RtigjO/bJfEXO9
3B64qML0Au4v6J4GY/q93O8nuULnRlEZzvUFWXeGyTmqEaG+J8K8KcGHe3GpwMhqQqS3LVoIdAMt
Ljyrxj0wxoRPpmhShBeKpPRGxJxKsudN5vMunXmdblelWY1NT0ej3HWnw3zPUcac378xONDFWjuH
xk/x+yVCyYTolX3g6Bcq/w/u+6YYBhR88YqOgCsoyIROwvv6xXGcD95N8Pigyn9Axcv6OL/KuIjw
t/YbqGW82Y+RRoo7ibrNLA0IYPV7XPXoCkb8LTupjaNaQqo6suOh+4w0099TYsyjHKTIR0ug1D9t
TrV+Op0vuvOU6n+eNlaGYZ4W05ZP8NI4PjnvzbAZ5GnmFaVMH//sdH6+ErI2zYD84rzMn+qZMocp
COwORbXg1gs1OMYkmFe+W6QYCUEzBhQzAgzSvz0WuRGwtXsizKPptVyYlLPkpil/7Z8AtNU6+723
wS7U/XoX9oaWEQ+tq8jqcihz2JOY7MjlSufgBVC+rOs9el7WZU4ulm9Xjoojne3X5NVMFxjP/YU+
U+Xty+sxa6XqIvc9jJTL7s7g1i0zOOhsAhynYoqDflF/vWxgMawFeVb0dWG+mludJ7R/UYT/3Cs7
alqqpeZdEpDLc1Q3UIpb7Yz/SlV9k6CKZsBRK80x2UYT40ZOwlR/BSxeIHEucKSsfX9szOPTKlWY
NxUucGNYlvUpPNvPa5OOeQX6S8zx57l3xJjbVrkoSpfh0JDT660na4ZLsgsncdao2WToAOVjDP0M
w+75Y6zvdRoVDdbXQLmsakvXjo/l/y9a8vuOGLsrXxMx6eISHJ3C7QZTx0eUZsnFybYGtw/lZzR7
zwpje0P01gVCitMzNi3QIAILQw86MQ8+Osw0g2cARgrh9+QYpZIGUulOJUjGahUTY4PrWiyer7r9
WTl7eJdLDBhrGPDgGbYRx/mOLjtc001LzCJNwGbs6fJ5CVFU0ShWOhxhHDeg/9wc29WTYru6jDFt
ZEJTMl3Mnwyn4TU2COOu3zcNxkh3cecX2oXKu3GySh3drMi1zA1imvohszGxyQs6eEwxKkPuLk3Y
5Xl3nP+SEWVai1j/lAwbQ3BvGHnlHSH3qhjlAcTqSklliEiSApjM25SnJabrdzvOVY20Et6LBKM3
Zhcx8zxKB2IInYE6ADpjbVM3HW2hwaBwjpFnT2VGaQRK3mvTKIMtidGge7Mlx0/yjvw4Yird8Qzj
g6NHfvY53XPI6BHtIkk+tjfCnSMbA0tPLNiUJ4NDhGOs2YWtgYtUbJ1BOk4GetiOZIGcP0Z6MTu8
Uk3eOx7Jud6zxOiPMiyFZqaCpRXInUHvYu3Jp2vZZoL+QLzrr93Hx5QDdzWq7oFtLWOTC6Dmb8Hr
wGZiiKqEfw9JUbBB8wQo1cdHOP6iB7/PSGLWdAl2E+FFi+QFEwzn89MCCT2JoBkIgORAeeCI4gg0
AE5xQJARxRaoAVjDB4IJyl9AKaOBvW6p5vXtMWf0qf6IWgZ0GAGMsJxZvtY4ONmRjOb18Y+PZMDu
uWBMF7aqxcokuh0bADwxCr2eLUV96WjPDeG6gqNKcMAKI3i10pXz6wQD316EtAGKhLzExLg++qbA
thF4tTdJsTqXtiycNk9Q659UHSF5AEgRnu4b1QwDWkx+5yp2aIJ0cTGaFTxlDqqdF7L74DkXnHdz
y9kN3k0V/ef6xYNvy/bj6x+pftxd/03fDn7dK6fXOqLO8svqXx2t59Cxjrm9sJGIX/d6Y5jbbWzE
loMoj8faSL7xnjpjpRS1qypBwwmu0LTcL6IZptALDL9bla6XfwCX6Hw4h1/TFXckiL6ZB2+KHVGM
o6KKahocBbUeuW8VKbqnq2BdRI7S4wj8TRMPjldLJknoAWf5qDypCxlZU44MjvvtAxlklEMx6ydh
hdUa1I9RbXi5T4itKhQyGkNfdg6vbsFTFzd5GjBUXIFODYhqmjJTMM5g/UvJGqasL43/Kgsw4I3R
FrKWSEqCZbtUwZqKPrPf9OVuV3HU63i8+E2GHU8ssAIyC+kR+i2ZQhQaIBZiBl5QeAEddfEeCB2L
r99o+b+FbmVMTdlxl0/56df1jDEmroUfdW8HPDHubevPsAA+p2IRk5ecVGtLXsOrUJAOBsCTGZ6W
3LCb/uQj7hgHtwMULuBDcVvIShGjJO2qOGibKZpdeKNg45HxgDtGbZS5UMdygFeF6IcGP59AM4Pz
YurO12rHQxQYT4INqDGOxVQNekF2wZiBWsHGik20Di32pWG/Lc1lRw4OwpPVB0cvj8sKakPY8oKi
DFtgE67tvMpmiF5F4CY+ZYfjAvGJsCAmrs/BWPDXV3PL+HHIjhubb7KM3GAZ2SRThRvZ0+lprqfY
QmDCqdflLXXq9S/08WboM586KMvwiooj9QtqDr6pMyLko4k/EooKZTG9WgfH82ZBWh30j9stD53r
L+7iNy1GhgIxrDy5B63Vy6oyaGeYT6y9XaHUAN1pwvF+fLR/EdpvgowY5Z6UTwsaPNOIE2oTMKxz
w0b+azffcmiNR0mDg2RcUzHWsIVZoVZ9ap8w07ehzrBrvdrm9rcJb9g0HA539Bd/vv5v7hg7dFWv
QdBS7xuWnMQQGbRu2L8Lm4vy/xef4ZsS47Dm8bTMsglU20v1rhARr2NhJ04PT/8Ve0J6XbIAG8Vh
7y9m9psoY4qUS/nvZGppVsbqgg4VdU1szLrWuv4hL3ae8fHC6wjjPAfU2XHmA1tbVRfpqlFftjCM
01TfKM4T+qhLo7VrDn9/Mev/4U9ht6QKFyWOYxrLnLUn11gQCTl3/RZR8xrNbmub/y4pWKLOcOU3
gDq40ODTsIwn6qLvY9vyV2ckOZGBAX/rtenMdP3gGMBZc3xjF/3ipdDGs4P/vBCs9bn/Cqh0JS4U
aiDx9q2jT5CPIf0S+QPu2Y7b4u+zZTTNdaJMRKWgAgtkAgxaJg4CbHXLsRhzHhlGv6iiJzZFAzJq
SLQLps9OnS6+x6QyIh//o6OvGFgrySJR8RmLd9tevy2XiIsOpkkWF8s13t9fMcByQj+stkvX+oeL
oHm5NBE+1ykvXB9PUA0ugFFRWGlZBi7NbhuA1csWmHKewG3guZDjIdr32TNqyccUZuvSpEOKkVt9
cp5a+s7hgXpRjfNIohmNpMySVPVoCN0vcsMlFOv0sXYdT9gMDotRP1dPqISyBRshQfJwd0KvCsXO
22PKjFR4qltT958BLXnYrbgotY89kR+7vINMdrUpjRA3oFrqmjl915ceb+MiR61jEev9gwzVMgxa
mpMCsCP1seCt2leyRkK20A8AheCVcDgqHdvX7gmmXYvIF3sej6tzTkex4WDtn+dAcBLI1xK7FQ6B
/fgWeSLP1m3rrEU7060WOF+6WNS9gx7AenlucptLiNE41WWadRUNq1PbfYO5x3YD58AVjMe+osIW
aYNpG6piC8F4WWXAQNG20zf/EOm7m2/4+Ohu8fiDJ3bDtBuYwutE8Hx5QqXjZbOZweRjsQ6xQz1x
UBs+6I74pvAEhL6pRyQZ1RHKajPTEhzi6oKWXr00vOOOp54ee01YjXIvgx6Q7KswBlsbrDRF6uMp
Pn3lr1iugZCCC397W4rziCNGi1wqsUlmCSS+tYzzCnOTm6fjYu9vPo/R0x69SZ1IPj8J0Uu0mANJ
TFuvDuGhcxzeyXJcYYVN0gUlotOEPr3CWJ3OT9bxGTt7YPQPO2UR6RxnmPcabpHAQHY60e+jnLI9
cbBtmbiOaOoUm5ZzmRwrwObpZD/wZOyuoBHb/GpIGzUjfWRMjccv4S8Jzn8sGpuwC2r33wUXy5Id
FNI1fU/030vU8PH2eC4o5w3cQuPB0fXefxTJaoNKt/sMwDgOO/QVPZBJNhF3rZDlKed4ZZ1tIKH0
tAisavUOrU8HHXi93hyNxWbj2iiTe7WFJPjLT4yKczww7tUwGkPOYtHLaQ3dQPs2NSdoH7dNejOo
vL38jwfHqI5LGzWwluAFSATnI/Km7np9K3Os4j+8dNJfSh3fQsdoji7TfDGjsl3HxlQmydwJZCdq
15F2EHPIei7ZSbXvMPBW6o/55LwqNjmXXMPZ9DoDm6vmS3grtl+cVzsy3zzMOfxYelnXfhQk1G2O
f2/QfR7q9sLaSLYFUdx7NsrPZGtikKkhX2iw4kg/lzjjg2QT9D4XJbhLzRPKFcezZaykzSw3Gr3P
TLfeqU9692rsnK9DtAlSqK3V/6gd2Z7Rqg7mvYpOCagtA6DM8JLR7hHhD4fXv6RZ/5Gh25zeQJcU
iThrS4nepP8bbWSKLpzQtcahwhMXJghCVBekLY1j81TPnDlJjx2vZ5yjE0UmcOkuiupPQ7StICr3
l4rt8LQUL+5nl9vNEi2QvRIUTpt4O9XPJENOCoDg9mTx+HHxomC2Ba4WpaqeUyCRRsfmi7VHQntv
P2+LPSr3HFLUf3+g6G9pgcH1e2EdNg3MydEwmjnp0UNOfiOTeeE42RwBkJicSTTJ68rvwRGCyRSw
tghWJE5Nh5NdA4jyvdcmTqaZGnVIkjY6gG2MJ2xs9cgn4mmCKdJtcGtDKLGWjQcSPx6yiNjIpskY
olNvgjM4Q8GbuYpH1bDmvFiheZwbn0jUmKja02wJv6d41D0d0GNek9tOLmWQ4M5ksmod7Vf457FQ
jAd9AwLMW6owGhFhwhySjikg6/wHQR+qjhEhb1vUynar/04KBwQZE52ISqjWLj1BsljYroWuKeKa
3f4xX6N+xoAKY5vVLE7a1KdufW8AJ46nskeTGoOfZ6zxxYuii5bTpzTf+XZEbiUBjiLlyRrro2Oj
xL+DhdMKKF20Of4T4fhaL3TngMwQj6fRLMM3T6yT3vSiemlodvyy/oOrUbAHejUHlotmzN5KXiVu
VIUPiDFmV55qiSD8i5ixiazpu2Pw+BlVdwMSTH4xmoea5t+ynJI+278iy48Aleee38LeH0p1QEW6
10R1dC1jX8SpRcYZ63w+W8BfEcDzoIXHy8zHQs0lxmiD3Gu6TlRBzDidinVMVo0uoTPUkt6m6lO+
cMra4lCkn/+IPVY95IkAGD1QDIGUn9oE2WGCgokjL3jSzrsuRi9g3xdcadrQiyI6BnXQEmXLKDmv
USxBWKotGgy+vjzmjieEjJKYoHkkSSv6iqWCTELMnnBLTrzzYxSF6GvZVaNCmCz8TbvS9Bb9w1/U
uQvwlyPy4zmab2FkXfW6b+e5poHaywZ5fRwhMGSNPQCw8AeVJ4qwgLUCNZmiJP34KMdLtAPSjEUO
hXASdBoEpQBMKQUqVZAnbXTtkD15pHt+b6zrsl+KGy+EC+04j6mPTysMqLPqJMzTa0z7VVfn+LO0
ZEjoTjVfeLAZ44mMAR1Gp0h95wlpjwMWiQtI+23cYPnO0jn4vGTseIJmQInRK75QaU0gUdnc0PZA
IMmHeAtL1NUcHu7LeNQ8oMWoFSkWY3l6gQ9QGKfaRJkLhrkiWEWBMTmUgDh3xXl1P7z31MMCWKr6
DbQ+/vHguC32KISgdQAb57n6mWOpWU8e29/cSdWBWq1vcuKZMxsLbjjvbtyJHxwgo0gUMFTnNHNe
L6M11h58iSs5Jh4W9m2xQ+eL60PxmGK0Slu706mvgN5tejoytPPk+fEt8fxC1ovvQ5EyBRLWU2wi
yXUl72jxVckWqd6dIx4fk+PIBOvPYyg2UUWXMrSJjNk2IfM9N4PCcQnZoZTabzqhooeGLjuy/6Sj
CCa6lc1dwTGaPEKMkkjnWqkoGQhtsMF24XPQdHi/ziiGLBAFUaUJ69UceKbl4vFF8DTpbRPGIMCJ
BC1LSgE/X+vN0mjpwvP3fpkv9BXPRaeP4qdrMUckJWl0wTWjs30ZHVJ5gBhO/awNPTWwy4G3cZH6
DI9IMDfhTuZCqiYgYc1WwnNEBK564THB3EbZY943duG1oOV5s6nPgSECsOG1I4mNTWzohkK+iHND
447S97kx2lpVw6YQO5AUzhHWCK+fzbelzjGo47GHhKVQgLMFcC47ZzLr1cvsmtXU74tJp2/gj6Ff
piKYf8IcIMwQx38YVQADeoz7MGvEuKKjjsf+PcLgjriE3uScG48EI29icfXzq3alVwU8AbSRPWFW
YoFsI/JtMKwhrxox7o1hv4+oiRrAllksMrnspLSn8KC1HhO/JL1D4USoV3a+GKq/ct+XB8xo+Fay
EYPVjtfANiqaA/KM8HdzN7nWF5B/8nZwUb48jiEfT8IMCDCyP7nM1evMpcik5LLeXPQnKzDqXwuy
n36gE7C1Dxi+in7xUjDjWcwBWUb+cdiK1/Xz9tgaPYl/+Tb6bMsKXi2Hv1F5GdCZ30d2idZOprGK
3XkvLwpuTTW6p/yVI5OjhnxAgwl6aIthpeTgZWW4QCxC+wvK3vLbB4cMvYkfenBAhorKQKljP2tx
kejewXzvY1nL/tbDiJLVoeMxRB/RI0r0UAeUUK5qIiUGQ8EVmGRVqRMr/PRsT17wQqtbqejvpAS2
N0uQ1Us+7yF+KzSFzj9DAXjXkm8XHrLn6YVgcwtF+b5Y0+2HsVMCzGavZI6IjDt+/xyswDZtJX5V
lt0MB2sYUUYIGvwSkuwPB+66HY7UC2zPVgYsllBzsW5wlV1XqJzF0B2OsthxJGXUuxgwxCiNJoia
SQhUsGMQWV7ikfIakQAwvteFNCWz2dI3xPnKrU6/Jv1zJVqNuuB8wGNR/YlrIVaXPgnorW6mevZW
+tsI+COdghyhayoZL24db7sbMMxokx4Fw2Km4Vwlf6FOEzIL9doW3ouXWtSnEvFz0tpL4aNd9aZ8
Oc15cd6ohzIgzygZrVHceSMBUDn+8kPiPy89nikfjyQHJBgd42ElsFIGkFHMFQPmKVzBlBMssVGW
v0XzYHCHsngsMcomlBNvqkT0Bo3mN3YM0/R4Y7RmQRydo9gEHi1G3Vw9LM1RfdB6Meieh9TE7hcj
3W7Oda+rB5Iu1uvMrK35k1wAvCA0eIkHDv3bqx2oO7+YA2S7hPQkRvVna8IMPX4OPAZvCYkBgTrO
s0YLqRE6ndzlwjehvy1hgcIdTXEYqbNylnPL0Q1uqoNK3gP1yjZntQC79lP6MIxN9rFoybH+9IiV
Oa6kA1rbkY+POR0PPL7FlG3NUsMAHUbtjV5KGvOCvRjhem4lSJNxKD027AJbw8l8GXtbqY6jflmn
YwXtOnPeI0I7bre/UyzANjje7XjeaMAco2XSdJ5mko9nnpov0le1zCKy5M5yPXb4hFv2eCArkeaX
tdTD4cME/ORd0ttlfMVe6MenxzEQN306INJe1T4L6Ou29l+Pf3m8xWFwSIziyOomyjO6zqAwasXo
fD3cK5JduOY1J9mLtkFTVO2kPBw8ruAxOkTNJ2lyrXBslwucPGJDXaH3C4k93tAM50Wx9ZxaLNo2
pPcT/g4O/W/n8fFxVBFbvhGTuS9OO1zMxrUtxYo5qpYjXGxvlaqEuS/RU0LfX4jC/htA2R4zwJEs
tq1K7iYzL0vBgLvA9EfJ2QLLicYAgHrvmc6u9bVTGvo6TptmSbuxq3XiW2WkA1ASraa7g66bb9u9
nck8hTMasX8LNtthhTVEgiZXVOEsT+oOkVLWGB+8WdjxkH1AhYrf4GVK2RXjXzEYBMryzDpTgAMb
oMoon2Dfjc7tIKTn9cA+3CzXgBygQ/zGD+l5RkZREV0gOEdki1GY5LrZvANkNMNs4mEOawLNUBfk
dErjQ+YEL717uPBiPp6ivrULDbgKJ/OqqKl6K6xy4yLZUdh8IIrHUR+2e9/flDBLXU+k21I6LFp6
zTf5leg7PhnOk2WHHZO2FNRaQCzWLDdzXX0O9Svqd5jn6gyc3Ep85va38uIhFrt2GorTKJZAUnGQ
MTYJphkc3bM+eG1bPFvB9kxp8jSYlfRJNbKRYo3u9vAhf6CgRuuE/2NMxLZNyY047fMK0heioOW/
XLGV72pcsUqsA8ZbQdRqaU6tx7rw5oM8eF03ANWhHPph6rkRaIo1wEP2EXmvANUE6CGO1eAoXbYY
k9aiIE0CLFXSKuK7pOQp9b/EV+giwaYWVZPYKZ/cv14TQcPSFKCFGIk12YebNx1735YH3zK4+Ivj
ZQuAev6HHKPlayVVa2x4p4UEOlG4C1dHdSG9+1hVqBnOMiDOwdlxTONfLuubKOPd1dl0psV0KUn/
tLIW1kTv91hm/8XV8DT4/ikU33QYDV928VW8TuhZrgDO+bRwDbSMU0SqAtvagKPHJTiezfkmSH2O
gRRWgLLMLi4IFmiHpPNvGNCkAJrUU4ZdgVnBOL3BEf1xR+abKKPsp5hJqkUVIvmyAklr0zTYtfns
HgRjCjh9fZeveJtD/6L1v0kyLmA+zatLM8UFAmCmJOrzmkLdAeSLw9m4yfyHDBstXoCo1xc08HiJ
1ptO7y3ki9JN59M1w9xxUI6w3Hge3J1WTkRZCCZ0OZhlnZOj9DsMiWv9TmuTwxfv0bGhohdOq0Si
K6owN+StZMvC6LmzIEv0Ghx+beuFCM+A194z7kx/nyVlf8DeJJu5kppCSmLFcLF++uJzuOJpLjZM
VFysnlauVJVg16pATpKNyu5Lo9pzC+l0g2NleLLB6JBUC70GxTco4hVG/fzXx6J3s/UPVAcbG15d
0UtC+aaijJOwxBZtLBn9QyG3Wkyc+HqF8fJ1vEBvTwT4LSOyMff5+BO458kok6ySMj9swWG2jrd/
EgM6pFyvX9cwBw6vrXY0xFcUFVsuVSw6ZZ39HGtWhSwL0B9aAr8MmxQsQJogA/yYpVEHa0CFubOo
baS4EYCROan0SDbz1JSxBCxYBNkqrjjiONqoLs9FhW47wpY1FqUfSAT5Zd7RaXkDOur6J9UBXwb9
r20/58Yz2pM9q1551nz74QHwVDU51zf23obkGduTyLmKOhfIY4dqis6sy+fjsxytJg0JMOIxc/0O
YOOoAK421h/rc76oHNrQi9JmAmH8eJlYjwmOZtSHBBk7M1PiZN7EqAcCp2glmZnjPzurl8dExiRk
SIMxLG1bSdrUB43TyTJa4FMFOSdqHk1fDEiwUPphVTSBSC9mtckOwWv+jv4Mr9Q/uEuRx+zykBAN
0gYa91rPrqpP4RowpuAuXeMZDUIRWVOf1JmbnIOj4sTqqyEx6pkMiKlt3Yp+C2KliXFtk2c9RgMV
RZRlAP/PUN9msyUzr54BdnpK2xwUTGTPKqICeK0AL7tJRjB6weFnTBCG9Bh+rgLauBsf9ESfBK8R
uewS4KI+FrbRJzQkwthEb1Y07VUAkcI6reCt1eY5efNN4a3UiL+oZCT9G/D25bhTPbBzLjDEzYqw
tzb8AGrkBrfWeJU/lyc9lESI/MrmT24ThIEzm/Sm48w4LUrcO2TUb9lMZBQ2wC6ImRsD2O7zI03e
deCSo/1GXXxFElBbns0VUVCZkF0UZpM+b+j9gbHT7N9KMNiS7pWnM27h/49THNBiHlqHAYPYLUHr
ZaUQ65w9K07w1KIWZxSAazMOrokmwIM+t4ATCKPGzSOPH+zgAxhhDUNM0DUzfIBxOrvAQUSE4cAb
Vng+z9gjHx4qI69zL07FOAOdFbBfslfv8Pg9jL65ARuMNKb/x9qXLDeOLNl+EcwwD9vASFIUxUES
pQ0slUphJCYCIIivfyfYfUvISFxGW9arTS3STE4PeBz38OF4Jgzh0ODP53gniYvOcYOGy/E8l8uZ
6sAYYReXJcg0JJwVur3eFyTxe1t1Hl4LTNPaHZEWF06gOJv6mEqkpzq5ZGNUlnVYQiJNRxw9T3DP
HtnvuTNQPM0Yhzwk6kXGhhhK8YR5bwtS7KW6u/+JZr3XVBnGCavGdZBy5K1pVIORTSykV4n8ygHG
2dBzKoVxw5dKGiM0EEBKhe7kEeZwsouV7z4vg8jjQQW9HX9cX8RoaJoyTYwJMcL0ssCclaZAWEuX
aLgSCp8BAJFzctSw7ohhk4hWaKWqKKkQQ/uZjoNjPKoE3eWozf3V8X1rxCYSz0OuheZoUI28deGg
Ft7YTzaJEVJ/Dv+Hvvx5tJ0IZAAoiuVM1iKZjndhhOz4oTiqk6Pz9Iun2mzbujGRxEDQKRdTK8tw
irhKyDbET2ewGoxoIVk9iahcA1+TvbiC3E/d5V1kjqGwecXSrM5mWOug2HfCp9F/2C+DL21h2rzP
R/3FPUthIAoM9FY29pCzuiwtDyMBr+NWsrcaWhbv2+R8ADI5TQaakkTOzrWF03zJkKdHg503YJ7R
sn3ff8Rd+9oGpn1fJNdUGJSq9LYc6gym4jSOdmvsGzzFkRfFi+wseSc5C4kT/Ri0UmI5MuMWF8Hp
KY+B8lgeBQ0oz23w5l1uBkPUUa+L1ATGi0g69AvhMV+dfz5+XZC7rLlbcnifTWWCm16QqvQ04Azr
d+UVc1+qQlqXPLt+hQC/BRVGYKr+Fol2QE3NzRDPuunvQ2V7v6shVROpgfSXs4uV4tGjt+585USw
c2rcvomv2xde5/G815mIZPAlBCVoIWJ9MG0dA2ju3oCaX1gD8cL9kJw7rjL4kp8wK1qfNRytS+ld
q5YIrvoafN6/BXNPswmKqervIQFaIoUyvODe1YqftL6AecqF+Gq16/tiZuM19Gtj4Rg2OWoic70R
GJvmKJvoPPbHx4A/Gjp/WN9/n7nLWSvKeq/j79euA/5ouiyj864O5lDv6zEf4E4UYe5xAhKKPrQg
CE3utpPtomW0HkVb70iz3qLy/6gdBk7b/n8Bqm/lmCtt9E2eSgpkaiDfJqKLRc4oQv80yTKuyecn
l1Vg1iZ0BWYsSjg3kzlMFYuc+5BaXoPI9KPYnJ41zFW0SMW2z5UdgcaaP3JJdfjD0+iWaaKjH7m3
G0HaJDSVMZbQWiH2i4JMAfzfAtGCWLLlxdBgQc6VZF6wzW1Z/CsfMBHLXOe4GXsrkdMRkSrumJTa
r8920K0ChQvMGr2v9zRk7rPSYhePnEKUo7+XRPEKB8tHvB2GJF5/ocD65L6+XT3JDsnzcrlEx+mR
Pm0QwqD69fkJLjf78Q1vqS2AhuN75+1rcggMBkRI+GdmiV+2VgINiPaIBYqgy5AWnLtD/869E2Ci
iU4EzZpIvzFUW5drWSHRwq7sL+WpXOkuR9isH5woxSDORe31Ws6hFCLPI7YeIZnwKOEAc5uXnp4l
RcTKtn9sl7kv4Rj3pn6losCCY/pHBTsposwNHwLK7BMENshtW6JfMOiPUX8aF2KxFMY7uhXe49z8
1CzUTn4Ni1BGHGm5iKW5R+d9XCmdZ9k39x8/qxHhTizdQs17H5UBp1YwWklWII5WaUcn9ha7Rbwx
CxtZsSR1AoBiaJtyUIGVAma8X9KNU9sXXkQ8Gwp8a83mMsWLEktZAtvCJ7i472dsCAsfFB/T9ahv
0j1en3/3jJqIpMHzBLLGc2pe8ys0DzPi1UsxJQJiEN9NsK0j0N46bjcB58saDFhFYYxxGwECV6qP
4EM6oeayFFcJNlCBr+KTl02aTxdMFGQQS02xKXTsqTy0yaf76yYIQObJQR8O8BsM+GRVMpSaASEo
oJ5AIYoyLTf/zIFegwEepOrltGsjuqZ45VmeJtouHBl4X3mcGDwoNRjU6QT4TuEMbV4Qj2KnykAi
8PDToXfOsd3SzHfuHbsb+3QxenT3hrRz4GKnDwbmkoA6yNhKjyKou8+Lry1KOaGtu9zIlIPjBoMw
WtidRaHBcWZY1uEkW2VH5y4xfmIXAvl3MG4w8JKqeoSLTWU1ZHVcy4UtflYosWOFKdGcv3sTfps8
m6ytiqI1iow66feznz1HaxAw7kHfdCHCAy/bMx9m/eM2TAY/kiI+VZcSkLUGZnkfBV68xQocp8k+
WP1lhDzRjAEPzOReMwHsOrSJMd6MeFLjBHmDYzz7NxnIGAZLNsuIwrCTbQcDdRE0SDrIF/C2T3Al
MbjRXWRT7hrYP0asbmlG8B89oFiw4uI8PZk7N81k0MPIokxJ1XhEQQm9M6CmoiTciFt4PTM8vDUZ
8JCLKhdSBba+Op7XPSmCioCPSObOM892XUwCFjbAD9WyKE49zu7qxyVBMJa4gmtYdvhQtKS6OlVD
dHJ+QLT0uYqTR6u379/qWzPfvSNlEEQwrDJMrzATJHswIqrbygqblHMncUGjtghrOwTZsXdBY6ic
uJFtBvCoEWIJ+t7hMyVxbYkBmU6ST5le49Zfl55X29YVq+LBrSwsUCHBVsX7ys+nlL9vIrvBOBul
sVRE2BMSlGssjFqA4Xm9ezUJdpdZi0+ONGo07FGbKtZg6IqJPdy3B+0kSqk7WetHI0c4qDjlWsGg
oB8km8L+TNefeOZwpM3dlak0xoRHJPHK3oI0TNWQwkns1yuiE+4LdS4vORXDRNxjXvboSjndggaB
ZOCDDK4fvBrTrFlMpTBWWsRFUly0W/yDBv8EHG4gp0c1i1sgn23AnkpiDPBap1LWh9CnQXmwHbHy
DXPtNm10xPvhC28WC+tGed9q7oU0EXr7URPLyLUivMYa/VZHpxeh30NMeRLxQPrkGSFPFOPqNHMs
QLECUTS5e3QspC8u5HxUT5D28pkf/50VshMHhoTsRUM/XOjHe2Uk+gl1XVptSHn8HbPdUdNDZBxe
Axb0yDxDs6tfY4Rs5WGy2MTmC/Q6RkSznBpd9La4ouKNhYEW4/CW9OXyy8zGg9MfwvjDLJb7uKU3
z1k7bUsgHWvK8d8XcgZIwH6+cALQ2SYYUzUtvO40Hd10zO2IT4KWCNUZQTUmqGGt/2Fa4nxL+rv/
xK9vMczViKy2E8y+AH5htgsD96DLe6blHF40xpHD3gZVGqXWpFcQ75BoG2FdUQKyQ4KDu6/QrPOd
nNvtQ06unRGjISBSoBD8rkeZloZgAA88snnU5yAtsOLleGfnOKciKWpPRFYa9liZOUSisRlUNu9r
xTsttXW3EFGJS+BXnfs6znbFTgUyt0Lpe8G8XKiO+aYGjXKwvfocEbzvRf99otPlqo5511XQ6Tg+
ZDWxtimiJdo36nzytghJ8070HyNkx3ByVc9EsYetvxwBWY6OjgDQGwVgXuBoRa35jrXfJtcnWmmm
GOlyUtP3oyPam9gua9IE6sFYfu2NN7oX9v+wGZanHeNNBU3WweMEoePmBfscaIo5dapV9pAdwKvC
a32c5YyaGgcDHFFbJkUuUWs8ev0+DR2EeVjZhZrw6+fXF5e4fz4k+f52DICI5wgVaBXiKB/J0UGs
GRj25cAFkNmYxFRkMKJbiLdExiCv59OgN6qJVDLYyy5bzdWWdip7uc99f89qNJHEPEg6OVMjE0rh
ALXXFANUGJ4SFuAp4EDVXLFLQwespGLRi2RiVeXvd0yOT0Ubtiquseofqg9rd3lrarQNraKP+3Y/
V0f8TRITIAyNLgiFqUHS6rjxPg7t685yf/0keOmDxD63L0TjRsYzdw0zb5IomZZOiyvMBwvFuKzL
yBoPOnI1LwIp7fpimyDTdWvneV+tK/9/Zzk/eeA1F++hBgZyANlQVBGNhL8fbHK9nqRMLUUAshcu
D3S9NXm7Oo8/sAWEy+13m2hiQOU3aQz8R1XR5NehE28p2hIryXDDf1jemXxEJPV24LHJbzsH3340
j6aHkb/KBv9KsMJT6/5nnnv66DIUl8FCIRn6zQwm8Jb0WtUVl1hE9Wy1lt1aRSEcUbUIicGXtaCL
mDgSKZgwuv8mkfnIrXhNhgGrOw75EwrDhgG+VaSD0fN0fd0irn7hJ1pmYt3fJDK389oLaTSGqUhL
kWvFCQ+U+QzpFu5y47lI4jdJFNcnp1nkpxEkvxmsqEd+djOOjvz5GthdYB0+4QdlSjBoo1uU56XU
GYehy5JsoToMiieY8O+Cm1JW8MzLYVAaGbweRjw+gE7Hxap7g8BDpjatjiIrg0mB2jffTHQFfOSv
lm+ng31ZBVh2A0psO36pdvZps3d6XtpwruX9t1/IfIQ+Pl0arMTCL+yWKExgVcUa9jY2fuuCKxBH
YxPbfDipRKO7Ns0PMDL2vL73Ofj87Ucw36fO1OwUizgm0FlrBMO7qEl4Jkm54RY97z+MfPI9GAee
ppFVNlYBbfHq7vfy2+ngPn/VH7zn/Vyl6zeNGNd9GUeEdjE06paOE1gtiMdRrQ2365VGFBJjsLHy
srWFqQJEtD5WOK+xpwQGIbwYWWBzq8Zzj57ffg/j2+UMnljv6Wd2nA/1bfzQHfCwgO2yJT1GHmnO
aBVanATO3JtvKpVtehHOoXzOJSp1tb4+Jlu5Bi1g7DypCz96GJAmwGau2L0SLI5A+9559Rk511X3
wYO2WaD5/ups90tqRPFgmfgZVxQRkQXxmyD0BmxZtbB6jQOjNGC/Y2Es494lKnNLz2sR/hnXPUyd
fhcgMcEddJvHtIlSzMtB7mK1EbqbIA9p8VwhUoS0+GALGOfAQIcN5aKCu2vsdlj3FGQgLQMZk1j2
FRQsydXNlqU9BhH52HhxRTS03jzmOSkdBKmVv18Ovv0Izia7S0CHRRGWPupRsjft7PVvile/WRsD
ZdW5HK1Yx50Dnh5RvcKMF3br8f0WB0RuoD/xJkaaRWCZwMmH26tUkVMYETP8OjlR6sXlj0tIotER
UoJ1Gtbyqr5zDGwmpv1NSwbCyspSezHE+SMZJdpC4qmfaoIu0bH0ePeG471UBsQwcJgXkkE/tUMX
h7oRpvUf6HOuC2KfB5n0d/9hV4qii5YpyZrBNj4JndCdLwZONb96Fskvj3r4Q1wZhvs35zeRw5yf
MUghTg9yXjwnTAmyJCJ6h6ldcgTNIsFEEHN6F2W4WPG5oadHHXy27Ly3GN7gvpi57lqEh9/nxiA7
MoatFoYQ09mt410flVUIcscH8nMBz1KQoF3fMhf5mpssmbXEb8nsqG2qmlHfd5A8YC3a66/Qiz5T
Mg52DgDirmGbvXQTYcxDoNPBhSFZFO5k92wn8FshYAbLk/bcav7M+3R6ordoZXK/86qPsV4Feilk
vZLQyK65b43PS2DwTo/Bb80INU2tIEXYILp6wzQ0+l3QfmHft4+5lNZv2rB4bTVggKX2rhu2I/8K
HfBpqxWmlLuF4ASftNUl2Wy3HKmzLnfyuRgsNuWizi8JPcPezjfmQ+fJx/bRqZ6/BOcz9rnrq+dK
EL+pyYSQJ/MkNZUBgSAlkJzzuuvI/qv7AFZx145Ls7g4UY6BkPO5EM2TRmVhKdV7TbxFRHJwve25
+cE5Asbf1GJARBxTDCGcIKpyWo9uOU1qG4PFFtHtzBV2p2Q12s32a3wO9oX/ZdDWIY4XoBLu4PLN
via3AVuGYsui9kPfoaWt/3zhdaDNPfKnSt7+fSLCBAvHqW4horNvG4Dx2hZGjLZ/BeDPtD95VDfz
oRPyTiZe1qIkmcyVOGWacL5gVuWgL5uKXNblr2x9ev4ZB8s2c/bdBm/eFS1ock5yriVWlydymUsx
GF0qVS3kxg+rY3NAQkpZIpFh79FEyLmAMymb30Qx10GMhiY5CxCVkfwgPaLcv//kXPFZRJ5ow9yC
LIyayjQhonLWm/7VcDEqtw9yn5cvnH+iTgQxd8CsxVzr1CsigyZAYvJEsi9UhTC3R3sIZbcxibRr
3M7JDq5bYQbdE7YXPPPJM6+nee4qKJIuYn0aCkhIzeCqTOw0MWIx1PSRJqOqzFZq4vCCoNm8jyLL
eI1J+J/KUumfsyw6i61Jb5u3C3s3RFNv49tf2wuaUDACzPmGc0HXVBxztIpWptdrCXEZcd7fR7Lx
wT6dk8fngNsxNPsEncpiAhXhKsCJn6lqeAOvj5uDB7prPwxUMJwgec6Nv2a/1vdRso/PHIlfU8v/
5yh1ezghGMJL+xD5gwuK1c9tzMul3N52LFRONGTfmbkSjngbGLjfCVE+snEpSG6CXe1Lc7V0fYz3
/SIPIXlcEsoypOvLrYNU3qe+Ay3ajwjsJA7n686BwPT30BBkYq+y2Qi1RE9cPLnNeeX7uxj8vT/f
7CtaIb/sVvb+aohXn8pkwhrhqqRafsYZrI7HGEli8vq4lIPwkRM+8VRjINxUhFNT5xCD299JWG2V
DNtW/hEJttj4lvFw/yR5tssy9huKHkXosMPNP0SELkJzrdRe+D5BCzieeoWd/gKG11yenrlIQ5HR
kCJJNBmsM6fZoxaJvSEhHisCmJXJEaRzmHYsBzLUNkozPIOZi0mn4phTPfXwTuczxCGI6h+G1E4D
extijG1x/zznr+a3WowjDI2y7M/UMI3dHg2KmBi9//dnPe1UEcb9yWGegHBLgCLOINvxXvL141L9
wN77INpwh7tmY+ypOMYVRq2spyaFGizFzR2nUoOrF9nu1XurF8v2PeCOj88xLeKafZ8gA9yn9GJi
RAIKolBdOFj/gx1ElDLSf6K7A2xaHb8Q0+2I7vLOdu55NBXN4PhVziLZzGPp8HL14Y6xvDG7EJ1n
+hwTYdvUm9I8K2WFI233FwfkFGgw4EDI7Mt5oohBFZ3AY32+VNcRa14QwFCqShCc23SYcmc+gDwC
u/l+7LGq+ZP77eZq/tNvx3anK31yHUozwgE6nSvgyyFr5/PC9rni8W9SGOgoRllr+gIW8uK85ynB
nuboSSTPIkHvROTQ7Vi88Jb+xT/d3z82yZYJB3OolMbCeXYNkUi4GE+0VwMVBNRcvzgfb7ZkoGBv
BuoqKjprWKqedGz0etBO0qG72o74LNF61WP5ZJsej75vrttUn4piwKRvW7nXrVyiLs0Ro0WCoUm3
2yyvksttNZtF4IlaDJKYct5if0YB2zg6mdsEiu2At4zzOJiN+iZCGPDQL8NFPncQ4pg1EX/qwf70
ygFg6in+sIWJCAYkerUa86zB57nAFoLIPZxJbZsL412yl63OpX6Zt/ZveSxc1JUoNxcT3wj1NGUl
BdVTdbKrunIFy4lPq2F0+wtpPCtzQKwvV5jcVFK37J7uq30Lz++ozUJKUWBnhoKk6WF1djHqXvVA
FTox3UXkJfQx40CKj90OxWQn9TTQS+mH5IgZssXSrRd6SboFonxuT84sYE/OhgkD9VNRddo1lQ6V
SbJLMI42Uk1X8qWfOG6dd1MMBnOsWsNVEfAVCtmJLYyVBvE2WD4v64pwufeoBd07aiZW0fLOOCVX
HDXNi6zXixRkZz3xHx7elksuS+NcD98UA9jBmEQYT0jlQtp6SAh2Xaa2egxfeRRys5kJRTMU5CbA
baHL7M3solbp0hLXxo4eFaf2w4WyK4Jhp9Kluw0etaiXoX6ifGZEf75vvPP+cCKcubNJ2uuhWtQS
ohjQG683ur1BtLtrkdtq3MGm1fnAUXd/5Ta+xbIkG1Uu1S22YUkHrQqK4NEeIltdoa2CLhf5qwLw
5IBvFcuJzx9CqVVCCQeMRpZ175UE67es3kH+f8UlP5u1UF1Fkgn8eGjaYc5TU0A+EV4b6jc82dVt
PHh3PwnWiS33XyBKvf/15h3itzT2GBM5rLrT9SwhuUSLctFy+KAjqlnloI+AI2vWgUxkMZGTdbKq
UVOg2XqdRo5+cVUZTbS199y+7zOshfF5Hms+LzKRyGBY2oSFNjbQTiG9V8j2wxL0tu7gyhaKN87n
uL+vIefTKQyQpU0VlqNykQ7exS8C1duLnO3a3M/FwFdyykYhv0BCIzjXpxb8shk26CxWvKnBeUye
nBzz1iriVFW6AifnIE2XuCgSYwwS3fJ8cnQKTn8g8kQSEye1Z3AXaOdBQjLp6NCX6kEih/q5tBfm
g//DtrNNsM/dPaJPXp/NPG5ORLNhU6ddMvnSQsnV+/rdO1xrgk2KxM6DmIi0V38b8GCLdwcYqB6z
UxWqLbTFuWqSLdYkeS5WdPp/f23JPl12H+XHfaucLTyAFeI/iMJul48lI1YqCzJFHy90tKdd3GRt
Nbbg2+dqmdv8JNpsPPotkU2idcqlMGINZvoC8p7YRr/86NeL84fJe1bertQd62GTZ2nzn/PUSrBS
oMLhUXR+6d/QlbQuPGun7X7tDtgq2T0PgRCjQahc6BdUr3jvW2qm934IAzVy2arNIFFbAqtDs8m9
ApR+x9tHpRSn6OXgfFXOvWH5S4yoaco8xQ1t0bnvvbcLi5yRtl9dEGl4S/0DVTqOxNmX2uSrMuCT
N11iKUNHb6q0wYLr660FTT2MDfeVrfCOk8Ef+RxbojlCVu02Hl0KcSwerrYJbuaSYIhO8kHi9ja4
7quvglIIszVYiIvSj+U4K95B84yZAShNVnU9jnB9igdqYx9nW980uLDcFyPV6Z4JMXAkoQX+FFrQ
GUT2qg/aRLCupa8VfGTh2v/WXhkgakNJKhQDwtLcXq+8j1qzq8o3Hx10paZ28jcM2/oEhFQmrCkp
d6MuwlxXiA7xrkuIZcNDBiGyTfft9Bbu3jlHdkNmdb6qWplQj/LilMt4c04x9bVYbAqntgWNtL6N
IHGV2/EajJv5+pPbFXvbsHHvFzCRTnQKU13vrnDT3nqFrS/rzdn+SEi2XFBSeDcPlhWRvbfnPXfq
jBOCaAwMRafBLPoIMLR20I97fuU5sDmalel3vP37JBQOewmrW6Ue37H31uhVU7zKK58vlmu56JzC
q21/+Shsu/eXaAH1f/b20+7p5HfoSH2OweEDhg5/9MXNY+9i43luBy/DxR84D+rZzCrWsOr0NYRG
frYrKDm3hlBfRYpUQoAB5nwxOOfM0RJPyMllYb0sG6xbX215+aXZmvRUMHOFhz62Wim6CRa3GikS
goGP41q8gnxh2b2J9Rqj9byU5GxUOJXK3OU6yi2pBtnQAZnB42Z92mWRLZ3QTadyrtZsWDiVxNzi
U9LqYEqikiz0uat20do9znKpuNLaeLt/j2f7QCfC2E4h8Gp3aplB2AojSFHtZe/xRj+cYqdb2KUB
n1O7AVaCnZxH91Gxl4Ub4GLrBuH5PVqgZW/z9Hcwt1mM8fAuG6p0EzvCLr8Su1pSFqP7+s6+pKdy
mLsrRUU9nKwR+mKMbLOp7R22XvmG7ZIlfBudz05tXul4Di+mMpknS9eWfVyP0G3o7A8vRTEADdtL
Lkc6z0RvjTgT2KjV7H9NdNXuFf8NlINb0+Z5ahqA3PtQTNBwSsdIx8fCAVqb9TrDLDY6dmOLtrV+
8muW9HPck8bEBWlf1nocQlrYEEzXL5e9/6NabjnWNxfmTT8QgyhW0rdFG0nSQc4Wwg716DG2Q4E3
8T03IKRPxTAQonWW3Bcmtb0XtCZt0Jq02JGnVxfUSmAUWvEJqXnfikGScZDSc5rTb7VqHUcD8cMz
+qs3tRdr6L/lZlXmYteJfmwTxnDJc0yAQxxYlCyvWGFEAvtm0Bxx/w7PlhB1HVNPuqbKksbGHtKo
xZICBsNDOQYGTeOm9vhxiZ3nJUr4KWIPbgZnLlKeSmTQqZVKIS4lBVHjqkETsYCGBTwmkQnbbgVO
QXvWFifKsQBVxWPXXaiR4BTVwtZwiC/3D3AWjyYiGDxq9F7AtgFZOggdqdfaKxh3OjvBwtu/8mQT
QdQ+J4BUjGKeJj10udhO/lTaTUPoHO2Ky8o2F9VPvw8DSm0UG32Y4Pus+pAgyl4+YrtzttnuKXsQ
txI0a+cTtRhQEhShTQdBha8yflZvEhZCnCQnEx0kT7i8iTzLY6ApjvtWNW7msPLeNyOpYQ6oIIPe
gPt64KnFwFMtlhYIDnCIlQOWotEpfeNZWAImeAVCelv+APXJ+TGwJIIgujRbjWYM1/1B2i1l55l6
3vtWPpt5mhiFzvSElVXSmEkBMUgoq/5x/f6+WWAMA6tOH1xUJJ/tVezfF8lDJpYBss+EohczWAYY
INcNnrKyGzde+riqUoLH0L88SJ3BiovZdIolQtzLUSDqAt0F6Ni4rxIHjtg2l9ioh1ZKISJOyeWX
iK4Ju5d5FjHvGVExNuhMtaFZDCJFVyySycD4ixdV6MM3LrzFr6fE9uEYQb5kYyEpP382G3FOZDLg
hA2OahtHOm4xxr/e+4frowCKf17sdwu6/jT2b9UYaBraQY7rMxWD0U3Q+o2k8rBcG7mq0OY111Aw
uCeLAaZTc+nNE14PB5DxS7uQLLmPvnlz+NaGgaNEbjQprg0KfXibHNe1ux5ikPoqa/V42lT+V8CP
YubB/Vsmg0vYcdSAvx5aId14bGTSxsRw8x9RRfbIV3N84zzefgtjsGmUWz1ucyhIha2Txf3bNJsm
1v8xOl1kMGnoLmmaKdDF8D7QSr3bLYqAZsPR91div5vNETcbPk/EMXFLZaqXcNQgTkA0cby41T5f
NS/gcnE4guYg3UBxlJIjq2jeZOxCvMRFfkU3BsZ4nfDt6eQgsY+5RY6UOQ81lcJYwoApguzUQQpK
CRaS+ipxFRf78DjazPYUTuUwRpDm9UW51pBz2yMDspHDAv2wmPf98QOL1HnNoLPNqRNxrKPK5BE0
/CeIA/eO40WIJw7exiAdeljW1y2aFQyyoaMMZHd+uz5VGnlyrw8NlqZiJDgo1tv6FXxH9496Nsky
/U2M5ZywErqOz/SDDs76gAl7gnWwaBoCIoOM9NN64Nw7dQ67pgIZX6YNRqagxi4j+pD97ErUd0QH
py9UGC7uekOS9a60c++w2O1Apz/Y6QtyfJoNhvaThUZWV3LdgjzaqJ3xWPrmEGH6wxjfVGmDIDcl
fthLgzYQi883OIdvUwGMI7oWXdkNFT1qb322c5Eo/v8wG0pvPG80m/6YymK8UW8NxVmk9xRNqxgc
RAakcBYHEN6Kbz/TV52Uiwrj9i91yGtB450i/ffJU0BtL4PWUxtXsHPeeszd+/Y6m42cKsYAkHzK
4/P19pVWx/cYy593hvsAa02xaZ6blpjzgoZhWbKFbXRgD2BO0Wgl8TogZDk03RJ8TrLX0o9mZg+m
wQliZyPKqSjm3Hqxa68FRmIOK3AMvr8XDlhtXMs/OZhc5sArTyvmCEE9HA9aAVGi/7L+UA+Zx8HV
2VadqTIMfo9ai7HzHBKqfe9isoASSnDsYN5FfH8aBrotStBvRBDhUNzAwtYFGnT4PbCzj4uJKmxX
2zBWqpJaPbVnz7uuD/HmF/lJO5wws/p1DYLU532e/wLJ/6jGdrCN4AAaxLGDVzquPXAuAgv9J4TI
dHCPl/GYre9M9WPgOJTNXh8k6AdijEO5jUi0zGM01xPUAn2sW7T3VU2+QHwuPNFu5k+OLc7mMqfy
GdSlUz7pKEP+1UfHAkARzap4BfB8LzUHNmKeimGw19BaIxxbmAvmXs4kWre0XsKxyf8Cut8fjoGL
3ATbRFpDF6RBsDWbZB1IJVNy8pzKb+3lF8botl8JtgNw7sJc9DdVjsGOCrF605WQC3MBxptvfSB+
nD94YnhnyODGdfgP9K4cc3u0yLr70QZqi660FF8NzMM+7Z7h6Db3epvqxkDJSRriXE6gG5YerLHs
ryTxD55ivPNjsETXw6yqqLMsSf6kogJyG1zjWcd84POPdbB0zVrTZJ2pwARh55q3+MiWmBoYHxDu
WTaud7x7XNrdSl3JK8xIcE6RoyFL36wXmgDEB6SsPGkVLS279hJvBapFjpx57/+tI4MmKBXLnTTi
JFeoZA4tuQi0icJBLgsUmh+nFtVw/j7G2UmMiY2wRM6jNYii1UE7ypqG3qMbUSF2n2Ec4+eT//Dm
xu5tGOPMfahwrgQ7xipW2hWlaXquw+h4C7QWgnVjLzzR/n4wVnOr8bzvyCBMdhmvRqngfNGagf2x
SoA97GcbXf5vdFdD5KGzCzuo739Unj9iqZ5z2aiQ3YCSmA0GDSR87eGXD8qcBxcj+bwjnZVmSqKp
KaqEF62uMgGklZ6EMKMqrkcPKSJ0G5DaedX8JTRE2y3haDd3pFN5fxxpa6o5fQCBCW+J5OGZHNAa
7lwVotmPore0MahooRGGl8OZi8Iw/WzImkKDS036XU85r+L+ip3OMFqvezfQoF7xrv2cdU5FMLdR
S+tEUs4SrNNxNh8Xb88B59ngaCqAdd6jFclaDgHIedFHBtoy8H7G/JOLmRPsM+LIm0PQqTjGNISy
r1shwZGZDekj9Jr/4giY7XGdSmCModPiAeMfkICqMSp3H+REIyCQCN43Oq4cxmODjqwPux5y8LI/
gjkztg++sUXoA/4Cjij6k9nIZ6oS47Xj5JojzXVTyQEw5p7kgzUPV4mXUZt9mk0lMa66a+oYe2VH
Ck7oFpTOoGhXW4r8MVmC2dfhs93PBQdTiYzjNo2+bJBUweeqiXpAQMf3aJxryuZsyraKM+0CER1t
0EPsiGgcGetX9Ehsv17ufyuOfbNVhaKqldRIBhzg1Y0Tz5T4C6Hn0e4f1GErCaVwOpenEN9Ia12x
eclS3xhILNhNYtcS2CSN3JGdajjcV4wDRGxxoWyuVnGhhwi2jhS0VMvA5m1zmM3lTWyB9Rt5gWlk
3Cua8TgedVsFTSWg6MFNDo/Yysy19tlSxlQeAxVql2VmT8HIOUpH8askzWKDTtWTr17sEeNFwbKU
yHMdk+3+k3vVeJ+RwQ/tPKrj5UqFOxfsbqKMjTzcmAvlpvqxuDHU11wWYSkYnTjvzjZdq3Z6egyw
ShZdzhzL5wGizmBHfw2vch5TCzmuB1AzegfT2flk8J8/OeHMbHJiqhgDGueqwNZaBbcM7O5KcP6p
vX3et/bZeHQigc0ZjD1WJmC3NJRZw+8qQUIwHLzf0ckTtC2gc8/fX7BsdcWr7HKgnk0cFNowjlKK
Q0z8LbcZkgfv7MyspPRZLXb46y+O9nMVL5CvRjWyP6ianeegu0Oah1tV+y/R4D94xY6zxXloakJ0
8ynIi2GlCYhgPyL3DZwtP1z7vOB5Zg4EswO0CqjHByOlEU3zlDzteXzSPJRih9gyyWhyNOpQOy8R
X2TuKTiTNUkiokRE7cEX32UIAni3mXuODGBUWTYooISgJokt12MQO3Rx9w8sGw626Nz5l9eZXfgk
9sNJHyvcAMQ3a09yDjX2DWvYFL4AVH3yoIrjo9kdT6F20epUvt03zVu/x5/RNnvKDuUCWPX/4SIw
AFLpcnSqByrOQZB4XL+I/tHyUsmOShLuUBBLsHXyPqTwLh+bPDCacARF7A2NkXnxNjtfPfjucnkb
0OMyvXHcC5suqM1EuRYGNLygqea4XocoM5duYKXulrf/ghMamMwbpT617agqt28XPpUPSA/w6jqz
lfkJHLPpgd4s0XJAn0Fgi8djGYzqb6ht7VEu4PmW2WzqVBTzQslOdXVVC1wz9HSBmAxvc6RvIyxB
fTIfCHl4w54UbOvBrh66GIhHJcQDF3b5E7qJ40iWoCgIIbzcaQLft110SOEFQzsrOI+YG3PynZcF
mxfotbTXsivEdTYS1UiNY0P0QDBi+eST14fiB+Ku/fV1n28ryszPnTibJXGYHjYToeQnQx8MA/Iz
UqADR3XChHzhEcDRkxcwmExsAtaZRBAUip2orZ/cGL32vPQ010YZTLnqgoEtS9RG8cQYA8V/RueI
w3XivNCE3eckIdWZSDXkNN4RzSN4dx5yVKJDZ7doieoQFFdt1w4yweYlI3jmYjEJjx6co2OmQPSR
9uF4HwssQYNXGAK6WdYftqHn62TAzpQH+xGDD+S8Eh4+8wvhZXz+iDUlcNmbiiVLloGuKU1jvici
91EqE11/FDLZrYvRVnK58DURI/Ly/+Psy3ojx2F1f5EBS7Yk+9V2rUnKlU7S24uR9OJ9lfdffz/3
Bc5JqQplzJl5GGB6pmhSFMXlI2nTDynmxBGxhS2ofXbAaFmOHTXpjlV/xiA+GLQy3KzJmqNJ+uk4
NexjxdSrjvfyebYBxKvQdY4BeYqcrI6Edh5E4hRa5GHQ+GPTBi9Y+eWU9lcadx63Zo/Lbh/IbFt2
Tm4+MuMoibUhvU8jZ+Vr1Drb//8ay+LUtrCA4N+pfqrnDhpGqAZBKk7066g7wood/sN2gZumwON2
H/EvMrj2WXT7+3RVP4xQYmJXD+Stm0JYauN2x1MqmyS1T3NfbKboe5kbrlaexfw6VmssqlkEhZba
tl3PQxB3M2gZtdd9Df42/lh60ovorrawAuk+Y6qv8o+YaesGs5cFZ4YSNo5GYeZF0oKYwTeyfGlH
zdEKDK+cnbD8bn65T+1KlxYxfqKmuH0G6cPKpJ19KvjfdpKOwXSHWz9mNqwIUQ09FrYMZtkWUknM
ht5eZjNJwycts6PglPHJwaYKh0Y/7U6sULnFDrKlFihAciBzSQW9poltkDg4CeqltidDN48erLXM
7JXBX5jBEgphGNB5gJwUZhqwN2QCZObYqZ/nfds4YY5BXKnTZ274cv+IbkkOkwaxDRfrJhlg9Zc8
6UlnJpWWBKcgadww8UjxYeQf92ksH/z5pQZDzAZqwtCFhf4atYWYoljO9SrUTozn0htYqTkoRK3O
HrlJxjKxLwMIMUH/9aF+shVtkplpF2XaKXhrzuTVJFuLud0fZEOmCV20X1i/IcluZitX6tZ5YWa1
LoiwiY3OCwVsxwVrtMLQtZPePCZRtJ0YQ/vuT5676PdwTCztqTwzJyvKeG2isDzHgqFGyyraLbni
fjR2rcWsMkJfMO7082+7lU7ffQjyncXtCq1rqwG/jVMcI/wMTExVrEad9Akgx3PkD8WfMSavVvek
o7pcSCxPg+MzmCvm9yqzj60nBHuBCP5valq6GsB1DcZmz2UX+ybsUy7fMcJX9+s+duIhO83zY8t+
DWXmdN0XKTBdx26cWGsfANnbxb2TV99740lUOf4AF6bpHdtcGd5wQ/gEGEQbcz0MoWM01OWtmaeZ
B3Y8xL4VPKZVuKUx22ryTxV817rMu397rvxqCIPiEBk0jOP6qHnZnslhCCoDmyixAqr4EQxv8/Q4
sd4JuNwMBBr9u9aceHbmzC2LX0XjY8uCaX7rK+wSYTMwQ1h/3aaGU4dsRTGurxzGa0LvbWEbeDHU
qYh6KzE9NDcSn8Rp7skizZxsXN0icYVsgASg4jAizCCYC6+m5+YpmIPMrFOfUVzmtvWwtP2Q5bFb
EdhG7dyW9aGrdE98C0YMcUs8GiG+MUovD4GGzr7pee5q3AumajMl27bJ4HONThczL4/X7qUaUS7f
CtQIHiKL2wZV58sQvA8imvTU7yJXFi/oNtzW8JMG/tHRYR8ARmgc7ivIDWU0LEyktS0OpC8EdKmM
UUFJNgsr9Rv7GDWvpDvH4bGVj2Odrxz3FVwGzPHlLxOja8Cc2vkdIfOQ13pQ+FHZb20d4FhAKBtw
OlDmVGHjB6kFNQy8dPpKguKpHvv/zCxkSylbRiNZMBIKs12cimoIanbSNNvFcqhNAizjFDqEZuh4
/6+CZQYeRXiduOM63M9LwYZ8ShtqxXi3CtZu41xD4Wpk9DEoSeJFpjR9szPkynNyfZoLUUCb4QGg
4dlebPGnV2zOIqRarFQ7xRUx3MmMBsst7JBs5qyftvokpdtie8LX+6xeW3gGuWK/F5a/waypN4yU
vCcVHbXT3AAG7xZVzLgr8N81sPClDBw5BTZxqliX+kbX9JyusH1DtdBhZyEcMrErybRUF45zkptk
mPEFQRiVzpjRbqOTPnosaD64fYGL2md54WmBZTtFnn7Nc97s4crSHWsx1+y+PK7dItS+4U5yTGoQ
NlWDtCGKi0JYeuZH+kg2hUYRGeYp1jVhkNoK5zdIof5pCEYw8gt9KcrjWgxWPDaRnfpyNAwvtWrN
HRuKlrlxEiukrvKw2BZjMcsyTVuYi6FSnIZSmwYj7hK0UFiR02YGxv9JJ4gat3/g8FVgN+j4hnv8
CCPST17RiH2b5btKbgWGsjTNuJ3y+kMWtUtX7tpVO/qyyAZjbWDA6DI/QpU48vtZFLV57uuBvRkw
+SQmu37KvaB6pulPIMxcwbYGFtS2u1Y8ZPna7ObrYwBuyKKMwLhx2BflssO6mi0tRe4H+tEs0A5v
Z14udvfV6upyo2NZUAuIXovCt//nSn663KHZ4Q4IrYBfYx4jk7qdfLYxZbdjfjH22/vErh1ThZrC
EjO1rgunsPRnqz9Y9eDowaEavbfkKUbju8ZO1FjzFK8ySWShyaBlCJBwiGoRCO6YBPq7KX05IKyM
SF9uElo8d3313piTxOQuEj8kfdxtawwr84xJJkchRLsJdLv0qiDR3qNCC1au8y25L8Mj4KYj7IWF
uTSqYW9M7dRPpU+JAS3CHPfD3Pbok0qTn9GQ1ZvZnLKVDttriwZRIBzBvHjAiOCkK0QbK+FykLz0
i0G0LpMmPYSmqJx6yMOtbGS4t8IQr5emaR5P8+CBF9qPkoj6MNSt9XdFGRaX9CIIW74GaRQ8LvCn
kdu5FIGOJbNCVrT02YvYGw8J1klg85cz/jXcMXXiQ9k67ZYUKxbnKku66AP8EoNbwiIMmwwvyVb6
mBqiNkt/nMt9TbgTPjdT5cleOjbBGBV+7OxtFnk1e7rP8M0jX+Ija/Gc9X8+5aerZscTs/gcVj6g
7W+ym5JNAHyDS9ls7pJCFw4f5uLjPs0rGwJmbTwYi9Ng4w1X3m6gHIWhzXPpx01sbjUj0dyo6gBv
MEWyuU/qyvNeSGH0LUYZwvdDEHIpVz5PEr4WqXwR/DToG7ff7v/+lUOg/L5iO4gWMV4kZuVT4QVf
k9Ylwmlqt8h2UJT7pJZ7oGgmhcwY1sESvADqSWVzMydBJio//VsdqnOaYlRG3bnd6+rMkzVKy/l9
0omBNCzKbKPyme0L61D2XoscsPwyvWjMI+2K/b2hgRd8KTcupjPHqALwZWYvDHP32HP0HuavqwmI
G0eF9U8GPCS86Ms/L7mqE+wcYNaEo+Le1GN/+98aHpMevgDk56ZjvRKP3tC8C3LKjbZsbYITCHKz
9W4krx05/3d1WDa9Goj14BipTbq2ZllFXOOQMophHPKVT8c0+BvUB1K7nM1uH8YrCnjteyCtgXAe
ESbSe8JUAUJpGfZtmELZJbaoVU/YsFPFzviIZPPv4LWYnNI6JNzJ5ArdW5JkcAIQYRg2RhwZlwdH
kbTUpYCCWMVDpIUb02j/D2f1mcLyBZ8UXkZ6lRYWKPTtrG3yFCXidEIS//6J3VJAPPU2gnRLwHtT
bAW8JT0TBqiwcENeM/NgSCdL98m067qVO7XosmoruKVj5Df2e+M5o5cM8SSb7DQuaz/k28h6Itkz
zQtnFCtv962T+UxGOZk+QCuelAsZKEJbHCO6vy+yWwQEcmrEMpZYWh3zO7Z8qhDw1L5lScx3eirW
ff1FFIqocIOobliIIgHxVcwCZlDbDHmqxhfdUWBHhunww+ClcPENsdXjM6H7fnLHzbi35VscmRvq
JKmDnc6dx8gWZZV8DT9+4/Auvki1HEVS53IUKHBo7V5P9UUXnSL62+v/uR6APBnDZidkCrCvGvHk
pZqEWglHjwjpj9vEesuGx6pZcWxuGPcLCspTkqA/eEgqUDCGydX7v9x6iOHPkgQDvofn+8qy/JZy
kiYS6JiBhs2ISKEv9+/TLR51rBOt8qr1O6PVXOQaI8QNSbbPEjNcYesWKSglA5El8aqmVwbew3OM
ZOvPA3FN+kQSJB7Wdnrf0AMTtwueuAHdv5pxDbqTNYu29fMACpm3uyhN30U5HeuhWvECbznhGHyO
gakM2SrkURXblAwSJpZ2rR+10QORu0lA+c0XQ7yIlLu5mWxTwjGFydxLje8A+NreP7trXgkqEZhe
Z1oUPKud+GbO0qJgtfTxIa4V/Mnoa6B5QEPt7tO5PjjEzTb+MpE8gsor+th1UZxkjEufaJmbAJAA
aPJOK9cygNemniBIhjePOyV05GMvVbFtQkaLfm79wsSgDgwgSQ58dicDk2inwq3Nw32ubpBDBgzT
OkyUYQHDU0KosTWMdkiNFg41/6p12zDZ9NLVu9fGnWt9rRR7fafJZ2pXldgxGOcoIa1f/w2fpXkS
0fatxzLb+zzdCMsvySgqSdqpbEIytT4vfk1J703ioal/EPHUB14cw9UITKdNft+nekMPDRsJLTzS
yK+hqn15cEMpR1vLzdY3d4YnvnSPydt9Ate+Nbj6REAxUowJu0sTEKC7yeUucbhn7EovXrlPN/T8
goyiEUGaNXkTgkwclq7ZPyy5qKBauUw3FMHUKQwTYlfUNtQ4jmR5VU1l0PpZdaCxPLZY6SuDwhnq
50BUK9b9xsmYiMgt4EFACgXfy5Npe+R5rXjo/Ckpfs8dWjZD6TQz8YArXLOGy/W8fEmICQqEAphk
L9kJhdak88EMaedHh/BUHfpf+rHBPrT2mD62f4Pv/Yocb6n6BT3FKul5oI2JTjq/3bYHeB6v5qHC
LA12aP/7i3/J2SLlT28kGfSkag0dlMw3O6w/Zjv9OaIb7b6S34gUiAkIG3LkSHDBzipkOsazEm5M
5w8JVnv7zAhfGrbRtCNv/vKhqtwQJUeb7JM5d22j/FKE+5UvuHEBkLpFcs3A+0mBE7hkdNaDWKsw
ysG3LWwcLZ1BN5wofKDlNmDnefbmrHAb4UyRx7JzixxcZT+uDXy5YZYvvkExJpSWwTSPfYdXAKna
9rEzskerlXvZ1I4u5h8YyLbikN/k2sCOULgMUN5/NdJPx1t2VA4cLaQ+nfbR9Keo0MZRbldEu+RM
1NsBKMT/EFGCi74QLLLSsfOz4aEXmdsQd2SzY+lfjHGXhYeGf4tf7tNcTuuK5NJriNid2FdOekmT
nKPJeFHbGPskfbPYjsW3gK2VV27S4Tq1/mUjyT+9/iS/mdtRnnGj8+PEfh8m6VmR9pEn3yZzFd92
y8ZgReb/kFJsTDeLbIik2fnVFm5B67WWUzXbstx2aMXKvLhxmtYbf8i1i3Ed7+BqcgOGDVggoIGU
Z3XuEzLrFVi0k/IxTp/artjUZeyglOMBT7MZZpTD8Q2kD7bVML7phfTvH+bC2dVhfvoCRX80OTY8
jvAFWd+cE9q+sWjtHG/eg08kFP+rSyx7KACp8kNabiSJHLt/NPkKH1c4YsRGF6JUjjDv6ilONVBB
88hPWTvV74+IYP07RWNT7eQAIj30+wzpY2RRv6MkL/fVn/KjGF3eOnniSNSAMTrnzyoOZU3AynNi
BFFchh1Ua6KF15ONGNbke9vAY9a0TXSbEACxcMafLgqZZxstziCRUMdMMXxsjLzm8IuO2653kvf0
QL/cV5qbN/MTweXPPxGMjY4UMV94OmK09VbH9ir3PoXrqt9ynJ9IKOa6G2J9TOCe4clAm2L9hHaP
znLjyK3aI1L3B5bxYxG75lQfCiDBUos9hjx02CgPaDF3KjSGmNrkMANmY1gx7DfcxotvU7yfrIY/
N1hgv95UbY30xDN/JumbjIUz8vPU0MN9YdwICAmCiaX+hp2dJtEV3Y5k2klDC3u/a7/oE4AxdvwU
xAtCiz7N45cCifsZOcBcl7uG6fsxqgzv/ifcOnH4D7aBipQN90hN3WeVPnE6D742NOi72UkKlHHz
y0xXzv2WrQA0xxCmoRuoaCqcFtIUFKOaB3gpSLMgtf4x15Nzn5dbnoCF8gMStrAYsBuX2mukKY5I
JKNfz/Um0R8F3YzteRwDdHFu1uY73NIVwCENcwkJUVJT7Gtud1pAeT76Wtq7Q5TsWATI7ODUbfHQ
J8Kp03SnTyundSsW+ExUsbiNhjJ8lqcjorU/UboVApiq77w8IHC7L8p/dQ7l+YBTSRlQPIDOID9y
Kcuhr+2y5KAkyhAdsdItrGbf6e1rRVsvSD/M4gfWZdSx9GNZbhPT2nHyo4rfS63/yWNrN0+aw5ti
M5LMrYxgWw+/7e6lrXOA5/I1z/6GEi9TkVHpYhzBhBpJEBZFKarlo5/r+670+HdmO+G4safMzbOP
dpP/iu1t9KewNmPwK6qdfiWUWYShCuszfcVOW6E1SoDOoAsJPdRCe7HG1T6kRXmvaJhLoAQ7gcS2
YppFE5OM1fXoz3gEgqD7aRknztqnvPSj2XKkAbxd9xdw+Y2Y2ZqAF2VWiTNU0pEmA1wb2bhLbcg6
bDw3gmHys84eXIyb2usjwBpMM4JXLe4/dGM6DWGr7eKa1ptIb7y0E4k3zmRY8axu3HGG1XeAiyPr
jjy/IoZeQ9TT5gm+xMRg1vIPhp2cBWPuoLl291O31xpebtgtoB1RpUflAmkfNfqWVsDMoe0nlB4r
l4Tj3qw2vRhcjOLBxPRNDpQKoH1T9Z6b35ra9pv3LgyOWVL/vH8hr6ZowpzhQywDCo6qJDIYl0dg
FdLKQjlPflv4yXiau8ihxoPod5bYTO22F/auGqYHbpPDMKeOHm91fmrJn4KFK9p+69XC+gvgRlBD
57ANiunrLSrCTp8mX5YPXQXfqsLSOmcG8PJE+414mq3vIjyu8H9LBVG3QfVgWXmvq7DfQJunIW3z
2a9EtRlNdOp3+7p29G5GqQDgSgsJRuqkIWbNGvouEPZaQu7GCaABA5AwVJYITkDN4/O4HBvBjNmv
k29lNzzKd4jooU7s2q2H2okC9HZhyebkoF2m0fZhJx0S/u6L4neUftyXxrXBoTpCTzQ0LOeAofCK
MhhTh6Fo+ux3I+C0vJ4PthmvVQSvreolEUXjSFqwSLB59rP2WFa7vEKFazME3n1WblEBVh29aRzF
ThQfL1mJ+gGr+9pG91kSYvsGdbIcnWv9630qtwSGpYc4N2CE8V4rnp2VDGJgWq37fJoeBipix8it
ldzZjQQTXWb1oNaDQhe31XuhNYBQoodT96PuGIx7To6x9tQmpyxAHxs8N8MOsTqlWbmOt1izUSZe
oEQAe/wbzvDJZ6dVQmMRgGrIm8nBVKR0IwAUX/Hfbh2TDUAcFByZAThryjGlgmWwTLpf4vebNNgB
vvei2/y9iuLNfz+rz6QUjZjtItPbjOk+MbEnd3pKy3qFmZsi+8TM8uefRGYFUWjUtQkK+gRoYV06
tpGt+PbXDwdyKP+A8qhcQecUxzpKYioalusLJiYNoi1W9JRkXmHkBqJpoYJCi4EGAFwhxRDEZZ93
mBCsA46PBkYbMVHnGJgtXxzbp+JntULuWm4m8MdIaZjIbyJFrPAkItmjaZ9RPzQnr212WW9598/+
Wmr4afgZyGgCbQEY6uXJ2FLTZCIzw9dnYPWyZjOgwy8HPus+mWtthieFgGspeOMFUwsQY4MUbYlm
a3+qUifVDy26m2Z2jNM1PO0NQrAF6DfCgGjITCUktJz2Q0pMv2jrbcLjcxVYfw2JXpJ2bcn1jcNB
EGegikmXRhW1Wor4rcjnIhU+Xkon0n9WMKT3pXZD2wBgAyYa5UPUfrnaVN1i/1kxt6XlC+D08se2
np5lQGC1B+wITLoCTSDaO4sHIC7GJztHoeL+B1xLE+gUWCC0uywGQq3AxWiDHGcztv1IPnWd7tbN
E8d+jSZewf+u0FFrb+PUhzLCyi1fixI3iBOnB9aX2oc++7jP0LU3uzBkQc8F1JCo3uWIsTXN1Ke2
X9lPEz0iUeAEhH3pincSkkPcG1/u07vu913UYwnA0aSBHjF15kbJWZE2mqn5LGpNJ6V7SY56OZwb
S3e6vHfLSHcb2zODJ3t+BvzfkdrvajDgyEhHB4Q2/u9u3eUHLUfxyRTbVktFpluaT5/rzNG+s9Y5
BK0bvhbH/ql5WtvXc0PgQHMR20AVngHspPgBRhjwpTgenUWpebP2nnbGvtHqTRxgVMUACN4qlPtK
l0AIHY1wCeA6Yo32kkf4xKDFhjCgYc3RKfZiT3nraSFSzr3Q/g5YF3r/eG/TWmwaQiMoFL2k1TZd
k0fWwE+dxaZjLOWbJTusy64bsU2YkW3vk1scwIuoEKwB0oo6P2w2ejUWY/6JtaYyUMNtmDjpvVd1
1qniu77pX0wefOV9ukbtKuGydO8uPSEoTQLOqivuaFhVZitJb5068Z2Lb30dPjCsyxS1UyRIXZmW
a3ZrAr3mEDThW+GGor6Gc7zkMGuCEumY1Do1/cy9sm7P8C13TR8g8ZxNzGU2mszuC/X6ii584lIs
DWaoLal2fEgLUnVpa53qpihc0NyXgstdie1/e2A7HowuSB6jVGt3aVn8KJFycGObVQ6LZv5S2vXP
2pJnoJECP+Bz5tV9IlcctKtH2kSpD2/Zcu4molHlEolBs2MT7YinRGvRDTwbbtjl36o8f1kRhXGl
YCBEGVwC1PKRpVT8jVwjvRlmoX3iT+D369zu5sLpK4+1b2iJceIX4+90QE7RbNcyHlePKVg00EqJ
ABedwrb6bsvGNqO+q+yTlmTDljRoXETXn7XiI143KIAMQmm4h4gbIE7F3WF2WAVNZtonoTf85xR2
eGtIZNrfBZ3lR93mMNLTENrfZ2JB0bsgxvI5DbYGE2WnIbG8Lo4EtkrPZb/LG2vQ/6vDt3yfhbCX
imUOg5r3sUKp5x1mApywjQSrEgUgmxGdht3KOd+QNscLiL4EgIZR6FDEwEvMoZA0QJO5aKuHGc6/
7ZAmBa6mCyqHz7zcpWKyNmY6sBMxAJUueBW67ZB3G81KxKbqaLax83RY4f/K5gDYydGpsWQXDYCZ
FAsn67FK9STN/ZzS7NmMI7ILg6x9DkKMdIxi9DqiMwjbt6x6Ql8WJmPcF8zVRftHniPgQjob8ONF
bp8MrBV1sd5VEdqQRG57WLMUb9I5iJHUrP8zHJLD2ljwHBmKv9QUCqmpjrMESKvobM9y+J3lcPD7
mDT7SWY62mei7v0+a9fBMgguwl3aBpawVTEiKeYwd1kcxmcuf5nj60Ayb0RrV/xW0RmAgXobaK5m
Jt59slcvJNbnwWRBydCNAQuraFoY9U1cp1Z8Lgyz2dOahttmbs1NymXlxFNBVhToyt9Q6Ckv8lBC
URG2g0vxUA9fau1LiiYQhhytm9O13oWrOYwE1ODVAPSM3g5MN1CeSNm2USaRiT4PrrHt9/Ymw2oa
4qGzzss8gpVFqau52wFF0R/0V37uiMuwsXgNFn31aML7WPwduLPoyrXUVcEaFjC2HRqkzzlDUq5I
CzfpMSbFZB91kH2kUWit+CE3DhUunVg6e4AEgfZeXhPamaZWd1l2NuJHMgeOPp/fJjmuPczLa3Ph
7oCvz2QUY0BqafaxlmfnKAp36AoTRfhAwnhXppsyDNwM1e/OsPYVsVaU6MoKKYQVL8Q0KAbxpVp6
1gvsGh4fksyvx5NOzqhBOUV24km1uX9Nbh3hZ1YVRRq0tDVxObNzgw1hduO1e2SRtWrbRGs1uxtn
h4y2hSceEGgEr4pQhVYlPY1pfjYbJNT7eJfHX418OM1Urlz9GxYHj4xO0VOJUBzL1RWmrCax25mm
5XkqhZu3zIUc49G1o22SJ3tC3ALdRCxBU9x9YV7ny9ENA5gb+Td4BH6Tcn5DU8Z0EDNG9sj2Zz26
0+xIpO3tLY02bX4gWe00+o7E2Z5r5grX1/K9pK0wbWftOGINL2iPL5GInKzY513oTt9WeLy+HAsd
ttwQhoqhrpjzIilbK0nr8qyRs2SGW8pwNwaPif2AjDFyopiUcGbar/tU/wXil1fykupycz49kNMU
j6Ioy/Lcw8Clb80L+0ifE79/MD3Lid1yB1T1Y7nVH9C660+P1SnZZLv5rH+hX6Zdu2WHtat6be8v
PuifDn76oHxJHbSdLM+k1TwNc3nYaLp5cyA6tqfOjRsM3Y/7Mrg2DpcUlReticYk1GcIvpfPoQ4z
Pz8VclvHXjycQsBEO3N3n+CVUwIvDVgUXKIlYY8xIJcyb/Oq6OGxlGfMBnKxtd0LLbrPi5V61y0q
eDzwN940ZAKNSyq2rC27LufqbAQOvCzt5yp+5zqbtbib0FescUc6CxDGSxJBOBYI16P6rAWYnoQi
RO8Ntj47hiGNTVvj38kRG07LMcMWLmPMv6HfJ3dlKKrDfYneuKOoaGKIBXq9/wVVlx9STEEMr4VV
59gcEK+F26I+opfEaZK1gRU3pIrsAOrHDE4HYmnl7MoKhVqk5apz2U1OoY/nBji0BI0j9xlaJKdc
S8ROQArjPUbKQ+0Rsc08ZXOf12eryPptHem6y7q53t6nckPz0XCKoizm1iEnqFKR0VynTTzVZ5St
tywYjhhV8Zw8YM/vD6JZ71M27+pw5bbdsuUXRJeP+nTBoyGcutKS9XnSykOafK0bZMWaY671TtGM
jmAdgOCHsXILTXsLm/h8n+dbB4gmW6gsagrAuCvXoqdijPKe1OegZdtubN2+7zatVq68GjfJLDkW
pMZRtFJfrGBGTsuuzPocaSjo1sDZaa21nSr++z47N8wlkMv/S0d5nawoZgPwDvWZiQOtGzTDv5Ki
cbrHMvPRl78C71p+TVVLaxk1tzSnot9NObuw6/I0Yk1zHmXRPptlwr92ZWq7qBrKx76k1SYhydqQ
u1tmBqAJBBxLp+D1+CiRIdVam3lzZkm011tc7tph5Bdyq6nxBdO5EF91c7HTsnjFbbwhXBOmjQsA
lFD5VBEDy7Ygq8JUpPOMVTSbwnrta6v0xiJ9ZmhojVtLuLaGSuj9I72++0txgIIo4hDkUBbV+nRB
UoAQ8kyT8jyJBogJkkVfJefJ830qN5w5ZE0QF6OVCmAvYAIuyRR1rmtxboK5fEr3Mpr4kdV27Bka
CzGKR5dfynoYvyZah/5t3mnbFPHvfuUjlrf1UqHwEcgPmQi4llqSolA8tdo0I7Y8G01NHUPYyLk1
9jsZzfAwT0A2YkM35ocELHfLrCs3WdjYyMYm/7mBc0khITuJaBq1GUC2LoVRylZfkiby3CETsQF4
pN3PSV6vPPy3TvYzFcXT6K0GRasYyUWsMx42iFkwdG2S7ea+UK8v6cILHl4LGUQMalCoBOjmlnEO
mZKufjDaIMEoJ/4rodEuDEPmRrxbgfhc2zoQxEAMkARiG/flUni0jnNDs0GQ6ZO9IxH5RUlQomW9
EStWdfklRV0wOQzFQArg0oJGuKSEDKdAC2PTnmXzux+/Gt17nb81wYpNvSHACypKyqFA5nc06rI9
I3WXeDEmFDrYXhxgymFOncJM0RZSiLWBNapuwB1BURilJbzHDMOpFNamBh1/dseaM3Azg1tVdYME
eWSuWLQrW6qSUXijbVXMY20B0G5JzILCMKTcy4Y/QY9ZGvJZRH+mSR7Q6VL+Rx1R6SrP7jxUY4ZU
cXO2+dch2bXT25h8va/3i634rBz/SCwyhCeKUoNq0EITleFMhvIs0p9U5k4DOGlfGBu0szgzxgsK
kzkzwOz3qV4NU1/IwnIArLLMOEDK+1In6zlvqiqYYK7NbeLHb/QHf42f+mPwWPwVbngskTEyHYH1
All4TMYVk6LqKkVjBswWKuRIFi1lnUvqU8G7IAhQVokzh/0qhuiQWNyrCfO4aa+4TlfIc5WYYq2r
LKJRHpL2bGdIIm11TAqoHVlMaDvrTTQQzFo6HccR1mlvFqPgG40WMnLbrsGMUCZYEO8CYvdL93pF
s31QS2G5WRqjO47HWYwlpb3U5z3lGXA+RsVl5tZzP/+9f2KqEQEXAIDipIBqRFVEnZqFuDLkbTb3
Z2Pqk52G8g82B0cPaEJK9sHUFGtv3I0jWi42nlok84BgUK5cXJWDkWfZcEZnIH2K81Z7k1MuDjwe
ok2g9RLmpZqRWNRl7xpppXlVZWCOL096F+EddTGpf59UFXKNmkYPCYjB9cpXO27UBATksgxk5Oiy
h5cFU36pSqE2mSNGFw/npAtsh9PygdmN/JHNpHnMjMRwRqQJNzUv4wOadsixsdJ5BYl1fYUX9NdS
Xgf8C6+sYgSLoTCqsqTDOR7M4Yi0z0nDKIXvZlO1m1gbS7+LgzcRGidS9f3KRf5Xiry0H0sJCZYf
2XREtSr4PaPYbaVbxnhOQlr7TRaMW0aNCeWjaHbho+jb1EBLYEe0/tGe8/LE8z7aA+ZdbfKwGt6T
LClOaWtQNxk0jOfM2IAEhl54xiiFkw5FvsmiGna2asSR4upgalOfnjD+cHBb2wwcBEQYMlsGzOX6
9IXHs73t9T7caz1/acq6d9tJ32jwD50hb7FRrijKlbDzxvOAaizG92J08+LjqwC84v9xdp29jSPL
9hcRYA5fm1HJkmzKYb4Q9niGuZnjr3+Hfnh3JYpPxN5dTMAu4GKn6uqqU+f4cQnhnLA/BdpXk/GG
PzBUD14heuCoMX/qPaCxeAuB4Au+8PGxXDgmN6ZnNwSKxIEIzHt3orz0JMXeSylz770WP1XtNmaQ
cn9s7i7+nbY7Su9T3zsq4uI85KtycN/1bNKfuCjS1Uw0IpD6AiGrJ7xAMqbWhTrbMDlgK75ordi+
v+xvbc/2uUjbRikV2p9aZeBIVaAxZ+SNNrEb5jP1FJ3XPGOg4O8Qq9juQkthVR2QaSFZgz4uTfrP
6wZstOgsmYduWsSObdGXWO+oIehCZREHtOjpG6q/QFysBB9Lo8YVhY+Vp8YIcRZkK4NWCVU74oBF
DGqPnsQ5UqmV/34fgeZxytEIeD+hV+bWjalCkGpqpPYnOZXObWDJo4gGwW9RA/XLZWUdF6YPRTgR
oE74K/jO6f9fPdUyxa9RRJKHU1gXThhIpFRfi2EjojFngFopp41bqdKOVEGtE3VnjHXQApIpTqX8
pgB+0zKxH3/SPBaH78ZDFUkHFLGQmJvP8dCXnpQX4XjyPRGv06avwJoL+HE44CJ+bOp+OSe8JPop
MHhc3vPXsVZGvkDHdDzF0MwhIYJ/08sEajy2shB04CqCOwL3DYDySALM5riVKOOHJXeK/bY2kySs
NzkrZiRXxc7uBoY/DyjcgxTa9y2/EBQDPfGKAXZd1ZDasbW5xFP2sZZRyw/S4lBnCWcrbKfoQdlQ
D5yGjXDWQOS7EvAuxIVIlMC1SEj1ostizq3R5smgtmoknAY/NZCxEM3AaLS/YkPk3JJAvzZAzbmG
UqflhwYIFun7OJ27kuRrycQFV3f7KdNKXm1T1MUVRkrxKfJW1qkVGKcSklehVayFOjx+0O0VqqE4
LCLfjPIpqv6zEy5oXdxxAhVOuP5IahZbzois38LW21E9fnm8MRZ2OmzhxQdXCqrbeTvD2GSsL3Ow
VSO+p/krp5iltgZfuo8VMSAUuwDPwvYDOOh25kCR2gZVlAqnMr6Av8+KhspMuoQEwdrUTW7pbuoQ
zknshJcCsvDWUigIhVrLmXBKPmTGUczCHiKblhZyasx2zPTOkTiSrpFNL5xh5EFBcY0CAdAzc1LL
qAuxScNROpWSvB2KQdQlKdbMf71S8MOg68FNCy6iOeO5wHeh2Meleqq5tjSUuE7IUJb7sQ6jlfzk
wp7AvkMyAmBhUBHNMfYi3yZ87/PqKZKY0JCUsDbERkwNLQOtzeNBLcwcOk5ZAPZB9YZ2stlWZ4Wq
ToNIUU9MIcqQMuFVC81N0b9353igwJeDghIIurkVhamEOu8Z9ZRWQrlpEYWGuEWa6K2GpMn58Yju
Jg9xL9jFYAqbYWqFuN2BCuPnSR4m2qni2ewce34mWAyv9nBVaM5bpRK9NwewDGq6AuiLp00xi4FC
tL+puaIwiPUTokEuR/N+KUJHPMnumpQI8XgaCktEn7ZcFsQvPRv/yWwZlCX9FbTyfC3xdobXQhVd
QV0HKdfZFRNpTE+jauzdJKaBK0hU3Ki+vMb8P/2U6xM+tzJ7PdM4SEIh4XpXeo86u/V2HUdY4TkW
P5nu/fFS/gBHH9iahwFyVAopU8FWzOyZ9ENN/4zeL/kXT/chsIY1Wh1A6PeU9S/88DTibW6s2J97
s5+xAnkIvljgGBGK3e6lIFQLYYSEJJQPecJNDQgm9i2RNtFhIKJqvT62d6cwMbc3rfDVDUdlqoRY
5N4V7aR+kUajdaASktt/qU11anfO8IVfTmgN+J3ZJLaxppcmzO+++SdM+/3qE1qk9eRK4ntXZT8S
9VgjNZLR1swipwIPX7RToGXTceERyFSjzD7k+nPIzGCkG1Sq8P7YxcGfrDDl1BL7XZ3XJBufUdSI
K+lJZTynUpEUZE5VXWxqtEXheawPaxHL/ET+7wgQnoNRGRnW+Y3q1bIM4jGld/lAZ3XPnv4tN4I1
/RmAxdzqeTvYrmyVyavc7VQ4UVwO8HPQPbidtnzQpFjimd7tcS2KRp4Vkan6gxiSLq8jw1OG8dCM
Q7lidnnHXNmdlvNqufrCr2Uxlnu3gvaU1xoh7SwJalyidwJXTCzGVse8cbntt4dG23RQngBRfciD
Z1gyAvk9jTPiS50eegeG7taqh3fv8J+lmN5jUzEC0dTsdklU8EuPLZaiBDGbHH4n+ZOUGIlK+Ahl
PgIAMSm3XrLW1nUnTvJjFxUQVNmA2UV4dTsrCSN26CLEakhBi26bikAzYCcD2p+r1PC0gfh+YgiJ
yXi7Micsd8hzN6oMLqQEXFcESOadguq7DITQNu9WcUDTZphtFohxoPMIKTwJ+fLZorVyR2UvVxu3
7J/SLoWAwTP2ag+ynbilujC4fk66YS9tHruXhT2KIBNvViA2cDuo81lRCpqoFdO6I/tacZk9yjbY
REHtk5rI1T+2NU+BYQVga+IYRzQG7s6ZJ9O0VO18UW1dsT/mYkDa7jVmLJnft+pOi8iaptfd2+DH
HuqMCP9wHwNwcLvirchQaeSE1h3iJnvpET2Z6BMILEUTdbZkIlNIlOIcYjFfeL9TtgmyTitDXrgY
IcKF0tEkPYOn+2zIuZiAGzjUWvdZDXjSgNqUzdAd+Q0qaT1Zi6h+8vHzPQQuUTSwIGhD1WpmLRmB
+aOp3LmxPNAngCqZ50SpmQh8E74MupY62/YNdryQl4Ph115A6DD90hozHEZ+z4xq8YeRhUEfvCbd
xnmWW2jVV/WmLppdE6qXmA9AyscPsj6CldJpvRxcihqcGV4ztSmU6mfJVbnNNAFnMV0SmuIAlHoD
gRRLZAcJKfVGgL+RhGJccfFLGxk+D5nviXIXIOXbxe4DtvBDgLzdNqFvEo8SPvOldOe2eKqEy+N9
fIfzmDbWBA/CPygK3m2sRK27IQmyzhU9UxM3UeZtNC7TaZCTvPvbJlDFS9O3oer0FMW0YVxtA5m/
3f73A9DaCagFimo/H3jl4fO28UeFKTq3EC2vV+2mCCwet3KeGUI37spxQ0PATgIii7/Z5iVrqKUW
EI0c3mnknx7PxtIWR20ZXQBIB6D7fRYcoOlPaoFP6lzG+1U0vwftGOekxLshe8ooeWxryYNAQwxJ
Nrwm0f0yu1EHRUq7gDady9fRF+i7SKzIiMHCo/y7ZXI98fWGX8sbLwQ/sPePzZlj9suezzO+7VzB
Y34Lqh2hvTnHFYryV1LZ6Kc0hqa3Qq4nHh0Nvl7DTCwFvPiAn/I9ml/vMHVjXtdNwtWdm4o7MdoU
zV5KDjESmgcOpYNez3IInuQ75HqJOBr0MK4RpS2u8NUHzI5W2aSFOEy7TQgYU0LnaC9RyzuJhWdD
5ehJoeJKjL8Qrd2MePqgq+09oUeiSMYyRwP31HPVpki1vdTIK2+jpVDkxs7s2cJ0lMm0CDM7MJXD
xYXBQogqlzeoxxCKNlYOYFwVedYIym1rTUTLTuSfWZ2/f72eV7pBxCDrxDrIsp6bWqCr7+Z4eamc
lZBweQUBlMRVj6rqnI+I8UoVxTjYUtKPgnXq+IUqhBmeBe9VWzG1PKlTCxjgPVPn+Sy+CwO/50O2
7FxI8HXhQQ4U3RP0nBppvAcxfeZZf7P672O/sDyZSFdD3W2SxrmLnrKasnWLQ9rg7lI7U7AkPJdy
0jY6o5FWctSm3jS1E/x5bJhfvHauDM9ijLwAuWUmdTic44YLnkOvv4xsTOocPhB+MJBzvc4iMK68
Zoy/S+im6w55rToagruujvQxzFH2dAE0LdgX3msIHiJcTEDwSxq+JbHoqO3Ki3Lx8rj65FmUUBVd
3TcZ5koGMHqjjg3xO6dm1uTBlqYG8qMTTcik5XKHEwz6LmtGoerdSDtIVmDSRhfQSJO+Ig0C0jZI
qSTg/JTTc/JVXbTSZSg1BXRoZJp34pkDXvBydkCxe1s+yc2pH+1OcHq87x+v4MLRmNJ3gIkBhofX
yDRbV74GNZ2Ay5lpNux03PYe8G8b9DsZg3gspLVGqmVjAjKh0B1C09bMsXnh2MdMKuEcUkKp4yMn
xEFoNv7Nph2hKFA9HtvCSmNs/5ib+TekkLk0a8TOBbBs79mWstagsTKenwj8avKiXpJy0Ft3bp5U
esHK5kA//a1vS2jFTLo1mahpY87C2+vhzNNqBZN3YjVgODuJtCtTdddZi1Dq5ofPrnkxF+qYtvjh
fPTisZXJKxXyLeKG+oVRirUBpnk0tCr1RsVJ8XqWI8BtEqU8ll655cP6EA/xytZcesDgm9AAB2kA
UPnM67gSbXkf9FPYm2x20hQvfwqGhIqkRV+8rnZD/NFy0h8E98pWiqqSEqmhwUp4t+DgJgZfRLyQ
EZZRKLg9H62YN1ogYMvmxTngn8H66AW67Pvg3N883q1LTvzG1CzOiIo+00pBxukolGNBnfq9aBtj
CKs9y2zD36VkgMoYElDeWiFucWPh5fCTHZBxdd2OUYg9ryw5BoYB3yaM1okEWmf12hZbCGumZ+9/
zMwi5aqneTSoXueyg6OGg9VWu0zvc0CaP/zGLptjs1NHsGOQZGiMEjQPKxN8x5b6s8evPmC2lnXO
RSUQx0gGg7+zdRuoaZHYbGwINZ6OUBuzfjFkNA4RGnKMpzZxar23ax2viMw5r6z14rYSRXT1Tohg
QMxup9z3hrQZlBgJueQJSPWkkggLpbfSSMr3KLIR/5FKfC7e66omwqh745PWPNd64308/pCf/r87
p3L1IbMnRRFnGWQsM6SFjm1G3jH/3HOVOjWYyjjQWqGFDivyrAA7gHcr3+3H+JkrrXrUQc9pgLdl
lIz4GHC+Tunl8actbhdk7/HAmxLN8ny7IATW1DDsXaHN3kOt+B7qXZB+PjayuA6ovky0gVP3x2xL
qEI9SFyEdaA9xyCrG0L6gQ2NiZ0RtPJ7LepXTsHiWUPRGyITkJXBxXu78LSPW3RmR71bdDTaCtUY
fw5BRFeoQxbn7srKbO56TYBOF1dg7uJG3Hugkt/lAhSvM6nWXh7PoCjgi+92EEorCHYgqo5O+NsR
qQ1Ly7DGFCKeaq3aGra8zdugmbswVmDn79gtVv/biDbstjJBjJfZ/v4t3gyW9gsFctDMNxZndxb9
G3xKwFI2G/zemi+hBXmMlclfCs41PNT/862z5RbEHr05OTwAMNMQwiA9h6yAd/Dzc8zzRC0cz3+u
D/9NJu7G7Myze0UkhHKNrcxAs4r9lXkvrbBR6VFKSJsCPAgv83hRFtf/apyzQCuD4FwcqEnvKm04
bLO+L82sacuNrIZrytI/R+R+/ZHCkkGIinM6G1zJ0zoFiqN3M7Pb1hZv0xNnML/ll2l16d9sL1vU
XoM0Lp5bwJv+z+hsgC3TowFPoPCfTOftIk+AxHSZifuyAlQnyASfxDFIrx/P6vINfWV1FlCmGYgm
aYCh8l0GOSapHgnTH0uny6ySHqTE5D1kdU0mXfMay+v5n+HOH5Vcg0jTE+ClWQm6HXg3oMCkMt2K
M/x/jsc/ZuaXQcJISYOqtKtqSPOfYk3VW3YbeoRXvv2PlgZE4V6YtdhzqTQxKbpCxwPIMciRzk5l
6vEx1/gwG7KOn2q6gpxpHdroPjDgjDdSPwJSZjUsggTqG4C5GiIaaemHVn0Wyob59Jm/fL8TM0YH
Pffami9O/dXHzbY3VzItjaFC7qae6Ud21ZzryFVFY+g2oJNtdDW2MkOKd1GjEohlDGtoo8WdfmV/
ttOZUKMdmth6N6do3jHTbB8rZg2ZLCVfSy9O83x3ksFVhLo9ckzIXtx6ckagbSuWuDU88R3yDXID
vAoAMfbjU/T/LPc/ZmZXoCf7dGTF6WHMWKL4BjYZ1I1f6vRYSaxZRAZorgSehD2IGbDXJGwIVfRJ
hvgjVRwWAqVMTpJwx4Fbml9VhV+bg9ltFjJiofJt3bstMhQArurUsyQmOzcIvB/Pw7LjvJru2bbv
vUxpObbBrRCDJToEku2pKKKPXDtpkUN9kL2wH8L4nLLbqHa8pjEiptoy6r7Q1jpUlgYtIlk1tTlM
nWn87cKHalD3UjbAvShF/ymG7WRH7EE6InP7Nk2BT3o89qWH87XB2U6rAIqOggIgAv+pkk8CW5MY
OqKhFWbblF8rFyydIJQWgZrkkZ9HJeZ2dOoA4HafeTjBn372VQUbtkOfQqHY3dfjUS0ZQo0dyR7g
lNDtM1tQj5E6lUePn9sXhTHmcGJMc8nLzhmz8KiKa956eiPMjyv48QDoRslnYhO5HdcQ433utSiN
jplix82l61MrHdFZ0GwFbafl3FYI/2r03zJcTa+oa7Oz6USTiBCD/HZwQ/6sVNuweI9j6/FELm2P
KxPzGvko9UNGGXlw2+q9a4/A6hlcYIWJSNTYLeO123Vp3SZBcaAQgMgAUcPtRDIhBIcZcLa6dYA0
Toxnn3LmG0ftGidApfDx2O6NgQJXQKyMNgQEhT9gk6ucka+WfRQELPAsAKyUVst/Cr9AzqzEKwXB
+zN9a2d+xNQ4AksJ7DDatlZ+jcp7nulryP7718ytkZkrr9tESoYIyBggHSA1L0KSnckGdmU7LDzc
YQbkS1P1B9nUeXpbi7kB8HUBj9QeSj/qF6Kfniddb45gWKgIM7ab7J0Pv5nhNZV2yvA9IIOQB4wh
ATVQiJET1L+D8I8IaMOwpWru8OKGzwwfN03XdHqxNi33+/f2e2dzn3VhKCkdUGcpCFXGc+1URisT
NF3Ia/i2NUuzBUgBVKm6ApZKZROom1gqzNh/YzVNZyMWaI0VFOYCtgYjwwWBdBg4dQEuvT0qGBQT
xL2GkcXJQUCTTJWboDXshR5q6c0LZW2qWlBQhGD7SAAqiURW930kWjy7ZjdNq3P0M6KfATK/qbTh
g5Vq5X2wJsPNo/4BXgW0fvwE8FeHq2sBguwrfkAdhPNMtQRaH11XSF7E0Z/Hx/inf+LW+07e4oc0
RwQGdn6rCBmnVoD58K5Y4oruda63/MxUhhdNeh5lMy+OrYw2duYFSow6DYmUnXPmXANmFP6NpF0U
RL9T9Vvhz1CLkJt3WdCZxreyeqXIt+AGrj9zTrXsczlcmCfybivGvMXJo1krRbhFwjU+BUMdrni3
H0ry22mZiK0ADoRc8lRsmz0hStxKaQwcubvLCNJpBTnK+tfXl6h/nfZvb28fHx9PT5/bC1Js5G9H
Ev37Xy8L7COPMwlbIa8z133LA1nuNG6U3GAPnAWRbbR6WZWeHnw7tOudYHuW8JzaoyNvODM7yiZr
KxFJttGlcR5/ykL6Gg2cIvDBCAfwrplD5kPNV9HumMgulHkyYtWF6fkmNRkoaq1BFBdtybhPJsi3
qkCm8PZccsArh2WjyC67DT40a3Rqkj9RU3bW5HTvmh9AM4oCKjoeAWSfeG5ml+XAol9waDTZzchx
0BvoEL8fffJHJIVx2n9sA9KR18cT+YNdme+piWoSnYtT/Danw1MapctzPpNdY3coT+7R+mUdjEQf
dDT+fFmbY4g8rmsRuJXn6uQ4ju5sTdMmEQZvnHcr9+oCHgETcPU1s/gnGFE2Z7NcdhUIbYFusboA
yBe6kaPrxb7fJsgmbdegTWtG56zL2NGc1veYAjw4X/Vfw1eRmMKbsB+fIBzYvtYxyV78l5V5n66p
B/M+B3CyYYQneFBg3o2D8etwtI5HaljHQGfIr4J8TZNupbqKnrpN+WRg3l8ion/yJDs6Z+nUEGdl
I9w1DP3svUn5Fa8UkBTPYawlTWR/6CvZ9Q7N88FC82po7d94SzPtsTN07s8Z+M6/w1ZZgydOa3o/
E/8Ynrzs1b0S1APSwzwMo58ZXbsH7aVs7QJiAo1VC++Pp30hy4QNBqplsD+CXYWdPyN6rYEaHlvj
hKVk3LfapRtBHn7q/YP3pkB19DnYxcPK1N5HpRN1+UTDhvAX0iUz/6H0EdOFva+6OVZUMi+5vSrS
c38335qYQpmrOaSh1tPO8xSXtcUtALdmZIUmo7fk7Q3VNEd0VqEYaxZnJxVABBAE+Izi9qB67HS0
2z6Vu/jCPfNGZmGDOvSwxmjz4/5mOwVNDwB6glgJIchclk7mioH3kwqj1AG82EF3wCz0r8AIDEZP
CMr/VmZR8lzYxbawqwPQENY0B6ntE9Z6huqiA2kgcpLskkRmdA5IRKDih69v8LfcDg3wfelvgC/q
3U7aJAdmA0Jwy9ODTWF25IWxVP3xdlzcGVcDmm19OS3TkEFLq2vkln++ZMc1jdKfAsFsyoBIh1A1
srk43D9Kf1cbQ0GZvk5bRXHR0qMLO+/EPOdWhF42xhyd+FdgjI6/rWzurbJKou4yK9gFpLbB8YxF
9J55zANrN4731K3fqwsuELUavF6ArQTQcN67FaGFiqpJqLoCGczG/FVuFGvc8ybxXXASeW+P53oh
NQZsxJW52RmBuTQZaaS6jdnuK0DzLfD37hBJm5+TQnNkByZiarJGvnLHtQzHemN3dlJ8rwrEUsAw
ZVvd1pvsKSQ9aUlpvhWb1m6fPPPxQBf86Q/aGto2aLQHWurWF4wlqHKipFddz44Mwal3WFiLdda6
FtfMzIJRQS04ZE1hBmGg02/8s2ZHTq4rH49HswCeAL8AwOP/N5zZqyhBD5RSdJ3qvtMNGnCs+AxE
7LN/kPejDSIgouCKRFLzg1szPP3g+dEBIwrIXSdJeeQSb+dRRiifJdKguvW+2Mqf8jYxSlM0FHt4
iX9LK1CIafPNjUGhENkLEZhfSCTcGmMjr+A6KD+4AjQBRAIPhSKaj/aAjqzM531mawLl/2NpNp9+
LQTZ6EeaqwVmp0sBcK37SoBu2otsdpzOr4R0kwu7HxjUorCIk8TBtI2uHFCF1pV6TKnm0n30Ir/w
xvhfzdx/DMyr/XU2cIM3GZAPjANk+LO/Zy3R+W9mDQ8NUNWA/USep+8BStGUVi40Vzywn2BJ/C7/
Rs/U5J/5lTfl0mtjihImcI6KR96cgLJJPbFR6k5zy4wUz9FvpSbIkiekC8j4qaxM3qJzurY2y3HU
sdyGktdoSM9NcDE0yWRn/8wdyh3UFWK9/CVEhE/J2gt/4eK7GeTsoRM1jOrxHMxqx/oYvYjf3J+G
XdnpSw7qemizy1XLcgXaiK2GgDZoSfeJjrBj+Tez6hX2lYVaA/Qfp94fvEYnFpDZHHKhBzaDlHqu
EUOA5tRdNvxpMHRJr/acuQ2PyeXxZlxIFMEgUsVgE2bBC8HPZi9hW8qoNQyyW+h92gGepNKuwf0Z
oCocmBDos1JgAAQ9PYJ4Zdd9ramZLD1Ub75gNre0rv1+yPEFpYGGrjNRzMASvipb3rw98QY6hz+S
S2QX/9qXAAcxFc+AKZl6bSfXduVLBrVMuRF8SK7CjpYHxcuS245/mbqzHk/wvc8CHg2N+CBLA0IO
NZtbO6VcVFWTV4zLavkWcejvYvQVUM2iHTPne3YlrTP9tBsPCcZSjUMWAy8E7p6ncRBiOWTzmHcT
Bk44hpySATKb0uSFZk0E+YcYcGZr4rVFOQo0LhOC9nZk4KFqomEUJJcZn7hiy+Y7NdrkGlHQieYx
b573HYaOFh1YwEz8F3COSBmR+AuiNF0R7P6b9T8bR/Fe8kQfL+Abb/Hnn/IzyxxNfelKnUXPk78b
+hCSEZbnG01l1GhekCNSggEArA1v0C2pW1MuEJinqIFd+ngnrGk23l2mKDbgCkVcKYBg7+7OEZuy
Tun0oqSB6plFNbRGoSCNGOUNY4Iwq3ACPvfNohm8lZ2zZHlS+QMrIxLqd4hfUeoFyYMenyv3DGfz
fewRX+DzTdVjkkNJS22liulZ0oa1Qv/S0k4dSkjMIlRC+nSKtq8OR8eUhR8hKwb4DXASIN33QEgf
byV6ETgCKefAarKtH+tydBjBqKYeqRbrBXdgOx0CLwGjjwGRvrRhN45WVRJfBhEi0Jj5L953YtUU
2pBUFpO9Jn/D4pDWHno47Sb58MG9JJEm1tUd/063knhm1dGCnIjXWaW6F/C3x4fzPo7/2cFg+kTD
Pbqx5q13shhKCCmQjotY/oT3UwnscSIYTZH7Tl7Vg1GCzsCIS6HdFFJ1rhOZNeKhePHltDFAsahC
PcczupT+TacRin6W6bWQgpCUF1IwcGgSULBU6TePv/seADJh7TQg0xDPYgjzeFII+E4efTW5CFBU
3UBdM33iGXkTJKBhDwFgb6EXnQmgz9JynDWExOA7SaM1Bbr7+AId1ZICPVMVLVVwcTPn1mYAykfl
6Ll5lGak5rJzhCMrlh3J0FhQYCVjuT4Fymu4pklxn3yBaXB1gBUWiRe411ksKHqyULAl61/SzPbA
y+R0nNWydlcb4aWrt4BjSt4fcbXL6u6dOZnFmDkOOuAqZG9uT4YcZwIbV9S/RI2mmix4wUjnsZ45
ZG1gVyGXkqKtKmcMPHHLg3jYQl8JaaIxN8CKhC68rqjXwsnJz976YajOgNAPYoAQBEDUf/tJYltD
7j6q/EsZi8i0RRW4y6ABiHZTySqFbLAaQAqNuC5UWwPLuh5FFbVA/BFt1IFfQyjcJwlAtqxhT7Kg
ckBsO0/9+REb5g3gPxfuRQ30ND4Mf9mKxKOOhtII7yzR6DqThqbgQRrTrHwL0JwM3Mxsekyy3/ye
R/937qTguE9IhOrY99DaUrTNIDfC7STB0LRX5eKLusKszeMUWs3nEclK9Obgngaj82xHpZLU+lna
YUe9ejIJfLx3hX16bpSnQoQ0YP2edX+GXTTaqTyu+KGfDO2dbbw+UaHC79o8ChuEjm/9MfcvvPoE
5+EZ/jO0x+MYtITbRtX51onFE9iyWc/gjfIzObPP3atoDr0hRTtOV0wR1L0nyU1VA1IFLWNqsr4G
y74P1KalvfrIWaAmNoWkBEXmX3r4lSNT2b1gCsrWP0ioG9ZHzhR36dv4LviOcmbg9UuD01lpZZl+
CkOzqQIzAk7hBGKd8Bu3211AZ2jXSKp/qTpolpyH4pUWZu/boLuVvT81s29zu2g+6BgRQdwHw++S
NWTwTQEX1EuEozZyDK3ZRfsCzxE2N5PWEBl7HNCa8JQkZuSdslgXS7D8OQ0UnBJTOgvfqJB6L9pz
HW1KUEnUSO4yf0T5DMV20nCHZjvWH4pGel/3w034Eg8NYaFeKq1hOOWFPXoz+NnTXmTSVkxD0b/I
h0q20OxIqv459A9aq8fbMHoDyRW0MeI3tDTh0kZz/gc9RZkTS8YY7P3akqU3vjeGb9nf+MyzCGR4
tlUGo4HH1qqj7CVEKJ/hbQjtL2hDBzNeIephd1JkSwCD6i9P3CjtJYk3BT0CZRjA3Q17WbFECDbk
uwS40pC0zMZXdVAkptkrLY0cREr9rrRD5Zy/o0nl8U24cIOj0CQDoI8QDbkVaZYQH5Sq9llG9i91
bMkFuBtJ4W8iorUGwFoJ4UNbrfXhkNVoVzPR/lbpFP1cW1nV5eEgruqzLDjjm8+Z3Q8J1TK/qzz/
MhxSaFMqVhUbHYroAUuy4LUedPB3imxsqPwancbdExVh6vVEzNxXA9qlMRUZ/8JQkqaJ3oC5XAPr
pSRbFSXQVSXoOF+Z/fsn/2QUKUlEyMAqKPOECdq7BbEs/eBSs1CZq/Ro7A/QRiJVDjwFJb2Qm3E1
EOgEbjkEza2K4xgMG01dYwm7fzjjSyYGXuQ6pvzavOU6jXK+EBshuEDssCM8qhhPUsP3dtEqnN4N
Fd1XSqK6Gded/Jqtd1TzeyNLh57IAce/Z3Kj6QObxAZfcNl3zkC/8/FOXfxCUKtqE7UqC/TebGug
H0kJ0yoIL40HvU5Q7WpKqQPKXik2NMOCpjUrZkOj1giy54h5Tcq9VlqxArjy18qX3L8SFVS8tUl0
HZe0MhdclnNRGOQ0iy8y5BdBDvSmWMMBzioWdd7b8JKDjOFHfARV0OWx5XuAEMrsiBaFieIVEEZp
Fqu0wGLwlRYkF7l4oppV+uDkcbL4pHgXAQTpyiGtiId2C/apls1KrQzqse857/ZgDAggbIZ4BkDT
9w4yrkPi6WoebmGKQtlBF6TvQAVXTLDSonGXXpp98uSSr95CnJiIDOKu+MLLqXDp4YasqKsqoHgS
3kzLiOpinwWbxxN1lzWAUdB/QTwaIAEBQe6tUYYC4xuyZXIpAYnYV2vkNtNWm92hNz9+do1AyakE
Th0/nhuelOG1+1aEbf7UqvpaYv+nJnRrCVkI9OsAjITcN3JMtwNRyhSElEGcXKBksvWjgzhsuVI5
eM2+uBSjaHbZRz44rY7YwmBEz308jQsPFLydp74teeI3A0/hrfmUZ8TGC7zgUnITDVbUkXhAx6fV
JgdaRiQtbXatd+V+v9yanEVJoJxkPK7VgssY5HrMNyQRODRgfYyj9IdBkunxCO+PMiDnkEAWJ7Ig
FZSPtwPs06xHdVoJL0LQJUbQjJA4zlid6ZR4xX/dF/WRKoNvBbIPYodIFc7mMoOYUM8pUXTJ6G6Q
z347gvYHvWb8H2R0pM+2NRNqFhYXkW4vq0ettsYD+HlIUxHK7+K1Cu5COIocKQT6JnfPKZDsuh06
VDajiGeS6FIzh26il+D1lHmWzp7FjCSnm/R/SPvOHkmVZdtfhIQ3XzHl2xVd3dPzBU07ICEh8ebX
v0VfvTNVWZzi7n21pdkjlUZBusjIiBVrPZgoSQ42lC1Olv5Y9puQIc0HfZtFIr25NVcgrTnBRbEY
/HOciT0tc3BlnUr1k7HntnyqhEeFas4QeWFs6wGa+slJ610FtWJ1F1iIzpKN3Mi2nHu3N8Tsp8Bh
AH+J2g8um8tZSfKi7ySxA0wKdJZOazXZulRIDVxuPm6IUaQugoSl98ucUZAzgdNngslfKfpoSRVJ
NIqTUxqZ5kZtK3HbNW9S3e6BQhrxxCPWwotpJgPyw5+AlZ84aQHEuBznUARxFQyY1VH9UIftYEj2
SPHeUCub+j2C8Sr2pMYzl2DBcwdOA28PWvBBiItc66VduWsYwSOcnAy9He8kMJwkFL0udTku+K7p
XuE8pwxGaIQ0CLHwf26AStOJg2FGCRIcEUgKYzivhUtmzjlfmJiW9exqC+Cb0eVPklNUSbZkJnYz
Im7/BJmr8CJmb4Nih2hvTQ6kt/uF0tTcjjkfHRcM6aFiIRwqkpPJoL0NHm4BSoYSIEkMegSykUOU
gFC6/udnw8ALH71LOhCPfAQ2RpE0ilaVnOqBoGH2OVAKN1JCh/QM55EubdHrWxYpf7TooPALnBBu
cm568zaBqDHGiHZVaZV3pmzXWV/sRmk8CnEpgGfLSNwQsepGahiQYQStuir0ct1amDR2zDGDVK7W
r5pK/zTIoIDaSoj3dJQXW9qnC/9qs6HchEQ32rvAxX75qTWIMRgdJSwH3Tca0q5o1bNN5b7K0dW8
Q2uqWK2TJb6e2f2HKVJE2ULyEOm0S6tirg2KOmjJyaIVeO6rjVX4AkRls2fkupVy1eCF3pv7SnTR
8yuGS1HQdFT5QaOHbqqNTtpWPNtMLQYyON9ZehLzNr4TchMt1CYUWIkanZIgFh+yMR/XmhlQZ2Dd
2z/ei8hfoO4GhOYkeMuNXVPChPWsTk+gJkK37V7R3A6yR1BYZAsqhNet49iC56Y4TwJmVStIlCo9
yXfoudz+MtJVHXivza8YqijQ112hCXPHEsdwMo8+gPJ+2IQP+mI1ejLDTTdwxnBmYGsHUYPEHfk2
oMqYxCk9IT1dubkMqv8xsVPjn1+AF2Y4Bw15sJSSLqEnOhJ0Ke/ANRXJe7DH9Eu5zmuwJyb2bER8
cCsXYSQ2Jkwpvrwec9t4Nd+00DZdwXBqDymweNV3Nmpf/u29c120nQwj6kEjN6Tt5J+kyJnjjhSB
QAOa0RPgZh4S7n+GU3VHVl/kobJXBErJpde51aO+D5H72OP+WAq+Zi6niw+Y0iBnH6ANegyYYgbl
JzGz7EG3Ui9Mhmx1e5wzSf7LcXLBTKjmQO6znJ6YqwePDYQlbSZ7ZgYuTPAib6pnudzp/1gtBoH0
xeA4Z6ibVQnpSQzOePgsP6iN2lTiqr96B5ngbekoO8cb3p9uD3XmroBNE6pTQOUroDu/nFAxlENw
GNT0JCR4UYIa9R2XRrYOmjZxYig2r5tO7h01y5cApTOp5+k5DkwNgGXIqVrcsUQFJ0ShqElPKdj5
HkjdQ+WGpKHaOCETJICxtGI0/Sn39hKKyVDbkBIttQNEYuocInUJfYlC0n4mglW1n3jvVQNS0W0j
gJLDMssI7SMFmGRLSWWlKxLdGO9CbQSPSFxWTEcxorM+BAWx8qpPcmgKQDpC86S0j96VHsrqbtOT
Mrlrq7TPHAiR40ZQtTrr3NvTP3uUJxIw3NKTmhQPdJPzVtMKVqQnZBJqoXUhzSWFoEcIngzL6Q4a
Ctamk8Rgg+oc9Peis/X2B8gzlxHkkP5+APckV1Uxg3oNnuQD2TSaCAhpE+s2TXZVCDFXJwHj7AfY
KfuVCXgpSiOrqLK1vdCAYbn+LoVf0QtmOa2PdYgZB0M59Qv9DtWWf/GZgDqDHhXyPMjgcLulQ+Pr
wMiYgj3sK/4jbshBiFSQ8paruHHbbqWXNsSl8EhyirBxSu2XENxTILFbxypTp0dwnmyDwEOZMpGd
Mtm2/baMcePbhWGL5Hnha2eizEm9FeGFCrQmXmaXp6pBglwYeyk95cOm0PdNkdhJtEJ+UEEvM1G+
mi72auT2WyLZbfJryOwk2MVyj4+DRIRdFFtTebEGR+/QzfY6EGiH2AZ1y0Kwu6Wi+5wHwBsKD3m8
56en2+W3ClEZdwOx0hOq+q0bNjpzCzoE4GUHHTPKqbqdpjTflKWwxI41zQJ/McPnAKcyNeRAseTS
clrmQZHoKmZJF8NN1SsVgAbDeK/RYkmTfS4GQOHRQL3YMMFZxoXEzChCrRxjOHRFUsFn3QwesfIX
lHl2YlIslUtm7w8EtTIQfUgBgZzmcmQC4su4AY/LSaRoc5KsFWnsGrRY9bM+rFAPiF+T0R2ipWtr
SmrxE3pulrsdA0jCBqRo6KnQbb14NLS7RtybKxxQIdmzfj2UCw+b2YAA5L3ILKPoCgAZt4S9VlRS
FI30NLTIQQBZZAfVuwywemU38iuKISbkhZyKeMLgtpVjrETcpAD1W+CyHr+lYRcsKWzP+TPgZUBz
C30GRCncF4mFJMSNICA2iqx2Bx5aQEdqzZeFSruDUkW0l/IidESBxk4DxO7C83IuPaDARVl4eKE0
Dq6sy5VPjCACp3mSnYSqsHXyyxhQ3VM3grFTlHXW1+s0fCrNyltU5J6NtmEUOnNAJSL3yHlIVaJA
EbWw3Gl2XzxVUB+zRoAEiJe01CnF3Kn017Y+oJffDulK0yu4RrwFmYc2+1FCIS9apRZ4xe77+MVM
XTFwwMJ32zHOHEMV22XK1uD1hQTD5ewIQ60RiUrZqQ5SR1C2YdWCE+POWsLXzNSHgGDCi3sSJkWJ
7ucFeBYnFkWjmyxRslN6KH1hS+3KCYFYPx6l40dpy0tcjnM5wQt73K7rxqytywj2cvsuWqnfU9PG
8Wu8f0wOuv3KbMU5VeR/cXvPnPgLu9xFk2VSZY5Ezk7tB94BibrPoj+ZsdZyBsqMeK1CHSnQ7sDR
JfZ+JewDfA5z08Tr0TrU7HPm5ekCknTm/F180bQFzmZeGFU9wLMzO6FIPnUJMLcVKXZ9b0vRV9Uv
koXM2gNUTQQ/JZo6eXahYUhjo2KwN/Ron9wg2Wpv83Xk91hzIOsd0XbY3dQl47WF42w62/2k+6Cy
X27v7B+kBOd7p9jkP9/BHT/aouU4srAD9qAhsS1bQUHYBp0r9t1X87au3EMGSCuzdye/e396Wkq/
XrcYqNjxZ/a5a7zKWqWQimnebcBZwUFYHvBqycm63+UBhh/hURi7T+H77XHPVTrO7fLMQ/HQgGUi
xrgbZ9BsNNnjke2kAeQt1q6yvW1sJqy6sMVfq2oXp2aEMZrGvgULLKkfg+GlD78WgTFzKaILU9xV
Ss1EzQcFw1IeKNprkIlBZ3C7rzo8be1SvSe/O0AU74KljPa85/q7jnxhRQtDBBURTvQgbfLCbiCm
fCe+iOMu+QIyZ0xcAbQruVf4sr6Qr5l1zmeWOR+G7dN1UPzMTqLypEuA0pFV3zvyYnA867OmVPaP
+qLGs2mUnS6oeghMpybsJ8yjtqISmh3AgL8V8hJavajtJKvyj/wqao0jmiuL3CM/SVEktMoFPoC5
+xrr/PdjOHeVNdBY76FbdiLsro28Hu8awYHqAtrgU+B29tQVlvJi87v4r0nuEpwevSCXwTwr2kEi
qxq8qOov4IqlRSoRPsBGXwrYbdFnjy4q5J950KDVEBMwFaM/BsjHKPWnVJ2C8Xj7TC7Z4PwOa8Bj
nOVCf+yrwYmKBPgPxWmDBffKz9nPSCZGKGBP8WDgA4dMYEkaAMFxDOpR9KNaAHVHLpJNwSSKhFcs
30OppFs4EPzL6H+MTmku9LNPMoeXVxl0G5pGFLX+GJWq3rlWIFDTLqIC8kJjrJYfEBlTX/O8Z6su
EoJqwdldedbJvIpLTUMgC+lgnqkAL8hRoAJmtiPs3hw3ggJie8B52m3bIrCTybHRNtaSCMncTOPR
ClwyWhQgzMPdY7pWAsHWkQEgraMqpF6DNsvmd6fvuuj59s7h/c3P+EBVjyw40H2Al11Ob5xACCWy
IpCHWimY3YNyFeTJpItARUcJ1KWs/9xqGgBMoLKFznCQhl6aM2gyoDFfGY5DqFRHq+oA8NdIqbcr
K5okKNoSAsD2EA5ZAbB/Hi6pxs1NLDAJQCQgg4FV5S4vNR0TCYTFkHZi5aEDdZ1JLfB1069U6N8U
cJguxNpX9qCHDqUcE2cG3fDYP5fjbUW1oC0Igo8R8goDcg9d2jpl+y5EH1n25x8u5WQLRKwAZKHk
hOfPpS1JGcu0EswGysUg6mTyKsLNMbbhVpYX0ADXpwKmJlVGQ8crAn2N3LDypGsNCOK1RyhWeXp3
h+26VgE4b4LP1GB22DC7ieLnRl/Kuk9jOA/wUFGDZh3SOuhtxLvi5yY5C2wNapZK0pndMWWh08fv
ZrSLI9FJaea8taBsbyTvH0+qiqwM6DSAIkGChEtCpwWxRiRjxWMpHVjWOkHEnuSerPK0ffw3lhQA
gJGHnUokl8uHtEFZJjkRj3L8iid8Mayhg20zYQksNzOFE0Abj1T0E193o4ZS3PfRaInHpDTumVxD
8owcQNtXGKVdE3JgPXnP6cKD5MrNTOTFZ0a5SE4KIy1uELcfwyp2JnK38BPnf1De//kcoriL+xbj
E5HSvpxDktVRUwwYW/Qpig3Eul50MF4NSyHwlReDAwO43VQ0wxTBdsLFK6wOq05KKunIouhNHkAh
lwNYId2rUXtAZrOJFpljpsW/3PeQIUPrMth6kDyD2cuBha0UikqvqkecxtUIJKmSa2sztZwMRHxE
kPe92Ttiw/xCTPZ9/HF7Wq/Qi3DUP7VhzOpPsxfnWtoyEHJNH81jXTXrOrrP8gTaqBZAF14u+lb8
zfo3Mj5l60LZEJQ0df238GguPa8mr3I5CYCboiUKkQfgvoCUXU6CNWRKFqR6cEwFlBagOSjsO2gP
YS4kZSEkvfbbyF1NCJqJ7ACZNW6FY3NIpVSXI5+Kqq0cLOGhqHAtMSdITgtzO301Nyod3fXThsUF
jN10OaouFCJqDE3so0ir7cKw+NV1sXSPghqE3jOBvlqpLLlg9EmdKhXHbSHpD1XSVbskA1OSLsgL
AdfVLKMWZKDbDWyFaIpCn8jl92hMiQ0m4Xta86FqIZDSeYmhrBZGfXWEpooTit8o4YGMGH9cWkkk
nJfoZ9ShS7+Nh9Z97zfkO3a6t5x4PXNMO/UgIw0MwOPy+45//SCMhHW49UmHDNpY0+9n1whD85as
9G3s9z+4l2eD+lHzVJuxl8jfOUPLpNzag+LdHvT0drtY6ckqyMSRC9NBkcTvX1EOjVxOMbNJEXoa
tH5rbRGTfeUoOBvc+xGjytoBKBK//YXQSnYANPbi3G6/ofp1MhaI5q7jAM4at1eEOM3kVqxjv/HQ
2ENA7es2ID2RGtdAIfr/OH3cmVQ1MLAKDYwJPZoClc84WsSVTd97vULoiAPmalKz4vaFEli0CTvs
i8pm22QPKgqv3TXEbj3RLe+6jQD2E22p+nfla6ZJBDedhogfGesfwbyzzRjntaEnkOTyCW5iR2KN
Gxl4iRa1eazi5DeVw4VlmybqapRnBrlVS9MIzWQh9kgIWipqoYdTfi/1XzprFwzNTidCGQsPNLQs
8mmUKi7TRNb62I8llYBcMRDsFBGj05ni4Nw+W0umuH1vRKksAA4b+0PqD9AoFq0AxbpFNuDZ44Wn
Awre0xXEB2k6DZN+lAMcL/ErzKW1HtVPFVXuYlCKpWyr/OnkYiukwn1iLPZbXl0U0z45s83FUGmg
lHJtWLGvGs6YOrEJrh8JZdbgvRDuiomcdBu2U5sTnjW3J3dmw6DDQzJBTWBNfbLcxRuWWqxLLY6F
aOTbBEScltpbdppJT0pTL5UNZlYSkgsW3kwTePzKWJrXQgKWq9gvQQvl4LV4BN95tm5NZWFUM+dO
knDJoeIKDCnug8tLIOvMFB+CtZQetMYvVC9W7Lj06LhgZ3ZAaOWGQ0G3Bebv0k6Kvjng+YXYR0S+
EaxTkt4TU1oIWK6iejxOwKaIGBvtqdBt4vZ/EzZl1JQp8dXEHskhrktXkI5EWue44QA1cxVhe3tT
XCVJcYlemJzGfea3EvQh450eET//7pgTQZckc823L/lTMhzdli1b31SLsMppk3O+C0YRj04tr3jr
codAykaEiBEl/ghSiu/8nv5GG8F63EKaLtlS0CovMEXMz+tfe9zWr4hWoJsH9tpmZ72y9Am9XDG6
PgpP1tbC5+0pXTLGLWJWDkJNFEZ8ElkeC/D6Qy+d0buG4FNoIAOE0oBl57bNH5d1a0a5ZWy1kjSA
2xI/DDq7UZ8L0e4Tl0FYN1V6Lwm+QvTfI1ejdQu3w1WB/n820N+55S70VE8VsR+wZ6WPvCFb9Adt
hFMRDj6pD20f4sKAgFQLcjaknqt2YftOc3lr2JN3ONu9atoWIi0x1wMUeL2UtSPipCLzFmZ3JtKc
UOrAeqoQXQHnyKWZkjI0h5OM+NkBzNa2bKzTfBvLdhV5qPtCBnWJlml2D50Z5LwahapbZYlYTqjf
bgj0U3AWk8weXhf26k+EfjWBZ4a4k1gEljpRDxA/fhm+mW/szS/6pwntzksf0An/gW7S3dsB4t5j
72RHyZFOC1M76wrOPoA/mqLak6HG9oFEDDqme1u561biCjjB53ptbN0Fc9M5uDVe/nB22ji2Pcz1
bqQ6v+WvR/WBeQrkr9cH69ElX9qCxaWV5A4mi2qNJgK2ThnctWrkaD6kOG0JSb0uOubPhMSr20Oc
u+ZBF6tMHOsGuFM5g4LU5hAgx4p27L7vVlL2nf4u8wUj89P41wh36AslJEOYV9CvK2S6akb9PZJL
CVjCvrBvD+eqfPjjXyYmAmQNkcXns5QZwJRVAffmA/BgS8ZuWAVb5dBUJ01HN9pHUW4G8NQTm/Ti
glP9L4fjr2lulEYla5mCniDf7B+C9KvS90rtVIVDC/QuivsKffzFB3hi/5DGUauXEIi04CNl6Fcq
njTrVTVX5B8Lh/DTwXk8SkE/YcWYjpAIgasVSbOiQE25gqUCeN95t2d/cQq4sAc5YiiWGTkusypa
lWqHuCRt7dR6D7X2sUYXvdHv9NRhbNd/R0Taduaml1Yk2Ywo/+WxI4+4aJ8UZdtAhPP2t82frL+r
M/1+5vsrIDJKbVodIMPkne70FISA1il8FJeowyancO00/mOJb+XUUPfT9HyaBK0E5H0oY7cCcnph
u83fpH93uso5/Vy1IpNBqdW3rJNseMmhLW10bFDXfCW7JTnZHxDT1aBMJATxtNNEhGKX0ydEjVCH
dYsrhnqidR8M6Tpvn3OltAd5VVindEvKU1c5e/ZpVvuhWaXCduoxeru9ivM77O938HerbiV9g5Yv
3K1oIx4dbYV2N3ARpPqA0/5A9XuduDWr0IDu9jWgy3k1lUM81Tgk1ZMQbBrhj07tJR2xqzbnn3N2
9lncYpB2ZEqqY3raNnoTzFVWbYZokxYPeKxVaf4EKg1n1NmuZJvE+pDJG23tWDoi4T+gQzBrVDsK
NmxYZYWbavE2le9CmrtjaewVcLGbgweqon/lKs++mbvMu1RNkwx1DV895b9TP3kCM9O6B2WC+ho9
Jb6wVAecvQXO7HF3d4oWdBXE8MQvgnBcDZXZ21DqLp3a6MLt7W1yBQub1gPeX0SogHtA4cVzU1rW
yMbhcGRKaJOcOjENt2J7VCyXQWY6AjtN86yMK712RrO1A/o8hLY02AA7QCIhNmqbhgtbdy5xdvFN
nC9msawJrC4w36awrsY3cHs4MYndXBhXSv2RpKbN2t+oYSzcvrN34vlkcF65U+RRLWqcmSjc55mv
QPZZiR8MMIeMDznU/FDh2nXMZcYhXmobmXtvn5vm3AbrCsUgI0wzUXjFUggkPFAm2dEvU04WPPyc
3z2z9TP/Zx5eZyUk0/GfX+aSrYqAwC0dmekG553guQXulKsqkSoUm4hPIcKVDvKWFmB+ymVHNJZI
CGafaDJknyBqN8n3/fx+Npow1gcmixhNlXm4FT3hj+GwNXP6u/ZuCQ8+vzXPjHGuYBzRzlq0HYyJ
HmoOHZD9BtszL5BxpzQbYfyF/p+FYGE2l3A+Qs4fCDqK15UCnym31B6Yo9WbEi0CYPU0oYyILmpk
MszGKfInQ3ip6MKpmPNG59an3XQ2v1lfpYZcwfsFaCBbh8gJuVav4t7qEN4veKNp+q72zdn0Tt9y
ZitiWZnl0RSF5Xsd7Y7inSSWaHy5M9EW3h/aLnbC8iFfmUuhyHS8bhnmQlKpN/oxGWA4Mja98l0g
hWE5aHaoA7DzfBrPt8c5U9+RzqeUc3BoCNJKhpevH2f3aBPzSANqd+V30CJTFI6IhhcO/PzodIAS
UKlHhYXbtW0vyEKIzl4/22rFdgTJg4pu5jWtXdNXysVc7HS6ryfzrzluv4ZKUtHOxPCs9MCYF95J
R8PRBhvxhKW6yEIvvc1mHRoyiCgRmiAstbj5LMusoWVgwmAkANfaxaM9akgi3F61q06on7vyzAx3
PchxJktajHuZpA+RYkto3y8emmaHA2qrvd1pkGdaKYIH1pV8iGxFdowl9aLrYvN0X599A3dPgOAy
HTWCb+hEj66VvSTZ4leeOax6LT+VR3QDJvep9GyyXQW2oxog6tuTcAXiv5yEK97zMELLXdpIuJxF
FFl34amFaLl5Qh+gSdcFW6nJpk6OSXcwn/LXhK0tCH+nxDYHSBjJZD0RQFbyY1y8deaR0GF9+/MW
1giI60sPkqVALgYWPo+K65Ss2uY+qtdN/T4mqwz0qOZqDJ6E5FCL7VYURpeMLTRzlygYZ8/3fxZJ
E7nzNga92nayjvTZ2opcME61T/4Sin323lMkEw0V2PjoJuE2fSrLTYHmyNi39tBJc2J58NT4kxqH
rP5NygZtEyB2MT2tfVuY4jknfW6YOwZjlyiG0g2xHyQvTfRNn+8F3d5BADEcPgViN+9Ptw3OBROK
LAOLi3KEgov+cklZPUS0yCr4DY2sh/pBpKcKglSMLMXdc27k3BA3sDgda4hyFag1ojeZxaBtN19u
D2VuY5xb4E5v0IInsK4wlERjjgzByLE7JOlDR96LbKW17cJhnTUHLQ8Q/CBjJfGSKFSKVQg6YqVq
qXAKlrkBeIHRhuoGhkacvFEl0K6UC/HCrIsCpTrUX6CJMVWrLteLSIKB9liU4mq3/hD8HEyMgQsK
WbvdFG7yqXggbXQ24+PtqZ0Nzc7M8vpCSc9GcSxgtkFu3i4fwt/KUVyNv8VX4d+Et+emOCcjxTTr
9A7FMQKmLb3dK4Zbh0+6tRAm/JchmcgUT2ATPPouZxLIF7UdlCldnTQiXiAA1sdynJ/KuDyA26t8
glbZYNOisA6KlNaPaqKR7e1pnQ4Xf5dPHZD//xO4wMiqTEUAmzXxDclVy9qOmm2bDXZm7gV1YbfO
HT8gGH9gLzo647jRNmLdZ2KBdFBoFuaOshKUDNhM7u0BzSZoDLwWsDUNUI9o3Ck3qjbHRY63CYTu
2nDXFS84d8r4XXxlgGyqT1IDzs7PUVuR90B0O2sTMK97MN9vf8bcYM+/gjskkFNohKrCey8MRX2t
5wyoVBGq2LetzOa+gEMFVAvASdAwcXM6NnobVATBexqBkFRw+lb20NQg5I8BsgoaaM3MO/HQ1p/9
Ynbvqm97ihTObXNbpx77zigthIF6/5DF8S6ohV2T0y3tT7K4a8WpKknQ+Pwms48YFOeDtEraA1pI
4nLbVu+D5rZko0nbKl9h/7th8EdgZJtIZKPG1AmpsCU9GlXbpRBCntny2BkKdv2E+ebnTNfTrKwH
RMsd9cL6PRfvQFC2EWzVCOzxJUq2MfKhJVsZC5fDtBb8UQNnBUDK4Nqd6I0uT3s9WlYlIkbyoWQD
iE1qKXswIxfrQVD0BR89u/vOTE1TcPbO0tMO6eZuRLkGHQReVLNxwyTp+fbmm7bwrfFwz4DWDIDZ
rEU8W5m0SXZRiW5x6GhGYeAH4Z+gMz0jXIJBzUZF55M4jfxsZG0RALhEsXimBCLXAGTPGQGpPp6r
IA8KFXAlAh2pjwf024vknzJgTTveBO3/JGYDPAr/zkp1wOe7Du8Qte8bT861bCUk0HBNiJ79C7+M
qA8EXxOpmMKrYQiipORWbU2pKgqq/2YXt65oqp7Y6l6YLURgczsTqIkJijix2/EuExnWQh9IlPhK
EFVgBQXENu4qMFBk49LjcckU5xfVbACghdLEL8Aov07wHPaSJIxXIjWXkjmzDupsWDxfstgkQiAT
PfVFVqaKV5slOqpCMMM2qzJuxwK9c1JHh52gIZfliJ2iMruLu+Ch6kZJ8xKUCmOP6XIMOmwSJNKW
jkbY7GtL7mVXjgn+HioZuOaazhDokxHmcfktiVGBPKIOAtYh0AiEH7JSH/ZmB/ZPyAH0VbEpRVaV
TtuKoGofhwiMXzhGULNduhxmvACo6dGHPam8ocWFm2troGlcyEqCiKnw3kfIX35VTmx/hA6U25yl
rOPcxYuoEE8ygM8B1+bFl4oxSXHg69QvzU9JL3cG7qRADSIgKkRfyL9AmG+DF/6opOOhGbI7MFCo
yTME91ad8tULfqB9WnH1edtJzYTIClIxIAwC0lWD4730F5nVpeB1CamvRqUtC6KdidlKTwfPYivo
FNmL7FZzHgoWf/olpiw3z16HwJFVgxBTv17Vkp2Bktyxv5Q/46nxabS0xNPncz4YwArE4mh6gaYt
L6hEGmrknQVjuFJ9um4KKG2mOyjWkN2SbMzMyb0wxXnePIItuZ3GleJ6jkzjK2LRH02iS65vdiOd
D2r6kjMfr0GCUZJNWBp2HajI8zUqEcFwUvLcDYRNLtxBoRaPYc0LqA2iAPFV6zYgDybsdHvv/JcP
+aEKkCDtyt/Y1MyYwWgBVsXyrpc9qLqnYg8lg3h1kn+Vx6Lwsqcwc0lhUxHkqvExk+2oR+/78faH
zATpE3zGAmXBz3dw13lpFCMphJz6lNaQrHalYo8CMaAl4ZIE5pzLOLfE3ek6y/Sus2ApW8VP+RL5
wlw16mIg3B4ywngYsgATGg+OkbukXJPkmaT2sM++inewdbVfIK8njvg6bNBjfd9h4Zdi5rnK6dRx
gM5CsFiiFY5zi3WqRkqr19hewWO51c171ji9K1Y2uEnLtxIC4N1H/RL2u6y0K8XLm8eitUGjX+Kx
mS1i1mePFQB9oBSCmwJq6HKz02yEzkqBr2l2fcqcMXhrhT01UYga2KYW9sAERNqbqj/0Tb2iLaSx
hHinRUusIdPCXjkSdERNjYlgguLxoPWYQGpHaan/Iql/xiy3TRON0CC21WxKXKgwBJKvCm+J+qdT
li6q2RXRf2iSweEyNWNezkFfBEVpmj329xEtn95W3Y7vBcSw6dZ4ar2Tta4d8d1yxft8U+2bBZDj
3Jb/a/wq4SlGbZkxdaQ+MxMgFao9FReh9dMi8rM7vUUh0QkMs8FTtmrpUBlxImLLjTudOam6qlDs
OES6o72UJwtaoYZXas5tr/GTEblllUusaWhSLEtxGtkkLutlbgzSwVX9oDrBACqSxk0ehZ3ivW3r
B+3QP6+zY3vf30cb7Tt3UQE+xu+3P+gnn3Hrg7ineaSremXm+CDNlnfVH7Z6jxww53/egZJn27qN
p/nWpnOCr2LzlO+hKmGXe+H4UbmGF66tk+kCK7CtN+Fdar8hnltL+HejbaybZ+ijL8zeT7vDrY/l
NmWdF3Uot/jYFK0kSKs9xbqT+rUjuPKrJx01b9JzFV8bqNtubs/TdcwCJDOC/wmZjaInn+OWq8Ig
qjqUfipAklNMbAuycKHdwD0hyxYg6Xvb3jSSy5Gi5Qm7E4jiCSzGl1eYkmRtUbLaN08YaLv9AESz
fKHuUv51Jt8FAizUcRW8oNDQzjsZrVNNig45GIq3EQAGzdGSD10HeQ2QtAiQ1mjQJryADZ+yEPzg
DNC6TtlKcGXzrNCV1YZFDsY+XyXaXiLo2LWiz7JVVq3Mvm/P47UnMcBjCMk7CdbQ1cVt76CnamwC
WuWHlXgA+wJeUvFC8uI6Erg0wW1Kk3QZ04ei9o2uX6UVQ41vUxRubErAyCzcCQvD4fuBsiHRGy2G
rb5Wj2GarJRgCQW9ZIKLzkWmk1xqpuEMpa2Fmk3C19trcn2WsPh4qiuThi/kmTgLURXkRaulWBMG
RjmIZbpVZLpjnLtamnuk6L4tsVzo912yyV3pwNuoYhDQ2qcBcRS92A5maGf0Ef7EblpgbdTN7UHO
TSPIEkBkAApNVeOfHEQhRqZmmEZtHHRvMIhml7r467aRmVzjNJV/rXDXSReWalpI2N5gFTqNNoS1
Dq9BY487R4vdfiHdPz+Hf41Nv5+9AeI6y0fNymp/cIbBjv9Yv+vB1px/nJK7HBJ3nKhVgtU+gJV+
FT1HL0s38Nxp/TtjV1RsUodVCGv4Hq1SPWH0NYgVjYGPTo1GXbiu5tzcuSlun3cJA+BsnHx49cEg
NVulKxB6sn9lBYqMUF1DmyD/3JTUIqriGFbGXnAptN4lBUJr5L1uTPv2bpsfz19L05Y/W3/Likif
y3Xt55kFUU05PMZStgfu6EUo8oUI8DoExy4w0KQEghoo6fCtqVpd9wnRBuy1InSzCGg86X1EUHZ7
RPPnB5G1LII8AvjRachnQ+qAoWfSCDNReRdWAGXLkNqysi0zY9uIPNkI76NAcfJQ+aWxEcJe/dvt
L5gd5xReo9kaFDY8K3scUpB0ZGLtp8lbbmGY6SGMluDFS0a4g6s3uV7SSMIoLWEVddE+FbpHKsQL
PnbmKWlCSuiHhwD7ELWey9kMQktoDDXABqFfATJL6B50gNiCPA6Uaew6oXY6fsldjtoPiI16j7TU
a3LUI3LyoCW5I+MJWsTPbIw2t2d5JnC8/DJuBoBWKeKmNHDl4BHpCqUbHEsA3b+D0aP3xqaTgAp2
jdP/I+26dlxHluQXEaA3r1Uk5dVGzXYvRFt67/n1G2ws7kglrog7O/NwBnMAJctlZWVGRmhHBRqJ
3/pJBxecIp+W3jXXzgefgZo63riTwifb0NDUcqq7fYvmvsigvnjfi8IuTrZDAl2sxaLbdKVdRllT
phqvaYCip2oiM2aOA+FoJefNhEYeAzIkmzL6yAxLefeKD7xxCZCeXPIDNqGFs3t99QH1BE4dUL4g
7gLT6eU20MEkz3kaWhh97V1Rd2X0eXs1Z2JWGJj4CWSU89CmPI387NSWjTxmsRy2p7rqIHlp5BEv
HNoIlf590uhGsMJ/G58CpzcSGML0USNqVGhryO/Iqnn7W66PFhroUeub3gToDmUr4Hw0epHu+v0J
SWohMMHCARbiQeVzU9TlJb6JawcMY6KIMBWPgol15nLcDZcInlik/YmL442cDBXNBfiMPuzxdkyX
QufZoUngygRVCtjA2SeI249Zo1d5fwLMhd8Oqqsee3Dpb0SNDxcii1lTYCWCLDzys1CauhyYG0Aj
NJVbDGwAdRV6U+O1qGTSTnLRbHh7wWbnEEwa0NzAK077AzOd7x09aAvfFftTmAVgFhbXfpQraITo
rUYZRuu2sRkY6cQrhSwloCBT0wXjEVF57xBN58OJ7znj3vDUqiWZ4oHZCoRCxkg9bcije5zjmEae
B73fpNbKbVBo8WfetHjzaZkb9yTVhPap7pI4eb79gddHFd+H/A7emiI/5ccvJ75smmxM0RJ4cgEe
3iWanE6dXeLCNFzP+SQGCxlwPJ6BhGR1jTVojHOFxA2nAg1dO3ThD1uV4/xNnVXBEy93xUIj58yo
sLrgxAEGB23UzCvp9gxdb018+9lvMTOEBJHoqp48nNQH6TPaqC+3f36mNHH5+4wvA6WL53IBfl/0
afQe7fzTxoBCLWjVnSSe/lywd30FXdqTLlccustSE0HnBLjNfVzv4molvITqe1+uemBFdfmx5yyh
JvwmD32KIh3p+ofS/wZr/sJBnEH+X37JtIpnJ3HMVcXLewndtZ4lNTv1Q80PItJxxUdoFynlU4XE
K6O5+1iYganD9fJevLQ7rfiZXTCOg45Wgd3GeM0Ls4zW1WgnLnhQvRfvK17dNje399G5OMFkhSkB
wbg2qYVsbFKl4ymIRFTfs2AAttq9M4LCJa2YlQuvgdn9BH0VYPLRXgKWC2Z9g6qOB1yP46mRRFMN
fqASUDy5m7dRWDeQ1IutQLdvj3DutKngkZHQp4kLn5VsGAyhCqSOH/EsUCs75MPcHrR6KVE1RSvs
qp1bYeaxiA3f7bt2POllRkvBXWXQJDig55+4O90IF0LZuVOiQg6HhxgO1HjYCkBcx2ko5MZ4gjZo
cuTxToCagVZsBK6SVpWcndowzDb/Yh7PbDIr1wpl18FJwybfhgAJgZo9KTJ9IRSeXS0ItaMwCco8
9apHDbF2rdUBqr+iXB9ifXztgFVaMDK36SdyQQO5D8R/rMPvI5DtNzxKzGLdewdP0GzRlR5jTU/N
IVDkhYmbc9Hw0MBb4QUH+vBpMc8ONNKXXObmCX8accWRTm/qL0xzelTSpli4yWZCTxCaIZM40RmC
QVFn3LXXyqNcufp4AuxR2vQ9SLT7qMqobOgDTSPee25r1B21Ls+ORRkPW60z1IVoaXZ2UTuXEL3g
DzZamhpTBK1D7mJE3nQbRnpNAqkZzAiZE+qP+ve/2JfQgsH7FAgtzWD25RiJSa+5oFXT2r6yIWvH
E70EH+5/bwV9BBpQChOvqcS8VpSEEwul8/lTpnUPaQSFkcZoHv9/NlgfYjScFsTY+1HCCSRoaw+S
hEu1zJkKNTBsiHIUeERkuFl+XS3SUl1KelhBBn+Lbttqp+mDsXH7oX5seCTmIr0yrNKDLGAsl8CX
eoNKBNcbrAJAb0sJOMPuqq4kQjGMZsOpwZOXyzH14yHY3p6RuaMDDhjUNNCOCGED5i5EKb1IjUTk
gf90XTPC9XRqaxA+NWEcnf6NKajZA9AEolOWN5cDH71XRQYPxvlmoGLst05W6TJRBiBBbpua83Go
WoKcEO3AqPAxMVuvKEEQVxL2Et94xzEMRyjS1/y/2U1nVhhXUJeJpAXw2CdRb2QoJufZRo2bJeWK
2RWCcCY4f/GkRqbo0rnpYty3keoJJzBbgIGzBXYQMnHhESkpdeEIzjRyYOf+Y0uZIqczR5rLAOGE
nM6fEmQUUAHSy7TdC/2QdWtPGvlm3w6BNBCuGtvSlAwIwqylwOAhTqSNFUr2sdIgRRbLKuEDpfJI
XSpofc7kEI0Kt1d4flagRAmJEWTt2Ldpw2cNVwsujwa5KN8Ktaa8DnxXPbhNZiyUXKYJZgMPfVLs
md4vQEgzRwSQOC2vjUgAulF0+lH5LAvx0VdOnoAGEETPE7akXgip5oYHsqnpjjFAHcqSCpW+PBZ9
BZtdmfuEU4qG5pzv2wBPeAum5iIdkIFDcAtrDzpL6XLNB4QDrZDlwskPUxLsatXsXaut7LJbiAnm
DuW5oenvzzaX67qRGOrZtJHTe8iz0thLFhJPMxcjricAN5DvAp0sS27cydNTe9oVXuVt07pahWD3
IEqXANji3N6Ac3E2KrRwmWDSkaD6ygxnaEvf6FsMhwfXORW91lRrX7aDvuyPulxytA6ybl+XMir7
in5QG314STgpX5jVmc6PP2Fu7BWAodAixAQ/eYzeaa8PBcAkVOJBuKOX0ZsvPpfQj0SHAS22cg2C
H080uxwv/EE9VnFjNXF7l2TZhkshwXF7ZmbOy6QU/p8PYi7yvMwMrhOn8+JTVQ5sMc52LmahGSB3
3Q3gEd7LSyDgmb0FmyCE0+AO8MZiXLHe5zLvBxVseokph/d8utQrPj+qfywwx6THk8uoS1iQS9+1
Y1T0jP4EwS6nbCH6xwUPee/uC6NbeIfMJZAuRsZssxFp3Twua+E0pN9q9MIdPQMZpHF4Cnl5lYUB
yWozHwJqSIWFjtpjlJHAWCBgnamSYHJ1EV1vPMJsgyVJT8cUMTUHHwFUlgScSs51NNIUmnYCwJoQ
1e5Tdxuqte0KvUrSUNpL/RLv9bRtGDd88Q3MttIq3CjGgHuw7KLmg+egq0LStm1e+haR0giy730X
taI5Jmm14CJn3crZ8JkrWO30VAim4WvoRuD0L0SvVNY+x3gpmTzvVP6xxF7ARVmEHiDL8JGnGPIs
IeGOSF6Hz8VTdyd/LvGmzNwymFKwYqH8JCFYYk5N6QaB34alcFLrvSyduMqWh4VM3MztcmGCOTZt
K8bx0BXwTuoXRgSWQTH58Dod19nmttuZX6R/BsMclDrplE5VcVCSkQIhtFb0hGRqdhf3q9uG5uL7
izExAQFiziH3eLiCBvnZItqUia1WMpXkHxF1Ss7vTEGgXCjdj1Fi9/oqb7F4gVnKgz206oucSD9K
wH/f/qpZ/3S2ltP0nN2uAt5mArQtpyjlzQ8g0wWpp3HbBe8Vd5cKd5J/um1v7iGMCi1SrCp4mdFz
yBhMmzAIkaNA3NCSEntVAkvCh/qdiATC0mX+WC3BYOe90JlF5qZLspEf+mneK9+18gISlKOxyqOH
YPBWMveRRfuuEVd5xmekap+VesEVz94xZ+YZB9QkxeCrbjNBLo1y5esCxMg9iCEuzOvsoYT0BbIZ
oM9ECfxyIbWsB2EeBGhOKpTHnY2M0z+ComsPte5DDHINuvSMmT2iZwaZ7VxzIPfmdBwcGfohQ1yS
RhctTnhLct+sx9fbw1saHbNrvKbOg9HAGuZZ/l41cUr1UBBIEscRvW1p9kCcDYvZLZ02aN3Qw9Ko
1FaiPES6VUrrSt1DQDPPR4pk1ILFWQ90ZpHZIEbSQelZg0WtTVe6ux7a1ypB01xr3x7Z9DvnNyEE
gS/EiRg7ojiWoZFCC8pOzcgReOreAcGyvm3kqmL+ZwWs4Oglhl4iCPgu92HHx7kQ5XLqPNsZCe98
swKnMKkTQreTbNiwHtbd+kQ7IqQL83gFPWZNM0tncJrnxRrUl3am3fz45sQwk9qoV7ebdJ2OlP7G
h+yzA8uFHVXUvD3wKxADa52ZXrXpOhDZY+DlV2XlAfEViOI9UemZN7dGY5X2Q0ceItMz10uWWQ/z
ZxlI70meBbPOtrIFEoj3gw5ypLH0BRqkHp1zagGROhTvg0ddf678VV7HVPE3UBkrp5MaLgAzr6jC
pk/Q0GMzEZZIU071ctU1Oe6GlC8Tp29JqK+qgdTVwbNECxAFkQ4/SWQPoclHq1HeGKvoUN6VBQXJ
ma3qGxCK/kB/AULY9S4M1qnyX6Y9/74NVQ0dbcQ60KPMtuhCrxU71OMcQ6ghP5RBf7gYUpgOc9pG
tbAQULCu6s8ceqdQuESQzavMARhKIKtUQ4Fyez+sxyROiVyWD2jtWt3ecH9cCux5xqxPKTFxohFm
DEkDlKbR+5A6QKFrn21OMu4+8YghUP5ZeHMLkI2gCk8r8CPkW4Qbvs2h7SGg9VffrwA0ALM9lPXG
xIzlrResBXEbvYh7+bEQ7+tg5eJx+uslFjTi/O7h9qdflfCmOTr/dGZJ3E6K6sZv0Baiml0PLbaO
qhmJuwNf0mbHhRuoJmXr7m4JHfYnd3E1Z+gV4TVQ/iF/ydySQTRorqfBB7oq1faGQJ4i10Q75j0y
8VQBFcwKbfMVKb6DFdTNQjK0llgDq/gVV6TaB/KmURaWcU70Frnrfz6JuUdBzu77bY9Pqm0TnVDW
8GNv1PtVSlrylf/K63VOE5sn/qqh4uPtdfgDftyaDmYLAdql+YUwQq9uoz5EH6/y713wqO3UTbIP
aLnzwlVt/dLKpFu0+djK5ihQ745KFP/fFs1gwYtcPWOmbQH/ZQAWA+groE6XXoTnsqEeiiRzZH+I
ik2oNVxLa1dKXttW4J/roBpaUwqGoqQuGH5OzZjwz0OtJ6+ZZIBj/fbsTINnJ8eA08DjFSAHCLdd
fs3g4++gh5o5Daj1bL4Cc08kJ19VzSuntuSX8h/TnmfMoWFFFAEGQjUD4sGX5oxeCxulQsIJ2CV5
owcC9D2hPwzObANouALPkriMl7LEV48STDk4bwCphpQHEuwsjF8chEjImzpDt4CJIlgZWjiSZbaW
HkEg4a4EKLeZxaEE7auwhiBWVEJbcSkAmlMbBQwVDwIkSjVJZLtNpcEfRCVvModbq8IB9GxoIyj2
RWSDiAqz3pj8BqDbVLfExh6h//GlLfjsuZ0HJwqRGPSQKYAsMWst+56o+UqROZ+fkQV22/fsqaaF
HXze3lJXWbdpuqfSpoqLEtk/9nLIUxH5cB8jdcuYYKDV+AQJQFJjNxUQXJLRfaiSWlCA6oGYcunR
cbSU58hA168SLOzvq7T938egUQ11M+CahKtBq1obe3KKtS/tOts62xNnbuW9TxCkfD8v5FjnfD6I
USaBAjBXoprDuN6y9YPeU4YMkrIITBAC7MqEqClVjkA0NERLoZVJlkKjKe5gD5UIdwJcA+BhKHte
HiooWHNCw/OZ0/F5Z3LFoBGxEeR1riAdxWVgR9FaybNiX3/qDM9djS0fLkzzH3MP8w04XFhshB7Q
nWA5kVqhCF2cfHyD6/IvfeBx32kPogAzRXEb0OEyg/4LAqjuyYBgUk6MTK+0oxsphr8q3DaKzMgf
04lUL4aMYDE0Tbg3pKCKTH6IxJc0l+QXrU/R0cr7VVeB+yIQcGdombD3uhgNcIbY+c9uLqI/La2Q
ok80TnakNs2Xmo/m7jJtErRDTggKc5LMxMBx3Mula+S5k/k0VC0hx/SOZhaROk8pV3yKb/gcbitK
JLvviow0AlU/u9fCVl2qC7RDs4O6WPO5yoVinyNRhe+BQMaUcWc8q9iPSdn4gucYcr7SLIFEoi0c
VW3V+7TeepvO7JCgi3trlBZqQH960ZdrD3lRNKtMHVmAXrLI5qLxZD3q08AxX98HK90cRrPecOQ9
I++YCHJXUZA90Yz6pg7m5i9C6Mn8fXigW5d05n4PN2i2FB1y0Jp+wD/rgZxOKT2Be5CAR45ut1t6
WnpPXN97ODDSXwUJ+XjcSJdnBk/tpJAM130Sire080hVbyL/Hr3Qt33h9X13aUa6NOO7maI3A+c+
obRtefGxAtRbkxSagFQxKcltY38lHHYhzgfFeB8vK3DxgEPiyetMPOQ3GmnN6jffHw4H+ymjm5+v
AT2K256S/fgb3SsL9fKZk3E5WsYRCW1ddvxk31RXdUAO9uekIQ91cfn+/oW3c6IioBKxqCCDW3BA
1w+SS9NMkAdOWl2LJtOaa8v5rxDdRcpSCXiavlvTOy32WRrR80DLALfiPvmxU4C5IKgXTtLMzYlR
oGIG4PbUO8/qwnBd73ajlHFPydq9/4EOebs9dsT4Pkhkp6DF9fZ+mRzV1XggQDOZg7iaxswZX6he
K5UN9wToEOnrTSHjLcAdteKzVl+6pb7G2RWCb5quKTAKsWUoENLKIze0sKagJ7wC8eKzNCwpuM7E
OMaE7IMTxOHmEdZertEwdiKAVBz3lFkR+Cj1vU62v56p0yVxqTkHgnkB2FyEviEeWpeG1KKDUHTv
ck+9h0R2vg0riVTVoaj/+5AZIzozxHgqCYA6JchhyEghMD5IpJV5IvUaCfivOF4UU5/zWOfmGI9V
VQ0gXKXBPe0UEj12lvjA4QTjff0lUCu16FbdLTyU544VQlJ9wsMBScAGxqVUgGBFxgBjo7VUzicK
3u23d/rM3kMACDA3+i7QN8U2VeZxVTciiMSdWC1fJrK6gpMb4geJddvOzImCSCGABhgOnhx/Wfoz
D6FrkIFux8pz0irbip5w5yrRq5EGn1KB2m7S2oBsLLwnZ7JSgNqd2WQWrJd735f0zHMO9h0Y002P
4I+e/PxsyGpDcNnSLfq+Y7xpTwvR7p8eAuNALkwz940ABEtVdzD9+srTZ9V67uiwytYKMW17Y1j4
hM+nyf8j31CioXQnmyqa+Gm9QpawWu9y0/xd316Amd178UXTRjhbAI2TjFCpC88JAmOtjgBrKPy+
6AUTtPK0qsSFyZ81ByczvarQ3cFiqYCC1V0x8TwnAveEaAWNQlV9HdW7fJnndjrn7GQLkwQalGyR
/mTxG2IbVXUv657TbAudVh4mVALtIek34V19n4LTklYuqWNcsF5G8NyQ3aeMgP6iKEn2hpat2zN9
VXFCNRGf88/3MLdHXY5CUXCi54AGQXg9hDINbenQ/4ZoHKHuws04Ra+3Bs9cvT1E7aK2MjynGlfF
Y7vnhd2HMlHqHIZ8IYqZeTFiYNAlAwMTCsDIOl7uIa6v+aSIYt/ZJeQwEkGwhu/v3XOM3NR3t5aW
uDvnorYLe8x7InR9peUD2OugqlXvBM1Bo0Nrg5c4hKCBu0Z+APzRTRObsS+ZkrxrgzuBf4XGmFjv
Ogs8iTm31VJLUzizT/eRqy3FVnPu83xGmLfF4MejC9i175gyLYhho+gBmjCC8PLb29Kj8C5CuoPU
1s/T3Z39uOdW8ZGeHszXw259kj+Du8BM6dq1vjUTkupkXbzc3opzcef5DLLIgFTS8lH2I98RlV2I
WuBLBSHVioD/ItS2obLJtoMfIhOxEc34YVAPxVMlkP6jfuRSOmgPub+QjJ9JOF1sIbZzCLmRAHx0
WFKAm2r3TeAESzHWkpubXW04SmZnFekk5J74Ei0W2yo3JVMzfkr9oLceiRcphGZeh/igiewMb/QJ
KckEEfyg9kXKJ77DU30rW9VqfAHnNeVfOzMxXZeiD3XhxM5dhecWmWtpSEUjqf3Md7RyrULVu7Jj
Mx3ekZpfFsWbtYVCBBiJpvQWKyTeIMPbKgOmu5BtKaEiYE6n8ggUXWJY3TEGp5nm31U8igGr0cpq
NNrSRWrcWfcMNC3AqBPvFatB3QzoIjayBkter0YVjdK8tA29j86jBdiF6zTcJHq0El2NxHxFlaWS
5FzgKyCrp4BPX5VwFTFeS2nVNo1T2B9W0BT9zYgakiwjAqWRvXDvz3pITDZyPejdQx8DE/u2o+9h
Ow2+k3CJ7VXPERqFXd9s+Qcx2IWqjNueQp5TEd+KnHicyYNtf4mcdPEjmC095gbv98noO412asBI
qK+FcA8OWR1cQA+R/zAMlSlkgSmjKrcR8cRXS3HhDpwpxhroNEVNEkz/6JBni5JRPgrg6MY3oBRq
J7GJ3rA3iabH9Og4TmJHZmb75BcubyFknh/8lEkGJhUo7r/I7CzO6StFrz1ehcejiaXZoclRd71q
LetDod/Zp7KQOp69oxDk/Mces+JBpclFr8BeszX7ffmU3kdWvdfW2UE1/Y9yLR3HLbc6VikBWdTW
B+e6Z8ZL5BezIQd4htBOjPcqCASZm7L0ykZM4ipwuPYU82bwoJWWkBHR22rGMYn23jfooZYEn2ej
3HOrzO0X+ErYly2s+hK1X98P/lezqmhF7OkefMXLPN2AHI4MFoRW7lWikiFAMe3oHPV1SUrinIaX
XbOw8+Y8ni4CywtuV7wZ2CISmrprI9Fc3wnylV8/lc0uFd80aef3GXm+fbvO5LQNNOchkw/tT/RG
sRLzUerlI7Q/kd7rrIB42+EQEL2m9IgGXIUK/+buhGOB3DzKY0gZM3GlUSZFKUVc4GQNdNflL0+D
cIWVgx/XMOxGveczIMstLvuti59iD643nwuBpaVJuYrR73178DOvfMwuOGSmzhu89Jm1RxmsKAAP
Dh2jXqnxWuAfOncV/re0KxiuCPC8BkJ8AKZ5ibHSS6EkxZATc9p6y0m0lszIGvx7ffy+PZrpd5go
GnAVUGZJ4KHAbcFMrSg3ul4rXOxETW72UJxHwkduNsEB4J9A9IgE3e/bFmfmT0JREV3eaKcDCpv1
G0Kr+lFvxPBTdzUkHYfH278/tzkvDIiXwXpZhYObNjCQHcddaoo/+Q7YD8R7xDCNp+6Ts28bnB8Q
Mt2IpAAFYQ9ekSIEqGXYkwfSVi+KdkzHbZh+3LYyU05Ba8NE2ox8CLafwb6sk6QEq1qYOM+VlZWk
NgF0fYLO7r4gwh5v6pE8tiS37iHssklTq34WkCY/rW9/xWSE3S7nH8E8pn0AnLy2wUfIjWTJY08y
7/O2hZnZRI1wautEbIqWPSZo6cRGE7qqAFCrx8U9btCZRLriwVvYhTMDwaUBNTkYwl5kXUqZuhDr
zDCQsk2eNb7WbaEs84Xcz1wEdmGFGUwLMgFfrieEknHXtltp7wYxDZPXWDgM2as0rqreJ9VSLHZd
/EPl52xszJ3YlMDcj7mfILKPNPBp/VbjQ1gcU+9JqPAe2oTd5vaazTgRRLgT7QUPFJTIhh5lFhgt
WhATB22/TR2RMIKa71tZ273YkNx/WHqPX+0ROEQYQlMsksZ4uUx/fxbqtJoYF8Aqp04AxR5hohyN
AGmVdPTIROLCRpmW6GLHM7aYJZT1MumFMEododLMsDWIz9tJ1a4Ctzcb/uv2RF7tShhDED2lJQ1o
abAkolmqTSSbwAe1cFZe+9mW1fdtC9fPvsnEBHxAVyEqC2ypMhfisBWEFjhFACt81ITa11fBpaFi
e/fibrfEbXMdlgLhgOM1sUCCywclwcu1kvICbImxnKP8DYcFhkyOIBtEflRwXo60MxEM3x7h9dOf
scisGOrwah+hc8jZ5f3u0yOgt6EB/YHQEpjKLfrQkO81jb7MJbaZuamdkn641BTgkYEIvBxqFrhB
FHpB4eB1Y74bO5cjrg3KFPOjXhmh+b1Ub7g6dhjo1EqFxPJERcIWLL0gU8GO1BUOOltQ7LZ8W/Hp
GJH8p19Ial7Flowl5uUeJlDT0zVYaoJvdHGcGp6chqWmpKXhTIfj7FQrISem7WQEkq7oDZfXqkEc
3TUXHkpLZtgrTOUisXSFwiksyBJ4IRLRhhX5ULdVnoIl1bfrYGSaOV0A5m5qsNX/bvWzQSFOVCIc
jwLbX33X3+3k3aiOzeajXZ2gBdsuXTjTQjDeaiIfAugCj370nDKDQ0tdVefAXTrAvWpkF3wUmV3J
5gvk3k6eCcKSJZTHdV4LA4Ql+BMRgSQcy+Wq8a6cV4HXlQ6qawMZ8dqLbV4l/p2GrBUJbfkJfU+Z
qbm0BfMs9xiDHXvBRV8/AplvYHYOCN1HPAHr0jng/vEOTWPmEJzwKc0BFOiXZN2nObya47MRM3Oc
a1rrFkZfOqXtreNdvLSG09fe+n3GY/Ig95QytSqdItjgXBPzYOsF4au3PjLX0r32tKiGNYXctywy
HlOpokjMvKZ0UuOgqKv2lYMsIAmTh8LdGhVgs2QpFbi4bZgYJdRyJaolbBspO0A/aUwAP32RrTyx
Q3A/Erm9y5KGJCLQ0gAGEoGLqPQGqIyyeGSuoiVsHoCJQQuKpA0i68lfnJ3QuouAQOSSyhG8x6Q3
Yz0lmrAdXVqDkb97GK2lGvs1Yh63IHhOgfM0pqvx78o8s4gYfmiCyK2cvnyF2JnoxC8KUpLJBFMP
jzrRDumu60BKqtsSEkW3r8eZeAbMzPBHCoJP8C4wZ4XnWymMoeLj5M0rtOvRhgvRhRxERgt2Zq4M
tONMUAIQ/qO8zywwwH6JLmRJ7YTh4yitNceD/gAEKCEusFCd+SOdZLYv5KPQxYqACfTv7L2LnEjR
cMidO7zVIAfzCZyRZnvbwHk6hCXRycdWRPaFgl+RpCvvLqXUejyVP7vXgpgRWerbnos/8DnIRaEb
SYTHZ87vWAyG4nZq7cQN9RObsxNoLOyDndb/YmXXMWlWI/QQ640yrkWfdMi3c6Z81H/j1zJacCbX
6UjstfOPYY62NwYh+j31Gpdq+x3tPjurBcyVjLaBMAwVD0Ii4NJ8SyPdzjN3S6mbGV8GprSJyg3x
gYRc4eXhEqpcbbl8aJxS5XriGhIEc3N5cZQz1x5UlWW8iiekIQK8SzNll0huw01mRrCArDnxOS43
wQqtv1VihQLV1ui60zQCpR65WxUAU4OuEi0j7Yfevfj6LpR3TUMz/+32WfvLel/uTBCq4dYHjAHt
5jpboMVjPmy0ROydUiDqo8tZw6otLekrMrV1zJHRW/nypJYMRrcRDeeZJUh3ECJN+LWWml20Axi8
WQ2CmVffrilwlmxA/9xyx+9IHOntbxWv5/DyW5k5TOIoiwSP752KHLArkWB4R9VgQg6MBPk16ynd
5UeFnmKKSOJ7wfh1UHZpnNmmyDIGelaMPZ6s7zE9DBZylhHpzc8pefp0MMj7S0DePpSVQB16fPlY
sH+NxAb1JtiJkNVDIX3itr3cQJwh96leKD3CtA4scta4TgA/jEozJZ7tmWBJoi7+XTA7TSm7Pc6t
MqcjkYxaB59W79T9cVAQn8WVmRnrRFh6KUjX5/ByfEyUJiqjLAcVxmcnxL4z3wfa2401olWsBvzC
ontkqT9FZLCTlUFLIpolGid3FN6aLOWpr3tRmLmevvXs+jPSpFcLwe2d5DndSy8ycc1x/RjDFGSW
SEEhKEW8byMk5gPKBqZVLNxMV624BvMBTAA3CoAdCQ0+wCu+hXqXQrpC3keNTMT0LQrzCfgZe0u3
/uz5EqBjJcMNgKCZrUhzgZeBGZXDsInwZfun+/cN91VvQlsl+ceHpAEN6965RwkkfiAA5oBPWzhj
1zcy9gC6ZJGOxLUPj3Q574oXGOKoe4MD80NMDncBuoC2Hnn8kb9Xj5v4tEKvoELFT/n4vf6lJV0q
yl93bk0TD2gSj1crnDXLAcJxcSi7STI4z7vXu0Ow+5Ts4niHUlVAHvPdarU6WqeBbLcf1ebobGPL
JwD9Pqyfb0/EtLxXp+7sK5jlhwipmLlijHkQaVu+aFVEsiYgt43MHTgsJ0id8SYSrrgCAD3ItbLK
BycYLbfSrFgwFq72ueU8t8Ac6RKqAKpfFoMDIXPaKzGRJBzcaOUJmqlEeG6CP+T2mJTr2HEq3/8z
KObkCkPYG6KWDU5uPh8OKBZkZDc8vL4e3n1691QcnnDFm6lAH3uyGcnG3XjkSdptEroixLKcTCCO
v8VtR4z79SkkWys9ojnW+U3pt3n7U+c8K/gVIUaEssZ1hlDmpgJtgsPWJYBVKA/h+J7LVpDoC1My
a0cGqnSC9qHBg7m3Qnccw2Q6Uzly4VPqE2yLhFcBoKh/b49obtdOhXW00ADoBW65y9Obu1LeDkYE
CTHF6IiioGFQFTvSIgP6/zJkTO+lM/dcdZg7qBsOjpG8ueKu5h1JeL1tYnbW/hmLwXgi5HiqvJHD
wdGiFlqb+wQPAyF6AbvpwvIsTBoLMG4bxTNwmw5OI/d4YKU4h9BkQMuRv7k9ornjfrY6LOefUmcD
N2gw5HZ4Uxmo82f1v1gXUA8jxIXrnDqKLtcFLANyxsfl4LQQmhVigEe9oxIu1A7+wNCsczy3wixN
p/UdGLNhBamifTI9Tl4Pd7x1Z9/n65Y89rvHx5a+tdbbhyySD56Y6M+4PZV/9bJbnyBeDhTYidaV
S2zA3HzdZQSsfxn6Buy7R1xVq/F4Lz2kZP9hZeZpDRxFTBdcx9xS/jXOTFrEwDcwR3oQ0cr2t/+b
HiBx6Mfp0QI/0NyuPLcwefbzE5aHqhf2GGAVAbPgm6r3nAtLCL3/YyXRAPS/42AdhpKIWhXDShCu
E/J8yCZ0wt3mUUFG3Hns7r9k0iH2aK3OPCLam+YSPRj/4gCeDfUvFDsbqtaFBs/r+AgoLYOg8kdx
4iVCtrnZRBEPbz80UEKRmDkXQtsXjeYNOBfo3q5SxXYLfVMYS3jxmZc0ioXA9EDPBWkN9NRcrloc
hbLUQEwLeJfanNCO/QbN5+YmOhBrL5oQJN1qHzldLzWXzWQ3Lwyz1TXfkFJVqWEYivH+Sv0Iol31
zt9D0M9Fo5y8Nu6zz9tHcC60QJDIT92auNRYJQReKMNayqrRSQBiGlJLBiggbB7xTn6PwoXszTRt
7GmHHfTyowV1Enu4nNZ0KNKi6sTR0YeUNPGpEXIzlwj/yoUPhpRvk2KpZ2f2sXduklnJELo8WVL9
D2dXtts4smS/iAD35TW5aZdlmbLsF8J2lbkvyZ38+jn0xdySaELEDKq7UOhCO5hbZGTEiXOEAY+9
ba/XeGvyurd6F4wXy3NIUuspcA9LmKHZV8co8QAKYQ09DdNcQMunUag26uAMkaXFFu1YMOFmRiK8
Bgxp2V1dm+hWXT9eyZn6A4eQ4Z/V8Sq+OYBerXWpRt3BaWodrKlpYwJErIh6U39zupY8BU8cKACS
q8uvHlueXdcbwxM3WsQNZfkchnntKdhwPIFgC5u9+YJdbJIlUc65wPR2lJNNlCmupGjpaMw7tQwo
DP/mmR13pyVsiTAG1b92K5B9LLyAghhyEnRHaKz1EkEanP2+1LcWskir5oU6jGmji1GHBLThcPpX
b5kfJ9BpkXqV29+hWW9PC5fU7IAVCHqghxkHddpby1FXCFpNGxxk6gXVqlaCr6f6YmVldhFvzEzn
tcxqUethJs33zbGnpIUjSImmq9ql4peOyOwTWdaQNwWmDLmYKZdTWXMBkGU+63BkvWbMZ898OX6+
S2gaPX6u189rkKtYHrOIS/594ysAs6FkNtJ6AtQ+WVRa12kNvr7GYQfeYaRcl4QlLyf8vqVGG2gr
BasCAsWphF9WeD4t6rB1ENHgJpZ16K1scROT9Lj+m66+XlMCop7DpqzIeeW4xF99bFYgzlFAsv/4
YM7kX+4/ZZyOG5cAhEGuxF7UOheBCEeQfxDOwgMOEKLEBlJ6za7t1zf0yB3K4/kEFcsF87+37r35
caZuzKuMkkCWD+ZV59p/o/dfP3LEGo0jvpN3X6/iUSZvh0Olg/n//RvV+scfML/a/1Zi4hGHSCzl
qMJK5CAYrY5UWaiVz+zi+wGOE3AzwKptoSEuYoC5URiNdbVEfRi7ryqPPJkpyjy7jb5a/VFNbcHl
zjj7e8uT46rWbKsUWdwisCxBPcXiRWponpFokR6DyEUpV1ps+9yxkJ7idJvki93Gv93j/QdMbtah
UlkwcmNuBXKNDu8oxvjGi7Bar4lo2CZrbfLNGR5xKcqcic3u7E5jQMUfuogb7W4bhGbg+Yqtl7/P
4avpko3umyvmaYVm2cf7aCa5f2908lRKGCVM+AxGW12qidEZ7/vP5vwSnV6yzXptS+ZrjOR1Sljr
DcEhqbmxBN8SYykynbmU7j9k8mDqpTbNgh/fQs3xOLfm+3v1opFmTNDsZf0lNJ7tdEuS3e4tk8wD
fDgB+gBvJ/vPwhb8jVLERXvj53626M3m57UaSqUpNj+zulzBd0ERW8m6tXaNausbz38Vc2cq6PLn
CedsTppxWjjdix8wHv+bD6i7pk8SH6vC7ysDTGSI7nB/YBICsu6Ina+eGEV/Nc0NZiDen3x74QW9
4N6mxd2+V6WkYWDfR3uh227V3OFAbeKmekgX3pG/Oecmkz1xZaGq1Z02ulJqJijp7UXzuDb59ZPJ
bQ46j4vEWNr0i9M7cW5Cmed1ncMkUAmSxRlr/+yRZowL8K58Btxpt0sMOO4NOvpf/5yEP/LzUl//
TBr5fo9N3JwSQQAo4MfTDlKD7QhUAFqB3RQ7LHS0ha/dRrqiP72+1oYKCgkTFOxmjJYf4h5zAog6
ln61Wlj2Hwat+8jw/qMmri9KE+oVzfhR+9Y8IteIux3pz2f7i8DxBU/w+R52u7B+7IV+ng0P7P7s
kZv9Do1HJolGuxER9wkxqt3eUtBr6xrPz93zjjAnbAWg7PAuXThqCzv9xynfWHbBrONGLCwLlI4i
Z1afZ9sAGhFhNFhZsySKNQObuJvhKdytKMrMT3LYK4wr/dgLO8SDxG4tlOieMMSzZxkLizrzZrs3
OYkMM83nmSiGydxw964tWcHGXYlHd9sv+c2F+HBK0BYn/3uDjb1a+32zGzJyPKYG+DCJu7OfkHJL
ZXIQzDO20XZJLGhpKScxWaV1ZaaNJ0pObNDAu+i4Two9HtZMtHRb/W5Ov3daU/Au1P/yvNBgq7cN
8HFfcUVRYqH8hIGun58U/Us9v2XwY4bzfQK9wXZh2/4oo/w6MRB7AoUzdDVAOXZ/Q6h9XIZhiihJ
3G+vNVKbVLeeo/2z+hK0uu0jo3Na+1a1FZ5RtchwdAJLT0/jZbVShxGztwjknIGMYJ/dfNLk0qJe
oBZViE/qT2IEIpQ9XDlZKwPwo671RQ5I0Z11vAUWpmJ22W/MTpYdrYEJTQQsBeipDFnP1bckyHWX
2gmnP3ZTPyiqR5M+uaoyRdLiRsO9Ae3AU/M1Po5ZBP+8/pmiCxRLj3+57UuBXbDGqT4ceAPF3wwV
QHTpWsVl9yoAxsuCLKghf4uKPPPr19p6Cw/SxgRJkHFCmwC/Z3ZyvzRJ49w/+vLJjQfhFb4TxaR1
apc/1BHrMJywVJ+ff5NhK46Adnaskd7vSepCb1VTx7AJGSlljFiQjXJx+hVzOACRhq4OEz0sqxTF
s633uaKL7WO/9wIolFloWgjIoY4Nq/dfMFC+bJQKBcuajY2wqta1yxQ66yYHXlVIyiqx8XhLcOOY
7if2zuK00ETThmtDP+0dg+FJ9DcM9dAUtyfGwGZcMPXbu96bmkxvD56qaPAxuFZnbem43ar6dg8u
LMQsvkEXTtW4lX+NC0VSeJgx/zVF2HFNVhVNh3G5vh5Qgn5XY+E0zaAnMR44rxF4q4HGcJLzDkp0
+/UDCrGg1xib7t/fvRVoCQby2h/Vmhz005Baj+dwxkeNmlaodYLblePRbnm/QTTU7Lqw8gbMYW22
AIx9Hp+HlWyUFnC+2ZroTmi25DvUl+K9mVsYaHoRjRGgCULbwrSP2Y3womBqqXfCetO3Zq7IoCY6
lBUgXeB9VaovEDaQNF9KKo5h5HQdb81OwsyG530+oDCLzKmJn84gyNyFnr7ExP9DxvfI0OTohbRQ
Gh/d6s4FSbbUOCIfEm1fwJOHnj9tW+qfpX0MzFLnkG2MwSt9XO9MfrsJDAd0w7aTWfKqsTebxj5Q
61zp+GeTWWeWsATSE8iiPN4Ic9sbFEdIl41dxiD7uN8HchUOcS75g8P153RLqaMFVtT6C1t85qGB
Rb8xM7rlm+iSE0uqFS22G7+pT1REF8dXTGzTPIyFqu9zbOqrylqdVx+RsSRBOecKkQ+EKxahm4z9
fm+ap3mSJ0I6OJ7r6ZV2dAXg0cItAxFuOE778XTOPBxUkFNBWkbVUBL/pV2kuSGqkBnqAumO2eYg
ycMWYPB4eFb0T9ToXlWsImQ09sieFPYSFmrcWtOtd2t8spi8WxZFHSPB68Ur+ZLLCHYUZHn57xJu
q6AIQKpFvbc5v39rc7KyjeZrjQeVaYfbdWjhzVeKogcM+I8LaCKgGvpKldPjOZ7zIGhAknmIM6Pd
T2EngQ7XpnEjxFzjKK9w+aA0ziwqGqK2bxw3WeNOf2xvZlbvzE2CnbpIGOp1bOOIm9BATxw4N7lE
Z8onz7fdaoFVY2a33hkb//7moIgxCPvjEmMTdYWx+tSgxZUeK2+hTjc7h4gMRiQvSrZoTL63ozWV
DDmqqnU6No6fZCnaq21Gie/2klnTglm3YcIREQzWSe1rtiT2iwrt486Y7FYcFBHcZ1AtAqJ2co0D
oSqLKMw2TtAZbGhL+chkyWySV/45+6SfQkuShUqoPBM53JmcjDoJZC5vXJgUWTsv3upPhvsUAz0P
tmxKOGoEEQm4td+9sVjmzpDyPU1POXhsU7vT9rF7SfpjBTilBM7bv5FWge91o3Z61+8z91nE/63F
poyoBIsnnfp3UBfIneUPRpLpJdUD1Y5Tu85Jex42AqqS1Z8QrLmblNVp9erHX7L0lbbPMmSG2rVU
lnri7uTc7JR1sKFhA46TSgexq7wkU/OblVAC1QAPZ4WmplG6ceI3mq5GjaRAyUTMt8O5hH6LVYvH
qB9bqjJ/U3cgcjYFFdzsTylasF+7JSzazOV89wETJ4LEQx8LaYC0R2uIPUm+e/8bJeqksWt5YefP
9BdgsNCPH5tDEHT97JGbEyawecVXuIwcnloSyXeNke8EwwqPjVVYqR2vt5Du8q1hmziuNcRIKwq6
ayV4wp6V904vYgIeDGbh3piLAe++auJk4rxjGq7HV4He8iq5ZA/Y7AifZcwrA6K+MtjWvq3nzoIv
nXE34NRhVejYgHof2mH3biCRcxl0wnHnpIOMLcrqKQQWU6SUKdr2wutjRzpz4CHNim5YFOVGsoBJ
CIYCrBpnLe0cpWKCS4PXKRFlCIc9tjJTPlChBAeOPhBegkVk2qsiaZnPuypg+kqcEegYWLFraJ1v
gKoph1qP4gwor6JK7yLCTYxAACii1eNW0UeZ82JTluCuK5hV7pucsBB2z5009NVpAPHgrKHDZeKA
QtXj+mhQOgeKQVxnFclOlHJyov5fHlwYKFaCURhv6dJwGZ1S22PJwuTMxHt3HzA96pALhkMGdDy5
gOHLem/Nq+F9RuT0vUJlZQVeV+rp/FvDkqTf4r8s5eBmTjpYAEbANLBYYHKa3G88bXhOKPCcKoBd
R7bIbY19tLKOA2GP8rHdBU/lOtysFkY9c4XfWZ3svKodwOfEA7i0rawYiAkSHSgRrKP18pzYfyuy
a63dl6ID1tquN93e0Rc+YO51fPcBk3OGuUB4Ko6vY9wDnAVKn8boPngPEK2z8XiwczOMwrcI0gC0
04MU8/5I9xnLyF7PIgJF/5mEQkV3SYcXaIJBhFdRlw7bzI0qoNcOQGIoYWBPTzy3jFAhLTtucPxE
F671RwQYBZJvT0Q2vl5fD42J9lhQJ/49FxFGujStS9bHv7/x5YrPULVVYL2ie3Bwwm8KaPwhmgst
J0GnCGVA7BKtFF/nX3x68M3HUz1Tov3RRQUKCIdqFDy4tx9HkRzlVQ9olWLRvc8R1fsGEGDr4yUb
uztPOg7NyqtIzy5YnlnkUZD1v4anAy9aBXxNHd5T4YrnNp5MeHWniBBH5HU/W3i9zfgMdNJAawSg
VAmqrJO7SaN5zagFnhWVsGs+Re276F40ZWFEM3B0vIzGtAAUX0EZMn2nUbwQuUrD7SCQS6+3pnQN
/8jf3Y6zwHavSxYl74PVGKw+7FS7/eCs/YsNaMOg5x+4pemuMXdvaHPYmPZuZ370a84UIdu0fh30
3dtm831a8GRzKyAqIOPnQe4AVzZxpErasG2Y8b0T5yfQVWrU0CJ02lQQnEHQ/HifzZSFICVyY2yy
zwo0tbJKAGPb/VH+iA3QrTtEea5WX7ZtoisaBJIMONf513bRYc+4zjvTk53WaEINCCbXO7xNERYF
5NPa/rnsS3SRxRfN3nwwa2nBg815yzubkw3XlnnqVhJsJoReFHIN13vukF/CBfcx91gXgcBWZFCP
IEUw3dixWJXM0GBaMyTAUiPTZbw5QCnNrvGALRF/uVZlqtfEoEdmrTz9kV5Ae/GyJOczUwrD6t58
xuRObNzQ7f0WnwHCeMgqe4cKk8tvhqspHhmn+USvZYfmPXC+rs/Q3Uukhe017p7JQwwQdPyCwD1a
QqYy6KJbZpgFnLw++1uGh1J9frx9f8C0vw3gccGjO/s3AnUIBxRTu7JzAOd4b9aCMezEi7oBdl8G
nCA2UC6wCzNa08JQbOeM0ohmfI8iASBXY54aNDBWUA/qkTpZOsXzQ//3ZZN7GU9gyiZd1TmBwpbb
yJPUg6TG58fjH4/Ig+H/YLtvbqmq1SqBywsYcfk3nvfqC00RXaJrKf0/qjTiJkYSGbrguIzH3unJ
TvJ6NC7UFBPth/6Zqui1F5Yu/NkZuzEx+sWbwQhSKTWhW3fOBTr2CQQgsKTH3PrBBO2SNdoPZUF/
25xRo348i7On9XZw07XiO2bgfixf+c3eEtBnltnPgY3A3aCG+cZjf6y+tXWMqspSZm12Cf+Nepou
l1NBbWjddE4jS6uWvbDaJysPC1fg3D17M0BlErmxFdOBnwib0cv+Vq6hdK9cYIV+suBeZ82g5WSk
FkEH4ZT+GMrqsdgIXefkuaer1acnWE1+LvH0frxgc48dxAv/DE22SjJE4FHh+85RudJMUnRrS25B
sIMykqJx2wdwOAqQTAv5byFU9BzMe02D8pQriRZVurXHixetSxZ28Gj112m8+arJNhIkgOE1Fks5
oIj5wpdqZPlxAaBkBfyJ79Po1DfiZ8GowgKUcOatjelA1QM9hOjblMaTdXNyEkiDuBKDrugyr04t
H5iUnvrhIqX8ltWWMu4zsHhUd9BqwOMFjPZQib+31qUMXv0UeVm3BFgmMOSCpBoQ46SEiN7wR6zQ
2reJXyswuYCuo/uWE30QwHy4kM+cvctHYoyxfoY7dnpyJKnRIFwDFDD9Tryry4lGLJhZsw+FD0W0
wg4iOlDVGbTrwuYb0/rTZR5JzMaimiqifnc/ft/nG9ZtPBZgD1bPkCbeM4ecJE/uq7+QQ5nLpYLG
EnkzGRIHwCBMwpW07xov5ZPBMbhXDqQmn3aNYndKytd6wQfOBGO4QSHEgyKhhDh5YkmI5KFwU9Qy
wnVV651RAgHX9SR+XnrZgDj69/wBPY2OVwksDCIS7ffzV0elWEU5gn4NiiV7rRtc2SwrJIMt0Btz
Kolpxfs6HVyxs2JeYT5pJ7rXPusaxmbVFEro3vgwJJGPI6Fngi+BRraRmexvJ/hV9FKnEDZEj4Qq
eoT1AH7XM5GP0mdF9kqAjgqKPEQQZ3m8UyslkE05F7XMzBJkb/9EceSyFtTkGBUJVjULdFyLbG8U
YsOmx85PpFFyDB3L5thSmlppDSQr4YUKpAsaRCEE4kV9Hxhd64Xyuh1a7SQkTSwcMwgQx1uxz3hv
X/hBwRiyz7gCSTg+Z+0hQx1lC2IFPjwmaSUVVyVTmuypCYNCW3cV0JJ2UcZCjqtdDoARHdpYtLQu
Frhtlvd9seET2R1rCLwr73mOpWhOaV2Bs9K49F7gA/3unPRBXO59SfIVvQDnN9TsJArC2awIQrzy
NBGk55osBtVTlLR5aA1AjNV2kmlqYYhD3qM1o0+gfhe4TAQmHj5ma1NyecFfcYXaBaB1omzkZGLc
pF+SlADJTvwBWbLPhM95aJlFbsb4B9QHxPwkJ60mrpQOxPwnhdY+esr6QmAIX/E0M+NSiXtMfdEF
g662SZa8p2Csks0AYUr5Vam8V3yJZZ14YK8aSiZd1ZmotRuPYaTwAkYbPzR9dMHGL1kU8hElRYlO
OigaJKF8aBpFChzIL3hoY0MNCE30WtTlqPcUjYakvOfVSqA3pZxyz17W1oMR48+0IlSq8XuupakT
adDwNdvca7xtWSAx8h17XBC3m7KJJf/A1LUsveHH5IBHJErbvFdCVVWQr0u1l3iI+550EDPkTVon
cWa4FITMJo+ZxhdpodIdqoLxfbPuQ162vSwOwl3Naz50wnjRjaQdEjRMsHULl033TIyEmA0HouKH
osN8KwxizZCkabLO7IMs9Uw2c0ua6GWRSZGuUvQDg/6qTPvixYO6oRBCOUVr03Oe58qwSxUKwZGY
72JGFxm0R62ENOIFU1YwSRzJkaxoDXxL5a0r6KumYOtOU86smUJItjRjU0ye31YS1FIR1XBofasi
tSNoltQY0pRtQtdJ0nL0CQwEsQJ4b0/7fuUGTMmeJbUDZGbQ5EJ991pFCT+HrMgl2+sZuUThQw4a
s3FjKE3zfND4Fid7kYClEjrxMMhgScLZqOmG83sZpBU5X7N2XBYQw86g4ql9MWkCQQTWqz3JGKD3
9ldDise3oGLp+Ue/yH3mwBUpF5lx4tHKZNSgyywu4Nm8IA3LxIPhoRlF/W7TlDFB1zK8dqD28aB6
1HZ/Fy6ZmSsddMmo+IIrDb0gU3iwODQRbuFscIIqQFFZ2zahw7JrJXBQoySatO/S90Z9odEn8DiE
+sF31+WG5v4NEvC8at8LnzNz5/2H+UoAgxsK3pProUiGFECTsdTtWUxFIFrH2Ugnq4STDJXaj62N
P2xywaKqjuQfakYY/bRJOtU4lwHvKuuksppYAqNeJDWwUrYOjZDtE+uxtZlnB648yFghagGjx1Rw
QSjGALxBE2MfStRIq8AzgZt5e2yEm7WCblCIKACuAIbe+0tPqGo1ZH20L8YMGszxHK/zA1dj+iok
56UXaUAjRkXw8KrM2AOlhlYYmaoa8mJ/6ky/L3SeRwIbNIjzuKkm6aWYBknWVeiBQwqxJq5rqhtg
SONzvGtWw5WhdnlR17LBbRNVl/cl1FnsrjMUlC09Wy03FbgLcvPiW0gWhKelMGQmhAYUCjRQkCNU
VE6aTJOXdQCQBQ3ruFQu9LahqFtwEZhPcDgJ37lQWB1AKhl0DF14Is3VySA9CiZhCSykIKyfhLXa
QKO05VoWL1zCnwb1uSvRud5/KpsisjXOCkS9++7sNtdR5KkOwYsfLES0c4HRKMGIdCi4y3+xU4k8
LaII6QInluLWGJqkJzxFw3fuNks8BHP7EeJDqJUhtpR4NJvd70dWwqULMC/7kzhBAhQA1/fympNN
vnCYZ3C8o0TwP0vjqG8eJ2UNflmBTVik3BoQJIFEhYx/qs3O8FayDWlPHVVqgkJp0JANIIySDZaV
+qU3lpzY3Oa6/ZKJEwtiJZUrCV+C6tD4EXu0D9pP6Kcrjd0mRF/kQiJ3Lv12N/TRyd8MPa9wjaTC
fwyOPNxG0xBkWMfxNaan6zqUNRcybj8Xw8R53tmcnKCw9HjBq7GwAC5+fmoHe+MZOmhYF9O3o594
ZGjy2g1apa47XPjopbKMYZtb4lpPjGZvLD2CZlynhAoyeO7xG1haJg5LCpNcbYCKdjLiBfq7X5jF
6/AcAQHhkrH3rzb+hAvX79xOkTlAgEQU71BAmyxcHLoZX5Qd61gSo3PPzKBvTvySXt6SkclKyXhG
SjSGkXgNac2dhlOhAyyiGQtXz/ix04W6HcxkoWKFKTueg0+FxE32Gr9BPPsSaif/CMwpiE62kHpB
zBaHZqWavkLEpVMwt1FkBbcNCj0aEAETB9BmGkLDvuUctFlVLokg2goyu9hSrwdHj5YaXeZ2i4q0
O2hm8bSUpvT3MqWq2rpi7zAZt87KLZewCwHDXM0EBA//TEwGRBU5kQZG6J3h7Ebgn/t4t9CZui62
II5+hkQQ0faQCEzJAWXvE54Xfx4v6BzC9s7+xI9lEaNCLhBDVB2pQEeX8f6CGNFWjcCO2s3YSgjn
smLgW1xT+rPURLk0wZOzwXJdm8QqUKh53B1UOVvVDPJAj4c4jmC6ZW9neHI0yhzHsi0UlIY8C0zF
JiJfNadW6dKX/4chFB/BColamzCVPpYKXxIHIQTG0B+BE1r1nQ2WKK4fWxHG2GE6HqSMUAMBNmgk
WsDf31wEQRx0Saa6QO4KBPcAd+31a3E1rkDwggsr0Tn0xLVvgW6aOYF0cb89O+WTvuSyx3356Csm
K0cjJQmLkAGdUn7ypT0jb9slUqi5hbsd6GTh4oBDpwjY6QGDy0ik9MCb9aSowVop6I/ndC79hxcS
2NM5ZP/A0jVxa1Ug8BmUo8eMlXRNVtwW3R7hZ7IGSW0MGPDnY3OzYfONuV/ZRtqqPlSCQR+DRzq6
AgD76Qx0EK8zHXWCHdhxTOfNPb5+IWCDltL5VJNFobDZV9i/IU/T+G0SeIk4+KjN93uqgBIrP7Gq
4aHa1aJrWCo/gtpkomBppmcWFSVMXL9wpxDfnXYRACjrRRGHhG9ykC/eiDKpN0qxzaxwWIOBAH3C
TKtru6gg/RIIeK40M1LpYI1RwZdR4rs/OUocx3JIa9ZpvI+OP2fxa1CJOKdEHD6SAHpp7ZNfRhs/
Es9V0KxDxrXpyMx8rQFtSypdDVYU/THVB/UzQ/K+pQF4oKX+2pnjjTABmDCBQ+oUDR33HzkMcsxH
IjAT4n5/BTTzfYt7ofvqLLxXYsQqGfhBDwA/Qb0cvZ2XxztzLkl8a32aT+09yPchmzM4Xbmpn1uF
JMory1idcApKtNgWS6qTM0RDkHbBkkjITeMV+SsrnalN03AyCgAd6ZVQ7zzNdAPX7KMDixyP6O+B
CtywLwlv8sDCLwx3xouBgQNYEUSEI5nTxJeGMhvUfsWM/Eqlee0sI+vtmDFB2wycQoNGQPOxwbnr
9s7gxG0OfTp0quSxTkeB6gS6tmr1rEHyIzK6zzoaiBrrBZCNefPleXaeHxjuyAiGjPeNbLeiXQQm
Entip+neUi1mJrST0dmDFDSYukfV7/uNB2kTpmISUO8hHf6ugkbgo4wWilqzJoAhQMQBJBJkw+5N
FJUbakWDA5gQRiPDSnO6S+wsTPFMKIy84T8jkzWFYmpdyUjXoeuvMHgwnAabxIZjlXXDGqx8l66l
ndXKOjQysKEqGy6Anv0Nu033gbWUg5jf31DORocdtArAFnY/ZFTUG95TctbxFPErrAOTL9dFG5lM
/A1hXLm1QuZvHVjQHyLpIkJlJlqW4e94sECjtPYLMqFkaRcKA2WdtmNIV18DwtaszsokigGXHghS
A8RPOSvzB8Lklzh8erwWc+U9WQQdKbq3UERFYux+9HU8JGrqYy3c8FzL1xzJeru+qJ7u+xBpEM8C
ykJiyUKW0y59CDkYVX0UwKX0+DNGlzmJVYDkxJMBOinQN5sSgiM1mstBLLMOLxOBfaKXQjOCdekb
ImRP+wXk9riHfxtDvkkQRxK8KY+ZopaD2CKD73AqYPo4R4KIBPnCO2juFsU5/a+RySXRU8p3YQMj
Wml38gWM8xwygc318bzN3gY3ZqYXZtTQkhcZBvunV3RFe6uaSxJuff+kSvu4Mxtkbbn1Y5uz0zdm
hQWoh6L0PxlZ1ikckuM+50BsTzs03sKP/xEj+bU8/37+dEhVRNFHwGa8I3ie3JOSFYMTyyo5b3ms
HKck8Ia0J2mYDh9cWyRnBlIKIkFtJqVGiHccqg8a8vdE9CDtbbV9Hpuh5ILos9Xw/jbTOtJ2HXjs
cIOFHLLpblXjRTNAqVUirEqhlZ27YJs0k5aJ/nRJXL/7qMW3pCsG3AhIKQ0eUbtE/aj6fgDcy+uj
kARly6U2JzVtped4ZIBLn8FDWE/zRDqyDWITMxFi8ZJxqSoaPUhjQaotBVVm5/3gW6E8gKrXlShz
Ldqi66zHSza/TW7mdOLjyiZLNJRc8SivSqQflBU4nZCVGvTeh/jBY2NzD2YkGf+7QX6eRzfPH7YV
eso0IecUO86wSohJxOvBClbqX4vXq+PwDOHlQ79TQYvmb+uXEJ0RC18wEznffcHodW++oGZF9PbS
cYuyTyoDhV2Uoo6SsKOxmQ9PqL51+UpNVSMuLJZeRVkzGjk1RPfU+1ZUgVNBfdLipW7uuVvvdlrG
l/bNR/mZhGKnDI8QlyYcDzvosfvKLyKM5m7wWzOTG7wvKxRvc5gBV3ko7BTfbDRbQKYpKRdO6my0
DtiqOLbcgA5uWrnRhlFJmMNCS0SCmBayulu0Y0CbIIFDDQGlZXfiyif8Kt6Ep/YTgq90zDgvJkHH
3fvbY/z7jsnMRrmfZmhJ55ykMaqnCoqVW3WXDsRETfn18daaS7iO6EYkuEdiyl96i6wfd3WfpZzD
QsbVRn8k16BmYWgn77pxv8pjDimL82rB6NyL49boZE3dgSZ9L2ec468RlZUklccpLgBGMdRj4xS5
FS+JZ8zeXwLUOZQRSP0Lq817vgvl4JxD1ovfZKlRlybvL9z6syfixsYk9vC8vExyDjYgZcqe5NRk
UydDIYz0S51ps3cW5HxwW+G9hkal+7OHNUulEl2gjhrbbvwpyVs2W4gqxmvv1yZUhVEAFsHzLwxw
lQ2t0OG56GSZSSFbgN4nb5fLhH2SunWwxOC5ZG0ydb3v1bGQwVrh2h1w7Ud3TINEaPPOF/IBs/7k
ZlzjIt64LXaoIo9vYEmNjQohsP9EQ7NpPtFx+HiXz+0GwPgUhMMjUGiKOeWL3vMrhE1O8B154EKs
AiD63jIWJODy/+c+vLU1GVSGzFib1gXvDEcWwYQWEIb7EtC6pWV6diw2+VJWZW4D3hoc1/NmFuU6
kJReg8EIvRVhuhKka/z38fzNbYkbE9OUlTqAYkJwYaIGc6s57N6bbXpROcNfyH/MPphuDU2CibwF
mZrkwZBEQQXkqbo/XFyQzhcfA9YM/OOdeK7P1K9JF8jrx4OcjWRujY+u8mYi1S7zmjhLecfXoMZl
YPEgJc4hC34CNmVJUXRxqJNAwgUDUtnwGGpZWHGlZ/Hay5+YcpPvgux5YDs9rqygXpWLErHz+2Vk
tgCpBnQixr+/GaZYijTh45J3Emg3jtkdQwXnp7gq8mP3EltSCpiYZ6q5ARSSbA2LkNuZtD84X0An
Au30Hw2ee/t8mTEuzigScZVeVOcUhBFGp0umkG240GblXSmuO9HQnrRg4eE0lz2/Mz05KgzfF1WF
B6sjfVnRSrKGNY5nsYMuEvgbLcjXpzrVIxASrZWTuAIXULzhtzxLePxibMYWd4MO3GRlP955cxfi
vxkBDvV+RkIJghpITkP3AOJ7SL+iueCxgbnziw4S4KiBNR1hAfcGPIbmndsWnNMis2rnvtHmBI3s
3guSrgsB8ly/GVrN0Cw4ZmHQJjXxf30GcgBP7BCLGtyna4BVdYMK0mkUM/q/DwqXB6pzYM2QwcR+
P6iuL+LIaznOAfKkjZqVq2VGx5dm20RGUVAC+CFoQxaMzsEdZLTCSAIqYyz3Swk4dxW26XMVj29w
3A9AIfZm+SRdXMB2zei8zbZLsf1ceQL8z2hKRsQE7O605NMIQjP0wAmO5OHFbt/asUKopXuG+Px4
QmcDUBTLQBaMtywLtND9jNKuiAAudzmoHL+3zF9GWbfeH7lcp2ZuF6HO+wbLmkWhB29hu6XcwiU9
t0lvrY+n5MYvMWLZa/9D2nctR45kS/5KW79jLlRArN0Zsw2o1MwkmVQvMKqClgH99evgiGKC2MRu
3+mX6ampPAh9hB93NxutK9s6c+TXwnuMtHXp3RBkhRe7jGeuIXTGIS2ELm9kf6ck913A8Ed9IIIV
LhoMEZpoOi2GJym10MABBDryRFa5T6NV8s4K606OLfDcAgi+ImvIR3ber9QbCbCfr6/BzFeNosVo
jEExBMjfyQPIBtA8ZWMrm44ofigCELcvlV3nTuiFjck7V/dJo4gpbHBMtlsusWVO3ins3NarrtyH
3r7jTL/UjDxr7ay4Ecr/8RdMji7UPsR6iFD3znpA5BqnHBCpM9nq4J0J3LZyvW1TAHXvVpS1nS3r
ybpgCxip2ZkGxQJYBVQZschku4GHh3V1x/fnXmpeOlc1uDBcWMwZYmZIUH+zMXGlNTXL1WLATPdO
74Q7f+2vmfUCgTv841S0u0Vyaf3FPr25q+lSBniu3gDzAD4CvPB1si5PFIDBkCrvUGCHXtKbh4Y9
zgDb4ioyHBT2zyNRE2gEVr5zWlL+mnnQvhue1vn6CjgNRQeuoIbgvHJQ69c2fYqVhYLCkpXJWdGy
IWubEruoSoLE0Iv6yBJtNYRIufE1Z18/mP+XyQRsHbKfIi7iyanJ/X9PZm1U5n5/k9rMCayB3lLM
JtjL6zW4sE4fS+yVc9sUgR9QSei+HxWdJ2vY8aQHUxdwBcom8m5F6CpfH9jXRTeJLhET/cfC1LkX
pC4skdVCUZa2vaHtIceLHsibe2xOyCk/6Ht93xkVfU+MDvsW/PGmaHVr0LejrPL5SLlN5RBDMJBd
NziJtkv5+xl1HkjYffu+yTJzcUW8NMD3AWyH/CKyfrEd2pmT7d2jO0p9WQcQwUV26SR2bCF9i946
zk4NOB3XZ2ruJb74kskWSLRWB+xhQBONt5INkHK8oCF3Pxz68K9stu9jnlyQiloK6DVHHTjBkNk4
6RiytvbNhgKUA3Zv8GnDS2y3IINZ8HC+nMFr+2Hckd/e4Qi3SaIrX7Zf7gfYBr8S9dcJhdtBsegd
Pb7Xdm41tFp97h7B2kXRSZka8d4z2XYRJTT7XKGAIwhj4R7kg5PvkWUmSa4/jJ3WJdowVtlJM9vy
IEt3iSCYgHPXGo3AYbleWO2ZTC801n7bnXhDkMCptSqGXdGBgOIT+3R1ihbflfk/tDNec9/muwla
qfUi2IloZfMbkwxgNmzpx4KZudtSBWcBCA1V1PGnjGQN9DvEQml5mCHvNxDPcyCWx4fm8IA2MIg+
u4eFaGv2uHy3OBnYgI4pSWhhsciPKUHbi2y0MdKJaMZvdv5eJwd3CTU0F8Nr8OgARxfRr46y4+Vk
crysFHIHKOS+MZH6ewkgT7jWFVqjX8VamNG5DfLd1iTSCZAX1sSoR9hW0/1Tq6E5Xx32prWoGD5D
/I9oAyMSNZwCAd7K5ag0v3f1ohWAseY1o3YKdafjFAqbZO3Q21Eu12a28Svda6D0cE5b6f5BPjzo
ZsZwFS6t6njcptcDhGhAowJONrQRTINVNgypIGPU+/DJO6mGsDEqZ5Tv/YXDv7BppZkMIQb+29jk
7m/V2G29clzO7WC/vdgvtdM62sbG1r291Y2Gxtvj/af1aL0WxmPpdOfYWMWWbnp3y/HmHAhbw7fw
o7q1RsgUI9F2WhTrHGoBVSOn2z5KzFKPNaz5gLZDIOs3RKx9Ux+67IbnvJHipVe3UapkD4GS8muC
0pwT8oN6aLJgbDfLWwctVuoNw39oUHv6wg0267JoGoh70GNL4LdMbjBuCPx84Nwxr2C6jspTGaLC
vBmuTLyN+vqUvf3iTOhUrGuqGUtol7ml03TAHlDBAdpjCrYGfYDmtxky8GywBuFNEu57zvZpTvqF
B2vJ0Lhhv92fWphIvotk/7lRzy9ynRtBc8oxofkSpfSsO/99SJP5DBUpw5CQRlFTCqVA+CM1Sr9W
+exrlKCJDyKZNDpq29zgOPqxeli4b+ZO3si9O9ZMwIM6Xc4EXYVenMB8XnpGrO6J9CmHIO8OAvTX
/foiT0anXVOg4khZvhE8K5KH++sfMbunkB8Y226BjEab+OVsV2nuxlpUCefUc0bpA/31kdlOBaUZ
UKV6z4fN5qQ+49YRlrSahJkHDPzpoI1CFxuuw6knrCWcpA4lwIP1JqIQ7GatNfSYb/DprE7SsaYL
7t7cckMXSkXaZZx0tOdeDrWLtFgOxvneSuiV7uhj+WvUTIKiA0UpJDV0s9imhrR+WK2uT/Lo00+u
WB1JOgQaI+kdmmouDRcd7h+pFNG21tp6+lJ471W7iyGuA3y9FJrgQVmIAcaRXDM4OUJETNEwiUTb
OXwXsr0qlKaiLYH9Zo4pAm2BB2EmGppxIV0OKhHB+ZUVsJE0+76xBiMY0CO3wF8whzm6sDLZnrKS
sdwPYGVghre5CU7RirfAY/cu6h4kgZQV3sRV0j7wubWwXeYyg2MmASk6dFqKeCYuBxgovhzoDW5b
LYUQh3anC7sssRI0gaa06Gqz5ArafYJKuueMmJ2XJBRnho7LAVxPY38LvNYpd0OQy0LSDJUI7Kh4
Ut9HKEZkOYJ64J/cgK6AQmCWaw3H63t1RhLm0uxkXQfZ51KwtIrntDwpvWeKKUB1e93W2lXZUA0s
+blq6yY+IfFfyS2PPAcx5V3zoEcgjl3wTn7eEfgYEW3pGD8K6VNhtcZrWYRYVoT7tw6ov10oxM7E
Ipe/PzkoSKFLbVxDtA1wSaqoaznwDaQWDTJs0/JOViAVx/Z6aBb9Ohv2VbO0x34e1Ev7k8lGEqJr
knF8Yk+zx+7IyL0bmW5yG7mvw2uk3KitoX5kYJkBfvX6Qs+41pe2J0crV/tGKgjGHsfoALcbllMu
O3aPBVuVwElbMlsqJYwO9OW1BIsyEHqoXADDOG2eqsWqjwiIvc5SVMVAa/JNolK1jtFAqbaKfBe5
In9Xs6Axi2YYiNGmPoGafQlOFyoXPKCFTUKk3u4KLdgOSZTnoHtuu7doaPvXjE+Gj0z1isS6PlE/
L7rLr56EBQPIEURdAUKolH3QZCorCbjtyN+SjhmhFi9Ym9kRaFoYcbsj1vMHh4ggVLmWoVnqHJBH
uVhr4X1S29cH9PM5gsAW1BGBlR6ZQ6aNUHWstVLaNyMGBvJWLDb6gq05PzLV/EGKzTZOjCxbSoH8
dHaQ7gJ4dSQpR1vGVKVV1Wu9rmUZIJGoDMHDE792jc8tuI4zPgWsiKipgBkFdH5f8cc33zFt5cRz
A188Kwzw/njDShrI+9qHPETs2k1ThJSVg6nVdpA8lbFTJ6cE1HkkfF9ib5opvuBTJImAohEZaXQR
XT4fHotqJWoS8ezu83uQ55nEAqdyvmWmpdHBSmUqLfhyMyVomBwR3+hawqMxTQlwvtbXPEGprj9l
FFTOEGOUTeHQGYfIJH/Bf0MWGg3ZI8e+AN6fyblA0KSqQRsDRABJAQswxvyDfxWNxAA/hwBlYVo/
Kfgfb9vH0Lm+gWciN1QjMbNAHIHeDW3Cl3Mb9ArncnA+zn5GUccCFeHKXVdbFSx2kKmrrM1nsQbs
/ozQcX3d9MwV9t3yVCwLbZlJ7Im5dBaayOByhwd7XwvopjWAUm6JEWdpnOLEBeHEoc04DuPkf+Vm
cZDMtbdJDHSDujelJaM9zEUCsXIinxZL9bTZo/Rtjr8Ch29HqdIGOXEj2M6PXUVrJzW9rYSeO4P3
LYMDLcsW82skj38h5XOxuFNvuYIHX0cqDKu5Gb3KRnxDuh0x+Hs4GPGSXP3cK4i8EmRzkBpEs5g6
2UppheSapndAqHTbrjEanX54xM51E9jo1n8d2BIkZu6C/2ZwyjkqDoIOffoGzy4A/GBmEUHdYio7
tLiTTbt7dR83MWKQpeh9yepkJyHR3VVFB6vgNuNTg9VgOf9LIwNthIJwDgLn0yuea8W6ikIJeBvx
oeLktSQMZgXySCKeC4lq3DrhtRch/cVcsDfZYrji3FXLFp6Acb0mPgYBKQqgpnhFBTByX14NsR9l
OR+k0rk1unX8Vq89G/O55DuNlYErVqaLmIOyCf2HsDIq5skvnVk7wkvxlK1Rxl9K4M/ErXjvEbiO
be7gV56G6H2FZyYGHSCGZCYrsKiJqdFBbOy9fdfezyLVBapsxf1wg4Zf35bAcH6bLkV7M/fexTeM
TtK326BjA4kygm+I0H6jG0FwlDYuhELfFpl/Z+Kuy+FO3pUg5kO1HocLgm7lw/Ec+kilza8Mards
qRg1cyxGVnD5a2rHdOzlsLiyd8NutLUn1sfiLpn/dcRwijICFb9A0d8mrRYVL9OlTALxeHovGnay
AnUkM3nbyp6xTczrT9NcMIPB/DY3fs43c2WkagDijmtES5v9ah0Aq/Ec8jf17q5eNeFfOgTyiOcG
foYHYPbSHtGEIo/SWoICSkjbTSNZorYP34ITKFyofGzKW37YsXRRi2t2L0JFCm2VoEEC7eil3Rpy
N0IbteLZBCnngFAlNA4+7c7tHRJHpyW8zgzIbMxR4RWAVDqozeVJjFhpUd37VQ5gSWLlvBnphlsH
ZszH6GGMLC/WTFASYQ52eR7QNs+oL50EFQ6Y31pNfxbirT9sYpBks2xVAQSS7yIRuhp3rWDIpaG8
SBAQ602++YhRR1lSIpohr8HXo8qgj2VuZLknk+XnQE23pBbPDyBmo81qHRnNisfliAgP3Lfprbg1
mYp8MQh1ru/HGX6XS9OTgxy2BYkSD29OfxIhZl+alemeGlOnJKDSI19a1jNyb4Yc0Odn59DsoU23
1Ng+5xKPgYCIChn65hAaXO6VzkNTly7ieZcopCK9zHAFEPuiH/TU/oVY/sLUZKYVNwBOeICpB9N8
kjeFRyOOCnseDtpqJS+gXWY0KDG5yCrqo5Ia4qmJNWTfVK+M8LSSJ/bKP6jbzmzupUNk3auGsxNA
IQOSvVN5vruTzucSOpSP6WoHVfTN3Qkyp9dXeiZLc/Etk4VWu15KQcYFODYaTUHJZBMZyy0vZSzm
zj1oTNHmDuwc1MMmlaqGFGrUa4N0rshtqNMkdTyrg2uYWkF0vj6iOc8bhJe/bU0ehp7rRBfsfbi6
TTTH6HdQYH8LzpzV27v0FdL2m1Vu/DIWrM7l3i6sTm7UBtUOFraidB5LAGCp3bkbZdPcQ9jgaO12
JXQsX4fB8FfEYB/XBzz3VIHPBlkBBVQsQPNenpPArdKhjhREGprRNB5t78L2+bqJuV0CijgkNEVA
X8hXwPz9eRoCMOYxDC7uAcrVwcpb78Jk4y+kDGd6ysawBWQayEuPWabJbhQrT1MTDkNp0U7WP3iP
aB0+MhAyNCsKBfN3bFCExO9QAeWsN4lRv3eEhdlU5qbz+zdMvFBGZB+0j5p0zgioLakYsZg4qTTo
j3rhF+cqynpQLBL1U3F1pTaz2kW3uMz56r7zBvQC6kVTJVbV9iBQLOKilyiJ4GJQJY/4NzGRAczJ
GhSVaFFwjBiSB1ZI9JG4KfpuhTBGnsoj6XusyElsK26iWiVXvw1oOTn0fp1Dbbsc6mfg8ev1IHR1
YSY6R86qyJR7MOPGRzErG6QsKjEvDFDNFpkhpYrkWQyIJg//3e+fw0wtkSsV8nzFyQkcs0rVATj3
Q20fESle5bE6rPxc8T5EgpqvUcsE7P1plQp0SJpqo6Uit45zkELSWMjVxsjFuE7RLh/zrZWWaMOk
oBIAdDr1y1c+bkueKm1buwYadaO3BFPF6KjV1vwVr+b30kHM5PIktEGDxk4ob5zD+0IDyJnc6WDl
FDPKrf2ta+me7fkLCblZl/e7zeltoymsT1FyPfs7xfDvbkLTOwmOAF6I2IodsnAQZ2p+OCGoIKOB
Gqf9R8eA1sapHqYudqfl78zG3kMOpwAwKaNP5AYMaK9ZDkZSU4kNg8scc+G1mB+tgtwmaiojfcfk
cBA5cHulS+Sz3JgNdxqyU/Qgo1GopPwae0qVQFjE9nV36JewceMvT8M26bfl6QviZWKSDySQz/qT
mBsRlUpHzHZZ47DmuOAOzN4A8C3ABI07lUwhHugJBc9tl8oIuJ/0fl83AA0sVC/mb7pvNuTLrZrk
vRgQHjZKe78FuQg4g3zz9tO1vV0DYaHN6u7XSl0/aIvx7+zgAJmUBWCqETuNf/7tKuekgesFb5DP
2wBmrj8To+PyY42+/fbEY6uROlal8bf7s7U5+wAAXv/9WZdwxHv+++MnnpNKuhDkmTCghSvX8QEs
fMoalPRklPPUnA7SKasVqme7tlpw2r68zWtjmzxNBahhk7yA6cza719ubKC1aFsA7wO2wd2uWB8O
G5Gad2pIIdF+fdiz3vj3YU9OXeeFeej5vDy2Hez7Xy+IR6hsoUFofRtvnfzX43Nyf9icgSA5rZBD
+EuH/vesT1GpnJDzUhti6M2TsLsZAwDXhEBpf3NXAf3ohAu7aPaSQcAGvx/hKUD2k6nuQJwtCAGu
1Ahoxz1kI4hZWf39Bjw7H+4Sn+OcZ/rd2GRu9a4NvaEnSCPIVrRRjfh2JTxfX78Z9B28UWA0dAkk
scjtT85F2kRe5daxjFSFnW9521idPlZLSsmzuSaE9MhXQM6LiPzUA8W50IiKGzIoDfeX/VbQ1MW7
8KZvb9bPjeXfgvL7YICL+dycI/Pu+hjnPEQA/UbKXSjZ4gsur5VYrRMJYm3yOVTeiv61z+4T7rUX
retWZgCxmMlvZiZj5CQpjRUm4fZ6Gm9N32iOIRBTBX27h5o3zoNM6Y47abTdGZWhRCCvDKAEw0Eh
BtxdNSoO1z9odvcAGwJ0qgBExfQ9zH2x4MVelc/8C3cTt45SrzPRRAeFslDbnzekQDhNR9iI5b2c
X1UE13Wm+eRcmZpiS2+8u0pTq4lW+RIttCTN3OKgdQDz9qi7B024S1Oc53F5ksBUZjEIHXF3gz1I
Rrx+2UPOKb9D0+6nNyanYiqc4l8WVDnuQaWZHNGVHJig9jtfn+K5agbqzeBBUiWkhsEre/k9bsLp
gudja5n71tiXu4yirG+Uj/E22ZGNr0BzfOnEzghQYxd/szl5njXi+lwVwyYcDWQ/QL9FX/DG3NnY
ZtR5pzurKgxrNVKwnsyHhQHPLQCajgBfAdoJ8NnJdcEqeWQ6wH3L3eWxbkvxk+bfSqAJ6lILvGdh
l4Pw3YH7xWF3LyXhZ9/Y79Ynb6wcNEMma/049L1ZHvVHlUfrL9VC4xfY71YLYx030/RZhVegjDhh
5MenGbpBczuBCxT5nKAdplpDw7I0Ul81o7BBX7hmdqFZ+e/Xjc6+5d+NTnygOuhTlsO9hc/+8OTu
AeWi+xtG15/t8Xh8zHY7yTgYq5XxsHRdzDhI4AwAPgD+O3jWlMkpjorQDRWWkLP4CyQlLdK8Jrhq
uiV52PH7J5N6YWZyYjLZi6MK6gfItgy5M4Qa5pQLQqN3UYG4Ppdz2RZAu+HJgkYQ5LrTkN2DoiEZ
moKckYukI2PqrXN0jJL6o37jduFojMfuYmB43GAN5wICKnhkJq9MNPBFGxOvPada7Jl+jYHVrV8v
vDI/E6+jGUjkQVRifE6n/WgtMvGk9LTm3N1EB8GUVskeafFP0HU5gUH2j5Ulm8zUm9PC8PQfp2Fi
eHL2SEDCFIw27dlTDm655e6qtZSsA98GqrWpXlXxI+kN31B2aLrJ7Mi33/TXWLagFx3rzyID3byZ
3EKXel+c+3odBY/gp4hFI975TulS1qA7g5kMbrPl3Wc3WWw0O/0shI9aYvgmRCjL+KbLHVIYLAAd
2Cq/U4pjKVS0RIMaR8NV+grdwhPTbU9EnCuvcrT5bgKAQMNdIpitaCZGhBolpIM8SjSrlQBHESvI
p3Zj9/6+IAlFYxCK7RX3CDYT5AVky9/LbyFbbG0fj9KPrfJtDccH9Vuco7sBitGa2pwJGvofIKMq
VaBD3gkg88PHqCfCWcy3lrTrfjzTXwuImpSAQjgEAabvRuT3jTouoGD7NypyVS40WxfuzCUbk9ur
yVDch65Fe97KDrrf8q24dKbnt+HvUUweIIhO9Frh4ZiBrN5MbyAu1jxE2CK02LqvC/fHj7tqMmOT
Ld/2RUoaYbRF0SxIspUUW+R0cGlOBaOw261g3On/36Jeo1FAYBADw3kDtfrl5kh6pWAVH8FoxWq7
duOY9kLUWVm7LhMgjroKKrg+v8RY9RMX+mUX/it6XAFNlScTm2RhAiVQLF0YvvAD+tVEdMMc0kAY
8cSMpxIYJztH+QjEXf7J35SaCVkBKtfH65P+I5cy+YzJnAM32ad8GrZjtT+1OZTBSwzZtQLUc4qb
RF3Ssf6qlv44jCji/Hvck8MYkmyQuwrzLRd25VOiQzEgCNelbFbvGaHqAAGBDJRvhnKEdHyyjtRV
9i58NlBYQ4ht8R8CUITZ4/VZWFyNSejH/KDOVAj8YOtl8Sqqb4lg+G9efq8bCXSF1vVTG+wiTAm0
uRQz4rZBf3v9E35G9lgJFewMcPUg3IHi6uVGhAwYBI9y0p6Zsg0U5IiP6VGXjApK5PkzcVParUhK
43VBoK2AlpGQ6rdC8NhJdg9NLTR/ovmFIJfbUil0pHavyGuyiLOZu0rHd3AksIQTPs3+96iOyWKq
4CNLqmzCDguonFJ5rVSO1zlxsInIC9OPRLq7Pjs/EwEwCgqEkSlDUiEJN1kgCVEl4xQoHPq4uINb
NnTG0IF+ugiOofTSKTwofTalaAvQZuegoKXoL2W9gHydhgJocoQ+gYZePWid8ghvJ3s34lyVkRpN
Vk+y84QdooVUe0Zg6WRO4gS1AaRav4pstIHs3Vsgq0xlnwJKQr7+uT4h4/Xw7Rj9+JTJfHCAlAHN
P/BnHrB2KWppxB8A5naThTFPY4CpIWFyP0qgYGgiDoZKMBwGwkfnHrUip+C2s0hJ7Coxkq1UQxy9
eunr1L4+ysnt9MP4xMnzgqGRM8bz5yq7z17d5G7gN0GzCgRTqGyFW0iuTV7TH9YmLrnAc1rF9Vje
CMUc5T5oW8jm1GZS3iTQGLs+ssV5nRx3qFzxXUbQhpmuectjdsGvUgjzgXAnNCrc/itidYv0Gl+r
Nd02wFuAWEFQwJXyFfB/c4WEoOzVQcRqohzaaA7kWewQdNpQiwD6UnhbYriZHeVIaYSrAsI7gHle
Xmp1yIMUFVD8cyhbJDZItQrXurQq+iOcSD/+xXSnxIsruO8L0zu3lsgx80gbgo0G+N1Lw0NUqNBG
RvuZVPvug1L3rdOJqKhBL02kUuL3L33QJA/Q6gzXAq/2q4Tr0YYXZ8/JUP6KhKR1mCpnpxhYuJsh
E4Fb4slr3ofZ6vqXzh1kFMLRySSJiqxPsc5dwvtZ7OJDA2bXeA19wclMSUuN62am6bKvzT16GkCQ
KCNWauKONo3LWpQzQAhamqgTGeERLJ3H5KRY4UfrVKC55yxi7VQ7WBOnNZM1bxcolYHc9BSZ+hqi
BfDXA5tbcjDHIzzdkd+/a7pDMkF0JQnfpYqfShKvGrtigdUhreN5L2qLMEZKDfJPq//13v0v7zM7
/vP32T/+G//+Dn3EMgCR3ORf//G/a1aVr3Hwmv5B6/Lztf4j+/XHXfVaBawK3tl/jz/2n7/8j8t/
xW/9y5b5Wr1e/IsFBbGqP9WfZX/7yeq4+voKfNX4//x//cM/Pr9+5b7PP//+53tWp9X4ax7U/P78
1x+tP/7+pzgu8n99//1//eHhNcHfgxBmwAI44f/8sf/8jc9XVv39T0H428j2j1oCsAIgRh55oNvP
8U/Uv0H6FX6IBgAoj5sCRyfNysr/+58S/giZTbz+qkwUHmJ4f/7Bsvrrj/i/ARAAEgL8VUBHoR77
578/7GI5fi/PH2mdHLMgrdjf/7y891W8ryNJJCJ7FVkvAO8nj07YyUMHJbiUAtKVvMRh628GtHGZ
vls3dy0Xx2ZfDt1RTXkEBVzJnG/z9K/P+W7+MhAZzY85E4JUxhcJ/lSlTO6lqghiOad1oQiHDJiK
t4C53V2l+uXCC/fDFByasSF+xC2PSb7JC5eAdK1jLTpX4e/H910VQvE0rl2zEGJ9YVQ/JhXtIhgV
+kXQUgHI3eSkSWXalWWng4aFIKaHomnA0UhHLw5kPElmDzB5rzRaItjgZdQ/Wcv6JfGeiRuHmcUo
oSkgoVse1zI4ni6vZYZ+6pYvI3B0uQ2u0lZvAUUnaVxDZnAIZPCsFXlpl30+bJjax8/EQ2hKGyka
e1rkKrS5Qh0+lBYk2FbalvmS+sB4C/6+jcbvA8PW2B6N9gAVeZ+JWxX0WiwMgGfQFLqj+5wLmw0H
xZOFstak5PtlBu0WI50seljBuT9xJIs6zPVC8CNgy9LApYrW9YSCUAxtkAQdps9q5wU3CYR3IkNO
k3Zw+CZHHqVVE/mjRcjvn4JS9E9FgXqSURRNxlmaF5SxWSchfxeyDA1nNX46MNosVu1h8Ngh0dVK
ompbcaVTRr2IuMGXACctwlxeeH0v3zQ0IIOpDMgEBQBuXC8IZi5XGRDapMchS6hYR5GtRLwG94ao
tO2T1mKV3y4EsZO6wJdBYCFUUKSNpXoIal4a9PSwbkE8BEIQn3dkAiZnBFhm49am6EYvmlveZRpx
woKhICw/tzzUKzRQSWqVkyrp3hsnkXHN+votgsvwYi9hFtAkNUIjkAwdO5YvP0olHE+4pgdLS0mC
uxw3mZW4/efAIm3byQ1ycQW6tq7bnO5foAiRPofJ8YTjtE/O19D4aefJOmLDSMvWvshHo0JwsxAU
zFlB9DOC3MYWwC9ijG9eJKhNNRaKLvYOoD+QAKokw1XYEvPnnBW8AmPAh8ZqoMkv56/vZMVt0tFK
E3trgVSKmelqvFDNn7GCNw7oDvSHiDLeu0srhZ4mXFdCejcKitdEltoXoSjlj4Vl+erx+X6xQGgY
7SmaAIVe3PXAH1+a6QSFZUJD3ku9xmXP+y2JVkow6PmnIsTEaHLee2ReF/MrT5Y50YyjQSWWJzQe
ZxZtHreHGurz4oEEgRzSmo/U7CAlpGIrpoS9Z3RDlRXrSgZszgi7sgoMsWOBBpp6NSanpOmKeCsq
sSbtPGhfZAe5Lvp8A8rnHE9PzwsDZHbdEMSmUphGZloCKk1VP5VvhgJE+3SIcz4x3doPV15U6rpT
pMiY0AYLUtA+ISO5oxd2bxURotAsK0joAiBWhh4OVt56N3njSdAbL7v4kUPvp4q0BmTrdrGf1MNt
LRWISNzM90SnqctqsFpdKN/1juM8u4Q2rWbwlRImK2RopMiMgtJvwAPLtwDOqWJSmFUm5pxZNgzi
sUVONM/p5aF85HOuScyad73KTtyc3KQQ4OStvtS0euMOOVRuo5SAy7uKmdvv5ZwV4OAUu6w3gS5S
GfjhBf9eU0ZF0or40Ajlel2BJq7cu61RhCJKb2JVp6rpZqVcU14qODzfAiOC1Qpx7RmsEaQVLzC+
tL0hzqQ1wI6Yn4iRYa1FKoe/wzz+JeuTLLLyQK6R64wIV9hCV/mJ6eXjDBI0qwH0oBDvVCEfm1AE
LuQA0FAJ5i9MqUfDvNIYFqPnoK4cDs1z1+fRZ9lKDaq2XhjpVoavP5dNiU0Qy/KtUPUCd4MfA1Ar
cgUlsUo0OXaOmCPfCxyuOzxGYtDz+y4L/coSupTXbb3vUruXk9RdiwyX8EbUevBDa6UUxUeuYUVp
C5EYBSYJfcTLlVBzT0Kpg0yQywuoFudxmTxrUpO8obezGUU41CDY90UHUhY1VLrwIGRD8cx3DcD4
iQbfdlUGWiiajE+KD3Q51xHVoQuN8D+Ke9MrlCEzWhYzNHX7aYiJJ2mHjNDQC5YrcwIQAYCQqkZT
xKChb6SkrOA2EgkaDUEnvZEsg1KAX1U6TzsgEWvbVzvA/HMhalp8UBtuWq6OAGHAq2Vkg4fiR67I
IB/u1KKKDC/jMtx7KcMjHaBj+bVXC2ieK0UsQ7Sv58Q3rYvQXMz4DCwVZdJxsunxSXVIii5V1xAa
SstN6BZ9cySxDt35gm9T0RAj0RUNr4DkusGHsSCZaqOr6HrtfSWwvDQXW4OQSEypOORcdQAKWO6c
tK8H9Vg3THxWQCubH13We+5ZqBgJNlyfu2svEYXIAGo0KIyENalvsKgTFSNofSWnHuM60IcyjhlR
0zXQLIfoR2MznaUvvR60J8mPfdGjoqtqlaWhJwAckJFLQltmlaJYeZMLilFkfTQ4fpSjIyKIhip2
RD8imRl4AoNIO9+oElQY6gFCyL2WrwN016a7gagdXCDcmbqhaT6TaVZ7kkK7QVdrS0pLbVvk4GSm
YpzooPasm/QQsxhyX6Wc+TGFXKE8HEWthsSCJhbyBx9KruDIXY9imYIU5aMQZxkPld0o/wikSt2L
mRRklpTzeIdrRJqWkOqMM9JQy7eKUCj3+CR374ZMy2gK5mmXllHMJLOLi2IVxFBLAkMXIK60Ialy
F0ilvOa0Um9NhY/lfZSraUsLV01aqqR55JlBHEJ4gw9yfSP6cVbuR3oRlYa+VEprqI+7d7I6YMRN
InkfulcLB04eVOioaxlyErIWM95EyRysjWA6GnJTInlbHBtolihrouQyGE9JqyuGovQxGG8VVryW
ROu3fCIkQKBnkSoADe7HD0KX6JmV47ZyhgB0UTROfamwA11jtfF/2Puy3chxbctfKfRzKyFqJF8a
aEkxODzIdjrHF8E5mJpFSRRJ6et7hatOla2b4UAl0MB9uMABDqoyKyRx2Nzcew3wYW1i7mYBMMAL
SRdTwClbWP6o0fPHuRZxx2/QaPXIAXuzca8CZlmXba+dBQPBxF3d9E61Fe0Q9BFvtK7jJXQgzuqU
hBdJSUsZRINxrCfshfHz7JEACNXOGiK99C4q/00eYMsaKW2kcaLjEYhQPUDOBn4rcV5ZuA4CiMxg
lgRnkzEyIvS/Mq8iDpyLFB23XagkaIpjLtHV5I11Oyurq2Jbwy0nXvDM716rwVrsvQ5dFmvJ6YTm
ZjPYG10K7Wyk6/LPJQ6n9uBxJyexD3IyUOddYKU8axjIpDCCeJ8FBXwRSlLkWDj1VDygv04/MCOy
p2Zi5RhbkLS3r3CbMhSV2blod0su+NNIVY6SfOU2H+djJShyOIrJSW7auYyCInMh5AcsN4Vl9zBc
T1M2XlnY1FBMrkJxG4hAI2PMwMNB01TSGKGEfllkL9C+rOGiUI0eiSsnd/wYeDAgvv2utWHInAXz
vIGooUvvQlHWZk8m41W7Wc8DlLMxIDduG3b6kEPZUCU5HaDJ5vu9/t5ATgszEdh9hdMTOCDMQT+x
SJT+4oK2AR+dQEL3EvIDiuKZDGHEIZNt7V1k/TimJixfN8qssII2p3PcVqw4zqpq++bGW0hbJAGr
TIvGVzF4BgoRs0W2Rtghv3W515r3FvHKeojRoJfhocO/g7EyEKvod5TwoMQuc+qAz3ViQjNRaNF2
PioDneNmiLLz6D5NOcRXEtNz2jabsSqCoEmeE7t/VUi6Lr4P3dg9ydc1otfVp/+Tip/tezn8/Cmv
H8X6b76qNf33KC49ixyfLi5dFTKfHtvX5aXn/+bP8pITvMMVEKIJITpZYGQer8B/lpcc+92RVgyx
DUJwRXquQ/xVX/KDd5AHBDzyqCqJ8suxnPxXfcl331EGcAkuy0ePLfzcvygvrbPxo14V3FqP1qI4
V46dpdfZuJdhoXDhiyQMM5DEBWJhFwGC7TxalMsq6Ro1f6pFrh5gzfS1tscstpcirLZLsdRkMxPw
FpLKl82lGmFfvVnGBphjt7OQUTiKy3YzFb1ity0v5/HSANc0J8MYmI9vXytQlsCLvrhWoIyLT0Df
GneLwAFdevUhdKRQ37IGlQR6ydl+4TBh2NEl95ZDrwcXu62qC/SQB3YZNnb/E2cQhc1er0cO84SC
19EQFq4XAbiD3Fc5gkO2dyhug8xr3HjppvoS3tJQt5KGy3uby8JH+suC4gICxrTa9m7j5DH8imu+
t8LA9PsR8jB9pG1o7UWl5hyF476rP2eTtg+6UUMR0VGXOUD7oEjdMq6bj95cwNGEjTb2er70A46P
TtbfoVTXqI3moamTvJ6zLNZ2F+TRUEjVR6VxqBstPCh9VIJoU0fFrKo8hh4ZQbaHmmcYe/BzhU3R
AAuH3JU4kBiYrkM0hoqK7cgz3UewElJXJpT0LqB1AQHo0NVqg+jOwDvqRuAQZBOQcR8wbuntRPVw
1eLqRA++32ZiR0YHjfsgrMUPWoT9oV+Yf1kOANFUZdkOF7Wvhi9lWA5wrC25i0HC6TBENCctrEdc
tuz7YeJf/EXLW5VLd9rWBiku0l+qbugSTiSyp1bniWMtVoDzJoTftGgyIACtmU8cHumkTJtCuUAF
sXb5kckBPrlNrt2nHhc1eHFBH/0B55SCvJWbOz+505c5QjlcK+VsIefOZemkcNp1rnod4ErV1B12
gMYbIx0ZkDeFpd1Evq2Xh8rlrr4PAy4hQDs2s7uFZeaY2k0Bw1ailxD9FVc5boK2rH9FcQ9CFz3r
aJfQZmr4lgye/7HtHPq90CCPxAH4TkVcjm1F4q7F+ozJAExEnHMmwEGsiOkxe/nMN6wdTLq0uZaJ
1dplnyylot6VZYFpvzPIr4bLHhrAT1oYrGaW4Z4V2xXrxi1Wol1DxnxagJ5Q0ILQosnDDYrP7MuM
Awx/5i2QPUElrctw4cZtNdGl7713pNrBqQMnnIVqGbi+BsSlyM3qYIkWO5+7rT1nvQUS/VxfYP3N
I/hYlb+zPNzO47qwujKul0x/gm/BADnChk63KPqNaLQoKT9lJaH3UHle9IPrjOXnsu4gQlZQo796
KHiYKLcsYSKkU5ODCmkb5BegM9rHCpYQT1Y/ke+ThVt6jLsPuleio3THF1o/tf4sr5uw6h4CR8XV
OGUK2wE1z6jGJr60s0F/a3IeHPzGK5cdp10WtZR+kcBIjfsFoqYPs+wx2bmF1QetSPkdl3/BLtg0
jwv2N656B0eUgY2LmciGTRi25Ns8lYrsrLGnn6EQpOQ+zw1cPJgQSIMZU24Ro7wRbuRYKTsqs7yD
RumflDJ01d1NhZvyfDEPwiVRP/YGQYpY4RMaLKS8UBjvhOZBBzNQK5Rkg8SJ0sQehg6AbsTuNs5t
B2a8Y9ePYbQwDq+/wavHb45fjZ/8lsPjz63t7MCRfFS7xg6h+ja5nuzA1eZ8jHEiOQ/SqrCZ50BP
U9IufMFC1LllIkeH8zeoWnXtBq6CmxJ1JH7XuWSsNgTPg4KMbglsCsEf6DbKG8D5LC0smmShg/xU
IbQyZGaFJyP0LwySUz8Pgw3sjLV7aYcNUpPCsAPHP8P4I8iqT8WsrXkbmFq5kTE9KvRiqvl9zmSp
YjIVhsdkpG17yexZ9FHuw8QV0loAusGAJ8v8uHPdyYmGwIw5qLykILc8Ix4A2U0BBAvoFk2Hsqwo
ofU3QQBoK9HwhKmBL/lNAdNDubcGL8MIhTqkVw2rwAhmQ60fHWdAQcQdvSZu6yr44UzMMxtb1Upd
BQjozY+gyEFtxR4PIrpk0sHDXA/6t4PDloNlFWjBjmXQeIlw2vmSa4c2iaa2eaxoRa4LI8UUIzB7
333PcYoIq1pGkNlFyOqKALCoiUnnPSsCean7ev6Qzy50z6pxbO+QotE0zCvnzsnM+DTQzvmmFXoe
26pCfzjC7oVbVjaiIBaNrHLQarVcbH+ZyWDY1Ajc4ATonKcAZuGo6LQPcacAqyuq+oyTKyrk+DgX
SxXCUZKN8Ad258KNByHkHBcylB9QMwKh+SiygcWuQn/eZxaQE/ipYuq3dFbya5/bICnMQ9mVEe7G
hdlkqAR+z33fN0mr6NFED0aVZUJRRngAww5/u26kogc5zS6PPeyP28BtjB353AqqqNcznWMLZSg3
Qkaj8ohjiSWh1iNAjlMxHi9nnl9dOUPHbjWMdh6OLWcJkUed3c5DD2WXCpd7JyY9rtqb/0mP5Xzs
pB7x2qez46QsvqEvWrzsvR7/iz9zY89995zjIntDMw5Cosjq/syNPfIuhCzwUXkH1ehjBvx375U4
70JorKIODkka2w2OuiF/5cYEGTVYxoSB+I2smqG4/C+S41VK6bqAQ4KgBM7HEbiKTsLr3Jh1Fp9K
GcKnkmi+hweOTMqwOdeM/OVTYEgE4wZ0SNBnfv2UvkTtW894Cq28+QohOP9Yk8E5i7JZP8fD96Ax
7WF8oKmC68Pr59QKsqOODqBIO0kPNqT5MJNEiIze0mmi426uQi/pKzrA0B2MqpgLxNiEeUreChaM
kJlQU/vQzroINg06et21yrjjHnoIWqoICZIJt22FpHFTtB0SNykztkRDO5kxMb4zXXglyYr9shho
C4WQ5awTLsk8iSgzXYhXgWBjm9hT5t8XeW33l0h93Cx2rXIBw8bDQZN1rd/u7UmFMgmLNiCbIDPu
d48tI90DSkl2YebCDKamMHCJULEs06zzBlDLA20uNcg096CC0SK1O2Oj9ICOWESDsvqgVMMAPTIt
ugGOlvVW8h4ILqtEqWTXywwHk57sRUWe0eiPDFCEBMwsUz5NysXG+Y1/AcHWYciJhyqFQYd7bzKg
bVqNgBX7DmRsdgJ9KLEpapaVkOkLBmi5ZUWrLi2/QBdYovnfxm0784vB0Yu80khKvEevg9lBEoyy
az+2gycukdp5/X7owvk2K+wG1srH4nZUsxn+c6Ez41YywA34sRQZexwFM2AFDOIJBbUAEhZc1l8h
YFJ/LezJ/66QLD/hGuq3X6wwW/pY1EYR1ABth+5Zbg3wNi2tqdiTBTL5G0m1KPfCsYbyngVSwBPN
qdE25T0d+0sbvRYaNcSIKsFVbXK+ysHy4D8BsRI4kjnS4xsPlSBnZ7Ne6M0MrEOJW8vEkNTZpjQX
A5pcxRZCCHYIAYASUOSo4kR/Rj1TEhztVSv2vQjKFC7E6k+rlv+pXvwvtFzfis/vH4E7+WP/s/7Z
Pv7vP/7v+P1nOwJc88dj++OPhwEAIICCfjz+EU9t/vgyhj//7J9B3PLeUQL2PWIuFrYLqzPE9z+j
OHKCdwg30OQEfARoh2dyz18lDit8B4l+lPdCVDJciGgcjcP+iuOWZ7+DqD6qJpC99HGf/zdhfAX1
QxcY/VncxIH2wLkAmZUVlGExjSmaLj/YFZot2zHsbKdGWpv1LYRhiWo+eL4vum+88lC6POZCg/rm
kglIt9IJ8/ysjBaG40WpAlnm8eBCHgPKNioVGJnXkRii5XNFWSujGn0W3Dj6achiVYoGQhmBO3fF
d1wsqMy3nd8oZDNIo9i4RzblWnVShF3WWhsTLEgss4GFZ0yLnulC/xRSoDTqoSKFWhB9pjr8F1Vx
zpqahcqdog7XYQM58WbqnUMFxE+9myUqyROMUCEdW8YZ0NveEku/pv1t2daGbYGUtsI7wjm1z73X
sYDz4r1Q7fKwWCB/ApGs40F2HNUXrXbH7d3WCgBtbv0anbTFnjxzZVVsCsYNCFAWDZHmA9AJ/2W7
avuPRrueuqgIK0IaE1VmAXQDcJuAb3nO2p4kXjCPUKNFJeETxC8R+hIouRa5Fw/KR1VdZGS2/0Il
/H+IMw9dg/+ty6OvkHgny63/DYuoR3H601linBftq/By/Ot/ofNc7x3ix7NiORznUJ3/T3AJ3Xcg
GEORFhJmULxjR8H9/5RP8UfwFINTJdTpiYe6wt+hhfhIOdlRsRngA5BnvX8Fz3uNbLGOKCnEKGzj
14sRmatXG0v2KYpOu67iB7ueOZriU6R6BSwxvDdejMftn+v8JRDvNZDonwcds7oXq35Ss12gmtSn
kzM/1pPZFpWz9bgPltiS1du3H7La+/88ZQX9AOhS9p2gIhVhcEskwA4AovgQS0EbVvQzjxi6x5Db
XGKQh9DMYinKxk9vP/zUF672NQ+dKvAF81JsOBZJq7g2pqrj3Bn3QBu8/YxjpP8nhvzzfTgSX44i
FIh05Zeul1q2/VASFJBofgMk2fve419caN4WaPaX3pmnvY5Y/zxtdW+g5RAUPUJjak1zbBv43au7
0qB1pC9LgQrGfAaEdOKrnlmoL9YGECOjCG3jp1XhP9qgJtKi2BCbosr0WdbD+0D2HxAV3x7C48r+
xRCuGwVDxdEQ9kMvtasZEM0ZTa/S3y/K+f72769UH/8etWdi0ouvAYuDlaGyvHQWXfUJ9/juMDK1
H2zZfgVDINx2aLNsAEohm4Xyp6YdnX0tra9GQPIk7ILyzKiu0oZ/XuS4UF+8SJMxAYgrpg/qXvvR
0on5PtYXpnJul0F/7VFydf1p09mo8b796SfWy5pKFML2lwJv4aT+HHzPSb1tRuvCndpDWMJ33LAL
IfUZBOypWVyFk25a+FxkOcrcFipSYYbTriOWvXco6kq/9zWrWGIHKNABn+qkTDv7znzp8uUicLcK
YCqvvVmyH28/5tSXOK9nSZIhRMuqddIWVK+54jxZfH2N7rVzJii6JwLTc7B8sQ7sCmXnwNduGoCL
MnE/qs22mn7OqEiH/L7sUfYmdWKJi7y7BgeoKw+oSTvBBR/A2vQ/+3AaxD+18k70QdyUh5rihlY/
uYVJKGzW52v8KSqF++NfWg5djTVW/pQQ/xxFuUWB7/fGaRWMKuWbJlOEplWTAy8FZk04lSaaMk/s
337Cce38IjKs02u5qIYCb81v7VbrrYsawL7T8pzM0YlZWDPNSOhng5EWv83YfBRcmwADGmwSs7lV
Gym+vv0NJ7bguggDJODSlVLQtMBUMOSB0azB4uunCxXM6JyMF2d9zk9EbXsVXnwowqhQDfktqDcs
CnDjKGv7U+4vV1Qvn+fSToMMZhJnF8BzTvKr+VnlKtaUtX441Py2pdZdRsZbWi1e1EoPvVnl2zJG
P6GdosqhX3PWF7ER3N34C+n3TmtdomXIo7ZXG6fLvgRsgnclxFCAUpp/UlplCXGKZMndCxA2HUjE
CutCUtSNfEs4/pkl/HwE/OoLVlEL8nuBLXH5ubUqAwgUih4WaPqQzAv34Ad9qCXwzvSpz9qkEtts
IdnVgjaSAuRX0c9oZcQSjaUroUFbfXu5nDgj3OON9+UZMVaDW+ASm90EcluI9zZV4Fve4h84yyNV
XhfE27XTxdtP+/UWAGHt9cP8Caav4ThZNwSQt6jo+l3r5Syi4pNwP739iBPRdA0bx2FLHO1m2Q34
Uj+mme4M0DgRQD/DmRE7FSRWA8ZoB66K31Rp6zDU5jL5YJfjmQD06/GBzcjr8YGesTFAANepAvAW
9PHe2iggMe4WO3holi4/85gTOf9aSLHy+oAvwCingBYfiCGJr+508Cmv+HYk1Znr7q/HyV2ze3MF
xNCisyq1snrcNY7a2pzYZxbSqR8/Rr8XJ1q+WAYwoLFMgc7OomMzMNbOmd/+dQR11/q9BVwXjd2V
ZWqDLXMQnYCrngVBT2jWbEmIZNQvdCpnX59JM3496S5bhdEhy5wq89DyL+u4ViaCxwJqy96hLM5Q
VE49YBU22dxnqDo7ZSonq0gESPptpT8PGhHSkg9vb7sTFy9oV76eEbHUFTBZXpGSUnoX6KfaD37d
d9/CCuXSMJ/jWeibLA92I/O2S2ZSUpzTxTk1Yas8jXJnBF8wKJBvl5HtWJGuoLPgXAiAFoG2S8h4
ZuufetBq61d9b/c2hA5STutEhPV1bjWbvt1i6YVyKwbnN7fOKgxYhFbaA+IunTlawb7E6Cnpm/3b
U3XqK1Z5lA1gyuRmc5U6k3ZuBGqdl5NDZNKB2JdYHTW7ss0hFuM22Znvec7//+ux59JjBvFiu+Is
DsRksi5t2/J2WJxdQfa6PZCMPQDaEGyywT94E0sslPU3feAnpXUluuuOmANQs/LMRvv10QCq9Ou3
sEPFh97KoHjiLJAdrByZMOoKgF7PRI4TUYke4+2Lz2zB1EXZruxSp+yhXmBBV+DTkIn+t648KE+/
/nmbo9PQdHWT9n6wm2znm/HzH8Yiydvr4tTbr8KEFQhApKVXp7h8X2HPoPr7ewFoLZuDTlxpD7MD
9SEPoI1C28tmykHacHWie/r09usf19Kv1tgqChA0/ND8DOp0kBOL8zo85C10FAydEzbCT4qUG7vP
3Egw98yAndhIdBUOSEnGgKN8lhbjeFPBzKECAUL3G8h1H8PP2bBzamJW4SBjUKtDURjPARzvmtIh
6vhZCzjv+Cu/GrdVOOhdjVp104hU2luvHZJajInoRthxhdOFFksMzQ3lzV/b5gubDrPT7jsUno35
aWWgKCFJ7AHizrKLXl7bzQRm7XYml0H5gYQXxDu4AkY6wYMmA2AeFdBaboKA2bQfEDBpmV3i/4bm
p+nzewsovtI8BOH9757ka8eZCdoWvtUYkbZFgIw572BJMdTDF6UroJ2pD9yMkysBxqZDzxwRJ/Pp
VZApWsoU4FsU+WdzFdbOHZwJbpif35WFvCpRX1WhAGzLYVcYh7dX/om4dmR9vww7IIQL3s8jHtn7
W59DKAV9ZqvgZ5b5ieW3lksLOnh68N6jN0s5AV2P2+Ti6XP6zyfHaxV1ykrTkjcYI2Q/k/O5WC4M
lXFlHmyIJpD3YeVuffN7BbE/obcvAnSjRlw+xpDdeP38AdKEiZUBykr25eTtgNa5gzrUbrSD7exj
C//e5KzCUgDgf+WUjN0YNQOrMHloa89miidPLWfm/xj/f7GD1wK+PuvnRrXSurHy+kedI73S5hYc
phjUyDMn24kldmxQvFxidhmovMtt6yYH1Q/cjBA082IQKCSdWWSnHrDaNrCoCPU0LNZNA6UIOyi2
dgeKomrOif+d+v3VHvFgBOML18UYocgGDDDwqCPgGvdvT/KKtPyfSqt7bAC/HJ/WBbFRI/W84VMD
ysd7kBjiJtza7N7o7ZI/+HJbNhd+QwDMAquvvJ7bH45/MZgz83PiKFo3YmvHLQIAVa2bsViuHbDw
lwXu40UXe5p/Ibzdj9Xd2596YrEFxyjxYgsVU8YN3Desm6AxUUeOHzRHmb4iwZlk8dRMrTZMBaHh
fiq0dWM6sw98UGWDR2s+8/YnYtkRv/Xy7eFNxNGiVtYNRF/86LgOIEd8bqsf19Iv9mGwOqcBIZJz
x7APJ9zgKzXEii8pGAWAPWOs/JGcSadOTfbqxK7NbNV6xF5B3fh+mWBhlIEp0/JbOeqd8EkBkOeX
t2f7uL9/8Un+at8HvsurwDZYVz2azct7Ca8MWEFoJ1qA0mmWHpD1M1Nz6iRYCyg4i+WMPsPE4ySw
NErh7Y8GD4GwqePf4CiomLPDnnn7w04s47X5ksPLDOxLjGFPu43t+RfHMxMSYdumPyfTc2I5rGXB
FZmYr+hs3bhzG5sWolNhFiHf6aYLAQzv299x6t69VgAh9lSBIoqnGN5fH2t2g7zGExBiSg6Vz+Aj
kKURkPHx2SLeyYlahQClWMG72bNukDHmmQsciga/88Kyi7jXH0XZ4cq6tei5TzwREPxVQAimkQQt
xeNABY/59EDkR9BK4rfH79SPrwKCov4wLxnCGWBdd2oIEumY7xk7c6qtJGf/PhfW2iiDga/F7Idj
mrvhD7dS0HPLlqii+kudbyvWflMtKMgZa9JaeQljIBzYXnUBys9lhr6n8Rt4miBvQLKQLPpcn2Ol
Kf/Pa60iiOMBLGQLJVP0rL9w1n0oO7i3a3KxZOSKtADGAA8eQ4ADjZ8iuwD3N4HPy16HXECFYtpb
It90VgXVLVLEWXYUt6pQ+MeCywOrSopp/CSy/Izj/MpY6++39VZBiNXBBKu5XqaLFJtQqC3ngwR7
Jbxo/Pa9nxcXygWbu+n3hoEpAHq12xV7zy4/tyEK/O79jIqX+gFdipgOj3k4PPRy2tCh2Dt1tTG6
vWyLJgZHPHEq62J2zXVP2ysGpuUyOR8D9EvywN1NtM8j2BgzcFuNiKg33mqRnWtKuycirbdKgAJd
+OD5dENKxHyTE18BfVltnApKbrK2U9sioMCMMfdBDWLZt7Emd+XUgnrNvndtAE6HvpnJiOTZXLau
2RlybMfpdFKiRK4TlKj7gVfd9fuSEVB27ZtpZnColcF7oCi9bTbT1B8hMuIV4abs7Iui8sF4mSv0
iAmoXR0PxoRboGSBhK/ObL6VTuY/M7vKynKuRiu0+zEtbf4NgmlT1BcDSfpsuRlknYLOWsclqPfa
wSnQHi1bev7DCGuJmxxCozYXI6Cg3g4sjcM0D/vKHx9CZbc7ObMNLCZ2bT9fgrV13+TgtuaWfTf3
3nbovQgEgTNKg6cmbpX6uWUQLLlt+hSc9UQW3VOlskPn57cV3iShMCCWdfCgzOe3A9aJw/8IL3qZ
wfTc06xryj6tPIGQ4Oy6Fr4dk/thsm1A/uplw/JzFrWnnrUK9L4gSPC8QKQ5499IiLog3KOt9oqP
ci88H/3X7sPbX3XiOPZWMR4VdbKoIhRpVXm3vK3vWENvWj5AuLfWZybqxHkMuNSrkRsHOTJhoPwI
ps4lc+qfUKe6O+KiqSzutZab3/uUVRbIJEf1lCxDWi3dx6L06y3kGe/DLJzBoOftmavsqY9ZRfAC
zJPQGizcZ+R0M6v5uhxLFInp5eL7n1tr+P72xzw7XfwiAXwOVy/S/bD0YSm0ZNZNwT6Z9g4cm/08
mU1oTNIE36bgU0/eo5Ahqzu0DBcF0mrTf5VNlzhNsZm8936V4fB6dEHsluBTed4ebmnxaNiXYM6j
UGRfJU71ihxj67ku44kz/fkcefHOAnIriKWcp4y3INl3LhZrZt/Dfm35vdF3V3HLytnga4kl2rXl
LgRl+Pi140SuKpJraP6fS+6Oy/9Xo7+KLbJYpmISDbvJVH0jSyuhvtiBDLu1KpAmq/bWypZk8occ
tzD2gWXDQ2mF7xXg629P/4kA4K6CjeknSM0Yi930DrADg7kHHWzXl1VMnPFurgDqmfOHtx91KlU6
EmheBja/7/OAqCJP6yxlrI4HZ9wW5Ov4JXfiorlgWC6Lc4GUcwGzFJ4SkbE+F0eVqlbDdrnaiXPL
5wR+y10LqhZh2WvIVLQpyNTXVeD2u7L0HnqHp2iGb3mlYt1ve1l+BXoqzpuHgWc/ZihPnFGxOlVM
eLa9fbl+u9CgX9eLNLDFLeS+HpRUDxaIHQcGr6ikyMeDgaFtNaGQqGc76gOxq0mOsmrd8kTkLibI
LnJIjk+QU357ek4E6LU8WEV9487uIpAk4O5CcijxkMkXm5G3j6ACnQOJnhz7VVzDOl9mW804ctrh
W9vmwQWaedCxHaEUSY29gfLUN+GGn1UD/nLfym3YY7sNGbR7HHlmd6+Ubv9OS9a2P7XtuHppAFXF
oN50DmiXhVtkn3wGSl0D/Hgy1+77ydUPUM2+VWJ+qAWtfvpD0585Dlfaiv+8wXFDvlgCjagsdOh9
kWaeN0YQ9gto0ofWrRWU5AriHlD3AduwrMV15qoPTQHJTIjcbOy5hMwkODxbqDvhQvv23J84a54l
tF+8DCy/yUyKYkmDHL3cTlmfZwDtfCATImaceYOW4VmAzHG3/yLiPXu7vHhWszTNKMN5SZl7vxga
i7xKAbGoJoguVTTibXmf9zcuGLwDbKEILTcTER+n+kwUOrHM12hoiJs4vUuMk0KE7BropSvIi33l
bIrrc5DaE4fT2nlcg1AmeggMpMVUfldaXxXK3Jh++/ZUnbqbr2UaQW/KZ20rkkokBAA75xk09gGv
ttCO6akaI9cUl432gAijddSOvDhTvjmRBj87W76YOK8SlVtIm6TwS32YQDfmEvYgWcPvZx4evJk9
uNAgAOZnKDdvf+upuVolWq4iwnKyAvBMk0PkxvGPifZ9URKw8eGv9JuLfxWQIJhb6roEpNUIc9kV
/mYW5mGkKCLXKOydnbgTH7NGQEPtRgl0R03qGnPoM/uJan4Dqbonbdi8e3vATkWVNfJZ5NZSZBY3
aUPmh25Wn+1QfCzCfE+d79AduF6yO2mRwwxGuhD3Wf3Yc/OIOzD/vbFcA6PJUFY5X2yTIkP7CJmG
Kq4qqPsxBiGf4f7sXfpEvHo+V18sRei+9VyTcUnBMLpzwPqcCidm1fJJelDJns58zKkZW+VGsOWd
vX60l9SGEqDkbhkRB7cy2R7G6sxBdCL9ep7HFx8CHprVcGH7qVO5DwjtkGS7dLwgqi3zEUiATdnf
v70yTn3L6vrlahAiKBvDdCgHDfWJDA57U+sfqFuNcZd1Z4bs1MQ4r081V+dwtum9IKUCZ+o8sj7C
cVokwAh9GVXOdlAkOfOoU3XRNea5daEhD2uHIG009NLa8CsQNaD0LxFcPkFVUwYWC5BicFT7NNIF
dRXnzDXzOeL94gh7Ds0vZk0pEAw7KBmmVu6BiO/PZjNgN3+bqBK7TOnDNKDmBzWeARW2MnQh8ti5
lw7Lvno1/IQUiKqJGXS1Q5/9+9LV9n0f1F86C0S2pmkQ1AvLj9ik2Mbpq/kc2P3EEljbS7qQZcuz
2dA00D5k/edYjM193vAHFHffXmTP+esvBmaNbgwsKsBqHmnqQBs54gV0Zo1UJu65fB8ImND1XhgP
Qe29HwpWyqgIbfc9Tq+DWvqnBVI7u974y4fZHSEvxoZHPU5YpqZKJBcM/lWqDQ6MExelPHhPQayk
uuPj+M32bVA8RHc/dcUFhSxHXMyzQJ1clklZBpl/8Pv529vfeCJ1dNZIp4nbftiOGEbtqc+aZCqB
Sk9U2ZOzoVAs9aYhgmHA/RT2NzoEIILCqy7mGtvs7Rc4scXWEPZwUXU9NxwMDGWlrKh3i2Tvi9aG
IBNuTAbyF28/59T+WqPZcwEA5EIISYOm+mj59YiqISt2uSHl1oTVAGf1pd60IL2j8tj9P86urTdO
nWv/IiQwJ/sWmPOESdMkTXqD2iblbGMwx1//PlPp+5SywyD1qmq3tBnby8vLy8/hi6yJtimraK3L
sgQpm+PcTcWgPgRdxgvRwBpPE/sEyRFPL60DdO22mVm8mUZHD2X6rmUQ1pQKJatjZSWkN6CwoeyN
NRTvK3OxUNPNgfCRlXIJ2px7mTpAzJUDyyVqbqUbq1PmFvsohY0bwcLX1HdYgtbqeJe7Mmhl/9MF
VHmTdZ1YeRtcukDps2MJDuIF1LYM92JfRXs5dNcPCLwevPOs2eFlDQ8pGygbBQ4RsHTfUv5yexKW
5mB2fS9JBKaMiSOE5pDMIuK7Qel+Wqv1Zipv/38hmsO6o5YSqmLbvcjU+qmiLzq6BFpB7zIxnV2u
XmgCDdAE4l91DRezeCu1F2anXgwVZG/o1C8Xr76e6oX8QZPK9oGXoPuE9QfYDRxuT8DnhzWhs0KR
OHGkQSeiu0Cu2dP4+IXF5RbqVK8QMd87kOu06+zp9qeWcvXsU1fRQ2jeZsjVLN+zrIZGAj1BU/SH
7qYreWShHUPm8G1zrEuriEsKImV0KWMXTUbtWHHAvngChygTGp9pfWmYsTPGOugb8Z310x7ALnM4
AFpuBFFzxd6LV8Po1kAcC48kZO5GmSdVS/lk0gtYzu5rPtqGN6pqa4/YcRVoH0EMtPxWQQD6S2ra
Eko64mFQ0KbNEqRDPqm3Esq+lU7QqXec/gyd2cIvzcqBxln1PTEqqPKPIx6cIUCcmtqPuHX9jKoj
QH7Gxoq0B4h8/7ZACoengQXjsv57ZzsvSRSfbDQ4ddnXkOUCpmiw6Xdua/uhyvivf1lzMkelZ3Fr
5TWUPy9m1D04JWpyNRl7eJzhzW4FeTEz/fy/TQYe8t/1GU8G4nYGvmHjfS+K42OqGb5uvNDuJBN7
VycNNIRZCfljv0+7LWU7UTX7Di9NsQ1RcPMkU+inuECJEV70m9sD/zyxwKLs7x9FLUisSz1jF1HL
Ehcuid5WfnK7Nfe+hX07B66XIygo2SDYpdPrPRPZvsjIg/bc5XhhHDfGGsvv8/sxLA3+HkbBecnH
CZ8BcBcQIUffReo1AtRM5fumTc7W0H2p1tzNFtoA/5EYgApZkcSaxKQhymvqoOrlR5wDtITroLnL
e4X2XXGGEtBaPfB5TiJsdhs3eGPnSVGzS8/SfCctMUGIMwUKCsCA8mtm/rD778oRiRe5kdhW0O/2
oPD4G/bsqddA64XaDx3krVd+zsJ5ARmIv6dbT2CYhGs0RQNNf6+F5Bu3MQ6Rfk6BZpWD5fXmLyhp
A8YvqgPOwS557OkL1L9+mVFv7Vu3uY+br5NpPYzQtLX14oBX1tUuzUJMz5HofWV01uC6SK6NtofI
T7aHXPVpqtzHnBzMHBKfheG3Wb21tCco3gdQ/NlUAwy7lcz2rLH5++299UcA6r8lOZkj1vXEajJI
nLoXqDu2G1Y6b7zrwqSSMIabDDTVef5W1NMx7q8q1EmjjlHGsqAbxmNimBySyfl011jxe03dJ9OB
PKJSdAiSqWVbN57qlYvwQksc2qh/L2dT0LyAvxBeBrT2vjGbM8Q07zleh8uk+1q55nPcn4Y3Nx39
IfraV9aLkjUQnelR6CNK0Rg3hdsztlD3QpDl718yNb3hZFUbXZpyKO6d3jFDQwfaD4qR7Z3d9mgU
csrpg2U2UWBWKQzZCKle8f43rXTaFnbaHE0fgz5YmiRroGxA9qySzzKL72GTvHNa+fP2KBeSFZ0l
q7YFoBiwgOYyUXJfTuZm5KTbwG0M6jruFY8QodlB76XprFHSlnYE+XtaFaSiLJmVEB6N21+RDoa6
nj0lawyoxfiZZaeeq0znZd1chin+qtWxr5eTFyffKqBBLb7Ny9carXxd1X6f3TEBkUunCCK33zEN
+pa4Ut6e16W8PEeki6YDFFyjHfRVs59xypLzZAgepE68623tvoE8/CbVO+gjCjRtbdms2ep8fi8k
c+Mabjg9pDGi7OJwCHnqUXGSVyQy674qvKztJ6hBrgxxITznaHSBN8vcyPB6ZsaAXAjzvmwG0DHK
fYLmTgFN9raKLlXVe0nLL9BnPolJB9k0vZ8A7QnGjOyUq327/WMWomoOXTctG7gCZ8JvieR9CnR8
3eshwJMrO3HhEgp9vb+j1maD7USjhnG4w0XZceaZQUb2Vy5FdhcX46XuIVoK1dDKmk7KhoEoTmb0
wDNANPO1u9HClY/8EZT+0HDi0EEbcNEWl6HlB2hX+oBS7gqIlEGqvUybTUULPJ4ALtM60HEjv7kx
njrAuG/P8VLV+B+3nS7SHClZDcFheP6iWUhytmdqi68QGxfNKQL6sbwkUDmOiHao8u6Rt7wLIts5
apCKi6S5ser7JHH2piu2K7/qetB/crLNec0CPaCxvjbUi9yCN4/+w0GoNYUC57U+MtndwYDsnLs/
VrF+SztslmIMA0IfZJQjtrbcxLCrEl1xdmW/S6b8ZbUlvLS7ZnWNKgnroCnbXzLYRisGVGDWPeiM
fo/1eH976hY2zRzrj3ferFE1B9zOoWedjme76vbNZK3Ey8IInGsd/iFaLSstc2MUbuhY+RZK0HdA
/QYFicLJfb49gKUvXFfowxeqtkHTEI5IYV72wiviUfOGqt1H4FKOcqXPsjRJ129/+EYJoxko4qoU
nFr2KEFSAfbljurTSjNh6fo9B/S7TZprcDQBpzX/3UTGsXfDBNYNWlTf85dBbgrSHCh5tUxYyFkE
5kij/epOm8qQj3WhPVpl/WvSVzraC5E9h/y3jnKhiiHjS23VD2zIoN+e7iGd+6jBzzA38fJxe90W
bmLOrOpozAr8G1NPLhNrz07p/Ka29Uxi66mn+R5Nc3919RbqmzkNACxHknEbI4Lx3sbSFATwMx2a
7hFgS/adivSXJuphhe3kK0G/FC6z5KA3huV2zRRfIBZ8xrblHh0go+8IthLzS2s0ywtuqcEpqmxY
mIhhlwMYCvOcY5HDMjwe/aZeiYQF/Qoy5wMUk0qajnbYrEUTpODPaBKePW13UJXyOfx0NPlF8nfT
M05seGfJdKcPPeSH4p+gTkNQFGjI27GyVIfP2QId1Ey6Cm5oYT6Oj23PLmObHKWeeIUe3yWMeBzG
klQ1QVHrP7WIdP8WpHPigBY3MP1CqztM0h36MRtbTDszz84JpFVZp2OPBCsj/BwKQeb8ATzVMksM
WhQOsA/wSx5CH92zE+hjodv5pWvRQMjxWjT42vTYxd2OD1DjHmHacPv7CxE1JxZESZNpvRrMEBS9
pzTVQHHX4L417mHGdUiila8sFS/2rG9MQFTKcIsiYQYV9bgxf6lsgggsORYqCewmMGA5kcQQiTOG
O6BD0EF3zE0t1D8u5yznVBaHHkKTO2FLbGC6HPO5giMNTHSi9AS3UzzXAHoDl6CB1GuRu7Su5O+j
Q1Q6DAmSzAqVhFN3LF+h3X1X0ycFTzz7Z14erDHfmDCe4CAn+PAY2xtFeWhz9vvfFnaWi9pGz7Af
8j7sG/bLmXSPs+R33RleU6rHVJpkZaALOc+epaRpyiNd0LgPrZ6eNEt7IPZwFMaP26NYSgBzVoBk
Gbc6qOqG9qizqw4ItN6TDPxie0zaQEGD1M8ULGE8uyrIN8lS8wT6F9q4Tb7mLfwH7/lJkTkH7WdF
14CUX2UXd1JAAto7Je7KJr4+dAEn/xwxnM4ZZ7jf7eFy6OEPqOc5cAQfjRf4D9idu6n5Ds4fu5qf
I1CUefc1h2xab/2a4KriwJqpHu9AcIBcvzfCkANgDQ//8fqHre5d/Cv+lg/b23P6B9H12XhmlVPZ
mEnWdwmEiSPypdMTHw3/feuU28x94FAGkxJuYfnWTbRAdEbAuOFDSowTOKEQ5ctIQfV1O6gfk5EG
aNh4Lgg1gx0q6NrJ7jlzIWKPn7z6orwYA7MqrLJtalCip5fK5r4a3jF94HrAmmWDnwXc2gGvoacu
1Q+rteXSbWeOvwdRHv2wDtLbCmYnJbOvi3o1EwQZvuuGwE6yYKqGwAFoNFW+nb9Bex4GzkFRwCpW
HgbjBUsNk7uVwuJPp+6zJZvnz9zAY6vboVCEi2EhDwgwM7rHNe/6F9kDI/BmpveISyq+da30HNV4
tp3h4Tzxs6QGzPZbp00ejxj81H6pTngi+1a6Y4Dl9/LiN97mOQR8Cfh/Zvpe5DBvqzepFDuVvcIl
syHfGAHFv3xN+Vfq4i1e3OHDiO+pvBZsqPADAw+0iTFtBuXAu9j0GTTH4fBglNYOYlB+hCrPzCUE
Yro914PRBUXF9jP4OwJdpSA6CcGSo6vuMbLrFqDkGGm/hw49hHQjCRyOrP4cJfUB26AdD3kS7VT/
GufuHY3LXb3FShjKR5vZn0DvS4etARjpyn5ZuGTOaQusTEsNftDpxUrqXVv7A2iLSjCvMMfAAt5I
N9HI+aElBMoGWwTKVCg4s1491X5Z0T1+cGG+iQhsq3jtPFvqdM1ZDtUo6oJXtLyHkgtQLdpvvIv9
dBr22EbDC16hC6+0yA5wXqiut5cU5F2jhL3bSLaVar24FxuIJq+UiwsF/R/JiQ+XJJlHCn1bokJN
kI0D4cAunx5iUVzspPSNvPfr2l7bBzg8P9sGs8NmlJQKqCjBOzMx3yMFn2TRnpKCfYE/+svU2A+r
SL2FY23OiADqQC9gbogvFXTfFumdaU7vbNT/7XSekxckTrBONw0V9qXaZ732zTDd5xFuXbDXPLVR
+3A7dBeWZs5ggB9tXA18UGFFTdxDGmBp4QTJRnubUbItiHUPtODj7W9ds/Ena/NHlvJDGCRXN9Oa
FSqMOd86JXspBoiAxwNwzdXaA8G1ePnsG9fV+vCNtOnUELmsCQ1VHKHq7UurCFmV+kKSE0ySt6Xj
fCEQ8hv5dAEX999GNku+zDDbKY/dJlSm9dSK+qAXODNl9STVWiNgaWCzAjVLWwdqZBRe71q5nczi
B2FxUOfusSUZTAQsP6X15DU9VI0obCRgHLdSGS81N+c0hLyv66oUEaRt8Mq7beGS59X2gEf1jHwf
E7ySFwmIgSSlj8qRWpD2MHngVXSClTwMgVgnAxY7P0dl2yt3haWYnRWuEzCdfZfaTVi7QzAZ9dVQ
B2ZimnHHRugsdy3k0zV7JbcvXH/MWUKBGrcFisfAwxrWlu+DlbK33pbJucx7AkZlVk572lj2mjbV
wtjmlAODdjk8inIRsmI4NpxdOdv5W53CGw/EDwPexZMHc+Ld7bhdGNwfPuaH3dKyNmm7ifCQOPA7
C+A3zCFr19pnHS591UYrkN+8sTKmaSU9LyTNOYVgoo0+XmXvQ9UkJyxUmPdiD+LwWqwu7JI5bcCy
mwmJOROhhEFTOnq93Gv8haX7a+E8yL1p3FFTXIvp2xO40ECa8wRaVpa2AtkzZEbxo2rsfY9UY6PU
M4g6RVou/DIeqiB2zZXSfGnFZpkmo4mqoewgQrwbAAF6vUdU7Q82tUG/ptK1VE3PuQPgEzaAs9g8
5Am1IEEp4PelAKqjLufBCB70dmpSubcK3f5GZJs9FNJ4c3Narqzi0h4gf+dws5QNS4y4DCU3N7A3
2ALguReQfDA13XPd6ZCpFUr5won0BzXwIf7JEJuFZsOytqvA0vRrKKsmXqsYACbcRqsT9nCG/v12
qFxX6JOT6c/T+4dvGVMb4eG6F6gXOvGsVTBj7rRyDW28MGdz3gCcTYFc1rFmdi0DOM4gbXRPRAO4
0NDuksHaW2tKTQtbeE4ecBSNUxpB+LoBOtfT+qbzygbeww3EJdYOu4UonxMEtD4ba9znqhA3Jnos
WqVBBBcsN95H8OgZqel3UDeGfaeECBUFIOlbcQXbJc19N+UwJn81asOzMWQD+XklKpd+0zWGPqzf
qGtwGSVGFUJ25dBa5o+qdPwqb5GPyylYvXsvfWZWwFTmRPPU6uuwbdL2u9kXz2qQxbuZJPm0bUnZ
71PR2OPL7aBc2ABzZgEK4kgr8qwF82jfqgYiyRNW86u+Jq+yFCyzqgXssxYGmWkbAlQlPW7pviJA
bUNl8vbvXwr7WaqYZOFWUPtske+/97bxnLF7HKBeNH2hCYXrO1k5t5bmaVZyZI4b94RHKoxam/9C
r9B3Lb17MB0CPzHxeHswC4fJnDAQlWDSNfVUh4xJ4kszE8KDFMmPCht7w2DHuWv6aGvQBgQns9jd
/ujCCs2B4rKIO3jnTCrkU3G0J4iRx04vYZ5evN7+wMLUzQHiownZkz7uq3By4oveUTTi7OYV+sww
+zFX8vhCbp2DwKcWhp6aGcswl+bwhUZk8sesiv9ximY7P8lUJzlJZTjW+rlu4Qw0mYehkWs2Sksz
NNvyLXEFyGSkChO32rVpDPdWY6+kemRrlIulboB+nbgPycu1JwXctFaFgOJVwqvi9LWA+gyMgbTk
NIkYD7ssKkKRJgMKTeW2QCm3EOKDF25w5WLDQ3rwYPlrQyutJD4hHLzb2/GxsIXniO6pGWSUylKG
2gBjXyh9wCBT635jrovnzkra9zhjeIPr9cRY+eJCip1TXESbjBR1dBNqkJrlWrq3ue6TQbvkdXJc
TU1LX5mlDFg6TUBO5U3IwcX30Wd/zMH0IbUOwHTfBbr+dHv+lqJndkGhpV222VQ2oWsa5xR3EtbV
uzqTx7xdI/4uXAFhRvl3+NCIdmaiVTLksp2c48CETl9JGZfMM0R3ssbs3nG4C9ALHKierLEryFZz
KUAePfQB4EWWoz/NwZOsowZ6+71ozM3t0f+p7P9bVsEH6e+fVmcd1a2oqcMqd1sXHWep4wFeRfyF
9BZtn0pHdhSfz2KX72AWArqtF9d69dzrLqmPlitAT00NramO6J9mYIjAcHH0VIVjxOwNE1L7LINw
Oc077TGSeVyEba0/Dk0N1gCcrt3ylGow9951PLmSmeIB7poaACwrwbqwdY3/AL4pip6aTjKMFCzS
g0or+9CJG1CGigzowpT+qKK22ukJBH44LKah4D40+pbJEcgazc85JxtzcEPUZ2+xrI1/6ukZc4y4
1EjZ0pwg5bapHRhJm/m5hQoCjYInI+dNiLPM3SVt3Kys9Odxbszx37oQRtXkpoR1uhXYro3bMR+A
RaVe7shVoa7PTxIIBf8dTsQxuJ3lCtTyKD/TPMR70ZsyOdswDWjALhnafWaloM7EPxvtW6Lj54jk
a2M3ckembg1FvYDHNeYocRTsEO+ISu2u7vGYBL/jTcRI6+sFP9PJeddq+InXPEf1C6xXIJIENteJ
hFt1x8Q2ShV6yUYsOs8AxtnH62UZpCS6a2tFfYkLnOfS5uftDbi0LOTvCXOgepLrppuHsAH/AiTj
IdOMwXMA4vQcNw1uf2SBsQwb3L+/EkFQnuUDxE9cy3T87IxnHcLSxEskUA2C+YVb7KRN99BDhE+0
cXaFFL4hSuJ15trVe2mks0Tb4nYYa3magLA3fmvsbFfw5utQdQegVG8PcyH45qTBFPbnUde4MTpt
RByILoqz0bE11frPDyTQrmZzWPUxr9K0CGVrBbkwd3ADKDw9BzSiB2Gqt1Yuutey5ZOMPMeS16Bi
QjcjFmEKjQEPgmJwRS/rQ1KXK8X4UjTMUeBmUvKK6YkIh6kFPBdNz00napjOVzuU5a+VSGLw2uwN
pW3nZa16EA19t4R6cPn4OjiVWikMF1iexhwEHkG9XGQ5ujEQjDg0OAu8SjF4km+Vu2tk/RWXkMJL
QZEpemBBHTg65c7+dqwszfIsUTVxPpjgSoswj+ptzbOfjESP/RrAZyHW58DvUea9mcU9VE+c+q42
knDItXMhjIehctbkba775rM4mWWOBphYVpo6HLSS+q3K81NdsaC/HiETee+grFAodD37mh1Xu+if
37CMqwX3xzI41XqHqQH9TqvVII5aPOSjn9nPAtIxqY7qCXQYYfCVE3JpDmf5wrKRlvMCwaEnTe85
sbsXaZT6fekG7ppOzkIUzHHkcWZUlZ2j7YMa5KebxKcko5tVItjCCOZg8Ukvi7Zv0Iw2owEHIKyS
EWd5rgUcUo//FMZzlDj6z1aaRKUI4X72ZsU9DJSFNgW2o6/sk2t2+yTK5tBvS1DaUAf7pC/hZdHL
o8qjXa3EjkPGquXTbvWStRBccxD4lAg7A/lShKXh7K728B4oaxBrLF4c3gQ1wD19U971azO3kM7n
aO+4ioYe+qcCxaADBcQ6yM0WVkH1dtLfu6Fe26XX3fjZ/M06OJAs1yTJWxE2RQqncvshu47rcXjr
qXqDjMdjaRY4akHDzVz7rqnrtXenpfHN0kOSdpOj2YiMtnGfdVHuGih7lTp8bJNCO9FkJQCX6mt3
lhNkr2TU5pUISZMGkdRDGzyBmNmbQYrj4MTftcIKtEzWHgTW0d83gpjRnSxL04Mzj+zQ/hzW0MQL
BcBcwV26FMZCQ1WFlqEd0VTd1fW0RupcSLdzOHccgzcq7LoKWZQz32bCN1v5PGri6vCR/1Qp2+Ph
wgEKyXkxSbGCj146q+cwbxOukloPifhQKPtFjgcb3ulDHYjylIFNhyYtyrmWgCRGHkZWVhsno7v+
qm6x1vtYSADONb4+tD7Y4EKKoXYLFOrQUKVZ+1Oj2SXizTuTZhhH08Yyf95OZgv5cq7+jt4t6xnD
gzPHhVGzogPANWctMzerg1n6wvUc+DCYMao4gYNKFlp6DRvtWFzBtnjZIjos/bx/G8WsspgmgPB1
kuDuoyeax6E0N1X6S5GTy2pbeCFVzhHeQnRwyEkHTBSbLtn0LbVhvW3vEP6+ZtN7vD29tOlKb3Dh
OcuYg7xHi0gWtfgYjTOUgxNeLkYONFvzDZaywXWXKdiBV6o8lonx1RBr1PmltZolFirrMqdUx50l
i39Ra9oLcG8c2e5JTze3l2opeTmzGgN2xnCA7ydAHOIo/52UA9vpZjpt4hIo2qLTNkaT/cxYBLmL
gTV+pEx61Ya9ONn3jhJgJAeXeHoUk3MixrXSdKknM0eHU0VyEnMHZVbENpZosy18ngHsqiFVSxRA
XBXApr1zUM2OVNFTJNpjKiqQutvcDeAvY2n80XYT24Mhuu717vBeqzdKNKSLMvXNzMTdJd3jySVn
9yXYHLcncyEo50jyOpn4CJVFVApOfbA0dPZxgYZ7i+9q6tVk1bGE1PC4dktaiI45frxWMRRigdIK
qzLiB1hXSt9lkXUnaHq23Onb7TEt1Idz7DgEnDHxfSRC5ODpnDl6djB7Io4WL9q3259YoKgYc4C4
QKe2RMsdD5t9C/Q2g8J87OkuC1o8wNf8VNXZqcs5II/OHtT9r6au7ctoG9PHUnV+nm2pdVK0fl35
OdfC5JOCZQ4k7/TINkaIyYbR+KRK49ya4q6r4KqsfuRNsqOUfEmnYSPQOKqr6UW53RlSeLc/vnDW
zCXq3czoWxHbeLlGgQkbiCvGd19a0Ymh8GdCPQHMsYI8WJz2WX3kuFoHjReBbwmtgbZubPpTm8Gm
NDmC8BxEwtqjkZV6qoGYPIymXycxXSo4r/uWnZt+o9QO2rjnUY+/Tnb7HSXeWrdmoXKbi93jSdQB
OEaVYc1MbzC615FN92zAZQ5OmZfVBvsCidaYA8uLjMckcnMejqOx0Xn6attyI0oetK5+jhzl61br
G6oP4mmlWFwY2Rxr3iZuWekV56Gpk53p6sqrbPc4ynYbQ1LxX0/5OZwceoZ8LF1Shmxk24SxwEZR
BA92mLBOK9eihfRjzaqi1M3bEWImZegAtE0y81scqcCo69ib1tQNyDUSP9mJ1vXbH4qVBq8ShCQx
D3v4u02lz4vIvI9zq303OyE3Q2Rt9aZNffBLpG81deSPBuxgYUa6rY2rB6bc6ACoeik170eJ5krv
FNq5lHqMVd11kR6Ifo3pvjQfs8IKuPG2oUOXhtKoHgfoXKO9csxF/s/XQ2tWVplwE87wtqDdKTeH
a99VuxkeQYYWgWQux9jLyQSlAlTC5srVbSEZzUHJec4Jd6xBuysABPZJSe87Uk0eesObLoOeLhfH
tu1WdsbCQTOHGxccNiqWcPKwVJQGNYop0JxtCGwdbmfWpUrnPxhiYxrSJE3zUM+qrcsKCIjE8TYu
QJq3vuj9Rat+ivK5r7NzgxltSYP20XgCgeibMtQvU8Vfbv+QpYHOKi4KVeK6rGkWNonxvddgme6A
pm+m1do9beH8+g+uGC4LuYjjHErrdBdDQLU108ZDj2xn1rmvOhp0I/S2re/d8NWRG07crVGp7e3R
/ZGf/WTPzmHHBROJlIWJCwbMIiDbFnAWphBebtPvPDbwJ7hBWaRveQkTHlCERplsbTXBLbB9AjOr
BYDRM5XSDyCtXu3lE3Z1NDE9FGtT+xgJ+nT7hy4E95+c8yG3aHqmZ71Di7BuuC+oG8YMt0lHGYHl
ZgclNK9cuw8trPh/INJJIvGkhshjOrU8h4uXomKHNloJqKVjbA6LJhNIGo3B87BQ0OWDqVpX+C51
vzuGmT2PIlHn3ukeYeOue5U7qmBozWJzexYXst5c1x1yc31VyDEPs2S6T7PCDVAkPEeRY/twqUt3
t7+ycGrOFd2rwRjH0urxFbNBH1HGkS8YLQ5kBBSzBG+oWsOmLX1p1qwyXWjNdG6LLFRFdwbwe9It
4DNZnOyheLC77MftAS3cFOaI6N7A7biEIn7Y6HKjuU8TjCRGqw1iCD/A7vop066maysdlOv58NmO
nF0ji6zsCQTF8rAZ3GTTNaL1ywyqDreHssDkNeb45nqgjepInYVDOTg64JYDdfykJw/EGVyY/zrG
HsQa6k/ZqPt5r0H5vEhPUrlQHqMkde6pYzY23IrglzVOCk7odil3Q9tGK4XugkmRMQdpchjDuPrA
rndcm0JYjXY7t+y2iVNAatctWg9WdMx39eanmvT+wEc5eFo+QoB63EUcaJK4w/V3LJxAg9ONEyXA
5ELPre8t6ER2rf0FfCQHZYcBf/jK5f/GYjfmAox4fOTOmCHqbcKOlVvzSxRJK6zgmgHdnDtqF+VJ
OePKOi7s5DluXJdK5aWjshCslNE3Ndywldb9gBbhCKAuXzmclrLu9d8/ZF1ejgWj0YRgsZxfZTX2
aEHtEpVvrBJErary+lhbBZ1cA/yTwJ9jxXPYvpQ61KFDq9hVMLgBWf8NrPazNOVJmfol+ubye70R
5zJZk1BZKlnn+PGuw4uNzWURalISBjqFOjuG5muaQ7dCG8/CbneNw4IGbV9h03dTPV1VNZujIXpQ
zl1np7nmgZUR8WoXLjlJGpvAhkIaYczr+o5x++H2vl3IdHPgeZqaEXNFVoY97X47ta7uij69H3on
yGA+eGW+rBHdF/LPn0rhw5qPVc1sPcIy5HH0wmJ2ZgDy+LdHsXC0zpHmJUANPWQcr//v7t3Sk31S
61/BdVg5eJbCdVarsZFIISb0Y4cKhn7gohrwd9VBjYc4ofDGVttMXX5/eygL0zQHYMPXLx3NHN+y
3BI6UsBA8NpaOW+W8FdzzDUMEWFcPHRlWCmgP8e++44mPsDpaQnDl/LCpbaFQSaM4TpPq5qd0NMy
6GILPPLGAnPT/a6LeK2dunCrm2OzeZS0o+PqZQiGJ3d/5BkMIWs4AEHcqelPaDZsJUSdQD7cDXl8
1s3qy+0JXljMPxeDD3HYT8k4cN6j34EsXljaXTyVBy7a69WR+66M/Nx9vP2pP6XXJ6nnzzp8+BZP
7dRUk1WGlEzKBPBRQFKCH1zhZs+9k0IcrzU2orDwzTHJD8Y0Zl7ZN0+13YKQPeUoPIy+8lUNuzI3
BnkhKc6mqOGa7NIvGc5xLzaosjxL686NYRe+TLRkg/Axoe3dmvJ+YrH2LPJMBQ1uAJDKH96GRBXn
3MwgRZkMv8xRQuUBdmaBXsAH5/a4l/AMcxytbYNtwWKVh1rmfumV+YvT+lx3EZ69srCL471eM4+7
0Qu0UsOhll//teUxl07uLEFIQ3FaFm0SVLV+BKRho9kC0lHJyuG11DH780T1YVWVPkH42UJ3Lsnq
t8ylv2ud3osmfsw7C3aGuY+LoyIV9N5Gz+qP9dG0i1Ns1k+cYTaK4b6L+A+3KVaahUtPY3+kMD78
nqIkrstr7OrS0b3GfITT44nZeZC5P4RJNw4HOOfLVXAJjjJelAM7XxWHfvVd5JoFPwvyWQORkTgt
O6lhQ0XDa9YhYRnssccJAkVtqKcUHr128B2wulcBTouJbFbMQv3bMVvU+2Eh051Em7htt4TTLQOP
VunyNDFrbxZ65YMpBiMta6caviu6PoAc4IYnciXQF07PP1exDzPPHVt0o0ox9FZ/6WT+wm0DUJMp
9Q0Nplmx1T7d3lELB9wcXa+x/3F2Zctx6uz2iahilnQL9Oju9hDHjnNDOU4iQAjELHj6szrnJpvf
NFW53NlVVgPSp29Ygw3aboYm7djUxheeuGmUNF6NgZf6cXuFhcRvDq8HuNU2rBabKGvtbd8aP/ys
gfmrqT+gcfZvS1yvvL/e1pi4ORi6rrhMzgcrIavt8Dfo0bysHv6l5s4cA15ZoiIV8cTFtdNNXPuQ
Rx/PrRgCG6bMU/dhcyRX9cF+IFmyUYPz2rjdtvDJFwsulRZZyaGXJoVzYDhq7Yxm0CsBllh96frm
ToPBqqvpTdnovVLrbGu9NY3q2WVi3XRjaY/MzkQsG5LYvS0wsOhkOAFg0MvsrcnJSmaycHGasyzI
wl2pm47gqbgMWvrRptYpxhXdJCPedfp9lRG/8P7MOUwc+Gu7rRQDFtTErczJQfn2HmI6F5rDTqSh
zpnTfGfZ5GgZP9cD2fVF/W8gg8jdf/cntwF8Qh9ZQIC1f1PMI2fkw0UEIeJ6I9O+efIa1I0shcY3
xYDU6sSz67K1KH7tLXy2+jXG/HU6+oHXaVo34iJ8GjTk9dp2IAOLXPYK/7adLIFpQlS5IwmufccF
wVBLb9usCT18HsrMOQ576CdlpxLtATPxNtxu7rJGbgybP0jDj0ixEsc+73iYc/A1QQxIqxQ9qon3
21qVpxaHlCrjyYNpj2sbuKpa/871qrW7eumbzmJOltOu6q5dD6l1OEDsfefIn0k9vfUiKYD4Zk/U
L/d1rGps6QIiiwZaf7fD3efnxZxjr2vohEKkBR3euiKR3yRnj3RRWkNwz7pH0zdaDXtLL3V2ATvA
dhs5cJYXIcavVaMfSh4WGtLYjGZ4rMI6CtvarZ6TpeVmcQbMSCOBqUt2sa0WiLG4xBo521RQcKsV
XMFEC33EYdAbo4pXts1Cb9Ocy2/LiuXwvdbXtI5FvLKjKa3AlyiPV5yisMuACr6jQ3zo10awn0dT
c46hpm6jza7s0T6v86uJNtlNxPrugypwe3csvMU5itoHG3NwOxPoGFmIbaMg8llmv/wR0jI27CZy
swzaDOQYdAhWqtilsDoHVFdXCemOOQIZt7ifPNFsBppFhjedrmNlVbES362A/0L3Tpz2JOiqRNnn
KaI5B1qTrgc0nGPlmvB9mnbFG4b4I5qQZhtRiEMH3PHzAJobdWDXTR0QNtkr7/nzvAZzvv+G1aFI
S8PvkTm1iv1Cg3KTuuxIWf9zFYS00OxB8/6/S/i89jzPTwDQ6QYRpmpIDx3ZebC0LU1Ig3Rd1YfS
KsnO1uQ+GUjAIViyGYpxA1n9R+K2ZViJ3ju1ug8xNSUFXIu3KEJrA9JIlPuPt3fc4ve/3jx/3TCl
O6a1m6EpZeVlHlgadWRhoOOW5BUUPwQQudvMOyTc5VuFeiLIbAJRlduLL1wvdB6jWtvLRjjcYS6a
7inz36gw7tPCf3Am/WNVcmDp0M5CkzcOcMByQO9g3CT3ce/Th6bL822d2GvtxKUHmWVBDDTkCkBN
cBzF0XdqMxhTICBhBNCDRxTCVOvb7Re2cHvMEdk1MKtuAatAgB/iTUUUVK/qU9+yH7CuOfjISFa7
FAsn5H/Q2cXgNaJCI6T00H+M65BD7ckX48PqBbX0LNd3+dfGo3XHfJv7xjm1+y+wTdYgiRgnLXcp
FHvj5gv0pVb2+NJK12f8e6VmqAySx8a5a7zuUEsIkyXcMSNz8LynFEaZmKcAxsIVX4OFLuyHOVqb
TNDrVuPEL17nbjvp/qgt8rOvrXJbZSOkNFe2w9JHmsUYyR1oXPU8veTupinHJ9WMY0AwyQ3Y2px/
aYlZeKBWrbANRApBBhJYXf04+t1vDlggXFLXBmtLa8zCgNK5bPMUPBCwvaYI2CECvSHjFyM1fKjz
gexvH56FODDHYgPHQwebmNklB4DWanW305PvRaOZrEkbLmUkc4g1r/tMOQrtrBjabARAqVwWZ8sT
9yj6o3io3hLhbExLX1ZP0cJDzYHXsgJ7trIb5F15siMq7wPT8gNZyjV37oXy2ZxjrJNRAdtcogDK
yuEwycqHJdMVtugd48mMCPDspMaD0jEEIGyHl4yfMNnvV0JbUJf11uMGEClrg6+FvTIHXCdKdx6H
58uFJnEwpT20KTmHRUjpbbq1qmdpjeu//xUvfAt2xy7YNFDDMngR2nS0oWAGcEZUtdchoV0ZDfm3
K3AuwU0dOfioJbPr82AAlDwYjTwpO99BWQ9KaSsRcOmJZoGiQEpp4qbNLgVvEGdb9lTp8psjrDtI
Fd4+XQshb466LsD8161t/3+gGGvjzvLdB5lBiJH54WoCvsBdNed46x4Da4MlXnqZ3OriplZQwIG6
x0AypdWOWwdZOD+1l+3jEeqOoi8PU9eW+8T1+01S30Eq0je+jxxA8KQCWa/375NSOSu13dJZnCUa
RIHPNhYJvqUPj64cAAhYijNUId3u9jteWmCWZoz9mKjGBA4KTmiALOs7S6CuA3D49p9fkEk259Bq
UptTTU20WGD9lR4tIHKYBYHbpt7YXGwpqQKRVfEW1OFIoa6CPTjER8u7WpsrrdOlYDOHSRvEzUib
KXEhNhEw8pDbMaN3BXq1nt9s4PL22irFQsh8J0Fvla91GQcqhXpUg6KTfBg9et0UpdntF7KUxM9x
1D2dIGsxAvIx1eXWBwudj+QYJ492DqXJauPpJ+/EDOtR6yHQNN0qW27tUu4N0d81rn2UjgzMkQZ9
8Zih5B/QlBaGWmsOXffVJ82hOf7arlPiZTV+HfXgtuXCeCD1DzB9Com8NLaDPicMpU1IphcY3Dpr
qy60pOaI7G4oAfR2svxiA5emYHpQ3zWJeHTHEoi8PIHtBRDakLdqgwS15UFYDo4baeQPAl74vigt
fwW7sVS6zMHYMIKstQCw6JKX8Idn6oGSRIUy9aPWIvsOxrse6i+Rm+DaGzDlofHh9r5YOIdzJLZl
52VfyRKtSAwknaw/daX9nsH38vafX5jdmN4sITJ7MQjPE+IycsSqxih/2y6UamE3PuZ9seFxjmKV
7aB7+m3q3F8q/wUX1Bb2hDZ4+ZuVH7G0u2bRjDmw0bma+Vy4V6qg1xsi49/wNj2WMb6tP8m93bon
bQC2B2vjTlprp25hjgPn3P/ev2kyDG1OkHFo96Vvz2O1BwwCKow5dCCt0E6bxwk+xlc8dmfkr6Y2
Im3YH7BpfZF2/vX24y90YuZgbK4tCGZ7LLtUUAbzBndr5F5kX72kK/poTcUerZLLasaxcHnOMdmD
KymfOnQFe5isNElpA+1l7tNMw3olKRuMBaCXc/vB/oBmP4kac3C22UrPAdEL+ZwPVlfGzWQzju0W
YGpYrokkOY1+3UYyjSPtKh1MY2y+lB06TyXExV3RXXKqTmjPHDr7t+NBdLqMfagoCxihEtxFdwhK
XzkgF18SA5yMq9OGdr17SaxNB0FnDomrw+AJ85DnidxQdpWDAo7uyt3Ant/qCnNvlpViD5PzPODZ
dG4Ld9/2kFh0PX1y67VDvPgiZmkecaaJ5XWFzj4rts3Udw+FC7FdAd2Zckp+1jkQDlWZhwzTxMGZ
6oh7zIsqYHFex94/OvzFmppDYtInUMmfu7aVmxH+rGdusHKj/GHveaQNAHe8dNf7gLIpQKK+8UX3
paTDN+aM+9Tx7/1pEHsqnBNAAHcmatC9QJPdjS34A5hh4juPuNzukq7zt4nbfodpt7MSxhaoVOYc
oZkM/TjCyDi7tExfDNJDXLqoYv9LXEr2WpWyDnhf61PZjW9qks55gOfpR05EE4cxTE1oRNLhMcVR
VaGYzHYPa1Nc1G1svPBeSNQJObxOYsc+0rH6YcXWUwXNmwCU2/ZXaZZfhJB65VGWKq+5YjpgcPWU
6Ty9tFn/UOjt9UYG4mDLWivMevIdMOIxSIQ+QOnx9kFayKnnkHu761PZqRQ5tYfgzwXggMk9GLvR
alRYWuF6A/9Vh3SDC1h6iTpkzOTBGP0tAdYOZh17j6xZxiwFntlNg0pHd9QzUOq46oiGGGzopsgs
IGhOOfzFzMfb72oB+2HOAfZebmSoLGV66UoohEEZcJdqAHMnCiWGkSF4uyffO40Srq4MnpmlHIFS
Rh/j9vILDSB3dqE4OINTAhtBzJgH1CJjyLj7khLn3lXyCUYBq3DaBcCrOcfXE+hqa96x9KLYtJMj
MKImDYhfhsOjw7JvgGjaUOXkgPsIpAucJu/ILM+sdpsAeKstsJuv0JFeCfULH3cOtzc9ayCQYESt
nHZbOvBL2pt3RuccG6cOnTWVxAXkC+R4/rtNvS7tC9aBNpxIHo7+VX0+y77yvguGIjsiGm6vgWw0
3SS4msVqsdd6k3jfjPS3NRyHqT+4nh/a5OP2x16qYuaQ98IZKTC3mHwVyZMdp6epcEAR5NuiyfYj
kGwu9c7XesYq7eciNg+uRS+GWnMRXXrps1J7sJVdG92YXfy+e/bG9FuW9VAr6umzLqyndWD/Qnrm
zIJDXlWZyCu89cyrACEFSHraJKy4t6fkheVAKZsMuSmmBdep30E5+nXl9V5Dwyf5wxyfTkbmDpm8
goH546jU62h79wSbqzP4pZTZc2Y2j7VOX+qp+9VP1X3hgFx1e+0/4eKztWc5aTb5A/DUBrDx9btF
QfT3O3gMQ4wMwusXlbYESEXIZ/oojTkSBhm7NAAHEc2V5OxKe2PTH1YTH2gqNzrvLBBLoGBldCpq
SHy0ewOVClxPdlijvwxGF4AFJltAuGNkAl+ZFpjYAH7XWOUl9s0frt0jJewOAsSWQPmk3pfKywOA
3OGjm/RhHz/dfu6FemMOox8oFKrazqouFcwgAyemR4uJ99Ue4nVrfvJW5/Bun4Dj7TCICTojxLJN
iKrhFZcrQWjpj19j8l+XmAnF76QqdHXxM6+BSa53IEa5shcXkvQ5iHvqgSi02xF6albzDoXZuwSi
ZlUy7fzYtYMmM59dTNcF4FErG3BpwVnKKAl0agYCATdA29BiYhsL1puJGSV8PBg5jSBls13l+y5E
kjkKu4tb2cd9XF1IOfghXIZUiPMVpcSHxNp1mzpSxyutqz9h47M9MAtbdp67pj1Bcc6QTL5DYu93
K8fNaA/1FiKIyL2FEkfPxQkxNRDa8P3+qIp03Lapk4UVgFVamyPmhbLb94zB46OaQF6Jf42iGB/h
BRqH1DPJScCDVhP8hwOFzEILZ++N/lNh1kCvpOXXYihYyPIubgJAX/1trBsrSrvyy+1z9IfV8dlT
zoImmtZx7DVldamFt0ONAtp4vSeFf5kk25NadIFB4JaO1k7S+FtmwkMWE4nOS4LSfzetL8ps8bRT
+pLXdiioqzdxIT7EP6aUc95Zk9SuBT1SBS7TiIr7u/BerrIAqwzjhTxoTnYRqZf1VtGri+05EA9y
26MvB8BbRL0X8GCyKvRM15hFS72zuSQ5pmx9rvWoYIUrDqSaoliUryBvY+wmN3bd701wH5IhjUBQ
i3KNtiJQPw7Oa9xOO8USqFJbYQxdQq4zKLn8oBSWUCgxxfPtzbDUa5yD6oeSx6MpoOvLdfJdwxO9
aN8kZIbEAJx0SjeWwXcVZCGc3ghq/qDosfsoxxRAfyrCfy0j5uh7H9bM8L+AAmeTpmdqvLiW2iMB
f12tIhbCyBxSz6FF0Dc+Lg+mH8RwShoX3bmrjqMZOqu67Uu9uD8v+a8wXzCFGKyg2Gnm/AQ11nvA
GV6yOvulIf/rWe0zle2mVCDQlsM7CMkr39D+/Or600L6a9m8FqkGTxYPl11bkel3CuV7SJb9unZi
CdM/wQwEA7raUaSjCp1C4Nj+celZxBTaL6EtwqoLDENg8flil+Y2MQHopxXpNhyHCf5gBbKFxo1a
J91WGKAaoI7eXv66yieRbA7vdpxegrOQ1xfXY5vOF3d5Wfy8/aftpb99fdl/vdTE021tcF5fAKC2
DrBjyPdjzEFcf0Ih41ZOHHbTdzoeWTf2gVvn+6wa7tAofwGX1wxKyLFsKi0bUPJLP4QcTxbWFX2q
RPfIzIj3+blwEn/bDP/Yq/uzJ//6vdZoWNjjHKQBJqI4fRV+FHfN11yWOlDWuLGFel/Fof4pGj97
87Ni0usn2F0TWgJl3o7fRrC4RJDIONt0jKR3V+3iuE10SHurDpTRwtCmtIuzI91z3zZDoJTbg5Rq
fpGEXCkmVTQ4rLgzAIAKsprqJ79ou1ClBMK6VmmFworlTuTZ+NzW432n2H1PY9wJKXlysjoPS6Gm
sGFMnDA3B3hRqC6qG0V3KaRRdvUw0K2k9rsHksXeFfyrOWp4ZN/eKUunfq78DT1YiMBwoSATx/e2
Q0Ar759Y7Xy1cWcnzAE8bnz0ur1RmRGDOPvKsgsbdI7opl7HXcMscE82xj2FYIbjQz9to/hH+TRw
sTFh+D26+q5KBboLGr5oKgnSNlsZgSxco3MkNwyfgMr1S3Xp42lv8P6ixkOVsV08iqfGqT6yut6t
POn1yH2y2cxZwTOOxG9jCQlGdzC+9pMVw0iNbcl0LaMheUIlnPKgWJE50H8Ej6RFW3a0rIfbqy9k
u3Nsd5NOhqMTaK2OoBkEMP99wBwVmdCJS8S2GJYsDSte63/r4RE2R3j7rlO3uYToIDF/e45z7+TO
sXD40W3RMW3EnZ/lL7XKg1WBy4UG25xA0QhwZLwxV4CQdy/dSJ+kByd139isGm78qaE++4Cz8sdR
GOVIJbGELMOygxRZhqF1XIsHl8HoidJLE0Oz3cg3ANHf+/FTMfRPfuOSTYvjvx1RvAe1be+K3H0q
SnXEVWa37YnmkKsSA3rvBQ9ywc6FeqwLEjaJ/NlJ/x1pUr5y2haKzzltK237zLVqJKVjHn+LDX6O
TesjadckyJe+wayk6kCX6Tu/g3Jgjd64m3zD9XnvdCb8LFcatQsJ0Jwr7fTUacsax3WyXzI//1k0
3W7s6h9V7oWrWdafqux/PjQ27+xDu/1gdSZsPC5G2tC9YVL74sW5DLok+ZHzWJ3SAhi3EK2CsHZl
88QKw96pnNApSAC228K1MEETQea7IcavEnZ2rHn7zSgtL3CJYX8rxtQ5kkqMe1RZVWRjhbAkxI9g
mrNGXfr0Y+Ahrq/wr5vUdfCqvAx6pg0zHxKe3/sceJ8GmLV1YaVPoyfWmH1ws1e14ZcFWig8SwBt
ZRlsp1+y6VA3049ucr4kra1QZU5wI6zMt5Thjmv7ez44J6cyH1WXHzrmwVoULnEQDxhXtvnCz5qj
kaljaExnNNya4Ifbj/5r0Y8XLioRGL39BG0RmDms6p4uvefrWfvrPaseTay2bMpLYpKf2mi/JM0G
OdIOGnHbUUxjaNpBnJwq/kvBak+k/rG2tm19nrQKXClWtLSXfsX1ev3rV1gsg0ichEpcUjqPwis3
aeFmQQVG5r+J/OJjzwrusXBZPsJE4mK75d1Q2feZTl6B9NVBV6zMFhY+HLtenX89hQlRc1sNoAzb
TtEFtXViAJsZtf7e1PKtFDrsSB3dvhA/n0zjcWbXsclHDP41qLuS5lBq9c5F8mBqvknbPCqN/E4o
eqqG/Dvx1JunyFdMyc++k6BPisMKHN329u/4PEPH75jloMwrigQbSF4Kyo4MSp3BFDtsi4SU42BA
jIJwMUY6rvZc1weOsWSQqO5BY8AKJHeyb1s0N5FYGoDvpGTXwjvWmOIqAF0MvrFFlj7DcCM9UW5E
okWXc5q+3v7ln8ZiwuYEiqLx3NqtwY3E8X2DsXVoFVWESeJl8rgbrKKXF/bEnEfh+aPVYKIl4RMB
dJj7VcG7qy0uZjpgpAz1vsFjr7cf6PMUGE80C5l9CcuEOu2AuMG9GAnKnjRnQTfAY938XWbxkcbd
XsL+yGiKzeQXP1bW/fRaxrqzEJKYcV714O5epMd3kyqjjlssYoYDkSI3vacTnG+7woLtb2+c0FTa
a9raQWJKEfhDvm31+OYZcBFe+Tmf5or4ObNYkuU1IbUHIdyrDinq/s1UjhFSQ9Ue4R0RQUDrSgL2
5LRN0w/tDPuiSbdt8qow6Zd6CLOq3aFzutrq+hxDgx80izwDjKF8w6rzyxBTFVi2eoOGDMgMOtmW
VfrLh1x6YOdWtWlxaEI+wM1BeeUrREIFIGRrBNrFnzGLTsnkl6MUoDhAtN9zfhjxscO8D6XQOKah
PfHdlfSOcNtbwXC6KkytptN/MHOfZCT/o0c/6ck0fJ0jcUO26Kc8xgEz6b5v2u7g1S0LWq5/OYo1
MnRzw4WoFWmCLkuavay69FQT299q8Kp2cZ3REBKJyYPjw95h7EyU8jDZhA9WbO0VcoRt2ZrZNgYO
yoYsRF20kT1OA5BKsbMdmMo3BYOkXpBWrbsHIQYt+7aEkqw7jV8To5DbOtOlC9PsUunQYQyhqNMD
/Jx5ruxnkUJfLtQAOPURKm3jbMcTdAtyCSy12SiItMHPeIeRlILRRDIRGtDEyw8wo7IKvOfKj7+5
nSW/uMCCwhE8TewXajfjA7r59oFQB0xxk6gHnbFiRVZp4Wals/jMobDVQhkjPguuHoyiuzO8dOP6
VwUnVGu3j9xCjJtzQRJiCg24qXGG6bF1ojC52mqK+TIx3W1jl2NQiaoLacb8tdvv+us/2VBzTkhW
V5aJYSY0/0w/DTx8ql7nH/gND2wy7krX3YrGfJOu+7Q6mlp4kWQWXd2pxgbI8ZAQXmNo5PgtEgcU
UAKk9IjafrzywRbupbmQfzKhzmVJAoqIJV41R2E2KEzzio3b0qf14fDSN5sFbXSV+0EkIzubk7et
RXb2Pf9QE3rsPZ0Gvo0rHMKyt/fH0qubRWS7s3A6c5udE38MCnuoopETaA4DsBRRi63swqUXNwuz
vm3blFoGPRse9HgVdndRpfBSdYMkTh4QfdZGb0sLzQKpA+6J1ZGenl1ucjhVeVyfRu7nv1UfWzDi
LtW2jvM1xMjC7TrnirSFkRjSz9g5r50BQTFRkKyASlnlBsptoCB/+xst7YdZnBCT44sqqeGA0lZ3
BWuPqT0FNM2+uln/RCeAQvJ87fReX9Qnp3fOFCllNUnTwlpUj9uJ8m2c8zRwhPFBc3rvm35gM+vA
aYsYa94BW7tb1XhYSpLmHBLdTRB868sEAmVofjAJkTQRZLBg1RZD5w6S4oXU0N3xRZgYyGZXu7UL
h2BOF/ELnkM1zIXpETQ9y/5JQbQXcgurf38h7ZmL8o9+Yemx8flFWS9uZ0eQPRAB9/XzlQtj5vFD
5wwQo17F2iyE4DldhJdMwnM+N84agGpa9ioq0IazS6S5qdohkmwy/B94oifslPa0WmmhLBU+/iyY
dIOfCBje8YvTjd8IPEAc5+xOBTqQ7bDTeGpUWTQUTt/CNp4SyGroD9+woXHBNzJuzlO+5pR7XfGz
bTwLOEL4Obe7gl9k1phBkhk+mjiwfbh9ID8HqhEwEP9bTZa9TmxlUuPsdSNKObX1oR9Pmm1sHLwO
y+QooeQ03FfUuGTA2K/OAZd20qy0JG3qVqAa4KZLD7GnQ5jNfzhu/Ox0j91VAHK7Kp28ENvmsv5o
sLJBWDa0gusawG4go6AUf6cT/XL7HX4+ZSdsTiOh0HiCMwGDNXTSYbJ7sIAPHyrzgRvDpffBITbb
77EfjXBxG60TnKXDfICWuAbToxwAMs4ZGJoQfT9evYKPUlhoTPgPt3/c50BR/LhrKP6rXSAcrrIS
ifEZLYJvEPuH4inEiaQ4ZlWqI2lCkt/wcxVBN/rNs3Nve3vdhetrziSB4akTe9hcl4T1USMDOu4U
oVe2Sv88VcPm9ipL5cacEuLKyuG9PWAZxJyeqq82L7e8Ba6aHL1OAlVgqzJsuw66Gu0DqOcjEOBA
a4wGVEzH95VfcT2Ln5zROUWkdTgcpUeegJSosiAbk5CNxR0sBH9YabVtuXzoyfTup4YdiKEOW2Ed
W4gOrPb1F67VOTGEOZJ67qDSC69+tN7PMf2RFNuhT6LOPaTF/vZTfg5wwE6aRSKqeFaUKVZxnF9u
0cAhXGD89mWqzT3M67dFDaxM42whYxrpn37D7q2yvQBQcGdyu4hgmHPfDpYdsK7ZG/BRhxZVb50m
6CHc/n0LAWVOIjGsLk1qC+Rgh+t9X0LxSIRe8sbM58qTwTRA3U+sbG576YXPgpfqCWypLAMfvB2K
IAWRLBjFO+UCvZ28BYMyf7eKZxfqoQE0nr4q0fLwqhveTCj9mwblP3xmxDDeGwJgD7/KnlslI7Nn
1r7yoOMLaQZ1h+5CNNRT4AB9H5SWCXQ6x3TEJsMa8XPpMWbpmGFh01QuhQnjVKLANd4cYzoWHv/d
KqjAVJberYb7pZM6J5iYFbADhrD4lSq8b2IUohkc31FxqA7i1hkZXpjjhcYZH0mKEo4myc/WADdg
ja+5cI/OKSesg/PJYGF9ICZwRovpzUlWBXYW0pQ5xyQbpKFhSMwv3Ld+i6GAuc8mwWmvhiLS6ViE
BZiuMoGS49rwcOFSm9sBWIataqmRoEy1fInd9usQ8zZsQGG8fZoWEsk5v4BaRT1Is+cwFWKgIPEr
tmNLOuMI2PbKgf0cPE7YnFHg8aLyOWwzLmgqnvse3GZrTLYDVY+ure4rpK5O7MB0h/xuGv1cpQBf
9PnH9dqUDRyJ4TgnnKhbUyZfOAxzhX+K5qAP0CFSPk9Hmeke4glA5slJv5Cq2MsayJZOrzz60tud
Z11FBR9koOnPsSInK2u29hDvdGk9rfcDl7bkLEQxNmTgN1jsXBZRb6gzH7N32TVRCkaTAMTCZd7d
kFtfvOzH7R2zEH/npAMLmP6kHFDrg7JUQ+xXbKRst17GurCeqq/lRAFUgMjmhsZrmKSFTzZHtOk2
8SxzcOjZ8QoRXi1rWcUufgGVxcbqtmliXg2cwtvP9znOnrA512GaYMvjqBI1spU9dWX2BUoaX4t+
2LejxbZNDf0Y33Dv+uwX9LF3GIOfnQ6qLvzr7fUXHnbObgBvQIzZpBi6gV1k1x804accCJjE6HaE
10CQdmtTi6WlrkndXzkjwNAyBhMKe4fwqC527D2tIOftjU/cULuh99faDkup85y7kDGF2Wis2Rk3
3llhEFjqH9quw/F7LopAtzD6ScoI81LAZ6ET+E1m5ACd48eGj7/K3D/TRHxUwMzCoYLL9Cpc9m8N
sjlVzE60ndatj24SiEFGVUR5Bf0PkPUertEgbZzH2191IY7P5fwJPmbuJgY7804/1Yb5jefTdTBw
+68vfchZyqaNXDm8o+i/ucYdAw7Ap+JOIZAa0nqYYvKwigdYuF7nLAnKGZWGQgc4HqW5aaGDBg93
w1k5ewvx0pkFs0GPoNUkU3xOUMaJNP0SpwnsXuC9BYPFlRtv6UvMkqEpy4tUd2N8Jl21vRr1UU2m
oMBmX3mIpVJszjsY0wHoB3jUnGG3gYF+y2Do/DJ41h2Nh8eK1o/gpsrQHGHDPZRrKuxLYetPDvvX
YZa2gKeYGkAUkPUubmMVal1FKZpukjTDRifJr4aYBlJR6YbGWNd3rlv/boWdB1nzj23TOXNh9NJp
7IFzP/folrAgsyx1qSaU4TCTlf5myoV6ZZCRKFYy9KUO3BxmHGdyMvNaUqiMpveVIzd9q4DhkjuS
2gqdTXm+8tfTvIdOcbZdPQZ/KCqflIJzzXuQyAvRZxlYsT38wzCxuLAUttqNPTWhKroHtKPvOt/9
lU8i5AZ9t8tERGjbtZvMiAPmT0c+qU3D663lv+c+jcNEQJUbaujoGIDiD+KNZbHNQJSxgW70obX5
Rqg4kKSF1nGOyMw84003rVo5Fp8juuAkeT0vf+2f2LdI5ysHJgumMew4Gb4pKoojG9BhDQqjOIAJ
624AEIAgQ4sACX+t/mRV6R4e4enO900vJHF10Fc/6MRM7FdUMg501biZqqiiVN2BWptGHKDafd/l
/bEC4DCE2WEWdVY2HiWfYAoAilIamEkqdpaABujt8LiQssyh4o2eQHlvBD3z0obPyBVSDRotTC2j
fohDR3MIRJPzagmyEI3/oBv+epMIkdD7ILhWc7H1B/pqxWpnpSjuAD7e1tqLyOivJJgL7Ze5F0Ai
8ZKnvEEylnuQJrr2IwLDPDK72DtWthLQlhax/7szet+xa3xkdtaS7q+3ii7TvTJ0lE7Fc8/sw+2v
tPTaZsHfz+zGaSws09jjkXB34xj+DrsN0ELw7XNv02TWmlLq0lqzS4DWqdUlQCadmwz2qR4Q9ndT
/dAOZAvcd7EDptsMYT7SiGgox/eBgFkzcDecCu0/9672Q089aumC8DHS0C3WrEkXftacbZCkVVP2
OaVnyzFO0MCtg7j7P86uY0luXAl+ESMIkiDAK9m+m2M0TqMLYuXoQQu6r3/ZOo3whs0InTZW2m0Q
rqpQlZWpjqqv369HJ/HU42ouaelOaNfdsUUxlijohtBCCMCu/xVF+6frSSqM6dE2xMHzevQ9rTnF
peG0RHvhQNTdvYbwSeT8UOa0SxQ5EDHs4DEyn5bpNbbdr9rnPymxT+yz3kegZhYluUIUESEzG9hX
+YO+aNGJPUIWzIQ2GG8603cBJADPTrVx3fhrRtsr2QiyOgAAC3R00ORrx9ACwMiDaKvNbPZzQA2Q
tzGnuc+lKTbXbORMz6ArTtAD3ANOV5qHQXg8EDz52dB8O8U4Y7OsfEANtkk5P1mOLP1IgDsTeurv
HiV4ck9VHIC+GuozVbvNk+QiqQvcy9zt3XjufXRZwOS28tC2/LFTABFYYITBH0OFNrPkhZAiDUzG
X2/fw4Xr/qeE8MF8QYhBAbmUuiGzUaUzCDh4qvYZAJtDj3bAti++3B5n6bBr9z1TbT07ykVjEvCZ
YZtzI8ivQkMpiZ1NHAPb5SE5cQRRX7Ry7T8P/UAl87chK1G2zWxSE4xIf6GW9MWp480qpeDn68Z1
pKzVD6mIwASBJ7jz4FVeFDjqcbYrK8jRnOfPkVttb6/cUjXnT+T5YYvStgMGhM9WqKZZ7qNobt7k
iOb7yLOT7eyIZmNFsEtU+aPLwRz07EA7zOeVWjkiC3G6DjBnVpZ0lrCscOqqXwPeF2BGuBh29rz6
olmqzOkU/dFMEcyCgiK0+mbHpkjsBwpBA+lDQSU194WaNm6DmF2CmHAz2VClAs7d7MW9k/Md+ODX
sJGf76qnw8S7WcSyihMrzCsiwFlk3eWi+Zq27z0KOL70pL22qdfH2icmS1fzsEYJ6p9EkLCtgt4O
ojbze1FBR6lKnoWQoJBBb6Zwd3NfgqiF7aYxR59jvsZWuZS51fHklQJPTe/EVmhStZ2k+Iq3OuRZ
BVpWrSD1HPSgR2CzSBJ/arzT3BbfXBflh84JTNCB3T7ZSwdLcxO5AGNw6lRWKNHMg0TPAxZ8V6CJ
GxW1Ya0YujTIdQM+3J4mKbmHcIyE1IKAjJMU1lOZDum2U4yewZXTrwRnC29lvZ+msbjbRBkWNDFN
xP7QIsnjeC1N9bkt8/QOGkjnlsRBcyIgN84Dabqzk7lvHNTW/7YRWoAkay/xJqeBqcwhtNN1z9GU
/Ea170yHlczLwnnjOihfcbMdIWRFwzrCiUfsFzhFsm8QX7KM75x4OhiNmfmDZ7/O5pU1KA8qEBcA
Nb7N85WY8/OjAID230cBaDYy9XNHw142p2KkgZtVYFTr72Azby/k5/aD6yIAWTZ3YAmdQM2RVS8u
IsWmn4+DgRqBw4tH6g0rM1nwCdzTrk4JrRu8CwsaDj1vcqSwnG6XgtAt4G79HU859cSNa89B1s1+
qtiPSpXZzhHF5PlEokfj36ar3a0cmWg6mjk2FWy34I0MTTwdEaqo0FXQ2nbilYzX513OjOvw+En2
TUkyiYFsM0ia+nfT0YvB8P7haftkz/nPJvUejShHw+AUNKCZ8ts6hfJrGRLWn/sm/kIM93B71p9f
Rq7j54FCYxXwTlbo9oC/ksT4RWZ3Dwae2z//efDMdVh82Q2JKSJph80sj9IFxL0Yz0P1Ja5/uIz8
jPspXEUmfm60uI5kt5uZF+ZQO6GNh7wPNbiTK+eH2/NYuAs6fL3vrRmZktJBai9/bLpuO9Lx1XSq
raDqxypj69JN0KHrlHcVRCJ6J5wYGP4kuFqvnYauABSasHHDByAuzWza0qHZcJs8gOGxgsIzfb09
y4Xd0jtuXA8QYtDqstCr2W4sr0Jl4G6Jke+tgc72ReVCWq97n0FOv3I+Po+kuY6Z9wY0EZnoxQiz
2v3SuPTdEt5/KOJ9AfV+5zvCPV2Lardnt3DUdUA8h/iWFRsNC2VaVD511b1jNq8p+CNu//5C9pTr
APfR8JAwBOlh2DJv0wD2Lwxny2A8hDVvmhTXmKDANe9cQva3h1xwAjpdv+txkAdyAgUcOj5J1mxz
GAZieg9e0a44u6VV09460Iv35jHDEHwS/QaKXm/XtCRKD2plW5bmoPnrOQUARggM4F7f0yIuztJW
AXDGFOLLK2MsJD2RwP3bWw42osM4dbH3MRAnxHW3lrtV7fho56wIevKzAIVsDZXIMh/Isw2LGAxO
HSrqXXgFdZ/2KsPdot5DQB1rXxpAErZu57wXNfGvOKJN5zb/TWNtbinpG7RbDM9N3myG1vbxYz5A
U7c3fCFrzHXEt9NDkwos87gwbU0CV8rOL6oYTHcu9LcrWAObZWfZokg9IJ+bN8TdmylZUz/6k537
/0if6+jvojKh2+co5CPjod0PpH2VoEPhoBumo/KzGN54IlVzgpyV6Q+QUT2ASCOAb9+5zDX386i+
8W7cpYPjU7PYlGV86rFOkZVCacvrJdhOypfZWMM9LRg0HViXWxAYdQRzwzpR1oudoLEApd8T6wgy
tFOVNMe4mP9TBSRUZoAj1o7bQkWD6+B1l8UdWgssHs5qIGcDzTfZjGpzpPZQB7gMmcrfEth65Afl
ucr2A55iHDq+kyNX/NWSLdL1DnKoyaNSpFhoR9w9KPmVdOargXYM8IZuZ0FIENdj48c8e5CiIiv3
bPF4aqGcfSUCiN0eKWkw0asGDfFsbLZILsCW0wvaZw+N5EAIWQ80QQM78r6378WCH2Fa8JaWcdO4
rELmh2T7DCEqqeQZNO5fynr8RUFA8I+IJM6svy0JTWJQsrIChd3UfGKd7P2MR98nIOoGZu8lsMf+
aoy/NCvN9qq+tKJpBgEO2JrsY2sCuptR8KtRuOWQ1ZH9QmZr9Kchiza313EhhtLlEnIziWoCEZjQ
bCe1pZBsP7Ygqlj59aV7oSPe0SI3W5SbNGxGAmbC2vVnrwGfeX/fAY6ce+29EUFuh7hQhMyebDU7
4LSTk59E8nh7gksnVAe+R42smh7y3SFEOQIkRkzfUs5p5u6PCoknOCMe5Kn4zlVxboAV7GW5MvKC
n9OB771huzUKmHiwDWDAMXMAxKOou6cGLKVdsPkfh7kO/yFFAP0F6LOlaITNDONZlBZyetY+iZ0T
6KpXlvB6qT5xAjrknUKpALzmI3pt8WgvBu8gRLzjbQRYnPU8gqAiIIP7niXmTg17F8Si/GRQe82y
LVwKHfje1F1c9eVMw8So00D17l5kYifzbA9Fj66UgcPbL6aRX3q33ndwLoSqb4RAygEOINkmo/UT
TI3btvBWTvWSk9Fsj/LmHLkSZIPTwT15if1YzWpnXC2scp6buPjmsOnranpxAdnJdTw8NZVldVnJ
wjHKn0hkeVvwJg6+Yck6HBwQHecM5IcF7c+lTALWf6NO9Do6aAYYGXS8EkNCoUO66dkb2/cSVI3b
QrJNNVlv1ONtIPrqB5md31kMFfPerr8a8O6nbujQIO5G1Zbaxpq3WFo4zbwlETGLNHXcUEAwBeKF
NmjyR/ADF/dzVW3rzJxQZO1AS81WvMTnxKiM6zj47MoDxIcaa1dTf7pz2T3/JT2OykW5sc36ubS+
uQj/3NDuBOjqi69stMO5Hx95ns5+l8wXp13lzFm4RjruHdUBQPA9zwnjzHyBKThFkmwBH0LXj7G3
Z2OfSvcEoeiwnsbtzJKnWk13eGOsLMbC6uv4dwcCJIQWBp7LhNY+KOV3KrFwgeJfU5m8laXqfQjN
+qtmY+He6kB4w0K1FyIfNGx7s92gOx7kGgart3iom4EBwiUnq88TmnVuW6ml4a7vmQ92UMQRlLhA
LhZaCCsRFbfBtX+ko8XTPKZ7u5ovNll7WS4t5dWbfhgLqG5BQNJBQ6MeD2y+mr1rmb6OvuSGBU82
/FZSfrs9r6XITge5z/UVSucNIK8qvJeJvGMJ24GfcmACBNLejoX2FDt5WX1yLPgtHbWuKEXJxi0p
WGaMX02avucZGALLefeviRuq2QHliJonINk4x6YdATTVgnA+ASvB8+0VW3jB6uIFlS3zJpXeeOad
ZPcQVzdQIU8t5BU8Ojlr1M5LgYVOukxmBNrIkoJL2msgKjIOuzSOz9D2vI/bFHqDiBTtITpZFd0A
K3DIQWF7e34LuSkdt+4S8Es1zLHOmV2Gosy2xjAcYtq9uLGzHvcurKKOTkdtIXcnWY1ncwBtACxH
Rv3MNqvfzZXX4PZMls62jlI3XJEQ28ltqOdelBzC3vb2lowPAL5tYlXvq87G1sV31PvyjyNq4ZKZ
y8hNBHYtI+DvrcBq4zbnvu6fE2Uc6oihFaZHcsq8J+BEvz3m54pJjOvI9XoGG4Y39RbU3zsQ9x2n
ngYotvijrPZ186WwomZjWGSbgZDPd6pwmF7l+I261c/K/DlOIJdGFhxNPFW1z0E64g+I0P8toaQD
3ssx41DNEe65keoujhFX5CraiJbCTD/env6CsdRR7Gll2bYsR+vM5Pt8TWoS+e5Avwy136BJqjNg
5w/NtKJIs2C8/ihNfLDMqScIyvEZQ7t//8wK591MoxB6mRektdbwZ0s3/w839odBzKIDRqyg9NwA
cuOTKLuLafHYyn5D6XQ0neQ1yaY72yNdkNjzZqynld1aHFnLnTFU0KqYRu65PdEGIPNhCkEBHKKh
fNs6iA4757sHgzAM0xkJmZVRFyyBjjJvqJHmLSP2GYwe75FMdspGAGGsPS+Wfv7q0D+sZlckZlO7
ajqjz7uGKy2vSoousClrKk1Xr/zJ80VHdLuDMLgnuunMFE6hcNA7jjqxWsnQLZw4HZZtlqMjpqmY
z/1sHckEeqgxH/I9yxLpD7VQx9u3aCG80VHZvd3mZEbodIYtONfSfZkSEwZDXloFcRhSvxVrmiQL
7kWntU9NVcWSZvbZm3cihuAYGE5H875kA6LotTbJpU3XsiqIdIW0S9c6J5WYNsIdXl1gyNCEplaq
bksDaDHGiBbMsUCd6xzJaJeNVx6Q/JRzuuJHlnZdu4gcTbLlJDqQ3A9jICb+gyr6I7O6ozDa1fqC
/fnB1dHZXj85tstt61wx65CX5Qn5f5+DbrBJCTIq827InZMNBT0eqVMUNztpkGsRtV0xpgsnQcdp
e1PNOOo07hnq3s9DJ3Ym9t/x0giNwgxo8ZXIfWGrdCR2oWxGZ7RQnKPROZg9IngX1GHq5+2Ls/Tr
msPvi4plkRzYmcT2A8TfnwbarffwLZwDHYosk9mdVcSsc4vEg13z13YgARDLL326uf39C9ZLh+jG
rISeQjnjprhV45OhBNdt7vybaddBuVFuz9xolXVWY38m3XBQIAqajRWbtbT0+iWH3Ew+TuV4ppab
7EB73Z6NuBKbZBzV4fbqLA2hXfMC+jw1CNth20GZ5AFiHtX3ImvWEvtLi69dcw+hbg/I9wxy4P5n
0XpgSl8NIxZul94qJqwimgaEcpeyrbeydI6ZkK8gvAc+MyrLgCk2rlywhUOqdx6YkM+C8DFG8my2
6XgLL1u5P2sWo53R3v3TRujA9Tlxc/TvTWCESb2ncTL2MUppqyZiaQbXP/8YI7BphlZAi19XBVJf
nXfPygGAn+wIWYPbE1iqxf+B930YY85V1sw2xrClJYK8eG4hd+nEEgz5EFaDJrJ7SPLkW5m/88Lz
LfQnu7J+WRl8wb3/QR59GFzEGSBkZjtcIiRkNhEJa+eqR7+t+HeKyNk811Moxsl3UEWpKIQCFMRN
nOErmaH7wLuDxftx59ZgYb79QUuH8+qSPnyPgXyqVU3mcIFkD3BbhjgyUhUXFFLbR1ekBHg/p1o5
OktR7Z8d+TiYLZTHZTzi57ttkXiPFepIwKhio+86ocBTI6bviVHtktk8Q4/u9fYcF2zHn8/5MKzT
tGUOvV9suAGwAzp/g3Ii36F/sBKCLO2pZjz62vZEVaj+Yio3NLOj56g7MTau72XRs5JjGNtv/zQT
HeRamB7hVcb7i8vlpkmaezl7FxDQ/Nth0AGuic17W2TGdO4hrAp5Lb5v0fm2dXPyUnbzS2ak8cqW
LB0FHcMKLIpXxnVrnQtwzPZWQNCRhYB6V7hjUJnJjrn8t9Vah7TMwzRaJfW5uotPngg6oDUamjKd
kbs7g1gKF0xEIOFjvrDFubQLMJkbSMg6/JE1kHGd+lNr5Csh1sLjWEeycknimfRiBHdbnH9lLkh/
ecdLtP5AKxrSRhAE9FkfG186qDs+KLOb+T9u6tXlfTj9KY0z4DJHeUlS+h9PAVPxXK8/dm1K987o
3JGuXEkALNwDnSveRpsAgVCpvAiUG1qrZT74oMUGUY3adp7MwdUx/pTNatHxer8+20zr75kx4Xly
npLy4k1gnAIJlKy3ThE2V1GE/GtXfhfjcCjKlfffghXR0a355KA6i67Wi2mWIR7e1tGeq3RfReDV
uH27l7JkOgu8Y6L7OS+j6pLK5CWV3ZGY5kvc2BuA28HtaD8afRsOEXtw02kl63x1rP+/huC3/XsN
q2HOlFMN1QXRQhK03Np4BcgwCrT3/RtfBPhB/x7CAhNparssv7DmqmTECt9FnqZqV7tbPw/emI7a
dSNzrhNQ9AJrqeyDaukmF7O34rQ+d5Cgqfr7690SGqylSvHjqvhVZ97bPDeNb4/JlSXzN9gMm7Xd
//yAgeXm75Fk71ipS2N5MWtZKp/aWf4fUHT/5aM5/+xEtHWmLt2aTu6eoxYaCMyA3HXkmRJaWOlj
qdzAsSYGUuGhUtvbJ/LzGw2ejL8/CZp6niW6rrgAao3uq3lPjGZTi3YDaa5vkyveuZn9G7wbJAd/
jyWmGYkPwysuNWl2URt9tWh9JHMZJB75ens6S4ddMxixxdKJAJV8aWvhlxWEdiHqvTEL823VSvxJ
B312obSHCss8gIRIB3OLxG8O9lkqdlMeBxAw6T0b4l4nIi5VQtGQGkIO1MfI4JIISAyIWrK//oUJ
Pde4fR2GNxDS5G3u4yY28XBl1LXRVOKqKMB/aVDqRyO9/k/gnD0n5X9j/lqvpYv/hPOfTUOLaUyF
uled4DDOaH4FH5qT71M0eIGkHZ1rHI2IOwjl+Zad7nuH7BO0RqRT6jcSnUVIlTbNxVljoVuwisBV
/30weiiKFC5DBswY70xUv1iFjPrwZxEK+up4cNkW/eK6w8qN/9Pa/8ncdUwwZNa5l44Z/FjXqUNU
cXrnkGK4QDymAcLJuWMkTjasAQm0VeXoHxZ49dKazA/NwFTYpS1K7xCUOeYi+2UafAIlGOuOXZPk
xabNhDh5NpBjYGr09oOTizaIAWk4i1T1ZEubFmQSqQUMYGErLKcDutLYKaZNOkpnC8jmtGZwPvef
0IT/e2FrBi3s1CzbSx+zHaPygvuOwKhFoDcdPWAepHttGGt9yBbfvoALJk5HGVpQH+3zeWwvjkey
TSTLLXdLA/Jua7X3BWut4/OmURZR06fthcTojBzEuytf3W6+i6aWHJsIebvbE1noBYN2yd9rp6iI
Kw9g2cuVGBLsTsfaoEezqZAZxlPGuscj7w68M7g32dkeS+E3NN3j3Yz3R+YyH0Xstf6kzyNL0B3/
/SWuVG3nVGZzyTtjMwyoMuWRfx12Yl6Ax9tRVWawat+WRtPc4Vw7chpRx7oIMER7Y3VQ1NmYdbu3
Fd5XZh7ChAfC/KfuSOA6/p7bmJWNctEHc6kyGk6GjSMzP05e+nR7Fxf8gQ4cl3XaZENXNJfUMIAG
ucun9sgjejDj77cHWFotzaepWiGhwTGA2aQXYdBt0vighp8TMGIb9RaEpverO7PQvMR0zHhfO91o
TQZmk5W7lEB9t39jnG/SXuwT6xCl0SZq7bC1e/TvEhNEUwa0ANgYsKRfiZEXcitMJ0IHl0ZW5zHu
35CGVnM/XaXBXuz6kLIqdFQR1Nl8THhxrtzpF1lLPy6OqjmruECFgdKoReiAvmnZvoO/Dsxk9omO
7FtlFJfUyXe1Z4cupCtIdKCcrhzQhROkw88NrzcdIGzaixflPhQLkKGP7+Oa7yJarZiapSG0GGye
qxoC1rS6GOim4FlytqR3mR3zHg/olYfbQgCtg2zHFFEuBb/SBQpez5YkYVxlz7dvwNLXayGXGNDu
FY1WfRmqzk9sicrphcHNrFKsLll8Ld4q0b9lK09MYZXWYx20jYKqAJGEe4GT8rzfODYFuR8t1+zt
0oDaYRv6orTaPBvD0W7V1qvbnYRHQ/88msqUUWxXZT0Xgm8dU2saTSHMMR/DGg1i7CocMssSOK4w
aR6dhhvr1M1LIZaOnQXdgHtVmsacZBT77pi+DhYDagfSxILU57kdwjpPR59nCPSSMXu/fTgWskBM
h87mFriV2pkPYWfyC+hoTm45bgYTafJ8QIzHw9wDLVHC2UNbNdDpiiu5Fvxcz8cnQZ5OJ41St1NK
UvchhGC/eyDTHyrvwA21cVpz17TxN5UCxF5I0ImI8lRBXur2nBdcgo6xhf6oBa6HMQ8NByJrkCeb
wGwcTeAyFeemqAGV6Er6ljT5azml97fHXNxfzYZ4owIhKNTuQ+a4yDuNgbTrDQStghQCEsi+CurP
DZ6OJgCmrbUy6sJFcTXnZ6VWnMTczsPIA+1lxPsg6eKvsqHEd4V4ykjycHt6C1GlDpwtRefYsXFd
UvDBmpB5bFiEF5O9/7ef1yxMYdVtzBNahJ5n7MZ23sx991KM/b/Zd72VBYwWJer9ogpB1brLHHYC
jB1CdLz4Mf4jjw3T4bHmoFLS5l0F5tvXks0KbEkJsgb5JWP1nuIYrhZwFlyJjn1lJbVqTzplWDNz
05DuQRTx2z/tg45rtXJIcgs2yzB1+Tewt0CNL29P2SqwdOFm6jjWmKPQLy1PhpXoDr3dPDSO+R0E
A88TmJTTHkIIJTnxtl0xBAvXQ2dunkYUz4BNq0Jz4E9G02wTB5qmyXQxh+R3spa1XHAiOj8zpMbE
H1MXOmPeAS37WgGI2dC+8+fe2vaoqh6EGW//bYe0G5+lY65yg5RhnwME7LXVlpQmushquTLA0ppp
0UQDHu8pzQesWekgLxR9Aaat9gvBDmDOwsN7c3seSydBu/GV3RoedccqRHy34Y70Nn3WhQPE1CFq
CAoAMWyG/D1pTbXijZbmpcUUIPToZJMC5Tn1zeRHjBwMoyl9L2Ynt276i1Wu8WsujKRjSjO3ED1p
pzJ0uPVMkUq8njplTV0wGMk68nch7NNBpSCzSWog6lUIRh11tNIYwNk2V5eB986GU7Zyh5aGuc7y
Q21jcssIBEZFE2ZxD9IXM8wj2y+leRjp2+2jsOBbdLLjHFCDce7sJuzizvHzHjyhDZ6+PkRx1kiH
liZxHfrDJIx+BiWv1bVgyjxHoDGTfRoF6Eb7sc5rcb0fnwQ7OvrTdgbQGEERKrwmJQF1QBtJjghH
xL+osiXEZNhucFSCPxWPMypwILc42TxeCQSWJqiZhaEiE6YDtBKNzUORvwKldQLHxd0qtdaCkdPB
oK2N5ZtLpw2RXPtpJr95O8OzqdNkxZd0pl/oGvhhaSaaYXCKkfUCcmdhE4Gjs9yywXuvHWPXDebv
2+dt6RWvcxnnPUmiOMZpiPriBE3r+2ngj2AXmupd7ikwzxTukdb8d2cpn0POIJi4+t47aHHDv60E
VAvdwExHgk4wRtRSpA29qml2aXWcWX0wVL9T1vAlaubTVNh8V2Wo60XpNocCpBD11kjAhWuM8jDb
EBqtuisd8oEYF8eMe4jyduUuI9MuSuu9TNzXlfVa2Hudm1hwe6h6J1EhUl1Qn5ZbCM60oNyIxv+k
vauNKOAxODeGgLGwTr/l424u1WtpvlJktOvmuHoIl7IQep+ALTPSlgzN5TNaxKR3wKZ5u2bujtQY
v80WFNJFPH+ZusaX5rxOx77grHTUK7q2kH+2kjrsUbwGo8nWYHkA2tpvFdqsFEkejTL9b3CsFVe1
VBnQcbCTNzvIaXlViH+WfhaxeJeY7M6pj10d+Qahuw55cxQtPOii9e63pO9nv6484eMAwfC4PYoh
rrA2lvo5Zh5f8dlLbxwdOKuEXWa8usbRNttz0p6aKn0ukrvG2FJwmUqj3Cf922jwp9snbwHtz3T8
7FhFTlKndR3aVusexMgO9dDvCcSn8SkPWIht47H3erJ3URlXx8mehktG6A8LtOQO6AacJhTDfZLt
0uIqEFFtp7EQh3/8OC1SYsiDuC2qCsCjnAY7TL/b/L+mRU+zbYWOjf7KsQYXrlMTH4iP36DC3oCT
ZueJ+WJlQQ9t7Pzoqh00BUPLXKtvL5oVzXxO8cgoH8Y65AQEg35cWAfPNJ6zsnyTptzbY7Nra279
8FgJdkExv3Y2LwP0KIUZ7R/iFhlFWgxXrcPprjCp2BL4KrNv3cDI+ANB61+HtHpSx+nj7WVcMi5a
XFZSwxaG0TehB9KimctdmsZHmxRbp+ZfUmXW/qqPXrjGOgbYbjNjjLoBocwwXIbBOrsuxLPM7mBw
NL3L7GeipqehWynELI12nfCHmAO9L15PJDwmIx0KBRSRzbiP8hqPW1PtUd04pZZbba62dSV0X8r1
6OhfmcaqGSsMWVnVNhYONLvclwHh7sCmN6SdcsjeV4GKc9NnMzrTc6Py9re3ccFt68zIwuvstOhT
pE09yGy64r4Y0ruSyNOq8V9aTy2GI0YvvYQlxoVGDOp1hmsc6zaKNg6vvs2K4bGSKV+URosXnr0S
Vi2NqSV1AMQELKRvIIMsoMacNb6C/aXDEx/t/Wi0QBYOb+l63+WSf9MxxKK3PAed/PwSk3ibxwQ0
o+DHL/szdNDuI1ALeLb6bwJesZTvsW1vR8W/396/pZlqxozGBRJj8wicqa22fYsLoWh+D86R0yi8
xs+l/Tpl1ktVrkn+LkT9fzQDPlwP26uApB2QZ5/S6R1iO4+FDSCOt+ZCF5IkfzzKh58fZly+DBwq
l8k09gVUmdpxC77zqvpajdDkypxncIL6/FcOnW1IxSJkyaBI4qRz4t9e0IX56ZBkXrLSJIbyLiIr
+a6zp2hftApRSzurlTu3FCfoYOTEBoSV0CkPGzv6YXTxboxtGU4elFU426ROGly1svus2XqVOkFd
YgPclpPEezPJwP8OQWu0pokcfXq0XFv4z+ft6hwfWdNXrTUkVUikteftfha+qIuvlA0PpkjPo2oO
MpdOUFvGz8gxYr+djItHklNpbObMXAlVrq/TT15jOoTaYDZYcdw5hxuEzEtT0IOcSgvCoQ2QAIkT
pLMjV4ZaOGk6e3MD8td+qmQe5rm5Z13/BAnPl9tnaCng0nHUncXsFlQNedhNtcFPjkXjNKh6yQ5q
sgYwpuf1nsRF8ljLbN4Zrsl3Oe9XnigLJl3HUcelOePRBaGTqku/RB4Ua6NYHKEZLyDLaK8B6hd4
BdD79ref5IkNlJVRFmFkAoZRDO4+kdbW451AiZ3sOlbkPqcHHCU8O9zRuvC+AK9BBnr6HIWDydsm
RttvqmoUm6Zo1ooIC3wr7I+N/mBBygGt9lWJ3PoQd+oFmGBIX6INcdOl5ZODvh0jMfojiPMGP8kZ
rhmTbDomzvA4xtXzwNbgFgvxkY6sLlSegXEIdQU3Ai5nzvacG2eVTS0avNoTQGoOaIKm7cqB+/z2
sj8H8cOkYUzA7zJZyPOPLtQ+J4hJ407arvN7qFgXFB59devyZKJFxy9ZAUYLbNB/pQgh+m1VK2H/
wkfoEOzOG6bEKNo87N3oV2xULzZrdpW1AsdcipJ0CHaP2hu0aKo8JEb9YBng/Vbt9DOZ6d4UPBjm
fFtADBwZ/m1jiYtH+xV88sJ90vHYZuEqEpFIhvZ4ZUOb+YEV9cnC2q6SIC54cR17XUX9PPAulWEx
90+JgZ4H0LyD5gwMYWBgR7NztsnXgEZLF0THW3eJ2dfeYBdhnGMqQMbYXWAqucnM+GArumcSoZhj
fa+q6SDL9jAS86Dy1c7hhYthXu3xh6M6lF6EBjdRhIOSP1I0pm1LqxZbR9EmMIYhB0XQIBlgpEXg
Zc0R1yb3kxSw6aSu7yg6+4KSnifPDgZwnUeZTDfxvPaoWdpqzaYBr0By0KUU4WhkftJ3b65NDD8y
8t/evJZBXxpDi9ggYDvZAtTzCEKN5wZhr0QyAnwrge0ZK1iTpSXWHpMpT+cIlPZlaM1QKZlb0D0q
Hu8KRrsNSeQIHTAPCHTAem6bnwWvrYOzB2CjwcMwIISZui8RSPHmOHnN6ez5IovvO56sBE4LPEDg
5vz77DiJQb0C3PoQpqrrM5RP0ISkoOiSlJ7cYJ7103UhS9ZuaV1sja7+nsxtdIioYZxjY4B1MKCD
CbFZsk1zVfr2PGxKc9xPJkSTUWIgw8lrCDqMpg2whm+iviLWGt/Nui37H2fXsWSnrkW/iCpAgGAK
J4cObnewJypHghBJgfD1bx2PfHlNU+XZLd+q5oCkrR1WyNbIxQsAORBW//sWvqztfmpNdcVlGcWQ
sNyTyj86bjyWSWAF6NXB+iB8s8V4gB5xkqrqqHWHdibxdk6Z//p40RbiQDDHhteSSa0ZNrs/1BDg
scwhN38wayPUkopBvVH1itsbRy6GgTVuFjBve9bRFWrQ++cgmKPHHZUGcM5sxJWmzmdMefaRVT9q
Fu5s//jxG76/LYM5alxElIheOuJauj1Yfu4eNPXvcog2sMC7NuPbx09ZaEsHcyS4bi05gcYIY7lK
2w+5k8FqhYj2LiSjk4ymjpAc5dUmUn2SOSw/512exjDwAVS5re7yFqWL79S7j3/N+1ltML+DLRGh
icxTcs2q6plMAmVEoV4//ttLG3d+A2tmqgZtxOkaQloyHusm4UXwaax0wqpwF6bpT9qHB4in/r55
OoWEwmadR1vb1qdCe9e2SQ8f/5KllZ3FaRNWGMVMqrwOhfyF1voBp/ZrWLQJBep6daSxkOIGc9Xq
oSohLcfxmJK64UYLxOjSSQivviHr+DSUZscM31JPJdTOn2oPPrENP7vdcMcFJ1vE3Z3rVlDnd451
Mf5T3RLM1at1HrUl+qQljm1xhwwLxhud+vbxd10oXEC1+m9okkUDx0T46F4Z4D5gJCYpNFYlZGq/
u5Y+en6YNDr4ypVYqVWWHjhHsFe9jAZlN9WVMxcqiHSf1e5D3ad7a3oMW2QlPqAFiNMqiLnrlivf
cCH2zGHsRhjWAWFVYXDd7nmH6QCbYFxa1tk+Yl6WfPw1F3bpHH6cV5NNa9bwa9uLLaZwSVZAYtru
T3CGPv9j1h3MBaz1qIuQ2k5xrdoMOpwthilF4UJxZSWiLL3FLdv/K1+z0NrSnAK0Wt+SUjPVdx4n
iT9az6kjj9WaBMpCUySYI46BtMobSfv8WnD7HPWRftMekkEJe82Dmw5naoBeZAGcYHl+YGn+o7dr
5yGaJngnZs4U9+FUYpJujmPaqIdRFiux5nYr/39LIvj/9J83UeuJCbOrblsQBo2i/n7QZsNpfoTZ
KNlUNbbov22ZWWBDd3dQenLyK2Ql47TaYJR56qifaA4pvmBNIWjhleZwaJ8VY5rDxhNX77Md0OLm
p3jWTb7PGJliC0e/K2yx/7dXmiWjEXhjFRt1fk1B8ZgY+iCe5aL7wb72nXMEaIWtfLsFk4EgnAWv
TKZl4PMpv8L0HNO0BqKcU5eLfSWtxJffgLQN7CLfsKE9GilwDEcGrd7GnJQHslGrTvYYfOvgbrXy
g96vh4M5AlqxMoRdc5pfwWwqnPZk6iHDDDaQK192oSIO5iwVnXmgzkJp5xqwp3zMd53pYbvW/+aT
2ad5kcdRoW/q3kc9hHeZWWmuLyWO9BYp/ooINsgikOMLa3S10+9imJJo8r80P1WHJvQAx9fulLt8
6ynnYmhZxj53Nxx35cfb6f1SGQra/324VUbl6Ao83AxAFSOGHysKi2rnc+R+EpG1afVwtVizAmJf
Su7mZBZfZcGA+Whzhb/7MbDIcDYYYU9N9bUOWVxO+pQrcj91J9DOIe4Iixek7uVe5v2NSPD08Tsv
fvFZzVxwNTRskM21DPm9n7lb2UzbfsD2LXt5BWfijXteEmhvW7T1NuL+OXCjh9WR2MIVMAfB43qB
YJkf1Vff+T2G2RCToMvjUg5HyLG1a6L4S8dlFig4NUFl4B11vcV+noldO3p3fA3tt5TMzWWeMQ9V
DDJ76dUvxQF2Zo9FxDcK1ubSYlsKVd9xnO79qk8Mh3NxyHcyY4mNKarbjZc0jL4wEhYxJgGrk7GF
LGSOYh9lPzRSBPhFzNw3voZkeffsmDrBhPnjjbPwSefgdapLTV04ssHb0n9msrvL+fC06na/sC3m
EPW0kmkNAoN1seCLlzShjHbtZGF4jQnXKEa5SzV7/PhFls7h/2HSLaPrHCKxl6rHRNbeB0i8HfcB
/1WQESNazLat57F9wow8BtfE8UyS+isNwIXrco5Lb8jQNhhQWhdayk0Aa4Pa+XIbKBK/SbymPNU/
P37Jpf0wO+XMQ+IS5iVWC1VUN3pHSswpC3AY1g7B7S+9k8vMceeQfmJGpm16zbW0Y8+bRHybNH38
8xemoMEcbN6iPWuCIk+vunX5RvRinw13U667rYTCeCaKNh5TcxfxPG5z+Www7Y5Z1a70E5ZKiWAW
P1yrtwcTYpmY4z4HJWjMlv0pirbBmALi8tZq54p6+JO1VoQulcNzeDqXowkd3VuXgpDxW5MW1qcc
PyHO4AsXo/n/UqeB+t2M4qnNudh03a8spb98CBjGlJV0W3fD78nzs5V0YOGwz5HszmCcdJDaApKm
+Saz9CEtve3qCVzYnHP0uqv7VKgmw+LWxNzrFh6a2gqBTKgiF2GyCrYru2hhj86x7FmOQyAIHtS6
J0Ka5ofoCVpinso2UEgYjtCu/tT7E9p08GeWMWBGr5UjIUBsi3JDqpHGERG7j3/M0m+5fYy/Mp0A
ojyVUhJRZ3BgQlrIIebNtPn4jy990ds6/vXHMy8yuZW11sUZmi3MqR9K3u3BAYFJ30pfdulEziHu
o0V7B35J6XWoQzTX6b2Ltnb0BB+bkQ8vTeMchhwtYac92JM4rzbeFgLmXK45Y7UvmgaPzVUZp5P+
zH00nSOrfOuyZtP0bh3TW7r0b9/R/e931B5EM/20ZxfOxZGnwd7PIAtI6sOwxqJcWql5ZHEHmSPu
W1CmYhsoKm/KkYnYa9VZhdXKDbd0emfFi6dUzgYAty755FnniZhvTp6pg6qycKUdsfAWc3x7IIzU
os3YZdI1jlL6HHgjEkr3hQ3DSgxeeIk5tr3xMum0hLBLOVRHq7eOUyGv4cD/LcLNpZJLEQZTzjCy
BJbzkjP/uVL2hffTygf6g/F453qcI9obWmVc334+KDSvnWvr1yqkse06sBnqYS/Able+H0sgbGAV
CXRW/xDIaiN8CMHapQNvi1rGOeRitgQYGRjiut0GebtYyeYW8q25hnJmehgZRFV6HTvogfUlxOqh
09H04ytz+/3qMHLh9M4R8XY/DiCWI2n07PFEaPDbhNm5pX0cavl1sH+NamW3LF2gc1lkmVGiTArz
7KkqHvogxwC3PnqwdmxSlO9PGQf609fTy9TsTVHt3CFKxsn63qVsl1ly5cJZiPFzhPzoywAuaRG7
QCs/qXv0O7WL0/1xbPpTlr63pWaho2x9D1rMtyBfl2g3lq061FQfjAr1nexUHyamQWXZqNJ/y9GV
2beww4urqjZxw+FfUUIcSNrNvfGb4N5RHOVu1z1XLTy5xRA5cF2FOYPXud9YHXxuMCkqDIQgOw1Z
vEilD66D0UIMexsvSfNQx1HKYNXVgLPzs/ZzsutzZm1oTfiPqpA5h8V20z7qogIMohKBSiGiQ/Tv
HPyRN4nyKDM13QhTgg9hs47syjQECim09bcsbKYdCnP4KfZC3ENG29Jxxx0VYqoVdJg43nS1BQeK
KC1epiGstpmyxbUOvAnaYq6biDGsz2MHbIRf2vDbzG6wxx7jpl5WX7MyxTAqdyaoH+o8gXWz2VhZ
KI452p8n6RVo9SgcSXcsu/upGsVb2kdrGMmlqDYLzRKqJ37rBezitPaeheXT4OPyWm3g/pExfWeP
zCkFHpGBQpMhvdbFK/pF7qbrZQp+rX3HtYbAicR1UPWxqYB8y/PiteUod1JdjjGj5ZTAHg2r1eXf
hISfEIl0TBpQv6DG4my0FT2mNttDPulU1SUEYuo126Sl5GIOtPHICLB027rgluZwMGXwNwdmj0M7
PW+/Z+VnqBYdb46AkTbNbmrQMM3WaK1LkWNObfBK5E0u65CNFuFOsmpjpNwzDWMjTHSdEAbEzRRH
5mtI9CnyoOaO1Cd8DIMsccn3laON9OK9VbtF6b/TN3BdGrcqbQj2TzDAMM92ofbWQF6ykb9YgBd9
/JiFW3vOYYDaE0gvTmMDGoJ2cOlePHR5MtntRXT4+AlLtfWcttB3btsOPpuuTZ1dhlTzOgaPC36f
pn5qfO+niRgS6y6MHW42AIzEgdFPbZQBQSWIugO47d+sMYM5UYEx27NTNNiuqlXHlgHiE/pkj8I/
NlG6I7K14AeqVsr6pa7anKWQNbmAK56Cs7RtnxzHP4q0PwS8fyhRIWdyPPiZ8xgN7Gcqu60HceM/
slhrjsoLtzmZpa1GRSKYCteGj2VKY0X7xAEkCygYEtteZ+9JuGpRt2AFCdDKf/eqUB4Lvd62rzCm
KylrTr2bffFTBs1PtGzvq8pDYImSzvEJ+O+ifDVkr4u9wj1ot/SpgJ0W9OPgc06jOGvG4L5uDJz8
WLl3zcskXiwdIBwDBcjAZJuapDUnUHwwgkIavibHupCWzAF1o91BLsNGuKHARPhMJ0gJ7oYJziLh
sLX77qe1duSWDsQcTZdOTBSqgY+Y8acNgaCsl6dHXp2d6c4efHBmoocUOl6ybg4hUQePQacpxYAy
lyul4QIdJPizkH8Fl7KOTFlNqX2tTQh1ANdpm9izyIFLFW0tUlyRyP90yvJXaYsq5lMN29qo+RTd
EkPZ/6Jw3+qpAYaXKHAl6a8yq+wojpySxyHz1GawlA2R63T84TfZv3Gc0WH+7y5rBgItMjuartVY
DXuSVUUcBX13EKm3VjMvIYDmeuyViaKRDs50lTro467ne9uFRqoEBoFCack/cnWZMjUmjjcGMbVr
feB9VyTQoNrZ0+RCi60KsdmPOYTnXLhz4vKIgfQe9lq7mKX3HXJOmxh1lqQMH2z6WKHpN0BOUOlP
K/H2/Z1M5p65dNQ2xfypP4PVMT41DsjAcdGGKDK6xG3lSz2lbyV3LdDA3DLuaoJBjgc91ggr2wx5
ueU1+V2JEDbIunefx9Jlp8lOVzX3bxHo/282Mh8PdrnfAFLQD2cr7KBvONgNBkn2pQjTZxfbBQIA
kYwF3Bg2mVR0w8k9VTvTjmwlI3//yiNzpSTH8xrNdGjOqrt1XYLse99VsJqXj/WactD7KR2Zjwoh
gmRDZKA156EPHrLOo1vorZgt5OXXrMYWFnk+/Os1cag0vD8zsvMtPWwgT3fMOIzkSkB/A2Z/cZo1
Y4yFt5nPAX3Py/JU5epc4E3BmVPBNhust7yEaPfHe/b9qRuZj/xqBhQRFP/MWdjlXaHyrwyyq4Lk
L8oid0M3hNBPYGfSrYwYlz7ebWf8Ff7AktQVL6b+3AfpFNc9h+Qre4jK9uegvI3x+CHru1Xl44X9
Pp/x2aEtVElh8zQ4lUlILe0Hx6f3EjowaudS8WWktE7awIeeRpUV1s0JGvWUG+4+/rjvZwKE3irT
v942stG1DrvGnLuuer2JM+XeHYRh4XFBozcr+vnxUxamxWQ+xZsMUR0cceDXEeScH2AFnNQtYFzR
AKC+XcWjhMw0/AN33G6LYzCM5Xj0/fCfmhfk//glpAlRgRL7ZLxi1w3dfcrSg8zyfc3qa2jW+NlL
G3We6dRZJE3v2idghbIMfryyeB4jddJl9M22nadS+gfD6Mo9vVADkflQEYWq6TlQ9WdZg6/iVeRz
m00nyV5VNsWBlZ2rDvrxQ7obbfrW1+3P3qnWuicLYXI+PlTeBATKzU3Zg6nhN+Y9YoEfqFZbGxLF
oKx+KqCT4cGCJyzlviNEgzCF1kkS9KBUWQVSTnuIwQ5YM4pYiELzYWMYTnlRw/P5HHUEl5mBs7ks
xbbp19SSl154VnFRtxYRG6zi3DfyRICnaku6v6WbQK58fEYWds98yjhYLme+ExVno4tr1LGXUrZJ
R3edwxLd5y+yAjHq34BVZD5WnNrauAUV00mQZmM35KkOugM0aJ6i7MkqV5KNpTeaxZY2FHY3BlZ1
hmZFPObyAdjXk1CATgCrfWVZea3K4MWsobgWQtl8wAgznixwfeOcDLxTGeVf0ay9mc2gFFCyXVml
hcKNzAeNQCQLBnDgdJo88SKH4jgIFSVoPHdJ2h468B4HK9v6VZ2AA9pibpMd4eb0CWYOa4CMhStj
Pmv0XdYMVuuYsyzUJusKL6kLiLhLiv4CFPsL8WaqMbFt08fFVB+tYXxhTrM21rkt3jsJ2nzwCMGy
PqCk7RF1AAP12ctYoyeuynMEfXKqAFPTgHAHtHtOewlfjFuzKrrIEP9o1g7jwmmfTxstZY3MD0R/
nvIw1hmAxh7EmZmBhtLHZ3FhK80HjgYJoIBbrD5Tz2G3yvKIu/9Z1HaJcWMm9lxOK2dk6Um3f//r
/hW6LoVtdA8mBjU7UTcils0tpZFOeXRqBZRNtKaZvvTZZpmNnqasN2kqzz0Sp4q4vxs+HoQTvX78
0ZYu+bl0lvA1t8DO1Wdft22irF0B3E6iaIOObYliObPGhAbBl8b64blVkvfFv9XnZD5rbKoc9HFV
mLMP3daJw92wC5y9YMUhYM5P7UVfhjUKzcL+n88XvSoHS90m6pzng05Su6uStlpJxhZgBGTu/TrQ
1FY8kM4pIG+Z8H5HsC9Upr60XnENA42bTQXwcIIO1bBWcS0E6bkZbBAIy/B66iBsoPykqnSxhYb5
HQcRmCF8nMqmcnYZ+jKJqxV8VVf2ytJenPW1rdqq9BSmPeq86aAjiBxics6TLO03o1tZ194FtcbP
iNxCo/YFTKsCwtsDGDfVDyrSct8A/fqFYTP/24mfDyg9H/R1IWx5NpiLoPEUvDIbKPSs3/BQwlRg
bfssnPf5lLIzxm2HCZeUS+988h0Nx683VA+b/OqPSsbHn3fpKbOowoMcbduI9mdVeSBbRdKLhfF5
7Fv+N0o9dBdNvZIKLpRL87klGSMDyYaxPksKHRAFSu3W+PVdz5ALTgRK19B6JZmzwi5bun7nc0hW
BbbPMeo9h84R7addM7RTLMRdikuAcn/XQYE+lWJfyjyKwV88NwZD7NBxV37Awr6dDyipriuIskKd
wy3UoSPm2Hb1/UjXJH8X0sz5VLKdIiiOBNVwBiAdLtp+gaYz3E63kDCvN5UM1xy0lzbILbf469px
ZC5ATmpHaMg2TzAUUhPY7nnax1K0P3T++eNtuPSxZgURSKWFW2f5cBZwlzwjO+sOpKj1dZC9txJI
lj7YLI4oj6qyz2pytu3sTvfm1AzupmbtNVpbkoVPNZ+QNQWCX53W4wlcDYjup2WTbmraDl81R1I+
5sOmLbLnjz/YwtvMR0sZ7zpSVeFwUq6wjkWTOxuAndTFrmu6Dbf/9pBZcLBHNOG9thtORaDCA3yy
w3toAtabUo3VEwag6h+fc3vJv/aYrAYUh6LuTyN8lx/KobCfUjDke3h1F9MD5o7ggf7bG932319P
CnvZEC2z/iRTuz/ngz+I2OI2uRR5T3d+bvy19vxCtJsPiVyXdJHo8U613A3eEG51WvDXsHT9c8sc
+xMUKvLvHas3//Zi5L8vFlnQH4z4SOCcWgEAHHIR7CaXdzePBjeILRgYruT1Sy82CwhFNIgOnAh9
ctGTje2x3waDvYMthAXuR7iveXa0hxVg+0IKNZ8IqToNa9/j3knVHoxLCrf1IbovbdL8486bBQUe
Fqr1IQN+kkFbxrYVnMcmQAsvTKJ/bHvO5w1lzSPdlaN9qkDV1ucqQgyoMyCDz02Rui8fL/9CbjYf
OFipDLlJu/YkonPW9z+rUKCcGoMSELb0dehBmaWWk1jpj4+fdzsv79R2cy0omH94pIAewCnVvVRH
YnEWZ3CGJajh3NysbOqlt5rFhRw8H9fnujndNCricfjcY7SaN/Yj2EcvFlTFMk2/VJzxf4sOc49Y
6nQ4RQHwRCbriwvSST2AZ1T2Z8+lBhJQFjp2H3+/P0pB733A247/KxBV0jOFk+PVHNXG9fgtcy7E
fIGf6GUqb8DbXdp8H33/iuhRj9OmzQHYlZ+418ewfI/r4FmmzaEd0nPQvH78kxZur7k6lEYeBAvE
rjkpFm597WKAp3eGOZ8cOvxAg+TjpyzcW+4sesDKxYii8Z2TJO40PlS8MjopYUWEEURT2DfVuGEV
M7D0sFlWUUDdo8vKjJwG7MpqE7roM2hpid2kBkdtoU23Jkz05/e/t56zQNJZomHCndSJkcdUfoK9
0m0NeZaU5M5lD3TctSCV2Z67YRDoz1KSTGKEaOCuoUUCldBETe0WX7nFGC1T7sbu+cohWoih/ycV
FcmMMxKI0wTGQTaml86rv/3TYs4VogAJClnfIgqUtudvIangJmMm9LMb8OE4ZlP/+PFzFqLNXG+J
lqbLtGvGUwFbp12dKpx6RdzDxH3708ePWNgqc52llGINRqcDwkIUskqigmM2TJ3xF+pn684q5Fqu
s/Qut3//6+Bz4o3A4fvk1GsKHpoNCmMPbVjq3k8gsWYrx2ypw/IHNPDXYzw4izETgJJRpjIJrSBP
cuA+UWSB1pBCXZem7gmyYWh9+ApumTYUytZ84BYShD8F2V+PZi3pU6/P3FMpHZpoN4BhTgfji4qk
QHkV4WUCpwL9/grSMR8v3tI3nQUVZkPb0wSdiy3eYVggerh7MQgIAZAHxbDdxw9Z2iGzYNKWWtfw
qCGnjkfFK9yj0o2GpeNBwnhhA9bV2lRx6TmzSBI6FNwLCg/5mngPXjHe88HcDRr6C4Ul1ua+/gLY
hswlGELXtslY+PUpbVrx2bWKfe3pl0wR6Nc1tp04jlVfdOrRY0On01B3ySir6QJUiZh2RgXpi6V6
fixgwJdQBvE7kXc1ICBZnqhI/vQHjG3cSmqIkdIO0pvOI+sgbZK15TMbb5zIbkw3gbYrkLRd/4S5
PCD35gcd/PsxBeMH/s7hA3qE/L60y3RT+NNw5wH9eaI5zMayzDqW2nvKu+i+8Mwj6rnXAfKk2wEa
VlT5AaxW8Fhgpa3+M3Ya36nATkFvR4uUd1Ebl13zyEdQGsr0xrixMnN0tNj5AcH+ycfzgA4bhIZ9
DQMkNhxI2fV1bJW19bN3cxrj/5hTL8kJcugumFY92TcZjFMdSCre2pX3BarZ+6hl7D4VzdZOpfly
wyc1ngo2KKvI1pfq7ITdG1QRgSbW5b1VGbnrgRj8TLt6+DZE3rYO7LOo+L61WUMhxJzrdOcU/rEM
c5iRQWXesKSGj8XgWeB8OKQiZewyvzqYEW0cYOjzVF8iXZ+dBia9tlOhgGds71vS2QV+a+5smidR
M0Iz1lSPnec+GJ88mNDvd1MKWPN+ogMAsCqC3wizcGEWvU6CIipfC6jOb3Jl7R3fHh64aR/dwLpr
IiiIiLp4ngCCh8aVVY2AVFoHXMGfG5QgCQzwLn6Z+xtk2HzcwNL+wQNPN+lG301wdseD8gsI+/Es
vHjYL9vCGS8WAbiuT2GxmDKWhFj91iI+3bQ8GPYMfcADoGR7OlR0Z5cAplTQ+wN4GKbK7lRp50gF
ZF0+l2WR88T1CidhuY2CpbfcAJLbOSDjaDecQyJh4y6Z155CQO5iRaQP4vyoLlAfvauxGV3AuLZh
BBTDPuxIPsZC9jBaNeNBq+DSp9Vzr8a9w0NdbWsjksCLgvKTTJW+jL4NE2QG3nPgQyKQRrjzHU9B
3MhjZ79iKlGt/ey48JuzC+1joxWRSPxQcIiyheGe+mkShO0u99J960+Y7gHBD/EkfNBG/454OG4E
BTaPdlQf9UTsDZDAQPoHf8qAKbATbf+avOlRqbDsHqKUSvTcZZfehc5wcQd/3Efos4s8uAthZTzF
zjhcx8picWqP7XQuOIYOVWyUIad0AAjc0zrlmy5EoT7J4OL3tYZq6sjFa++0Ch/B65NSO9H4RKCn
7aMIcZ9Zrb9Qrz5yEtiXnDfpm2xh1aPBAW6tojlMyLk7mm2KyDkG6P4k0WB2IIq79+hBOtvWh0Cq
xwsswTjuwzxtj62NWRFchrAt7NGDQmE6PHKWWTtI2ZwUJ7Ag77/T1IR3TuHeNP87nOxxaqa3KS+B
lMzz3N8XTukCUW+z2LTZSdgk+E2EHKHonHrVfQXH3SAJfJpPu9bk5OLDgzQF5gk1rymzqw+D1XBj
NIGW3WQo1AJLYNWrEYn9WHzNMgoaDtFl4sOi65fDKky0DW9f8tzmB0dW3TYL7PwCDNxLmQcZh3Ku
EfeeRf2diwGFL3ycjcigGp2CJKq9IVaWAxunliDMMO/AO/oNcgzOS2T5zSlSmG3f/AnbjTVSnIIg
hzVMxY197/MO/vP9aMV23dxgibSzrG0Iid7nrGxg4yhxi4W4LfET0g5rkQ3pdszt6iLH8p7VEbuG
tL+/qVM1ldtCqAiCZ8ZNoZmd9+LSIBw4k3S/OEFzqICfxwaz7lP48+0YzT5naCQl4dCQpIaIoor9
lrLYbS0cZ9ZOPxv4zey4JPzJTEgWQrD43hwr6p8K2wveukpb8AtBvzPptYqir2VU6x+WJ0NwBEjV
fmad/hUKbZ3R+wQibsRSpj7UfFLLmkDxtcmmVXT6xKt22imRgRpnVQLNpbAzP4zX8Z1nAmcTWuIM
nKLastErvzqjGiH5ZpDB2w0EI6eu3WRRVx2aoXtQAKbeQ14miImnkM7bHTo8sVcHURLy6GsvdXqw
4dDzWmL8U5+M5ZkxUTpSl6I3EYWGmvrSSau6EO5NJyPgCH3iMoTceheobxglVJCfV9ODYJ7/OSKD
ijsFYyfmt2JTG1/ElRzSO6EzjWs6HBPZNN0hMk24n3idXgy0FIzvdKeWTtnWyVrvgVNbQGjRuEcr
so8yg4Iz8aWmySjSh6CnURVPnu77jVuQbBfQ4TcUoQJ6tuwyb79SDB0SPnTp3m9o0oqo+2yy0nm1
saQA/YnfXuOJpPYav3keqTfpTYhmN9mEhUvfShPZNG5tO7xrxXRoLGc8wEa03g9B3u/bYprIxvL4
NxRLgcAcBeqFpCS/M1eFn+quaxJV5j+JLSFTJTKnftNjZaNXH6VvplNi22Yk2EDCgjiHsc6gEoKc
poQKq1aYtuWeDQk1x9xbGuhlzYSHOKlCchy4+xljDueYRpH5PQ40e6ZtM95bhfD2qvIBV4Vvq7ON
XB/LJVRW7iovvC+UmR48e8oSzLBPCGg33FfphN6ukSUtTlUrZZHA3xZGdsCgdbiyamgtQNkT037R
QLIwzQa4OU6i0I8gZgWf68LIS0hN9UyjCW4MPklfOFoeSBA0KDc7wJ7Gg5uLoT5xp+ax7RCYDcOg
0U8KnVWIQUVZx31jDScLqrOYb2fWRjDIlrLW2pFgJJu+9uA5nsMhzIK4Ou/LZ0+yfgcf5Udo26Mr
lJUdINK4SZHXjcMT0XgCh35DbOftM0MiltRlWz2MaYGVE9RamQctNBzmOl2WQNkhJQY+2r61y8kQ
tnud5j9FS7sNdSAWH/sGn+Dj9H2hDJ4L5Bg/UNAuJ/2JYZj4VBiixy3n3BcrZfbSRHaujlm2xOvG
cBxOTSSuPIfHOB+QQrWtYBvogLYJ5s4ChgpMxx4YUk+cBb8+frU/Xbf/bz4E824cCO1tHhb5BNum
8Ij6Ff4vlkFm59PvphHtFUk13dWaHYOoK78OHE63YbOpbJ4EtMelU9DHxh42LtYCdyjAvKHvx4Xz
pfbsg4/UPfE7+tlyIj/mhZcnxoT1XpSw0zEwhl9Zn/druGAu8R6Nk8ryqMY7eONXYTo0573fMvQf
Pv5GS3/+9u9/FaWVF4R96lTTtbb5NzCLNcm+tQM9fvzX39/KwR/O1F9/vbSnsvHdbLrmhEWn0Vd+
HP6Ps/PqkRvXtvAvEkBJpMKrpMpVHd3B/UI4jCkqUDlQv/6uMnABW6dVAvxycGYwdlWJFMPea31r
KMsQUcn8mGFz75S/UjlcEPM58zqdQrhZ2TTwwYx1vFHt+wDXnEySQMbyLhv0juf+FmMlAiw3Z4HN
wl9raSx+9OyeTSCRF9Jyp0tcwUI3AfC2MY0v6Hqf1NTdDW31y4BLZwtPSKCGOLBN+4ngpLIit114
w5w51L0t/KH2pma6QDiEt4ufOpvrqBR292TzrU/SrRh9eAJJZlyY560xpH/37z57vWY38sEw3dKF
f+oypCKLsLN8Bc6oDnCDNpHprp4laLEBuMwAYNVqk6dxoAqkp0vsnZFDuxep/S039S7R0D0XkGJB
7HbsiXueSPKF08kMhhqJdQaY4o9CGs92M5x8rXJcYkqIHDrnFQFTgNx5DXn0agPYEp0BWohEpgnh
GeqQWo3aJCWx8yg2VYA0QvxPM6099uvofvLz5wtb2iK+tKrAU0Sc6D72p5d0ZCE6gMFAT6wYnphv
HifdPFs++XpN+Fjlwiy08NGv//ulNRThOs4AFKN1fo+Ddnk/2fJtgt9yq2nzIWVMgFBtHt282E5Q
QVXOY8kJzmDNSs/499T67Ldfd5M/XuyCeTTH4q0vGKCL8MRR5mSjaB9MLch/Nrsf8qNsNiQucKlC
o6V3XxBe/s3IxKZGQ+n6lFDjNZASQ340/X/WsKZj+rw14pBZv0+kCcq41TheENMT5BT3QV4VpxKs
0m1viN0kjVeTWU82G15uL3GLdqPrN/njUQhzbAtAesjFQQKcK7H6U86PEqYEmfUhgVElJhRGiNzB
Gdl7y6fxLJIyRL7KNR7n9pdYWGfnBWdh1XHTozyF6KKfpK42ble9pUDtpE75qPtxc/tTrtPrk0Gf
l5uN2PBBTcEKa5jpuYU0rIXyG30Xa+VXLK2j82KzRjWh9tEKvki38I7wBveBnJCd4HTfpphuaW6W
cBuz7twAS7EdWRO54xPiT95u/74lX+rvf//HUDJa9g7ztHWpxqzC3TLZ4HoRXRG/sF95EtJsjfNY
hT0fVQ5bJt8Tg0V9W3/IuEpR7TKeVr7ItXb62ZOevV6lXTsGZFQW2LflTg/kjmn3Ik0a1ZVzKohx
NAqB0aUEDwgTzQP/6vYnL7w+8xr1BE22hr7EuhAtjiM8Q7Dt43bj5s9t/mtIQdAS33wkBqwcDn+L
wz75oeS6tv7xxGEtsy0Vt+MFRLqQMpQ+faEekyH9kah4ipAG/b22xN4tq+9DOdJDO1n3nduHtfDc
UGZNHjgVe56oAwyK9ZaKcicY3Vg0G/emVvaGWMiDFWPeBK7NvxSF8b3EiRMicCp0OEARlMITDtxR
ZTUHOzvkau/nXb6r/SnSQCZ/lbQBcJoAZOrpAqmiSdhc2ZE+on4JyPye40WstaPCmSIXpQp3LQVi
4YUms6I6b6qeGD5H7MLo3mmgznIbXO6U7ntZHq01xPLnHQlnTv4mjiOBjretc2KKK61+dHcWor+Z
Z++GxAfBcuXF/rx0z+bg7xb334aV2joDXrUZGg1qtxMUiMJaZdYsvLpsTuVuqATrx4/ts1NcZV8x
Cjc7gP92TcweEtfbTo1+rJ3x6RrjYxoM5EgEaxlt8l6o/OIIY+U4/fn7w+ZU7sqSCud/wzqD04Nw
wA1J+hBE4yvhrBwPyDxHueCfLgZsTuAuEohoYQ22zijdQBlGHn1rCtBf2t1eCT6fgWyO3zY1qsNj
r03UufQrbr0nRekGAPZTibEzMrqimlkcuNlS10Den6VSOP8/B5H+FFX6UsjdUG3j8d6ILw7iDvP7
1HgBL46X6FGs+R0+39CYPzssjLF0CofFzhmdOYQXmsOurpKfiJdb2TAXTuZsjqAGEAU9uEQ656Kv
w5j1IBPGd41KwmS8h6mCNyjg94+1WLkDLY3ZbNUozdgcpylxzkbzhnd5atJz2gGIT+NrB3DlZV78
UbNj/8hNwC1MPDXW+h+Y8N3mOr2Zpc9Zll0IsRCIaA9bhtbRWCNq6PZ8XOjcop/291aR+5OFml6J
wWp3I8A+mCHEeMUjrL2L0X9Udh+1YHzr9H3lA6970P/uTbgY/f2BwJ3EusZrcHYroAIRBuNh0bgW
20Z4/D6kOz5bVXYe6yFDresAbz3z/o30x/6HPa1RXDJa4Z5HqXYqsfsw8eK1AVxYjefI6TROisYU
gp2rnj5DFveMalPk+HLTA1N8+9ldX97PHt31hftjW/d94eS4/rKz7J3/eg+XbmrXKwvT4kSYrRiq
8CvHtHyG/gz+4hzy0V6gITztMrgfSxdHfpGCrGS348FBxnHAbG+lMrf05ObrhW8WcQqH1FnmfgjR
zNmzjC2r7OdErrzBC/vH3LxtdBMyCw3KziOJo6kG/qSI974/nVCsJmFmJt9MgrScNXXkwoIx92oP
pfJBydDO2SyHHyMyMRFk+KayEXEaeaT5yk61AG9lc7/2lKVmpfuenfNWbjMLBzTIz/0Y7aHtlL3n
BPSrx3qonnp2GUDmlPxYNm913KOfx7LAd9GpwKl05cy5sOjPrd2269nO4Gd4xGgE1sFUB17xb9N+
7uR2BJQQSYa/GierAUydggRqNfhnYWrMTdyIzKsL9AzYGXVrCpCh3QSNCedJMJgcayKccmVXFxGT
iBmJm/JgOW75ZBnuiXALaALe+qD+1n2SRK0a281QFTos/cQKhenmoLRAXnf75V/aIOY+TJaNU9yV
1nRucrgMYiglRnRBB6K/oTH5BRWDnUM5MIb93Wqw/cJEnrsxDbu0DOrE5Kx58ajK9Nw54pnjltYW
+qCKbmVDXxgDZ7b0VFmRjPDOjOcaN/jJCsfHKa3utGk8tM0UGmxCAXVNvLP4GGerTWJ1VV0htuJs
wR/IM+s4op6B6ycKGe1zIswL8vbQ4shRVIVWqlzj6iw8yt8stD/WbqvnZeemkwc0n7vhWb4rkZMr
hu9Dn2+Q1S3RKs0JCSA/DisuThPoaMnQfnVdf9PT7hfxx0tT20+359LSl5ltJEiNb40YEYpnM1ao
aOq71HS3wrI/sjZ9sNcYAgvb1dzCj6Rtq3IQFHDulUejVI7ZHemh3Lv9GxbqpGxu3e/yDB1ewbwz
QVE05zl4W8qRO43AmTCdEL8HVcBOWfkW99cpKkaK4oI1HNKmQRIJlDg2kiQNNw6QwmIdB2J+VUUV
wSH4ZBejutMu8GsVA9FV1EBn0QFR8UbZn7EJQoJut+yYJl72UImhOiQT+VnW7UMOd8SjQY3hlQOY
iOZiOz75PIO7XLlPSMNJIgcNtZX14Lei+5PTwP8YfvPRQXcRKactTr7wfY692ljDBVdvKAnAYUw3
fnwx7WdPPdj2dwP4F2OMgU84lmj5w9pVT354tXhZFTmCk5jjAoI7VWLvRV5FAzrmcKxHyGZt0Nlf
GbLrWfazrzw7SbsGmut0wFf2xXemXsy2CMzC2JfmV+Ssa1zqxlQh++kJ1BqTb+V4PwwHw9ZPiryO
/ptbg53j3ivxJRYp4EIUOr+tDxPnVL71eReOfrzBD9HeGCYVWSnd/G50fPadZ+fyLh7rVAMreE6T
LMTDzZM7D2fT2Hvyqn0xvOGbu7EZtFO2rToeEPRGPKMJzDoNqedskaAlq/FOKmh3gMrAP/ra2GTF
uPL9ltazOUOCW6Dm1JbtnpM2xd/P+d4w2KZFKx/UhUMjfktAkqcs/7EqdF56sWfD6IEv6KjSs89o
B0A9pJAC2CbOykFi4TQ4p0dIaRVtrburciuJgBp4ycvinGoTQp7D7Wm4tN1c//0fSzFhsixLE1Iv
bN4I3mzjV8ogxiqmMXJQ30i5+NVhoCsD5cnbn7hQgmVzDERd1zCxedV07nMtXpLePeS1ww8ymf7L
hgrYsVFCw9EzDbIRT7cdhaYGfeqgTKDRuv0dFp7rHExvIVVau7Ban7WkfCeQSFnmTrYzWzA6esjM
1n7qwuSYe+BLMQ6mMZkIX86ea1eFkJEEiFEJ04LvUKVh2S5Jt0qZO369zaIGAYGO9h9v/8iFDgpI
LH+PrZeak4LIwz8XVQuhHZpIZmim33CfvZY76nxfdz+x3QqqQ82eWu+SxWlUaiAT4fset1hsQiaB
ARnR6Fx7IgtPfg7vZlNbmClp+dkT5B0m2/gw9nAXuWx3rZqitvALZ00ZVqKhW3TyI0cMR0rIg/6t
7qyoumQUANhW+GtIwaWrA7t+1T9egaZ0IftBKuh5Kr7gcfTF3XXP6J1sc2X4D2W6wTVlYIhWjyHh
6osvEydbZEXggCzuEqy8eFam/3R70JaunnN/voA1RWtu+GcjH0/SLaOeP2YgGFP6lpoNZCUXU0wR
y93Axcp6+0N/syI/Wdfn1nzDrITNFUWmdf/RTSIylYISQUZqSIImfnOtHhWeNwiOwys0LXV+FB1k
j8DsYcGv2fsV2I+5rBGq2n9gVTfT9+sehIeCChSybfATcAPDVJ96b3fFMV/3CTUFth4Bf71f/yEL
q9nc95/lkCG6JeHn3uqh6XxAovuA141I9QDh7abD7r2aRP5bHvHZQ7P+njc9gwxOsYafRwqwYfVU
63feQ/2OV9noDUiqjfB68Jj6bDMiQyHP3BAPCa99Dt1HrS8k/sBo9gIaT6s/Nt6l6+Koda6Riiha
J/mPlcG9HuY/+56zHQoESVrHUEeccdZJ+jEQ9I4lBIK3n1dMbNmUgeneJcNwX/njRieAiIK31CA2
o0Qjtd5cEdI4c1xfC2TXY7SvgRBYQ4TrHhy0ODDEWj8RbPEZEtcxASj08lXnnvFa3P4FS6vo7NSh
YLFlHW9w0RuDYVLyZ51xsvJ0Fq7qc6SAG/sxpqpfA7VXvOWWfKw5jF6rpMiFrz4nCdgIfswt9HVO
nURfrxHsUKXWWl17YWDntPO4vRboK1acBDfbMDXqwEov1lWYSwlqsba8jx13Q8dDXMQHZCS4G2b8
YNlaHM/nrR1gqv+e/0JDrEbLOj8hQftlQqOZ2h3Uf8YB6m5zIz3tQqKxMgWWlsU5UiAT8CkbuUmO
2KbBxtuYojq5+V2BDCuHb5lp7wFeg/NA7VfTa5ZOk3OMQOaLVAsCDb9NjS2O16Zx6GlVbSwI/kl/
rJr2e1sN/qZL4Ca6PdUXLqNztECTNk6C4FPz6JcmpJnVOSnMnUqLU6FUaHZkZcFfOoPNmeZKT31f
YFk/pZl0d7Rww9LM9yPO6NWU7LrCAe0y+RonH6ndpkD3SeNUpe6at3hxNGdLklPbTmmbAGxAFxhM
ThyMOdvJoQsqwBPsrD1X19LxXpTGen7g0nSdrSJaSke4OEueWMrScMhicmoGmZyqBlDjEkH1DyPt
YPUcpmRFvnN9ET5ZeOdQAjfN8m7Agz6hsaqHb4lo9knWvjq8+nZ7tiz8pDmJIFcxzwpR9yefyF9V
WZ8oTCWjK+/Rjj45VYd0wJW1ZumTrvP1jzPSJNzENguZnnT2SqsoR2lksugb7CoXT3evWq65o377
yz97aLNVRRbOAHeaQY6+5z0Z/smX7SFNEF0Hlrs7pChV0A3isS+uxzcq+17myU7HcO807cNQlL8a
uN9CJrIuoi2pI58/Slwvywlya4r8d/EEICoOb1loyCLGiuUYEGyOUN5n1tZum4dCrWEiFnaWOTSb
m/aYKX19lXMXXvByuEKW3lZP0gs7yxxyYONGVHLXJ8e4088+NV7cLl0Z7KV5e91v/hhsuyWqmFxO
jjg3BD1pjxBRXVMQE1+tLHMLslk2Z1unfgO1DcfDmXIeMgf7OsqO9Ekm9tn+3hIQgSOI5DcT2VFL
BOl7Aip9W9qB74EpbqrIQQfQgUzPYj/UpnchsHhxBQ09tud5HrG10/jCcjyHIBhdWVsZ/Fgnw3W+
J6zecbP4YiexCBmpk2ggawWspfdrtjhl2aC61oMIONZ31BVQfcMTA0Ke4ONG1tZ+ddosjO0ciaB6
XjRY/atT73TbpvL3zfhIdHrqPOvfVr05DyHBBuIhjKk/eYO5Qf70sUdhoYIYllb/phKD7efvCTow
VBCUDzgvY8aj9t1vyB6E2GOlQba078/10Kk1jq3SDVi2TR3BwR1K6xlQ6CxUU/1eTnSDHfohxq9b
xUouzLM5/SAB/o85g0eOhEG+MXHYu/gGhoY9IexO1yBQ394wFpSEbK6WlgPchqym5NgyWBveVQ22
0AA49raXbx6yQJE7H1gNnuW+MN8crFnTv0Uksbl2GqVfP/dgGj8iNGTL4/wLTc0LsZr3dA3ZvPQQ
Z/exoqY9jhP4bQSEfKP5ipzWd0sab27mH1b1TAur+lwIPYq08VmDA1mSlB+1Xf7wZPzjyte+PUAL
68BvZsUfSy9gWVafmYDg4sbF+LaLdTB0Z8v+UWdy26/xzZZm+BxMUHNeJBXHYEDWfZ8qAwRMEXbO
RjVbPWzFsB2qNxM3wds/aqkQNdeOYmXrlLIwveExcM0orcC81lFcHZA4CaqGLUIopbQnd43dhmNZ
3KGfH/jpa8m+1qMbUvHdZmTDxyx0PfdUrGGpFqoFc7FpIi2HGyI3j7V4ct37tu92xM6irhjuWDp+
wBl4ttJkjXCyMD3nylPZ9kh0EFA52bk6XJGxCkbYd6XGe298uv2gF8f1Omv/mD6pa1gZ96z4lJlx
2KTA+FdFxBt1PxKXRsT2DuAU/ap8iDrtelypMy5sKXPegSpqMx305B3NoX4tJ/bWmFOUDwS6aLLC
VFj6iNmJxINNqp5s7hwNt6Bbl9oxujSGEw0TsH+IHf830AD7fV364/m1YkDMnYtjSa5eh7Y++KAd
2kK/4aW4PUJLP2R28eGIUEqqBpPAyX/6GkjBPocvUmxgOL39AUuzbHaQcNHI7FTZFCcLK+Gj4PlX
XkCXjrCKBzhjP4Y1XefC8XPOMOBkBG1ycuUp99vv3KhfJpOuSGAWlti5Oa3sERNqwB98wmx+cA2C
Ro7ib5Wzcmla+uuvT+6PMc4TWVD0n+UJAdgF4Lv6UF5voEjnXBmCpUdzHfs/PkC0uQGMQmscbS3f
LFGcaNbtb4/uwvZAZu93gVRBOA8H41hq7yOFTx51x+ZHlyFiNoZxXo1kT1C8v/1hC1OJXH/fH78D
+Rc0FUViHXHPOIjERUq4hu3M20Ml4t9bbbvyOQvvxNxP0RjI/4q9PgbxtrkTZEBjuHqEbPg+acq1
CvfSmMzOBh0fGXVpKU7KiseoKxVkM2JaWZ2WOghzKbXnt11htUAotjC1t82QvTGYtdsUDHvvux4O
pqjHMEdAWdyjkARUmO2wMmpsXTzAWmOHpTBwO+QZ+PAwM5dAVd8ewQUXD1KK/h5CSHetcoIs6pT0
zvNQ6a/U5c+p7Lf0miI60schzoG/TuNNZw3PORl2sWzD1cvG568anYuyi5SZYEAb6aka62fpeXcT
ExHt12JAPp+gdC7IRrEdXXmzzk7cYB+0K/SuhdMwHDPgMLx4Q/j77ce49DNmKwZpPNCq4Fg45nKA
v65ozT5ideLCpQsz68pYff4WgE/x91BlBs+zfFQAOlVAqBD4y7WjmgACnDBfa/Yu/ZDZ8uGhTU09
RMWdpkF/ZEl+kbo9kPj77cf0+XGK+rP1IjUsOFlzuz+JUUR9Vp2suNxStwqvaYkddzY+vA/r1dml
0bf/fmBxXpuKiqY+xVb9s0syD+ZZvISRHuirX5JXbSTGN/CZ0w0VXrlvkaocZgUyyQad5GErynyr
3PZcuiMJQR/E/VRLkLxvP4ulLzdbb2yeGBVQquSYuGlQZt2FQPhqJWMA4+ZDNQwre9nSpJkdJyyN
nl0Np/0xztWmJS+x/1UhwUna2cqGs1Cppf5sBZmo6wxdik0gtcSXLHafc+QsIxoA0Aaa23B06C23
1A8r0f+5sL67sRfdfoILP22uxfbRsJq0ASItd0TUTDDls/jRUBB7kzWZ5ue7KZ2rrzVAMowOOIx5
3RQMyQWHcp0gY5FAS/N9WMvttRfmwlxpDSRSMo5Dpk6Z7PLI6UHpbrL6zS6o3ooMbAXKdRUQIb+L
qgBAI6NocSBycy8sgABAYznXlrqXbZlFwDxcE6i0820wBviPXf2tQ9JaaNhOtbWQasKjpK9BcJJe
HaZ97Hwb6xYdErOOFTqPqg2BYUHDD1ErL8MVK2PYVvnSkKGJLMJQLi2sk60RSjs1bO32t7AszMOs
cmt0VZmV2enqYNuY0tuDV4R2m95hQ3ZCmqOznnoGbLzG4K9MnoWFbq4/t+POaH0sdUe0DeGyur6D
hlsHcf50e3L+bij/b5WaerOVNJmobiHVLk4SCNsmtFh2Ebb4DgDAD4AkO3efINwJ/AzD9cBr7120
wurqtQcrdsMkck9E7F7yUUOWBuTCe83R7zABgTBNdU889lqnKgUIT1SXWjchydPsqVTsyfAwNFkv
XlgL5rSVeWYSgA/AvgyxcbEzk5ygHc+jFNSNWPQkShPb2QkT9gJfFs/AhyV3InYeiHENZ6+R1Vjb
tY7gj8bEMPus3iibmq+26OBdQoIyDBesvtSWn2xy2YwHN0PdI477IygGP24/yIVXcK4FamodWwil
944kQ0ynOdX33LA/gDrow0yqbTxoEpgxebj9aQtTcS77UZ4/uoBCQ65o9/uyQI9e5WiH5hXc3MxC
fiWQb5bnVHtT9mrlNrA0FWe7IvK2mM9jX56cxL2DPy50WvfnaoF6oZFH52r+urcNV0K4fwQtp+jO
cfott99AFLPZgcfnySOBTtyI0suqo2nhIc4F/Z1XDaPdo0QFmQA6sH37jKiPMOZvKJfE8gdN3d3t
0VooG9G5ph/nOFKbwlUniajIawZyWX/x+bRzM6BvKvebmQFLORxT3iOW2AqkA+BDab8AYRTqisdg
u8pvAkrYDkEojPtbG+qrFJTC219vYWDnIn+VjFx6PcKGUC81+bvZBGPz9fZf/bvc98nyMlf5Dw1p
0gq5HKeE1184fC4h4o2dfZs27wRZTSA8HKfR6oIWhyAoOKALL1poLrh3LyzrV4KNuaDGfZJgqx6N
NCIIKA64MKJEOysa7oVMYjr3Chi8dIQSaBLV/tGpfmrebAznHgIXTIviSvwZvhTq3HvQ/cP1KU5o
0gWleUxhrssZDAIc/zi+Wg1irEd9rMzsFebbo9XFh9vP8Pp+ffYIZ+fpOLYGm9TSOvod/5r0/lcv
Hd9u/9ULb8A8Dg6cDcLNsVO4VSU4QpPsYNfepk2zYWeZaEzBVv2WuMVT4a/Z1pd+zGwRMYiBuA3u
sCMd+HtlFM8mKjy3f8zCOWuuHNfg0Zmuo73jwM17e+wfEup++E1aB1Vq/lNDkc5luVNbetOIos4R
6y0yKSeVRqyov2rGzX1eW2spKUs/ZXYaVjay2Q1MyxME71lgEJ4EhcW9IO2mh9VYo6UPmR2I81jT
KoF34VjTsUeoE8MhWDr3yeROYZ39W+Y8nUe36QKy6i42vWM7AeKXozu4J7m/5olfqAvQuX3GVqDJ
YINHhE2288seAnkAVIaqCSk5kNZtgrocgqtnL+U++BKgJ+P/r7oDlzb92eHJa82s8pBwcLRofehM
b8cLe9hkPB+jAsyFalusXXgX3tT/MdOUppGOMXGOCZSHAc2B8zYrS39xq+QXyJS4yicsBE8DMdKp
/Lj9Qv1u8H+y8swjzuxpqmwSZ+7xyqxlrxOYsltquu7zkPkkQBfjXhmIC87aIgePUhxaFR+0lQNJ
WfH0gSoEloSNqZ+9bEDMozD3dVKb+2REiHZSg69SWmnz6FTJEJGppgEYFVwHlCFWnWcZskSTZnhy
LU5gbPBccCs58Ja5n+7ArPHDzijkwY+R5piOsn+FYTm6/bMXbjlzsTGUS11fwEx3HHzPjzoZ2/se
yKBwBJv7OLblh8KRf+XUuODohiL977t/12lTyM6kIIohFFMm+atL2hEB9r1zh5xqEVhSP5q280Sx
Dm8a4Je3Q+npYxPbbkAt/qTdigeVImtv1MKqMNdtiQoyqdxN9dEzq/tp8tG5N+jJ7y9yrXW78Hzn
iq3Ohws1mYQ++jgAGJBDB9S8vjUuf1dXLoU2vt8eyIVzzdxKYxpor1xPrcfOVPUBB+TN5FVjKJxV
9cfSJ8zW6dZicpRjx47mNIxbr0G32VWusXGzuFkpyS59xGyVhjHcpH2VsiOz8/IOsez2JS2vqCZV
14+3n9MCWITOxf3EnNI2GZRznEQxmVu70pYZFdQDlbmsFQokGSLOCtjmAm2z4lngokujdmQWMM9m
0U2h1dS1E+SgmsIbjQasVTN6cHD5eZNsFF/SFFYARHAhdbXyvRbh3MXTQLpnUijnnE0xzHGwawau
RFhA3TUEqLvBepAJqPYOoO37pAWNKMma4UsGtssB4C4cwYhQzskd85cpoWJTxEW6y3uhayS82r25
A/tK7yrbUC+ZXRiA4DBjL2PhBJ5b0T18Z9hSM9m8CSsxVwqfC01L8Cf/fpkLAjuAgvf+KO3cfyrH
5LWKhypUaPWCtDSKELFKPbwZI/SBBNayLHCoVa59+sJMmevt7bpHbrSTOkfHkh7i0/o4qo0ej9XK
PqwJjhOs33LDJmwWceGHTFl8n/lNvYe21ccA++gsXBqpk7WK27VE+Mn2MdfiO42oBgS3mkeeVRsi
wXqmWbIpQEWKqkJOQFw3aIPDJ2IOIjAK39gUdl1943JlXi9os+jvmscffZ9YN0ml/BLNVgO8p4Oo
0qexgLw3rkHDbSeHBoXBn1VO3mQjnEveyyHiqn+oiXVBZCC4xCjmNHI6APTi/MCK+yY6/KHUiv+j
OmfIJO8vVebt0RlwQj7Ux7qjpwE0/iP82CvXk6XVcrbExI0/Do3XDUdnQASnKXbAF99RAmBsnbBt
IuTaaF3/ws9G6zqKfzwsBZwkMK18OjqwtVtGj5tp3j02Q4EWf/nKX4mNkPsyV92OgnrMWLG9vfos
/EA2+4EgyyLkoc1xYypfRTWqcEg94MDgJQpy3+o2Q9+IlY+ynd8dlc9+5Ww5nWASyKQlIeBAsiZ0
djHaprIOC2IbYLD7Mcw8T9PQO81PiVsrGHjJlIwTiOjJYJA8kJ7FOHzwKRbHMoBLTyXOg0AKcJ+F
dWPinQtbcI5wkZ4wz800RNcjo68wVuucwn8EFfYv0VW+GHEoRbH2LnFSJn7AypqiODyKvrJxDQbZ
Vd1Zcsg24DZbO6EpMzYNKcgdrjWd3OfIRPU2se2b7y2v6h1K59B3aCjIhdK4taHCRlCOjFk0IP79
CAkFVhm/RZLkvjI8ds4Su3s0JeFQUkwSjYSOp/FW+uYvkAOnn7yHzDND/CKAu377xt2R3xUic77m
/tjdV7Ei29h1pu0w8Tz5pRuN8OVsdDJ+jzza9j33PGLs4oJlMMR0TS3NoMEOlh9dKhMjSG0cLHyJ
VKkmJ0mQT4YfCp32XlR3LN+4rV2dpSnjn7KoSjh0sucynejZx2/A4Rbm2xCREDxyjDQJ06TLETwB
8m5g1ZW7LTGcD0QSp7/zQdxHVAVT7D5jgt8b3JX7rMtNI+ikaUGblvEG4R+jVT4jHtIpUFNFBHlS
o4voCseK7Nx6AamS/ODU+uVopGCUiaxxzvREAZBYRmRoTChJAK7LorzEtaKmbbcFBqxJN540uNwj
Sx3+mL4pX0H2tbAmZ/EoT3WMab0f4ski9z4Uu3wX90M17JOaj/ZLVZSVuzEKhT/faTaOIWx8qKH2
rpMDk+2YBwxAgW+pEjjaD+UgPBgKBxPZI4EEDiN55cIbrJPbpJBlbEwQ/ZI2NBTYJWfTwx9FSb3o
w6kW5EHmgqCV5Chry0WBSMO+G2hnRGj8FjjNQ1Ef36uxq7cS8/2c6XrYdnbZAKoAliXyASUKq40F
OrnKckQhuKmXkS1rKpdsFbrBDhJZR0RLR2U+4dYcoNRblIChG513YRWv4ldVVQ65Lzxzap2AY48k
oYpVCj5c31WZsUOlEfj9UKoB8V0OVV22tXQDcqNlwOf1DSh5OT0YXEFwJZEsWr4j3yUdkIJUwBNe
BRYK5z3MbX2vzpZFMvs86rKUP+QkTHk2ZYP/NMczYY9gFcCXqTEYbBtLppyt3YCutx8Ur70QCEkI
v4KSZAUL+0b73oWD6S5Aohc24OQTs9W9V+APRFNeGECBoSPd8keEp7j2Fm4DZ9jGVUnlfwhbbGAl
jmnfi/vSxkTceV3fO8eiKBOwuBAbgcZ6KeBZuLSgE/UPqdeJTVIbfMAxX1S9GzT+MDhvmW3b5ddK
s7R8RAOLyY0ESbu7p51Z2vsJQZzjr8SKjf4R1nZZndGPN8QBUHpMWTNOkBPdOnHZ/mf7dfJ/HJ1Z
d5w6GkV/EWsxSvBKFTV4tuPrxHlhObHDKIRAjL++t/utu2/nxuUC6RvOOTu4j926se9ALVZEEUFU
Of8VKuztQgSoBDu39nWAJlkuff7Gn+qmpx6CAIncS+DE3UMl3XE613YTUxaqkdyKVobrhEKO5/pW
TsqRmfHF1v8UTJsi+re25DmelJuc+2ZKzP0eFJbslrpW5pe7x76638J+LDyo1sadgDUIG4irrK3t
PoecOP/uAC/D/87dj/SlXfHf3vZovb2LKBOKWewXa7tf10TNzFAbbqvqaN01/D5dJ4JAfna70PbU
T6YP7nxOoy3KdKXz+garZpv/nJk0NP8p0SXCT7tuyUM6sXY3+QP0DqGuK5+pfh4wLuksT6BpXesu
j9r3Lt9GeVMS33KqhpIZYrvw/z92+67zTCC9Nc+5r0eXBthrfLoFb94WZN7d7LYXN6mrtTvtSTx2
d1vLF/PgiLCyloyeSYkzFxHGFS+pMBLASli6L0nAjrj4uvfdtIIhXaTjIIbh2I9N633uw+xMZ+Ul
dq3TYZDzlooyco4F3n9HsYzRZvrQPmvjp64FooUPH95w4VDUu6a4GT3BAG1sk9rd093TXFBJpKr8
T0HmuvMijQe/rzOiXM8hlsD4zmNdE/+tte95/9nGd7pTTaRC/ivwBtIZlQyNpY3lIf03U1/Ia8ni
3rgstHwv/BO6voXXuYcObpZuXrs0YrttvuQ8z8jLgplIF+ybFdQRXeFIuG+sK9a7xQR0AymrpLj5
mOyUJ9Ao2rF8xwLjzfgi5DLm/8VblcOqyBdfnHy5rcVdFWjlwFHfvKg8Kj8MblvrLM65GSYT3S7M
rKsPpHo+ywZvmb16POaVnywdKXyMiv+S2ULHzV+kGozGvBzjBhYJkcgCr8YfXJnhHIuau8rHuUzK
cVGI+XNH4tR81F1U2w9LuKpMIwIkt/9ijW7lNdDz0nxNbYWYBtW0I6boJKqAIU9mbe8RMVJyyj77
teOO5YVUkTJeDoh1rLlMpVmD4tInhLh8KRT4XA9VFIR5tu2adjuNW9FHayp2VUXiKMvKjahG/N6Z
7/zYVHnaJXkouW3zfGTALgY7RBjfkg3n/LEMukiHZzlBHnwfK3dZo/Oymwqa3BYymP4NbMSQQyGm
2UyZ2nI3nNJ464pZ4GzwHIxQ1qugrLSxHhsM4kIU3rGiZnO6G+RSU/DszyBbl0OwJsJ81NSYfZ8G
DRgg1GA2IHsnrLxW7Wkb40O9idYZodsxnm0nCdFHJoglt3OavkkdFYC2AQmzNRfpdN78L3J7Ic/w
dpz+XNI+k0G5iwGluFQ1BdNaEXpYkWMv86JNNzWLLhP1vG/nViyN/+7kZTdm6xSH/xiMdt6XVHPQ
EE7rNfwCQ//QWiy5vrNGbioarw7PRBoV8W1S+O56GZ0ohkcT7R6Qn77sUOgti2pOOY2Z+18XNMWe
icTJv0E8PpHqd9vozN7fWPnuJQy9sD7HEfd3VnTVGAHwmPemuCew2PPv9bqtY3vI4WWwiTdL/gST
uIt/eGqezce4BtvV+U6SLpZJHNp++rYvVIUF0dKr4TfKStTCfGToa9ehSRaTpGVH8HUWB3Gd2JR9
W9JdFypLTo2qrqY0WTFYxJGXdCalqlrC7rw11vdfvF2sBZgA6Zr1Rgld1c+ON0bebRj5PuUar663
6YMMuqT8UziBGS5xJW8AHugrgAZXccIm+n3pE2fCwwZD7FjLzY+vkTeyyeySscMf7jDIqf40W46P
ZJ9Lp7yhsoZbbgduLkhJjfJf8n53m+tsYx5AAZ2BiTljUavOROsZfpIYUsZ04ftbm+cdiM5NOKrq
c+0qLsM63y+FjpZ/Uo4lJIFl7ub+KRB5N93JvtzqxwAdDlypdR2SH1uw9dsFtKOqMBa1ZRTcyjbY
thM5D6P+SgBfRSc2XW78Hk5yWn5EjL3iH3mhhvxvzc9KvdNIyBq/cysd0Dqr2kvxuKuk1prBRGtd
PpkrurQkAPy2CsYQh7kYxnn9Vlm4hDVpF3vNNUZOfKpXbWKFBBcbh9/McuSsWJv6MRdT4VBREgVp
hNMfqkQhosjmmO37a4Q4cfZwlKvB+TFpU/VL5iUUQP0FzBHTdBlzVVuZx0l5GJLOCSjO9kh+5t0S
B5AI5p6sXTEvUXX9phrp1F/mFSpFWP+QtcLxyCfsdlB7tQ6rmEiryVX3YTx0fQkCIFYGpmHTai+d
BMkj3M/kvo98cU5R7/fwostJH+p+21L+dwd1WhuV9KNcEBx/bG5z9p/FCCsq2Ahi+4zyzXkWoJBO
g3LleNtRptudE80f9m+siFO88tR6YDHrXixXDO96IANBbe4D9MwYHnqeRElxJ0SMGAvJiY6njH9x
eyGpPF6hz/TJst6bxOsN/rx8k8cWuar7TKFQuRnYog07iEPejnwB0kLx2w1iip+HpC+XM5SU/C6M
7YjKOCrOlFxF02NubhLycyvKksedMlBlvc9zpbMB6vho4K/oqDdU1N8DrdKbnftqqs2MNbC28s8C
j+htEX78RXPKYXZKNqUFPJ18nY49usjPTTDngEpenOzo+lt+wIxDIsSBwyeYt6xe8EGaczgxHzBX
EGMaLm5pIEEdwylQy2vZA8ayR6MCawpMvHscVKdwGvzpKUpGRnSkiDnvlQGexFiVziA+BFtXNfEb
nXFsbydyJTp9QMe2oRupHYKa0SgwbQyjI6Az26WrTex9uQbux4jwp+wh3zu1D+tiBvEiU1Vj8fll
PMKXjk6wdlOTNvuSM3VZl5osKJtTyU5pHbqtn4GzyfvfcdXHS9bwRkQvMR+CVEAjl6j9FtfbYw2f
BXTGGDNuVI6Yd0BEtvR82t2+nT90EHneeYv9HE2wXJ3BeeOQVWKgd3WaLdtLr4aEkAz+GkYpPtVi
OoumjMr7bR2C4LJMSTyR4dgVXZnaQrHEGHe2ndGPMaqb4U51IWGMV5/6/n3M3SCVQ6O5HpkRsMBq
mwMdUO9l8TJF36TDwD8Ojbu+I9Z0ziRXhY/dtDnO0Vn570wbgy+jpN+fbG3qe54VcRuCDvKOnt2c
g5374KqCbX4FCaB/TBInSBoieKZd85vQph4Lmi11A0/q5FWE4XpjyP/5CuoxWI66XRqCFUiEXItE
PMczLRYlCdGeHm3hueKkzcnNIC9iXJqnMRg44dd8D24qrYZb3q7ROxC9Q8SWSfZrE7ugzOxuqb7B
CEeupUBZB1KGtlgdsK4M57qfSeuI9vEyBlF+loDObuqKAyr2Zn3olY7uPY+BjVf2NQUbwrEYuNst
yTBuJkfEA6atm0PsBwum2VGf5zns38d55NDSrX+sc4mHL+fYdVQn0yBefoJDamjLQgonS8u9t6Ob
lTVnxgSd4tBYUgljHSbMvBl4kIT0FpSz5ZHDIs9BkWesZSGxMr/IT7ZxBzomba8EYf+1qMGoGgsa
NiX5eSrdrATCjDm//8L3xoMCh3BL0KdPF0AKnDHC+69vOT7CypnfW42RzYSDeBJDX/9XB3V+VcWQ
39SxAbCXkNkZOEYcFEHU0LWCnUJU4LxAx0HZVCbGuSyVnY6bqSnphOjs72mr47TPkxqzlydfISAy
rRdBcYpzX12aniIwrdWKrjRyVH5LV01th//mbGYrbn2Z6D6NOBrOBXsp4mOCwJbZmoexuu2maP0D
350CmOY2fDKNrmj/5dp/NZFxL2PobC8h9u4zWgoCckS380uDJHQsiPPCBG36v928xLeTEOOPYu19
nny/YrMgyOQveRhOJipWONc9Y/u6UNmeBDzoAxLcthq2/bAldjkpx4DMcBHLfBWtqh7rJCh+6aUR
qT87SmUB1Ke3tstReTZo28RN5ermVCkrpqMXtt2PqCj65z5so4/c66t/c7E6T8MiKMywb/+3a8cJ
7gMRl4/z0OVX2F2Jk67EVhxbWH7oSJtJnys2Ih+Wc9BcxM6Y64i/Nj/XUb4uh7Bv3fKwV/l2yROv
KDOS6QnnkG5Te8dea2yl8ThvA6MjyCTHhusry/d8895HtXIvpxX471svlLt98yO7yNskmp2KzDHl
jBndOjmX456UD8Eui/vAE8336FS2DJHU9td1N/UuVkM+tCPbne+OFpG2cmaewD3pZFbGww8C43WQ
DlMwtv/yqm76A/nE8UNR+6s4FmyXv5PA9/Gp8Cgx7V5PYAf89jsMOjbFA6uhvnnYKX+LrLFh8Rj6
SZcc94JkRn566otDzFX/IQTIHOxj+oR8cviX427fmXkuBJnGQSlTkv6S6MDTwSKpdfVUH3y/Ch8D
PPPrgWBFtwfsFLXAtQZnAXEHl2ggAC9J4sM0yl4dTVAH5tpKbr9MqcAQ+O2TJ+fEKnoufTOKe2ew
8Sfcyq48iGagoPWIqnx3+1DyFOPHdzMfGM/3p51o8Nt4s7+p8caf+Z7kX9oMQZR6sQNzUiwhpXE5
dbN/M610mYdtTuaJl2V0f1V6mR44FLyPgT3Q18Ae6mmJpy1JXRcwZuYsu71flkTcLGVR/hWtjf5Q
ssmfnasI6uMSmZ3bbSn1vzKnfkv9PtzqY0Gd9DDvY0mS0hokt14x+hzmdvRfGkv1BrnmuyglrKe4
9alAyoOpO3885eu4dyfSqGZ9FZ5WKJW+RyCSv4wlh28B6epWMdRoTdkeAr/V8ieU1LA9FtGE9NbH
LPp/bQX5OTZym0KlBBQ1+9O4Sk62OOT8e9r3KXd+rVR1N9FAcGoDik0cd3dl4oq5pElY8Sz2h9/X
4F/ccI0jTJN5kTzvrB8vTDzozTgU3ZzBUNzqO2Nd1xxktzkXmRvOi1Ib4f8siz553P1Vv2qvogPf
pc2HQyhLZh/W5ONO/ka7juZHK8L9r7X1dFndeAwzZ1PdS0Do/G9HK3nWQ2yr28kElH+RCZvxsi1V
9Sb2ioBsl372mYjd4qvem7a5QP3cp8OwMto7CYUFON38Vr23qHIfk3HuHnqJji7LI10OGTMLMR86
epDipmAqP134E8mNj+imO8OEFvUxFAPBDTt8NJwesTv0mRAoYSGgyJKeA92FPdohDJ6TZeML5d9d
GpK7uv3RVWhyyfR25vy0QvaDHxfquLtdQFV+VNE4InnaWvYZwoTx2Q0H1HM0JxTh4bigi50r4koZ
zhblsfQ3+IZVsBb6ptpb3tSGdbN/5fdWiCwiAfBakXt7s3TWc68+v7oPZ4JtcWgpTO6TgGDEU+72
43aVTaPDa5eEqIAnPTdPUlQQmqdmh86ecrMJc2V4UDbZIBmQXQirmBFNTyq+zcsVdaxvJNdQJ+bZ
e6T22ixdwmzLQzyvbkULV89s50zwff/6sCSTS2GL5mdYuWX/nFivdJ7l5vnbgQJdr2dn7At7aiBY
Pk1zV380dqeRjqqNcSYUvobdihd6fzECUIEEcTQWmOF70x3cYQim+xAYuaWnnUGaVaaSj33tzH8G
O1XBJWo0zCrPYbDiLnPfpnxh7Uc018FR7lNNwmi8sXztBJXBQGOmT3ECamDA4iDTpiK6CMgniBKn
j8V5Y9t+ZQei6r9BP7gv81AoeqEhh4fpTso8yTJwr4wgn8p2CR69wt1vPNpu6EybZkk3+Dmcz6pT
ZXCG6IjHsIPw+94n7Van5JLOVyVsHR78CjbJ7i8lLfOuosw140CBrxewm3VIl76sHUGpa1S4Z0d6
/U/Tj35ypOodNGpqPfVnYqkbrmSIkTrtGz/ONINKwEHaq+XLHJb9PaHztU1HKsvvDCVlX8qOWBdO
lwXxpNfun2UwJYSmlQmCoN6fB5uBTuwQNxiOfqa8MdVFVHVjQf3kUKyBJMF3k1qCmsvjKnY9wytJ
kvrSCDcGqRqyaT81YakWSHSiSg5L4UZHMS6CnccmNg29lIkNKUff0adB2CUPUeysByeMq79r0DQz
PUblzqfaHTSpUsNKzQPO5ST8LqlTJwkCJs19X7gI3bWy173rN3Ps9FbGadvOJH8rgwwsa5k+XeUU
iEfm1tGxbgOwuHnIcwLp+Q16OfMq8mVESsBNrt4Kx44wadakpdSDVTscVh3WiAlZN35/FEhI6ZJM
hUkXjwj/oOt2F1RwQABbFOGEJYQWl8RE01+Oij3LnAwvBFpvv0GWRtFRKhYIhwUQ6J5NVcVJ4Mck
jT+VxQrEeN8bErzyvnlxGiDPDyZu141mfSmAs7Ca2LIod1amoyrqekSvTHEPvHiyS8c+r5yUVdr2
oguzTUdm+twD/sT8L7W922PCKlr5USRl0/3bg57UPdpLpgVuD323RdZU3OZDQJB214XdnNaAdvcn
I4q8OQ/agZAUFpbEQBrcp3wq8jITHXa7Y4UUDA+4TBq0ibkpXlAQoazfCHd5ZbM2fPWe3OKMWqq+
RCS/n7nnuZkKo24Uc7H1FNA1fm8W5vKxWnim0qHY2ui2NEs53myVFNDmauYMl6lI1Jq19dZ+wKfL
s0Ln1a8lFPN7oLztc6OxuWEAz1NH5t/r2np+QKkaI69ochM+TrQ2V14tlAQb1GKSNgasanQ3rQxu
QFg746unQyvOQum2R9meVNuB5cDy0IW1ULcssLrk97buQGbmgeqbA2NQXwjGt7/DXvrFaXFn77Uu
2I4VlSE/lbvkdiJq8pOGJxrP6w6ZmiGH3b6sGHgKinj1dKYITWMxLOCJqVxvd5Fg8Dfj4n6NycuD
9w3UlJRqkqrGEC+xv5XUFMZ+Jnod5/siZ0eYdYKEvyYU/hV08HBnF6KuSjfe+wNjuRJaIdhW/2hQ
P141XzQDUu3RgsqRC45qrsLju4YDYwfGpZgisE+epVr9T3Du2klnh+WMrer539wwL+aoJ65dF1X+
trVmlTxeo9THwhlmDp7F2PvIWat/KkwogkkBlBGY6ZAtiyyq5b63nSH5w8bNj9UpWXJiF/xv5Wrj
Mh5J9Yu6NWQRbOLuBtSh97I5gf7sSsfN5t7XJAWyK6s5YzjoAirDgGD2LPDd4mbvp+60BPz1nmvL
01hpZn5JwyWjWPKQchyXJ8bCPeYmOVfEvTJZe2mahE6s2CtW74Ob3/eVpuSdm9V+zHVjjvkQRdwq
TkuIYezvp7wiIpCdVQGZfU7IzJHd/CbXCQS0HThD8KLK+0XJ/hJshF2y20G3SwfGvpul2aFro4Eh
QF4E72OLRRZbfvGMciA+WlCdx7WPlp+TA1nIZ+X8YqTTPqqoqQ6MOfWllDmgEBMgwnRjzMVMw7zz
lA8uLCIGCNyFxRkYdcMbVOW0JXEh/YNSyHkGtUOEGjbMIWIpPzzPdLfMvwHKMT5+GFTMHiKn7j14
rLYu/sgMwB2K6n4KOj9lJPqdoGnH+2gdQji3LdwsnJnADBSsA3eLjn6AuSdaZXRROl8voccytuu2
7Y5mY0OY3zqQ553qUosWun2r45N11H5G3N/eWXAXGRGyfzscVQf+KDahfsirdNKNt6SbruAsJWvy
1NSR+7ZU2j+ymHQfGeq2D5Dcvb887MFxD0sNtXrO8+OqXbYcBZlOOigRw3Z7nuXNXH8EBTPDQLnF
Zay88iiLfeQUd5wPtEg5A83qA4aEOoslj09zvKrv5yL8lAjxpzLbA8aDx1rI9rmUlT0xkWYtmq/r
MYDKfpZ2kw7Ih/nPNDuMZuppvxodflJwf5FZLl5w3G5HYpzdh7VmZ7Uwp391C1eeWfv6xwpK1zVO
BudhXMyH6HWfNaZku1LgKQlHVnu0IHDkuM/DVyYLRGc2Q0OUT16eUNkZLvKt/vJDqy/MIcVzO9jX
UbbVW+uKsD1M1ABnU455uudNg4Xcxi8eqXywOZhHQFZPIAejvfJJ5QGNvlnpIrfy/kpUOfw+5+i4
o0NDv1JupD0SUdQMB5QsRHEu0bxAGC7XksseYfzRQCI/mpX0otWp3v0a98gHxOtgbW486XYizAqp
ncNU7qWCz2UnLsJGOOxjnsxWu8WdmkY/cE6bAJ/GVMraAjo1zWM0/5wRvXYXyjYwxoxSa82yahtC
GOfjHP6NGgjRj265SpNpGDvDv2oLdqIF16XBCl+OpfHv92SP7UdcGVff8Ouu27+Rj5KANffQl4++
aURwtw+qOYbFrPyfW+Dt5sZvPMW6MbBLaV4SzOaw5evZ45Z0W+Mt/yXTUJqv2FmE2dKur7zhPZ74
B1QbJGUuqUWdUx6mELPdOdy85PdkW2roUMbFA+vPxsuGucv/74+rM19a+1ouE1kLyMsGJ8tnUwMB
X3xJaRlau9BJdhafeBr12i8/NtOE7LxyyBHtQ1Xk5o2GEiRG2nLcKPBy+/bmrvicnpMqXsoTmXGe
e0ha098zVPGRMzR50/+bndx2r30dbd2Lh414OCQVF/96HORCEHzFy1rf6bE36BE98lfpO1ljhaD0
kq577KzFcrgCNKTqbjYG1od28QZWDQRb6u4mSYJwu0Nemhe/rKO3+JFqy63etiXa+3Sfwn55qzrD
w+TjSKVsC7bFf2fxGntPDUOW4l8Z2+7fJPHRZYFGbFsd58iN6WY1E4arHiYvODBp2p0nSh9bZGNc
Oq/JwlOCDzFsShLqaUllAz3eRLi0CmfC/RdbWzE3ttG8wjiPy3haf9iS5cyxGlE9OanUKFu9LNKW
/MiTcHN3+uctPdDCjH2e/mbctGUxpaPAo3zg3rdgDnLPmX41kdMtXwkjpdhPN2dYh456jDDY9WC4
1pkpcz1VLP/GtS9+BrXDRhzPeBA7V9WXY6yONcmD3U3rIzn6dpcmNifMPlKg0Idl2K7j4IxKH+Wo
4vZhXIc1OcuyjntzXaRXUBYVsdh/h/OkigMxckojQpvYNB2VSuTyX8loK3heJ3frzXEd5STy1M7R
QPkrvD16cCrqXJbWPgoNN+Q3NKeYaYalTx2nWO9GL5CBuqUnpdtNO58cws9oi6KIAOlZVDvyn1Iz
siCHSRZ6OGEFYAY2uYVo7w37sPYvC6xu/zlyYEX/as+6LCZF1S4VASOxE4WKWkGilWO31fDZCZpU
Vexluye6jt6ptI5Fnbp7DtOGs+LLLNor5wkN3KXrtL//couZbOtgtHHVvLAs2Bb9ELu+VO4x3iuz
/xFeIdaPlmxuInjWTbR/ViYCE3SQICjKUx9Xq+kPox/t5r7YWWBj2hZ4XlfGA+q8F3MSvPR7QGmK
3smC2hw7ZMzuzkdIbVwjcU8XJGX/mPc3MuPta+P5GNttAOvKmOzei2jN9Im7VJIskE8R/ckWcE7w
m1Zt/4eXuQ7vXetXpNstwQISB7sdb39jgvIwe2OMH9Am/4rSrT5m6p/VsucqI7x8TYC8oDj3YbG3
L7kYua53Vw1PHCaivrLcUtGPJq6m/HFx29neO707bzcEjtmTR2IW2KQO4U3N40ZtMpv4s0zqBv90
UBte0YKygpLRWOdNcWaDlLRzO2WV6rz2iCwpyDzhwozOQwY6H1Gxi/43ii//0wTrDiFzYoHKWHuJ
oQ6wpKbnYLURnHMxILjydNK+xH2VOCpdBQwigh5cf7hn1Nj+KhHZTI/gxJkHshiV5r7UVVydtoD3
N+sTlsBpMK17D0yk9GX0tmi7BFniueuIbHbdHzetl12nMzbd/VDXzF+fHFQv0YkVM1nVdbBFGwXJ
am6Nb6b1kAMUKS+EVeJNcsvNaWBikI4Tan99MYSqhD/dRbjrh9vFaPO3iYac4ei8va2+Nw8UxyQJ
vs9eos8WvjVRT0JeE2JAT0wE9+bgN21k09h3eZUYZBAF1leSCXbii+iQcI+BUoGMzWZ/L6W9dDwA
/mveQHync3Fa4DV1+zSGsRGPI9UuRUtpp5VtYa1umqaS+1Xgur6Oehd/owQeV4Zgw/0FVmn+UfDN
jgeE8NsdU26BGlS6w8uARkB+Cmbzf/Kct+UCJGTpjn4UMhmULqXgVbJ9D28QJczPYRWSXKVUF+fp
FLnzw9I4dXNbN6Wm2gjU9BH2SbA+uGvS/2aXt36qXBJ5lfR5icp7CkO2ekVzpBno3MOS5HN8wPNY
EjAQRvLCmJH/OFEJs2riywKrtTugFNqYJLlCzWeoc2t9NNXCGML9fpG1n7AN2frhd7nYHZsT63Tu
irnHMBqHfvPtB9VfLYvCT73gqvixh5H5vTlo0p/rtjH57TA0znDrbs4M2JsN+ZAhnNz7Y9KNisJk
CcoOki05h4euYohywnJVOy8CfQeR/nsz/GEl960z/h7X49hd9cREH4A4KzsAy0POJqaog8NSfbuI
oy1IdBp7cdBwoUZu/sgAFwcVPizTjP88WxZeViJlodhykwmGahdtyjs7/eD4v1yda/PGWyWX1FMb
A67FuE37mDDGHlK+OCW/xqRv/lSeNh7P0D6VJ7kvvbhFQ8ZVXY14V0TSGHnYHc+/IFCqx3QqGSzY
UffPs/ANw80BqUL1VPg6LF4YVIkXRrBNAWOSnsKd6hn+qHWeMWGiEvcE5wOG92nk7Hem1nkpOLue
w3wt5EHKOYozsZYNslNpnLC6XTBUtz+bsO84LovSiS4LDZi8kMNauCcJytg9ofCqpmPhLkhU1Bbj
YYkKg8ZHtrW7/TD803UgdEWHnEsy7OJtzKp5IG0iKArjvxKDEHbrufXVHhwbzHNPhdVukoWokniu
QI5jk9uSjfHs4icIV9Jo1lI/lltT5r9byCjRHQOhOY8Pos/jMGWItJssMEJG93FBafyommW4Kl0F
IUvowXAuTXUy3th4W15xT8P9cSJ/LDGVK7YOmhXnWW1TcZWKk/4yb9O4pIxNRcWCg3Pott/G3b/9
Tq5ofmhuJUTtHdYGhOQ9g8pf0T7pMFuSPuTHmJd5IKeu4lOISiVXMeXdD9wJ8tVNRPLTNzzJB+st
rvNvW3voBDbq8i/fBsPv2J2lPq1ssIilzvu1yNqd0fEBCFgv/vqcfaShTAlhFy/xIqI9m1U5mjeo
9uSVt6R95J8dZYb8uffRDALUb28dSp2XEdQGGpRm4Ptq82hjxzBNMnWdsB4ZHMtt5Kmf2s6UT6Hp
Wvdx9tCh3rW5dWAIoGjh5uy2h96hrEKdXTfNg7ElOxWUnziMVNm2WSSd8jtV2e5wXFyvCF47dHNX
7VlRPHVqKA8LXULa00xjP41Echk69J1z55hfAR73JG2JP3nsPUIAniJORViFtdXvdCYFAgATUnVp
hjjdfaPaoc06vWxA3+umLg9uHK4cYp2f5CmaR58zKi73d7F5+oBsGfwwcnn/qR1Ht3hWcz2QjSF1
WV+HsoWUwpa/X9N9CxgvbXMQvazCVmivfQR+55LqH6vm/zg7rx27kSxdv8qg7tlDBv1gei629+kz
lboh0oneRtA+/fm2pnGg2kepPGhAQJVMbkMyItb612/cYJzgvoBV3tGR+OWybkR3Qv1iH8MqqLc+
9QJEC/w+zFsYLYO1oNmS8nHKBPRKt3fy7D6uAr1YxuEAYwf27JA8OUU0KrhbVWfHB+h6CVBwV6vg
B8ODRD3T9jjCIG1eH60V1f6kzdln8m9akXvEVPul6nqcTr2EEynjXGZzFqbvQHtkllWtO7hPXQnO
nJcMHLWWp5ZQeaWqeRtrRr8hsFC8FEXi8wliAdmw8Sr4RPN4InV2ObK9ZWQnDsq86rHd0rHL6Tvn
esidNNvUDSlf3wZSdvtHhlSqBvvkCubpLLJdfwpnOjAuQ13URmo9doURbEp/mhiHe6mKnzhB8DeN
exis6+KMg2BnkYQe8GqIo+WePoD06xwmsPFW91AFN66VFD96uNacJMZgDFujiCKQBRvi0CFqa8fc
m04vqYeDlK7zjcVvjcuINENvidM9PayV5aJb5UFSOI+WXzT4EVAI9M68cJCuspp6EKMkqPK16Tl0
en4PGnXyIZL6XHsRTyzqsDFfkROAEXhCdSn++ZGP8boMIzAWI9WtpV1Zg3hAv6sMa90jSRHfmiaJ
e6wDoNrug1rk+f2kJXCkMPNx+j0DNvjjqW436XumWg/ZruTI/SZkBciPlVttPTkZfAQgUtPqlmOa
UQbMIL5SpcbKtacVSHmgdnWqxncZ5zhDzdgDWN8u7GIIAkkQRltIKZl2z3QfMuQI0NbfuF6llRsr
tRNzJUKXT2hYPRAXXLQ+mY+QtrZcMNm/onZijRWAr4yiK472hzKNXGvOUynNK5zeRr6AgINStfMw
c9IXw+M7zcOy1YdHGvR+KVWh9yEzDHfSFlYfV/WwiNqGsllrg/Ahx9EI/b7RuGa4AMf247mZlZUL
Sx6LC3UHiNPmYJxllaG+Ce3xKjWa/GnUjOxWhy+wxU7PXpt9me+bDhHDrMQHZ180uljF8eQ7c3wr
uluesuFYuLp2HYDDdtsgCRJCkxPMVGZF5PuEEUEMXSYQkSjnSzccFvx/dhqTrnqSCONQW6RG4cKz
0HGPDFJn3LD7dNPahzTzENdkkaZxbb7RxJnxzcRixuoi60ZdLZqWTubIvoBGhNrsMOCsHv+gobQS
TsA6wtGxTjVId5by7Y88t5z6wRVjJw5ZlE2M+Wschz9QgIIsd3YxvYNLDOamcTyfryBtupmF5ZTl
G3uArl8FjMngGRbCheniWy36aNsx++ytUKVrnaEKs3GWjNm80SFvHuBc6D0OOVSuuRHiI0ve+Dbh
0tWPcuj8FB5hYRQQncAmUrG0hIYWy8xyqIFC9wJ7mjW6H+jPpskcKqTSaT0P3Irdjgj4MIP2Msfq
Ti/mMtQD4F9uKvy5+WhCbzz4bd3Y0BaBD0njtggQ3g4W5RFX0TvkTVkGR6Mxs2DZF0P4aLZF9IIg
B4DRiuzeXTTNaAOY+ZbltY/Mv6xiX/ta9B6mkfMw0dTxYBmhnXA+6lCDiwmcjSBROcumbnIhI3v+
xutj+yOFnEyvLuWDQDNRrXLpYkODKLX7CKPKX0XOJKvNGPsWDKkiSo9t3banulRtTszR6DW3xdSm
GmyDOIz8WRBVTbTs/CJ905ieylMRhZ5cWpY/rh1X6/F5LjPypZIzvZtCJQ9XYxDHsPZ1rZg7g+O9
Q/Cxbuugig9R6TJ68iJBS8GHZco/TWpcNa2A64E8Qa/uGZhR7mmhqwN/4iqdzMKsM4NNW1Z5cDK1
ST/L7FRhwuTVS007WngCFs9lL+OroijccdaOjn1vk2Jk0hzpXnLA5Gpwjr0EFf4IUxeBzVRgCNec
+TNMRhje7SygxHwlEntiDqAN01GDw0AJQ+bTRko7uM4mOG13OZ3StWV1PcNbBE2LwJbDdBBJnLor
j/nid84+ZcxFMURjPINgOj3pyvbPkTYNlFdvNDsw1jY+i0oRwrfU2c/SrwsWVtB8OKGOn5rvA5dr
XR89Rb0s7hmWMDGyA7FpGa+91bE93Q2D7RxEIafXMU6yFa6gycHVXefFIUDzDPvC7Iqb5A1/qKqY
Z8Ied11oDwcNRpSctw3bFkO15lsOk5yeoGrdU44k7xCUjjszOJWRhKVgk65Q1bMfOxpzjGx6hD02
XE2MfbaZ5iLaygOCsTHSs/faUMYnI+toSaZAY0PHp8IimmUSLtTesF3VhkAJHWnqO4Qe7aqPYkab
UOD2KPpqf4mSqHiHk6LPkSoAk8peu/eivrktx2p4wY4QHQwqgevBHXBNgvaszKG+07uauYruNu0a
1m+487qm2ZaagNaqpVQH2OTqS8Pu3mgIkUHIKDlAx0F+IwbjEBLv/Axjs8I8a/BpTIYcNkQQqHI7
hba+EX0xHt3WTl7sLi+fyhA2o8YdeYu6uPxRZA4qgkFp9wN0jVs/CvpD2g3t1mL6fjDNhIyq0dS2
oCxUNj3LbJYSk3D0nNQ/hN2ZSiUDI4PCZaCvIzGXuqdqFq4tCZPzjSJkCqGPS4ZVHOYwYdk54wGy
g58wFEJkbTOgbp3qFmuVoYN742m4E+HDeSMEzDK710gRVXH/Le9ysC5QhchfjF0TbWQ0KPoRLOfn
TUK13ZlWvKjcXKTzVoftNxuE1Kl9gBY5BH3m0qpqWshXbh0epUY0i9MEZTbXU+NFpq62JWAl2AXe
4D4PmkXORe7ZR8Bn9TomWsu0XE8ee8MF7m57cQDZJgu0m9o9CoRiEfjYD4XYtO2qVosXWhIOj8yj
ikPi6cNMUVCdZV/G2qRrwP5zWKFMeXEhNm7U5HcbugjzxasrtZeTXd6A1gB7mRKaJR7Pc61yCTAL
Ot3aKDPW1pASUzjhur8aUL+d05emt8lA4pOgwn1yVNG8hp0wbphJojTtmRBVWtatiddSzrzmMYL2
2bQLilMh52PhTo88v7AF6tJ7CBgspAvR6eGPEVf6JQgszQLDwpPBmmNq1ga6miW+XhzlmNrG3DYt
A7m5XQ/MRPV8N8IPp4NJBnGkHNF3FZMmzpxBY9jGfrTAhR6fLgBO+zEaGzKz6jaMZwWwExrlHqBD
THjeiBb2Be3seKe0tvJIsBuzJ8+xgL/APpa+KyEpudRl15BxaKfp0LTtWPn5pjQZvngky7xyIjH5
z0MnXSB2at8c4ni/QYyXoM04KduelR6rEENCX45OeZNjSrKIoir/JoseSak/4hkxi5TlncYMQSpS
pgwqh1DpqUpNuDMwetaZnSS7Ng8onAKi6Bm+4KQVVxY2gF3frDVA73yZM1W6HzoTW9AReREseC1j
tNN7uPtV5hO9wPcCyzsEn6rlcGwddPjCNgomQo4p5kYPq3WTjA3syKgVjP6Qyy56Ds+FQzMHb6PN
11Yy2i8CNtRJQuJfCK9grs1tdThF+iZbRIDCc8TCOFZUanjUYffgXUaudYtqyFJbWx9g8daS1ijS
injVM4ZGUAzQ6+4Qopk3Ze80N+E0jZvayPEtNJuohU5SGz/SZMrxDfB1iNS5BuHLtyj+YcPU/kcN
pBXOxrPmam6YsdoLq02PYW4rd89UDeufTAJcb+AGj9BKIHUkM4RtRTDrqbM3Ztd6xzpqgiUoHHP8
psKKl7yzVwRFTPCg4KilLmv1ECB+M57QkPs3gzEyIQ/ruM2SGTUW4itUAO3KzZWxzRs4Emjt2tXY
hYhtojoP2nmH4dKuzkJ8qUu/LIadgSh8pF4yCrykB6MBWqmma9sR9AWYNXUL18mmJ8rSYJ5HuDOu
U2/QvoelIz8oKuzN6FjlarIzfYluobwXk2fcT2ZnfFQlsgG79QLOpYlZS29m4feo6UQEr0JYB1oF
tTTMBH4njbRN7heSKZCPHmdInxZxx6i7BwBS2nflo4IC2XPTh7rPrW2uYu0lJdOn2IxIT/eoeso9
Y+t42+t1c7RDrYBd55f1IdU6ng1ykU7RyHfz7UEeWFFgARhYRohHZO/PgB2GH5YTyyVdiM1n0vG4
JAMuRuprMxCBNnmHpVFAgIglTmgoijU9ToUQpB5XSviEcmphV0VLXLTKu66sg36WZC0rKjHL0xgX
5WsRa8W15jvaxnbr6b6GdoPwDhRgmiu/rRJEBgkQkeP4K9Gm2c009ebK6Cf72oZG9+EgDEE5Puln
FmyabhR+KcsWwP8aL7j4kAZj/3jmIpzopcoH17W6b1lE9YGQZXpvDAlLV3VlC792KrId2MU4NzFx
2WkQr2/O6i70BhoPxfwc1nAcZI6KQYnpLdJN89aF47oNTC+/TsTUvpqN2Zuw5p20ZLcH44ViCbxl
9kUK+kqQrpy5psFGaLltsLKGoDtBocJ2DZco4rItmYAiMpV2oKSEXvngdYgVl5w041WoCINdyqow
7hydYyJFWPg6tBacjsFnAnjSEcEkL3FgAPAbI/Rcvy61H6Sk5kurabPpI9YyYyWV1XpXXmdA6FBa
1h6aEML7jgwr/VHKYFLLyNZruFeqcpNtFDLcL0HjQpWSXpFAfoiTKGNHgymX3w1F4RtLOUblEYqm
9iAq0L+VX5DjvaJP01ridUfMVFFx2O9VFDjleqyRKMwij/N7RpxSrj+mhuMY66bLgbDGjJuAk0HX
TfRBWVEghx1aLdjJsRtoBCuOgQRBjm0E4xwj8L4+QG8aC/CdBh3LDKO5zkZsERGKijzDHVH7aGYy
cTaelVyNUvZWc8dafM+ZhM5VFhjdLYegq+773qMbn0rRWzcucbjDLK01Vm6he+beHX/yerH3uoJz
42WHPNAyXJgopBN5smWdDIpgcmNaYZEAF3doYstbaFXdaeXKtIlNhv0rEhBiV68q/mlYjq2+GCNX
759hRZ/nNHGYaDTzVenhJ4E7x4GU6c58LADy/XuGYmnJzpil41MVAX3Fx8qRJsPkoib+SM9xVxvX
chrpmZmHpfYRmwrRz5upryGl+bChu9uBKG4NlQOsgzzQrYpActuSzZH5hedB88/tJoTA40J7mtlh
0Uz7qvXN4nZqoDxd6Y4O63aOzmtqrk0P50vopbbt3+uFTljy0FntcKi1anyxsVs8W7KXabsqIwZM
/qwJ4BFRULu20wEEoRpALa6aBVPs8iaA+YBeo9KH787gQYw/IwLmnMFFfEu+XfONAU294xbKO99O
8RLUNAuWvGtbrzWDxu8haoFdW1vQo40e7XwJCsfBzajileUCItlgEZI2UXMVGYqUEhtql+01zP57
5UBjBwt4LkxV0Cf62XGMKu+eU8FfA2pxMMUpZ68ghnWCMEiPAPi4oHG2np1MN0HseoycwHUmY540
LXQEIK98nnk0WovY1Yj3SkvyZTI4xFImmT1LiBewFlA/xHWahfZeNV25g1JU3sJhfjUqP0Yvlchn
ysZkJYWTLMeQpeFbuXGne5W69tM0ux9aonwlim17Dn1TPzqNi/BZl7IjVkA3fdxttS7sFvWkcdIw
MCpXRjuiNJ/qMP1m+UHdP/ZB7FZrP4n0YV7o7PZL22hCjj3LsDrocRaye6+HWLrg1CCPeyiHIlpH
NjsxFXncVCsnGThYuwCiGNJxsAXNAD8nckb0xobxp3fD/UjwLRs8wyci1DNxRFDwqRdp5kXle4TL
QrCKscxwTpA18nGOw3mTH91iiJOViKa6XttMDNkZBlc7ZsgGIMWgGfzukBl+zLFhepEC/hEhp4Z5
rQf1QH3plNwnUDXTf8bfhnGggNlQrWrQD3M/+NijbJ0AHcrWsb2awMKmkC89DOd4i6Yl01AWDSX+
2AgZfXxGEkhiLlymbFc4Vf9S927HnJsZtQUSgXvizGx05Ebgs0266fKCbYHZthTXE36n7bXjhYla
N7YY3XsXmtFBqLGKl+OIA8Omlmj8N6VsUzWHU6DyZWiHYlpmo4jzWwGqQNMNugtznWl6+S3NyZA4
1AUa30UXJS11tF0aGA3BvqLJoRaoDiNC/Hrj6kwjlikownzo86G7LnSXT5kmlVYsqqCc7FXl2l0F
fyGV0wzljqC5SVrnB/ARRwpHjPvYikpu1BCn3z3YPDZkp6Fj13b8rc7ZYgczCJdOi/IvtYOj28Fp
f651H9kERBrZ3kpbF8mhIYQOvLRFnDFnCt3J6zFitBrnsXEnLZRDC+Sj41qhXWlgBhZeNRMBZIKZ
niL4WZaDlrtzMYSFgLsJ4rECpNE8Ah9cuPVdqDODg7YzJFfQ/6vvjqwM8rkqq6UUwk1tmPUo6xlZ
hA07jezwMKYY6Kb7YkrC70kqe7ZHt7DiEOqFg/2IEVdIfpFUDIcoydxvYx9Z9jytXD3etmQGLRMx
FNrBqtJUrtXZ+mENtQ0fZOzkwmFtDI3QPrTa7JK5jMPmTIzAUe4tY7H1cuZ0gIfz0cCV8kWz/QrS
ID4oRXo7+kHOUmpVis67DazIeu/ipM5/qNxltBo6uNlsRxTjlCjBgCtJ1GRRt/BFU8B68rwGKv0U
ZXF4tvcNy+9IRl3M1gu3sKtbv9AjK5pbtE/dLrP63l0joWwlypFSAtDGvdts0HkXtzih+LdNZXT3
qq8GsWy4KfmC83jIj5rK234PZpLcFKSVPU2dM2Zz0O4+Jgw974NVxlxgU1ZWtY+LFD48bX8IjI/n
xW7guZtHae09xqqB6m9RsL7FIhiDnVlSXTwnOLE4UNKFjalBOI4vI/y7em43vXyBZYt3VddSYu6Z
KwTuWo955JY1HMFjmBrxy4AK5M7URutJUfswmYRnwKZkR7G1a1Gzj7OmavF7wdOq8e4yPezruyQo
iWo+w00552jl+fsAUffSS1pkRR58+GGJuRU0aub66rYcdGMl1KSfRtTgR6lKmxG8FqpqLbGSwXAK
qOWByXECMzANg9WZzQLxJoEzQX9mx/O8tdttEhh2O+t7Ab9Dz4rvYcaUeTZ1Xv/SWnZyF7VD9jEM
qWREzwMCZEgRtGADyzdAN8GKMNO0QNgaVI8tPlDrzo2cfR6g3Ld8oZ38kGOnrZAu4Tbf93AaNb1c
5bzyyVeeK9bZpORJYgiENk4G7mFwoCskvpDJMgqoLuepnqb3fqsZ3wo/NzEtFa2xpZNNaNbDZFj2
ZljqizCY7Gpuw6XmiGBqAl0CgG1tBaa98D2DQWY1uqSV+7D/Z1OVG6hQcqUFM/IWYmA84rJnqUQV
3mC2dLCtadzaKL4YV9TWtA5oPWbYqHYvtVsRUl+lyu+3rT+S1Ub5ubKbpLiCiIIDCvwCIpeSoTjU
Tdafsjw9VwpBdCrKJIDJoMwHN9eMdJeAiq+7ttK1k6dqf20mvrZobP9m1C1jZ2F+cgxwffV39MLV
uxrjbOMmg3Suizrw5RGfsoeQ9mWZuKJc1OOAqQ9oNjuTzUwN2HG64VPYx1HQEFREO6yKvFd4NDEx
xgMj3yEYtKhPC3srafTUVYa7B2ohPD5DNOEeBMwgjvIPrXHlvhzqdIfSh9BHJ0BWlcrwDc6e+ubF
RQPhCnU0Om6Jl4OD/eBk44Q2MzpA6WU4NYgJTTNKDzzvap1ho7DMslbSLyDUO3cGylpafdugs3Og
ly4CyyTJgruO5csYPWEPYM8ds3rPRWWcVIGjGTsMCs+oy9eFP9n3bazLt3zwmuse9fu2iVPzjpFv
iS8pTWXIUjAgN3gu83PPqNamBigGMAOzjOyCmlIDmZkzQ04+7k059NQcVG4z1phhARdaloLJxhAQ
UDAHXKrKFPDVmaIjJD5vl3f1wO/xppvmiOiKx6E2qmWAccYhqizvhQB0+UoCl34YnbMZiDNCP0FI
vEFHZcC0KfHdkA6eDK6wwhNjNeeWk7Vb5AbIKh4E9h1dinZwMrIeayPK1MLi7hc7mFfGzrHw2mfx
4+VQogtEk1a2/mMBsdmYD5zJ8cHKsuqlbjAJriKPy2onrViGlko2eRSE+zRoSaOaYtVvujAutkFd
tYsgVOKV8mC81wMR8bSQFNgAVYU1Rua+s+r7ESFckvgbkUA50Ksgo+SKkvJZ2jVkaWY/0J6gcK5B
TVmOge5WIzMkvQs3XpnW915j9I85nL0Z+iEN67HKXtqD4MFktswNhKNQzTrZUf5IVJoTpeAtFnX2
wTNqjOnCXtTUXBqbKinaoprlSi9OlHIKwo8NEBBMUHizqKk3YyaLox35wVJZgdoPCQZr0CqDnVVr
+gNRscylRl2DM16eTbhmstbfq5r2rs8g4RuOEd1yqKdXjhPVi1A41aOettnGE0hezb4hElMM7AEV
OO86qZW/AEtLd2xsjGucKC6eTTgO3VLlk4NdIFVHAK2Jgvy8Vs20e9aN0X7qZauttMFKjnRNqFSN
Nlu6Jry3sPQ6XLKwp3lP0dq+Tuf9dnRFekWvZowLL86Ho9GWiODaSSVLFPoGooOSPg0LI8wS+3GO
NTCcr20m8P4ZVz6m5wnq9hir59ckKUV1SDjUImQgvV3Lk9PDbc5muDVRMc8azbWDkx5RtIGeK99t
b2G3xVZCUVzl4J4JFiTY35mR7+WQ7LBpgnQCFSO/dujTmaQRb6HYWHOnmuQJ2Jv+gtZF5ekV5zCy
0lnpZJDbjhONb6KtJrwdwo8xJ1Z55U3QjG41uD3lx599MT9xyv9p1vuLH+dYOiaqB9Pc0XlDy2pK
PK/D3hMPf375n6GWv3HCtM6e5r+8fgN50OnS2tpFAxtyLJytL09m0c/89oU1oxY8bRHdlnGjJfoP
w2/3NgmAmRm9Uyd/YW762Xe8cL+OpWW4WVYYO79PcDdE1rqSmfoqVc34xIDWuvDjNbUwRQyCejUp
/Icy0o/QvyjSxx166tugnva5076psrjJxmFBdksxZ9w7feHHe36T313fs03vL9c3TXMnxn1R7DQt
NedapHYG9HC2p1t+/fkefuL4a12EKWCEkLv9WIkdD/lz5ahbR++WzOJnf375z+7OhVeqW2EDJ6Q2
7MrcM6+YydZbvBbaxZ9f/RNHe/P8579cH2gVCPeYiu9ot5Mry7pRk3swExJ7c5wPhvGjCbVsQd5u
v/7zG35ytcyLB94zsWZShux2AZEkSwby9rJ3p+86RJ4v/GU/ueU/c7N++UooZIw0jCNjBw/2XUL7
AFAY8Tbo0pcvIwc+uSnmxTOt1T+tZBuxs1rne+zIdVlm/57V+M8YgF8+/hhw2kLcExiFQSNIYoQG
3JpZ+VWs9Wc34OJxdXo9T4RATFHmwWsbBHeYiW5c9uYvntdPnIRN8+9PlGbkqkzps3fnSBZLMkFK
rXdwgscp1r9hHNd98T6f3QLx9/cJtQCctEnFLpTtFdDIE2XyFy7M52fxN5uGeWGG3FBGRXTm1a4Y
da9dlEMrCHQQ7kPRut3KMT1hzRx/+iGHovsi5f6zu3Kxyi08Y22rbKqdY6Q/OjuCqq3ba13EX+yD
n9wVcbHOh7ptGNrFJOPgFBJ08AthN2BZQO2xxO14+efF/VkQiLhY3WdqDjVmUe3IqNt7uVo4iZwb
MXP9bpp5KkENk6yrALpFARCRpSukCwiapfHy5w/wyWUUF0eZaaLwFczxdlBIMFU2IEJ27kJjsP7F
5vLJfikuFj5iDC+x9bOxhp5e4e67javwiAPNsi/LndQjor4w4rfs6z9/n0+eRHH+nr9sBnldYf0R
2xUvTR9q3HApgYzDbV/ITdoad3VufbHtfGab/zOY6Ze3YpxtNb7ptjuVdNdecgfDaW6Wxtbsj5Wv
rTVzxYgcrPnfW77iYpuoTTXVnPPdrhBqSYjus3TVF/FAnz0EFzuD6BFxJUJv9jkjNs1Su8H2rhlD
Pv/5nnz28he7AyJnH0lu2O7zsHSvegRRmXSLG4gAf379T86vnyFev9wIP/VToMCYkF1z2FVVtGWA
D+7hQxn9IkPus5LMuNgNEBfkoJ1ju3fQts2D0kiXMTX10mfeEwDd2bm3cjxGiNIL5qRl97eZrz05
UbX881f8GVL/mx32Z/LxL9+RCXqs2/SJe2xBnQMiPIAS+kEj2A6eClb90LorxNHlYsSHbga9k3l5
gnQ5Vf0B3v9N6GAlhFTsBqXb0xef6bzV/u4zXewdKI4qQepLt1coZZeD2b8BRvDEO8NpSm4MAxEz
iRiz2KhQfLvJv3spLnaUMoG3huaDmNvyLcHC5b6uh5bCyN1ARlkPNR11vx1q8YgNd7aABEE9kG3L
VIX4qgfpGex8lzSzXxSEn23hPzNyfrk1A76xneYb7R4en7FKCzu8IVFlmaeVnAdFjdQZMHPbTx3q
ii7+1oZ3ldxW0rnHBE/7Ygl8ssR+dku/fAaskuWgGSV+YyPAHlxYuYNRYKw8FwHen2/3Z29xsf+Q
MlE57RDAS8aHZZc1MlpIE4WmazEi+Pfe4mIf8hu9xCFP6/d2p/ucSGO3EXaR7A0ZfFXrfrZrGxeb
UY7LPmwT+MiVW35HwFIsfW/Enc3UATa9+BWmC+yIpTeR3Fd/cQZ+skH9/Cy/3B2ztpkFWFw6hEHl
QroNc7O4bfYkNcA50VX379Us+sUu5bIuYJTYPU8BJkIZ1J7HNM4/XA3vOh0n1pU5ts0Xj8Mn57p+
UbgYvlWRoc11JMEs75q5g/uY61Gv6LcYg8JSXJPP8ufH4rMVpl9sNLJ3Ywst1riP3G1rSERA050u
01PT6+91YePLKpql1oq9qt2nyJSbOKNoa+Lwi9X1s+j7zU6nX2w5WJrpQw1au+/y5n1yEvRsB8wq
1lXS7lEkbBS+lHa9kYH2ETQ/zjYPeo3ZeQgNNs3VfZYNz3pu3OpK28IzPYZNstBLnKLy0ceGZUKL
A+VMY0G1TA4GdDXDCSDli4DBzx55/byif3n8fJ/KGPe8fj8JJJcwlAvN2Ye6DkfSh5vjftOr8ioR
MRP21vr44p6d1+zvLtlF15RpnSZrTDj2iRb9oLqIyP6erkiMWI0TiNy2M1EqDSaWlubZM91aYDb9
VfjUZ6elfrFXdcKKGjPmzaGu6cNbQeiNad0S5YbbebmCH0LSdKmPEC7wldEf3dFeyfLYpsHNl1Hv
PzeU312Ai80swSuKoYbZ7YHUDx46e3Uf++YT8Q2bUJc4ewaLwBMvSYtoVpPWVzf7s3V5sb/h+1op
D0LOHi1CvffzFNOpAAaXE2LmGGNGjvz3OQa3nKeuQ3DymF4P2AtnCTPLyQv2utMsjQmv9MAtwp2W
ye/YNebHKJJfVOifbIb6ReMmR71PC5Ti2HUiplc4fJBVVG79EDV680Vz+PsuwPQvNsLCCBMHtwqS
h0o8LaucgHkiiPzefBRhfyv6eBco5+bfetLNn5k9vywvcEhE/Fjq7svQtBa9n1+NOIJPmrY3B6jD
emUYT3XUjNceQuSdi5moB5lFkZfy1f74+87e9C/2R8oOTJ56FnjZZ0z8YUpDIH20coTKmUCP0r24
WvOijeYsisheYrqBtrYqgfbYlP58FX7/2CFq+/seA5sW0FoX/R6z9gVyhsdyKpelq2/qgPAZ3dhz
BXZ2YP/489v9/iHCXebvbwf73cpKfVL7Ei0K9KpsM+beLU7bGB8///ktfl/vmP7FBhYFvg+/wJZ7
bBY/zD7duVH4YNTii1rHON+c/3d/MP2LPcqv8eqEVWLsRXHKjXRDPzxvHLSJRreACzgPc7HEMiYN
+nUDuj8Gr9IzoTWQczBiq6ie2q86y8++6cVORRQGrilFPOxxSJ+3pXwddf1dRV+s9096J9Kd/n6v
TBISTQiV/d6PsnVrrabS3fMfXN5mWjHtxLAa+RM7PLblFrX6n+/eZ0viYpdROX4gitH8XrPG8iSq
otukCsn8n1/9k3vnXewvFSFRLg4g3T4m6avwkluoK9uurTeV45y86Ivv8Mma8i5KrBYuNx7Q4ELT
RLizMzVH2HbQDPJa24U4Z25qC9YBLLliPmneF1/tk3PL9C42EyPF76H2uV0eFkbTlE3AGOVHl1tH
S5tuvTpfVThNzmCgOPQ4wV0T21/sY588h97FHjKeIzPSxqL8t7tbLdFextwk6Sub/fmmffrNLjYN
XTXofUqMVNLWRC9upKfQi5tF1J8nSZW7x1bwQVfe1UBYCqKgLtlNgl72i3c/r+vfrHfv/KT+ckw0
Qz/g9V22e8yKjKtAWPhdn/NMUpX+0AkbWAjDvXZUH89jXBEgQ3E6txBpb0aRJCesZf6Vj/ufb8N/
hR/l9f++p/yf/+b3b2U1Uu5G6uK3/3Nf5vz67/PP/N9/8/ef+J/1R3l6yT/k5T/628/wuv9638WL
evnbb5YFjJ3xpv1oxtsP2Wbq5+vzCc//8v/3L//j4+er3I/Vxz//eivbQp1fLYzL4q9//dX2/Z9/
nWNo//PXl//X350//z//mr9UH//x+NG8f1z+zMeLVP/8SxPiH8QkuC6gnQlVwbd4QPqP//0r+x+m
o4PmwPJ3hDh3IAQtqOiffxnuPwzfAcLC4sOwoVj+H/bOq7dyJM22f6Uw70yQETTBh3kYHqejI+9S
mS+EpJToveevn8Ws6lvSKSNUAwPcAabRaHR3VooiGQzzfXuvzfTWFN3PPzK/KF0Kw3VcIkMc3TL+
41+/3Ie38/vb+iXvsqsiytvmP//DXObJ3weOxd9HqeMqfgHHdSyYhB8HUJBhQEC4i59T16x9QmJV
QKfbtb9BujJP+2SW34mdgO6c1pKlI6xakjMSKbcwCLInaKf0Dzu72mhaYa9HckkFuDo9vbRL6Lim
KsShwxtYegpuP7KUGRQlntVJPQL+Jsu+w0u0hiKWfXV9ZBLauMDkUseremFgfTWod6ErU4RfFNMu
RNX0HOvwbcwMH79XGsOG2Ih5ZUEYXwik097R1bBOCP28f/dSf3tu75+TWJ7Dh+ekFDspIRfMnm2Y
8uhDK6YY824u3yzHEvdSJ4SugcQ47KwOeYkJZn0hf2fhSWDlVeSF9FKtyQVzRQXJKLAtBOOtFsUI
KxECi1u/pdlMGh7IL04y5wVG6HRDmFEPxaiugeUbCLI2OREtn9SV//Q+qIyalqsLCoz20XQoCZB0
rKF4q1B+32S+/xrKhHwfzpyQOzX4N0Hxoy5Hc8VGXe6CPrRvXAxIq3ZqMCA4Zbzy28B4hlJB79Bq
QW9k+lmPpnuP5J0Igrw3r2QOdSEwsAL8/Uv4uC9jrCrlGqZyheKzQY58tHTVECRk4wZveQYQGC29
eaaCoF1NLRZqA/zSJyvk0dF2uZ6LTsRyeae8Vee4PjsPaUTkpPPayfRRS6x7XNpgybB8n9AnTw/+
MOgwE2kNDmXB2B+zT5asnx2uj4POxY+lC1uZDum3x2sXibFtEgvQOaTJVeB8awvHNDmuPwo/F2+E
NkJY85t+b2tAgTcVZMhnLGckh0DXnJ4GowqBvgObPEtHcWkttnjUJmn1vfcx/83woMO1qbel8GZM
VodeCQKfCsNhnx1pmx6NPidYXyBja0Lnm0vmk9fHvSq2gGr1HzmK5MtutsPpk0LTz/bUh9t2mZUU
3DLbNVzLOi6MmJj8gzBsX2RfI6gthD2dTtjrHmu0qj8h4cUWGJ3+htZc9B6UG3OZC/zmIiXb6za0
8TR4Y9fohpcMuAy7lqK1V09l99XW9PYihOc9b+lGXNuqsR7GcBwu+L/qlQZ8fWUWsXtAr5nsa7uT
V6NS1/h8nP0/HMquQfsJ/KJwBdifn9vad+s2H0cRQMt55rxmwngjhSBNwL4YgUHuYeybn+xOjlLr
Gcpcj38D4GU9YTgfbZcr2iVCTtVzBxjx0fIDC8REBNgobbN435Et+yThsp4A0jyErV9C/vebG9Hn
+ABEz3wknKA/KwAgZWvHhU5PdzEJ1rWJeCoFbbfXdDC4K4ME4479BWyHeRLNdaSq/g77BhXpqg2G
O2NEcpKixPf0wpE1XJhWADuRPdY+tz51ZdS96eQxXwIQvcod8mA+GVrLDPFxZBnKMW1Tt10Xffzx
NjQDnTWSLvWyQK/WSVBjm+FhwQ6twwOB3l7DwvLJo1/2f3+4pK2ziiuA3fi4+PN3bzqMIqe1yvFF
T2u1J45xXovUCdZ4T9zP5qs/rOV8LsyPvGFXLN/N0SabVTrTRN28TG7/CE+/woDTNuk3Y0Gtzi4+
Tco1M7RwS9E/UU76HRt8QrgkDplPfpWfbcqPd/1zrNE90vmFcOl9vGtod8B/hftcmKP+LZlm4Dqd
a9ZXgIFQVQECSPoVoHvnnhxCXXqaGWiPhMsNj4IQYKC9Q3VJ5BZqZrLQV6FVUqUFbrnI6t1o6xLe
BlA5JCyFMPsZaGxe5Rt2LSQzBHh3uGDmfCr8+eOLxOXE5wpigGIIg/bjLenRrIhhJWqnh9/ngWDT
kdDCg4/AQ573U9vSGlZ0ZhYCtoFnsQ9ex1otmdlQK0Df4syragOiX0niwMVcYG0g2Remh8VdPA1R
ML0hQmM6ENqMEpJI3FuzSZuLBL7M4zzK/qEqfHGpaV2/ZOVQgKuia5x74KLBfcPRiwpFiJ/eBo6B
R6rIT8TUTd+StKuNjTml93rZWgfbCucDTonuDAMV8d9Gj8EfGENM6G9AyN61QUxls3YzCCSffAni
j+NTQqh0dJMHYDqMjI9PUPZtMzSBeKpFqH+DSGhDLgtNnAzYxhE+N/lUO2vDHYHtFPa4d0K468kc
p6dQloJ4bSmhQw9OfTgj6VfLleHXjEzdN6jk+Rsu9matg5FdstsDRJpA5Yvrn5P2PzrbnEcvddEU
b+3xyeXDYeeyfM1v2/r1tT1/Ko//yf8PzzjMiu/Wr+UM9eGQc/Vad++PNz//8d/ON7b6YhN0SNgh
uxQWmmUT89v5RhlfJHs112VGEfzBopv47YCj6V90k60vH9NyNGJPvTQQfjviaIb6Ii1dFwpUKzM1
h51/dMZhWP0+F9lAC6F7mKahOODoOkedj8MuZLkjVCsONpVO/40yCy1kA5fxuydy9evPe39C+Li0
/HYVlwkCxqhJ4e1ocNflgOIlIe5nqkvqDGqH+e4JMvK5WYCXiJL+Cqz6299fc5lFj+9s2Zs6NmuL
wwr/8c6wN+X4ERttPfigQ3XNB/wHTeHMauanse/l+Zhjd/v7a36cBn+9Tzz6vG1p8K9jqeLQMh8V
Ta8BgIi+Gi5SzrQJZmYQmX6y/f2zJ8pOn60+2kcG0XIceLdygjSPnEC12ppwz+GhyHUNtqCeXgxB
b3hT7hsnUh/aLSk26Se7sz/cI9dje8bOBF2xqx9PVO4cSysxQaX0sQI+S0aBcUvomqVTOBUw0//+
iS4j48Nb5NuxMLsbloS9oB9vd3H81qQQEwbgOA6G46gBYGY44cm/cRWuxKmGSZidyMenCSx9IsqS
PkyXjv65ygFPaKH4TEpyfC+W5Qh2w3xpFjnBzh+a0nkpGzPy603a5tOVS9Vvy/43/+SJHb+f5Soc
AzkQmcJi4jm6l5JVo8nToNmAMpdeQZvitpC+fVpWhr/7Z4+NSzlcxjB1i3xycng/PrZEWq1FSl6D
yRLGmBvIwhuy3vlkafyTx6YEuzZesKU4cB7dUD2NaUdYY7MpwcGsNZ0q/DDNweYf34vi0C90QwrJ
hnR5rO8+KNQVQO3KqtkMiz2uyWLpZZ0q/uFVmBiY65kCqVBJgxrDx6tMFtJfXHPjpqrIpoG1Nxo7
GJPVZ9q/5fN//9mQfyOVWiaHZY/p2Mtu493d8BLqvnOJwXL0Ztxk0IZPhKYn3wJTkWVAvG1+9feP
76jEa/P2GQWOqViZGHOuOl5IsiLv+l7pm6iBvJZWUl93wJTIx9HjU9MunwIzc3czGZqbKaTHIxAN
npEkM30yMRq6XAbE+5t3LFbTZXWkmLvsp44eckP0Xe/0Wb8ZAgFLih0L4GPYQU6+L+OsLEnPKQ1X
rs0oNsV2SGo3e/DLNFDXLVEy005LB9waOhvMU0Edq1lCRIf50RLMdVcFa2l26jYaqGxPsvfCS4rP
M1pR5qlvNGxgES5Cm3ZfVnBuPknjobxq8Kz023wo6zNQSRkUXhmOClpAmdxxKMVzGNoNpkFaeV20
Ih6OjgZJ18gO47azHTqadIOpYURkdjZ4Ln40Pglom771Z/MxMCqQ7ZTVsuigB4ST3QwWoR2HJiEN
sYvxpEO6arMeCCBgrHU4lTN0oWQuEu0gJHCpM8dEN7kO4EickW0/k+vuEkAPdEGHjAGMsEHP1ZQb
N7f8bgOxLzrEbEcB9wVYGIcIEYo3+MF05rdoen7kKstgG3fLJ0vkrUMEWE8sCEAD2ItbKw1hfRWc
rYXXjrYmNnIgyQ6JDpYLIVq4TpqNwssrjBBgOeVX6yoxU5tc6FozDyYrnfIknDkEHZTYtoXWhCSZ
BFIQzw4/I4eYJnB+EidZkI1qiHnciGZ0bojKI7kOLj0/RU+w1W2wBE5v2ly7oJrNiLDPvvGbl7il
tLSCIgntbaH0QNts3BslS/kdiheEIyOGSemNJocHLzYHfdjpiTBKwq+NYbxuynL41gTl+DabOStz
ZwaPHLvqp0iHjrwmJ8EHFFoEXbMi59N+BCQEQwHrI77h0mycM7t2McILTWmXuuuULwm49vCEGoU+
bwnqwQlcoEisNvQomtOgDol+akklKjy/YFiTRBhCvCenxFr1gqzlhYd3UVd2/dDklsSD3NsBfPw6
KsmSjonPgxkDPUgXYOnWPiuF5ZUjuW9rEtWynZbEzvc2iMpHLZvsr4MsxzS7Ur0dq+La1QnQO8f1
W3TdpiUOYhfhvTZWEYfbG16ZMNcSoFi0SdgWDXhUR/eBtEnio0miRGwdDaOID0oD1r6rsR7mW0JE
SK2JWvJLIZFblbH2uyZXVPcs59JMsFACbTFJljKnScxnQRjEHC85OLb+t0TNNfarceh4N4H9YxZp
eQd7CbFSM7cjATXEMmt0oar+uzaQpbDJS8O5ngqStDy/RvCE6HzIb8OhIPsoxOp4WRSCQDy4fHC+
RQj0mFDbsL9zutgmxIH48zvMnmTIjLJLLsI6A43mZ6astliVqgQnnTK/aXNfUbJuR0M/4GMdYRnX
tpAbX2tje9XNOhNRCDzqHCyq8eqQl6vWnelg1aMrkq7c0MFyDC6i1VYDzUl7BSAA3Op5FRuGBnhr
RpRq+IYzbEUB5kiLROR6SyQBaGDCzxtyuy24KhTQyk2DWbTauACn8GtpCgJUpmPaXHW51oKWHVW0
mphk4o2eW8ie4dj2Z31fV9MpB/+CQYk5Ea2UqIMfk6uqAd1KrZvnFgrg54KljLQRLILE85AO99qZ
ffYga9onOxxB5rdJmeH3xNKjh9lo5bd0Hitn5wclTLOJTkuM85U+QOr2xOxUsZbu9bkpjJ2aYvYW
elSk+caaAs2i0O6Y34i4m56HqSpuVJjE8Vrqflt5xTA6Pch5nLqrqulTk2wO4d/RQ4rEWaG5IAHK
MIGRzBPWXwoTQ+GmC8izpi4R9INH7Q8IHhAm+40DWgrSliJreuKbE37RzAqcam/1nTzpU4dtDuzp
6ivC6hgJgQP7YTWVZvFaR512IAdSGZ6cXOObNTvzY1YT4baK2WGUXgLfF2Ye6VMQFM2Jr9GRJNPt
VdmbO8YyYNnercanWR/IRk6BGzbItboeigBGvxuVJ+rNzavSZCpmF0BIHgz6ddCT0ACnyfoB714j
+dfU7GtRtRZhG+bCCAhQV+AtZw3aCEl++iYq+vCKuig5IP7ozDXQWMq7gMBkSCm00aKVqSIX22nd
dcNGW8LnNoVvJLc+Y55GWEzY+i6q06D0lpQBGOGGmVzSzI5Ig5d2oVbwJ/B8+jhW37BpkpRpmQFi
sNaJfC8Zo0pc6Y6yrqVVYihHRfOCtLm8Iv6bbhjeWmDI81TXTwPcm8gjOkW7G8Z5ehzDjtTtyhcM
faRe8kfAGjTtU/B3MPn8rIQ6S5attZ3MksC8nI5UR9OoZb4EH0tmFN7X+KoHr6eTjdwZ1/pchksA
sqtVW5wz7QBOKS4hEYREKAs9tExkxWP65lazOyGlL4hGD5U2nTWd7B3YwVNxvdCQU3rIrgHRbbAn
68QmTeMrmR0FNb3ayEav0troIS0gQqxcpyDoPJzk9AYYCC9/l3dFfUYcIsAsDfMo5cnZki7MRGT2
QLqcpDo0nFxuFDSK1Jtq24GappFG54RTfmmAs4C9N2XptSs7i8xn6Fz2eZVKR6OxqMf+amwNlHGd
q9EUCkP/emSJa5lruwVr7SBIw9/c3DPnJBIGdeJe4IKVyLic3n6t0BnRB6ubV1vOuMzTidw7Mp79
7raHeOV4GLjhwTqEyeB9pb5GGDbUve/QFOZHcBAkv01m19z4SAQvzWpMLEg1NSuLCoFtzMTXe7lt
UAnPmOm+T/akQ4sczZbaut9CfxaFeCFHnDSp1OxyMAVCPBQTfEGwMZF2WRaTDfArkuGryRb+km2A
/mzKRIC25GfjHxcMB2gspv5sYCW9KjEHv7K3Q0QaBFZ7r/kVNCRQi825CMqm3rRK+fOaUOs586qZ
aFWj9bU7LUO+tXfFUJ51tTMDfRjC/nnO1EB+myCIwWvklOA2J21lPTotG79EQdhrCa8HQ10Z3R4O
M24B0pKTGw6YkIDtuDRvNTCzNdEeczFvhhpEgKdsDUOgibofikzZZynGalENnj248b6pQ/o3UUN9
A5tozHglu0ZdoZBxAfsYhV1uZtNN7mJi0tNVQmz1M9J0ysyj3xhXoP3AqNO89pUX1sNsegoGdAw4
fcr1NUSd5r6tMnVem+lU7Sqt8tMNrW+juutmH4JlDASngzNbhtB17KmZPBPphr3GNUnEod8D+2Uj
W+bjxuxduDptqEKgowlk7rVVNO68oTPSWZu6s0lOtvIixDXe1mbFxkNT7WoMm/EhkA694BGeWIW4
Doo32ZzkjtiAPmRufWtVq18S1Oo2gJPA3IG9qfkAePras66X9I81aDz3XZ2512lrAA2GX5BTBLVF
f+UgS/VJeE3YxvV5UmzrqZvrDSlvabzNyQ4rtjTOCVGSVVJqnDgTWtOD2xfnyrRHsQYFX79UwFWY
M0SVwZ8BesqKiklUsLq7ZFEp0Jg/Kqfv5hWIHPNHERE6s6qAgSqvUGyjNg2edODLjgaf3hyJ9NqC
0FhQZTPEE08GcUkAeVU5N+znOjqZVR7d95wOAPWoRu5NrJGjBwgHJhuBRPlL3fT1GYEdbrGOyblO
4V0X4Svdi/yyL+rmUZf1eM9Ty14r6OOC2Gx/LsHjheXzDCjjJnB93175Ycg+OEqJliSXRoDOn5YA
ppxUkAtOP3q7cu0iD9dDFIue9NoRarIwx6xZL4ozYx3rTX7f91N2pzvU3TxXr5wHn0CoH6MvMhAB
pIHu3V4xCSeytVLivck58kQKidkjYqc9F12tW54ZJs5tWYWhQdAUjB+PvL50XsnIz78btQl7Je2W
MCScELYCCZW6zyn9pY4csR7nYwGx6Z7vC2J5rMFVDAFBW7vEnZsnW6Zo7iSnN6bYpIfBX1UD4N0a
egnAtBGl36TF01PZDYqYBrLLv82Vqh/J20lgFM9i+hGMdAuIVVDG+YK8P2hSTHdWDBjeg0EsCuD9
WkwuXR+oHwrkwKmkpwpTwRTd9448M4tZLfDPNEAul8FkyTvTLYfL0LY7my5hXJG+2rLASaFJ9tWc
Q08gI2VvbqCNzUrrG5JsrLoYv9IM9KUX5TNA8xpdAdkSfSNfOkYCp5FIgMyixxo80RDSLrUi7X9A
DSXLp+3whrF7iXlhTRBbG1CWtPbyoR7uJvyjd328fJnZoiNXHFdvR9AN4DymgNi4IRhMji6uaqP1
BBJBrCcjQyKZa1N+HZt6RrCmKkaSqoMBin42FO4eskv+nJB1jNTFtivDiy10Z7BQpnryjLIw4GXl
PnylUHNygvO6BBK2XcPni+0WkElGqBtRnE09PflOEaOaV4H7KLWoblg458nc1FZGJADrAihSPyrd
0wniAy8f+j2y7LyPPOn76oX+iA6UMzVqzuskbJxaZd3qMAOn4tFKh3A6xKUyES64eBs2CQnt8BR6
g4GAZCePYRcp476cU/s6Lgh+5T6aOlkXtdS+lc7QvLqV7NgMwuO7ZEUZyy0TdXYZVvX0bW7c7J7k
hImEiow8Ur+uCPLuiSx5kYQKvnY9LCIew5y3axUAC/Nce6jeJh5p6PW9TaRp6dssmbUwbweDY82q
zovgRGSSwArlTP13x3bDr51uwmEN6AmpHaHLoUE2SGuTpKhcP9raXUN/1Y9dedbmJlULm+22QQJy
NdPglRL/HtzdciR6LnBYHiKLPQI9bUoWdVuYIHJY3CcSEkmR9tICVx7fbufAF2zy0VnXU9PfynwR
zFSGxvI8jAaHOFmVDRFXQEL4kBkMyUmtsmDYOmjn54cEAVCznu1MT+FWJA7x8kI5r4DA2Zk50fiq
aSUW3dQah8hLE2NuGPOBDr0sNckw6qOM9Nyqt+F3WPUcf0f44TyR61JJz7Q7o/YaoWJ7De8DWHdQ
Zsg7CgktcdVxguHXcto0WxMkRkjTWeQ28tzOSv/epPmay7vWqHxb3DtBqxN/0RGfDMC0I/VC3c3o
SuprahChXLtxDqjE4U+/glbV92EC0ZOVo66e58QcjbUr9CY4Q4DPgqhIb7QIQozaEx0EybgeCfQA
sTYpSptlTVv41IxLondsm1A5Lw9CwddIrtQLFKg0ZQFejI/RDKzCA+nHf7q9MxLIFIEcIcywetB0
6NmeAKz3oI+zeRuTyWetWnv5UPXRj76OS7wmdUECfgmDGd8EsS0/2jhnoRMTMY2eqcam9sqGoz4E
WYKo2M9YC83bGOJ+BWGzc+H/JcNVK8OrVoNjCKc2rK/SSdoJjWYyenYZnc5HqKJWstFHJw0YMFSL
VwHLDTzcegrNDdOAyzoLOziHB57a1aMRo4k7c+cc0Q75SRMzYEP3agNXiDeFCDbN4Vawvs7MHabQ
I31L1WRgakGiFUvOhD7gfoIKfUKIZpX1pBfrYV9j31SZb+5UF45IthprSIXnT4GCyM6qB+RUFi0H
z1CdDuXg1ndjFHbFRUyiOV3odERI6hH227Sn/qys7g7U5VgCIJVjnK3nhAqgV7owX6/z0Z39Qzk6
YXsWThi1iCsk08+6cNOZQQkloYeb5bnQ27SHunXm5lq2ZT58V41NYmZQDm2PvVRgcYA8brtsCfRA
APZ2rLKrvBFtiSLalcAOMH52ms/Rddm0St8Zaeu42w6lJQfLFoEdfajWD0FXISEo9So7M8q5r6cV
AhB/7NeicptiAqnVulQ2RENBK/XKbgKVs7KIy5tfxq52ybyi1VTzsHQY9nKrzLlMOUBL4tY8K9Hq
cOumDtZvR0/TV21UzXmfB01ucOIaNOslFDGgMaiE7BbxbSC0wPJMMRLejsOJmxtY7GSkBU+tTugI
R4N75sDYCVbabE5tsmuTLgQEVZdMoAbPO7GyH2roI4diJxBDjx5Ekb1m/bzMItTOcutARombHnRR
xW3mAemjXxQ3PIOXyCEmEgRnHxmCAU2e4tmogmq4I1/LsjtKaNT9r7rc1B0KZSK1yFUmO4O8aVUA
pU+I5zXz6JbFqkkeEOESFUjIxoxSLLeq+H7SXFHsfFmp6gBewopuEL5NPAl7lC4n8s5Xh7GYZpIs
0q5riJ2bfGr/MNoXG6bHzA7LZ92xhwPIXVWtgcG2sDW5T2itCCzPbiYeM58sZlo8BZLTsZFuGu0C
OG3JuJ8M2Nnzpu3tMVC7qDNayKRILALAvJsE1jKa9opTkpOupN606AWmAZ0tGMCyTOuzwQGsy45Y
syo72YAn6Zp5YzsZXehfW1T/E1qB/rVuu/r1F6QCzS9bshyeWiTI/wtUA/Q//loY/V9oq4Pu6Zen
/Mcv3lP93P14ei8h4O/+S0BgfKGzRm+Nph52HntRCfwmILCNL0gBpcUf6ugI1AL1+V0hvfQA6Xub
CLqoINKY+5dC2v7iukqid+NnuaTV2f9EPfDT6P97q4V+nA2LzeE/DLUwBayjrg+UMvrscT2t0z5z
bqMRnHdL3YZifTHrz7J0BfNunzCf6QbxP8zHk9dStkOE32MtFbCmr8nx9vdTNJtflULCimR15CgX
seA+JyS+7XyCu3KPBU59Ygz4icD58NsrYSytKhplFk/kZ0/rXZdM02dfn8AbEsW0SEJHKW4RgE3Y
NF0iOdkr1w9gY9k7pT77sYm9rh1BstcH6G9oiM19PRKj4WmOImZtoI9DMAsMp/uAJleS6c6FY6jp
qmvl8ChrkGiUEiTZ42M0b53CXz6ulHUpzrT8cSb3Sb8M0uVID1JzugZEF54RZ5DsmedTdlIZsTpM
60m1ayK9F9678Xf1602/V2gs7c3jR0HDzBC8Rbr7xwQso6NaS5NlXCOg88F/h7DXUL2Ti6nbnzSo
PwozGDM8dcG4xbDMcRvx5cfeZFRkpgEqbVzbME9hj5f6aYM6YyU4F3oOrMxd0OXXP2/v/2acd14M
Q7cNA1fEuxf/B7HSfz13v5wDoXw/2/z+936ddCzrC/18qI1IlkyLaYSJ5dc5Z/kT3peNnAbNN2o/
Xu1vU46wviAhoguMwGeZVZaJ6rcpZ/kjfozJ4ELVa/De/8mUY3wcPkyGi46Kqct0JD+WCe7j8NG6
uRi0gj03qtlTORlsDWOCRHw541wSaNDDONkMVnjrkpKjzTYISB2HJKKVrWmFydaajelkDOx9PlPO
aCz8E/9jY+1/mRIOYdMyR/71unZb1k9tOv2yb1KWtub9KPvt7/46xAzD/rK8P/Q8Fip+16ZF/+sQ
YxL+4hoESy4yCYLEFk/Ov1Y14wuYW52/pBM/a+jW70PMRkvnYNJBgYVlSOBg/0dD7KOAYEFJLzId
jD8fhxZbetlTp3b2sj5trPzFF/Y6E/59bhBwW5O3VhYACC+pRqzfPaU/mX0/yjV+v+AyK79bgNBM
9KloxLifdcZz7+5Ex66MNPCHaCqf//4ahuSH/T7F/36Row9GD4wBDngw7ZPuhmove9V2Tfwo/f6A
+sOzr6gvROJQy9mbo3rVsviavv3JHf65F3XZeny8xdTOjCkyE22vx8OuyJI1Ea6rAmGy0SCXL68o
V6y4YSgJZCGOWFeyT7RdR8qU3+/7aG8iXS2iTaY1e01x7CPvuo7o3hlU/KdDp/dXQ+XQF7XXtVat
iCL9ZEE9Msj8flkG8Pt3mphVUIG7L/YTsKLL7iK9bL9yvswfMBCGn1xkEVj92Ss9kkRpRijIsyn8
fQ7iBioIwuBhN9H+hm4CN3UdJuZn7+8vRo9zJKaJkHK71TCO+8FWu3mi4kA1TPqC4IroKrWkR6Nk
d5b1hy6/s2SzzrJ688nAXZ7Yn9ylcyQvs2dtDGdjaPdmCn9bv2rBqZOccRKRM0adleoET9Q8VMpe
h7bxyaNd7uvPLrosP+8+SeWOWkHDqt0nQvcoBNBZHncanVmXT4YgGbajAuWCufs3b/JozuktfVL0
i9S+fCxvo1ct8IZxldqe/5W8kAw4ySf39Vefg3M01yQohgj1lpTfNccr5F2Gm4YG9c/hMzOjBXJV
ad3WiOW9/ukEZxzttf/f53C8XFuDr02DXxf7ljyBVfQA7vy8CM/D26hS2/Aq34tT9D+QuVf9un9B
pxh66UV+3jcn44E28YsPjCjc+LAmz5ILq1s1D/GVpT31Z5qHccZTgTyvnoqL4ibtNuCeNuRYWOdk
166abc3/fR3H+/ZclcbXlCrh+BXrlveiPKAC8bhWhC7I08ZcuYIDx7f2pr9p1LmxMVbFGY0oZ9fs
CQU5Icrm4E/7ccvueCVBFe/q04LC/NZcT/ucFOctsqHwvL4Ag5Odtif1hXtj8xPTpT50l91o2+6y
uqocMoaJHX+Ov8qzYKf6XXUSHAqUPStjM28wrqXXhHnp9bp/NhED5RfaKf7PcVfv8p0TH7qT5t+c
GZ2jOdkYMjdItUnsgVfTDHfXgxmdOJDXKQbFVw4FL8OX64xDhuK/R/pntp+fgK4/+7jEx49Lk0NV
JaMu9t3y+eoC9IK7JrLD88X3EGFi0cNyq79HBpHPTCs9HdQsErsJUVL76Rf+09f1Z7/F8Qxtj0ye
ovf3CiUYmlU9c1fdpACJxKeQmqFApl7QpF/TQT/4WSU3BNmczgQca02DhAGUCNkX+qbJBWYdmvum
8MJmLRB4eeM0aDt4+u6+iqobpIB1gJirC0R/OijyMjBZbSoc8KyJ3boSKY4VelSDptMVaI2zbOjQ
egzkMDbEwNTkHqTBV2eKGGzTfRwY+xFl4NbCSbLqsa9QBLxsqBzH7VJcDUy4MtY5/aW1wpC7hfnr
qWpe01mLHSe7CPt8rVGszKLwtghh4hh09jojO9ERF2xpNHQeWiF4/uLSzYdVWz4H6jt5d59MdH+1
kBytWTGiWFC6pb/3o5O4enTd4Flp+nqMuisHl2VI4YpYykmdK1oRNW+cefiTRewv5vRlt/l+Tu/C
QO8tinZ7MMvPoTTWuZJr9ChXg++so8A5FAzFtpafzel/cav20cJl1govFp2wfZXvuDULDH/JIF9W
Ta8obsKeXkt0E1boW+LgBGX7J/f5V3uPY2fZvCS/j2Bn9+ThXeVJR666wvuNwqxU9CjKg7mkJ1/n
xc2/91KPbQgmldxGUn08RVrrurgd6nutDU+WlxoXwSbRUOelV5bBSm2LA0mr7v7vr/wXOyD7aDWb
tLxLmtKOT3viRCoT2hp4woakidCeDiX/e9kG/f2l/vKpmh+HT6EPqWrTSOyLSb8Kff1UWXdmTDM7
aO6VnbMzovYPqFaE6Wdbn2VC/JMpyj6aoce5qXO6cUC7FqBKNHvwLZU7rbMw2SBnOETMhv7kXPps
bbGnediVP5ukkYr/xcWPZmmAyDTJQWLsAU0mg3vip+VWsTjEBeV0Y0Q+Jwv9wUyZopKkPSOi9pCl
7iUuf6OqL6DQH+Z02KeV/62UxRmJmk2Y7JDgeZVE/UhKlL1VzTaRp2RCFcVhmpmKdkm91Xh7xlZr
/VXYEVMmTiaOJIKdgYJpOZLryqQV8mZ9fwV/ckmtXxbu1WKZHW7kfBjKZzO9Ktkkhru+39U0nhXk
r5PROUGI7YxbfdwUJ8yKWrSz2dCh2Zj8w5Q8SnExZAfffLTMm07cuePX0nxrzYcsvzX6XSJ3vfPW
tydOs++bvW5tdWOXkauW7Yxx+aWbcFsTSNSjiTkJAyQNeys80cptLDKKewSlL4WIUpz1auIggqcQ
foB2Ekt5mdTdXSzqM1nE3NZ8YQTJwS0rEljkiT1Vm0CMaB76bdK5+z4gHqi6GBEYYcG5tet21017
XZ8vTPVV2vd9gf52mk7SgDWUz70tzQMxaNvQjXbEAP6A0OURd35LMm9Fq1e9kYtyMzXq3mwvjKLe
E3l0RwjdeS7R4bnhge7IjYGyQG/C/dTYG9II10FmArRKVqAnNsbUvOCV2LrscrKmXpdxjmTRbaFZ
hJibp900T8w55n2WxkS6wQiPeRga3hSPkN6z/2buvJbkNpK2fUX4At6cNoA2Y8gZGonkCUKiSHig
4M3V/w9GG7vTGLAR0tEfsaHVrkKsrkJVVlbma2jHfkoq6zJRSs1+RHF10OkRN9W3JvgZh+e6O2YO
VWXa5TXyvlGHL71Rn2QIapQMB5Ce5rkKedQBqxznAsowfTtNvYSS8HN1fppg/9sN3QwBHhhMv2He
VXF2bwv7WYnqc9FCwejo21Yxuh0uvs2IAapnsBUfMxAzCZaj2HCSnsiXwAHAB1J1rJalec+b8lOb
/o4wBFAkhTeB1dmkSsmHNB++iwJ3lkI+OrO4WHp3yUTziHsdFSrIp/qiMRjbP3R1/NiJx0of3FLm
0JRpDYArN+HJnuln3g2h/iEd9cduMj8OofWnjUXinLZeKqvnKMuOk2E8tIfUnJ6qVCJvNJ57eXhQ
gTsUs3nBuuJEFe6EPtlZCsqLoatuYNlnM3rKJ9lHWODebivcs1M/Ur9KIuD8js9RiDsO6Ta2jtB3
0/gP3WmO4GgPMwKJmvyFyHpIQSwW8ZNixnv35K8CzSoRUyan1ku16y7VdJkb3HwrhLik2o8jWq7L
c/NnDnAR5N2pM+e7cO/1/OKMsRVdV6mIhaSAbjVaf7FxewaK8xi2HPC8P5aJ/A74JPs5c/UGWrZ4
14BNLHMwr4GHMxpePh+ria1l2a4VVp4AkC2DpJdxO4Be4Pd55ZbBGa9tCMPjIacomSHRmeIQphef
muKrLJPt/BUjFuwExnFQdO5IwK62dKL36PakaPRQ/I5u4OA8h/2TKD6kVncAbe1anzAuc2/faS9i
4BtLYKxSojnqZ+BvYXrRogLNmfsgu8vUT4X8lRvmYPDqtFH4tQ3p0IcjhJSnxkH+hJxVNqWDjPbQ
eJELDO8ScJuCyy8G4KA9kLm9wznef47QP7j9Q1/k7LZ+6DqXUvRo1o20vqBqc4m4hC2p9bAVOxX1
l1b/IDvv6jl1wc0DEnyuVeXBLvJLWrQPIEePOT6adQyyUzzF6mMf3Q9sMvU+k6s7ICl+F9XuAsXu
kJvJvmgt2+3PDlRZlQWnBohUWllIl5ignSo3TAsPZ8xjxBHHtdmbMVJHRQBlT7/BSc00EnjngGjL
T3nox5iD5Brcbe17lv9cngCGiUN9G/nNmOI4a+G/B0lfzw82xBhUSljCP6Thm4JkJGbnwjBcVZqe
W23y1BRIRv2ctpcsuqj4X6jZwcRGTWnYhdLoKkX8UP4+ivYIauZoO6GHm51bDfTREryx+ONrFKJH
MJyA7DHr+Vq0MmCSTzq3tz7+aRF0AT/ubKtFBmorb3n5/19VT4BvhVraKLybH+xEOZXU2E+Zaj6B
FDuBAD2gRm+0H7vktxCMQjV+raJnY2EmDTylzc6fO+DsbfNJ78Kjnd0nodekMXbzL4+su8GaPhoV
cBmwO2FdP+LT4XcpDH9wf9j6nZK0fu+keMDHpUfoO0CguuSYJ6p270X25KHFi4NfdICm64Ki8Kt+
PutVCsjMOMxZfreIfIAZ9pKce9Uo/Lkq/SQOfdz1PDqtAGTnw+1d/fLS3trVq6qPHtSKsCFxXYzs
a9CAIqjMRy7vexlajB6258we31Wx86x2+l9wiT918imyZDgi1qc0zN5pdXXpzepZqS/4Px2TSXo/
m2V2qNPPTaT/rubNxQxbGKCqJ+mlazqpaxTLI7oPeZN8NRu6/ZDDbKk8a8Al5eyPDjdN+DnchCB9
JumElaQfsRunAuhgVr0Xg3kBmuKBZXOrrjsr0ze9pNoHbaAfS99sx0dhdbRxxTlug1OeS77Mf1ey
6fe1eZIxL09+A2jpm8uLufwYJFhh1XCUgIBYsT/L6Sk1bLyEbV7+e8FjW5XWQfZjlbmHKk0DLYnu
4sr0bAcWgWieOwqYdtDfT+17APSenUFHDw2vapzPGMsfyLlAObVP1eSc9suKK7GZ/9bBjNUjAjvR
QKcEIF2gDTUEL+1ent43U6lQzgRJmM6YWmfZQ2aBwTS1izZ/bC9hat9jO0r8lbCGbp9hLsiqO6sI
4k/T76hWzJjwRiZlhSH/M+/mC2V9qDoHN4CUZNjth7kskzutAgrmnAfj0qY7HfRf9RSM1fvEEqgd
tJi6XapApzYWfdGoaKGd2SqYX3rgR++LNvwN3QMs9u5NTfLmFuzS7cPzy8FX75N0rpTYrnvaNBSE
J5A8VWHfl8L5I9e7+6hSgSv399oU+stndJLsvuazSjTnd8b/RZsIkbmrcgI2VNAW69C6JLn1vhbB
vVZh2dqlT0FCjb+kWrnUrgbjaS6T326P+YsKxhsOdCo5sjJOxkXhWVvQLFrg/rzrl8oJjqfeEMmH
zPiXX/clb3oVxcHUtcj1ONoFTd/PJrEZEaajMP5SI+fesD/lsfBKw/KQfH6SjOneQjXF4B10e6q/
eNmv7cb6qoCbizvpxRwoyeXmae7eTabhJUyzSYMTxpV7+edy9jaisL7cYq/mqfbzhNkj78Rqeq8M
mpfY+WeZOS4rK3XSqf6J77A7KiCO9UbzitjkHiA1hRt+e66/KsqvYRcFqoutps32JeW2zCFMJhNK
USm1ctazYo3bVjmpGQxIUo+Un/Uvx10FRuQAkbfUJ/vSOBDSrC/L2a2C3xrVIsGZ7xWW3iwkbxTp
U1XurvevPu0qBjqxogM5kJ3L2HWlSx2wKX6zJwoDCfU3Ca0pU4EvTcrpeEkX3hW2/jyGX4ag/dZp
yRPMmQN8QixR95pbvzhV+iqKQVKPOwOo6kVk6h9BH/r4fN/HmBqlUBfKXL6vpeleCYy9/faLwLHW
k6y0nC5yL5wLAKI/bVqPuVnfQepZ4pWtRT7MOa8sf495DP/L77wKVY0BvUmy2eFIap1iXfZUA9Hv
4UsQ2l6kNk8DtChbfIGJCbb138UqffW6gjgNUltyJDJ2HENm4z6hW9ZxgpewaBfgNmlWKty6O3P8
xaquRVc6Q8V7INWlS0jpbwkYJed0nDVu7+lerTGnhDasN4pnGP8RwPhHsKJP+4Kuv9RFWgb6rwrs
/x+KruqiTHUD4TH8+OvHlQTsy7/wN6xD1f8PcBBobCK0hfjIAqD4D6xD/j9wZQqy4UjMyQjtcfT/
A+swHeBGKNggfaUg8/IaOQTeCMGgRYLVeEE4gmP8B3Ku11EHqSR+AEoYiFbamrVgSK6jfYcjJXba
ju5KYpz8VnTWc5ZaDdfYrJ7zWgl+qklp+o2MHenO+VvC6f8umL+HRpNFAWqo8xsWUMvVRZOHYK1T
DH+tGlowcV48xn0Tc/SUYkcHdHsog69gs5gs6PVQMkYMaB4UhmsPeoW77YiWQSUqD3eIYWdW19fm
37NCwkQzVTx9VXV98JQwS2utYVZItel0cY3Jw4Bh2slCtj4bulELehKgJuo51xPC1haqGsJUrphN
h37tFBz7SRZ3XVdUl4C3XXmAqqD5RZeMeyCA5c9efzeQZia4I64mtu1q7ErFFZQKG53xtqGMoNfF
BZpKeexzDRQLtGM3GOw9zaOtT4h3NxqugHQR+VztFgen8qE2F4oIWCs3lKeRJ1dcnEWdNjvtk+ub
7+UTqoCIF/UeBDC1FymVVxmQ3Sox9C1Tx/Ruiii1dogXYwpsPZsQ1j1djZeXcxbg2FOPj4FoNP9V
8Hj6eylfw043thAbZ4kH+CMAH1593CKOEsXO+Lio/Sb3aum0VFtqmIE74yzv6dWHZBzDsmVg1Iie
rcbp5W50QlynXQ159YtApwQOmdk8iCKqvbqM7PPteW18QlUFes0h1NFFWufrFGawoE5g8qfoDZ2R
lqSfAVf2s9HuAjo2hwLBrFvgveH7r5MYODCasHODalz1Patpf+Cx0j5HC0Lm9qS2NovGQIgXyarB
B7s+DcizO01tICyiTbbwLS3BldmES/toO3LzKadDQ55qiOg3OQ2Uh6qXc+/2D9g4jmgzodClmAjf
8na//gEWHYtEUmnER0KVPjkBWjkW9PdL1ebjZwQSbM8OnGznU27EH3aoQqEAyDLX0CoGlOMkxlBl
fctYMQ/0HCIXl1vjiNKIdAc/uDvBkjGOoovrn7enu/Vlwf4TAtCGRYhh+R6vDif+X2PXZrbuqoWK
cqbSGacZTzzPruhz3h5qc5IOOhig1mESrPer0pTEUCXQ4YhBIFaqObmM5qj8KZrefMy7KX7qM4ky
Zix0WkK3x96YJtEHFgNUBh0qw2pbxXgSw+ZDYwFl7OzcqHHiNYqD3Z9SRjvfcvXOeol36MgBUEZL
DLXDdbyDLmNB5massEZiyalgjuOIAeoJlXTq2tRfAvAmQ1OZH7Htk30lsf6SUN3dCburVvJ/fgfr
rDo60UFbv/sQ1+57ECW6G2m4x0VB9Lm3CofGB+bxs6hkL4mM3NWd5Fsy5NVR6uQftxd9IyCSovFD
oFKCG1/g2q/3FhTgOZQjXcc6sa28EY7evQbR6mjqIw9NrY72KsL8easADHIbMVd5SRDfuNWIYnZ6
3RjYYCUmb3Is8JkAQeiHyDnt7OWNMKUvGHV09l4SvtXU5l6CQY4Oj5sF2LKXFtLdB12Zho/m0NWX
IDfoHFq9+GGJIXtf9zhV3V7ajf0MHcbSuU5NAFRrOempVyHBSxl7zOhyt0OH5YyY+ORKMnIKt4fa
mOoiva/Z+CEsiOhVhBCi7dHDihCk5wp6P+laDJcZKmQyIAIFIEjFlkgGhqG3NuToqPJvD7+EvtVH
fT38G6nBepbCcpI0ruxly4Zyeqwoae58z+ut+pKpm3xJciHN4n/BWLraqrI5DQKlFOEXmQKPW83N
3y0r1LwS/Skf48V0x8hrczy8DLhh0P2GHXE9nsgQ3u4yB65zAb/cqZvBq0XB5xziP5zI3itOX3/D
l+khCoiOoo3KCn4Xq0sNgn6AkXPX+rIA15qoaXhEZeCPVOjBsell5R51gNIzu47+P3n2TkS8vlL/
Mzq3m6JyYha99evJSp0iN3Gmt35gKGgaaDhWpSpelp1s0IdFVhpqfaM93d43W4Muj0R2rqrzeFhN
WelCwIdKUvuDkuQX2vmZLzd64jvynP5ETS59tuZu2Pms11fcy0wdGY1bUDMqDNd1sSdIssROU9SP
pMqY8fApjXMsJtq31QwFsrXK8eCEancMZ6HtLPLGjnI4nTK8AgQmeQReL3IXYNeSj32N0EIYua0k
hQ8tcClX7i3Fx/RDvtxe362pQqRY8sEXUd/l3L5KHGAeJ/inL/JccifcEYTbnWUMlStG03zIyqxK
3FaT6g8iRWL+9tCbU10Yi7xzSX7XFIosknIriPi0kzUk91ZRGYeobcffOn6En0zj3tKueAV/f1b8
Xghw9HcI+qsQCBMOsbMQgVghNOdY5KbhCxPY+CE0ZvG5tEwquEK1ZLx4dSf6gWqH85QE3OhaoE2+
0g84md1eglWS8fdPoipClcHmYn1jlYZNdRYj+FH7Vj585nyBkQmpM6C00bqto6bIQanmQxJqmm/L
CKolAybQqKN1O4Hz+iL6+3dopP8OEpjmkr2utkGcazoaaI0/dnrKyNN8lw4U/hSzjHcO1/VN8PdQ
BhKEKleeTFKxipmSU8AO75PWz0PLedRRjjn1gWi/3F7Zrc2FSC8Cy5SJlmfI9YQUbrpoMsvWd9DT
AnDrZEdEv5TPcmd23igX9IlvD7i1gpSxDKSHMSKiCnA9IOx5+NJy1fojsgNHxPrGOxguw2Wgp3i6
PdTW3EySI/yQbHWRL70eqtLCYko6PlaWIUonZKs4IwWCxEHYgc2f2j1n3K2pmRTcZJXpQYJdxSS0
VJBm0UwY4XU/oBpgtGdhOsINkKbaiQlb4YisDz1i9Oj46+qFqsMjbRs8S/wWEKjXGHPxqWzs9H2m
hyoyQKa2aLGA7mnHIN35gC9Fvf+lKH9vTJPsiHc//7HXsr6zQBx3QtDPtxHNoNsx6/4Yq+AFrL49
qvgFfIqnJvg+xQu2MJsd+YzaZQoIEdEARCCz4H0byY0LqtayMd5Vc9SapCi4QGHFgTfDXGDnJG2k
AzzCDANJbxny/VpeG4GtoFIdMEBDkSqPjj0+jKhjPzkFWO8xHLv3cixpf9AzLo4aUhN7sWvZ0dfr
5SDpDZoBwW3y1/W2yAzkSB0VjWorAlmRRV1AA79KDGAlmFgpgC0bFf8A/CT+EDXd86ZDKvCAyJl9
ciAvf06MWfvt9sl4uyJcnry7l4yedOEl3L66zXQhqr61UuEHNlgHCyggiiRWezcbg/qtkiftc0qH
7Dmvm+l5ErH59fbwb3fvcndDcYcPSwH75Sn3avheFxrCm8jfQkytXKNKHZcV0k5IKEp3VYkp4IzI
O4AeeCC3R169EpfN6zCiacsOxRYKV0vMeDU0oIgAFCGIRlbGPAuU60GZosp3qkQofmIybV6QEQvv
geSKyNd6U32vxPLw+fbPeBspoPxiCCOjQmDA2VxF3cgKlLksptLXJEHTN1MVTqqSvLemcrr8m6EI
oY5JLoqC9fWEOcVl2SLG5Kez3v5ZS7WBcwm+5/gzR+bOQdv6rhCZSbtpCCjWmpg0pKmhJVovfENW
mxndyKFAF6M1LUDB9vx9zpE1rKrRQj64cuq9wLS1qbkuicBItSM7v7pZEI1pkL5Bk7VOI/U+MCMb
jeUQLJiGQg6yB9KZV6x0Tm0pQvNY2XE6e3vZOBSXyYH5qMtlusoMksCorBZ9XD/p7ALJmR5lpTla
EPpIPp+VLP3naSECRybNHFaa4dYP1X7qW4jjUu4jsg+Br5J6N2tGpF9ba5xxsFXwX7y9lZZduQpk
ZD6ybS2RVDUXEvvrsxNoCHLFgZP7PcUlj/5x9DiB16BO1wSofFEA7p19v/TrHuTLiVXZSpSYGZc3
3XKWXp3YvhSJrfZp6Vst6CctM9LHUWtCDLWc+lkyOuuucvpM8bBpwJC6BJBjttHw1+2pbxxYbjrb
cSjV0kZY13YaWy2cJmxLv9Z75c9J6fOTZmHAphp1vRMbNjYS9zMdIHprlA6V1SrPsrJs0xoziLQL
fzSqU9wVAQAqxABrz2gSoPm357YVE5cck3fNUuNBcOB6hZtMLcMJKyGfGnBveFLVBjll3/RTYEh0
7eVM779VxFLhx9SATo1hBpD/w8Da42ZsrDL+G8hlLIVhBAlWZ4h/gtKlgR4jsduBsgmW+W4YddTO
gmrXkHZjNzNVg11lUULjKrqe9WxrfVV2feWnU2s8dnmuPaFsYJxTx3km+EPklmL5fHup3+b0dHF1
miZoOtC0tFZx3zAkZYgnJhimlfI09EbgEbnz77dH2QjDlHUYY3mWU+NezSwp+eXGZAi/c2oN7Rct
vQtSFOdni3TM1Qb+2SEZu0ycZjtK/sX2Jf0lQtB9Qtl3NcVCM+vIGBFTF1rQPOQi7t0+6oPRLdBs
O5lROZs7+3fjQ5JFLJ1Mau3s4PV0295CLjAQvm3l6DW2RYXUnjV8zUTwl9zg3XUIezTxb6/xxlbl
aGJuoVNvNnCFuN49WS/Pcj5R/hOQOi556tjv2mEuPoDis7/cHmojILA7UfrQln3K2l4PpYlGEVJq
kT9q2ICKKlUORZBL9yD28kOIduhOxrBxjyLVoGB0gr4IpfTVKeRbWYltZw1y+Fg7JjoHg8foBNNY
i4AjmuXwUCs1GEri8ejP02Tt1LK2f4DNq4aSIftoNWGjt5CrNfgBiOMW3+og6x5UFA4PNsazD8LR
0a1EYuzQFVb5JanV3//5cttAGTD0or1JPnG93PAMEnnomsYnw5gPbWBXaBAL2tJ9r453BPz8dHvA
t/WWpa+JftQCZFjkxVfx18qpsBkG3Bx7Tq1znGJ6Go4IHMrS+KlALe/SRx1K6LMkHUYpT36bOoTE
sVETXiXZ/Q6Z9E2I4sfQ00XSTtaBlqwL0HI6oEOoQ2COq6F9rMfE8CY72DNT2RqFZyJhUMMhiDfz
9SIHYMqnFPkDD+W0+Zi0yYwFb73Xm3pzSLHH4h6lV0rjAGel1Sglc1TnUEWXrohyN5/q/KLUBkyn
SAvPtz/i26G0xepL5yIBc6Ov6ygitAhtWKsilxcWXwdOxmd7aix3qOI9saeNocj2dHq1ZNoyMJHr
tcOvrqXkNoHRDUJ4vWDZ0bjUkrBA57nUp8S/PbM34YeCPW2fpWdqYuNrLfnZq/zLqG17QJxB8+rJ
/FNClto3hgkZ1h4xU5EP0s5Cvjn8jET3bHmtU0IhAl0Pp0AC02YLSWhqnpEXF2b1LkEJ9L08GP2j
XDYYdGDsHnlBE83nvsZ6ZO84LiNcpbnLXPmMCCwZUKIWXNXrCVuiFCgpdqrXE2AbF2Frc0INfNR/
j3q7Q39Xr7Xf9WTW6YTlVZ8CBkomkuIRP+aDltbjnhXkcoG9+UE8qRTZAgJG+fH6Bw2imlMlw0be
RnHxmy2QSqvbsHpSw+zDJDXzR1Ak7Y9oVIydKtPGpycVRUzIMSHAW2s0Ut6YjdRW9KGyMp7uBuTv
vQrhp/sE+PkxmRtzJ/a8LfMS8lEokumjgi2jpXA9U6ebtW6EmOZRRqNgUiugZVwIEZzeLOsaVAIM
wfNyDAa1R8MzsZoDbaRMclHjr3/2skp17/bu3zhs/CKQIKghLSJuS/LxavdPSqfmBRHaU6cpuZSV
JVwhT47PKW93hnqbhy9wGq55PjPld+6/67FUtVDqUF5YNXTn/MTGTXkoU1gVvV4c0ZdAVEjq4dDM
w+TFfYs19tQ0//yTk506vHQWdNabL9BLcmH1BSSpzlKqC94UmacGKCwgHC78ocv2PMI2jjuVRFr2
mgFKglz8es5xkw2xiYWJp+nIIltGVD0qUiXdNXYh/VAaTat8XULREKDIOLgzqe2eV/HGJge0sKQ7
VKQpz61KqUmAR688s8mpiaV3qtwiQYEJz+diVOcfSG2X8c4SbxxnkycHNQrqMdibrjb5kKsp1KpA
8VJJHiL8M7ToDhhzihiGacAFohFkV4cCYSdkkfWg26vAbyw5Tw9uEJkchykvv+/Vlo4SA5QA/gGe
ZM/JUc5mePboIZonYXbCOARI3X/MhArTCDS/m03Rv7grSTAQruN5AKxgvQCIadcgE2vEn4cOa9kO
xetSCUcfvPbg3T6+G7mVLlPyXTBjxBZtnUuOeLikDgLkcECLOvRSMWv+wN5/sKM6OIRJan1tCq32
7Eiyz2mGngY5lmK8wxq2RtKrjf6RbSfVDFIENhr1E6oI/O3qNkWIU1F6WniInoTiMYzN8UxGWx+6
fs7uiqIRLgzK/kRtem8p3qZcVKYo93K50UVDbvf6s6caOfXojIY34ph4xomnv5M4kjtY2beniRRo
gR0vu8uQ1+ql8URrW8Q6yPRYVz8iBKyekiqChKEhypumBJCdqPk2QDMcKSvWrrRdVHN1W2PHBNpZ
C00P9m3uFcE4+5rWxAe+tDje3kybQ1Hbo9BnoZq3vgsGPBMlG61sj8tYce3O5tzgVO/ao7UXFjeX
keyDgORooCZWs5pDPFiUKIC7kGoPY5eEx1jLNL+HZIdjZxLv5HhvQxKLiLwqcn+oVFI1uN4bsioN
s6nwulOnSnwCEJwdObrCbdUm+SBmVB1yRQtOpYmq9e013ZwoyrpcfdSngQRejzzTTS20fmBNY6V2
e6GlgC4j+bFom+xMv2SvG7M5Hv0YWdM16rXrZrpilwiUUwfzEOgezpY55J+c0OBdlwXFxYxF/dft
+b0NthTWlsMOqkelDbQKtkkexpmSMt5gsoBqqOG0PRlwRedcP8JiNg9SJ0wXPkl6aRVj7521NV0a
n5S5iPfUSFYpRTuKXEszlhfhelRHAkM7AWkKKco7+t2McbV3e7rL57pOVRGglU0bYeUFsLXuAIhp
SPUQdirGtUn9iOeh/FFqTI3csQ08rWmtY2iGe/nx5qA85eA5KIsG7mqNsU+iKmyXpgfiUr9bPFPd
KCF5EvYUnCepr06DaNXj7ZlufViLZyVvdl5+qr1+p4yJhogfwlCNHZS12ylxfWzApOgH/OzMn6kc
QsKWlTgFHBMX8kGvrejT7Z+w9XEBAFIq5RblLl8lEm00DZh/qoaHUZtxV2LZ7s+KFOCUPLde17V7
L6Ot8ahD8SrjGqEYvooSzmhnWU5p0ZNUbfou54lyBO1ZflVA1mvw0Mv0z9sT3Ai4lL3ACSw1AmT5
lx/0KlNJM1mUeadp3rBozHfRFB8NUl4/tLrvt0famBqlAo16O2UfLpJVvE3aNM+UcrYwBFEekqb4
o8Tvzo/jJHcTpNv/edADcw3imqwE0NYLC/fVvMo0k8Y5ljEh7TTqWBolCatDQwsht9pr2qjfSTre
zo4IBEUGnP5SN3C063WsqyDKTQnaPcr52dHignaHRJJwaksGdwz6ficJeGHEXIcBnBRpgtFwp4SI
uPD1gCLr7VmTeSzUxaR+H/XY/m7PTf6cD738Tp41/Vueif4pipLwEouuSk8BRmdHGSvPB1oRON4G
BfYkdmD/TgLLe/f2116+5vrn8brRoU2RiL8RKXc0iZ54EQWeqWbmmZMpXCw6hsvtUbZWnZOCujc1
2yXfv16EpkSVPEqmAPWIoTxh1xJfLMQGcstpLpiQ7Ozgt0GQlhwXDGbOOLPTRrkeTaP3R+bYBF46
NriJAC13HbxHD3JYjEdsJ3MfrtYejvTtAaUkRN7AV+aC4/RcD6prSZNg1hD6upyhuTjjK5akoX4k
zYi826u5MT+drJkUBSTcUmi7HqrsnVmxRcO7OIvGuza0rINuoiYxZwLbo0Gu7rEu27tZNuZn8DYk
/ECOWADB14MmYzTSdcM2JpkMsC1y3gFZtbqPedu2O/3jraHoLVrI53NwkOW/Hgp3uDBa3N4pqCva
T3yJquJgwhXgKOhjerq9mFsH1OCGZhxegvzN6vbi5WcOw1DEvlWM5Q9h9vV7/Ji7zO3pUZ3kXBNc
1Fh0uqOt1t/lrijRZgzLwhtKzDfalqvGGfTu8xQO0WMFvsa//QNXLgjLOwlkBGh64j8POEqd18tR
whcPwlGK/LGfsvJQK1p8F6tCep/Ehow93JDhxzXm6tM8qOJdUA/xY4OPyKmqGvWxwhPqvZM4IfgK
MKmjXAfNISnq7r0qRcVX1cBe7EDWQC+zksad4LLSUHj56UvzCzIEpXQaYKuTKHBJNvMAYZpOLj6W
Qs4uSoUSMzQpFEhxjT1EedOe0g6dgcFKW7yxcwlyQmdj2KmGPpgRsbOabyIRsQ4uIb1AOun8dZUg
LRixYkDzB0NtK7qERdpgw6ZTQUzxZvpgyEF+vP35tgbkuHAB0LhaCjvXXy9oi1LqRkl3KcHrZzVq
tDvRqaNnZUV5ET3adbfHe3N44LoxDPhcimcm8fZ6PPyhOt0IoFHp8TAcK+gqwBPAI8yDPe7EoTdP
paXht4wCHUEDAbdaS5JeKekNsOv9UBkYYVEl+qkoMAspjHb07FP57OTS4BUYKe4MvTFLRyfzIsoD
5SEfup6lxGOsyUWlu6OEdhs0rczT6FsjD9J1H24v6JvslhE4f5QBraU/vu7iam1SU4qCcGHGw+zj
5Yl3BY1BT+TWfBjsofGyfEJ2E79arNXyPWD520Iw41sL1oSk3qJPtNpAESOCG0oYH0qP1wQyFmEO
Aq5nYZkJItL0z2OPcxQ0x1gZlE9OM0yPqSXQ/02Dwb29GMtgV+nC8mMA9UCppLBBW/t63QUoCMVC
p88NVSd3KyyuvaIpmn9+SBdeLDJn2sJQW3O25CrCxtQqdRcsf39EPEgcJECL+HL1jpeW2t7TcHNW
vNXUhS26vIevZ4X+h2qNwJhdjY7CZSjC4qGr+mxn7d5c28va8WhYQG5ExHXqiS4yMJEBPWhibvCX
VpJ0abGJdSFNExxTW1V/mkAc7RCcN+IP8Fte+C+ePeCar+eWkPwp+mRpbqy05pdGLbAKNkwhH2e9
UhK/1eq92tD2iBwWansUs9cwu1qtelOx4O2ggDUccr3EoC3E9By5OhDqSdDurOvbr6dxLfIWo4gM
7WPd2sxVK53VgvHUTpXQK7VbFCUtYyeOv/16jEKPEaSKQ961JtLoToAfvLaQoRCxeq/iz+5rtTO9
G0SXAdzEnCs5lHJj7OAI3y4mSZfG64iTQABaY+l4BXGmO46CDp3w3CGzftblwfZjO5BRy8nGnWm+
jemMp1OhsVSLi3utaUXXPXdEg5Vh0uqFr+OLhFyoavmOMpIhBdRMS8PGhTnfFzx602zkLqEKRcWE
TwlebxVbplCXBnDUmmuoKXKI6PHjKm2oft1YuTeBSUb0sK+PeTcOnpGriKNiXvYBT9S9HOHt5aLJ
HApSXYgfZNmrcND2YJ7MhCAnKX3qBxWCcLLSWnemMe1l1Vufl31FWZ7sDgGH1VC4pw0Srt7E0641
0FvSRrdWJumsGlZ/UJp22MkONsfD1wbuPwXOF3GN12WEJsO+D8wo24mN5YdSzgJ2ZvbQ8VVhyDbT
zvN3aykBjnAyDTBJpEDX0aczF6/yFhGH1JZxSZeTzJsiu/c7Rd1rzm+FgYW3TekbJihYh+uh4kZK
TcxBDbe2ws53SOw8rbD3EFZbCwh2gQIiKS3V4WXCr+oV4TCFUVAhLTfA8T0EEV4KkT4Fbh0kf1q9
pezEtq2oAwAJfBUNIhZx+TmvhgtoeqoC+3S3bRp0dUd0nLK0kGB71s1dA7PbbZTC3NkkbzMeynjM
jVMAVYSu1PWgipho/lottvShAjpaSpzuaZzG7ozrMg+QohzrJ1uq8t8wXhF3YyqPX25nGcunus4y
+AGQEziCNtTtNYMPNZfJScGAuVM8RV4mYwycd1V8UiTH+cR7V/CYKRwPf/rh+fbIW5+XWi0JDtcl
pnirz6uNOB+a6Ka6diaqY6O3FVbHZXxywha9VkRdvdvjvbDs11Ol5YuMAx53VItXiWyRGXJqyiEH
snGGCMvtwoQtGXb2X4PNw9dT8wwR6koKzNwztRBZ0CmPi3fy2JdflKBIRuzRhdAP2lgooV+OwuJR
FbcNMohdiQO5E2XDgKBsPP7eIOv9M6Po3LpFhYjjGcR/2sBQLARVEtNMfmhWO/6RmiM+rvQAgHAY
yYw5Hr6eYgfesLHFFm4QmDbiAmnXal+3ZUT/eoYgXuFxcIxS0zwg4N/6cRjBE626AslNs3JVqnWH
rC32cENv39QkRJTndQOtHg7X+hg7GspkRmBryL7I8ddJ01v6OmYt4+GsNKHbJXX3sVUApR5Qh2U5
8lhTP1XKZDaHuY31L6Wth7TJo7pCzqvtgicj7iq0QClvj/i3dCTeoLlyrJJpvcA9ivJhLyHZCK20
hsE8vYgb8DS4PqXJNOdGVJPYWZI+eoozZR+HEYMXHuSTf3uXbg1l0DEGlUDPD9zN9VBa1gmhcCDZ
N8Au+XS0apRm5tbI2p367EbAW7hB/x1qdSEW+hLtYmZlGJ1y36si+zIvT6MDr8AoO4BoHc+jUc7H
2zPcHNawIJDxdlbJ765nqOshcioxM7QrE1duXW/0hTnZlfFBFp3ATyKW/ECv7Z1xN1aW7imFLqpP
ZBvrTnRkY2wd8Xtcudbyc1qizSZau8KaUf5+e4abIy1sQ/K6BdW4CjRZXjYt6u68mCOrABA8WkdH
r2oVtV6z+nZ7rI2rmJvxf2OtKlZjUWLS25ErR00mf+zRwvkmlr707VE2Z4Q+FDUVkkZjTbnW5dLG
ZVmg7KGE2AeMlfOhK9XiLi5RM/znQyl8JJUH6cK+WO3KuHTMNABR6GpCh6CFMecRqE56Vrs8utwe
amMnklfQCKGFxzNxDTrF6HQcVPwGKcPXgJ7QsjhK9kBdV/ThKU0q5cM05sbX24NufTCwbcvGoKn1
/0g7s123jW1rPxEB9s0tRUmrseMu3k5yQzjNZt+TxSKf/nzlHzjHoggRKz+QXBn2VLGqZs1mjDHJ
gW+Pf+ZPgdcINqxcKs5iJqDxmqDmH1vZ2zDSawIKCpps2saNUD6dGDvA0oa+N39P+vqftja9z25X
/IuzzlIIUhCfosK12S7LEwBUhbROTSqy943T8YqYSdJG6xprB/u1tyjCaah0+GLyl42tVilGlMFs
nVJzHiNHB3Y3ThQ1m2U5IvHu7RLBNLIuFrxv+jW3u5Quxux0M77RGHJ5WZskvTJW6c1IR2p5irML
05qvxKG/tdLWjj+7KGKcvLH/k6ivO1eFuV5MFnQSroifHh+K3UWp2ihxu0o7N4tytWCxW3+iPkGp
9F09DWRbcenFR9N59u4VDP7/taP28adIWr04pqVhx5rhaRmG04am3U2gf4IVSYwAhXru9kHtUIUx
m+iOxIc0mtaCiULDxiislkTNUMfoANEU7ekh+yaYRX7pUs97X45+0x6U3Pc+J/kJ1R4ncAjh1S/6
aZm5UQz5pHP0e6etn8e1/V4nunmQ1e0b4ZAodgvk/81rufiimk13oMJTifEl6HKg+mYhT49Pxt6O
KYKZTtmMutVdm8vI6yobTYvxiWv2DuWZ8sScnD6ql5SpyAw7n4P4v49N3i+MSotJcQf8o4uckApb
b77eaLbGzNkvyQ+iwGndz4aw/F8fW7lPb1Q9xwCFrzrDsF5vrQyVMNMUoi0sEq+8zvmwvpp55v9S
d3HL/HpigAbdiVPd5NP5seX7T4plRDIpKOOsYI7dWkYtop2BlbNxzDH4aGlW9g1Q8/TajB0jWuy4
PjsSUPNjo/eXgEISpQ3F0VRELPXRf/qoVDeHMuXyQb+aVSrj+PDoPC2ynfG3mlf08m/MAeeEIfSj
bnZrzsgSF9UeZa5x+xODgYJTzAPKqIXxr0WLj/Bie6vDWwZQ9VyKjz8mS/y0utHJ6YquXPFCTLCt
gOVFblqkoQHR/2sxVdpBPXfviCpvoniRBCJbZHRmeHByEjIXcqvkREdzftJT3z5owe4dFPAYFKZ+
FG62JbC8RwwPCiJIk2DIfiHxna/anOcnfZ3HEwrCaGc7Sx093rmdpdFFQlBEER5BSmxOJzDKYISQ
zc5pyfxammV6DgRe5rGV+wcb7BepJyhnBxvbQNjuPLcaS6xMFTNUfa9Ow8x2hw8IfhVvTmaIc1QJ
hb9LNXXbi5spRAm34qKbuR5HmsUYWD/114gBPs3JsOvpJJ3kiJq8cyBdNalbBT8EWlujdbdmdlvz
0KX29LtRJP4LTa36m6bNGoMJquIg/lGbcvvEKb4sSAt6VPQ4tyhez6lo2q4LWmD+Mn+081meIR17
J5RhklPZtfNJq7TqRSZp9dlPzSPRxvvdhBxB7MCoZ9qAfO7b216motSDxQOaXyXzH74b611UQ447
r82STAeP664xVbRgQ13o15u8hgE5Up/WGkZwV/TXLlvsd/26uFeyVOP6+JTeMyBQoLH9HxR6yqfI
NNwurNY8s2ympYrSuRSQf4Q861yJc5BPy2syyuIdOtj5q0wdiMGafGcLv//4+Dfc30fs0q1SrxTa
MVvgASgazbVWtHDQ4mUiT2a05yRb0wN/vWtFvbUEnIR/tvroPzlQsnHOaOlX0WxO41NGlAuygtrf
47Xc3woVqEClUcU9VmXeWrHGXmpFTRHNGih3W9kqnk3mlbxk7swQMKMZh4MN3FsWPsyi8+/Andyi
vxN7QCgZOEG0dlb/eTQKJnAxlOUget5blgcmBPyKqfQtNx+vyj30bde0Bi9X2E+pRAKgXBtGQ+uy
CkcjObJ3/y7wBX+yp37PT5u1NPSUYabUkbdo70vwUN8QZl2eMocRc/7q/8Fot+Dg0t0tEUoxvS8F
oKNcd0eR0ON6aqsEtVdp9nYo8ik4zbbXP9kKeW5kzRFs/+6SYw9KAFUoH9XQOzk1jwkFw5gLToqW
Zpe0b2n8WMAb+JVj9PhQ/mjv3DhPZctSbQQOCdzpTSQocY8NQr5VNPRiCU72zEACzpL84K2TQLou
q2qabkt5WqopOHdtYH3XMzX4ry/0/N24pubX1bTQFV1yJHGLsqKOJAV9ZbuuvqP6we+vquYbSf3w
ZLj98okKtkCyzeokA1D7g0Bv98vhs2jA8MLSLb09HHWLzLPkOkVZJd13s+5NZ0eQ7PjDoB0cirtz
qD4cZgBkKJXRLQ5hkp4lZ1LvqHSXP5zZr7/PcbVc63xkfqDshlyc7DI7Ur7bs6oQYoDS+P+OBFgH
KTGlJauo0YzlHKyyhf/AFLMYxZxLNWo6MH3TOD8+JHtflWIJBGTUGwH7bTzXWuRT3LlaGZUOOmR9
bi7RgAAndcL6CMi9a4qGD1gztATJ7243cF6HxUtACEQjiLDQSZ3uVGQMRkmpfL/VH7OBKOoh8A5G
QBWebk0hdDnbs2+X0ThX/tWjqxYJZxRnrUjTixVU8X8ef8X791QZBLZoQ0FAEmKLvtAkpTYT6Epk
yCRnlqjdBBeAzuXL1GsN86rW4VWT+YAmb9H8nQW9efZ0Bu48/hU7BwgrQD/grdF42Aq4BBXowab2
iwgtBi/qM6uJVmm3oYMUxi9BHDAiu7LrA6M7u4rrJCakrM7Dt0W3DNUIWdG3iwgNw+wcI0X062p4
A60XkBKP17drivoUosPwO4jLbneV4TrFssyYSno9uQ5DmVyEb06MOezLtzsbEDtKVVTRne6a9KgP
CtuqNUyJLgibePUvGoJKp6buj8oddyEu0Y/SsgPWi7gzKdztqpKKYaoe4+AQgqkCpgMWzrVFq/zk
iCD4y3U6eRYG0qm9QiwgKnWUFu19VIDZSqqLVILCxK35jojI1eOkjPqUUa9i0lBubZnUZbTxdFDY
2XlrgZkCfFAdApzAxoOvXp52lTOV0WoJHQZZ334pY5Sqmrivn4zKKq+Pz8vefaBwSvTnAm2h9HK7
NGuiSOIWsoyKxGxfKs/pzk1r1hd0f9ZTYVRMuE2ZN/jYqFrE5tFFEPz/jG4e3WypVtGjohnJ2BJI
KFfl8gVSN5Nd6sJ7LiwrvQSFZzD4wTaL3/+FbcpZYC/AUQObvF2wz5StUZgr6Yocrde11seQyBDE
5GClp76evhdBbbxM0j0C7u0dIirHSg7XJ2HbShcES137WpaVkT6uydNC7vs11ykg4K6OYKG7pojW
fjyTSrbpdo1Utsq61esSSoHxaa1070sjPAjLkx4fVCn2LFkBnVxyEyXbv3mv+GjShq1XRGDrstM6
rNp5lnV5zqXXX96+cZBGob0T7IFI3NyMmrpg7uq4GyRC6+elyvsuDMrqc9f12tVqYSzzSGo0AXr5
9bHlvZeLWiT9Fsx7MOeUe/op5gZ2ikDh7ODpVs2IzCC3Ll2vD8/+wojqqZdLGnqZ/010adMz0JpW
uqDGdhCq7t1UmuUwrHALvNqb9S9xVqi6SRGNdh48T2aKVp9dpwwzrb8bPnrZtHKOZN3uUij8rkKa
0C0i7mfltwtvM7MSSbtgM4P+Ke1h+oTuj39QUNtzB5BSkC5SdQw4n7dWxipZZDoEBe51kh9qm/30
FxlfeC3/8GKnXU/d6LUMiUPO4uCj7j0sauwDvDnAkt4WxTzXAhmjviojW5h9e7LHbD7LoUieHEbS
fsvH1v/OyFWZhr1fLadh9fWjyQx7Dl8x8MFhIO9BVLJZ/FR0KeKjReTyyJ1In8GGpFMezTrVm7y2
jwj/ezdWvaBE7wCqqezf2stK10hGDXtO7pQnprOtkdG5OWPE+/Lgxu4tDfoPST/VIa7txlTeS2/I
GouwJ8jMMGh8Fyp/PDyVbr2c52G1D87R/dLwr0rEk64Z1cVtK9+1e2ONEwacCjl/Tvphehl1As0S
FM+bAzogGJRklC+iN7KNR0ol8hXYQxFVeTtdZ53LDlReXKpeHM2uuxcNUHAP/qMbrV7Mrd8Lhtqm
GFwRsWqZ/N0cCsEo9SlDeArl+vXLQlPv71mW8jQEU0ZT3Jk+MSreDU3UOhgcOjcH3vDeD/FjlE4q
LhH25RZQWOqaZ49rgR/WsvLXpnbm4lQ6g/3kzpSrwrhqh6/J1NbJQdCwa5cKC0rDPliDbZt3MpOq
H0VeROig/iU1LTsDPfDeTQ6lcLLtJaomx/ry2PPvnSjYHAwlUCKAd2D7gN6XXXVNEdmzUcIVnIuL
l8/6+8Vinsa/MMWrhlYeXoA86fZervOU8I+yzT3oxovjZys3pnPVIOSj+VP399IEq8EB5sVW4P6N
yxmGdHQmG1OzbTahKOC6j8S4UZck+hN4M/P57UtTrxYIG2ChQDdvl9Zn7mTWZcdtqZ0Pqd83J97y
+uKP6XpgaW9lJAqcDgXWvHuvljqzfG1mZaWbKW0iaAtrVyWhzLLhy1jO9QGI7v59VBARomYIGWSV
202zzSXRvMbLI9fouovwtOFD5/fmASRy7xQCe1Fy/4rLvm3QG2ZDjb9q8whpUxFS+XDPTkGra8Ln
nB9v1d6CfjalfspPkU6d2WOdjpjym8L4UIxxfkXAW/yLq0weRSMSPD+M9U0MLnkKjYThN4iGFfI1
qEf/fdwjLeoIGf/p0ZE8teNhX37nbKgxI0p9Bb/Fdb5dWjLUlc5zn0V00f6OY0o31Wp5zMCAf7bA
6Xn7l/yhsQ2klKQfeZlbczGqVH6DuAk6AN1wGVJXfoQj9ba5Z9D7AJP9KIQR7dOs2B7APjArO+2w
MlWt6AEKx82p69v8D5lq8hfgpUcdiZ2zCC+BugKRKDdtWwtDgc/HoqXOouxPUMCck5umaCrnh7Ij
e6Z48CgsUM/k9du4qWnSW+Z3s2G6lbVhEjOZRSTGiC+mcPT42O89sqqOCaOKWIVod5MxWWkB2xun
GzFsWQ8ZXWL8ZcSaXYdxptRVSuah+QwniFIZ6NcE1aQTCijltZ7q+sRI0un749+zt3QFS9A5pqRW
29aTDdd8drQ+Q5Rdyz4Yaxm/x+mhUaQnR/jHnWfVo0VKt5JWJRTRzbUYGH7lVmubRcxKKUPL6/pL
0U5grdOsF0gUGfG5KYL16a0L5PUBHADcCOUBFM1ub0dq0sbz9QLSVZ8FZ1NOfVhIHIKTZ/lBinp/
7y2oxcDD4L7TCd7OeADS77V6kWVRJecyzIZOnAGsMaulgdUfGGjrPl7avQsFvacqqxT7WOQ2T4Mp
DEpsRFB/RSruG7Xe6gxvULs+tnJ/QpBO8siVuBy0mLeQjqmQbgmvPY3kyGDrqss7tLIGRuww/CV8
bGpvQXBZSczQrLoXbZ9rxOZqQ0siInYN0BtM5Zkyf/TYirrNtzUhLFAVZv4Hp5DTfHsi0BylLShS
GdVIUn3S+yC/uA66Uz254bXgr4VeotWfhm7x335AeMSpLhINqZbTJk2Bee7JgMmxES8wo1zGYLoM
1rD8U6850yLqYjk4+zsHkmhIsRtUBwXSwe1KGboUD86IvbivGGgcNOWp0qfkOTC75eqWcHoPNvD+
ipM8EOnRfzWUSsymxle2I/pCFRHykHfxtYW0i8jpajKgu3deaFbZL8zJzg+Clj2jcFTxYWT2iIyp
A/xTJCEKi8hcShnBnK/PZjF5Z29gxpXhTto710yaTxmzzQ4Ci51bATj4/4yqT/+TUd3swUgAgKAT
6sanplv9V5pQ86kfy+Tz4/O6uz7CdET+uRl3pOSxKPtZtJxXhuMufxrGzNgMP9PqS2YuWjRUHKW6
8d7MHiMPhIjIlacWjcTrZittRIUamZYyKhxYKnTdlkiiSf5CDBpQ33OOhm7vfVB6v9ACf2i1bHex
ndaAoVm1jHJv6U6EOuPZRoHyNHu5d/AG7zgAUrsfQoD0vXiLbvcujrVBNFMro4HezeuK3sK5jy1I
RnmeG8YTWjjaNTb0+n1jzfGB7R0XR3tPdcMow1AU2ZybwpT51AXrzHs3fxmYpPRBdnb+6+MTs/Mt
maMM8xh9JmKNbTmEqMmomeE6R1NqKXnFKbvyvLdRkS3dQV6yczgh+9GzVI4NGYJNOBNkRbE0Ad7T
r+nO94VYqUjq9Uvl0O8r23z4j1aJ8sDozvoQPaCEp/yowYN7u4GLrq2UZrI5cgMZhGld6hFa68NT
7s1D+PhTqv24fSxgckMTh6BO+QWlhVtTrjPERjBD9+dEZn9oAOFONhSpz1Txqiin8H9QWdq1B2oT
JA7gI6oft/YWEBft3BMP2Yvjv1SlzN6nZdLCN5ZJ9WcXTNWBwfsDyQLpzSqdNpLmbcdp8NNulsYq
IqNnRkrSifE1G+R48BLtWEF5TgGMlCQQEhm3y0rTtbDMTpsiDizUZmAQL8wnqg+c8s7Ho2gDlREo
DqdyWzBahTVMBq9qJFJrtoioZ3GN56T4pvVT9roafXxQBdhZlqJJKaUI6lO8s7fLapy5yWjqTlHQ
2Pq19YR2To9J9vd3jLCVRgSy5MrOFqm8+mbRBe46RaMzZB+TfoxftH7J8MyzQTl58j4ibdIf7Nje
t0SBgjAFMSeVWt4uLcu0iXjFmcA0Vf6f6P6WpySX8ildkN3OhTySvrm/02Rg1B2VSCf0gC1Ucwg6
OF9tJZgDVTEoJ826l97mwFC9PYLx7uwa/RWQTdTboGJu2cPLlAfrMNYc+Vp0L11uGdciJSV57Dl2
FsQtBg6mtJ1Z0+bIr06u9b7BgmRclh/NvB/Pud0wXTA9Ele9twReBLw1hHpgMvbWZ9CsSr0xb4hF
fL3/YA+682tQVasJObEL0oNl/ZjjeesRsfZjlxBKxgVvXk/ktkTG0DwZTVnaCLTAawXRXzPfC9G1
IL1a6bI8TUm1iKtDTIP6z5I5KEjVuU4K2+pOGcZMJv5rXDVnOBXB2Hyd52X5S/OH7NcltcVfxK0B
QL0OJbSnhRKzFZazaa3R4w26v1ZwACkw+P9PM2OLEhEQGworycYoS6jXhKmsmq8FbaMEmpxvhYis
Q8IK5oN7da/xQkhOdQhSAQKtHPnN4xXgcYcqbcdIQPD6JuNVQ/VYOKtxbqdpGa/ZNLsXW83YvfQz
5HN3ia3/al7fuuFapHZw4MLu7zmy2+SOCsKBxvp2XrdMk3KY6TCgPT5krwOZ8nlJSuZXiWJ8LTIv
OXhv9uzRkwY1QmucM6su50+Bs82o98LIR4KvyjFPFdq456CDe5uCnQwn5mcdvAn3l50yN/PIyUpw
MHcP6iBoq5QNcWXmZR1Yh54bWBdH0fKeFeUq6djSc8dV366KAaDAtAFjRqLOg2vDCNwLLan+4MTe
X3QlS6REDXmwiUc2wYFYe6NJGC8bJaafnam79Z/suCtCnTv4ZnSIMkWMChmcRvAWQ5AvgNnLoCP8
Z7xY6KzV/EflMYyVkFw+uXGT/OfxZdxbGjIVyC+hd6mU0W8/YIv2Gkwm4uLWlv6pR5Q8D826Qb/M
csu/3m5LBSIcP4r3lGxubQ1aO3FgEKtaBjt95fWLzxSfivdCW+qjKVM7ToYDQayqZjcRKGzW1UtZ
4wkSkjd90p80GXghandN2AJCeu4WR55M0vTz4wWqBdy6aMRMiI2Ro+ZdAFh+u8DY6GQw6spFy24C
rJilX6pintQwAf/LgmLYcxsL7zIswvjtsWX1L28to9wMrgigH03fzQmVQRKsa8k2Th1FVdTWkB7B
/8/+n4/t7B0XomO0uhQlDbG82xX6pedNSHSRdqxUiCv6iGHZ+i3zYlt58DH3HBZCQ9jhbSU33Zii
gbDM2hIjbcblC3NU5S5tjnxB7vevbjGL3x+vbGfvCCXRiVHRngV+8HZlqywyZsWq5LR2DOaEgtCc
sqDtQrGuxtMyMo84TacgFNZ6JLS2c1ZV4EXawbVnxZuQD3SGYVZ9QRyRrAU8SatkNEEGVsAyR+03
WoR1KL1WXh8veGcrb6xuvq9VJsu6zhQaLMR/GFNYLq9GkshTG0xHgi77C1TlZyUZyrG5/bYsWuv0
Bacm9SS7SNtdgLI01DQm3mBmps+vfmEczbdQ/+jmSqimAmLFSnjb2eIkvbiRCHEYqAAWOgLRSZ/8
Es/r2/HYPKl0IlVERYawlSQt5awjIJvxzAXJb2OZe5/L1YsvvTWZR7TTH8zB7Yqo71HsJoBiIKL6
zD894QgXxOvYgJBxB7/64KTl9CyS2AY6nDW/GFJqf49LP0bm4A0v6EE3n625GNcTzqH4vDoOnn0s
XYcBG+7fSWrHJyKN4b/0Wqm+ls7CaLhkOuo27t0qmHSkaDS+GfK1qYTGybw2ZcvLaaarEphCGrzs
AVc2gIwidJybczLV65m+vnbwkN6fOUrMuEQdd0znY3vmZnd0xsLzkLHS22wJO79oP+m13s0hBfvs
o7EuvvE8QfdJDgzf3yvKMTrZGyVRJkFsUQxCWEBGFoq/4+K6l3Xsgley+zJcRRy/2UViSvH4EHWm
i7QVrHZHPXalxGfli1bD4fVEG2n97H5wtKYbwmKwjmSLdhen8kTAIYBjtjLkutb1SLZMPKujM0dZ
FriXijEaYWb2xtNj/3R/dFgcfVWUe4CUc3g2pz2ezNxGBymqRs++jOZa/FNotf+Bgb3DuRWQ/ZwR
IqiuF0cQ/fuXB8t4KppzFE+ondxathKr69yAO720qzwFhYzfNRUvXRrPiBzURdt/ebzUXYMMW6J1
TcULyOqtQULXbgkyFSv7XvfqQeELyyZvTlUvzUuaAQ5+bE+9ZbeOxEdLlA4WTQqVwW4+bWIbDHpp
8ccVY9Bfst6aXwIDBZ6FyU8R+kzllwYwx7UR7Rraa//9zdZtT9XTLX4AHZJNIpuYZTfREyT/c236
yklG0Ta0Kh8fFvTjqYDfcYFiVr/Ps2k8G2Z3hFrbOcQ3P2D73s6dZlSzN0ZjRxOP9ggYkrES7wZH
HhGd7h8hggpaV/xeAK10n293VhqFF1RBPUXMux4i5CDtk+4j3Pr4i+4tCG/HhaSSiFbs9sDOs+O2
opuizqVlHy84miWemASfB28eoEERgio6rQnCFSW2frugjD9sDXuaIr1gZGps2EVYz+gUtkuln1Lt
UEVqb2lQCQkcWBkx3yYsE3UvW6fVp8gpkvrJ13Ck6dis71uQmqfHX9HYuYaq5oY2B31AhlJtz4Wl
uqC9OYH5g7JM9EUPOywWzfuTllawhswCdi5MXV7q62JC8z+naO988KfUqei0TSgMgZYwpjMV5uZL
scTuO6/J8hQJAmc5kn3e/S5qgiMifBY1cvXnP8UC9N2oBpXjFJnZ2D9NAnkq2ae/ZkkZHDinncIJ
cSKjwhAYABNIqfrWlBR+EnQGn0Vv2uHSDw1D6jRKum2ft+euT7/k8KWuTHyR3F3dP/nBOr5A2eoP
9mdne/gdBBHU20gItm9Pt0DDnRCqi5qpDJiymq1OiHCbeyK1teArJt6bkx3eOZcPTDZA6LrtqqZM
g2urPJkjmWbTs+cL6pVCUHRzYu1gbTseGeIA+HPcBXnjtt2hVw2gvGUWUe1aTCKAI/a85lUeMWpk
jKAWApEZdfHUrekaWVV2hLzcOU3UuSkvYltldZuTP7lQabPGp9uSJfqLX1p/Vgzf+Y/oDy/ZjkMk
nQMEyS2jEryFY3dItNR6FiPjXLfWeRqL9tc17rIDUYDd9QA0p8jM/CQ6wrdH1ulKOyU3FREqUutL
vs7zOS0zg6Kp1h7s3E6YQq0GKQz4LoC8tzFY5wV1RQdGRI6bVl+ndahfyjiwPhtmYYaiZTRVnRky
rEb77VUpQN6UUqhLGUDtgo0L8DROFIhzEVVlZ0RQboh1uyY/L+loHQQMuz5AqfnRiwPOg+e//aCI
G6O35ND568egu+hGlVyrOm/Oski/jI1TfBSOOb7DF1WRcNcinAK/uU7kRgdfe88HEFZDMIerDFZy
44uMyfc7vynnqFlQxwvLdaDfpBul/JbWNoDpdEEq/fGzsJNIgIaGPwyLkt6utbkb9mK65ZrT1A26
MaPjLywGU7neq78wZkcygeykxehFPTa6d03UxtIIR26VxPn2ey9QCSfTmfje5E9h6Urts7U0+cfH
VvauCZG1OkCEYjDJb614uZU5ds8UPGtMnHMciyZcl6L7RZrNEcN89ytybnhGKBwBbLg1FSRLPjHZ
S0RMOEZA0Yih2GaTaM5oQf4zykp8LXX7qASwtz7eK5AUnBift+vWqF0ZzuQ2zRwhzCE5lNPQRPrk
mr9MpXP0IO8tkEK3zulUXYZt367s19ic0wWXY4jUf3adMcs+dyhIO18tqV6ppEEt1zHn8qgztHcn
QJ9SFsCl8XpsYsx5XWx7RGghanX06ROC+KgVw3SZMmM+gyk8Uug4sreJ32MjllabYy9rxzzSO5Ge
y65vLvoS+JdEWEeqYnu76DBZXnXKQfZuxSuUnpCYlkZEGhi2b4zcY0L2FNvTmang2UGX5MjW5pha
Evp/YQIDAIJinufFCV7qhXpYs6RHGP1dUxSLaS0jUkUL8fZwJqPVoRAJAMBqK+frOI3ZKRWVfgYR
+3YOHx1eEBu03VROvS1JFCLQ5sbkbDZaH1xRt/OvZg8KIOB6XB67lD3HhR4OAxIV9o3Gwu2qeID8
2jGFiCBS2ca55nsKxUI48sp7h5BsgNOOPBPg643rSouMUrvtE5TabvbJ1kqXroKTv7SenQyoCK9H
93tvu9TgVriQ5K4Qnm4X5jMkHsGaBMAsEdpFdyf70tXMY4vlZB5UPnZNKXwDA1t3iCJ0dpPaXGMC
XX2pzwVDQ3/lYEzUBJz8wNTedoHOpUVCkZTMcfMZ+9g3mQGciSiIxfBck9t90bTDaQW7CwJL7vKM
0vXdgpVQ6Fr9FBmhqIFFcc3digFYrpiaMGva4uBN2/PDoMz+19Zmn0arsfzcA8CA2kB5hcrkv3qa
9L+PJcROTU+9KIda9i9OPf06VBaAl1PvVEHiT9lYmbdjN+W4KEobzT+V0cPgSkY/PogKdr/jDxqu
IjYDt7k145RlPtUzhx6Gc54/G2Viv6TJMPRXvQBj+vgm7xqDh6WwGgqDvHlWeiBeTbK05ARisOPQ
ap30ZRl7jVTPwMuH/8IagAD0KdEoYiT37dIMBKx0UeQ/YCjNL248Mx1EWi9Jeajdtbcuvh1jdcA8
KUrAraXYyD1Dg2MHdqhMIn2N+2dGgnxNRaMdwI73UgNyD1JIsnQGL2zCD3fterfO+IIto66+aRJl
Aa8xC6V8nZ3FOOphLbXytMry2+OPuVfJYEwjKtTot6jJo5tLkLiBVlQzWRY62uurOzPku3GW5ppP
AoX3SXOuZWXLj10rst/QT4pfe8QR1xNq3cW5SZvh6uaJ9YceT5X7rnTT+p/JEst/H//I3X1QvQF8
OFIh28OM/nibGwHvX6DPzpc8nUHXllrydyDyo+kle48FPRpQFgAmVS/idsudGmJq5/Eo1XGAQC3+
4eIOCwr/JtgHpnodkar3lqbGwRDpgkwAcnprb6yNjKdE8rQXC2pitZt/s5UGejP6/yYJhFFIC03l
nkhe3pri6qa0Klma2+WMZGAMVP8NSW3hnrKWcSL/wieop8JHDgh61zb9atSAQVgYhH5GHj8hQjA+
1WZmnRhsmJ4fH4+9PQMFp/IuUCvgTW8XJoSXJvZMlVioBn5iMsNa1jZ1tCopGKwdiPKPxwb3No3K
JlUD4FokDBt/J+xu9K0sn1Avs7XnpDQRhK5FunJJx/jgkdp7dpGeQ+WAwoFKTW4XRzLvNYuNrUbY
4nNRuKMWkQ4K72C/duyojivUMSiM9KQ275JnDktdIVYbObOVPjvV0p3LuKt+f/zldq2ACQCGQ551
12mF0VMJBg9Ti6yGobmIJjWfk8ycg+v/n53NWaeCAzKRJzACmiXDxZct0K00O+jf3Y+LAAGADNqP
M05Dd5tvOHaQCYNBsFFrWuny4paNNMKmLXFLoiuL3/Qxa77PS9NPT1ZTGiQjUwrb3gZV8p25VqZ1
1hdneDb0REujip7zFNZZ6eHeTG/8o68NQwt1K82+jFldmlHc1hQXegNB019EX9TKDS6WCEVcW+tp
gkdbUGbI7Wd/IJU4902x/tovZX8kEr1z4RTdD5UYEhKqZpsSz+zOQMdsRvkmvo9sQJUtXyy3EU92
k9fI9C9H/Ka9U0M4yLn5ASffdhKKuLaDFj2ICHHcvArnWe9Db2zbo/R4JyCkNAezllCagti28mAO
XZWLVqfb0/cQ0UxQ/0RretS0lXFd+xoNP9Kig6O640xgcXg0oClAkt9tXoCVzuJqjXxMHU2PpzmX
xecBeyH8APvtITzl8EA1flBEIAq99SVTSVWFKdgjx7VwKIBVxTeLvvBBLLO3W6oFoHQ5FZtPnZ6f
ItxWM4WpJTVNu07XfgNZOufhTHU8enzF9wqNKmyhda/0vHlEb+04wVjYg+mPKFBnkx65vkw+ipKp
5qe6zty/umGGC9P1QzK/n/t6/MLw9uXP3HU142wbBXNOHv+evX0kfKOsw7QjeAibSwFisc2BjeJy
LGpXa2KYTyBi/1sb4xE4es8SenCAtxS3Ao7c7cK7WZd6vDIh3aci9rsw6HYhMVvIMGbQ6EGwvXcl
1F6SQ1Aag118a6uQSVEOljZExqB5xnsz8TzAjCLXmpONtG3xOcg1vwwR/5N/Pv6ee06GEipeho4K
j8UmMF2Gsh8MptxGqaMzamQZS0buMJ/ngxEk7glm+vIvNpCGKCRbj+YodPnbpaaO5tuaJggjSrMI
NU/zkFZG2b91zfbg7O6ujQBTEfipxm1FF0pmXtvF7IxRM9rjM2Oc3FPspOIq3HZ6dpQG8uNvuXti
APKiBAdygFbH7dJ6qsJEtvgYexDxa9poFiN0AuPFSo2jJsfe0mgwq+HoFJGA09yaEmgVjQLlACjE
g3OdxJKf0tbLLt4Qj//RsH8Qt/y4VxuEAoxeagWqZEBEqX7QT+6G6G9G5RQWREWT51SJyQ/CUcrX
VtZrEs7VIL/Wq738ZWkdDyuN2/SzaxX10UXZ+8Q//4zNpaQ+N9gJdfhI8FlQxoe4iV6wgxpKmvyL
FwN3B9Llh2zCFgOSppZgLA4cGgTbplNm1wYozny4dL20z48Pzp4vRwpY3T81+Gv70hv6nKORRgac
LlpxKkxzfkfpVf/tsZUfHmu7hwwBpipCQUUhojZ76Nv9IDU5wYJtPPecz8ZysTK/i0D9QzV2/fmd
Y+XNu7QGn9dU0n62imS8QjTtq5DylxwvfTF5cBooulzBfje/1rHjPI/kzwfx+A/0+91vdZS8POqf
HPTNe22iolgjNzZBLevHf4rEE9dhrQ2dfs9oQ6gdmJlcFd4grqZZ9L+Czw9+S22ruDCbN/+etZZR
MZ/SH9qob+f6YL/2TiFNTNJJg+0iqbz9kHWLbpBBDRxoau9lp26O/Scwm84fA3TbA6eyU7PAACAk
OgrIP2yVzRtqmkMSL1w8zyJBllVyLphVclozoDkIJv09ws9+amV25D13FgndCVgxAgUQ4+5ufN+s
KwEcBV3RJ8157CQX3ckJ6iLDkn5x4GF21olyNHRvPAxt2y0X1UbvdRY+XKQ89u3QnRBXr+3ZC+eu
rd8D+zUvWaH/bsp5OEgvdtepJN6ow/Pab7E63tDAHy2hJ1GmnEGaONW5Q9ryqgv/SIJhz4tShVcY
apIzBM7Vb/nJi9YwlxbL6LjotZU9dctkhrXXTmGQM+pYG33vZMTD/CnRcDHanDF6wFrePNYJy7Qw
Yf0i/kYCsfXkMQiodKT1xTC69nX1x+6dSec6rKfDdt/+eknZQGyosRTbObyen3eg8inDitXQPjh1
4nyGA+a/BDPTU/S0L8J1XbyoQko+9KzFO/t5fPRk7MRWRFX/+xu2iFcfAgfpCHLyrTn0v0mdprTL
zJEv6B3UL7PMgk9DXhVvzwGITWlOc2/Ic7a3doiDVKsq4CPifzg7r964jbWPfyIC7OWW3KJuy5Zl
OzeEE9tDDtuwDNunf3/MzZtdLbTwAXKCA9jRaDjtKf/Sj1OM4oZ9nxK2XhnlQhSwURtoWVFM2Dxc
TreTQKQVADGjWLg6vIhMNjJp3SF4WqfF3KcZlZort9GFlwru79ZWpba19ftPRzTNvNdpb/Ix3WxZ
4yrqzCa2s8j99f5bdelQ/necs/gGymCGoTK1SDog6jDNVbpvFcibqZraKypgF6dkg/LBzITk8Dwg
LS2xCtPTnAdUEXcSC4UEzvW1CuSlXYj+KuoybEVMRs4KTL6DeqWSLJV2CfOFnW6xrzvv9dK1u4y7
9qZa/GtkrItfESWfTeOMf5+3eUK/Qa1T/1vRbeo7c0HQevCwIsNEIbtyfV/cilvhANwz4pXn+bW1
ApsYBvpWfoMWeo2bshWvIfcbhLtyJ+q+//w/7JBNosiBjwLg/2wnTiE60mImZnJap0JZdnQTWc3D
Jwf7zNv/ZSjiMxIWIMjnlCxrWUNj2XpyVo/9XbYsza4NZbgPGucacfvSimFghdI6/6NUvb2S/3kg
3A4lecvYLqu2aV91u4q/sPTwHqbaSl/en9Wlfb9F8htHHIGS8weXPH4I9LS1k0wZvkChLl8NtAuu
7IuLE6IMRlaLOBx5++mEBtOAajLw4lHFMw64e7TxVHTqZqrN9MrddGkLwi4BxYzWA/qNZztC4FIy
WyEPuSq1OKC1btyUnSxeVkd3B2S60isXx6UjDUyASW0aNnzG06l1UNEFbgUkCO7c7pQ2ow+ZmOc4
pOqxzzMnw6t3Tf9+f9UufU/Wi2ooKCQilrO42JeGUjMeKTtRFeELNP8Jg3Ct7tMJRfX3h7oUkf1n
qPOshNy5aAtFqcUMs2o+5FluPJVNYKjYn7IoCQavepyDGngk1120e3/wS4vJu4mUKbEDJfOzfbMq
mbvKAKe9eQc9km1+KL3O3Jn2sj7mduZdmeulwwCoC5bBVukB3366ljZuiajCTsDCXROykOvNB6M3
/1zWCZM10ruNW8ZNeR7+DelI6D4Zw06LzLq1QoWpTXFV1unSvmQ/btJ0lCGAkp3OJUvRcML7i325
6gWMzrLsZUnJeOg8++AUDq4eGdLU76/XxQ8IcI1OCbAnQLOngxZ2ZUvRUyYEulcc1YANBZSQa821
S6NwBbPtKUmC+jjbFSkCII6flzQ25koBI8BfZhnSav/+XC6dMcJVNEtAn5Mqb3vzP5fwvMLB9UY2
vkSj82su6zmG1LOIOCj8/yWg2mhqMEV5Waw3wFjE90vtU9AIVOgdpNdUMGvCa6yvS6eJWJSb0YHG
TAByOqPN1V1m2oQgZAwDSuvuFgh41VFVRXUbBI24cnovVY2JAkDMbGAFxjx7x2jnmQAvYFBimwxG
M1+jY2nk/oNrrNl+SoHxO6vyDu0qjXgo/Bq3Ojc9rvZyzUv+0szpNG/2HkjE0UI6nfkwjZNdBtO0
o62kfzpuKZMKqAvuZ9hQWEK63/9876BntjmJ4HAMH+B0vDnAYkMPjFfbQ3MTuFmz913VfR2dZbqC
qb50GOiMbtAJFBTeuqjn6RJGE7y2bO6ig4j64suEierxzyeEYB9RFsKBBJJnE7LKMnOsGSqUSm0j
ri0pdosREr0a0f/AZYOaA5eNnbOJn5zdIU03ZSDv0PeS/pDG0kubuLXS8aVcpuVK9+TCHUkLgb45
sB1kPM8L7n3RUx6LNimxzPMPjuzreCnVdEAlrYPOEIQJbdlrMoUXHtTN2pP0CdX+zZbgdG+Mqc7L
0BomxBcM+ZctQ+em6UadOH1X/F6cboUpmj9HqXau7JQLFxptPZCGdLdJ/c876Qr4A908+IGjkdsH
Ovc/+7HzbkwprkQnb7YkxaKN/LixddyNqnc6Q3/END3PM4puWdknSw9QoKHp+un9LfnmTG+j8Lqx
cECTaAadjpIVbU31vmSUUU93PsiapxqrkAPB4adsNP5Y43wbDkEGOOjsF9K30+FE6UzdqKivNVkY
Hg1TdztjdCXmrJbzp4eNxiGhASJUXCC8CedhyEIHM20GtWujWd+5UbXu+kVW96htXQvMtx91UmBl
KGJ/GpUI825eMqezMgdRBZVQLTCHafOSUF4cdH5xWGojuklB+Maot7S3iuJ3PEXzH2v5bcOTEyKC
CpmMAuPp8BXyXk3eA/6pEDzaUylrP6lq45YSiu26uqXx1S3XgpQ352AblGbpht/nKTifszI7bMUq
0e42v6Okh5F+aAy8PZ08FYf39+jFoci5AbRRCGf7nM7PX3lye89Ru2AN1mMvbe4Wn2BddcFy5bF9
c5cxK4IHtCYplW+mPKdDbf5VPuAOtTMjsbXsnbT/bme1nmOhXOO5cQbvGVpG9uX9GV4464CONrzA
lkWCjD0dtuVX6SZhqd1sNcgVLCPRhWiG/+E7btMi2eH5Bi59OsqENS+pL/ukHof66HiGvQvz0IqH
SUT7/2FCG0aAK4wS6bmprVgCI3JTJmSbgfrkVBxSqmk+ckPvj3Npa1BvAsPJY4du+vmUBkrdWekq
BL7yah+28vesI4ApY3Str3RppI2ch2gfE6KWf/rx0BmODMokzc631vAmBLQStzIyH0bpqT99YtiE
9K9YI3APG2j0dCjBJjGmgMqIp/IJK+fJPIbrzFvau+Xt+9/vwvVPQwTCO5sCjsw505ItkI+ImNc7
0fi6jfulNOWjTYx3W9DCzBMVhOr7nw9JcwDE1yYB/KY/j0GckzNBPFD7Kd9DH3Vj2c9rbFmDfazD
8FqT/NKR/u94Z5HCXKYs5og9qKctN2nUYCRytpfbUKcOeg1ZdlRtcU3paFui8xeBUgab3+LFe2NT
UvNce73Z1jvbqOs9NXEzKamo3Hfl2iF0aqsHgSJF4sy+feXkvZ0uPNLNPoT0ERZ8cDbdIPc6X3Xc
YDVSY7elWJ3dNMD5GEU5fDaLqb0NbI7K+2v69nBs5FVKDKTI8OjOxe8iG+BKOyLQwL8d+hC1cTeT
R8Q2ChF/fImxW/mHcgYiSwx3ejh0Q2TGXqbRWs7eaz/OSzx7afW56gJ15XD8K3J/uooIgcItoW8H
yAIq8ulY0vNLY2VmIDLXIcdqog9lXBtN8b2c6wZGIEbBSdtXYkj0bPWPwM15bAuoZzZvlci/+2mB
qELoAo29cvG9fTFIqgkLuSigvoTnB7cdm7YqXJ/PYDjys6Q4l5hYrXx5f13fXg90msBGIGxNiQBN
qdMPgF/kUGYhgY00bdjiueHFdI+jF12ob/Y0hFfah5cmxYDk6VQKgE1v2+w/xYJ18Tu3pcK5C/3B
PXRQwNsPeJP717QNL01rI9DC9UTE5E11k/p2vbJxWsjHLcJjQ1YWMThTEddRL556bVyr6L/VN4TF
QxKPRjfYILbu2a5F1smk5MauDWUmbmcxN09uszQ3Pttrv7ieUcT2bBuPsEfcl2BJYREiptU/pjrS
3ws/6ndpETVfZR369/0gwvuhl/5vt2q8L6rNXNx0pfhUKiunfdVeBeO8vc347THQ3YqzyDycM0CC
lJTZcfMOHu5QB7ERFeZzu9rlnYP55lMUDOZD7S3Ot8UyoivJ5aWlAriwodMI/pB5Pd0SC/pbczg6
hNaD+1vPInqK1rbe56H72oH/vVZVvDQckCPot3QcNwDz6XBOnUep2eX9bsGp6GdtePONxgUDLQgn
jHXlXivuXLg4/xU1C7g1CWLOS/p57bv1MBodQh32+JQNnRVTPXVvVThdEx2+8DAw1JblkQGQe50d
LtPNBrPALGfXe924HsJWq31tkiPcCcDhd6XTh7te5PmVyv6FvQO8hiomtyg1zfMujDVRcaBb2+9k
KdIvvQtT7whRr5/vPWcJFfXTvvied3I4WgqE4OH9C2xbr7MbnAiTGvHWAOJdOCty1n1ahn1jdztz
0vqb1C5i6mE1P3TWlKG4pp1XNAlqPCLsKf+01MW18S/NHt4C0DzKrPTWtv32nxst6tcU4nXf7zqx
FN8UfhtxkOXZbRsYIglzub4sSk83qgmudRwu7KzNdZ10lE/Py3yWUkAg9Kxh1v1OhUawa/1JfLRN
kd0DWSif3//IF4eiGkMTe6tQnkN4BpjR9E0aJGBqHIyrVbixBr6XVDkY7/eHunA+qfVsejPhVhI9
b4022oKjj/rGTpvY0RxXo5sGXmQPiKc1LNW+t7Nrie77QwKgOl3CUDq4MSHxiXNyQHfUD9OcbNDz
jSRfjeVh7L35T3m6KOX9/yRBI5yO2Ab+Ig0j7QCrr+tO+B1doWFZH7zCuXYpXJzcdjbp+v6rfHU6
1GT0Vp66BUKtxeh8zSNdPqyjMrCmXnIQUmXkf3x/AS8dCIxFKGaThHITnc1NZb4y1xwR08zWeZw2
dXMbjfmv3M67j1Cgl7ug96InVBCusXsuxBaUKkCSbv4cdKfO4mI0Dvreybtul+rCh1JYdQniWn+e
JcJKowKzoYG2VvrZJbu0lXZ80uydMNWPpi7XR8eyUuiay7B//0NeOHS499EqpcKFPMd5AbTvVbOK
kTTKT3GYRJuv3U0TXhHI3l5D/Vy4RIl+mBa9PCjJ5z17d7HsHlRltescR/fJbMn2vtPQ/xAGMvq7
ECWt12yc6rvarYsHqQHYvT/Xt9inrUXF+BS4yIg5/KfbdA2DMag3bAI/fMbSd/o5jlTxWqNxj51D
ocbK/HAviH/ievCjI9H6NSPDCycFOiUpK0EIv8MbWTFpLvOQY93uVlN58KU7fZjaCHjyvM+rqLx5
f8YXduu/VUvI5hwVsJGnE0YOvZ/TggkjXpHdl42ffRl1n18Z5cJhZJR/i06mR6J99kaU2soCQg7m
hIXw99Es/DhyqvYxCpS6LzA++ETMooj61mv3zqUtRUgH35zLAOmr87BuDpds6kyKAMLybrJOhbta
0koSuZxu+rw36KlZ9m5eneYQhHP5+v7nvbSYUI1pZm39NAqYp5/XlkWZKpeagLSclSsn+NYSVhxQ
sv1tGpl9JVe7dFRp93DfAVYkjD1bTJA8blbnXAor22aOm77u7+y6yJ9Wqv5XjsrbJaXrzih0XGzi
rnNybBNGnRxb5NiiKV2eM99LkworjRjUnndEul3tRJ7CgEr5Rd7/ptbbaW4ZFWm9i1gQuNOzNW1T
0etMqH4XeAKjvyLz8r2tjY6LFh/wMjYX270J1snbB8YYtnszWIpjP9ZpcSiazI3Noe1kbPiVg0Kg
AedndKfhx5VfcvvWpwEhuF8KFBihUzEkPDpd+dAXssknhES7WSz39rq9RLpoYj3MNQJY4fCw+p9o
6e8i4U5ZbM6+d5M73R9D2EgwwPEgcbRx0GmFnP4aSEv4SgiN/FXj+LeDMX4XPVZey+iWBwsZ1L1M
12u10rebHqr2xhbZ9Kkg4mx//p9YVKx2k4u0h+WEI43cG+s8WnGJjqZ5BL2OImQ0dIs8vv/B324K
Yl+XNh2wHrpm5/kboLLAKTWptsaBJKH5KJJ59NMPvSy9K9WDfxELp2sbkJy6XJc8wHRCztZWLxyJ
qEKKKjUGFyejNq3WuE+dyI4tlU13Q44q+RF/yLaJnQksTDLW/vz32hmjs48cibiLuXrhY6i7rkqM
QI/fJ7vDmcIIl/AVNVy1HDAfFkPc12b/oRlLPP3e/1xv14i18fhgCElsnc2zKAVkb5OWkk2pZWkm
7uQHCago47doshK65Fi9vD/eheUhOyGEoMhF3eU8O8M5mR8fFN0ukK7w0cNU0fOK5OFL5018tiuD
vb2cAK2RC9LD4eLl/5zuQFVI6S1dgMt5aTbtY2E7qfd9Kib865HQqMInUC/eFBv48Q47ozRwnvQq
LdNDQN9cHsppE6peulJ9tekf9nHT+HYWh2aTPYoqp0KuxyylXGKsT46uRuwXIhV9aRUs7pg6GiYM
6RQGH+VaZy+rXpUdmwEC9IdUetmHIA31wxQaptg1DfFQ3JYZbeSidJBLBEHYN3tQRh7uxSnYvmQy
tOfhXo7t380I82tJZjUt+WHNaondIwRacVcVpXbiokG8PInK2YQThh5cdI+/i5CYZedyPAxGG+r7
kQgv+9aB98S5wB6EjfZghPatI8z0ozMXlrpBpQxPjNoqu4CimB/+tSpEkP44vwIEQakFtDXVKvoP
pysEwNTObJ+6tQjyKBb4sifeKCrkk6NoXy5ZsL+yJfh5p0cWBhJKwv8CIjbKwul4GKb4Vg+8G8Bw
mX3r3VbtB4SXPtYTyvLvD/X2aJGbkqOio0QCQEZ8OhQ+AKKF5Nnu7KmtjmloZffBgh8nueNyD+3k
WgL+b4/rdG408thVXHzbS3Ne23GGxQH7BIJ3ST3cTBe7W7/aUuf6WPAfPNSOk/7do8QrdkSwqfhY
Lo1bJQ2FmTUJ/DRKvzThPH3hqc6buKD7m967XWf9bFTbtTGPS/tVD678mM8NdZQsF2v4hOQziX47
ium2MiTycWRb9px0hd+a8WDnUYaqXeS9Br0jvnn4bL+0VlensedXntpXopxFvGrpvXZZpZsEUIz6
p3am6rMpa+P7MIKQQ1NiCl8z6o9V3OWiv6VzW667vNbds5CG+QusOTLeKkrlGgdLTcC+rcZXW7v6
FeE3/67sC/vXMmJZsvPdNf+b+K5Te2vG4yVWJda9H9YsrOiOyDZ4zsayf8WiaKWObqR9lageavl9
VVjhlxWCnXiq+8z04op9qj6vOpuyj0HquAMCB71cy50tzNr7mFboiCcRYRcHD72AuzKM5ldnyLwh
MZx2/GZ0Vd7DzOry5dBwBNDgRD4IXQasKoudBkxWUdVIi+ey2GynXSvVTxM6TWasa9TrYmukRnpo
qE28aEOSvtb4hgyJn7qLjDW0n/tVR830Uc+rsReCLtiV/X1+lW/C6USydMk5u5A0zvb3xDEDDQzo
a/Y7dWcNUfkAM0QGSbfwB1cG2+6B/+7tbbCAp5bgBeoL0MjTwzQM8CUW7VkYoJplMpc6OISpvgby
eQN92zobqEASpv9bwPOc02Fov7stbD4zsWSdGfs6FPM9laZ07wnu3bizo/lzKjx9749tj3huGbpT
XIamIROrttpryFa8XbcRTydO2IZTCl9z0wg/x2aiIGjn8xLgP1ET1r0EujRG8GJe1KFT7ufe10ng
cev27kYFtFpkFMTk1esNSioSidO6nQegBLaB37saOvU6Y/3ugJeaMkAUop6ynR11RRD3SnfyJsW2
gcqWGkw7AVAypM/Kk4Wzb3q7yuJ0zlNrX1Q+rhs9hIu9laX6Yzf2gr9dZtuVE5V9HE5hIw4AFdcx
wU5yqWPtjcHvyczb+hg5Y17upRFZz9wUQb0vhzn60Nn9/FeVCneN2zz18mPbiOGblyv1MdRt9GN0
DY54lvZ89En4/ZxkfuP+aNUIqDNve/2UljDqY9E7ln7pxmJ9SW1lfC8a4T8FiIqZsNI6MSWWJxAt
bStVPBhRhAxdUdb4g7ut3dzLLJvHB9fU4bema90FR5quuu2ztRdJsWateTC7cP5O42+4XbpZAggp
UutFu+HgxYZukHosRPOBJlIjd7NYsYdrw7BIY63DxkmEHchHqODsLpppywtk+OAO6wDCO/Sl6aFU
TarDGNMkHB0GCC36SGqFAmdRLuu9KKsayDiGKEmA5s5fnAd+QxswwJ02tSfg01bYDqnSaKZDK9wF
Ylo4y88+/BhrNxZeS06WYdsYd0FXqF06VtlHURO1fNJh2/2VSRM1aIEj4Rc6fHUYz6k9fa+RmjSA
Q871T9PsV/+mQbp4TQqjCr/NuegMIp5eFAnwB+8bxdrl81gO4VMW4gObLMYQ/bPyy3+eO4WBAxoc
/vehsWSVmIYbfTHnNc32vZ+larfUqxUAG0ptZHpzR+FnMIl0SJYgFR+0VWd2Mg+wiGKci4UEk+PM
eVz5S9S/NlXY/xyN0lz2IOLVE/gymg5ObnkP1draxS7SbeXEXQv5F2CiYRq7qG/koasM9KI6tCCc
A73F4Gc9lMsvkviAH93a2hluy9CDnL2Wlv5NUlF3+yyc1y8erJXlS+AILEwxYzf6JK+7yXiYls5r
kyALpdyNeeA/o9+Sf9awIb17r+DrxeTPG22u63NkSGs/r46cI/Gpc8YQP7G6WwfJmziMD2gzV9Gd
J9xmSsZ89uf9xrXL4mmQZb2vW5/fPKuX0bmt+7n+hh1uP8dtEBjHTA44CKBTk/2dz3X61ExhW2J9
pMxvHrDWIK4cRzzrCbdlyA62u+NAkBYak9d/dA2vtBM/W5xfY1cGQ+xqmDrxjFrLk52FHVu0GMvP
AiqyfURoqrwvxjT0HgIrBRgpFleZtzhluF4iZZF7MhZ1UNuJh8XsgxO1mC8Zs815nQv5qU638tpc
rPNLioNaCqhX+Cqu0mIak2gGdzU7tmqJQywXg5wGTtmTT0IkbtIxVx9g5fs/VD0FXTys2Lkkm1tV
d0DLRo+x07Gp7lzpFB+F4QrCcker4GtfCPtYTTlJlCcqJ8lyX+gPOrXL/NnG4LdNetk1JdK0tHBj
UiMr3BnDOH8KHLsLdyjQhAOSrmr+HNB4qJPByVJAOSIsm9jH1HyMrVnm5cHo6gxCU5hm633vTl15
V62u/MdISVtvSymaZY/hT2Ye2hD90gQgcxDtUj7ZGofzLHCLWozpE/6nG3PXzYsntMlBktho2rR3
UE59lR9lqposbsQaVY+j8MVvOhVBsAfIvzgHw9UICwTlYv6YJ7q6MYomk7frrML5ScZNLNQs0jmu
mrJjsgkZfkSRpEqTVqUDmJxgCoB427Kk0uh6g3lnGE0kOIqrMyVyhabzaLPtFH8aRp9UZgcfxsBy
/xJ5NOU3q1KT/xE6sC4PbRNl1aEuW/N5Kbx12bQr6w/BlLEmuANl2KTk5cq2tkt1K22v+mFu8jIJ
DqX62R2rMDviZlvPd8s41zo2msp6Xatu4Gq25+xuROLTo19hN9+o2bkj4lL19FosiJvH0xoMAyZw
GEVPncNxaeCgtIfKLcLnsbOwb5mtIfB2AInXcF9qgDlxmXszg/d1+LubtdeBPWjrV46lOcb4vhjl
7WSn5j/SXVt1t+rKesZVw9F72Tf+XYHCnjqqsuxDPlLTfUp9n+jR7Gx/fZ46Ke4NQlQii5RlET1a
2reBUOWLkRtmz4PYVz/yeWzsWLXK/Bt+bW7HaboMj13KNt9NM/ped4ha9Q3If9fLD14WRTf+PK4Q
lnCr7eK+NDHLyaZhjBIF8Gena/gjO3BxnXsfZd2ApLxUcwvCqy228li0/NWOGx48sobhK/iA4UOZ
WQtvZdeh71jo1FR3jaV4MXEay78TZboYz1tR0yTBCFj5bsrHLE9c/MAV0YFl3BGmetCo2PVrecSC
rykg7ObaRR9waVCY96RysYAenNeua7kL81XnP8HtCjs2WrcUt63OFztunLGsP6ZtDx+wWUe7fZQh
8iZfVkLv/KGho5LFdFfWCOPLWm7gl8z6UKxWFcW+U6V6v3Csx0SMVumQGQwhPN5yXbrYHxeaP3qy
mz1QtLWn2tH3y03qyiXblUFTvZqllGlctI360BtF8EO7FX9N+sJDD2julg9Kwo5IhOCmOqg8klEM
jkB+zQ2pnukou8N+LKxgPqCnOtlY1hSDTHicUkTvAwVZpPEnWyak4t2hVGKhCCHszIzHcGZ3dL03
PSqrXUdQPLM1PVjWTKa40U/cxFNt+gnTbsrmllDpJ8OwdJ0IEDU/ZiEjZze2ZooOvDJZpsXsuier
bczgOOVd3t0pD/LE1zzPieQCqb2vvTSNIcHbMvgWrlQ/drZXoh0V2DpFpy0vxSNa72kYU0TW06OX
uTqIV34qEMGG+kU02EYZz43tUPgQueEuO92EE8+KMiXJO+6dvKMdM09EZc8fAr1IbL9S0/9IYhXe
9raejKRmtJ+4lwpkjwUKHb1TOuXBlTYnsc2xgD4WQtv5waRyHsWp6tJ/gBBA9iWEM7PPQaF6Z698
R32VVlBWsXRH6yHyx5VlqSznNaPAgLyZURg3SBIZ4U7bo+scucvbh2ATSYjbxTJ/UTDw8KecNaHA
FKa7di4Jm0wnzdKbOZxyM5Gtl3WJ8iZP7tCusH7CUDC21RAWW9dyil2ROqE+oOlSf3IaT+AhutiL
ip0ob9fYhrH+F4xY3o2id0FHWyXuB7wSdZMljZDhdO9wQcn7cJRzw1nuwZogoRfcrRVI7HiZ2i49
cCS7Nqn8YX10695Od6EW5RLngOR4VwO3o7ABwGxKylGr7KihKWt4GC29ctl7+AgLHY43uW1YwcFq
avurV1MGPiL4wyFoZ9N8Jj3Ki31g1WH0kBV4MsZmWk6PpeMVxW1p8VjFyslRn03pmnw2+84a9ple
zR94rnXmIRV21x1lObVfA3OmlUQOIT56E4lU0mYIwcVeNCmMVfuFlsFgYrQk/Dq8I7J2IKNTKq2O
FK4Mf9fSMTURa3c4u3XGe3OgX2Nksb+JtWHwg2c2yVzj463Y2n3sknNQrcIPoSPIg4SSYK3Rv6SR
x/fpkRj61gsUftic2RImps5CAsra+6vo7aFNSlyCuIzY1jzllE8eurlFO603e0BaNs0qgypF0C5x
YQ/9Yz2XxRi3VbCC0fP7UiVhx75N/LX0nIMrqCDEqReBGGftIW4xshhjNSn9dy9zv+bqqaJX6evQ
IoLs3DSP8c3x5TH1JwB/dHZUSBiGH2dcAGv+QuDsEqi5/hjG7SScf1SNflhs4x/VH0KjVfIlrOeI
jgaKaEHseeM8wuBTlParKCj3OnCKft+ALfRigOhKJRU0Hq6zKMJ+pFuNqj+Wee7erc4smQZ6U9ax
8orKTZxGYlu0OnWxJjATZytxaj1+9NZsQmUOvMWvVgi/JCPIg4euaXFOseuwDngCkaT6mHKNf9fe
wAsi2ZdrXKz++sDNQFjtNB2hCQ6/9q+6yNLnrqrbb/1aGdWDU4yLgbqcN++nzEG6ZmOspImMguKL
OS5Lm4zpZPt0lcLoXorFe2ZFLCfpSAMOcC7sYJ/X4/wq5ALOpQCxZiXumDoymT0R3NsIrvgcLlM9
etPC497lYZ3DZaMzuksn3y0JtpSxk52hlyTqO/+3761edO+pIXvNMB5h9fU4f9Oa7tSuGIzuZ+NG
lLWs0Q1urcYd7STsHefj7FhLTcWvLR/mwuwBcxaZenEbQZg5CskyTwPmSYnf4kEfd45dDUk9q/Te
bhGiSyYIps4un7OqTEbRZp9HdIRb8K4dkJc8ynV2rzI9pfjW+FMTU9ccPnfN7K37sc/c5g5tee9X
FuRuscsHRTruW5MIbhaIYM2uz/1hirsiMr6std01iUfBsDnaldIH39ZVGHu1D42Wv0FVrDLJBPqx
anS8BuMsOXaRyndsT/dvnr70R2ZIxKO6WWnsw7nPK8ze0+Gn1w7afgyqtez3TjT4v2a6JDiHrqok
kyYwjftC5nI3RZKKW4EzkOLZrvgrq4Mt2U/LWO1/dCvYxqaUmzABHICeDkm+/FrSPLsTcvAV8iTI
wCQjNbGvneECr8QNvuKgmbXBxdhr9wsikeHvwFo8fC2sIcx2cpz74GGq3OG51n72HbE2v9zlo9kX
MYXbfr1b8dr7hRfAcBsScUU4j5rlP5ZZmBPvb05NQXeh/myrKRc3gwnZ7iZMnYkDaM7172qyJ7kv
CMwKCqG1822uy/GHDmRjJFicmIoiTBVRhCmnbr7ZuG4q9tTqtrE3umOb6FAHz0bn0SVBMdoFCJsi
ZsfLnTYPJXEVl0vT2UdYLLix1q1wghgNovx3iaVAFsMSQJe7Bn3+c8DY6G8t+6wgjSrqcgdoShek
M5K3iO2P/9w8bRlPNmdjuyMqKyV1Rd0+TUHqshoY4VETCkabdgKffDqY7eh9M9VIk8CP5DjETt4E
TSy5Z+p9N5ve79b3ySfGfGt5orlA3i1zYM3sL37vqu6nV4gnIk8EAdRnY1bGQGAwGzctDZowhvPW
8TiPmu5sgWhF7KQTnrY9If5rW7UO1u3zqH8atWifyjYX/1RFk36dlzz/SxMtU6tGBfpLayHXnKS1
WL8seJgzP9eAyVq64RI76IaIxC7BBgbkZnls5cJ+7BZyHMim0Db3y2yJ44jn8qduaYZPS5hTbulV
LwuS6ZZnsaMArXdGxguRoOytXsIAi9XYFc38zH1NDUHOxvRDGW7zu1VTo6Ar5UGXjKtb1PGKdN8z
gl7O51SnxS3ZgP7trYPzKeME/ZpVA3Dv/zg7r+a4kXRN/5WJvscsvNk4MxdAoarovUTpBiFKIkzC
+8Sv3wec3j1iqYK1On3RHWyarATSfOY1OaWTipRfpXTrJYYNPahR7cmP0NB1fZUcFF97U7pPDZnh
6CeUG75pWlclG1AtThY2tU34jd5xR2fFWtpb6jgyJ7buszGgKVO2dxYpaHpueAvcgEwvjC9tYpe3
g66P3zxRi/Gykbk70ZqcHMtXGzuuL9M2ccuQ9Bs97Nmbqk3aNV51Jmgd/Egp9V94eEGW54hKOndo
la0Cc7Qd6wDpL7cLiV+K62Wux7tIjNkLLPPpAu27KAnMPjGe0l540i/LkgLyQCv3yumWKsa9yUY6
GACX6PxuKK3PRTEPESeozZEzSXu8kV5O9V8zlbLdcxTX294sEsW39YjDfOY+o0WmVooaFJzZd4vG
tQ2zuac2CTLOQtNJ1SoKpVlc3mt2O8hzqhvmw0K0TNdvJHEOZw1nJT+mBL9Qcczns7GgZhrkqdqx
fFqFMn5RYIHnZ60stSBxFS8PZW/MRdAOObpnOiC7m7w1UPyKPU+41yYtxNccR9ynqiHhZS+ukXQi
hXsWR8WUEbKpzXTHbqA4hF3OcN3FWdmiRW1PRZB76OQGQrTGk2VWdC96vCLW/otSapdNYvTnCYWM
yJ9a6Lo72cZLE0Zp6eSk1NpM03Na6u+TnNMnQLlVs0GPL842UWLhJNC1g0lgQB/9NZqm+VI24/Ij
F5ypV2qlTexQuN/9jlB4PLeWSu/2ssmVvS3VeKAxZA/Rtpg8r9x1xC/fvHkmlzXqRd/WkdEUm8Js
sjt8ZJUb06nNh45eauoPje3cwVguvjTppKRhKRyr9jtF50/OEl/ywLbGktRwMiNKAbPk6mjJG63A
4CAXm6SPVqxx16+ukqXsvxLUZp+TweVidCKljtn/Ln0soL/DntrIMsBxNdggQmRkW45Ua2QY1RKB
DNEQKHhW+j0yRqvz+xGAFrpic5zTkdG7woezXs0+UHr9ifDEvjfz2emCIXfn87iqNc+vHUs5y0fZ
mxeT3Uxn41AM6T6XevJULBSSLhN0HpttjERvSqw/kqKYRm19WUhcktCi0M31kFGw2veOG3mBpPX/
hByQlW1hn1XWZshlk2xp4sZ3IKZyfFU0ilN1pXk7sPPDF6uZnat2VgRNNqGrZ4D7s4oOU8tGEIUn
LjX6Wb2vjyK9VXSNu70dxi4Ly76MvsXg/2q/GVsORpyc4YS5+WIWvko49RDJUSOMzEvRh/YYdZ+X
vAQD29acGj6Si+0TxEXle8YC+N6DbEgCehbRsyn07KbriSCCZWoM+uOIuuyGpaXGl6R1OYSjHXe4
Ho5Ffp6XgxJvNbVTzl0OPjtEIcUsN93oROVedPlSBDbmCYVfpzYXT9dZ2qVp9oMTok5A7EUWDIVZ
d9Jk67V6XAVJ22hnC4V6+gtVM+wyOmOWPyQzoatdjJNLkb3pS+pntslFzWlLtBGD7vM4fiTNYi+7
ctrKIzyyFv1HASbjpTIRfg2ElmvEBD2KFl6ccmgPKMcHtN86x/eqqL2ZiiXVNuyMwkHFQ2L1Z3qD
NHe2lqsxSUSyfO4Na1IDIe3K2PQKNR+iCW3IAqeazc9VDqb7IsF+SfdbgCZXUpGeFjReod2My5pm
cvhYyQVY0+oxwhpkBZXo2r1FIN35tNRo6xa5OB/XoCdAdEx5cBqERBDKyvSbnGynvIv0YvlRAHpw
zyqzHJ7cNI1v7cbdpnGtdvtZ0ZKWanurUxcwpTCBG3jeVe/J6ZmWhVvv4UgVFyREzQ8ljzkZ2lnn
N0Sh6LfLtHQeseXYgxUlHbipuYpwqnIXarcRQQRFHcfMSTmFkYRrwj1u4lq4Gw7W2KN4Mw3NvgLs
RfWozhG/kHjC55dtbiQcluaUXUszmr80XNv3Bi8nBcvV66+VmxD1rmp5l73hVfOOOVY3ZpbVhLHZ
HFEpN/iemmKe5SNFDPxryb2cdNRhmftYXZjwYosRTCAv9s6YImr7lPatr/bsEEHobZR+BxuB3FOP
8mfmO0h0eFc0eCn6uaVJgQp/G0vdSFaoxfGdKxCawJm0N0kZF6pf2WiG4fxu93FYlU3/aHp4hl0M
NDa6UObQ50iHbdi5tb3UOIbgjP0NNImot1Ihxw7VKeOy0dskXnYeRfcn6NHGWja2yFzkSMtpL6la
DX7fCbhkSavFYIxipzB9kbkuNSCFu4PrwY7L0FxKRAUJ+rR8my4CKGSouoOnNr7RTNLajkZfKNcF
tWeMbWuR9/XPOmnb5HqO3Qnvgi4VBDz4WBqSUzTVhR7m+awAQBljIJ3t9ZDSnpaB3RnN8NQMTbPs
CGDqWPGzyADb5M2ANxGm0xPlQe9n00WNXhdApPy4sDkHQ6fRyuzeiO1mjHwVedEcCVHZGI8m5rvl
dVMqs0ohhkvH3HeqDa0KW02dKLtUFeWzmhRTcZbNU+Osv1ek1UWCXsXwYGvjQqiluItb/cRgVCe0
oe3HGH3twWTwh0qxJtL8ZVK1vTULfbpqTIrodAzqsXxFyHpcqoB2MonYtq3tOHqNvMXBP9rMuvyi
K7HH/SxwXul/uBp357XqVpEdzAjPz59ot7TqYzHaxEJB5NmF9qVSaku1t3lOj3AfaeNIU7kzFnf5
oczVCughnEu+lUBnxY5hWrqJ8WrHLbkSMSd4NkxFZXNrTqxTLxNICiOQ77Zmh9RTBUCBCgwdFVQe
BE8H8kQ3ONZ+tJZBeSgsvSLSGKbaolkSja0E4tyrDVvKAnfhvtiNYTsvg+0Kp9+l9EnjxDdnO6s7
KlCpWTzXLrfMD4/UNQpndzbSizlN8/7Gkg3i2AG8NyS/E2eOnIu5hbKxS41xLC5VMnRz5+KwMYU5
pfPlzq75/JWvurQKkPDHwe9HnMZz/mgnqjJ/jeTMtUGvRHr7lvXN1GxNeDvK4sN4pvUjV2ai6rRS
KK9N7blUBkSd7c4R474rJrxE+jJPJ67KocuuAUQlzbaanKE6bxd1ycLRKgzxFWWPqCHP7dw2pOpp
qvsWqMniZ6VctI2hyMKhl0GxJZCWWbrPgh1zjyZgNl920iKbWVTu17Cfe2QR0HuWX4Z4Tn6286K1
ZzaHgNjMpoi+KHFbqX6sjNMTKpuxvp1VT9ynVWEMPuz5HJMlrj8zRMVMVF/jTkQOuZbhzfu45ocC
7g0ZncVslx+D1WTWRgXrLHcAM7UnCEjUmCxq9p4/eNThfEg1yi2d1DjfCDdbvsrGqe7hQ2uP0o1V
h4SpS8OuSdKSJgIxop800G19WijJVUnufeui3gGQ2ewKy4/sKPnad3GnBaPV9qNf1LV8LvRFTgSy
o6putEFvvktEyZ+nQcznCsF+Diymss+GDsF7kjQ7VAz2BSaX4szIsgbMQL9c0gYa87CKR/OiYvdM
/qIPtG9qGWHQa6aTuMwdTDIn0gbSSKOuC39M9BqPABrjdOYpAr0UizY/1lXtUD518rHcNDnw9s2S
0Pm9zzgRH1Wl7ahJo2GKOYTlJJK+hgEIIddsQB8JT/cxbSxA06Ia22dwR+59JApNbOMycpz7Cufv
zw2GlgB2zNn64VWjkBRjrE5uImkVZWBNswjb2JtXbQfhoNSMaFgeTDMuuJddr03IdeRNcTaqU7Kf
ADNXVxZUppSU2uL69tqSWgZycvRrEJuk9jPpanIJad3Kg3qIspjac4d/Lxd/SeOziRzTbyyn/drE
3E3hLAvwHBmpO7ex8HC+HZZI7ilrxeamc7siuQBNpRQ4G6ZFHqbRMjwtwAS6kDRSvhS2lnxHyN51
/Smx5osC4adxK5sm/dr2E3BlN0my2742U1qXuluBW5RLT5el19sL8iXSV2T4vauV3hAHWmEnfQDS
hz4MzVW6vf1Y4nxQF/iu+hiOdlxWY24qfhMt/UOSkBn7eHEhnu8Q6bQbc5bzbZ8ZY80jmS3VTziB
Fj9unZwTT/MAXMVjx3HueUir7zRKmp9p7IN8GAWi1AHLksJ1tqT1RTwTYoUj1J2Rw201JbSWtPki
GsN8VL05yn2OfdaN3slev1Tqtk19lU7Qcxx3dk6O1wHprro2c7ccRm6yxUw12Q5qrQyBQ/NK2+aa
191ZXbys2D9Lv6ri1r5FWgeZ16LiEPeVRbgyTFIpb1OguQ9G2jTFRevZVRJG5pjFQQPooA8jK4pd
ej0EGVu3pSu+lhAo64/WENfUMjWr2Wp6kRXboTY96j8kgBRh+3kMBqkNX0vuXjPINXRwPkOxKJdN
o4J9o+6WOHGoJl6KSrpjdBd0UmT1rGWLm4aLqbjfnKpzjaBpynkM2dyoJ2RFWeDvPneeedaoVX81
zrhcBSghUWV3i6I81yuFEnaikcltCRD0T401tj85Q2luiVRdi0VUtlXSz1lzgzbDDPopy9plnwGl
yKnBKrRmgQeJpzZprUdtRpj4QuO+u1sKzSYe+Bik+RuuDLQ4skouqkcqMd2h6FGZ93IgqKIOW2ft
tpgT62zMTo5ySIVF5Be5IxTAUabz0Dw6QMKTpDR2sZRuUNfUoJ2ct29VGtgnAaZjlkYcpKiRn5ja
b/i8ddA3OCiMTCqK6/d/gd8PscZNFCFLbeIyfIFOcvVQYTGwK2jh//lQuCYD1kU9ilvlkLCFAo+W
S1E7Qa2BKzDctN/Fthh2idaUJ7RKDlG1q17y6tL+ZgqBEt0BQi+Z6pJtN7pBlNWlLyLcEoRTpDuZ
ZbZfD8spEsORBbIChvGkRt4MZODBqxOyXiIgJB74Aamf5cs4n7kcpCce4LFZgWiG06ojf/rbAoHM
XjhizrwACB+GsxMIcCPSxCYfLdq+WWudgFMeWRsaPu46gTxsCTr179eGDkK862D4B57dvKSmKjbx
BMY8HapT8iDHnh/SiKhVcbCzGg9QolDkmrpRUi+gAtI+AAhwrnLC3hPP7zfC3rosPHh6rAgbfYVD
nm5ttRbZIa9J6SniV6LWr0BtaJvWVYybsXHHIMuT6L6xZ+0TncUh1MHIPPzxWQLHB8y3yZ0Jo2Z9
FL9sOFI7B5oGD7Vrgc4HqQdUBZSWYfypV4kGuWtdki6VO9yfjYOB9CyByY3hKSxdZzR9LAbAk01q
rX9epvqUbOfvS8VABJKeFtBbzknvYMMpidbROiGFVxIxv9A/obkp0UR4hmiXnvKYPiRsrDNbubq2
scrOM8P3jzDLOi2izUHBy9Hcq9opvzV0qbdENd+pfhUB/ApzI+JxOkHl+f2AZtxVoYP9t0KaD8a1
Z7dVCOjZD9ZobWvsuoJmMJ1t4dX1RoltGahaoW0/Xi9HJ4tjMWsGtQAIOO8nC5hkNhtBX6mnmAGX
Hag7GD+5nTEc9HtTNKGuNSBJEff/4+3PdFcjkZVf68AAej9yaTYYBBWzF0TGUnzKlaK8l0ZOKXWa
p+Lm41n+fgBA4UXxeL3/uI8OhWNSo8vqsfEYq4zdnTrJZqct9BE+HuXYKrXIaKEWsf+1Q/UB0vKI
MqrDATpbLYzhir7VUBYXEnz8iRvo2FqxdJhfkEmdtRf0/uEtwusaBwWmwAOtdT33Mro2wf580dBj
UMOlNKPJJwjIrPDjKR57kOjf4YKGoyI02vUR/HK8KJlK/XMgs10mvfia67FVbHKvN6bNx+McUmXX
PQix0oHQaaE9ZhzcDZ2i4X0gbQ8qAVRBJGDZcVmvbehIQJ8EwID5zGD9aAFBXk+G+6dWlevwHOOW
Q+cSXdRD6/dh1GnP0lwOIkSyAxOxdj/THQznpgxtQ7U/pcB3bOWg2bhqsRrU7Q/1NRNEODIJjTVw
B3Xc4gFzF2EatMEfzT1xSZ0a6eDBoiC6pLLhwcZ2ZYV5oWH4kIloUzS1efbxOzw61OrRqiNbgdzY
wQannBXFbWR6gamk5gtCFTihG2n9qU6TUx7lv4cuq7X2fw91cBkRYNgDjSYvGBMPsWodP9GY+lmI
x7cFIBNvyY+ndnhq6haBy6rooL4pPFsH45HcIOY2iCGclEnbwT6agWZJbytW7wDDmMetE1PCMWTe
nTjJDh/q28gIA8EpXG/dQ+5ipg9wGnV9CN1OuK9FVXlngu4vwvhadWIPHhsKxUSVsxm1Qcs8OGNs
hPdz2asDpNnRfQVSbwbQIh77sVVOpQmH72+dFXSxVR94dWM43G95PrR6GoNiVYz5io6L9qktptan
OWHf525+ihV3eHoy3ErORSkGzCKClwcz0/oB4xPXG8NZScFI2u7OeiNNwKGgaVpVfA66dyfe3OGR
tg7KcUJcZq6JnncQhKbW2PROBTLTpcm5OuaI/YgUyVMLV3hLxGGFFHmq82Ro3G+JnKeHP16yhDS8
RdIjgzkfbPwxponWyqIPC9n2u15sq+reKOLhtkhcK6TVWgEZqU5N+sgagpnvIW3moXsIa+r9fTEO
BPMM0oeizejT2LqyBESo9mvcpmAJPp7isde6svFNdxXAZTG9H6wZAIYQm/UQpYw08Ap7uq7apLuN
NJls+wawmVJX6onXqh1Zu1CmkGlFfhBzj0Ol8jx1YjUWdQ8SvdWvdcq2dF1cu3/J+8rbN+M0PTrJ
Is6zvtPvyPDyzxSFjbCBsdvgf0OrLPKKlMoUdI0wqiLD1zAXPxVBH/2UINRWAUEwpodLfiZJx1U6
A5SsQtBrenfxWSXWvs2Vbt/aVv7943dxbLU7UF0gpINdUA+jO8ieZWHY0xAaoKIVMIhKHoUGiCbA
MnN5gZdquoG9FF2INO/2EZoX4/bjT/Cm+vAra23dcMRGNk73iCIDoXi/HFqKnPrqYBSK2i4uKLsV
Wwf/870Tp2JTd3IJqq63rjp1qUMrr4Bx84bDZhgErRQATh9/nGOLE6sZlzgbsQjzUIoHAH8cVTot
5mVKiotC9vJuVCFXKIn1IurYocc0NyfW5rExkXwg9kUkltvq4JqaclVdlCnuQ5hBWWBKfVxbUb1z
l0l3FD7NO6oJRWQ6J26Oo+NiFrAqVQJLOHRE0+iCLwllNszLDZv+QV+uwrEDPqR0UxJos4qabDPR
mCde+dFxETdcTzmI3IdvvOqTOR2ssg9VPTf2TiZsG1hxn11EsL43YyU1miKQyU6cO+tjPFxobC2u
MASxEXBc98IvQfEEvHfQDZgeCGaOT2k6dxt9sK2njxfQkR2FsQ+0cTYwepGHOgJgSXOr95YutNsq
Cz1Uh86gBQCi6OJXaMtj0OmzHhAaGOj5D8bZx6MfebSwNVUMPE0N1N5h3EGcIFuhJSylPLMvMhvU
vIsn044ItQv7Ukc/oOlOCeYcObQYlGoKUcHKYj9Yv9xkKM163FnDQA8Z5RRuZ0lRXThRGjjWNP75
HkXqSF8vaVyX1cM70u1WwWXb7UMzl8pFZ3ftXQKyt9qqcCPTQM37eCs9R97++bMl8yek48HqWDG/
Xz89jAkLNH0fKsPS72SlFfveqtUQlq17q4NXhyDYyrv/waAm5Q0daZQ1dn4/aF10qZpb3My2SKqL
2aTu3bqW8j2u63mnlvo1xrpSnNgpR8IBwgCWsM5z1FHgfz+ojDLHzs2oD6uo6ChyG8NDj8dmzv3Q
QkH9eIZHgnSMLWBTs2oZ7DDpH3sQhMM4EXBJuMUG9LFza1qMB4U+pt/D3g4MNLq3vVja549H/s18
lKuHRigOsqtw1mp5+36earlwxUsPPBGVAvoTsrluaEK+QsCQ26Q2sEc16tb67tZRDXcdjDJgDkVX
z3OMv5/oxgBI1Kcy2YBqgi/w8ac7tqu4l9lYFClJIg5egjVOqsLJzb3oAlZz8UqHPBTbV3TGVT+K
xz9V9nt7GNSuqcASk+GV8f5hyMTVnKYhZUkGatZWj3qBTnFyl+q9/ucXwKoPDG7UWtWLD81w6BUZ
XQIfLIzAmO8IeT+V7PIdBwy5i9daN55eiPDPHyeGuOjeIaGP/87BRoLSVtmAuIfQKipqBVo53Exp
KUMvAlhi4vV2//F4x05iNPZczyCYc3GBev843VLFd1OWYziakbqfk0GDQ9/1T7AfNbSni+jaripx
qm5wbNEgZIqPC5KXq2ri+1HHNPGmGE5BWA6WEdheA7IsT5UNwEBllSQwTrzJIyeFAULYNHifmIEc
jle7nMC0nafQkrG4qq20/dzqptxRTxNfPn6gR6ZGpRwpOOZHyddev//L9W0t1DqXJZtoQwK/dNzG
gUZsQ0BUBsDfSMUvJ8KyIwOasKy5xOn1rdp+7wcsKxMGCmSJUDRxtC3t6Wdhpvoeq7Qa9aOqPrFA
jzxK5DTR9aXDi6bEYVpEI32g76tOYcehFYLsEztwDSbocvuUePibqttBKLTGQTigIfNFNfng4LMT
oGN2Os9hnyVybxmoFjSpMtxlQ6Zt7KnvSD/V8jYdOvW8q+HXWJ233KjTEH9NUcJ+gdVtonBgtPtx
NWRxDCt6iKN2uHZJ+s5ZD9m+hMSyj2PRn5InO5YwwFMgSaXoaP1ucrVoBhaa4N9Cq+0qIEIRRCxL
n60LLOrKzxVIDqJYOcfPHvfxWdWk6I4AFVJ+9kaVQgpBEKDbfLw2j9xhdANok2nEOg4NrPdLRVUq
hFFblopm9wpgo8Jd1ZdGVFlAdNWaKfaL4nWQKyvjRAJ3bGRq8xSy6UWgVHR4zFgDfvBJPIeZ6vzA
cMIkYF/6axjlVqj1ev7Z7sbUnzpvOBFpHlmutEDoK5GysVx1/f2UY9hfZV9rc4goegK8zBY+HoFG
aDXjKRvuI0cpKtvrONTC0Tc5mKPR57HBdTij2RCt4HxzKnYgdWZ6uDPgRrm0e6fRxxMTPLL915MG
CwoCA1U/rKFLzRpaUUFsryUKJyqIWLDayHXsl2kuOQGQ9qiDj5fRb8+U1UyAaa29Ccp5hxkKrf9K
m91BsvvS7rrTknKnV+a0A0r5p31BnaFYsChUEMW4v/nR1Vk+2pmDDsYKujyHe5f6YnTBGVHRPhHI
HJsVSlMGb9BFtObwti+1WmaurcgQKjAV+qI1h8ACtJIAU5ry8ONHuF7j7042RAQpTKKSToEV4O3B
TnShyYCERTYhBS59DQKbVv+yVAiwfDzOkUlx9pDw6Dw//vHeL38tRvQgbgwZ5iM6CCacL/gv+PzG
XtV8+3io35b/qotoExpzYpN6vGlb/nLx2cJDgmAtmENbbfb90NVhB7ty0w+K3FL6lp9VLZ+2Hw96
bH6U54xVTpZM4NAMK0EjD7KqBugI+Bq6GXp6X0pqdk4POPZ/MpSBBcE6OWKl94/ShvemgVpc8U09
LrVWB2oJ/Tkg8Z7zn37c//o+/+/4Z3X7n4XQ/fu/+Pp7VUskvpL+4Mt/X6Xf26qrXvv/Wn/t//3Y
+1/69039s3zo258/+6tv9eFPvvtF/v7f42++9d/efQEFAl7Q3fCzlfc/O5g7b4PwSdef/P/95j9+
vv0VxNZ//uuv79VQ9utfi9Oq/Ovvb539+NdfxHy/PPX17//9zetvBb93y2foq3/cp9+r337r57eu
/9dfim39kzRszd8xsuI/Fgfi9PM/33L+uW4m9hU4IXpf65VcVm2f/Osvzf0nPwqMgfSfLgtNwL/+
0VXD27ecf7rId4NzYAEhMGY7f/3f+b97U//95v6BhtBtlZZ9x4Te7+y14Q6CYQ3FKIxzyR46Lpbp
CFk66wqSUlsJ62XA67ErnNTXHQ4vRJHyTUM35lzqzoOrDg+pIcoQDBVyavkCnh7C495JYfUkPRjF
EXWlSztPXiRqiOcJwNUA/DUCXmL2U2X0bmKExc4bOisnDqj3u5kLk0Yp2S4iAaA+1rzz/WqfahNV
cw2XmxzGR6BIVPCLKL21CrULlGYNGTLtzw6rdUxas+ACyedJCqi9vx8zthSlL2UZh1ENfMfw8lfU
tL56anGqH3z4jg4HOtjKgzcvqYt7a2ia+Vd0TKA3FN7jLwv374Xx60I4NgazQRV0XV0UAd5Pph+M
tEz6NA6VWnH9duomlHfQ6Pt4lAN5t7dnRvt81Tpl7a495vfD2PC7qqUuFGBBg7eJ8/yiKrzPUWrt
4C09j+3wBBw4dESvbQHJ3RXufKLc9D7++PsDcImBAaTPzRF88AGgEnq4I6NAJWDxVpO4WnodkaOR
/jrdCu9E7HEAi/p7PJeNT62D1qRzMOHUWoxuKaMIzeFGBoTNL0kRQ5hC6N+Pcuem9OC3tZZ5Zw3Z
62g3Dx8/cLowTOi/r+63D0CAZ2EHge48bdODK9UoZ8VcEDgI6Q6hQAJfFz53aNrZazzUyx3KCnep
mMpdMcLLAcf7YhrZq5Hml7XeAyMtUHcWEmXQSl2SrZEs5u1gutdNat3hgHjpKvY14OtXtTOvy9QV
mwoODFIZCqLXQ5P5mrCi88LrkltoxLVPg+bHiJVt0Kr8S0bG3YKlsl8u6YOlNV9FZD92rnlXtdad
qzKy6cRPmTFBEbOyF6cGtdksbbdZR5t6VO/Xj4ENR7fqXD1OVQX7ctbuzCF+iUCo+N6gfnEl+jDj
+i1L6NaDGs1U/VY0NjZH7d7uKBsn8Cc2yH0QfkrUynCrX+7MtoIARRXUR4L3Ms30u6xzsTldZ6Zn
5pUcG3lhNuuZlyoiLEHTnuP2I65gyD6LsmJWTjYvVyVMOTA96FhVvR7S/b1uENcMFsv+ojgkVj2q
3RvZg+6qUMrxlSLJAgtnBmbUeTs9qlAsaIoXO3eu59G9tjJ8cUVXLVc5TP2ttNxHO7JnnzN8uXJr
E1oxtJrAMuLVN7gcVze+a80qDV+XaILPCKzA3zfualG8CGl80lNd33hO9xwVSR4WDh9Bo37ztL7X
yCkvM9iPfj7nyc3gRSGeA1ow1G4XII6pbkZ4hqGZwGEyu8WDUcNDfnuMs4nQQuY2LpzQGKE2wrpQ
RQdtIylEbkut9HYyUQF8pM61l+TezoL4vWskgI86SV9MOiaBIfp6S+zr+rE36WGnJMt2goezJ969
q3LbuqjQ/EAvnhR14jEk4Hu3rWCkbPHkVRSDe2gURGEs0ehAWfgS9TuFxCp/daf6GdGds7fPnsdO
Sc3XOSsL9Bmqefk2jfqrHSmPzTzUW2rgYOgXJjk2yast42Ur4kkP4g6wmg0p/+eQ0uxxM9ns0Wa7
K+y02rnVrGN0x+cWXrpsvah7XrJS3SCLghCE5s1Qy6duowHm8T10XPHQLeUOJRhWTdk/LxYLQLHS
VyU2y10l2+d+dkQ4u3bpTwpqJ07Byyxb8GPIydYwkbU7CNZ6kOLXHChZw29H5eW6adSRPzwN/FBU
87/X7T4kAnGiEVAkbq/otiQRfxryhy8L8YpOZOdD73xJW/s6mbQrPZpuGtV7hLad+QKe71VjsOAX
zu1dGukdbCXzbolQvGq62d24rn1dltoUQu+Bbll615o07mibdL5uxy9wZvSQIj9jRNA59ApP6/pZ
UXhS0kk/Ox2MenXihWkL09S9RHlEr0VeJcDyfKg6aWCN6xZ1lu8jJehgRpFTXRaxiQrlUdVZ3ev/
Qbftte/yF/BuuO+YzmNHGzZcD9++d8Sm6dpn2Cl3bVqzaVGG8CFlGxAlKHlobUSIqcxBryPY1lRK
6RsmRwZcyfm8Tvv5fC6wLihsBde7WO2RZTCTa4OeXxSYMa/T6Xg1RNvoOyhKdqUufKYJXrKPGsyL
1dvMoEhoRSIIvVWaZkAypSq+F0tyJkyXxn3NjkcF77l1kpfRGJ7bon3Oq/XZm5UeUA/hUHZYJy64
Vh+O5WuOuNH2bZ9C7XkscnXZDZkLUV4OXtBWbbWv3ZFdEVs8t5FF4o7K4ywFi0vxzj2R11u3kuIe
U978E/xeKWDvZnKXe9FPdeLR6rOhhIrJb0WqjhguUo5cmdG3LrNmKtrs0Mhbj8Zm1i4NB40FaKeW
tjO6CfwkUkg3Ws+7xOlpvnUNDsFs0mDkAE05M8vYW+nxIoyavpM+L0XZxylSf3mrfKPYlNwabqEH
Gef3ftA58IVVPduwKdg2MFouTWjaWw2d+3ttQcKABS3bi9GRnLQGEpl+nygqSsoJbQShDcqehHL2
NXuQu1iVfAg5ctIXxh00Cc7FeRiDHtEF24/SrPuMoGpyIyjEUhKzvlHhFxtTw9Zq8vDN0hNDfYYa
YV10CBVto0YFf6i4884tI3mloHEBCyxLXrpYgUmmKt+0RgwpomPr+8tUdLIwcUFhZ4LoOU6N+aOu
RbVPNQM0fcxmGXOHHR7HK4NIxwsOzv/WaUZIXFn+MkO/rdfDCWrVfG5wYbszf7eGIfV2LRK33smp
1UPohnXQqeu9KKL2oliDjcK1rg1KsEHpsA1qDgwDiNNGL6z2wtTwyuy66cYa+/QrpFh383ZGiNS+
Vru6fFDK7CXO6+i8jhNsZCt0wTji1zslf4QwCS8HQYjNeh7Py6AHokpfh1q/rY3hqq2c72aSfykd
cSEkOlLLwl3azRSAqrLwttm4St6mbDhUzertgHQJQUcOLygVsLFEIS/mRhWXcnZIVCIXd1TU9pD7
6M50MT5kENsBgqkDohjWfKtP3CHd1M3nZc2xTkT5DD+LaeoqChZQI/FBaJavQ+qRIqLUGfP8RJu+
1jE/rTXrpl0DjLdwATGUZ2mLlwbuMncWcmeWO55ylH5fclzjNKgNcCpsdQXqouj8PjA1ClK9ckZ7
AJNzJbQd5XFiJA7N7BX1OD1YUicNqKydckl6s7F5FyBSswIpAhzsrYdzGCDOsuyGTouVjeOMN0nq
bPo+OTfMVR8kd/xaKxGlLVPVVyH8Eo9cUYv9RE/rOTOTnSPgehUm9znGJoRsSG2rbUObpNnCKHqI
kU9aRbXpXHfd/2HuvJplNdIs+ovQYBN4Lcqb4/0Lca45eEhcJvDrZ5U0PSHdnmh1v02EQnGluMdU
FSSf2XvtQzyY372ASa4TG690u4+e7E4thP1tO3nH1EierX78kdvl3gKWvbrWoaqMvyRJcVFaZUeR
tJRpJSs6zxiKY4XDc1XHHNzsUg76WrvrjJvmes15uXvj4JKMcocxe1VyQvZDcUv6HNaxDnIZozKH
qrEMuSU11F4dzBXWyWKKDLkA8DPs/0jfzscrTCT8qEHpsT1mP/T6f96zMFiVos8CYy1sihBVsu1g
ZnBY/OQLCBWVWV98/evS//dw518+WMLqBYNznBn/LLpBC1EPbQxVsL6+U3w47oGswOXeScNk0/fL
+xj4hzbnqVKV7g6O7M21nLQXDvQqhOEwDDQA1sIz91ozmZoS6PopdxQDs1N8m6CfrCvOEFUHhzlT
6z73WQzYJbCd7s2RV4b6Ql+TO/dTwDkf9oWMskxSBfHYt1Mg1Gpw722X0vFabhoLlUNFEd6b3J2Z
zUOiLzkDUDENVG00Lb/XdKqTCLDt4CnouUWw8K0hsBh7Ugf5ytq7kQt/k0bqbcqt/qlh6wPfQ+c1
8S48k6G9Qwj5/clIz5Vc98t6No0NblD2/YDGQljxkoO14llc2jwVwnA2roUdWXe86PEa934tt/AK
vhUC2QLFcwwCy1s+fv/4/qOh2lNT8c+vc7K/zNf+vbnb7mdznVj1v36r/4cjN7IT/3Sd/9PI7bFs
1GeRMez9Y4B3ndL9/iV/zNts+zd0nqzAWfCjnzevO6M/xm2W+A3pJ456phvsjdHA/u+0zQ1/Q2SD
s4Y75SoXuyLg/2fa5vq/+fTNPt5ZtLlAHMV/Mm3jC/86Z2Fix7e5Dlh+19YzwvtlztL3c9GVpVQR
GCY7fafkBMJRh6YyN4ayliKSdkd1nIQio0t2vPJHkMfXhAZr7aux2eusmEnVCWOLwVZpB7sFqN7H
rLL6AJCvfW/0AG6tssK3hJbnpcp7oHzm8uRJryExgaA2uMHVEzGK3k4Ds4tmxy9+gpPIT8ot0jeN
0feBImVdByo5V8Fi7M22mDZ+p+rv7KCztcaM+iJV762C1jPuY+K1z4DUsUAHPkQdCr5qb2OAj1Da
d0d3qL915gsLzVWRfJSpv81y9zv3411Y3KXui4zj6h7AbLvxnEodlqSPBB3FD5k41aPbZ9OtNgnQ
WHeNPdz40vK+JbOyH0a/We79PBVvrMhLA9deE+86aLv7KtfinuRRQcqgGI45j60Vx/NwlE6AbCqE
ZUkXDH8yD/Yxy+gVTnyx7RJTbEII8nutvfiN48+9iUkiiEi47qtJ7xRJrlugiTwH7WC5qZf8efQl
ta6Bz1tthJlOZwfK2Kmy9bLFhT5gSE/S8whZG6okE4ze+840hPJEW9MdPv7popyqPscFj8fYBeTa
uBkFsmQF4ZjT1pRxfq+LkBYdNtfUmcFprCAb+5CSAZv0/ZFJJ6EbVn8UVSXXZuf+MAJedtYBR6RT
fDI8w7uEqexAaAzTzvdEfZ5s2JOekyeveuHBrgVenVb04jnPvPfWTLw7Y4hjRqa+c26SVO5iFH0r
no4hju+6B2NVt99/N37quXL2IKWNo51WqFs7p/kcqxfBYju5GibvURDYF+0AnVHh8CVDG+lhKUfr
tprjYl0LvMsTv9fGaBnWinoxT7TyauFtGMqHADB+NIGm2PtFUu/UMtKyzgmfBzCHF0v7+oX8XP6z
mM1XJmzPnlmqE9k+yUnVfXsEZ6S2tmcARS+bSDLxW1WtbUYBpfYKr+IwRwgG9THWjb0VTup+SEe3
uz6dw3XaSfNC2gCb0SFbdmBAmJexG7/NSWq5yDDIh9XQYsReG/n0fkW67T2rHG+bGorOSsGtW6uB
9RFfEi0w+pNDBbwFhojp7hEg+Psyw4uvgATcduEkGnqOsHmp3WUmW0MDXwuqeWMvdrpOJts/jqEh
rlWJ3HRZFj9XMuGKznu4fsput+C9uu9kXzUr1sYYy4HhPruJ0x3iOAPHwrgXEhwrp4OFsGCb5MW7
9geTzMQaFzxY8E2Z5A+gtiy1MqUOf3D1fIY54dQ97dAxZaa2xjquIKLXfWRqF1yiXOpd6k78ySRl
YlrExxKQa8DK2Ag3DMgsbpE83VaqbU+Vn4QH7RXmCgRnBbx9oSxYXJ8TqCBaXBPtcFtjmXwEQKYY
oCH3S5si39iZUic0JNUptt0c6IIVPolctyfnGnnALgXiYmDM9krEtnEY9RXG2kh7X+vR/UzrBaKv
Uy+rcEo6jPc0iV5atqfAlvajwchrk5Tu2V5APQQie0f1+NAT8W7AP9jIpkD+x1TinKZJejCK5HGZ
l3kjhYAbVGVR4HdAprilV7aeYPNrNTI8LODqtgEhczPBtMwzAAM1cAATJsznGPNHZCau/80t5vl5
6ifK6cr1H9GQgpyHoXaKrxaIfNR6BfpenLsqdLknBhieeub0baQyD8hy7hIr/4ZaxnUNEEW+vTVG
qO9w30SVsvAI2co67rYJ+29GwqxtW6X6PJN2t0/JjmeSCOr8wUbzd+sEcJG1dA6FgcrID+UmZPi+
MgcoTEWm5AY2R7xVUneHrmTIE/b61Si8fGMSf0GwQFSbsQcPaoEgkOR3zL5X6GKMtUMrdkosuz6g
AU7J2KvtPbLdR0Ybt7NF09kwv9n0dHM3I6CBOyZTyasZD3Iz2sZH3y7DakpAnIxV7mzJGwWsHr+R
J3FobT3su9kOj9oFuu4GRzw1AzkA+dZKMbob2j/4Q7sdEsMEBMafYsTOcoOJJkPR1DbbRBvHyQm/
IJzceXZB998a8Yohw6cZJnJjWNq6yTO48qy02rVfeeOq64LlOwrVfB303Ke5kADb0naVCI/0ksIc
0pUd46yo6CW8dpZfnV28p1KxqTEq+wkUYrI1IVoVw6R/Zi59MuamdI92rdwvmGDeM5EF514SsmUI
nwFX656UTAKWcYrMiJGzasqUd2x4lB/ywIdXtxTtOZDjZZo7knMrJjyOdc9NtrVECrLRzgq4UsuN
FRT57Qi5BHv5YG0am6CKedF1gcbRAlmsgnI3KXc0t0LSyGdlk36FKlbPnuXIfelq0DyLYxJeUX4Q
PQOu20z8g+i1cxBp96VS4BJINzq5msImeCxk7BJ/5JlRDw30ZFCb7/rB7wEi+wnDOSP2HtrFc2+S
cJR3KG9Q/LM7281BWj14Q0EeYRWKIwrg+FIxQtwyGJOHZS6hRIHrPxiZJkVQ9wM6h9x4NgHNMILW
ejvPOU+7YcnI7DOhjT6DgAOzBxGt/wlmdGHfPbf2uoOhBRWkX74VsecD3hrcY1g3AGVrY3jJl3G8
yxUIRPbO+kctr1DChdyKE4Oa5FLlRbARgNoTNNc+4vqtW4m9N5omkCizPeCIlFtARms3T+lpG/dH
oV3eWB7Zh9J0qrNyBrUhVH7axGZtrWAn0FiXJVQ90zHi2ymfvX1LkbVODTvYXzMGP3pjodQLDsgX
TpM9nwQDicI1tuKageMg3mWTExVmfCyykR6u3ndhfhqJVorAFmNuMJyUyXV58aSOGKQ4x4ZhPUmb
qPPBu6+zgtjnBqbutu3hu4/TcQljeT8r4d+Psai2JH41W5HM3w3TOMSSAU/PMGSa7+bhlA3Jymqy
nSNzQgST94lAyY03NRczq2/AjC9Rb8ynwcN10XAh78hxeLWK5UKg78ptYBYJs8PBTjjk0g1M5gdI
pzNj60IZOxu2o9WQ4WKW+8ogrGNe6jVb8nUbht9TK/TXac5FzD2yzaqCJ3A3hjsgNJux0N9a42OQ
dcruOrWmS8CjbO0sHZll4fwwz95DEJNPMvFOTr3lbMvcJbm4eFZJB9mybJ6CNHD4WVRdSXMK5lLu
svo2nGHON4u36xNSveYGoEBOHNlqAIK3rhP1o7NsvXY0qiW4n7Dmy3Y1OwFpetTgK6euDoYdf29U
+OIJlujjpaL0XtXONY7TrB66WPAa1MlhV6YG3ue4HJhE+xw0KcBXXcKOkg75tCRXLNHsZjs3sZ4K
w99buSfXC/3EbZwOP1I9naYUoQfEPLHRfvoyuM6mMMcPp4Y6MpQ/ACJ+xTjatZnv07por9PCXZdR
scwsgtaOl93HMRF8bGers2EKuYUMJtejGs/zPIRroGxHFzRWOgoAR+kIokpTX1/TRFei8ILHkM+b
jkBFUjjgmdRr6kiD+ZHVvixzsiWm4ibBm7aabOwLTSB4QpfPddNWq1m2L4lvH/NprSbOVLhNwz15
Ckw9k8MwgtHGhT/dGkuiX+3r0QmYO5TfjMF5gh3HmDe1sjMJKVFAsQMgmEN93Hdd+4Ry1kavx3il
yrwIbV1ONlHdHQ2r9vZzmrg5zEc7fJMt7JceVuIXJCnvo5xiUhXIrJyrIxU/H2rDBCLBJIhwKSon
eVNwKdJfTOnaK12g92kCbdBr/e6nAuW7TcaWuJOWKx3Dw9Zp/QXnWQ7CJ6uNG83aYT0IixVlciwN
41KpQQAM7tWtqYrgeQhIRabnMG/8DgFolZGO0hqiYy48AnAOOo/5+ti/WnmvIz9Ut5U1Wtt0KZsd
oinjZHidSUIVsTRXxsBzQITAiuJFInrzibORgAYmfu2Qwy5YE9lD5o7NuIXpeT58KpwQZRisNR/h
Yor5zKpsBYEpEq5908QZK5C2YSVXZ8c+gPmi8ncclc1tPniAYQt1LOrr6TQrEn51shl0cMO6yzz1
rmq3VwboBbstI12tLW6Cact9dyHm8qMwldi67Ev7MOahh6APg0Q57PtF5wdMoXc8BggogcM56AF2
ZdNOry5Dccpo/bMec+Zb5Gyt3CE+EktOsd8ZeqUTBQ+t7aZdkzqXNOsfhvZK1obqyO0sXe6T7A1m
Ac+Pqk+ueM34lmGTeCMaIaFBDznf2JBtUgM/Y5ZBu3cSXhfxoNsQ13E/NU9uWaGyx2FRhuILacGj
3RQPPBFxr2dgHg3/EAgYXJ0tzOeS63w1ViCx53Keo1hXPHhhTq4Wze8pQ+ZrxJ3eV1pfRZ/lp42x
kqOM+K8iFxQRwZBtzAwYO2qvXU0nP2RXkFntsb2MjzWqyrVhqWqTBOQKJ56sXvEPbXyU9Mfe89iD
joSOkboRERH4YsNPZ2/oHaF7oaolasKGJjaGznSQlgTYS3bhbkmNB0AE6WbxvEsZ+BsOsHjNKlaA
TifreYj995irj+eNKBnwC4SPmf19sIl9NIfbsSLKlIiPe9vLTl7tvtt5666B1e5JDbJZFcYxlUlu
QSkyX93CZ9Ps1tTmgR1v2k6T09E1L024gB9OU/PiiCyBz2GXO8pO+TPIqvnYQ8fkTRxnmjrw8+Bv
xh9IfQCWcZuSbNmHJcPJ2sjfQKgNF8/vx53fliAN1YJUMpez/8ne1951wlU1HVFRHu28it+wfTuv
y8xSyhOZcSJAWUdJ6uk1cNkGgjfMTzyV4aHrFvlsj9xjmHoQeYJFKxIOcIpMML0pj6s5i6awgpht
lNrdjmH2dk0IO48Lp/TqKvEi8MWc5xuB7nF7XXg8gcX8Pk59dSC5mgS7BixIIQN7rUC7UcMryLEk
n5GQ4Ddn6ALuoR4Hf+0PjX9v4928EtvMA6de9lR7ghDd1jRuwmXmyesPPnT72O1vBse+xpuwmNJx
MdyPQ0icljsQwQLY+1gss3UhWGd6aoko3JtJ6a2QjS8oLrhJAZ/l7WumJhNM7lIgBp/ULTeUTUTW
XBFXIwFYrHq3ih8tL2ZRKlEOboSs2weNfe9j7IVJ99V5ey+1c66y3nhownY5BbQDkd3T13ey9jZO
RWS5KOJgSyauuQvy3lgPDfleEAJICJJySe9DVj473YkiAmDanDD0ThE+GPGtk46P8KwPGc427IJS
H6ST2yt+6NJzIyrHIZejXXiMTzUg8I0M0KPAISWDNxABghh81BhidXAqiimAW650T2XjQ9pLJ3+M
BpiOt50N469ukgBGaOeMZwKsxLuA9nDB0kV4nvLKNaqQ9lgkIaKnyuoP9jUhpMqKeBu4dv4s3OSz
ZX53P/nzp8c8O2pcUuRa4qIOcOccps3QyXTKcVW0tXv9CN0NRAGqv2YtknFNitulokIB18uYLl4O
DRRANSwRRDqCapArVKw1vfQJs9ZA4ly6ZnVo/fBGPzhS6Ics071ln8Hg3HtSyl1aj+YhxDLyXrOd
ztmwRCZpdisjYe+/Yp5m3JG/OkC2mKr0SHRWtifwIfzemI3co+IyvsmRVGR2g+NOdKlMNwPQhmfS
o7zH2l9+5kbIaeUrljd14jwsJhQxxYQGmUyX3JHR1gDlmIy1VaHPYRGn7khhau9dmwA5TpfyNVRe
9pSksX9jmlO6A37uPJBEyhlQklXxkGP3O0B8Ll9I6bux3cTgNyCWbIGfEuvHokT1AXqZKALKK3IV
Iy/Lqxtrks6r46XWZQrQOK+yxKUDa+LcZEvdWreT42p/4yZzcS6asSNeBeTMzvfn5i4xp+YB/CiR
BIC1xnfduEbBpsNL3jSPLTZZHAmPqci9IiJ+yLQYMxFduHFEMpxKByn1f745+JdC239vgfD/cTdw
tSf91z/krv+0G7j8nH5R4oJSZVHwhxI3EL+BKINVHgQ2Skd2Yv9YDRj4S35zgHwAu/Hg57Eg+N/d
gGP/xg4NXSToNGhfIQuAf+wGLPc39PcQnFgqIDm9avv+8av9G0rcX/a/OJMwTQr2FtjxWEIHvywG
OkchvKrT9pLqkCUsp/5MoBp4Kvs7VGdbANUGhnQafKaa27js8uXlT+/V/6EA/VWbifTTpRhAMA4s
KsRzzCv984oy01mZIrpS56bHsbi2VSfCR2aJ1niYPebIRziJNrnKXTf1UKPzSbjHktEmM7vEIt1A
r4jbi/+WtfY7OepPe0w0iwikMRh6iKH/j9+LnTe2STqhMyMg1nABQKQEoUBATGWRgyJDT7EgVuq5
RXsOuylM1wFmJjDkmHTyu3YuCh25bmr4R6/pR+vvNK1/FfXjsww9z2PHisoTLfA/GbULp+RscjyC
OQRhemuzMZ35RO8T3EHEruTXVMhlOAFX9/qtsrtMrybXr4Nvc5GO3ToJve4hLOyAuZk9oGErPRVm
d7pWmfc32lfrKm790ztpwcTCZs1FG4Jh4N+/fMIWDACXAFDrtJjTNT8Dq1F8aAHBT6uEmGJ7g4iu
/snccrxnqQpIl4lrz2wCAVR2+tdX2/VH/eVXYd/G2oV1OLk61z/89WKrM9JmSsKQTnbsK5gcCGvK
i8ah7K2WYgTmlTG4Sv8uXvoqdv3lp/q8bIBMeGRxRf+i/q3xq4k6Z4bR4BlU7Kch+lLgFSaP92Hx
2icgt6x4jNrNaBrsiv8P9DVQD//6xf9yxQBSD0EnYYDijneQA/xyr1e1W0PJZZptTrltHFuHEOWD
W6EXZRvVZH9H3/jrztG7/jjuHqwHYKJwJ/2q8IAIj5KpldWJjKmimFFwNm7brtqwTqfdv35lVznz
n9/g61qTe+DqWeU44Wj868dKSIAIEteejkWOCH8t/3gLrVQ4rAJ6o3ruahqgwzw0nrv/D380onX2
tKxvQURAMbi+6X8y9BjCLZ1wZvcjDCtHhyXQ4duFtMVtky28UCOHXE0bPxrd35wAv36cyOVRWfDK
7ZDbn1bul59szgnFXy2PfdJaZtQOFXf6H8dRKoir+Zv3GPfOVQz057eZZxgkFZBKtmDJzZr5rz+x
z+QUw6lXu74x5maTGP38NTjLrPZOEroeXX5MEZiHFcChMBcbfGnuqSp9lgzIQOdbx4cRjds+PMxy
vlao9OQg+YNT3DEx0XZNnMgwgXPtBkWRWDmvbSj0nkZCPGhW0+wja2vjjMPN5MWEosU+Dgx64LgN
jW2bTVnhHk1jmQbjpyKPFR5nO36FQ9xRG/akpxtWeUidxbvhcvhWjdLYeWYxXCjCIPR6ZgefPLb2
tHn0LHZrByfwG8MuWMLgyZi84DZraFfQ0TMqkI2/NVNZnbuJDB3gKqTZ5pineVNs6mAre3aE1T2k
PvGCs6pAP5HhchTU7Ls6rp61LJZ7VLPThj69WytrjHdD2Is94570U47Dlz8s+KE1NMgo1KxrYkQn
6D8xEofh5Eat16lwx9uAijR15c2AChu4dm6lNCjWfnCu2yvPlC9MK6qNTXuIvULW3WdXjPYORrm/
rb24eULcFGwWM67XPJ6tb4G2ydCd225GLpvMF9cr7nrMQPessoF0i8G6D+oU1WZjqi+FEjMiGSOs
j1fj5aqYPV3fYwigXeA3IRY5mTHCXNPk6PEhq314DJ+aCD9Ne7ab2TtOkoaB1Jth5wEe3I1CPrLg
ZGycknzNaaFXPgkgUZry1+qxH1oG4qFjnCD8Q4rPq/EJCnX6nqu6jNccD/ltMczi0SKO7dZIUvVS
uRar3VSFtFSFcWqFi6M3Y6+MlsG1ulVbBdaOjWG6McpqYGJSmK5Yh2rOvxcovG2LPE5xnQQnebj1
DSD71WNLIHDZ30yA30e24fN3z5KM+QRA+TKf+wPxZNOJYHT/TZFnNK3SrmL2aRhjshoyf9g3Zvdi
J2b5w5k96yCDXu+IsixWqSjVTeuz3Jc635p+kUWj2V7GeWLyLaVXP8/ukq2RmaM4dRd/W9oZIipP
FlsS2IqVbcNEZpNLRGjcVGvOZLVBehIzh/MITO2sc07QK4TV5odoGwKiZHLAzlnRLaevs0XEFrkA
w9bvHL2arcl8t7JgB1rLiQY8G2cilc3IzcbbuFGaqd7Coros8v2UQAnP2GxFFhE2XHVuoLfKIh1d
q3zBMOFjKLBzubcr2dzVztw/iiWubjJWNncQpOdznjgta7FpJCmZ9X3U+wrewaK7sV0NEC5IX7UV
2y3Pr2Jw+ozI0bGk6fTTkRlDClKBmSpaU3mBlZMXpyDVZfmWFmjQ3jM1Vzgew0ATcAFGJk/ZpMs6
/2HFufXV8snZL0vtdPghGVogMmmH4SbIMRG9hn6XxS8dExCmLBAc8+yoUNsVX0Gj1BgZ9tyLR7xG
5o8uKKuOcnDsljsEG8m0s7OgN9dO0hOr8kdhVhtiRPkggkG5h4lUn5j5Zk66mCZWMIuMSbvseHvV
ZcS8KCjCRZ5S1fXjOJXbELVcetB9GQdRM1d8B+UY5OwYc1ZcUosVb6QmOQbnBFCFG5EMnxVHb+Yt
qKOmmJruPFmlq258TmLyJBillpTNVse58oIsfyqIXweCBKeKGMbIKaukZ5W4TAzLfWK3zp4sPQT4
uGGXO9dsecLapIjFPxnXUD6hX3Q/7Y7C8Qh9f3muQy4xYuWsjvJYkJ/cIyGGYvg2tRbvTR9wdjDR
KIfjwvLcSdZOLExOXBSQqiemZJqXcom3jjX46oFotaQ4jqmQy91QT4F4IjSgKTdAWnWI9bhyFCE7
OpB4OEIZ2wSl8qSvf9ZLmVbrFupvc7J7susOZsiOk9GEEWRaMGXmE0o3fg2ipNtmvqhRmGrb2SLj
cB4cmqE8O7cmNllUEGWL7uJilX1ZJCdvrLB8R60mgRtNi+DRG8yOJqKFT7itty509pqUlEb13PsK
2OOmDszrkqEtCuJHF8QHdr22Cjz+IUhEYssaa2ajRRbsgGzUR1Ls77ykLbdNliZ+vnaRSI07DJ06
WLFhC5qzV1pFcgwnAHkvITHF3c+q1nwsBvYlhVqVdAaelpp/TTvaTzwxm6Rhbnu267oYPwbNsJrD
j7EfIeCzQpD0063MAX2/s8Qe0aM5XVHyRfXRyfuF2nQ5cEi6/QP5dIEV1TVl+75JZZI9y8HuxY0C
7cY7Bffdid9rgvA4suC+ZZC3sV7OsKpFW7r+StNUuQws5rTNvzLKFkQNaVmrFi0Vwqfmmq0w21SJ
cz2N+ZPBPOqVeDprY2Q4acogbNUOzWp7QI0Sk7zWxi4zRW/6IM84frZmFaLBSQWSXEuuic0UL5Tl
r0wTM/alst7qmh5oFTparJqyOAmYvaTVj2RVk0bRDHfhOH22imVQ2bH0ioM8uBgDiZY4mrnObNkf
BBFSj2YT17vFJiGXpK6OLYXf8CMn815yrqzDPvRvM1+R3piFYm2NqbdO25YVLAB4slNCwDUEfTeo
aLyQ7ZyB/CNMFhAvpFtGmHjQqrAQKB+8gLCWwEDSvkInUE6sI/PymAYB6uPRa5uL7yVlcQgX1zzY
i4r3LCetvWOplMAGHW+zVL9Yc4UjRoQo3MJatCsTM8JJkWd+dHOvPdnM/XFTuCUCJq5qb+C9TmWD
JaqupffNJql+5+QxmotpJDqiGuvDUAct2jmL5YfTzIduIbcKxf9PF+z5Q5ugbe0tn7jzJR4ja2rS
hybn26H19p+ZUxH+ULuBPHdmjZNkBnhxm2v0r5jFvIQH3mJFYTdYKvKMUT1fuebVJhuaiWce3qE5
cnySWjekkFhfIWuFcz67+MlimuFVWTclOiGjNVehmWdo+XuSaeit0Ianaey9FJZNphWawSp4d7sw
yW+UJm1vFXD40nV6GGBI/U1BQKFfYvlZBx3FkD2SAbJQHpAJVI4SL3JbHBNyYL9h+AGmiN/qYE8I
SFGcJYr9NJLPVeDZ877Ahsb4tQnzkSwWrMlTMujXZuiauwExGJGJ0g/YDjUEzknhF0/QIptpPSfK
fs2A3j9nmPmOKWSUhyGLnUN6bezX7jz1B7Ml9hSlCJk9S6Gm3wd/UFyElGIzK0wE0Yhv6ccwzqyA
rawlV3qUKLDADPB1DHiwC3XGREQKIUjNNb1u2PONA5LplJmV634A7DBNPo7YsRsTzJSkSkngXTFu
6zlMkXx02Ri5o2RRm3XdB7yJ4tFihxmvQrCDrw54Kx4oks0XcXahcxMMDG1X7HNbUsqZx1/wG7bk
/AVz/zzQ8N9zoJcpf6HMbzuCWIAjaLmeJrOct72+hpAkOMxIhi1ViWPSFOM2rObpkjDQ7EkRSbXm
/Z3Zy4ZT4RmreM7Lkz0nxsZKl+mzUr6/mbrMelRM5yPlLHWUFh77tG7ydl2cNNs+rrIngnI/raZw
97xAtspkTjivmee23npe8GvaUGf8tbmEYmuwJNslaV+fWvqmHdTFhKm47xBQhYdH3YTUh3ctOeDP
IiN+heM41s8T6vhjkLfMc8eiusi6uhjtPHzXLRoUUbbBra3SYYvmwdu7mOOrFcHC3W7OkiPQs5wZ
U+HaUVjk3Xkhrw5Tpt3TU5mDQV5c1d16zWJ8BjQqU4TjFhlRHdgVefaifi+zWX4SWKV37hj8sDHE
ZLwc4oaBDTvuSLmiaa6yMN+7Ge1YRYRCuyYf92cb5OJoaO6Lrs6sHfFmbKHUdYXb1f3FHspuY3ny
2zgUuIWm4Gr48pT1KOiC16qq0j09udxgB/hJOFaK/bA6Jf6YbFsdh/cmMrUn9gTx0aSKjaC16ZtB
J25EMJtNzhRa90zl/huC1v7GyJnfBwaMGiS09sp3pX/wTCV3lduDyKkyc10GxLobbnu2iP6l+unb
qEXCE7EY4EsLUR4bHXOPtLX1ToiguZVuYh7K2jWjISuzSAWgUWOB4SVQEsQW0YL8LvxCWzZ/8Xox
i++d46fESiA7VMqoKHSGeV+LuFzPYqQdRbu3qcJkaHeT5ejvs3afpdsVxwJm9NHLm4R95/Ig2Od+
0WM1j4o+8ian80BbJ2Y4Bzow9EPsUiAjABvlrd3jE73MFXfXiljU4JSypkc25AMPJBHVGzwWSM0s
7rLaM54gnYTBLlCYyfZ57efseIMh/qD2sQDPheTyzqJ6MB3TfiNZqt81xMqyoEkKmjLLKl6CCaXO
4EHDLWr0U2bhkcFVhOUha+z3USv5oNOJOqqN1V0tW32clzDhzPatUyxY2cfUCY/AP0neaBCrZpNF
Sec5wWsruoAlWWnc4mt+gSxv70U6MwQ0y1Ss67C8jKbH29wN/qlNXX4JJavvHGXo0lNjem1GqYqI
fUh5WGrO63mgCopqYs0wL2HPmTp/PnNvQzZUbnie2lQc87j4Rmuc3xe0IdFktPZ97Q5c6zyh9lNt
C3Z8CUUZ10nKAKItDlUz5Sycy+wxD6W6cSn/5V6ZKIUg7VUfbotxVLZtewNsxYksWbUIa1vjk8Ep
hziZqIArbb/YB2CXt4yskdcmRLp8dSSWRYtPnLl03WRTMsfa9GGXCczqrOA5cnDASsnJuHGbmtVZ
llZRXzSv6dAVd+SAdQ+Ao4oodaDIppjF8ekZxSXMqM3MWvd7KdUPAt/RNqkW2eCurzNWoH4hPxY/
RxHnZTSoNc9trr9pbDdUw58e3xZh5QxJKzetOzKk/5u9M1mOHMmy7K/0D2gIAMW4NYPNNM5O0rmB
kHQ65lkV09f3QURIVWa2dHWl9KYXnYsIkfSgkzSDAfruu/dcuuPXZ63RWv1FEjS/4ne2b5EV5UM/
WBkF1qVnHYckupQVuyo8SgUt9j4dzhuSL/KgUiLpO4cD4FOS+dWdlmb6ERSKD2C6GL8TBA1O9hHj
6jg1MfE/I3qyDYXlzx2wkU2cCW8q21J77CqDsTXNyj03keHtiHqPh9gWNKY1JhEqYezjpncwOCtz
sQkBGOpbo5Wv0+QQEhaoD0VNo9tiZ+57nxvWx4IW029oaElCzvu8YH7v7TuOrDtegO/CDl6bOBfb
vLSDR3sxmx1+73QzRyXJsBFPPlFKqF9tl51iu2u3cTxN86brzfmGRIRJh8fgOK+G1WIiGrwBScRx
+BG8CyOt80N08/Th9n21RwEubaj83cIU5TU/y3ic7/12xlAoRElkKugX1qrIjXoDN654LxZC2z9x
kuHQWsxg2JtVzi9WdbX9FZTx9M3DctimvLE3/SCykLC74eN1me0nCvMkFce+AXSCLm/umJYemq30
4zFMSQukFySjKL6JXB+DRY5y9GlQRucdqXIqdcjY5bxaDk+wIpcdW0WGl0BUwSYzXdXeaC5srV4n
ujTH1sUPMViyTbeKguGmlCF9pglUuqqfxutsJuYrdXQBdm/7teNJezW6vPxGK+HIQR3oYN/nymyn
Ogrpk8up8XAlP9t5+HOG6RKUgVvsY8ySCWYhmzr3Xrlr33vAo8HjmHShrpI/tdglV9c292HDLHPE
/zP3SVQJzo3Ut/MJM4iUEMarjeB20WzVw6od7OE5DpR9LZSo3CvuY8N91xWm4usyjnO0w3Xt43RI
DVUdqsIXfAKX1ueraL9GREzSNg9uwDM6zuNsyYnNFNXaGe8JPxgzQoqVzj40f47P3Lij6UskQa7U
Bvd1G/3ocreXe5NFAA7ZMfbL7zTo1fLoLUaBqNcsPiNm7kJIOiy67GjuWyg6uMT2Mnj3ks7bblvK
hIAO2oCV8C/bbKnq2xix33IznErMsCd/TnV2hEzq3RaOZI7HcRal7wtNh0ia0cLwqGfZ4w1hsc2K
XmXCmu4s2TP451CErEvbmBNthLJIMBlvZmAQCO1tvKYbgkiW9+MiGmNfe0AZ7gcKb7NTS1l1efEJ
fAN2C0bPPrKh53dh4IynV4dOc+oNTIIT9Y41QWTTBKoshQeB585bnNPrSsCPBre17FwR9LFpyzob
yAt4Xr3Azq9kgurst0i7hiGIcKPCRMTWfL9ow6WZF41Zzb8X0+/wQlEO4bu/wbVlFPFNcLfcW9NM
1pUZZId+L0km9fuI8M7wSKjDYi5V7sJmz8W2kt4UidFml9KUfO/K42j7xs04s+45C1EfpzuzfbDq
wvzIaa12QMwzrXXM8LKbdvhgKQzfLCQ4YFlwljHwK7XQsVZht3M0Fb9ELX63NDAMzyRvJG9dMfgG
/yI7s14szmw7FAM5Js5+s4TDzF8W4dFPIo6YzzQnxcjDEylT7FNjdrb6xLP3XZRxkzI7tcgHHS91
vW+jxqr2HJPnbGdPVgWaP3aX6j7L6PTcJ32dIywuZCiqc5HG5hvgYDUTlSaumHCOY0tGmsjzjzwC
x+Bm4agrdiuSzoY20tvthgf/Yj0kNkatDdlhFqRRCTmin31KOnJdqn1rkLjaInbQ7Nfpyd/YxbAq
Z3nMm7mSlqodVN5l2qeSpnuWY9hAwrE382Q7tg1nK258U3uuBpuvsr3B8znzsXM79yM9vmcHYnRy
4sRDNe/ur62o/efb2smpM5+sQgflth08tz1FnWO025kswHIj+sIdNnXZKCoudemT4l9w892OfdsX
YTZpceHiEsGt7uz6tPAdu0c7M/PmI+hNQecyuMQDQnbWnBk1cU2zg9MeSWTSUMfCwo72mOT1TI35
NDpLGAhjyG7bBeYdsoLZV9eJJHPo9GUT7XFndZxhq8ANbhiM2nQN0E7lrkE/zs6OslLEXTvoXoeg
BOVmeC5XLTINvph8Wur+y85yuwhNfI+fs3aG+7jkLTrOltn1v+jlsHMOpTVvt467cg6ldKxXDxy9
81Y3DcOURUPTL8lb/YFGlMujCqZ6xr0c+HVopRQlhDM3hmi3fsK4RfsM9ceiWi8NlRXz518fTkWI
Y/3Bu6A9GmrxaCLtrH5cjtVAXWCYuBbCIPj0pV9Nb864LzgounvVoSSyFGow4+VZn13MgTjWJpVS
VWFixNN8dmeri+/WpoD2koFIoAl0yrRCS03qjLlSpaZP+RuuG/RHt/aoLOLC9faeCnK9jWtB3HAO
2vjkGWbz2+spX/0ta8dcUJ6JVGS8cDbKTiss6Z1ZipTlm91pPvMp5ImOQo0yRziN64LV3HaR/HL3
AK95CxoyWPkBEnB8GC2a50NKqda+hzLO2+LgUEIyn5nYWQ9vLO642e8MbSc/8xhw86sz+Fk9h47B
ZYpNtERZFw6YyH2TBfNLO1fzjTXnLMVZRHTcPyFdcfea8opzd9aNbbzNA88tz/ARDaIodirmkVxW
bUUvKWU87SEQGIBMhHJO2tynS9gqhY0mRvt2mtR7Pwu4IiylUnmY1v7pMHEmrfst+SLB79CUgpxR
ntZFce5LX3jhaPigM+H6OUczKVR2YtwIfth2bSc0D7DcC2PfUHxeM8pAwnLp209jSBm7VZ+azt5E
EnvrWj+C+kYrLmyQP58Rf61KsXcV2Q7vnPnkpG4dX3mRnPqhtims33QsU9VLMyfKvf3rjum1Vm7+
GDqjzvaTaWC4npks5LIRthySg+g1b1zg0V9wtBPbXO/ABlZQa5mW7GTxVp6aIcGRPWup+l9uZ0Uq
HHjicfdxi849zJzDfuR2R5mBURX9z8b0DDjQs78QFfRqQBZgAibtclLmTTY4s8VtJo6Vp7gszDni
TCxMXTf3I/GzCOVTTQLnLDCAO4HyGW3SOtb+e+H4TnHFsuV+ITO0801PWMQO8YRyzOBE5AyPMSff
5T4iUzM8e5iy+fhCUT7ZmXCHm6KKjeWxkz5/6GIt0sggXEnpKRJdYn9llTsb5h78fKkoAlnm9pvn
SYErj5es/LNFsFjEbc8+vznA+qAh3LH7VRAmTgnbNGSEjqZxmwxx635FJUUfG5+gaX2DMbysk/U2
RQ5QUHK+JCEYIhFRAR2wUBgvVVvPDW27fk3KsC3J2+7cgSf9e1cOOFuj0V1NPCwHAlYEaYAPZWMi
m3MeBkZTDU99VwzNA8PEnB7Yxzr+DWHU0d5mmVWWxyYqs595N5sZl6j2u1XDnthyHKuy9c1b9Key
3THpKXmOWZoitndAdV/+PiM5hpacuubYpT0+zSseXbgyaDmnaq1cbmMjH36ZsOGR1qlEJozjc6hs
3jtCYDZawDgU1zgTzfTkN00ah2msuc4qv+JNM7LAqbGTe01zFIKu721Bjbx+WgzONEejYOo5Dosn
Xlg09cdxNGZAYCqrsptocIaZSmOXUCfWHRF/ex67zw9mVlG9EVkwPj2BqfnLmDG5gxKYEtdTm7FN
Js4A7CwTI9+o0oo/g6EfCVcHE9wcB5/p8Bwhbwa/WbBM7XFWSTSc6LSnCJj4DnX2Y8Iq4iKrXObX
PuYgv4sGtzeeZvQsWL3rC3uUfSrUTVWioJBVdoNmv5TKyl8d9vzc6HOqS+EZJYnbF3taYnDnqphD
168kSd3Bx9u4hjCqmaTVDQRIJirQuDGva3kvWyxP7CeXYDjM/MgjJEiZZ8tDQ8Z8vtSpcvvPstLd
jLEqHlM8O2yh9KVrrKY+dnjsiMC2ebrckPCxrNsGpbzaCBrAZ5guI+MZpneAaPMbdfdtijpSOeO1
bFVlP2Kil/ax7EzuzdSycR7JgtFdzsOAcTzeNSCDPSgd+dynp7SP6uA+o5zSu/XJjpEsGTmxuIgi
JMX51CsqJS/MDJp0qokm8uo5NKHukIFJUIAzqw2wqHp0OrTCgsB8G2qF9NKhnNYu7B3qtmfR3EkB
HjC4ilqmCVB0AHYdVTZ82/T/VE/wLy7AdXzHve97EAKslQPzL84ghzN15w4kFoBCufJJ2XPQv1aZ
3eQfU+KwtAtMNu73S8E79BYUAY+fP100/x87AcbnvyK9miuK8r+wln4U6T8hJ9b//C9jqf0HS2gP
KQ+yhKR/ecXC/014Na0/LEpN6OAgNsnNfnW5/U14tZw/DP5HFxZ2SyxwK2L8b+aEafxh4mTCV0he
j3/AyP53fKV/tlv9p1kIwx+AHwooDHjbtsMU8C+uP3BC2Abyfm/3k+Ecaypeq7Bg/FVvEmMK+IlU
dD5J2zIgzZtiowf9mceEt4NAEAJx3LYZHuXUWB5RSOVlJyOO1PA7aa26v3gjyPig9Bp96gtknZOV
wZ2hQbUggouUFKNcL0YS7clnVPrFywU68CSX0TwSZZndsFhM3a1xkRw9zCi6Sjz7renkv/xxctuY
Z4iHKIkDvex/ZUme3hG27ZowqYsx/TX1QCq3ndt1wYn902gDMOpYxCS5WbHCymzvIWXnQMU3a+gs
7PF3R8+GNwbdQdd6CtNZPKsR73owEk+MylB2+QMwhptOpjLaSlFkcA8cW/mHkjuDlWwNpZr+6teB
/2IY3bsOGjJqkx1JY2tRJrNZDO+HnSavdquC89IGPbRcZ1p4SWl1Lw860v5Mxg63766KERrJ0kj/
xa57DBWRFJO9L5pGxZcxIDTg+WnSv2A0F8vB7ZMeCNQ0jC9L3i0F4iE+9OqEq0De1cKLbrTP02lf
52I6FbWAWggjvDz1losBK2k787mn4mfCwzNUOV2bkR+d8EMG9SoUm9Th2STozHSq/WzLgDt9Zv5E
QWAdRZNxmFjuxfeLaCO5LWLy5RbT7q2MssV76MYlgUnLIrjYlOTpflqU0X3kvd89jClhQXqfr2OE
qaPPpfA3qd+6j4FgpVgpC13BlN8FT57lgM9iJLzXTG6S7KvJkvaXPWl2kXbS59nBYSumr002cb4Q
KhjeUlxyzcaY+/KQJ0VXvGfp1M6HqDU5OWbAa2l5YJ8VPSYs9+8mZRqZDBllcu+boqzC/M4Xz52e
8lm142nu0IBvCzQa9o2g+iQBG8PMVakOEmAm6MS6B88ij71Xr1KSZ2W5cWqMibyT60UeZ3+k4JGA
vFZl8tooZ/F+kusx0vuSGJ/+TpkbEcp8mXQEaID+Vbj3ECLqGkUBDYuxrpDxVS8YYjtaIPhQ7ubK
CrJdXvd9/RkQzoxPzjC13lMzqQ5fW9wzN23wRxQt5z6GToYNVM/+vjeCtMCJVngFI4RhFOYxMjsf
sK7EHQxQTaNemihxWewLakMlUvLJrcf6QtLMP+QO0VBr7Enztuug3hOeg8wBWktn85NaYu+9ob3j
gnPH2seeM7znlctWO/Dyz3JEqUCGQ0ykPbOB47iM7O7GYL/kSXUUeV4esiCqCJUwMxMDzvXqVGTq
IxA3LUAtfJYrHp2wz75HYhHwBPMPCX/9MmvdXbjHZUf6otwzIw3J8mD8jWoS305N9Fx0pv9Y50t8
NgqP1x2wO1YqHbi8o2R6N/jZ3buymeSzX1geXqKqsw8Gd8LzyK6s2ugoI1Euhnkfm5P7w3C65SHA
SUNKU6mbbu6G7dx3LpZtXxxUIRNMd4EcXuHUN0wirQyGTRpwM92PS2ccQBaQE+6lfzE4gLA2Z4A8
kCUfjksz1z+tqsm3g5XaO3+wCZAn6JgbqlDIzMrID9llMUY3WJ4Mqxcn9iDiqof+3lQJrxcVIvu4
GuvtQqx+O0S567LsdH0q0Ozp2XMaHQaZ0pcJRuiuGHM2RyY6DgfZ6zyJ6dMZxHh0nLZ7VNAojoKj
MBZ5RloxWNPeYmPN6k6YFzuFnDMnnF1JvnhbUY9eGBlut/cmHZ3Ssn3KvS7ac+Rij0AE87A4U8dS
QGe3aenUN5nousdUNOlpSN35Z9nBeti4UgBXTZpPywmw/Eyjfot9Tz+0qps2OoZWiG5KyivB3Zbb
ycWoMmvnlwBjIwEjyM2Kj3gZUg63/MfrJW9e46XkP/GtBTd3T7nipK096GIkWCzPO6yKwTGx3PGk
J8+6Tomw3yy8ZReb1eIJq1dzVhHGCwug7OKiB/PIcnYgzKuj3Qd9SKp5vGo3ludpcKJrXCfRQQrH
OuI+7T7maGDvShLx5DYZ6r1VapgX6tPjLdyRQLYe23HYl2WR3ORIrUcOovJiL5H/s0C7oRWwDLy9
nYu03NIOVm8DZon7piqy59G1CE1C4CHO6LcxOx2nOtWekvdmwlwi4sg3Tn4sSWDO8Vi92IXzgLTC
E1EY1qOgty4UfdLuXQMhQFhl8TB4xtPQOewVSrYxHdbibZmOknm0z1HhpH8e7Uq+Yhxzwszq5k3s
oHsWmltLKjuLv09FWbR1AyFJpMzwhsEUyScjxyJr+UAp+KehHxWf3F0ydqSqe/KlmIUx2kQx++C6
EVcV+3rTQqWCctzV6jYx16e4bThVAryWbMu+WqT30MYu7tR8AoC4xLK/0UYCpSjnIpA6xdTq1Trl
87ifxwa/oT6MAA8kOr3r89iJ37QfdybGxm5k07Jp+34F3CcxdFzoCwFQyW7MtkPRRQWbWJ94YISv
RrLZl9AGuAMmxtOK9OuN6TRqFwvNkBuJvqVzoy+/bdNzow/L1TNoGz921LvqzfrULlhezLYK9thQ
FBss9V60JeiJgO6erHfSex9Rduu6SfGcO2wwDiJFvcJjKt18RbDE+6oas3Kr/RKrCcm8sMojkxHI
pXywQ4vCHTXNe0f1yzGnKZWg9kA60GtmxjWWAvbQY1lUPgAgM9XDSeBMvFkSh5SynsocAJNXf41W
xMHKqRO4UimAn6iqPFLqpPEdFwOnTVBGpmvxnpNnV4Hr66NBLfghdDOKnVKOhrM8qrNjU/W2lbFZ
3bpFOnzVUrUskm3nN3nYLOTYo47Nkn2PUcMBLvbMB38ogrOPd/rR0zV3DP4urhjcBvoUZGlCY5gP
i1nXFja13H1qep+EepahQziz8L8sFlmbQI3ej9Yp3yJYShB0bPYRTGXeQ48es2/X+5UhLAzLjY6K
faFGR13In3YoJ3FnPY12VLY8b4qK4Kms5JUIaPI+TcGTSRfwfcPBd+/S1bahNpfsUCZGBztgHzXg
dRrYDpKweeh2bvkOPqW8pplrHZfaaa4SWy754zY9ADkr8OSxRV2NAfrZT93pJo095CnQ6w7mcGc4
+Zmuw9JpXZ4Vy6cIEmejBtPaEJOu3pRHaNiLBqBbMq8nxmurngCXIdnNR5Q7P9kQ2ZYP7uIbb1q2
ULN6s9EDN8/BfR391v5aaD74wUORULOaFhBos85vkyrh9j1J86RlJz9kqcaDlrX3oyTo+En9I3pp
IqE+rokREI11/unRusSjvBwTfCPCukJb66+Ywo1raZbgR9zMXDvOG+NmKRf3GSJuc294Ws5s0yeO
3CbYaC6FOfnhMbpeWeFMy35hWfY0mKN1wH3lQIZbpokUelBG/TtiC/id3Krt8XsqK/+RH/e1E8Sa
szpCCScanJrWp09BknPFNtHNd3NkTPFrmwvTuss0kpW/mVwfPwNNLKN+NkucFVch6sgCKupTU5XE
mvgNxxS+S7ApAE6xJS5Rbba6m4CmmYNB1SiKvZETCQcpD/li9Kq9NwS49wfLz+Oj7wzFzo169E2z
KLZTn0bHzixPvmx5IDMXwAlpX/m9mh3cmJ4fe2VbCR6ACAhtAxNsbG/EiD4xakpwo3y6zosTPPSt
zX4LF8SmLAMQuyMABlcDrSk9GyuRSSuHMkUcOhD7Egd92UuK5qiStDyB3nVPjlP+HPLiQVtDGxLd
gAUxDz8jixN6w6c6ZHUoDrYDlsvVVvLLtVL5FHPrRvIarZ8KCeuH2Qb5ORjN6JB6rXvlZor7SSDO
74U00o/VQXqZokF+sEL21O1o1NPX1LvecrQ7MSeMStNonoaZcTA0C4jVt5zi3XfHNI3lPA5mKbaw
plULGFpnxWuZztN3bNo8+nBu+oBfTHdoT0kR8ZNVDS6Hdhi9dx2nZbWTdhREAHhSQsqGLCBwkB9w
TljoeT1EWjPCLqXZsOcc5yHb4osXeO0iF7KfIf1G7nyvTjWzFxa+q1dyMjvpjFPG2ZqcsYcQC8b6
w47tiDCc1tEXRd0SJlW7SqY94FrA241X+je6mr3kw1OlLa5RgiHlQXgDL50fxwpXGHLZCvtPVrBO
QMck5uQp2dZNGnmhPTXITY7UsfdQRJFZbLOxb+IHcxXurvbQNU7YD1GybJGNR2cn+KW+ZdK73S6i
lJ5oQdZb2FNZCTh7PSx9dES7RxZfhOA9F15i3yQ1L+LGhDjMyNpbbXdsUU/BJ7FDOYpMv2BCKc6R
bQc7NqkYVLPAuGuSOt23S4Tljp3ll7Go5F3j9WSbWbivQmULBTFmdQDn1BzQ7FbiowVqobU8TIx4
oYrPdaMMZ0zK4mizvL34U0Xiw3DfCjx8XP8Q+lYbpTjHa+TGycsFSEbuhVnFl8UI1J8Dei9iHIeD
rzId8MlaVhFQ3VUWgLzrojsKDJu/Zqrnzgaoxs8GHYXbodPIIMwx3e9ns4HDg75C30alMHnvYptR
MDNkcyAdxBINNQSGXFybByu21EMZmdFlNnGMeiKw7jH0LLsRe87ei9ULq4R575FU3BlRDlu87vn8
LZXFUjC3rrRse+Dam85/C9Ky3y2WoT5lLfSlMLpkD76PG0juW79Eo7pLglLzGLMCxATUks2IMJtX
G5MHDyZiXbANT6ppa9kI4bCtYNaVLi/KgoektaIHOoiZrycZXfBA2yFDdn7yEtmrXZTjslJqBpjj
RM5TTWnkD0VJ4Kmi3tuG0RtpUAIt0qu22OTP8MwKPUUX6H5E5ADtHpUJDMOJwbA1Q6quuNH9CPNd
2/zMUpVDdRZDpYM7o6ed7qyEACciLOTIs3AkvuGmTQKHlUBnB0zGtImrv0oj/y1V8r9Huv0vg+//
D0ba2Qei/5FT/d9rjzfpR/WFlqP+x2P9lff/KEP+x1f/JUWa0vyDPb9JH7e7Fpu5xC//pt+uf+La
pmVw6CcOugrLfyuR0kOkxHRDmtCxkAclIuXfSuT6R8CzCSYQHXaomvv36Ldr+PM/hUhi3KjaBDSJ
cnsWFbz/2r1LHAO9ibL5h7j8ndk/JqNjS9HDHfe2U1Exb8Vbogxbj3IW0IuwvbvNP7xu9399q38s
OfqXKPn/+hMguv5jRpR8Wy6Djp+gbdgAckLoK7q7/SzEGHVyujz024dUv3NC3SrX3ATi17+vrv/3
ruP/G/Tz/4OXubmqzv/FJf7d00//TyVqf37F31Dn4A8+I3Tao6Ez/AZrK+Zfl7Xl/cGIirrN5cRe
Nliv3b8va1B5fzgexVwBYHsAzjCf/+O65pjyBwVQawz7T+mddux/Q2Ff+77+6crG+eRAPiBy7Ei2
S5KE1j9fV703+60x0Uag9DCEbZY7W10RVojpvMmlNm4bEhmm3e1IrxQ3hWGpnar12ZDte4uiEbnD
kQGVmYwJ84Adf291JDVri5ECAkqyLdIg1EHwkKJN5PRltR911Gzjqdy0cXbmtE5uwH0dFGapxla3
BAeeqVNRd4jtWC5ktg28X34rv4bSMjbUQ+6h7t13aXEaVPYec9cO88iik8XW0wtoWFITEjCwlN0L
S+Ew8UhfpHicNtUw3skqubRK2mFi1ze0vBwYiO/d3Bu3bkJapGqXU7W617Crhg1I6TCqqY5NdP/t
yAVS9YSnhAGmT8d9K4bf7eTiOwHeXsbLZ5YXdy42m41osDigoYeOl73TE6lDVyI6JdVvsWQ1XEGK
UbryXs9ltQ1IM0RO8OWkN5xrT2nygr14eM8MEIme8mFu4ccgyhnDbpv5MQl3wc2K40Y8V1nB7wQQ
EAl4M5reI770dAtCrt1CuYWU3C5vbqFCVUwohR57E4IXbPuTi+yhdEsNvTYdH/Bb3tFJt12wICAD
XHGB0MhZVz+Xziw2QTNRsxJ7W2VUV4fAEmYwlhQTWsjOzy1jL8aIYZQjZJI1OwhUh8FHCIupJomK
q+zKW/Src98lmjRv89TpjENEh1QSCxiNKse8JLwvMUX3wnPPk+f34Qygb0M4qdtINbcH6kjKcEAE
W13DvbjwWdmQ/zE2i1sf+7K4LbJpa8pG31edfCKXJ55yUjncgWGqmSMpOksvLysQ087rp3gYM0bE
wG1Ch+HsN6dBa6Nn8uGDR3KplzN2FwxJYSWTmOhcKk/WPJ51xvmRA3u0cocp/+p6Z0tumVkvtg+u
2993XfS7NeWVfMxrlVcdeR0bO4KT36VMajfSTvYW2ZE9If95D1F02mZtcE27+TinQRni7TknaO2g
GTWVVwhDgnVSqBbTvid2+mGnatmj/Qgs3hk/V5u85TUvkOXHM54aUFMicQiDdG9dEfwwRHH1ioTC
+pbYa5Fa060NzLFYIHjPOvs5aupgoq4dYHg2L2uEhENafTs2IyopGgOE4fRTZvpq1nRZZJ6b0Qdl
HIPsSv4Ti15qjyeVxaTtNN6y0h6Z/WEqX5CncJv37nywOcOvXVHgwfACbRK/+BppOEQF6IgJKeGE
KtPY99IfZMqGkAbRYwmyCHdwEjII8mXZ9BVU+c2gdI8F0CFh0QtyHeXZm9qNIHPEusf6rAYL7Gaa
b3GJVmGZSvyMvnMM0ongAVAlxR48Ke4gL7W7hk9Hoh6qSOyD4D3DJrwhkfkVjzeD5vwt0w6mu9Lb
IrPQsu2uutHkfm3aF734SVpDc5S52d64gnWBEzTlrmPls7cMQMvYl05dNAzvhdugwpuRiV2ie3L0
TOB5plwJq/yGwiAaHlSAOWFy1kNTvHZUavLCpcxOsE1g64EHnYJxQDAOKiyi9Z1cpuu6FKBqZELP
JTM24G/kQsAKFIgLlphLXwS/Fm94hvL2UpTOtisT1JlJfOOUCNiMGtGOpeddjNUOa+XZHuZLX6f5
xkVWQc0DdDr7km9UiyM9IwYESwC6fQ2Zy5rl1hO+hsKabst6PNZQjxNf37K94EYAWe2oxzTZxPF4
0Y5/xuhlhQ0BweMSGDe6FG+tq6yNRRjsO/PJ9vs+N6/G8rNPCjPsm5ZIXUm052IUFdJZGatN71Vg
6vrJWcmT+3monhyvwJnzWM8SQLawNjHiEzf7YqeGeM2UFPNzRJajxubDfWFQL3it+quIrTMGPiyG
1TmZx97YsD5iY8k6E6KBPRLrQ81Ko9LbjubSfNH+sjo58dHlbnInmgnIOXmDjYHRf9cUCqa9F9+N
5YeVr1VodFpRyzPfoiK7H4NufqWx6g8dVmCkCAegrXlMarEflRFiVVk2zbreIkkyxsvWM9NbkaYv
C8a0XTKUZ4bIE1hqGg7YDQ+i560BaAlz7Hv2fOKacXFx14Wn5VakwnBtbyvs9zml2jijQrfV11T5
P+ga34w6urj5+MswWzqrcHM6attFPnH12Pju+uKHCWMNJELnwLPkOsLBUqIYTrAcIaeFKbuY/ayi
fVA1FI/00ty0U6uPmH3SvezWhik9PtqD8XOiGK72kLwDdgi5gaWpMvnsQ95094SySZSQ1giHZfyZ
elHDRNub5qHtyalggeEaX2m2c4cEkAm6raveNY5WJZa3aVlefZeSADmS/QUDyXMKC/muUk5znBzS
kUyZ2RniMyjxLB729oL5Hz474VhvAlfWRnm9TdxUfxpsBqEwj/lRJLZ+TW1rfnFmdld0CZYPBJJ2
wTx4YefcEd+bWSdtHBbMxEWepLBfyyrvnzNjGLeL90qGVZ1qNs30RbHniseCRHzN/ZXpX+2cAu5o
P0bvAb7mDUYtexMbYxnabbLvg/o8GdR4Ve332LvyJjL9Ea3DacNhdj6yLDgM1CmcSlMYICHUK64C
nmHeY+TpgxoH+WrHNa1rnbhCXas2sdVW59FU1Va25hA2PU/JIm/USdLwMItuM+Fyjur4DkQ+vlCD
nRFo0xLXJpMy+mx7VNzeLWMIzRQ6AAxGKic2GWxK1i8vXtrekFrbVFZBMiuAFtJT00hbx74YUrnt
/eY45+YzfPcaFuiIcsH2ocHRdweR8ZCo9fPoxmFTelA82q3RAm/JaH6a6xtD01MT/0/qzqw3buQM
17+IB8UiWSRve1VrsyTbsuUbwvZY3Pedv/48tAeIm610QwHOxUEyySCYuLrI4lff8i4BRCs+Btf7
4AQtnTvjG3Z6qFwPXKvVoQ/FDkXIz3UyrA19Qs43wuoU5WIVjfnKReu0dZNtEuj3etxyv/drC4Og
CHXZ1JS/MKdG9eg2E1hfuuNqpKNs0eo0rQcEX38msriZEOEowDQic0Ce5PMh2OnG1vx96rVXHnO0
vJT7BINI0q1dq2ArNmAndBcQug9LaheOPh1oc3piYnxv5B09nbQv94hGf86x9+WX9NbaoPN2hfLi
s6MruTFhyXGnqw8tgv6Iw/zwbXWjC64yqO6vHZM5JGmjndWDvc/qKxSTD0YoPwwEYqZVapNKjGaV
vaeJfxe21Y+qftJE/7FAXiSuvU1hfMzz5AUS1peMjlDROLvOrQ6TltymvnawS3HPtGEzaBGGY0Bk
AWAOEHBFuBsQKEBodnzNY+crOLbVHBNihQcLOsCm8G6svqX1mN/WYQKMEY360NwHsCWtsGDG3v/T
IQgTqv4a2svLVF65wt/npU/2Xu2M1L01YlQ7+2/0UW9r/1aYT76aHmHw3rSJxbAWtCRgtCqobpVA
zMmb2Wg6ASwfqpvKJJ1hIHHXYqWjyG2RlmCe4zqkSUX2Q5Yw/hDTLOK7BgYD3gSwal0H9Y4i44+B
0vuaxRxosmfzdlRYgk3uXVnmH3Kjeuw0i3ahf6cU/0DsPFig4qfqyahxcxPp0K1l8gGGa4MzikQS
fNw089yw17hESpGvgSgFB3d8GTqxg87zJQxB25KYWrV+Y0v7OTSDzwX6W7gr4kY86g09by6rsH3I
dfES+ghqdjlCq03QXgEV/mCPP2lRbhxS0mmoxw22ECuG3oc2c58bRb5SNu31WAmacQaoH0N77Az9
c1l8tQd1Oyj3Jyco3KRN/AQGGSVKFaBAkGC23Af9jyyY3K2DrosEaH6XjYWxz4r0ahrkfRSJh15N
27SGrFHVykNmAeHe1P6lQgtCeDs+hxpsesZLKAlMHH8qj859GUiPIq4wkWlghe31NHymBbMvNMBD
vMNq3fTeE7bcm1HUH8pBX/uyvYm5+2BeYszlMATwJm+lK/XSdR/cpLgf/eoOYM1HF23euDK+MkRe
6YQ67omqWrey+Nyie6++R5b2azJuQs16wOwGbFU+h7pH+GzILLd3edkaj9DB/xny8C4X1nNKwwif
tHEbQ5jEjG4deNq9Bf07ZsYmzW47hsWrq+dIdXfbHEfVyP5FPxIHnuzGR4z03tetVdB7tAdhGdad
cc1FTWU2rSScSkSN+Wug9Yy+oI4yQjipf2gAQ6ys8wNQS7nuExtZ+L6+m7ldoaSRWwboelffYkf7
UhUK8e5o2FlAx7ZOBfZT4zpI0v6A+8a9VZGBIhSOZjcl+Sqse30NfMxZe1mP8jqtprgHBGsFxSu4
nBWkA2ALmXiKNcfZ2joRHN2IZmM3OB7ovQNIDmUJI3E+eUXwUqQxCVbX3vo64NayfO5QJQDVlvXX
RYrrC6pOz2YK4bSNuwluR/SjKcyPuWbk+6yJvwe4NDBpzss9iejnrhttbCTKg5aOuKlqGKp55Qvi
9gkpj+av4e4hbNxHP1MK1HU1DQJmKKJXE4RxwFTqh9/nTwLrM2ZtzkMVoTclPZSjx7z+IEV7N/nq
PmZUi2IjI4GpKvma6gkhMI8RfgS8YQWW50VThAANzV6oaeAuIohOKIAM016ghL8L6XsjU0RjPnAB
n7sqgppUC/rCY+h90XX/U1DOfpVhj00BEmuzbSaODSP5sKQPzssBQ66B+hXSA1DXIpEM0f0m8UjY
tcrHH7ZZD718ygB0BcrdemFdIKbab6Hq/TJs/SGpJkQvc50ptwfMLPHjYlf1XnZnhwjyIA9vbGyn
1DZDNza7QIFkU3lofww7M8DMj2p6Gg6jTCkZfTKUIR8eGg9XSV913i2jblwHjEKTN2abQfZIkQcG
dJxBG8Q4R8YowlhY4H3znIEhGy4xVGQ/kZVdI+iyG03ORmx/zZHA6DXqolpeKyt9dbhfjTH9FsDA
vsrHHMX9Murt1SC7b0Aunr0oO2imokwHVjLVXGeTC2ddGLcM7oKZEn1DOoqWDXEK4eAQCWgI5JqJ
qy/RzdbzT63O7GOLEDdnvNeCA9dKirMVjDFvxduUpL+5s0v8sH2d1XNWVdXme5uB1TYYh24zBO1M
IygCcDxRYqdbOGHJGscTnDT4+oge3k3ke3djbWAMDk1qDdcXzwZbPrde8KN1440+6De4OsDNZht1
8N3nqGW29gnRJXujF9i6YpgJpHMX4ISy6id9awXNqvIQeRmYnF1FKQpujD6rNQi5bWa2K9n6VwpV
SL9CpAvfhl2ha8OmzUNMGKzsRteN+4j0LJW4GvXhL9ONt7Bdr93QuOoogszyR6I8HHachw55UFMy
IHPktY21TdciSdJiHBt29TcP38c6SX+AY7gvk+AmGV8QQljn2fhomP6HYYy/YuZwC8oN9kW+Urm1
Tt3wms72owNr0QgZBlYoKGD7fWvm0YORYtxWtw9+96UcoiccHfOVOU1byym+0kQwoTl1yLtEec31
qpl0BJTh82oQ9UCpDPMCqH69V963jKjTKcG+GkXtRLqPfJbQtOpPpu8lhLNfJrneZLRf+qBs+Yzz
mzALn+JBuvfdEKnnsq3EFj7Xpp5QNwjRD4BO+ZJ0s5EpBCKZ67daJGzUHMDs98q9gd31ucOMHhxZ
P1zXASYQBorNlgAgEmflfQNADZjV9BF2OSy5Nobdpn1pMv2DP3iIROSSjHIys3VWlTBFxxHfI/1J
c2togVXyLHOEw6aSjkOCWQVo4l3cSYzgdARn/OC1RuD94InevcvA2dG5iYx2B0LuqgrjB7BPXImO
DpZrB4jo2fSnzxCdYnQL0/HGm+yD4Qd39IHctZYG6oqCBVutuDA0GgokOLKI4nZrYb8VTAFFIX5L
fjZ8BC35tStJo/9fdfb/f5tQSYH65H9v3T+1dX1sx/j7//Cv6DIOA+DcFSoOGCz+i4D/dyKF6SL/
k+tACndmVVpmYP+27h1mVUgQ2wJTCYGYyjys+nciZer/h2a7LgSSu+afUcA7OvfWsXKnqQwG3PxR
6I8zJyB4LHQ0PSMPxBi5c3tYmBQsmcDlwW+jqsXbuaGtjktAETc0C5OpehDQDNWTRwcmopFHdHqo
dGb55N0Gk4kULBZS6wQ1DDFmehlMzcKrxGOcY+8W+KFjrqqUz32V9XEIvDBQnno0A8vzdlqeakGx
0jOEjjBSsrR8QEGUAhDpCUFNhG5pKdsnCzUqCZ1MEw9OVtU/XdRmxodCc+Eag1KZ1h2WbNC6c2DX
e9cve4GzYGt91WdK3UpG6C3hrs6UjnqgwBwIPXQkiHC2gCdsNohfZG0WiZWCrFjvZqzdEwb0Et+3
CET0TshOVwehR1Ni7lQ98qgg4yLfgqxfhafqhWHdW++GmY6ABMGLhg5xPFMpNRqTPDM66VruR9j/
ASfEFxv6NvAY2p6bv07tW7PB4xnOfBYsqTuKcZLJvwFCH6/nhX7NkWu4ISKw+uZKdj7G25Hyzf6H
kKmsVlMTlsFNnuVj8nOCcvwJf7T6K50xjsAY1iC0zv+keYf/mZfyiyzdtU1hu0rwN6gFH/8irMOn
yPczNKlquOruxtRyyV04aZhfRUY/7e2oD+qtk6BXCh4ADv42w3Dv0s+Qx7LRpnJMAYYGwVkdctL8
wR7/DqWylnLYo85hgJqQF4ZeLj/ElIgu3upNL3YmkBDSTvQRYkBJg++RXXNQVvqgoVyO2p6cvht+
V7vPHHroivtk6AIkr2KnLaZ/oGl59pPZGH3wsUcBwfsJzL1GypM5GQ69fyI1ovb+r/yNF03wOHqq
hBNG3cas5W7A0HMXu0GDLxhDemGMtEInR5PFIPdRgQFY7fzrO5a4nh8bh9e1HIThbYlC8OL1oaPm
cT480B2BPTSoFwJt1+/MdIhp9aVDOK57K03aC9tbfjasyoR/trjVpYv44mLVFIfLIqOIBZwjsTkJ
4mLcGQo1jypyq6t37tDS4VjYOrgC1HdAFhwfDN8QLpyfBGw7lfxQbHQjlt5VM2K0fj2WjSVvaHaC
rbzwXcxv6O/vApiMy4lk6EuVy9qLyNB4kFIx7KH/QE6g1oNexw+pF5ERZa5XI7RX1bsmVcX387s9
ebIsq5RlQNqShiGXosuTTPsRaCp4RVNME8MTqx/uUNMtKMOg8v88vxqT68UmTdvS4W2ZLMuNtwhH
dhPLbkIwyCfti2c7q8Lee60BidlL3Ieak72FIThh0TkMF46Q1E+OrkJzWgl8VGzolnzyxy/WwyhM
hqXB+YFsXGQzr92ss6e6yqb4OwxpUPF40PK79w48F7zKYj8GnaR34GqZUBcQ4rwVtGWouih/VWp8
sAe0ge/GzqgVrY82kfQ2NNVzUcaAv4FqthOOvj0lZ773eMGzKXBWNTvVA8RlKuH15fhUNILeJ/oA
mnqcvC6cXrHhLqz+StQqHnVYHraYPpdhp3W/fEFn9XNvUuUjkzM6UXxn9iESSmFGa/8xc1M10Fvx
c6Y3Pcwb+wYd0BF1qZ5y31uPfZKP9zUS0+l2cAZ0mPFepAfRrls9C+WXCPqq6g6u6UP+mOdbbvIZ
Dy7MxgPGCzrGvMDwwDYzfJq+UoOg5Od3FlIfZlz4ylwLuw0050CnqY9uGl8YwX3VOYCS1ZhTGfFn
+BiJ0fPBQW8ds3L0A/5r491KNI+STYzWO6GjRl7Fye8DO3IiSlNBsdhvioEKkZYdJkvc6+hVxLSa
bYn2d1JSAhsPqQ5PynzN0KLrAQYWKYTWDX6p7ii3GYptgb1uDW9EyNEfuzE7ALzUnF+ulrrtZ4lW
7fgaK6ugiEFT0saHzSpg7zD9KMt1aAx4w2xdvdcwYAwsmxbKOAXRL4YZSXatGZAAADKnEQNdbcgK
8H2hPzFsswFI9nOnKYrjldnXbb6WMM2TL6ac9B7qjp7317JVqXvV+7MkieUXTXeAlq5p9woFdu4f
BJGC+mOAJBlaKqFVvKYUYu6TjxcYSqRtYenx15riK+BWTwTiQ0ANRnGn65A0nsYMVQ70ONHT2Rmt
HBH4BQtgXTuNRYK0QdHNHz6PRTVc+S786h0a+oBvKz1GdovCO+qt68DOqk+hwPhvmzc9jUjyI79V
0w8n07yBHJNXBow5cdDM2/d6jQLhbV1Kurb7Amw3JRIC48E00hKw9O2kwR0CvJlNN71yOhQh6jRO
QLpyrwAEtpsQhsO142uWXW5tlCOiT7ZtpO3zhP8tY0n0sURwGOjLBhxdR0+HXSyNWcioFtiI2avG
6o3yi2xaU2APCXI8XXUuOn85zRKaCv2qxY3LRuC0p4+68U0NQf3KGM3oYAxdoUFOKugBo+WGpteD
o8a5rM2LcjJ/oA2ihwdeblBscWljgpf6VSyvJV1vsRZ9P0TfBhkJZ4d2atneF8gPZ7fT6OjjnUqZ
hzKYNsCyrmPZl/ZV74luuB1zvFP3Tm8DI9cR7QifbdRx4vaui1IUxLY9nHlsnTkc5nAoQtoXzo+k
8r36sweGMZS0vqIEobDA7pusW2VDI0YorpMMH5RZF317DcJaqQOaEzHFOchVGtcfqjHRaA2KFOWQ
x9xxBtrmSW0QKVaTp5vJy9j3svnSaqmDfeik6eI5tVvR3tgizYeDBnrYo0gNmicTZWnzJy5INt57
5++K43BNDYX/DIkMuSuCYvMdtQjXmRXQt/TsXTlqKMExdzvUKeohA9OLVTHY3YUL4nQ9OVd089VP
dcZ1eLweUFpTZ7BPNe/1wVUW5PVVbjOhA/s+Pk2TYV1Y7/gunPeHrQMMbfbIgTtJQDXwUV3To15U
zG51nMZhNwSIPmP3V986raMzn4Mypykjv5DD6cdVwe+lydxMQGcETymXuW8LMaJMJCrYWhvUwXVM
qBgAHyTejRBB+UWobjwkZJnWuoCfs/aR+013URnV8UblmX59/kWf5K4klZgUKeoUJQyxrIl0LLjw
vYm812CkawjXQR4sG3XB86uc5Ff2/GcrHja8I2Sxl8dJa6eILVavMRduAYUxLZLtoBvedd8z69uW
g0NPzy2xubqw8rLiAS8O2tSBPSWRQDhJsZQ3zn4ODTggPrVujR1gFu8riWj3jlK97w5xGKOo2yCm
RZkKAejg4NA1fj2//+PjzXlm9TmnJQcS5JjLrsBgqdKDpztnP7iMKWMPlKFK2zV8LaO6wxGHS39l
lIZRXjjnxw8e9qkr2DpLUzTMllKLB9+iJzHGrkS4hE6CsfKCYcT1ArXRu1badMOhuHgflMza/OP5
Hc9/8H8y6vmUCwoU17QVYEkO2GJhtExVa1ohaBFU/q8gP5fXvuyDe5hh4I/evdbc2WGnNHIsxn3H
wSORCKFF1Kk7kFfurU+iBcYLd4tCRcP2vUtBcLCVBMQMQPOkAktauq6jVQIiQb6dGSEOsDdoTwG4
EkZT3J5fbPnyCFLcr4506VrZlm3N3+5f/jMjHhCWlfn+HvFq54CMrLsOTHxlJUS0teFkAnHTSDMu
RIQ3Vp1rTIKTDkHSUcbxqr5Tk/saOENjPdc85lL2B6VQyZGDkB8TzZnNIDrrIpD6uCXAgQFfTpQA
Um7YruS/j5d1MpsshG7sPrcn3LvRWOzJ6+WYJ/R/U7Vjlq15PuzvvAX0lxRpzrQe4QUoWVXkN+89
UvRGTOlwYDhWgKAWx9dvYZ0UiqQK60+tXxctagDPXVsCXxgR+HvvI59DFP1CggSuEicVNnBBhBaM
qty3QWo2KzRBA3rtMbRC1KcRxBnjdEOD3al25w/YcVjimdvz5Y74nsFd5CBQf/zMgQ0iCFt6CPXE
g/gYGbJ/ElkNB7xtW6iTWH4lF+LRcTj+vaIrdZDXlLuGjoPC8YooSUG1Jf3b+whSyyr1P2RaZO/R
cCq+cKq/SjPKntLGH2590rnH89s9ufRJ+UkvaGLMb5Ui+HjxoYBAVCocacacojNOdNpFYV5/QmC+
W/VZre96rbA3QxQPF16wfnzNzvvmpidykFLR8KL7dby0B1QFz5qh23cINu6hlE5Imafuz2rqGCOG
ZooONbhbVy/CbdK1/ZWCf7+PBfJcdgj+QDJy3jDLKeoLL2R+xUdxmhNkYJqm01GnGacvjkAO/lKh
bDHutRKghWu1UJrq6XuXgqp+59NnEZMsAP1OLIMQsjt+BFZYoguIZvI+CSvUgDMprvFpbQ4xKIKX
Rgvq22Fke5EntezC0m9tUkmXT3penFh6vHRu+ugyYK6zp6tGjmd1DdPyxP/u8mz/Ob9L/eSQkcOa
XA1MAFxBE2sRx0wN9YNI73XMOYx62yZ4KYCaYEyfOjHOeMBUEe9L1hL2/f3gjvq+qSN8oEUlPhbT
iHtJUiL/IMHiU6jB+9PxYo3j4BcuM5fCzvFPRQcR3StlM/Sw6H7hmbe4NxtocSwEV8UKLUNHk2Iw
p2+almgEAN+LP9iFXT+lnZiHle7YiwtvZbk8sfV3K4qOtMWEZ1Y5+vt6Q1F+6NDKnnZ9bneHTCuy
R6vsvsd60O3pIDBcDXr3OtPC5kLYO77hbN4KC6PgZZIQ0YtdNjSttEaLbwjEjn8i+wdRd3CBMBIE
gDfDLgSOxKp7DpnyfD5/No7D7bwulCieNsMH+Eq2WgQBXca5b1ejAObqSEjpk9xk6OlB70awxK37
5PA/rMdyfNgGbdVleC9GY6DZQzPd8mx0lSanv9Mi5jjVFP0I9EFcCK9vbU8S5lxXJz86Ga9oRlEl
LayVnUL350OGBJq1BlNlrVqKcdpuyO1euKXfXJGPTTddhTbAsn+aN4YbIq4sdr0p/A3WY3IPU7Ha
Gl4HcHcw8wsWk8dx5M8LJEvhrlak8tTIxyc2MbWuHgr4FZYJls0Pxu4JIjb2P2p0/oeloMe5FGYm
WZG5WAp6EPmz9GC2e1mwrcdRs1Z5Pjjb2MOl5l2XwJ99cTFBpXMdzqi1SPkavfdH0wn1XdQP1i2a
Vs6tKqtildGtezp/Jk8f4dwIlrqO/gQX4XJfaa8UQsYwB2Tn2lsXAVDk673yM2YO9rvS53lXtNaZ
+bIIfeeTfjeY/rQAoCRAUNbF1jJbc1P5kbMOeqp9YQU5eiJufCG2vLU/RoyWK1ncUu7iG29V0IvO
acTOAS3krhrMp5Ew6I3kQF4En/f80zwNoejwQnuktiVvPql8pAscLMDCehfaWgv7Pbfh5IZZg9kb
4j21AV8/kLgr0QV1xk+RXwxGeGHDp8GUDgLmnBb7NSkaFmfHiqU2Tl2r7+SkQc4fQERlRVLsSi6c
dQFNZWtOUfL+V0upR3ELa0xQvi6eMuzxVIKF1XelQgiYSsY++Nx2N2No69vSGK0NtPTq3Z8kdTyl
2Nyg4k9c1tI83NYEPIK0TaS+diLpd/qYmWsrdeo/5OT/OlB865lCTUT9z2Vewh11HGc0JC2AlebG
DrUJutZZ0h6YuJAjJvG078DCrAwNSv/5s/TGycWnkQCAWDntguWXGYIgiKwJuXo0cIJNoxCXQMkk
vqqT0rpwbE/jtqLqZ176expPxX68v9CgkaupEdHaNJXrINSM+94O+1sPD5mnRKbxhfXe2BoXL70I
EnDcmWZlxL8zjVTliFNFrCdz30A9sBkezCD9J56tzs4/xOM8/3fMmV14+SjncSJx4HglZkc9eujj
tCtc1BBFm6Vg31CGuXCzny5DWKNrxySNFq1ann93qlP8Un19h9GdOTI1obs0Q6eML+e3cxpffjdW
+LB1+kcnH7fjaoNWR6a+g7/PmYAnjiJsXv4jgrRAIwyVKlpb3S5yUSg5v/LpEWFleh44oVszPXbx
CThmE0LfHPQddYm+7cxe22Wl8coYYbgus/BSn+zN5eaxqIKWTsNq/iL/arVkFA66z0hoB+S2pOSy
W3/bYHoGQDexr8twtOsLn9tyRdrrFpz6uRNtUxAv71wP4cOcHTbMx7Dc6lz9Fx2560FBI2cO3V94
nMsvgNXYmZrLH5BRYpm5ZHraufhiNEBXO3FAf1fsNSR6kH9IHBQj3vfufi82k6tduvkknovPzaJW
zYOGxQr0YPaycMUmhpR4PXX+sBY40F346OZo/58adm4ts7nfPTI+CArMxW3ghIL5bmc2dJQb65D5
xfgIJ8XD1qtNI6SaVH3nTRVUrVpZX/m78p3hZV6f9ALiN8UEjYXFR1/H5E59pMHA9iHJTJ0Cw8uA
dxU3GMGcf7Qn7xEMBtAyyhfmM8SYxTkd3M4DAGEUW3hL40sXJUXwUJRtjf9wWMQP71+MEO1abMph
e4t9GYDWDD00yZOwVb3xHPyr3JwRKW7Gxfv3ZSh0aWlBoFNsL/ttaJC0Jg6+xXbSERbF99nvME33
chjseV9m3969MW5qrL1pf4HYXRaAMeJrYMH49nxm6jvKJOc5xn9xgxCi+fH8UsurnK4Khb7Fu6Kt
DwhsEcciu26T0oOQlnpNc61qdaC2MLdKOdRFIzz6opjyC+dxKUohWFRRodBuobNn6ssuW+gYTKiT
vN7a8D4fNItjAgi+aq6mngGvF+v6TaUZ/UcmjN5I59oYtymaU/6qa4bsI4ZpTPtg800X4sIbzwL/
duBnc7bIKObk8MbAfG2G+WCbMvRYJzdZl2Y+brF4B22bYpBbYdmWvHdZ/jhFiSjmjj04m8WyDWKe
BlCRfut31gjcD1whvCpjDWgLf62mouugNxcu6JPvdF6Ts0yhw5ZPMhxMcLQBZ5AeeYYkfg0NcMq1
66pDXoj6vYd5XsqUc0dtXmsZbWGE56h2hf22Ny1tlaSJsY66pDwgJxVfyEvf2hUIsPk8c6KNZXET
TmiDlkr126GqjHsff/dNXZXZo20gMPjO74ZdzVoaiqSDe/lkV1aDCl3hD1uYZcbGtSaYoOFkPQHv
Aw7kGNl+7CFDnV/0jf0xESYBoHATQgp5nAWESKbpetQO2zYKUHEpY3UYijjYYqZ7aeB98i1IQrhJ
Gxr0FyHWXSwli7HJWqzttj187n8YmULJiYzMWw9F2HzKTTHsPQrGH+/fIAqTVDHzYIl/HW9QBiKo
jErvt6HVvRot4P0WVAltL3N8PL/SMnMk7tjUJKRv1C9z8/t4JdsLNM/Mxh4J1bi4jewYBa2uwNdX
xaifRaMXPGgdns1aBYP9/NJvvcW/l54zr79yORPDGQO4Jt9eKPyrSWlEGbd2oW2KSzCJBayN1GPe
JkNdpsy0TU7a51XkwOhpp37bNG6/EuSpB9f3g4fEHgYAv2kMXSwLa+spJ5mfEBId3QfReQPCV9Xs
wgf0ZXSRgoxhDEUrDy3qHUWm0C6EwGW98PtnIk9Dh4ci6GTs4lHWuSb9v63eNK96Bju/4xL+eP65
n2S0PAsDAdM5LzH+KOf8/dwnhedI7/Lc686Orws6JDun8oxbBznorT6M+oUmwEnaN6/HbghHTEjd
JWgTsFNBtOtYrzTlrm4YNqNDaq0H4DgcuxbrHh/FANyJIlRKh2x/frtvfcEGAzQauvM5WKZirTnF
rYfU8LZUQ3Knl3on9rVyhjs7ryZUFfKk/dBYjWXe/Q/rOuSBNqhjmoOL7BoVGVSpoHdvMcEB+2U4
DRoySbvxcJF7CJ1RbemxGRe+qTcOuuI2U4RGBnfUEIscu6sBHE64AW4hJybeCu3ACHNCzfoEXWFo
VqjeopMHRPafLuqhwFchMv2aMMtf+ahjzYgPKnz8zkuabYfCOTxRGgw4CQ3O9/NP5/TjVxZIFmo4
kBbqJPWp8y6l0dl1W4l69msxxQUUsUqH5wf4yPAuZMinR548C2bJH+7ICa5DLzBw7CYHqW4/RpWg
UaOXfM6hFuON1kYu+CWeW34htL6xRabTKE3RHCKPchavYob1qwLI29aIBeZmbiN+Id1aUo9r+vuX
sjGMoN8FQJmBxTJ1Mpl2o7zbbusijBEUMo0vAsmS74h/ogl9/s2dxiiHMw1IxcakhDHt4sYA24ZU
Jo7Q+Hmj7CQ70wDJa/dfzq+ygF/NXypjSKAi/CWpapZjSFKNosqiadzOoWVT203wVa8EFNcElbDX
0qht7U43chiPo0Sfw5+S4REplfKByQLNo/O/5uRVkuQYOo0VkHb0Q5cjsIQep5GTIux0zHugjJOi
owSO2gvV3/b8UidH1SRWURBAfeHpnrSM/NKfPMwWLeSTuvYBoJeJHC1YLIHZTzmL5g8XQsYbC1IU
Uz8yVaC2W1Y+QR+3TWDrcufUVnZLs8d6Ri7VvXFQJr4LWhty//kdntwHZFSIZANLmN8v3fDje59q
KmmyMZK7wRP5Bxn66kkYsfHqm1BDVjmsLOTGoByN137rihRTKAiM53/CSdYz/wQXLDpDfncuMY9/
gjm78SQQElHSD8oX5Cn6e+Tp26+ibvIRomOEe1wrYN9GsrxwsE+PEs+Seu83AY4RyyK1Q9q+NT01
yh1zjplqZLn1loylPfjpiCbr+X2+tZhF24rSlrTnBB5qFaLouQzkLi9G7SYetbrflElt4zXow05+
743HU+UggSQjd4VXt7zxDDuxzKmQu27QcJ0Gf/zE+3tNRz/cWHDrrpJeby98mW8cJso2g3qKcSbC
ZYsgO2DcaZl9Y+yos8ONKcfhBl/YYpMjavbRKHoMNfw4uetmDh7qe/mv8w/4JBhyUIg31gzbA2q2
bL340eRNbZHgd6ri9NprbZxVsF+48Br1Y9AVwZAeNRqDPNjZaIjJ3PF5nTuGaYXn5k4bhAfROOsP
dWh6X1Fw89WmaVEHho9VJ8EWmbKhQJQKrjmtYNu88Eve2K/FqI7MgkBIWF58OPAprbpgYLUbYt96
LsGAHbqkLi/Ur6chiT2SrkFoQvcd4MvxdlU1OBiCSWOXVOGrKWH8rAQ6NzfAuNNbzwGu/u63CAaS
s0srwCZtX+wK3SW/owYyd1zXPwPQZhtLcy4NU06/RSBcdJDncEN/adm6rjVujKmpzZ054myTl3mx
ogSqr1zZxPvz+zl5fhayrdxTjG6JcCeIjSarKK2gD+7CHgA1CmM2Ps1Y4j3gLv7oRXF34SM82Rrr
KbobM0SbnvwSMNHYMmzsCUo7zRTvM6LgAbJsZlZvTPoP3oWXNb+Moy4yi5FPWTQfuXZPWjYaOgZ5
jaLFbpTZ+HFym/pziqDrzjCm4JrCjOl4Pk0Xkp43FqWfSzlKlQxwYtmbSlGSgF7ADoFcog7QueIG
b1PMxZkdbJWL+kxjRe/EWvKZ4TdK5wHMH2RQavRFQG20wrWnjK1iTOc/6BIRBtzEqw2PJVxFgSa2
eYqUbaeb+a4VuXVdZRienj9Li53TkWNCRtMcT03AIu6yGVgXmtBQHlEvRRi+Rj1YDWECy0MVgc/E
HrrmOaEGel++/mdR+IxkmHCAT9AHnT7izZi2CN0MvbgyRSAxmZmm4Yl2O0bzSFO9Myn5syKpAJ+L
aZyeKtfPfSwuM+sFdvVU4XhQTTd00GxUytGEuQcTA+zPiCyqh8JGEEbAh/ljwPdfp8mLpOT3T0BH
VjKWZLp7glqhj9aIpGbTImsSXIY6vHldlhqwmNqIONZXSDRmm1n/8EIK+Dt//eub+r20zaCXtgOo
z5O+A6YNnRN7vvMSDl7c30UZWJenIDGtaeXElmxx7xzi6h7nL2M9qtYxth0GsD3y9Xpwn1sDSizw
oLSrDreU6bXyM9mCtG5UFu7q2tYxCeCObpGHbwL9aWp711kXvbBv+zQC8nH+wC6CH3shReeynNkp
sEeWtVBZ5a1m5wmPsZDtKrJaXC2CwUxQ2HHj+F5vkWE9v+IiB/mz4tyro0P4275vcV3hGaCjymm9
dL2G7pqpNV8HrRl3TZCm1/Bk9avaEOOe+RoBo6mC9+Edfi/PmJ4mC5fL6RRB5NjU9omnXtwODWGM
apuNj1jPDqODaXd+p8uqbF4LQXCSV0EFSHCab4K/enZBYULSHgr1ovoKPwrE6wfGTHgJr3LGQogW
OoitYP+l39lunrlXDZ/bVvZGj9lGWOT+hYvuNDjNLxtIGT+F8n7ZvYQRYnbJqKuXkoTnEYZ5yQzs
t4FUgVqKHYq9ncDFPP8QFrfdn2dA95kvFH73SVI9OBrCCUWjsNZo7b3KRf8jsu1IX+NJar5vaPDv
WmRVZNREw+UNMHrKqDHLVS96LqPnfpw1JOQYHeo8zy6829Pw8/vdzpFnxt4uL/HStTJNo1/7ghV7
A1rftFfoIFToeuYIbKJX609tukP7P7xwft9eGPFsJk7MRpZ3a2BUCEZ3lnpB8AuvnrDLrmx8JVcw
UIZV0ebbrq++e5aeXoi3C7A3bw7yOnNFIFkzGJL/OD7MVteGlhkg72QOll18QkYI2xXD8fXPhsCn
e5VbkWPtRvxazF2ZmqW94WzFOhzSok9vzIAm7abrCz3dI3EWbbG26YwLoeWND45MkSsY1QJAMSft
gDBvcnrOg/GNxtw3z0vindVFwQx3kMgnMyfrY81cm/WE0ZU/gMUdfHcfFchCvPfQE18gWszoBHoA
7uJZNaHAXironBd65cG13nTDQ1122vext7R3zpR4L2B+Uc3mw6bYOQFB0B9ASw2piReU0Job7Lur
gxdYEeJqQnuedEDhNYOtC1/16bUB7ohTQNIxp13LUxjhbZhMOBB9q6ShPdVR7L60nk1L1EMAlUZp
O/xz/om+tSCa9kCb4V7RfVlUrth8/V/OzmM3bqRdw1dEgCzmLTspWZZseSx7Q0iyXMw5X/15qH9j
kUITOmNgZjGYqa5ihS+8AW6SoUa/u9ocfwpU2A8uhLeTEmvjY9uoz+eHe2MIvH/jQZUwEmSvuee5
vLpx4aYDYtvyN05ZhfU9T2PA6xoYAfU6CdQQ4fUIx5lE/KkJ4q8rPUWwa7QbhDEDxz901uzEib9a
mxzNvom6xyKrp40lWV/nM36BHAlUPuXh1W3nDqMe+rXzy68MUniTwCsaGvjzRdy/GGnrIHoZ8cCc
X5n1fT4TD0FOEWUDq11mmwrAuUkfLUbVMWtP81jcTO5gPqoKGlkbu2x917G3CO+QrqATQir4/spR
Enr8gT5Fv1U7jHYlZfBTirQwCre2vLYCtf02anhnyrgeNq739SypTsxZIYUKfR3iFRiN130bJL+n
KYfarUWIUGP0GajosBrBxm3xwWZjNJaSosjcd1lmDUoW2S3yOPHvfGZf4MZTUpUo0FEv7+ARZc0B
zydz3MvElxrC971jPw1dPHwtjGrwPVP46l+1rRx71uguKTUnrhM9xE3NPv3kx9c59HCMseukqrEC
H4eURGGdNsEz0DEcTzFjSfbQDUb/4AAEeTg/2Orr04dC1YhrjQ9BCK2///pTjEh9H7nBc4pO401n
IfjvpKl5Ulger0Ml8kdlhTd63W1BYld3zRyx8cISn87h/fJgIfucpCmiI0+Ig8snFIqn664rhnt8
7YanCAuHjSP18XjzMWazU8Ve3G1NZlMuH2Lx5NdpdiESV/nZDVlyyNoWNUSpqckGceujAel2ca+B
+6UyMN8s/8SlSEP2YegPxtOoFs4TZC3rLktQ0VfrMNvrnZFtbXDB//DdbcolpZOZUqJC4QvK1PsB
J40OfWsK5cVJK1ToAT81ZDwiCJGyd8PsWq+CpHtONOw0FbQqiib/FtYYjH7P9LGURxh9OVdrFoto
q9dlLH7Z3Dph2bk/qcZRZ1/8sjZB8sG3B/dZFqE9Xdv4jiA8SI1ho61L3L8YidBXUHidH2tO+Sp+
qlXEuZoh7V4QMwoUhKhcFEu9ok7qEGH4IXNM/8ZpqG5JxUmmr0YFENfj35JEKpEZuLeFFCh9Y0EO
mU8z0/62KVrEFDKqIfVFldl9djnAxwNnlg2ZekUmrpkXE5XP8KIaNbU7guFHJ7/x20HfhW2hJweH
ZsaLTkyCyFPRkAXgOhdm3+IkrS2MMwyFzsPBKiBxlh6s7uiHg47G+OgGjf1LN0nAv2hGaPwiD4qQ
+jI62R4iN0uCXZ2OyXPQNHaIVLLt/KQ2E9Sz1JqkNIF4SHBXioqSSFPo/Kc7UyXp8fdOjczLZS4p
2Hyzo6j95jeVP1womZ9+B+4UjN6s5R/uxwizF8zXh+J6FI14QGSs0X6P6eRWXo5zcvS166LhGp+/
EX1kysE4EMa9lf6ojUHFCXZAJxH9cJpi/Z4SVXSD9YjvXBnS0fEOkUoFsC2psAkVYeHCnceWsXyt
U18laym1athbGE1+i+Ie+TO8JuIElzNudz6f6/8wbUwTj9ibjBYmu7Hxc3QQl9mHeRHXJ3+Uyo2f
poO7C3ta6g9WOQZqfwAnWABEtHxeh+Aij2XgHAdYuo8TOpTGSxzQgAZXjt4degKK/tcI/SlPEdx0
XPwxrX4MzS1w7er6Bc3ODfzGQuKuWPYKNFeqYVqo4wtXUXMKkr5FMb2Rxzl79ypLt/cQxMu9Gvbx
RqqxGhmlQ5CCAL8AtiNrt4iec0tvq3TsjD9Wr6bVUbTI++6BqWj32JnnP6qOCuYsuo2B2qkJkDbZ
gvquShSAiEiSiXBnRo++fI9HRMfMNM3k32YcLHkPGMF5VPBuIOBLq699kEURfRO/OkRBm/7gFRw3
LsxVaDdrSjhwZ/gDnHq59slUahkJUvxMGqFBrE0NpO6zMdO9TrFvlWwqnJ1Zu8UWVGz5MMxQf5ae
dScI4d5YvESYJzdDUanW86goFhaHY3lZCKc4ITAxfHPNEp+982/8Ms6iCETzy4U7C86YfsLijVcV
BefbmuuXSlGIsUvdPZi5TF8RAzC1Tz6z81gE8nPyADOcZOn9IyRGwx9D0fvPap5PuAxPzVUdluqO
8GnclV2Vb4y33EVv4+mgqGZBlJkb/H68xAkT/Khy99lNzODe7tzua2No/k+87lEAwgwIMwGQoZd6
WTzBFFcuzi/tsg1mvY3Pa0ODXKUvtPyYVacVpk008ZyWraig2oPfiV03e0l9xfiLR337BP0meNUt
3f2WmBkW6iZGn8fzP2P9wLLqAHtwEaPgtmpAmANIgHbS/Oeyz8K9VTujxLjA2Vzt5aXxNtt/xpm3
9j8xTZK16jA1nftcuE5rXbpdh6ZE106O9HC5wbBX18rpKk/z6F5rR3l/fpbrg8MsXUDRs4rhuvAw
6mLo6a2w1gj9fTfcSjtaU2OeeKf6ayt0p8/1/N6+7ZzzUcUDGLOCleQdOlKuOzrPQ2/qD6iVObhX
jCjnK67xuymrcGMvf3ROAXWALOGkzjoH71e3Aw0GllO6z4mszDsxVPJXFjjD5YRB7Za4zUdrOaNI
0RdAv2fVGI8rwkCU0Bkr6OzhlLdWcp3rIb0aSNx4bGWJqf84//k+2KRgOmE8zNjOWfXy/fQgTPeO
gm/ys+JrLeA6iwkeMWvHzPb8QB/sUgYCE81hoAS7LGNgMmOORjH5z7VaYM+W+e7ThKL6AVFm/0Ig
orUrc7/CX6mqT+dH/uALUuCfaTmz0x9NufdTFE0/hUZZuc8a8qHuaVInjMVJ9aaDOnTptPGELx8w
TqPguiWbJX9bl0+sUDQKDiPKM+xio56rsCPGNcIKXvxCSXjSm9STuus/np/kB1sHQpdG1WAO5Vfv
1xAYFmVl3G5rv5IvcZN3F+SHyIsNoYKLLs5Ynx9PED/yglEooCD7flGhOleJpo7Ks2JVypUydBqm
G2JMDnjDRTcGq6BujPjRZxQziMsmOaU3vkjd6DVFLl7IyrPEMEPuHSv2d2jHRiiLB9FW8/ijY/FG
9wWBT2dzmSdiLBDURdD5z5kB6emAHl/5qGnDpO7OL+NHu4VQk4AD1Raq94uX2e2qUo8n23+2U9le
TqLHSyOJwytQev6NXU44no2Tv/E+fjSoiVUr6DF6USBe33872IW5G9etfFEI23dGUvWHxMdPLAi0
8qItWuNLIcLo9NmZIjhJaMUnJLhcUZt7H8tJX7XkSxsGqBZibI8ZPWifBh09Wd5kosLLHnKzsRFQ
rr8k41JE4xEGWbyC9VKmrrBEsjkTcaNXXsmHGPcddaK/5+e33p5coLh7cgRBS9Offb+oVhtZKRLl
wcvQ2zjzjOnoYeZgfTOE8km0Fk/gLFgFr4peO8SG5eZMZRhHWKaFDNWnN6MioocgxTIQd8Dk09cK
Q80Etbde90paQ5Z1UANDZ1aunn1JlVq5BPjNUeiCGwcbluP5RVzvTAg91B7nO5QyzTJQNXyc09uw
DV/QrDL3IaLIj64C1z51o/C6V3ThoVq4Rd1YR6sMCoeJyhfv+6oGaZpulRlZHr6ogHBPOpWWvW4g
rhaOsX5LWbk55Mog/guojh3cWLU+fa/BGrVBi7B9qMUsYY5+WI52iWrfCyW57pJnMtoZdpZ8s6cu
vDy/vOtHgr1DR86cATggRhYH38ydzpysMn2ph0QvDyqEn/gOCJUiflCWau5lISyMVz8/KL1CGBWz
WuCKPZoWcZx1JB4vWl/JE6bq7j1FGv1mHLLgAt7cJ3Gq8+kgaQd8NhPDkR5bTDJzrakyyGle9Mo2
PVMVYe+hst3se5BbfyNqwxsv/vrkz5hq8KlAjXgNl3RRfgne9O2QvKijmNCJkPYPjNxMfF67SWws
5gdjUX+eBQhnfNFqMQkjEDnsi/gFwVB9ehjjilzcd/1UucQtIH84/+lWo5G9zdBt0iD65yvxCyyT
ZNHrYfMyIN75u0lg2mkEqDy+it79P8YCNTUzWqg70Gh9f3/iYVBY6hS2LzoAJaABVuIfeBPxBasV
vKDOT2x1zwhQ/nTKeRTmQsdsF/1vytQZ4ViVvsD9dKjrG93HqACmv/l16KLLzsWIVWTxxtlbvUOg
IeYrG5ATx4AX8P2QeeH4WSIjgQmmSvjS2FmpHgSFu418bP3NqOnSOQJ2MDdU9MU6unEHXce1xEtD
YwJzXGHJq2DwO1zSENTZ2I6roB5WEd+KVgWPBEWr+cf8k3pqtakEGtzsP4nZAu8PMvMHt3u0Qx4Y
pUglxEFx9N2DjEX25/wXXOX4NGNoVNDv5rmlZLWE7+iDhZJx1VV/qV9aT2GVFtfQEcZvZWT4V6j6
9n8K7BAfEDsYrqBlOf+JdOw31npJzOWWMVlhirxUtdH3eBMP+2f+YYancj6ZzSvFkApBZitCCdgM
W1lSpBrb+ioJVe0Rc+bJ+KEYaQASbtS1i7THSZ4CbiqeEHH3o8tE1XJ14y1dwRZmuV9Ax7RJXVD7
K0yIHnJ9NIkpXksn1r91hq8/KcCrHik/VymeeYgBDnQs4DsJ87qMss5GL07R7iZNYspjDEb3XzXF
w08qpFAoNz7ffML+7YvMP46dQ65LZ2T9+bTKSZpOm8SrWjVYNNNuetRMBYtEUeOT20eTghJkU7q2
11M7TzEDt3Et7qqiv2iMoA/wFi8Dc+N7Lt/H+UdBwpndA+hX8IK83852R5zYIZz+Oo3J8GqWWv7X
TChxGny1byKOra1VmIPC96sA421+84GhoVKx3MSDY4Ypyl32a5TPdu6yx4J1J21ERsqgll/zusjU
GzsYVZxDo9bZ5zzV3/zMgCaka+mfbKRXeQxEk37OmYLyL3VQOjYUWOBBEmHOQPN/NraT5DPXQPP/
xK35pMSILHp4NqDoYmcF9n3V6/ntsLyPGQ5EJdRLthp19+U58t22LlvM7F8lj4A3qTHdCaVUrqsC
QcFez7oro3eCjdVfXl5vg84YjllRlxbV4hFwxyYoOoRtX4EBx7tGD4wT/Sd3J81cu2vdQjsNWE5e
1hIfjvPTXe8z3lQKPDNWFnzUUqSxn4LSNFtFvo5a1P/CUDTfB1GoYy43xPvBCT6Z77mz9hBIckDe
VHjMpQIsiixqGEZRhNx+P/vYdXn2MujtWO/cLu096lr64EGy28oz5+PybnczrolU5sxeod66lE7U
tAlbISeMX6uEo1NmM0PQrWB0qhbv3saTvlpTBkN1BR0+TjCv7OJ9LSpb4I7Qxji+CczXyqTJlQNu
C8ohCxvl0FsjAmjnP+MH86N4T5mO2A82wBsm659DgitMRHe8S1+xEMsusIB2rtMpg9kRglv9/wzF
Lc5DQzhmz3v5n6EmwzGKWC3S1yAR4SF1NQV9c4FXsR1TINiY1wdLCSeAvwD5IrIpFqksVUhEcpUq
ewWyGOzCeNAvWjpDp3HslLs0x1v0/OQ+HI9KBDVsDWriEjOGRVWsRVqYv4aRKbFOLPKyuVTFYGLy
l+WKVxSGvoGXXJ19BxYOkjbzdQNbxpovpH/WMw5oxOMrnb5aUTRAdSiLA8amOCC2MSgbtRbNTWmY
uBETFm4FTR9sG54X4FzwdGatzEWCMnLb4pqoZq9BO+AnC3Alv6jLPsKe1EitTyLkOfvkJjPrYubJ
UFV+P9Es00MUJOr8dcpiHVNyqz3w8A2nztflrh8x4/n0t6SlNYsqcuWgybvYO6kQbVCkQ/7aVpF1
QUEi3k9Tld7xcGUXNc/8RjtgvZg4wBFQw9LjUzLT9/Mrh9nOKtXi18nu1W8Yi5Z7CszjHVX2LcD4
OuR0qIRQxCZP1wHA24srBnZwrBEsJa/SKQvHyyaRHK3EsX7i6BndO+OU78tILYFLdfpXC8PNY91N
5QacYn1Y+BEzVQ85GGray8NCVXJUcermcNpTdDJjzCZzI9P/2ChbXOCE/lmIDup4BqKV1LUg80Kx
WuQTvt52RaNM2Ws9Gk91WzYXUufhKiYbJ3s3Op7fPuvPSbQBQXbmDaMAoC/uuVZ0baz7Svuqx4Z/
G6qTcowjN7w09O718yOhpz8zO0Hl0HJ+v3FwL9fGRqm6V78Xxc0k3ODQdzI8pugVnc4PtYhuKLGS
GcGYBaSqgQdfAgfHqU7sSEnFX5nlxqnQanGgqib/KyTyQaljyr0fqPUWU+XDUdE1BCkJZo323PsJ
9qAz+yZotL+wHAzj0Dil+K8xmvYEXEZ/0QuR/Gyr2Rnj/GQX+3OeLAzLmUE/l3pXEAZQwcCgtUb8
HcU428xmvv5N6llwH6S1r3lRXG2xyuZj90+Y8b8RITVAlp3vgOXyWoNuZ0Jm+l/MEBK8GfPpP4ym
lY0qz4fzmn0fKE1SNljR2RsKk1mm6X8bQDWXWqKAjeyVqMMEKMPoF3K51n4OrMbEOAbEpdxr4MdW
qpjO0A5YKhn6XziA/XCY/56eSqzp9jj2gliaCDjOf7zF8fvfiNzedFdmVPWyslyUGWh4nMz/gjsM
D7UbWZdh0HZHpcMT+PxQ6/Uk2SIApk3Gn1X+3vZuyPk3AiibcqxG4FoT7N8aGzqymhS+hN4+f3rE
GZc+Q8aBsa0mp0kn701gLLizRbV71TrufUTW6+6jylBpfaZtvBGTro/gDDGk7Emq8VYfeH8ERz/K
ldjAPdfDEkxVvrSwT3aiVMa/dYL0r6mE8kkHmpY9nZ/pfHe9PxGMB9gOpDJFmVWDwI1NLLJxOJAe
6YD6RQ4t3s+j4ng6Ekw/JeaYd50YbChrtXFt4brwOWdOm31E7kjJgZcSHWKu9PcTb4TbWY2aY00X
w/S+wHrK/8oqQ0Y08i1ayOr4U8bgKWQQ6q9IpC0ijiLLMdWu7U7SbxnTHTBtvM26IpVbmnarr8lA
YGfYP3RfZuLY+0nZfTmMVacO7Fg/neIDToKG2CdNOBWYxaHg5gFva+RVK/oi37h93mbx7pMyONc4
EAvCVjbxYpZ+iRBxMelsJT8otPGIp0YgroOkkHdhqpuDlzh2owIIB/m3x+NJda803w8fRWtP+a6M
pJV5Jb6kjSeQRycLHLBEV3FOBdJv3GEuG+Y7TIkawwMea+WHqnf98MlEjEy5t6oC92kzQmrSy9sQ
6B/HbCQu1gZMnQvPR2EmHHaGLp3nLuyzxyANDNyNJrvS2wMCjQ6uS+RPEyShSk/Cx/O7fRHLz/V+
sMp03myKcLw6i5ihM/PEN+pUYGUJ9rS+7Mt8rHazDYh7oyV1NKElNE4XGC8VKQY5mFZvPHkfbAwq
u1SN0Boj0F62VdBaKfVk0DU8u920vsxw9PyiG2W6CxBa/E0mOjzWjlNt8RFWNyg3NAznt54R4dny
RbLgdsHp6fXAa5DswG3M6PAQLQHwq7vczdpny5Bb5PTVWjMmmlAETjAwtBXTGHj4oNWdwpiGmf/J
uwrDj9k+MRBI+ws0sk4mkP6jNUzWxgn4YLYz5xUJIJxNjJX4PelRbLqxoD01VuGF3cgyvpBCTPJb
g4KEcZMTBacbsfbqw0L7ootEB5R+GcTNRYyoSQOoGLlOBBwWEY7Gjq1mp1WmlnppL4udgrHylwoA
i7/xcLylLe+OO6IjM+NhRkFSvF0e99HucjfVdXgljdo12dXA1VBX+NboWvKzKRM62bnRas2FM8RG
2OxsB/jOzWCFWfvFznqe8CMZ9SSOVezEX1vceQNPqwTY81RJ22LvuI1xCqD3Qd4r6mkGL6PPG3nw
d6X9J4gTq90bhMfqJVqA0g92Jj07/9ptOM0CG0Uby+G4wVnkYKSpGt5aMUWWfWLWVbFPQDbKjSO2
DExIXIkU5kLLnOiRH7y/e2PiZ5W8R/zs3XZvih9uEnjp+P38RbL83MtBFhdJ2OMWp/ih+Mkp2hl7
VLEOyvH8EEsGNZZ47yey2FJpqJRxg8voz0ieKuOixkc0vUNOxqsU80oTiEubt6ZzkPqlpiueYpYg
Fi4V9Xqqj3pR7nvz4FgPSeThUvm5JSamRWBrVgObmfykK4tMWs16CfS1QJwhDcxDqXYdzgFTQlfH
39LvXjzZb0NR/KeryGO2BisVrSL8CgfIo/Dd+Es/jPJ6ijBGPb/Wi8/5v1EoZc86mvxjia1RBjdz
rBrNlTIPjGMQ+tEujqrgqPDiXUsrNa79zNySz19s1LdBAS5QaeHYcmks3mmL5za0HaQYBqoxuzbJ
kitcH0JspvDGPD+/xY34v6HI7bijwCYSTb8/E46fqm7NhYDYVKTuwcYrO82O6n1YlOGNIsWWoPxH
60nRGuAAKSyc2MXW1X18G0EXaMcK6ttX0eQz30LzD30Mpl/388FrrfiTBYH/TZKcA0lUet4rln4q
Risq8Zw79g7RStnEFW8NiBoVT9iNs/nBes4EceJl8gP6Zos7Bh+wQXRVII5mooy5R7VnxKgJaNEv
DIyNvTTtaqN49cGKMiK4xPmPvXrBUyua+hI49LGXctjLKppOM8z2hC1vdSPG4PdI1+Ti/K75YINS
N5pNVviSazJOAKjMasnM0GBJ5M7qjOjY27yqVpRuAS8XwcL87ZgXgd3MtlqrzRfqYIjY9dWjjjvy
MdaLfM/zku/1IqlmR1wCM2cqDr7fb4XqH1ww8wmEOAmsf13cgSo0ZmGbqketGOu9tKnCSdfZUjn4
aMOADoSgB0afC3OxYdzWaSw9xvskKiQGIeUw7aK2S7+KoKaPqTSfFkJlPUnqaKRAJkMJenEA5y6c
bKnNH+W8Z6yRNqFv+OkFlgF/Pr9JgCuAwSKyBk2zyN8iHilbjTMmFYyZ+ENe1Vr3GrmCNqvoTY/n
R1uvo0Zgzo7kHqP1urzIqA8LPXa5owuaBEfFcGMAGCE2iWOYXKkJut7nx1sfAfK4Gfo4B5OMvPhu
zWAVE+Vo49gGqnlhJNgEBGIqf1uOH3w7P9RbD+ifQI4zwFjMjNSUQ07t+P0l3VpWhmVXa9BJcIry
xiAlmNk9doLOiAxtPAK7oY7k0Wzwg761KrrM6W5oRdo9FA4G5BfUZn15ef5Xre8d8n7KZfS7yZtW
LMgCqfSSygR6rtL3CTF4EGP5PFjGlO7NsZPpARlcHJHsLoy1jbE/+Ni0PueO95w/rJIl9IMKDTiK
eZQxyTIviCOuskA4R2y1y52Nj9fu/GTXt9DMo4WEOWt2gRlZnJoknHo6hpl7bOs8PrZjFz76Tpdd
QuZVD1Gp1F9S3fc9AKr5xvW+nupMZCLwmK0C11QFCsLc8C1atgrqtd9LgZH9LnK6uABF1U2HMjHc
5HR+sktECvuNwAOiKcQTLl0qT+/3W2A3epq1A35MQaHCkJZms+tKTHwiwn4Ir/pwnWbYS4dmZt2o
w6Del12Rn/Jp6B8MuxzoLU5i4xB8tA68boCcDUThVoFKh3s7YJScQMzIg2tT1O0hHqvsOoCNdFuY
zv35NVgfb2D+vGAzHJ4gawmo5GM6VEikftTjIKs9ULkYlteg444d1L4tBwdNsKLvTzjYYjDNyCJB
IVthOGD4AnORPKh1HVZ7wykGz6pb8W1opgzWT9fszQniNG249Jkb9JGykb1LB6TQzdzKN77/+uED
1031FuAG799qqdPY0YaWRO9YyLRBRMgd4x1uqsEWw2v9SRmHSHCuuWiUihdhLg3SrksC1CnxIw4e
UlQKrq1ES69B5yqemTjP5z/pB9Oa9a4o7s1Tgxv4flfXsZXJwMCqKR5Y4wDRvVsnyNWNXukHG2cG
6GEHTFcIpOvi7BROI1FjVlHBTCLjoRmCJPXcuO+v2wwemXd+Sus7mOBrhgICAGFWS1bKWMYjzQwf
fc86CJ4CxTWfqObK6RI5V6U+FGYzKKewMuJi4z78YJZo1KMpPTsAwbVcrGWj2Q3Xhpgzoqm9NgOj
QtODxt6uHhX1x/lJfrBNeGfA3RGNoWSwLKA4GhJ/4MiMIzzi9Crg5tpHeoEym0a7LbDjLYmrD8fj
tYVMMYu2Lrdl7ViD01LIOVoxrIkkcpIrm4Dl0iljYy/A/x7+H/Oj8zTrAnEDLPm6RLSVVTWjcdTT
yDq4dLyOeezbO+oV9R5RpmbjRVlfNrzXhJucPHojswjb+4Ogx2OgO6WDzlBFdfVYZI39XQkHSOqQ
cuuD6qCi5kV2ZUh0WqDQ7u2khvI0ouKuZhr2R8XmlbPaT3PpFSwfGg5IR6zWfMLGqTKxLztmZH9I
4IvxkA1peUzscaufsvq8DDUzjsCIcERX+PUgqoDWgG8/TlpS3MqiHU7BNASHZlaH62hKbrTDVtcO
480ecaCYwJquY5XQ95UcM4VjIypMe+sUiXpvGrXmkxyAOekkSuQ4Mh7Xz9I9IjbSwS66WJw4mtGx
GYzoNCLyc+Am/3l+x66mRH0cKSvGmbFgKxEtRMlqS6KadNIxifzOpjGvsPwLNjqX61FMVhtjKjBu
3DDLiD6cbIFTWm2eNMRK0gN8FUF53h+SoXY27tHV9qNTiXLI/ADTeF6xNyY9MZohb5xZYCB+QR/a
uvCzsdhrsdpvseNX+29GOzMM1aQ3xuvi9CU2td9cL51TGBvIPwNdhVus6De+3lwnquJvlLzXq/iG
nVMpdgPC4JV4f9i7uAVyWhXOybDG4YBu6XTtl8YWW/oNZPpvADOrckBcoE9JNYF7c5GidJaNrxb6
Yfsepr/l6VqVZNUltuHolbhRIWQHm9i0+y/AqFhSgUuiT3s2D/QrnP6sxGuoy7u8IbWdeH2FZsIu
ibk0PTnUY3XU8LX7XbYm2LVCVt/pYjlfkXXS70w/NhKC02T8gR9Ve+3HlvjeDy3MQdlmjrYjdxOh
10fSfIHyZ7geFG77R9Uazq+gF066L1F2vW4gXhl7W4wxJeFKuNMVEAHuv9goGoFGyOjrnmVX6r3s
BR6IrsAP+VbNu6a7gW6kDwcwStYflx5CuhOBETz4VdI/pWIKMDiwqY3cyNrwS4/LB/CLbzbyNq+7
vjm2qa10R8ssw2kPsi3N8R+WKbI1sRrZB6sHEXDngGD907d5mp1QaHdohvma5nXmMPV/dIk98V4O
nEa8fvSwb2mPmags7aqECvw+MaIhLa5aGLoEcRZi8p4Rt70VnDT6crpO20dWfoacStymX7M6kcFB
VtL0X3UDBY0DgUdl7EI11NPLphgmZ+cEaanVu9BQqvIp6I2WCgLhaFge0a5zU9dTHcSHlSP6LNFw
mWfNMLymRWmWVN90t+M6asfxZ+fbcBY9yDCVe6qVDh/W83fUHGe925D0jPmv544uWcwq2kOWeNIg
X8pDKKMckTr0IlMcHxIPHbTpCKTU8WSOBFemZDQq4TlsjL885nAjCQBpsnKlgEleorI1K1d8KbTo
0JO5XxYyoHWqwLOxHKU8urnIvm/MdzkgFQDOH+DO2Vh+huy/P+jIWAXJFNjRldTTwj/2rkD8Yxoq
YR7yzNSN/RSkYX9piEKYl3ZdOs2hBi59DR+1dWHag7A42UYUTsfOL1X/UJaV6nhpaYyjJ+vQQV6r
DuzAAxgxqF/yVo3977jA4kWqZ8S2t+Mg1SvE0fXSS+lCl5xlI71PYXx0Pxtpa/lBlL1o9pYdU7Yw
9RjsQIVKkbpDjEfzv6Zdntd7VCAzNG5sSSgUo+1a/aqxEbGPYawEiKrjbPtQiL6Jv8aYw91oSlHm
Hq+u/ax2YWccqhI0xq1bBZp+6hs10C5EJOK/mhHFZuapJTmWx7URuXe9LQqU9zr5q8M409rBs5q+
RFoddl9QUZoOfQ+b7TtQ51i95rcO4XNsIsD8n4wUOd0001jrJ18v7fwEdNDGLymL8fK+sGLgWLQ3
6/4uHLLMOY2KmydYtg/6FzfXxvCPPkHCJ6n3230MS8k1DiaK1opHk3CkbmGZOBN7lhZVcAZiKCni
saRPORQXfUjd58Ipkyk8Ie8jNWxWpGs3Xthbk3klSE4VyA1uKe/0MVKH75Y+aX8a4jrtGkCZJk/F
ULgADxyRpPC9SsCbRmU53UYljtxtcfawriA4wKlrJsuvKYJ1EPaCOy+/ol2ulfWupJhjH3Hm5sQH
Sp7LxoMv6VZHx05pRA3+8NeV3At3RYYgnxfn+Hx5NSIGuddQ32kvJjsLn1UnC25lzkt+SCGidDtO
fWEcQg6E1L1KqFhgN9EwCqSLA5F9ZY/30S5LVVF5xYiUI98LCuFdp8i+uMe1TEmPppP6+QHOphnu
sjLTK9APvaqGN11la7HXjOqUtzsVyZrhmKMrHH9R0igMD1mZOl2INGQeOD+NsTamX5YyOSa8mCR/
dupAt3etobX1pRNKIDRtpOqjswMvKJJbd/Q75zWE1FRwE1l1NN42VpJrV2Mbt4cUSGh0dFGhQ3aS
zo0e7my8fOrfiHPbuzEp/NTrAoSVrqIpMIuUC80cMSbxyzLch1OXT54W0G49RtQBbw2Ru/UtoLPM
/2VZaWd5yC2jSxO2dj4eI8np/uInMPQOM2Wu2fmhHl35daW0PKAp/KP7noys9QTyIPbRDEFvxCbl
qPuq77OL0Q2GeIdwSatejpni+NcoE7v3ipkGTuw51dBDDxCiGpVdUNlN9CMmHXkEyuu3466vOH35
Do5GUO3TpEnVvQrUftz7SRGbezt3TGVHZyPIrV0teOy8DKE3B/8ciNETko3A5nsPMmOoflWzwLdf
7ElXAAqNep4eGiTTetWDdRUl9zPV7b+hzOr4gfLztFcyLXIAozjypUoS7VvRyk67ZPnVcV/aQ/TY
cH7kBfRpPnIECrtU9r45iZOuRhFsIiuHmlkMUn/0az00vcBvwz1vp16ewjqbxqcMWKv2tUZ+cHwq
3FrnM2liSG6HOEDJGPPH4UG2YAJ2Qm36PWZgKKs3XZJdyFzkwX7sC8k+9sPAxArd8SPhJb2ZJT8y
ZfR/G0rR6F/DRgPsFka9GhytukgvzF4ZxQOA3jG8qXvHpXBUdHn44Ot1GolTn+Bge+lW7P7Wq0J4
7OWeAlCcHiajz8aHSRvMV4N/ib2DMSGu5emhxovruRFaiKdM8s5dyFILfOswGlVt7KII9aEne6J8
9rP3fUMhOoe/PlwHqIEYV8EUOPYx02L9plLsur8YC0y0vwRuaevXk6+kGrinqOjQlQ9icDeTM7gH
kbci+UMDrXOv+X+ZRKugh4uDapf2qbVGmRQAF4MBUXCphNMun7EPnh7XdfG704DQHOoa3qLq0w54
6YoirPdBOjXyXmn16j9DK1GxzUB7jlgFCiPfuUUQXrdQZsYvFRBfVM8SXpdD0mjKJUUNheiv6wii
vbZ0XUTFRzVrj+psQjjsrD4NHoFgJP9H2Zn1Rmp0YfgXIbEvt9CL3W173PbsN2hW9q2AKuDXfw/5
bmJ6NK0oiRQlSqChqDrnPe/SPOaqGj90dWBqvynCrBqSXNy0JxTZyginXDd+JnqaazdQmKsjnxYe
A9mVDsvZD3Po7ZGf21Cdta7XT3i5leXRWGJkHIXHbG7Ci7w3jGgYhabdqDS29IN/MDuinygIcGUC
jbXeXjaZSQlIp9Y5FdSL9cUXiwjmCGRE/LDMNHWfHCHRdxQZqQF7DTOyCVvXit3MnjRneQ6mgU/G
x/7ttzPPCxrnppbDGMbOanK3aHH/XcF+L1Q4KHzbia43/AeGup25q+Q4yuLy98rJ3LZITN3W2Qq4
A7upc2UtaNOSFRMD9pNv9AlpyFYzlvfmaARih0F/Qd3c9Nm3sm78D3btdPC/Kq/1nn17tmgFJsYf
D1qdZPra2xh2FzYkZ8UvdFk5aalJYlohpXtl7TXiV41PfTHkJ7tpDee1tvG3853BGEIjCwh0d9ux
uhWU888E8d+VMNb0sMoABJgS24z9Nh1gMIDwxoklT4pYk/ZQ1rr+OLq00u0g6nf5rBfBfoCklIVB
MsUYA+r9FzHXjbWb63Q4af78xWa484tAG6SVeFLID/Yof/pw3m+FNl8VDtyqwfRulTFCttgOQ20m
rsLrZ3VCaTW3CI/bPm/CJG8hOYUTC6qPcIbRnzxdTc1hlUSW939fDNefFKU6GDFl6QoJbNtle0wZ
hsaufhoYN35gijVAmZYYOYw5R86UVNSuf7+ise1UmI1C/OMFoeWBi7f9nPipQ+trtXuC6JHr0C/a
BqajpLs4e62V+0/kqlV6hK7AP2kmWMgcitn0lsgYvSI2Q+z+Au+CZHupQoRHpcT/yPVz4qYcPLwm
NWZmRAVbPrn8XfskSoZUN37DFodeNRBwF1dADV0Jnc/bHQEbUK9A/+efkt5X9y0F0TsGDMGD6JCl
jkLh507Y5y0k5fqqoLDsfyCnqEqgCLy9amCNyO9H8N8WaYRzFLkI1F2jPOk/J+Vcpu+LwBr8B9/I
zFvTZnPFM958VLRaq4MvP4PR5xVoiw5KAxxqq3Nf6MGDr3xsTAZSTJNLxlz0Wes61YZ5Z+HeZPSt
Y75Li653DnYyx3WI4YIu73h52dOc51LU4dwJpzxOlVl+nhKT4EYrb7U8or+pf/f8RuvQFnEb3BCw
Xa08NN2Mk1eRMn38FRSa9H06mnqtnTx3PMwBRHLlDPMvzhLnmbMw2c9GOiIgdpxfs7PEN/C9f3Q4
b5/haoG+Di5W5yIe5dv3Z8qsrZdpKc5ysTpjlwaJeiiHzgWuofSocOcvCkIh0dR2rx54acfJ7/TP
plycKYrbosJFFZ1tsjc9Ctw4kksVV999NBaPsxf7zaFYaDmjBuMJhDEp5DTEnOzRYg7t0TeHZ0Xq
3MMMLXMKJ9uONWIoW5ggYb3O121Hs+lEp9kl3WIw3GGfdVaanBlZBeYZFr7yw7kvWg3tLa1yjrxI
uX7Ecg1QYTuo5snRwwdbP97YL66XHq+N17UOvjEI23LVa7UEIGN6flZuMi2hhQb5ZPSLegJCb47g
APk5YDge6kbys51840QQ6PDt7zexXTmrtApBCZ8d0Mb6x9tXFzRtlsTuKM+1YBR0X8bUIiHfuJGf
GOoBblpW7uo72xDKOmhOo2dnOyMx+fCfb4PjGggPwjR03i1peloWZfhlOpwLD1L4XrneFI2tbkyR
Y6aVEaZ+NuydpNAe5VSVIe7EzY1FbG43IZ4ENioUmQyKIT1u530iSMHksrQ7q3hJ/GM6BMMS9tIX
/v0yjDBcocLL7oEWS3y3O0jW+8q1m6dimEaBJZ/svFNXkiUZtRIq7GEUmRQ7gUSwGKDtmjPsXKmP
+YH47v6hWfR6Ip4CyuNJqsY/13YcT6Hmle2pDxKhaI4g07sHPCO1Y6zh7XpjWLVFyvm5CEJWO0wO
12tzb0Xc4JIgBjtrvvtj0n1N7vK0+JR2Q2vfqG6v5lTrtThLOJB5v6ui7+0iy/PBLzP6uzNRNz8m
EmPtMC6rzNnj0p4d2xFwNMyE5TUHUQ/VBxVj7rBk1fgFSE7C4L/97W2rg/Wjo/BFSwXthBJls2PN
IJpKzLk4a+SLZNEwIBip66IbIt0Bw4zMPluCG2frFZrCReGeYjQDS2cNXd08hlbhN1onsjmjXxie
5tTRE6gPfVveIUwI/HCICyPZCafvlrAeh/YHmYSTfzBypCyR3/NmToyl9F2G8iGL2txNP6L4aOa7
aTG0fNfOpnUvnXi8FXJxRVvixrHIYSDALsVAavtpDDVj71Q14ux5vLZ3fcNx9pilYKKGMTfluSsM
50lfhBMfNROT13coxIo+Gi23mA5TXWTep79vF39YUTiDUaxgubLG1W3fnyn02S/gALBfWO15ciXE
Qey8nw2jeTd2fvqsUKw8U9ia98JxujzU28lqV/7m9CkR6PdvvNstRZ/BPU0UbGlGgx4b6ta7nqPC
1aduGM8Zz5GO1ylb6w4PxF7eqWIwZWg3XSWzc69rifY6u1XZvutsfdkVczmUn/EwVNXnABDrXZYG
WrKvUWyd6dpND9xbGONPuzbVdPDcpYyPOaOZIVzcxMt2dVHkJJ5hpk49YtWZcp7IHy3UxfEcCiow
i+Gzhs5Ky0mjqcwmkpJjGFDOnvwnxGJdcmNj+cOnBcma2vv/VOTt1H1Kq1ipsbTOPUAyeM/iqtAz
6uVodwz8F5059I2Hv5Vi8/AtdhWe/JoNfU2FbEZZGrGmD2cL0a6IVOvVU2QNVabvWNdVW4fCVmb/
YqAbIDy8AWbdaWBGkG6K0nJuLM7rB2ChkOYUYzBNX709UpVnx4neuuLs9J6b3ZcLU7CdntjS/Y46
PWt3fVPZ2v3fv4jNds5WxmQV210omuweV1IcsoZrXqi3UvWNpd4vJcamyFCD8WRVZf777xfb9Nnr
vrkapaDmW3d12Gxv9/NidqXTFou9X4ZFgOYxrWBSqFk38Ofr38TLxJoBwt5qkLA9NtrAmbyYtIh9
hs2EepQGZvyf1AjV6262/Ti+AYds++t16kLLg0xxba6va6FZJwktdnIX/R7KE5T0+OkXNG1j7NN+
sS2ro9ISmdxXBqWRiHBzHeUuGOPyu7YauO+ZvaRFGCvetdxXNiLWbidqQqYjabdErmIv0bV56Eut
MY1b1eR6ZP2rCOfu15ERpwpmtbjBbVu3WYIqe/biXvrAxWGB6jUH3rODCoFr+rg0bvVVG5HiLHHu
u3cIJcuXqm3V59Y28/5GMbWppdZ74RbwbET1CU6x7YTHWXfqprbTlzrxeiNM7MSN0nIyviqReq/p
NHnggEF5g6Cx+fC46upsBQWb84Bolu1V63zg6FZSXnxVxz/jMa3ex5q/LN+1msycXSltNd/QhG2P
xv9fc6XOs+14xOltCom6gvACaK5fZlgJwX07QZE+t3ZT+1VYx6Xpg8dXhXuM+6RqyGqa3LL9orE/
L7s5UIkgYGHQ5S0PlU1Vv94VjwCaK06dfyin28WOy0n200Uvlv3glbMbsTjulZnbTjSRqHMi9WRw
Vly6tu5SuEniVs237gH/Wo7sR0gZVjcFzkS6m+1yLDwsJIs5Ni51ZyRZaLYyc4+i1RbtMxEX+vMy
1KreZ0IKGfXp3KcfYjga1alGJKAXJystGiOE8+1Uu8RnO7o1Vv4HLXt7g2wUUN4Y6q4WBVvMVTSC
oC59cGECdMaSn9BBBAhqq44swFCleqU92GLGNBn0O2Doa4yLZ0S5oAS46L4K5EEwn2cUBL/J5tCp
rbJ+NWsr6c8xMSb3S8M5+FtA1EDp3GkA8nDqENseqjxRcShGYi1A4erYjKfIsMXwWk2kZzFdn9vM
35VtiyHvzkw0486oZkcdJmMOqndxULfFQQsSbKvH1pfzxe+EC0ahYe+wF5JCbZ+XiaOdmjhzRITa
T713JLLIfSnJPDGjtJrz4YnBuWlf2sJMGAuXWq7Ivumn2UFw3wFJuWncjnfmRBiihrpYe+Guys9A
QYzbFS+UrBLCcyhu9GKuTmM3PUGit6vnuKmRot464Dd7G4tp5cuvqY2rGO3Kdr3VGvhq9mBcVKfk
Q43DJTDAPGP2nBOkF2EGvQbbYZWsyK8c4505qY5hd7oOusiAfv/3429bb3A7uBwyEcW6GLiZBf72
/EvbkudCeMtLq7w02PWdzAMgTlicESKQInKHuLTeZ9LwokVvsxdFzfipDPJbkXcblJX7gABHD2Ou
7EZsBdZt+F++RRqzPIGpwPgyerx18kTN0Cir+aGSszjqdpd9y3Xya8rB1T7+/RFsNniuTKOOi8G6
0YC1b102ytZk9lehBveNeMoPpSPT+SHLRW7voLbNO1AWaYRN2wS3NpZNUcCVHQM2GenCdADopTYb
7pSLqQyMpiKpAaOfJKqztkhOixAzkTOGcP+j4816PYvMUtSmq2iAouftMy6NThPN3OYvcmQe32Y5
qK2myMELp6w9ABkwaf77s/3Hau7tzgSLA0SGTotK8orWqVxhjvDU7UuRLdAcaq2xOD7x4pVonEn0
RQrjlAf88oFkhs7GcCSM4zQYPi0GjdlD63cQE5IB38bTaJdW/sSh6D6LODaXV+4cFhXTjWpJQ62Z
reDnjMsyVI1inlD9G3E1W4TeZmJyxhtMmuvl6kAERK9N14ZZ0ZbYUvl6T9q25VzKxedWwxFPE4vw
HgaLSJcyFw1yPFfyyao4QNNdnxXZLfO7P3y6eAIwmYDXgOIF7/i3r9PtqyV3pyx7qSedTQRXjOJd
jyLk3q66+NWSun3nWHN25w6Ld8Fwpd9rQ6b9x1qNRYVtwypzgnsJ6rytVPBQWomydfPSe0ldE+w0
FdOeQb4dCiK+vB3RuL7/NHfqY51o+ZGJAT5kKQXGo4CifYPovimb/n8zGFjwMIBnrkQiZUXjapdL
++LpenppDC/9NcT1cufC5nun9wCIN7bz63XgsrhxDCCkHMu1LU+6xasYP0WjfVGiKb/2A0qoasYI
EJ/P9lyABU5RlcQNkK023ti6r/etVVJGvUApvOYabXZMWMhtVk5d82KNff4kR0vfkRwyfpuoq8O5
dKjH8iF/+fsH/X9ftbdfNOar9P3rdHcVWW0uq3PNXgR9+aLW8ScjIKsrV2Rk1o0SsHMlEjd+SalO
hKSO8X1g18vrxBcowmEOrDzdZdqUqwelSUZ1AC0qvpCblky/J9iBc/5rRv2rHmcIX/AD8kqlxyEx
A1LAAxWXD1M7pl3op4U5h247TSkzemGYF1HU4tyohMi7sucQ3Q+S4Wfl5+YcVbo+ISGGNgPJMzPw
TzG9WIrHGO5lcWAG0sgDQKWW52HcFWP/3rec5tm15uVrzEOOL07Tde5xgkJV7xExLAGCHz3vj72X
2V20DC6JrKk76t6PZUAbRVCw0cYn/C1KzvZBKP5bK83d59hPqoc6h85wnKvA6aPG1Ngfw4UHNpzE
0PUk7DKCGHeeRIIdVb3pwrdhGNy9og3J++c69ofqrCYntyIUHz4chcaRsVFHaV1lcCymaioOnpj8
FzRQXhN6aSw+FVCFALhwDJm+OG7lfF1BFB8m59g/Q2Sr3eOYySqHPCBSzD2UVAJmuK7u/KrW1Edl
z+KuyKYceqJrCe1BKTq00G/VnO7dnD2PKrOWkKOiwOjt/KdQcBV2siD7kt177uzuq68Sj42bPX95
RkOgGffwbJ0ef6nAS/Y9DY0VMeawlu6OVCH9MScrOe8Oi8LzfCdwMPKjxZupQqamtYYvwjVU8+DZ
5MgYDfzaXyg5/edaVeqj2cyTH5rQguodvmRtsDMrqES6LM1yt5RJcAfLjwlGpFfM9qMgTWECIcb0
T2mXxfPRUX7ztQmawQyVv+SfwGnKAOeZlRznllbdRXhzmGI+QoTV888NXhbBsV3adiaqp4OqKhq/
D9DDOWkciVmpfNw7tgjK+9maSqLqjFp+78oqKXYkezftvLdb6X/oQXKshzGpRg/RZqp1YZMO0qvu
ujI3cc53bXk2vMqzX4fZsGDgzEjZs51dBe78joVQVt96ky7lKZ7MRt1rTrBgEq9peXv0Rm2oYPKq
ojqDYA7Oe8dOEvmwdLrThxK/zR/LMhN5N6k20M/KxLqtgAGRdZzGKdFsexKf2mPlKdt4r8FRW5KD
S9jFPTTCejAPa09CQ1R5+odJa32m9Ybbsun1sdMcch+eVPVUNZUiFMdJmYlE5NT0F2k3eflsLuPs
hGNRafENScmmcWQz/j/UsqZqsxC2FIMiH5RVTW35ajupOvSazq7IF4A2sOyiWsjirtYK650Ff+uk
ZblxC4IxOX7fbJSczavwlxManJQh+tvjGV83A26n0F84ENQa+FgGDVujdH5NgcwuwAl22C24nxzz
zq3fj21aliEmG94HxrEVc5bK+c+VLkQGDio819Y5wfaoRkwA28zNhhfIdeYOoq2/z9tUf5j1JiXy
bixOLbPRG8fU1QnJNgTtEuEVBSAk4M1jYAgGSwzFJgmUDHSrqsze+7nf/Ai8nmFYww5nnJmYxe/q
AQvd/1qmrWsAtzXMiDkjrzp3JCF4n/oyf628vFx2Qe90dxoMxaPRSv3OC7IGV1agI1h+tdfdKH7X
X7ZZAD6G9DSSIOkWzgtvF0DJLLjTSkSneZGVLxak+jvdt5YYzrHt3OWFjB/kgq3M30/oqxIIYS7b
FwLdNbOBuuDtVRdYzjEIrf3SYfnin2dpVQ9xV8F0brqguFOwKH/8/YpXbQzAMwUUsAMZTaA0mzo0
1VhI45TML+OkVe/7TmtevMzIyZfkkPr7pa4fKQ0alTduuqQp4IDw9sclZGjiwxUkr23aik+NMr+o
zHfPNdOMKhzjsdi7pHjfAMauV/AqzoK4qzsIVmBlvr2oYEABBauLya+1kjOljx/pRtewW8bOk9t5
3rmr2T0xSZvlDRjw+tFyZeSoTB35bIGQ3156MadmKsoxfW1AKO4QAkHUNFZvqligoLpRyzJo4H/3
dsWC/pFoss6umaJv107D108pknkvtBaduDDVxwut6YltVmgAK7v/pXvIyd8vBBfgWZ8YFeAbJ1lO
auk4QcNljRhp2A+DUR9cs9V++l1XZIc+y6pn2J9VfLAgKYiQCNQM9ilYS3rCxL+3yhDAZPDDnvTa
njFyGnckSTgyE5GNZuBeKaMZnznUjPGHkflB+VQ4fqdTrBS2Mb0b1rFsOGhIMO9GQr0zGAhe97Gt
supDR+B4CUUrc1fAWCbLPhn17ofB/lvsGjcXSTTnvSVDl9bxqRcjsgvOJx2mS1qLX35vz1U4j307
PDpDr33JIeCOT7Dz+o+paLTPeHP3P8rFsPI9uqDl2XWq2I4SmTrDg26Nzos9VcsP2KzUcJWojbCQ
c+BGSFCaMsxMMx7Dck7SR2WZGWp9vZzzE773zcuI89VwX5My7+xIIBujNsigWyVzI+uQtDUyu+zA
V9Vex5UsufPmWY8IKZu6j91kaMFxTPr2t8r9gq+iRER5LH1dpa81BbD2S5i4Mz/DLs53tIxk0DpB
3ujnGIDlIcmtEoumRRt+8xe8ahpI9SNwpbKILcctNASukR80NXfmp0a09Un0jMtPSIgsf5+peMx3
c2qMXyyAhmaPvgi1OjBWL+HiQjwOW+jANMX8czKTR+HAYTWLpnGfZrKbGXDqTHuefYqO6eDreN49
EFJrZh+cPq+6XUzRNJFBk1jl3YStF6V3ukY8OHbj3ImmrgzI33Dqw7EZc2zbsqoaH7uZFiQiv9GQ
Hz2nK+ITVkbSlPvFjDNM8ilbgvYrJs9Shk6X1B9H5FXFbk7keJSzn1qvU7PO+i2zFPAeaCfTkB5z
tsIUg901ry1eJgKBG/+zy1no/ugE9M0d1hfDhy6xgzwasG7Nz47h1s1uHozZfqh81Gn3kMSzb2Ni
Ec7aJJlGRSytUTYYPar8R0JV8CmBU/a1KutKhJre1qho0Bs/5VniPw4CFcK+i1XsfQYEbvA/G9zZ
IyC5RT/lsf5JgZ6DOUPbNDo/2fyH/jI6anoaNZiLOyiwQOcjm9sYVu7AbCgjf+FziShLfy6GxY3n
0Mtc98WPgb4hQlU0bkIG+h0VBLsIpXWhujHMh5SQ+r7IuoyUa2si0pgUX+9DIyc7wJnRw6A/5FZx
Otu5FYOUyEm12jpMUpVNGPewdu7ajMXGd1NU097zeu4I4oLlPOapGD6LWo0/VkbWz9JgcUeKVzs9
9DLov9YYNGUPdSzzhgivusWVYMay0s7yybsv+sqp7vUp1iQQUZ19dsa6r37Gwh9sKuvRdCNzJLum
Q2sZ3xXtGNQhTqpNuVPtzEjaSJmOkcGNzIYeQVX2Bap460aFJdTwI+5nWZzk0CXLaz46pXFXdzOO
Skx1tOLYFVPlhObQQvNnPULO9zkt7jBfmhiyNaLAwiGVBSY7WdZGOvRtuYPXY03sDV6S7nTpx/a9
lo55cvI8wjF4gmY+h35emTGNcJkZuyEW9pO3TN6c7/LGybIDGJpLv22X7Wc7MIiIGp0YxWMIWd1a
MHyyrXmv5WZ6qCkgnA+DFY/jo4zpSqPK8GsB4c8dm9BOTPejijsUSrEtxOPIUx2dXTdDSz9bbWos
B1NS64e2ZuTVYXKcdp/3JmB6gV3hEEHAzt2XwIXBUMLWT203mroCPyQDb0fSI5sZXr1sze7ootD8
VcyZ+rXkbf3BMox+vJMBL+gpHmZvgt+vLz1WLoSVoXp0+m+thH35hC7Dk9RSojSj2Wqt9DQPOsaz
dNzl5O1QJzXmUUPd5F/SdhK/GxXkWuiVjfZLQ0YuYdgTf7zvrNi75cxyDc2BpiM1YoxGuQ1AtinC
vIYMVPQi8avTYCRKb+4O3HvARC0cNS1pDqrJ3A/4HHvvbXCDNDQt1bzToIHcUnpv6SVsNtwKVFhq
M0qzK4TKc9BldLmMX+16VMj57frJx+Ud+WQNbdgo6+xgGrW2U4kefynNuIwyQ1hf03lEguJjH36j
yvjDDTmuyXMhMe2fGeemnJotGmxf2dl7A0nng06T+WUsMUmKMgduN6YefbbrGPEC45rLfEoSgzOq
CJb4k2O2+vdBtre8Za6rSvS2sJhWa3Y6le3bsi3upkxm64WhdPLQp07e7nTbr58nZ+5fJJQ1tK/N
qG48ietKncuCaeDogvnVlSvHIrB27RNlvRDeSu20pOmBPd1/KsqlenLd5vW/1s5syGvMBjAtnjVb
yBryI2HjZm+9wJLrv05z7oTENYzRBKtkjkan7u+6Ti9vILLXxfMaQUN/APUBgHTLt2pa+Cy5TMtX
Z6QfCJOgw1OiqeQ71JsD2uq51cJBuAWqst6/ZeZyDQGgooBvgY/gSvXa0leyijXuVNJ/GVWLxgaO
IwReM8giYTlpvxtxGL3rF5D7qEWn8kkpDH9vvOQ/3ALOBxgG0JVhtrBFAZhciwnr//p1mAotnFWB
AZ8iCd4Lky5omdQudZjoyvtcB1og0Zc78obY/nqZwY1ETEJQIbfBy3/bQ9B/67LovP4VqwHryDxP
DaHbG/bJTvL6pTdF/eHvC20rHgB54Yruivp4f3KX8Np2gNEnu1c/SdPpvle1f592mNzvCgyDhjJ0
2t79nRRB9g7ETNNQB1OLYCQuGEGPMHP3GG4UTlRmnKN7p7OrX4YnSLlJVdwOkUMqt37MM6EevDmr
gv/cY6Kp+oeRh78fXoLbHtP1oDEaqXitICW0VOtjsJ9Kww81V5fa3nZTuWO7EOV/Xim06wTXMoxc
3dy3FOpA6BoPbmhfLQS/NDaBaKrjMProW5ZpSKk3h0GZUSZn9VmRe6zwyS+SW+EK16sF4ADYgFQj
8KkreL8DzS1VYzSvC1Kt73gup9AzU4VyNG20CMWjfv/31XJ1QdxldBhKUCs4D1AvvF2end7nGtRw
89UY7eyxU6gdVWY7J/Ds7oTS5FaowtUHSVwMjfSKBrHzEiH39npFHASdMNISIFMXU9h7mv9t6Ev1
1U4X54G96vPs9NYdWnL9vsga51a20vb3kpLIFryKa9bLX4l5ApJpnHIsxUXrsjY9obcQ5bPX1n5/
5wQmhqpei8n9jT1ge8JxUR4zKKhFSBb74Prv/zVdr5M6q/LS958L7B9+DgNd87Hnn5pHU+cI2rtT
JcaDpapO3Dh1tvs/3OvVdAlhHsZT1yY6+iggbmkM4yBzBN/joXIf22Yx7H1uBirYO0uufSnxH7Cj
3u3n9Mbi2nKacOJDA8SoZM3rMHFh2vxweGsC/2EnuTR1N32bTA2daL1UbWT1ZfEFidBwDOxEuwQN
JqwTLhQf2lEuoU8Bfgu7uioKV7Y08CsWTqvjztXGonWYucNyKC9Glc2n1cptTxeV38VYHp0tIxFu
OAZBgnEylcEx9pfioxRLbN39/YP7w31QfVJzrBaYKKO2B0KeGdaogEYvs9TrezHP1ZMtJiJlR4g6
P/DVNr559tS/WrWv/QKgTBDDOjfOiOtl4eJ8iws4hSDg3NY/KyiQoOeldC6E8MRN5NZj3kDat/UP
Qh/smRDEsR4jGw2NGxJdQlL53x/C9QexspsB81b/Qgggm11nxHsznzp9uuANUV0KY6oOizcGkRnX
zbG0lHbPI7p1sqz/03/DayuHzPCIgWaXY+PZliOx5lhrfMN46YdlDEI3rkkGV6Wj3YPs3Iolv9pn
8LAjvY0PHm7PNbEnY/gmusowLr5ejhj4U6KFa1LN72zS40MC6ffGubndWDkzoSrS83A1Gzh4c272
1dSrHN3oxV6W4G6SS/3oplM2PzG9lPes4+IjAyFnD4br8YUtZerfeKl/+skUH6sXI3aRWP683eXs
ZjZIm+z0y4IpU3wA85LzUzJixx3XmWHcl7AQyhtTpquFzK+GsMS2ypFyzR/O2Huqvpj1C4nvGbYh
w9LfAa2MdqT70iMMOi6qzyCCcRXZTZz+/Psy/sMzZ39dk2Kp7ckl2fxid+j4ZmphXTjTGrI1rVR8
auHjHIoBC5w7Tq/8WKegVFDZvShGgXVjg71a0mQmrLzM1baXMn9b3jNsaHVy2s3Lwrht2NlZq9n3
hYGnmAjiJLuxxLbSBM7tlTLFJU3+XMlib99wn9YYI5FxeqlzPOl2XScd+O9DY6sH5ldDcxz7AiuK
Kk4HC6meCzmxcYpJ+85M1rJArKUk8q+GYZZkQYZpaiDL0gqlTeK7jDq77avz0M966+Fh6aQHJkO5
EzW5Q5PWeqMftmaf7pEbY7USLi68zjKiWIOTKvsUSDxrW4kxxORnzm5y1p5jCOzhXSanfLgxGvgH
+3+zm/As6OLgIqwFDc3V5lnIbGiYJrmXcp6AnGRzybFHIswhxjWqGWO6iTQrvfOYtc2+nwZ1tFu3
/jb66fwZZxN5hEGp37qpjQ5wfUErW5ePELb7+o7e3hQ5JdJJsVS5GDVg9zHTEhE84IpfjUZU+rV2
5IG3oIzYIgT7djAr7ZhwQmQvudHWt6wIrjZ5bobTFgLaWmHCtHt7M1BIUrFMzXIhTzItMe9I4102
T7OMPKMlb2BFx/Iitm5M4P50WWS4XJqih4A06+1l0TF5mJE0xsXDBcS511xBPmjZpKDWXUcw60MP
u+CABmq4Maj6w8cIjEA5zYkG426rZZgEAkPoMfoFTkfx2xX+skuFZkpm8IHe3fiVW5Hh+qrX0n11
+INBilz37c/ksKuDZZH6JUY58SVhsDxGI3ryGqCvTHdwj5b8DIld7dKx9cx9lygGFkadi3sDpu2D
L7xZPmPe4n6WZmGZYactrhdOidB3wh3yea9aphGvIzTlNMI6JfN2GO10dxlSW3KCi7YOdrbKSiQU
Qq4McHLvshAfyaC6Jcv5wy4foENYPWEZ6V+R3IzcQtAuJ+vS5kGyZ7LrRq7VYUUFJ5rYYBRLdbgw
4f2t1al9q177w2uFDwuAwUNeS8jNg7ahnxR9H5sXTH6zHtQ0KGJMTf1FivsZurD12stcHTFatDBR
0Jz6MaCHK/GJc/Rzki7+vE+cgYCNVMME5zHH4+0dYUG+eWNF/OH4XVULMB6Y0UJ7WA+rfzUZRoIc
G99O4yJmT/9o1nFOLkU/jVGFyUS9E77IbjQXW3rpqpbiuMfayWc2i0JgU96beZF0ymqHc63wsHxM
4p6BxSJzXPlRjWTxc1vYoM2e41VVFJeL+6NF0KUeMA5OnwJtwfqKnPLuY82SKcJglOlhdPJSP+lT
UGpHqjgI4A0sc3VurVJ+zU2Rl/ts1rRDPBdWfaNN27Yr//weKrFVaoB0h+7w7SMs8rJZTLjyqEvL
on8/BJ3xLi/djvEZo788LOJ8yU6g+/KdqPuxvlhAAmOIiWmefkR1Xt8Qv2zqC/hHHtaniL9W/4sV
tH17P3RGQdoxgn4oeMqiQDe8FEukF0Zv4ZnGgFYP2e2aj2bm1mqnZtSUYa4tlXWjyrqyNuBGVkTd
ptiBq36VSNA7Ilgmx80f8tieujEiG61XnxsHhlnE8K/A7XD2BDOdrIc6ENa9dL3dUhvDw2wn43BW
vhicFP4WVkEGB31DVRxqY2AII2qsSvd/2f+j7Lx620baNvyLCLCXU1Jdih3JdtoJYWez7H04LL/+
u5jv5LVkWFgsECyQACOSM/O0uyTRiKYXYM2TU7dTjlhNVJWBHQJAv5O1XQUIdTnLJOWYEDggNSBo
vX+rMTJ1g4hC/UTLs+++q5WW7BmWD9qKrlmd9gG0jdDazC3EkpfPE0b76ib7u/ZihoOfHCeHEPV+
bVV6SFD2uOMhXmeOsA4Ay4WIiSWQ51E+LIbiOa1xpOe3ICpm+UaX5TIJ8nBou85vMl2MoB/SELlY
YUc/IIXD/O1k5FqbBIwjOZYlsmPRqyAQdZT+QNkB2VfpeeaFcgSM2/zU3b66gEhDXiErPNGesCZS
lzGgPhWhb7YZw9ZEFJ0f9+PYBJpXGo9idFGNzvt0ik6oFrUHN0Ysbo2SZCQCQwKIY2bILvxRdP1U
borcHb+gikkxJzLZRJtI0+rxBQZK8k1I8IIrgeDfb8UBf3WqOjOGDdNV7m83KdA8KYpW/lOEDJV8
auiOChTSQ7GtcNAbt7aj1Edc5BH7FIVOGyWDa71DhQ3ahhOmoDB9FPwS91TTSIQe2zFxwEzXmrwj
gx+l2Q6No+2z2qsSHtCU0/rzL3z7gY2FvkVvculemtcN514bpyYSnnd0AEP+qV3H2tpzgsCZZoZf
VYXa1JcMPOh2xKV357q4NvNjd+G6wIyS62ux+bqucD1nimZEeN3jQMXD1SnSAZRrZ6flmxPjmvhC
iMsddKc87ZXei5W8dBCK7TfLHRKk+9HakYGt6NorIh9CtH6pOdOjAXRUagctzab0hZ4auA9MAXPZ
j0Fs1co3XuuMIo8VFtFD2GD7t0Ju0O2G1QyFaANCN/O+RVrsPbohPoOBaNiWLdU3KjYkR171gLZo
hcXw2DZvozaCQ7hXtugcqv9J1ZdDB4+Y9hetCmYg192OQp0stImV+KS3tUj3g0jLWkMLA5Vt3+vq
dI/LXJgcvKavPHC1aRXrRdC2zrgZ8D2AaS2z8ETSJ/R15Yoq7RC81NXvVtJ4jxbTFRTITT0H34I/
WpQ9oIo9PTc18jfr1jPzjWcQPQ6ZbWdP2Zxo5ZajqEK6tux2zlZjl42TPyop+pGBloQ6kOrOzP/m
U44rmMJ5Kfq3n+9S+/aVIPe9oOJQbACfec33ma3U0u1atY5jXxcV3G8kAb0HzWr6NXCZBlMwugZb
q0jLbBtbSvHDVDjwzKVdq5lrdJdA3f5p2thODio96sQvhUIr0WsbcLspDbZy40An11daTZsnDYo2
VfvL2LqNUNYV0wXCaAnLCzJckRMxLDc1my0w3ahYwXnz7F9WQdPgSWtGt/riZknUrZwu7djUljuh
UjmmiblvDfiYT4xfS+NrhsGuPAmM/oCQxONcB4OWTNbaBOVBoVHUugbYxZ3LbYvj3PCEWiQ7zXSk
c24LiPUPnpOllxIcItCH0Z7aGqGEugm/V9hZRty6dC+mNRqGZvrDDg1UHjo+k/ICbYb2oSjHFDnj
BnhzaIL8QSfLm5DrK5W6/TdJMhdFv5py7Nvn39G4KviWE0+JA/mDPAHPxuukL8lVC9WQXjvm9TK1
sLPWfSXnivLfc6eX+W/NTUt8HLVwXqOKPCXrKV6IpNLhTlj1jhZHrd+GU6d/IYnPtMf2L3MjbYXx
EqFCv0iwFcjF/aoSSzpPUZwRLyx1aAxC0xzLHzUW1PHvJpbtulxUG7y113SmF3giJYS50Tw+ebTB
EuDMwBTqmPzpTtr7wYXLb6LLxswEMYzruQ1Qfzd3C2862uAtO1D/Xv/VUEyj/8I1pKtHs5WgWz3Z
J92XVKhzMtz5AbfphOFoy8iKlu5i4nxVc4MiGOn/Se3Y2zTzv2RCjb60Zi9koOWhSrsixR/0iJrw
3G4+//pLsvD+XiOLWNqni84WVPqrZCLOK3ZHX6UndBqHDAq9Up5HPcevTbVq505w0a7qC7Ya7Hlg
04s6gIU609VzCkttDQGB/ahFhWzJ510M23dhniEATEgrqx99Y4DNGYyhzgIUlBTrW95xkLJN3k/d
cGymdNy6uFuZvjpHqTyXdZnrezbqUOTo2pYiuvOCbj8Nxjx0xRBTW6Yg1z9Z1TI3jROpHGFZutoW
ET+18J0ZA6RLBcOPyGjJb1oPQuDOwh+8K5AfGEJTjC3z56svUwyMxPV+jk9I5tXDioltvzNVUDhb
xC7mnchG7fvne+E2RWe2sdiYYhmG5NrNIA94Gs6I1CGnpkrM/h9PDvovbFtcuc09HU/RLJ016vgm
LHXHB2jhBEgvogKNnklqgQ6zSxRFY4sSwx/IUqJDliXatJ2jygJZN3il/T1J5/ZlUuohebAwvXZ2
PQB7484++2BTk8As2ot4hQDIvqrBOOrVqIg0Oblx2o9gXWnmvKh9hKQ3YK7RkvcgArcXCIoQlLBo
HcDGZTDzPiUH9tU3cZqkJ5F6lbnhMw3mSpI8h1/Jo93k0VVDrQZV28VvPcZL3fnzL/fBXkHzDBqq
uUgI3fTsqK2cFEkI79j0ZXoYw6ULQyxSzz0TrS96Hs7yTvTXzJuLY2mZM3qiyP1gEsIkOK8LNXKo
czUHOaqRWdAZClLbHRW1apsfeSSSLsjGFphwjJAdU//Sit2vWjQVP+1Ii0LErSUy3E8QhNGD1dWp
sO9BlT7Y0tbiOEURDHQCDsFVR0NVBqf27DY6NV7IDMmfFJnNv+Ug+gdlomr22yKBXJgtcI4sj+tH
GKOgS8pGhNpjXNaijDbgyRVxsgUzd9/Wi1h58MrcBoIyQRPaKaNhvSmhprTJqucblJvIKWR0p69w
ew1hqLxUfWzexfX36jYo+6aeO9Blp2rUtEMapYAXpJrEyi6Jc9DtvmKQSqxhoZX1PcL7B2uDNqLU
RdQPs+EbGg7yxUulGJ1cTlOxUryOCsSNZxz3ANQO27mz3VWGslF2Z5N9sDBofVZm7PsBEQLdRUqe
CB8FAAF9RqmAG0Ar44qfoLQAAYsiPTmOeS+z/aAGYqxIDcQQii74jfelExekhjKcjwsU23GCNpV2
u5lQ0Mz9KnflH3Ws09CXyJB7h9B05y+tKEuxDrvBVAChm0j0DknqHtN0cteS1MlZmj1auJk9ZL6h
4XsFItIqSo/fwyxDYKvriqn7QjaoubuQInU6xt6U2kc5WVK85hMi9g+Kg6bUZW7M7FWODbW00gwo
mVgh+szDmqEAgu2rzszCUq6QObononqNCSLFR81x0RaBeWTfNnAAqri1nnfilM5SmZIA7KcqV8Qw
d0Q5who186uF0tBjj1ylEiAdbeXnfm4kfhfMV8Ci+4MxujFq6irIsaemGqRpQ5wMhfLS5YoZnvmU
SrzvkAuqd4ssa/x1Bntp3wvp5u3dRU9skSoAVUBEu65c8KRPs2xMneOQD/VXrGPlD8sFVIyXgl3C
bXDqISKbmIXqYoElwtAm/IIw5E+tSleWQ29AgsWbniak3VvS+L4sXmcT2PFLCmpy/oalSA+aWkm8
6mfTTMbOsjMZhUgPx0tjSkQIzK09lwZkMM5FCYsBMfBu3Q2eMp4aDQr877ZR6qR9jIe461oavzIt
I3+qs4qh9iDt0jmNBkCTZ4n1xx69xNrcdAUakj7ZG88wY2PX+Wjzlq+Enp6IDJ3QDiJGab8GQ43G
fGPW+SLT9Xko+hvr3meU/y8HTMpCgneDVl0GQo5Rqh5A+SqFIwpCo10ZIiunS4MMzzdeEkkasiPe
MzVZ9ROFdemOKziScwfsneFTuS3LVPkHeDQyuf/517lL3kTHmeEWFJmreNBJsCRx6EKUzPsZgiOS
HUO8N7WE+s6bM9fZRlrVfRni3g5f9HosKG6wKUkaNJfgwT97UCSNFaJaifkqp7pNzDvv7/bOYwCv
LpMKjtutsY5waA2PaA6cpDWkB9VNodG0LalZtDcF98kWd2jccE3g82V7J2+6TSMQxwE6R5KH/uxN
HTRMYs4k4vkYYHTuvzjgAFBzcLQHUNIDNLbrxLyT5N62y2G9Owz2uOQXt4braaPupLWehnpxskZo
yMc+DxN754WDu22T8gxjaP43Q6/NR7F4erbbAbh6M3jVWUXRrt5/vjluWuUAHtmvXHGmA3nqOm10
UqcG/t7QcLZndQgyV8dEqdWV4nsUoaQcAKVD2hDfXpDGh6Ryyte00kylv/Mz7JvPQKAF8IquGRzm
2yopx/6gMJqkO0Wlm6W/mFzF5QXMoos6PUPzgwlmskLknJiICKvtWTBN8mT41kZDtklsBaMPjrqG
/otCM7xE+plGYkDcdH6G8I/LJ2gQ5UVljgrTPp/DX2EmnchvYAjnq6ou3JfEoST0G20ipDOSDp2t
VuZQStBQaRIzX6HDbw4Hq8oSWLFxOC5U7NTVFLESDHOLXdiHhQvzW7eiXzZGTHJlKplqrZm2V6j0
hDE9gVnvsPixrLIvHiIrNzxAAJ75KxxSTTmIUbe7i5KP9pKb2fBPIGq5AJ01PdkJq00YTGfgZvY9
m6rxtcEUwq9VIAFrbWagsreRQA138aihtmjlOqkdSqgOPu6CieernYGE+OtQXEe1j987JJLczlwQ
61gc5Mp3GzV5SNCx0aKu/Pkuuzngi+Yms34wJ+AXyZ7f1wo09G0LB5ropNil1r/FloSMGMJ0PuCy
pCDgFnNLLzC8e1ffTZHCwjbjzyWXQ//huq0s4ppJiAs8fpoXNGhlKfGuswe9+Rf3hqQ7JI1WO7sW
Ne8qmLgH3qyhtH/OeZPh7qSOmTf9jCyqKEa2KeNe7oakKvt9ZuOBcIhMDTdbXyCQ/RZz/99zT7zm
HHAdkv6ih0ceCAbrJpHXx4zprF6mJ0+ha7TV0slZGZMFdcZowxMdW133MSUO6f0xOd0WdJ7iwEw1
w6eJ6OCigfr6na7N7eXFb4Khq4EyXmTdr0t0iP6qaPOiOLHnxYRLjGmm4NCr1jl1EUywADcXcjEc
R4xNFzXtW+mE3k8Ye5h3KkY19N8+31rL1nkXeilBNa4wGtUA49gi77dWJBwyVagbJ9OuK/onaYG7
Sdw57l61yTQ+X0z7aDUyKHS26ZzxXa5CaU6kz7O+wqUgc+sYWeEGgyMsQtQMgCaNjYBubwKptjLz
NpbB1A+8gpWL/BsQlyJSGvlVAx5eHklMIoRkcRPwUHg26fQMvltFcxHfOQI3J8CFR7OQjkFbeXR1
rn4xIq3M6PrBOjkjonN9VjlPbi6m1tchvz4hcgQTsYDd81jK2Lkz/7xNOl3KtwW/S6OP4cgNlAXH
IaxVPOPEhnHLbK90Wv1NmGqF/c7gRniaCMeIwV6UNZB4fW0lXWqF/ji1+N84UB2h1lKJQjVl1qb6
McYhb7Fwp+pLnQ9Ze17kTKYtLNMcLSOss/SgRUf5PDRypDePyLgRB67i9XOGjEiWTE+qqpju70xr
sz9mVibYQumJzAKtMKY40JmhPycQ6EZ/QvbOWYemAycUXyLhHUt1rHS8wGTnQeuChJCAsDL1xkpX
3DCKtppUtYx+6n3VnoY0Bjbi54BFjT6I8IY4j4YGAfvObrwOmmAHQBCAYLMWeCZqXO/3PlM/utiN
Wh7GVlYWKC8xY9MzO+rWmsr+AnkYHy5rMWIiyh8nqy82UC6rnVpjb8VVLba4z2iHQbXGU9prg+Fj
Onevsry++10kwhZhfB15Iw6ptWzQ/8FXxEhJp7D52wOqEdbOzfPkn4qRwG6CQrGudbV6zLP/KI7G
zbdAiTCdoLPN///FEv/PmvQMqiHslOGQNwgmJGMtg1DVy4A27bADqYcTiuHIO7v9+m5wQVPqBBpo
UQxtQR68f9A6rSHDu02/K825eLYcxA39mBGL8DuVucedj3/z7ZfVgPToHlUdOPmr1+oIT2HIpva7
GhdHGl9lovo9Sjz1atLGmL3pocXzH/P05Qnt5XVy8wOjusatRLocmgaHmR3MN+s7WjPtvKrdKCsf
TJCCWGMpbf5cCNKrOwt/9GrpQ+OIuQDTbiaRKI94YWhp/a4SXbtyBquaN/Dvk84HPOHcK+duXi2N
6wVlDoOchjBkyPcfsrUBhZU0M/aFOcarMbPTtVcgGINR+Ftbk5h/fow/WG7ZLc7SZ6Abqy5//7+b
VTOp+GH776cq0uZnPU41YGKF+mcY27l/yCds6j9f8eZ1MmLH6XoBHBMZ0UJ/v6KXSLIGK0/2Wavl
DwBEtXYDFFH9pSQiqf5jAHKXxThTi1EyqYx79XhFVQmKyAmsCPaQBoUl5TpGZuPKDTHVBGlZr8sO
YTrfU4p7rJUPHtQk53SgD5L7wSR5/6BWMrhhAcWZfTOGdO919RBptfHFnHX5+/N3et1f4TEhHzFT
BEWgkc9ePWaOpxk5f2vvuJoGv9GrFCcMvA7Se9/uOqAvC9GGpnRcclve6ftn6gtvgO4927sWWfoc
J69minpIBwtX5itEKHMInH6250c7mepDmym1fcqxw6m/NkVL262ZtegXPjx6gkCVoqAtJgxQRSkU
NmWl26n109Vy9bUh9I1rfULuaGUPVfpcppCs1oDaPG+XuKV+RkYLtdasRO3jVLaePey8JC/iF2+a
EZHalCJEaGHN9WSGv5OosLTXmLn+wKU4VGIegkbtRf67paODUkUTWagHFKnVxAivVnR6yzIJRdD0
Rf9bR1QtOaoomOUbTIWc6HtGO6Pfd6ApVw0ufNEec0PZBIY5WQR+wrF+GiiV1qUL6jKAo+/id0hK
5r4wSNLo4JUxyg/lFJWQDBwp22cn9bLqz3/eEww4XYLf4op3Q1nRvA656SpxdxHaFeZ3qcrBOhSt
qfb3LsibILsYGqDMShwgxrLo+01Rd4bGCF51d5NDKidFP1xw1oKhHUETj0hByDXrtk3/4wxmEcik
EICvxNgANvBy/v7n6qL+jWHQw5twCpCVG2cCfrvxdLLcvEPWARlW0Va7z1/q7ZleHLMR814a5Jzs
q4PGtKkAbhIq8M7cVHyZ1IYWowmm4mEq+l+fr3V11vi1tP8B5hPsIL/dJM80oFRwFq1+5iDO0WNf
Tt1LrCv5tBrB9ghocKr2E23gONobTmd++3z1q97M39WZqxFvF9YTx/39252ENGoqH/3cL9Lm3ahZ
v53QkoFSopGpYJu5ggTsbbociECn2POdF728yP+prP4uv4wCqEIXGarrPcVTmsDgZ+Mc1Vi/yKrG
htIq9BcPlV8NVQhTzOvPH/jq0/5dkR4BTWqiIQPZq+2EYlzv4fBunkMsccYgc0z5olQphbuZNPrX
zxe7OjL/vxiVCZc2usY3yQx2eare1aV1FhPN0YfREcq/uqiRLrYNdWRfZTG5jPjv1JMlffqLNwMY
egMJ5ZWmChb29pl5TvamKGAwAhohzsFEwO4/5t5/n9FBNY36j8Y/HZD3O0hHVGPAfc0+0+QjS0xH
RTnbMlQfkdxjth1DWltVXT/eGdz9za+vt85Cx134sfDlriH9epzYrV6F5rmOZg8XBBOYctv3Th1Y
iTGuyrLo/ulUcD5qquAAO1vRGhqb/vPzL/zxzwCDuwiZLULNV/tJqZB0GhXHPEtD0VDQM7KNrQwm
KnVRqRw1EdsHO53q31OcuA9gpEL4s8k9XsV1x2T5CCA/4JVrHFMupatfYVuNqBqiOh+h65u9NqFb
tEUMJAL0EyWoyUnwYF/nbLRL6DsZkjPeMMzLhRLnO7Q1mum/3drLD0JdAG4r01VE9a67cWZrlnnW
Zua5KTJwaG0SbwSiZOvU8bKTCOv2Ts/o9lhzY6tsBYT0FuHoq10YpxCTcLoNv84NFAqMT4r6u5qD
Cy8p89v15x/99tJcBPuWHrKBwC2l2Pst74VZrNR6nZ21sS77R9Gms7Edu0GuDFuJMZx0E+msyrhp
ftpYufzwVIle152U/vZuYSJCbOT2pkt2M3ERNOmUypqqc9V3xRu/pw/SYTDaIKsKd96G2JkfsxBP
oc+f/ebG5p6GIguYlBoUkY6rXo9GUJLRgFYGCISx3DCz9qGI7zFQq7tNzYDtzmPerockB0hwtETB
iN48ZoVC/wRINzxX2RiHe2H05bNZg21D7CnqxDozx/m/jWsWxeJFlgPqztLNpQ/5/vOWaPqjMOV6
584Sdb+vPCvZNrmDQ29tleOwVWfbzO681us+7N9FMdKkf82I/BaWFNsMHPKqiC65pkeY6WAd1v5A
Z8qdn8duNNNV25HrHfTGy79QiMOQnjysXRcF32LcN6Jpm7Uc7Fi5c7Bu9jojvUX2AP0FEr+bWOLF
k1VDk/POhSP6l6zFwAjJKhfVJEpj81E2GXk8Y738XMqipIh1kjvMuQ92AMz8xWiUXbAYt73/HFIr
msqYpugicUQ66FGi/wwrRMxd0UZZkGl5dG9WeJOS8cyeQwRFOhyY2HW/dww9JUc9xTujtDwrx8rI
i31euy6necRcO3Pn2lzFCcSYwCOvutcBvrnLFnoLoBpGCtD0bllymgSEhl7YJQYtk26GzMm3Hfr3
8dZi+HLnfN0+q03yBz95AcDcUqikIZIyHJrskiqK2Nf82+fZaoxfcA9/QPxC9d+rwGIjJoLaxudX
yW3sZFBMOUv3lq4LaeDVpW1UCKM7SM1eUpSFvqFGbm5xGlP3YlDan3ZsVSjyAesQoQIWYCiTf0e0
t+4c9g8OHsKx9JqgdesMHa4pJ6WNTw8Szc7Z6PDyxHveEOIpGSPFeqSnjuIBcspkLwnKAIs966iE
O1Mps9HX8KsvcV+K9VM76PN8Z9tf+xxzIywGhfROuI64aq8RkqWo9FK6mUcWR2hfY3FtNSs0BR3p
5606YSaO12+IV3Ok9kfX7pImwBqnW8fAsqKdiwkLimXpEKYB1LQUDb1qLL6rE4HtQIKsmDSYJ9wH
Urrqm97xxn/p5cqvAr3p+YIbXz0EjHaaeh0DzH+78+WXM/sueePZFiaGttyvzIavImiaZjNGlJIT
ZrtKi/mZ4QQ2PgjU2I6A+Z9ECINrJmIUmPEc80kH7ei02clR5T17jZs4yk+h+kIBzDa5X643YU/0
cWz432dAIxYj1tyIvkW21jrrTh0i6ReuC0Akstv06fOX8MHC4CWoaGEcLbXIdc6GanYVcgWdPavV
MGCBoPCDbnomt/S4cTbLZvkcR7Ey3zl2t9cLGZmKhxjz0oWRePXuuQhwq83H6CKEpRW+OmlNAD67
0XxLG9M7DevbzHRR7SE7hZJOkQfO7f3t7dZAuCQWHpc+z6M/gFK6bCtkaojHQRk8az0huLQ4vNhA
AQtwnNUTCklKvTK0rDFWndood87VR7cOmcRy2j+EASgRnYpG2vElGUrnpSaaP/SVCpVJM1BuzUTS
+Azgxn1RmCFUEEWOYHxisf3869vLg18dAc4274TCn67gdeEAsBUFLBF550Hpy3pvJsrs+gi26zj+
0JSf10VSSQQCk6xFE1I61o/I6tBwrM087XdjpZThS2hMIvQVM8cFGGx3DIS7cR51PLG+giiOCz+n
H9QE4TSWTxNq61bg0r0SD+icTYnfm0X0ZY7i/I/Tk3jgAVMap9ZDrnYTZUaaPLlq0scBuAcX9UkL
QTI68Rm60Abuu/ZB09p8bfVArjZxrSRTEDZgFbZWJZRtn7t4WVghUEAoyGrordDyqZLfONE3NBV7
LHyzdDLSoJPse6wHug4LTEvrYn9BbwFY8YZU9clvy69g0+V0EhDNhlVfKXFzULVZNV4NKzenQydw
olmPWG4hqx+7FQjKpJkfMWI0ftVeqcGdytLk5fOPdw24X+5mHKUYUNAmJf2+3tWyr3JLb+zwLMxy
+mcqh2bexq5i2yCy+sQMKjTdoapMUOz8onOL/k0nlEXYkntFvsk60Uq/lY14MNGcjXzpVv1vpDWb
JMjCqquDz3+uod/uNW7bRX2EG3dxTXt/CJNyhEASeco5nstCruA5wvaqonBSWduK46PUZd48RqJT
3a0CpqjFZ2igkumKUJp+jdgrRVU7GLLxlbFXzTVbu2dE06WRPw+G9jaHKvvAyNX6VRvS7Mkp1NRc
0xRVx5Um0HJbQ98tHq0a//S1AkyEhbsCuhY6qHrDLpcZfpUeajP7vOF9+XUsp2YtAADcO/8fvQyG
magwYBDCiP3q3lVpyGDX5IVnpsGG+kqgw4jAhwwQR4x6ptr8UTJkwpp3mEq861vhHQZ4mohozg2y
vEEosWitQPvfq2FvE11QD0BugUlxNd9wRmzhmJU9GeUlYwjdPhptPP9MzVYmD2AbrR0kou5OHL5d
ESQuuTWJvUVmfR374tEQABq84gKHS1ex+GB+ORWObP2om2i+V/eQxx8tSLMG/QumfCC+r2IPaCMm
HGFXXwp7cHdEQOwapp5xbQ1YSNuqXVh3d1qMt2GWnjSCRsTxjzQC8kgpvFnr6wvy6J3lm9iQd7kx
a0FflGlg9AUSli1t/zvL3tZNaM9g0cgf4BMgELw/cgVMCddKnPIyeE3oPCSoSldB6o3NP5iWQOMl
QM0eitDLBHXGjdgGT6X3bX8n2H/wwjnx5NbMnT7QkJOOTPSWDOaCuhnGFR1gMe7D+KdtwlOumqq+
k05/sN4i1AcUlPH0YqXw/rHFGA0KAlXtpcJCZFtU4S/YKdEJKlS3xYYwvnx+s30QzJ1FEdBi29CV
uPHDLNFSGqbJaC4hrhbaJp1iuCguIushSbIxbVryjXhNjqPpR0k/maAkqzy5wMoS2Z1S+aNnp4AA
6glciAHy1eZWUXfBlUu2lygMh22kz/XJyDRjhlBbPWJTCxT286fXP1iRbQ1fnlO8qP9cXWWMfkzI
/z0oxsTE+zKMVeuNBtno7ebaoZeetn272N5HLK3iMwJMD0Lvo4rUbemT7w4CMFPjIv+tloqBVL3m
wOVGBxSfQTOjxG4MEyfbqFTLQO1nYAY910gMv6w3kDCvMrmJWxUW4+AipQ18seqsr97o3PMW/+AM
s39pIwJvwj/+uhTyzFQxRlvkl6bt82c1zu0NRF0oE6kxHOp6zvbEvf3nL/eDwhA+CPUXsC/ytBsF
qQLacNmGs3MxEUu98DlBBeij8asZWn1rK136nTG62MRez5uOIrs+NJqm6EEIGKjAllCb/vPZcslY
OVXUqzAFrjPGyROJ08EluESJluF2PNnWusCYZwSb6eqnOkOf707mcLvBGDOzuTjOqLTeOGmhfTBk
qcycSw5MXkE3HlVcXsL0kqRIXUAlbcc7qdWyZd+nxaxISgXDDKDCTW91wJ4O7BgrZuE8/4wTYQb5
PCe23zalXH/+ibkGr1dDFG2R8SD+cW2hoPX+ugqtrGGEG3vc0s7cv8amQB4Dmjmg3DfaMN3YbSK4
tBLZZZHoeHkNGVLbUdxH5gsnO/d+CMNQOtXnRDXTEXlOBXOIsEvznVXZufqH89bZSPmk0l1VGXi0
V6GHmHpa4Qy4K8Wwt90hNxAdRhVfRfCWgnwLlfhxr45QFZ8jYUTmw6Kvmvm1BfeLF6GlvfFKgwoi
wGHU64k8X9K+y1cAlZTpgOmI/kWPis7qAwKxiqmAafU6FeXk6S8K5T6BoI7HZ2pcOePqaGKuaRVG
uMGBEKNnyKR95itp6Hx3pCEfloQ+27VM7TfWMMZi1eDOWK4GzmOOoBHgQj9SVAS8gwFHM/Wlbwyh
+hkpZxjUQzufXaXxnHVuefItNpW0WLlWpT4WYlCftNHSJtu3SlOG+zSt6vBkx5EL5DTRrHPhhl2J
yGGufbfKrJuAUmvh17QaYQEWCBa0q8oQ+h/yUcv4VnIMq2MVWRixwkVr3maMUF7bnvbZtle17sh5
VtBggXA5+1lWTclzWzFwNbAx/4HNZXNOzKiZAuZI4aXIaEghEJ5lQSFp062qJu+OyIJXaZA0o3Ox
8SX4FkaDfM6cLPwtM0/L4eFAKNhLPYp+1KDc/tCa1MI14rRN9ASLfzaCIqMO8HN0CowA2x2RP5SG
DIeHVB2qN1RjqKImLaX92xhejKlBjqUKWhj6FG0nmtX1KvE6VaCfX3ZvMzQJ9xhrcdrgZuVi+Ijl
oRdvKBIj84s7h8I7g6TA50BRC/vo6tPwQruzSjewwMsjHXfXC1obHxKiQoySyZRMzdmeSyHWzLsi
4aepXdcUZ8sF4OCS6PgqwjC/mOZWr32tD9kDDxWv5km6/XoGfn4AI1zovjmo/fA0uXBzVvOMQ/y6
DbPmTx0i80m6pw5zUIVOn7/0TA91XCAqlP1N2WnOMybc4dtgUt4+QQge5dFVM6UJnLoP421cYElL
Q2aS7SpsqmkOariSpgCWbwm2OdO211YwDgnAKqjFOsVCbjleEV6/SSK0cdUzbsd4a4w1ajGvRls8
WYB+Qao2yAjbutR+yBIrh59a3Zj6Y4QWeP9k8Pp/0MGp5JsZO3jt+Zgr6NU+jvLhpEqtrX5FA0jX
M4XXjP7W0GKqhoV45/zuuygd/u3ixLQfOqQ9502BsMLk17YrDpWaeKO/sLIMPhEirFbWeY+1GbbW
MUPra4S2IeFHTC2u2sEwDVRNqxArlAdUHK3iwD/M1wL3kNEOEI2kPZmTKy1S2uQKOzek4vxWWFmM
qZhaCyzqm4FcU4hp9nNQhKpvRcXsrKbZbJwL8oBRxffNOnelFGonA9E2w2M7z7O2T1RF2doytbwt
3E3QOiKyMaZJ+imRm9ITuKfpTT4hoo+6SLS3Z/A5z9KsvfaB5w2rlzRNR6rJvEXyT2t0+6spRKSt
zUIUf4SCM86dUHmTMCCdSiVFcwXgNlnDVWJk0C6pMZqeLmqkW+cQTdUMjkWIyJ2EEnAwZ5hJ2zAP
s3uAhpvwxcSTDQPujXT7VmgTfH3kSgq8i52Xyj9ZFT0LWhbJSsdytbuT/t0EZ2thOzD7478PxpCq
ibUUBA8XZQxZbap6Lt5iSpvGDyfLuuiine4kuLfZNgMJi0YpT0b9TMb9PlzOdJaQ3NJxysGpYE2j
QX1Ixqr8B26F9qC13XhQ7c7YarMlpwAFp7DxR2n++DxqX1dWC9CPJgZgGeqqpTX+/kckTDkLODfF
kz4Zle4bNVMwra+SN6XK002rppRSMyafIx4wA8KUbdHfG0ldb6+/WEME/gDn0wailf3+J9ipq/wf
ZefR3LbSbdFfhCrkMAUzqWRLsq89QTlIjdRIjfzr34K/wbNIlVge39AigE7n7L12JHxRPnZOY4p1
YLUB4MSalNnAS9ubuGuaB1pU8uXjX37eq2FYAJL0pZac0eCiLxUPFcStxqwefaw40X1UFPRFeELq
62zFYleJvhRrWXAiv7VI0Pn68ejnn/YyOpVK+jWcwamVn80p9v+or+AOPlImIAtDFqX3CbRTf3BV
Tz7Lx4NdftuLl4Cpy9EbKPe5CUKWCA9peuePeCzraKun5vii5R2/N2s42hzJgTSv3NgvS9UOUEqO
nc4iWqUJe/Z1k6oM/Yt1+LOykjLMHXKCUq8Wt7WqOX0FlVHdDcSy++tJ5epnVeLx5DlNMYc/yun/
evJe4M8B2YzI75H2nWsMgLlRkzWL8bM/wFmdUqNdwV5o4XM4rfcpaLVrTvjz12v8WTLZ7TANIi49
d3Ci7fbmvLOmz06V42qtY2cvrWz4MrVldA0fcP52yX+kxEXzgRP54n1ejuV/afq8OUstF/vQozm0
+kg+VRCHgEJGf0MfzfxpiyqOr3xQF+00Wvlcy8Hj4v9cKKxnb5cUnaFEHFo/Sc2CZR0u6CmLaKfC
A4GU1VLsO6BYxpdSHzmrc56fgzWCGetnKUxan40vjGkFEcoD1xPreh+KMfXTLQJj88axIpcN1hKa
WsUSwBo37D7YIqMkTqa0hqH/rWti/Dpxtf2Ww25zHz+eLpcLEj+OGgBUE+6FLItvH2jg8L80/aJ9
6ohsfF2okkiROuu+0dySiq1yT8k8pF8+HvTcqYSblW0nWGSnVHsWZsXbUWUn/Gr2i/KJXGKYTLKB
M7bqvESchNN5ziEm5XdNxqTElzw1jnf0jYo0K6U11g6QeF/hfe2masd1dtwHE6ecvTlp7XilSGTz
Z/x9peTP5MczhTjdYi04r8skDoIYoozNx6kpKgDQ1EranYXP6sqUPZ9Bf8bBLWFwB+cDO18gjbYU
1Jst87GvVTpti9n77aA4S1ZGr9Pk+PjhvzcYJDO0OFxhKbWdfc7o6dN80AmH4Ixe+1gx0AeEcD+m
aE03BoHXx8O99wz/Hs58+6rJHKpsBe3oUSs0sr8yUcQHj9Sx6coi/N7PgpeE+43T22XTmzQqrxr9
2XpM6H5zZKuSk+Mk+S89zoprtdHL38S3i/5g2VXRcp3v4klatF6cmNw0omz4NmhV5IY9j/r540d3
+ZOo6lO0Qc9BHdo6F0jWtQ4alR7ykxhro+So0s4s6vTaVknamD8/HuziiLCATGyf2jN6maWyf/ae
QHoaPsGST1aZdc06lkXwk4sfoHW/s6cbVGLJk5Ok1evMMXa4MgEuVqFlcLJV6S7T9UVP/HZwxALW
nFGPeOLWRBRigBPZwiLnB2EaiTzatVVWHIzIna+U6t770ZTEOG8ihuMwfPajcQpg6sOj+RS3TUQr
hySlTeF14mkma/6phIRLbaLT3SS0ndr916MKs48yCtoZxofcc16E9Qjv06yqxpWUUiy1hgwP2Fho
P2xVV4cuVtdqchff0zIe1WU+WsS9F9JKtJ1RLJEVPkGM9rVjPBiy2o5dlKOegQYRXNk4L2YJvk5X
R5zNB4FK5/zhmm7jmRwMiDZtRCupnEj7dzBX19J1LqDZS5ERCyflVnpySKXPztS2HZNCXsvpyU8o
j3yXSGnh1Na+IL6v6btbN6eStjc7N4g2Fo0raqyDW9f1rnCC6Zh7iZOHuTuoeR8lTgvG1KmAxBAl
rIaYW+/UzMfarfPmyffjal/qemOQG6R1cpX1M+GxAAm41YdtwY2+3eFsx4NP6p5L/HOT/ogTBXzl
47l68SIRnfiLOhbA1DvCtoZzutfi2X+aXc1DjTF6/xkEau5qt7tGoLgcykHrzuUNpOo7gLhhNgWG
trh5AhjePsVxFpirIVGfiSx0uu3HP+vypPWHu89aQJTLO1wj9LaJRU29eeoWk84uGlW+JyA9sFbg
PdrmNdDbVC36ltnZxVZXPaL4n6mbzyPFDiNSEkZCMc9xsdaVp32adFmbK69WI6KBXtikKdpi/pUK
n06Ecjvz1eG0tqcKMFVbrV2ySFMtVvV9TeyEvKJnuVhq2JtYzhfTBuZ0vDBvlzimeJMlruyeDE/1
YATJgAHTX3UPo9mUXyfTqzY22eq7lDCAK5/LxaHZ4u0tCTkLB2YBFbwd2ghkLSJSJp+qmFoeBMOK
xjkJuna3ahK9VjsZi/larsTFkr7MRrDuCPyZoBdXzq7mUOlVZvtk1EY37jQ6mmhSqpQQCY5rw11B
Zs42V9k/byWMy06y2N8XUt+5BrdpHJEkVtM/mRbJ9CFvVT/G1nzwIal/6zkOkfbsmtcqKhfTBIoi
+qc/iYcexZWzR9zHY5O2gJ+eio6aJrGUyDjCoNdyuY0GL682H8+UixsntxBISQix0GXYBmajt68U
rRGqtmKKnye06qekphVtxEN6Q6XvNmnKnWsnxv2CVr2jUOfsO37yXd0M6sqXdVHXIXfLW2pW9pJT
Tk7C2WGyGKXkc8/SZyXUvLHzxJQhwR82CaekqI5hNcfqZqrqKgrTChMBkYQ+y2fvquDKI7n43vhL
EGZxqkWfgfhteUN/3QzbZKhoF4zps8V+nZGPEOW7IVnAFNXc/Bf0k7Xh+H5tebzo9S3i0z/5KUt1
A1To2YtQuIz7ZPTyZwz71f3CdU/DSpfWoRkgKIeRZmswqUm8rUK7rd1d41ferY9sKl51VV1veIc0
Vz/+Os4+RqSfENKosrmcUZf78tmj8GqnzokcDoAi6+rXMMpo0wE+J6vIm/QrRqXLsdjiAZ8jRWNY
aCZvH7sUueYLb4iPfuQAjO5HB3Y43ONm3VY+KrSPf9nZSsYvw6/LV8ZzZnazurwdbcEmuhDRo0OV
B/Y+Dyb1oKdTvZ67wF+bplT/lv6xjMdWay4iEA6llFXejicnyu8OBpiDU4/isddLUUHVaAIqwJiu
//3HMRi9S/pvf4Z8O5hh4uieu9k5FLXzJfFr44GThjriDh5WjTP0u4+f5fK3/3W5/d9v4xTBTsuv
Q8PzdrisFR2gOsJUMkQsa/hEdqg5ermxuswII12b9olsZyRfQb6LAkte2ezPl7A/47NBLEUH+vN8
qm/Hly4QPq3N/QOJyPG32K/zkyhG/RsVEPnN77WWRmhgZivLKfwbaevTLkIPe5SzrV/5U8625v/9
JShuKI7SPkZz+vYvcSx64SOl90MBy3rtdPP0K8E5s7dGpG0VGXO0XcAv7zMYuC8fv4R3pg/3jgVC
Qt96cWe/HXqmm6I4f7oHDYvvEakiWe8sCI9eWV/zgL8zd+hs8IXRuOWWdT6UxHzEfY6hqsKutkOX
lGv2aCI4h27YuRP2hI9/2tmC/OepLr4yvKEOZoRzKzigtMbJJoPP2Zhsi7pgqk4+2bUrQ+nNuplo
Zq94qs2VYS9/Js1qcsMomPDK9HN8AAoiUCfRaB+8JI7/o8cmQ3fuxu1oKX0FU9C4csu5/JmLHppq
8x+7L4rOt28wmFkiNDFYhz63SRkfEnMd2HH7OYqKyAlrrq8PWmfSFfv46V5+OAzLvWrRgS8Op+Wf
/7XdiSLSlwXXZiXsk50haufgKw6w5E+6nz4e6r1fyLXRwdZMPZnz3NuhuJFHqm+lfZjqRn9VNFq/
RimVrJBA2nkM2YDmW4JFy/HKk33nTRJMQvmN2jquKm+Ztn/9RAiuo0733j2MCYc2gsj9E1iNaVU1
knZvlF/Zyd5ZkBboHXou6uZ4t85RF1y0KpbEyDm4RAfuzWROH7R5IPApb9zpi9lAofVGrz6ZSQdP
uY88KqRELdpHHQX2lXWBX8ive7s8gx38/6d+Dmyhj2GSx6IAl7rW8Fk62E0OVeOCasHWNATh2ARZ
ECI0b5w7RMOV/tOTscLPZXntQS/6MQJgnzhwHnpzAKyAhsNtVuaMtJUcAC7moSpSOW1KF5rHxkIl
9SDSRSlt6ZP+xPY6qpUJGljDVy0GOrnCKbsH3ZKR3Mx9JOuvJqyy6WaQWuM/9CWAzo0XB5Wzt6e6
aNaTHUXmf9gFkn5l+3w+x9ksvXxr9Z1ervummvsvSqe18MgeZBCDIklRCHW0STIssjx6LpGakaVa
kMOzKQ1DfClKQxNrUybdXWUVBTc+fuwd0RUyPtXDUH/W0nGkt5y4ubdJert+zDke/fBM6T22djST
JGgF2n5ohPVqEk3yU3d6pa3wCBaUujmncXLLATqGrVUxnRGHoNGquqzeQBVMuqPoVPwwzNJ073xX
Ak5oMNffe4kuPmOOyb4Vdt2Ap+DxhR6hB8c0ctp4ZRGVUK4AB/ry2TAKZN1DNtj/QeFsKLsaxlxv
xBS11s7vCvr2ctR+NbWdm5tBqx1jPVtOO4T8d90JwrkPB1M2QYiCLq9OiTcFUR7GmdXfen2AHCOF
4Ofe+hGd9hWFXo2wJjc23ds4HXisM8EFj13diGgn+yy+bUjObkLdr4ZfmXAI6kVM00GlENqv1DPI
UqFxkH8TeQoXCW1CU+uftLwCeezkMs8f2NZs7Wdm1fNRSeEHP4cgk+l2jM1arvteQ7Y61NUYHLVK
6TdUHdE/qGmqkbi14wi2xsFAcl94hL2E0qxye2u4JZtgoxvlzokDI7jH3I/GsK979O2oqUS2G6Cv
jqvEF4n+qzL6tLplMgNqrekXua8qSES8ckir6u5L2VrzRljSeYUoCoHOk9CvPAUHmO5NqwznPnJG
FHi+O5fZ1oPZtQZ2E3Vf9LwZJ2Nlt5Z90wKuVV2I1KkexrU9jdqLrIP5k0340fyDXkU5FRsZdfJn
Zelp+82cIu1HNbTMnhp3DoLoKprKnCicdoYbQj4x1WlRNl3Z0t+JdfFYx5ZXrDNt6vOTNxUl8dOZ
q08ZC2uS6asWHYwKqWJn2iOzEZFobpb9ccAyA0g9Vo33K2tNzaNr0HvNltSmdgpC9tj4a5ZqlPYz
5H9Lk6x1fumksdf7vB2ggJHAhRIQW9xj6/aztR8hij4g+zS8o6u0ql6VyZS/NHVS23RiqlrbkF1b
9/xtKm+/Ah8c2qNAWb73sjYG3TU5pX8SZTnU+2I28NVzWRiqsALaO51yoPLqN5W2RP3uNbuqHuKs
osmzIsahr/Z+65TOypZdcyiIp6AyN/XDFMLyBO2vBYMOxqzVnOqGioOd32fDmOPUtqzpN1DYYFxz
7bRcQJFTooW9ghq64cma6oFWqO2vYdoZX5tmKB4SR3P9rWj8sQwns3QSwvWylImh5u6xcImuBVJZ
Bk0YV6oTt2oJSILA0gI5NBDVmzSSKaEgsdG5wwnMvqHbl0lwSAEYPBewSN1w8AT/QmANKuw8V6Bw
K/lUtpCI82NjE1WIbcI1T1JbEh1k0eZIjmhrZZs86sZ0PbW1/iWQs9asByKPIIMlY0d50kvkwbca
8jZb8syo3swzGGyiNU17V5N9YN/UtXC/F3L07yG40FVXdteh6MntPt14Pc/hZzOko6Az0ol+Nfbl
CDAaiCRodXeMrLDxaiW2ldN0gnDOJhlWArkUCYKUFV40Wr+vQy6CnyOixye3sWpnxV2GHbAygvF3
36WsPhZEylPaivjz7Jag3ftgYOHI4zj4omm9lR/MWE/rHRyd+ZDymdLFi8ro6yjyGnW13yXfx8zT
b70aa8tam6vuNjYzX6zieer6jd9p4yEIVPlfrlGJCYfJrDwU21qL6y6wXhvNVEA0XcWtOpIVxa1u
9JLfBKcU1GhLrwyWUNKcRQhYvBYDObDn7Yz0K9gRIA01pW16zVhhUuElzarN7uOY0NGVi4rrk0lQ
TIwCzeny+yDOxi+oK/NPaRIl81YL3Lq8t9Nasz9ZtkY7MuRcG6nDCCD6tZ1s8qgaK6uzT/k4O6ep
Hcjq1bSp+F5F7fhNj2sn22LaDswt2NjmJl7ahGQYt/admjLXCIfOxWPXL6WtXW3M7o1XIBcOPQQ0
TznV5ReweUZ9GGdvAFxUK96KDZqeq7Hh56sOkoRcWWQ+5Nu6FFofRm1VIAuL4KfvrZ6HG2bQlm8B
Gdk2G44tb3tncJ+HqNIxrtZOcKTlLpy1q+xUHpqoHtTB4oLWbgik7PRNUwYa0UZph+gxT1V9YyV9
Dk7ATWK1TkoCJ1eOQpYSuknrDLcOqTH3Axfvep3qhdIp1spFime5yU0eiGDc+mXhWjc2LsffaROh
j4xhqYP6H2SbhkAw1Gdf2h7aWj/J082o9d1L58vqW2vBW9pQE2733Hl1GkmQxd0wip3sk0yiqkO6
rud9aGhZh2si4GXtMFJ0n9HXEc4EIcy4n8rK44xFovO3IDO9+b7IbR9ta0oiXmhwtSjCUXGEYccp
SrisJBFpoZ0ZrccyFBi/PDspBhjiQ3vban7zQxP6kN1Y+qBeDIl/MJxLwOaPusxxQPVN4X+1HFWr
lTHI/iXVjDE7dEQUFnvTqCJx4t+wglWlqdgLlRl39/6IDePkx2r47fUCB2bs1k77xSjbrNoI1egU
dXNpGXtcsUsm1zwBpExsozV3gKbaz07cpQk/kMbjWlmR7xNAGDXRIUMQfDd1FWr0uMmMNGw5klsv
cCraZOfPZpSt68rtN0GpkLdwauxfevaTdlv6I9juQYxoR51scCFhCk/8F9gKXSGNEzNd8z33wcoR
9B9DE2NhfBhLOaU7TfcnL2w6vU5OnTEVNqVZKyr2eTbEG8TwTrTLPWV9SeJ6LjctQUiEnXQT57Ig
mKdHiMxjvUtGjpEb4mhdykKc00B4aaPj7WUQZJ+1RBusrUBj6a+q2fMfUmGgxigQ3N9WgVWKozJq
hNnWZNjZvsuE/xIHBQ488gx6dyvHIi1XMo6jmv0V/PQ6qzreelDGRXuknYknzsEzEn+tkcY0uDA7
vEgFssm1O3HAQ/ePYmSfA6LgxF65hryNQDVHOwqiBPglZZSkhwzgBhNxwFkSAoyCqlxMCVI0uO1x
+dm1HWM4xnz0SKOLOnry5lhrQlMTRgcbOih/E+OUYUtxOAo6HrvNcTChNHdDzgTIsgg2WY6PhJxL
GgSYdvUu36hA4NpQ6JFnJNQzR7q8hl4e2kRrk/PpdXz0azcZe335qFNJz0CITWH7sY7DvfSMB5xR
mcLpJjG96kFLNOrkxNkpG+fRX4+zyu7d0iybk5Rmu1ZEqkpCesqW+auqeWyfnLYL1JqGGn+BNzvy
uZDkYT7plRENK6xsLRPAxPS4HRqtJH7aUrFxoBvWGVk4llU73pv4hbKD6UwyCFUJU4EFPK62ou2b
QYSo9xGWLFhGTtmeCZwdcE2kvpZ+MzYUI/xerI0+T8stiQNesFF1p33KKNtb3/2Y/3NYYX+KVlhC
XQ04mZFrD21lGxwNWLmqtd9UDFt3pixvodQqjiky1z7X5Tw8+U2QIz6ouzaD7woET2ta1m+fwynY
KK0tyhu6VmZ2sO0ejb0RlLy50him7o4bvxeskBdUw62tJMcZaoGp9sDJmqOXI+rCewSwon2j6GtF
3+ehbu5aaOztTlNE514xPL538ad1hBiTEi+UJvPtBdzJKJd0rbAPKJKPc4+Az0SCu4o6zd7qcnpd
LLi7j2sN7lnTmKoREgSTiy8ODp+WylktbsCNVxOoaB0sCpfpjYXL01oLjOfGRgcbwqyIfYKBjbip
zWMUswyF1dCb+8zRGnNLQBfAXJczyTOqFhFvBEu4F2J0S35DzuAtuIaIb/QGoeUaIIj7ZAedXdwQ
pGH8ogZWbM0pnuJbz8l4eS09VW3d9R3oK6Vx2fxceWlinsxxkCPoBqDlm8nOex6GytJVrpfFvT/0
LIqhRujd+D2rMFCE5ezbr7RxIvtgyNh/1hM9mm7KenS+ui0QkLBgC3nF48YlMHAjLdm29qzl3L58
RCzM0ZoU+qTxAfuScUpKRJnjzWohMvk70g2r9ph4BPgdAEXp7RZr3Xya3MEstgaJj8YmntzseQr8
Ln6utGiSa66E8CbtDqc2u0MbXamjvFO4oEK/dP2gmtOOWd7wX2UbTg1m0BaIuAiF7PdN1ZnI5okH
Q5iKGk6yKHxXnfkzjaPIu1Ixem/oxV1N5i/OPjSnb4c2KlGCAtTdgyWWbZ/T7ZadpNkGVLo5yURF
959HhefkZVp/pYb8XvWIBogNSBG3JFqEs4KcZSM4kN7kHihqg2kravKL+HKixfqudSuuzYTQDty+
jdBogSOHGR4hgWrA9u8A1ubjlcn7TvUMROxCXNJ1gJz62eSlQlr1AujoYZp7tauGIqjX2qjpx27M
q4RCSzpec0W98/hhGusmgATq+RRT3j5+FQBaz8rBOcByNtcQAMRucOB2YmKIj6YxjTvVkJVizbb8
/PGy8c5KhSAroOHFi0eop5+NbIww5UEQHoK29bd5JNIfOVk4BJcH2qEjnHRJN5jlv39ui4QR5Dyk
Rxiy56/clJFYyisE5GDh/5HngRVvexOX1GB6Q7nmti1WNj4iwKDTHFzrPb73uJfeAXI3xPzG+eOe
tHFuPbLJD0GG2wzApnXyx2l4qIfWK1YqbqJfIinVvuCQJ6+s05fNI/hEkPtQYyAWs8+r3gU+s5z7
r3vIOi6iYVpTT11xjyNNNFBDkYYpMvLVSOQPpNfevQXxmv9zBZyZjDMbxBNwEAgFb9952fVWoGLf
OcDGM5GJ1uKATuUm84r5inTjcm4vlCGs7jY5iWxOf4KY/lrSlDeAKJxZVzpKfv3WKqAFs4D61FVk
bOf1TS9zfCJL8pC3DeosrT+hU2rjLXJl/2bojf5ac+Ui7Q3cNHONZZbPDoZhcPbtuTIvDPIW/UNc
1c7ObDjjhTaHwp2bB/OJ/OkmJcB2nB+8vG7zU6dDmD/ZBarzk4SnsIYty4U2M5Jmo0mFKv8fJ+TS
i8c1j1hlAZSerz4EX9URsbrBwcW6fVub1EdXhRY4N62cjBsN6saq8d1k//GoF2veMioqJQygyAkR
5b/9JCjwSSW73oe8ZnsPhCGTa2BCZPth22Q+hDKz/SsjLo/5TZWeKYB0cWkA0Tu86FGMwvcjfzSd
Q+pNJsHmhYz3yaRHYcz6cw0uezHhPX4SKgPy82jassu9/Xk0lNTgVVZ81ILC/jwoa77J5KK4GOZ8
pEcrvF9o7ptdPHZPHz/Yy5+Jy3VRD+q41SBdna2vgpo5Mahlegxa9+h7MnohtWaRqQ/JNeTIxVJO
b5+eIX1DdlIbwMTbHxn4alH3dukxr3oKvW6KU5xLxtoQnvky2+Wmh6zWXPlc33my/DZME2xaHD/P
m4azshWNjSw7OtLQ4rBxhXnXeFl9ioXI54PKE6OjODOl8V7omBv/dSNZxCMuyzhrKnb8c2qwo9cm
jSabdKkBm25boHYPFU036la5Ue9TbKBghHHRYA50+8eP3+3lb2dd+3PK/8OtOxefs2YM5kwX+hCJ
hswZswLtZIJuWwklhiO+zfLQuO1Qr0Bi668fj/1HKf12/izxukwfjvQGDvWz477FfWuqkFkcdMLb
ngnaboqdbrQjV7qUVjUKzKC6GYsaaYmKZRt9GUwyTdZV10uLCgU512u7LftCrGYSGfMfhj9W5ok0
O6HvMtlYe7fLxv8+/qMvVxnOGotXjwYzO/95X7IqBo2iol3RJ8R0TPXjv4m0la3pNL/7MbCvhT1e
zj2Go9dLuAFrzIVDw+hHDBy1Wx1yAbHcpmL72oLk2LaFodLw4592OfkYi8UFsh/ERjxEbyefXpIQ
N5aoj4WNxjPrkJnh7LRcAvKMMUk2faPEXRHJ4UqL+XKH5YnS5mXio2zlrHC2nS1wCPbU3jg0gezH
I+VaE4RP0d8mHNq/1TH34QZ6Op7uIJdoyUpNvTRlTyUbXYP4V9UP+gGfqwv1ax73xXSsJo0KTltb
BwOqzlcMu8O9bQkrOMjA7ot/M5yCU4MfiEYCmZzPwfV86SGTY3CKEhkOVTPEmYSWN8Y+WVLhDpqJ
XIGUjgY//IRLNr9CQr74kLFs0WNGu4duDrnk2dteyL9Jwe35MLtjboYmc+fWKmh6lWZ/76JT+/jj
uviQl+EcOmWITxbY8PkmQgDwSLGuPzT41NdVO6UPeC7T3Tjk107mF98xQyGyXdRUDo3FP/iTvw5s
jo0tP5mL/mAmerqTthltUvhoKwmtKCaMx7yThmivvMmLhZRBPfZG3iJxIBfIC2QgXouGuj8EXTH4
67hw837V5/i3Qjqidr4nEEe/I63U+ZzWcswPHz/ed4Ynyo3NmaMqd6BzslhFLcgD+jgf0JBFX+1Z
mJ8oBpvOxop6XR2nxCOXjTguQCMwrGBSfDz85SNfhFxUiVjJkVGce6U6KRuNy619IK4wAAyge3GY
23l5bIfM3GRKvtQGVLyPB738pHjHHrsnkib06ee1hmTMtHRyuPeVSZUdc8PprdXM5atZaVSvov3H
o13Ml4BPaTnoYdnAhfhHDPvXVzUEMe0Gw2tOVV0NEtJERX9MiJjupFsML9SNecL/PCREL8jJzFOc
y+dzJimId/LzoT2h0TPoow45nb085ZSAHn8Ux0rU7ZVfudyb3mzJsJcWVdGSSYJg7PxmQdJEEfEh
dSedMHhjF7fgew9VSzvy5ePf9kcUfTYSNDy2UFwwRGz+Yaz89TwbhAVumkIrSGuEYYdEU26xSigM
J7+FwunoO2qcgtU8DgngEexA33S+X3lLtyZ9oAc8JL/KwhvckHhx75qO/PJlo8rjHLoE7fhLitvb
rRBmBXw50emnSlL6DE1sxaGJSuGTTxraXqrpX8tm+HIwQC1n3iXu3T+7u5CH6OvWGNAazsfROypv
tu/a2nkdDSPeicg1uk9pben7tB/S3ccv4mIWAejBgbfMH3uxJywry1/vAeG400qyzk5kWfZuF0rL
IrvCGSNX3hBlFl85bF9+YMtPxSjtLWwgaoRvh5tbi3i6qChPll829hfNK/V8K3NsN1e+5OXvfvt9
Ld8WW/iiT2dhPDtcYu6i6+tq1SnnWJNMG5B1/cLH7rKv0pn88aBxe2vgU2uy/+VGdvnt4+d6Pj7x
F4AWkM1h98f4fv4J9YnQGyZafIIJLL9ZmWkT4+iAsjcX0kjUlOkP3Pjzztb6XFy5Upwvx3/G5gnD
b8O5Cp/47UPOxlpTkcnYJVtsmDTAL2mw0K/0qvm/dpDFlzFuxq8f/+DzObMMapmLf5Ahl/yTt4My
2VN/ypvklEQcdsIExdRnm1QubBgjSZ4p3XtxZYE8dyCw2XJu5MZmYmjzqAUtH/dfHy+aR+o1Yk5P
ZKbGG/BE0QEodftgeUm7dkc338Pxr1YdKdzGqmmRwnk4wa487XfeNAo+D+2gzjaEovftH5GimqkV
vbATNAXra0AX8F4Dmnzyexv5mxOl4zHwtGHtQI65Mpv+zM6/v/LlAXBP5hFQgICMePaVK/RBBoC1
9BTTqySTgf4yxnhBqywsiPZ5bnLUYnT2GkLB52qeD/gstWiVCY22fDv0xB815rTtJrRbKPatNfgo
d19hFT3RqEh/9Cq+ig43z5cc/mhYFH8IfExRDtlvH1hXcOt0m2I+NkOQ3rkjSN+1NqBdDaH/QXFK
2gLYNDmH6QrRTD4+pKkQr6qzlmCGNAO/27ChPBVmrV4QjQ3P1piIfK+lpqsRHslmcROgh0y+4cPJ
x20UlEl0Iy1BBHhPK/sGNY8UX+Lajl/GRM+CjVe4wxcA3n2/jSaz2U80i2GJVkJ7jatoNGA5WFE8
0QdKq/qeSdDd4KFs5iKk+Fuka6W6Tj1NKACy7VjXFZhSaAi6uUMabRu8Cd2RP2RZGxtWVS3+Xs/1
pO5KM+hqvkqENisWMOuhGyGyPJetI1SoTUYn2o20lKPvbasoX2Ly4O6NeO6+F6PhEo4uzP5Z0NyC
1DQn42s7GJWGVrTJ6kPmWlwXA5a8PrTtNjmhY3fsTZd7w7aMHAqVs2/EW9OK/egYBA0RqWNuEFCB
bKfPn0okNel9Y7T6sLeAldzhLFpED14H3mFw5hZkcEkfaQXSy9M2SVNn8rbJs+hgw0kcwyB16+7T
5NajsTJK+uWcBhHbAUVTSqxrb6xS4N0UBdaJLofnoY1kcY9pSZSrspiFjiyxd08Tttto5XQdPYUg
mdtDVqmyDacSvlNLoGsfwnLyv2PZJVHWNOsxW6f0U7u1IJn2G9BQWw/ToQUA5njx+LMD2N6FCcK0
F3/gEnrXZ1ajkZFrmp+Dbmq425LWOd1WrBN4yHtSqlbZPKKCkVNrnVziW6EE636jNgktpu84StWn
IZ6zJbnYm9RuFomHsacsY8BMnRVsvYH0kZ0R2XwiaO8noFK+yraIC3q02nxp5ooYZl/f1tbcyP0g
a11sONkQ/GUUdfu7n0T9S9crJ930dPzzB9uLquxm9iPb2Gm9Uxu3QVRbFGc61/8yd85cHYIeIY3j
OUP3KZlzy7ihCJ3/8sa400MgGTTedmlfKb41do9HXxBA+dLhb6lOVRu0KA47S35HPOKLVzQVcfbJ
GaQ3vjr0EbNNQZ5rBEON6OK9JeqKwOguK5A/UKLaDdw8uKqO1vTQWalMcDTWoj1MwShgaokZDapk
DlRrkL1KraNoJHNPlaySh9Hu6dKgadCNz0xczXqMxhxxiNfHgPxza7B/0ewd8rXoFz1VlhS2Gc5d
3rbPyKzMr37MsveghrTdqDLXjack7lCyRQZs5fXksbL8l07RwH2a4Cg3IA1itn9TAeB7QEukNysv
m+WnhRf4LHMRZ+su1p1n6nFj9gziWM+fC9sbVZhTOFeHUiQgQnuh5Y0GGbscDCwzKO36dTbMQfED
6576Qa10/l4Yqf5bJwQhIe8bYc/3VmX/R9qZLbeNa237iljFeTiVREmW7Uy2pSQnrCSdBucJHEBe
/f8wJ1+bclmV/Z/s3dWdCgQQWFhY6x2QCNZb6R/QLg6MXWZFzXCIjDHqAT7gBrtTDthuWAsDf9AO
OtGeDElBZoMQlP4FgfGlRqg652HUCxzNpOqR98e3Jirvm1ZZM4JoAlvfWVrGNvV02MiebfUflWzo
jDR6OxffNBpxwEzxpuN8OEPTbTkPbf1AHTnqQ73ByWurK5cCnNnF8QnzQ24Ti4vhB7zkWmwo5WMB
jiJacG/0tmrDuRo9Zx+VtVMBah4zFVbpHH2VyTS2W6qbsqLrGVRfB6i2zRZB3fbrFNQc2gjCwcVK
RPAt7ZG/evRM7Kz1GN3Bk9ZG0SGobE3fDkL2xRFcHEJNmxz3yFM9m0l2AL9KdlPUmNiobYo5B4BS
VOC/GHE52acK19P4zkQs+K5x5r76XNMgr80NWnuxsQOomTwGdtZPpx4+8kmjWWPsEO4s3XBB25+D
HLTnjlQN8bNIGqNGRK6sb3GBXtOhDsBaH+BnpN7OB/qib2O12Jq4hkThaTOBGEH4OhjK6ikouN4u
dpKb5SeEgjx5auFATnDEzbqAazy12rGKa/E7ko4BnZm4PdhhVxi22iG0Crh5AmiJ/SFdfv9rIMzg
gjttMm/1qSg8zNLRX9oB8nUxjxfA8+8Ay/vjMYlt3KwAgXegs9IeCt/Hqeui6oNM3WG8h1o6g9Au
lh4fygdJKbtvox7Xyd2I/MJD7gdZ9lAMrToVyKbqX4ZA2ScwvagQYnem9bvJ7WqDbHpo7iwDUfod
73uzuKuHoUu3Ixalwc7h3fKk8Gl7sZGktI9tNXnxJSIlHT8tULVvBJDqZ2fF2uMMaTc/xRPs7688
94MxjFE51PEX0Apj5yOqlz2DDTOaU+8j6NfgeJeEeuoI4wdPBw0hU7OpHhZazB3MfEwUi9ytUPtz
ZW06IIzgy0r4j8lcH1RfzzUnWdlZ9zAj0ed9mLtybH/3buz9jvOqqvaUwuzuqKN59w8iuKCNERRx
6bREdgqSwAA/UO0WlAaQKV4Wh9kp2vYn5dKx3rl+bv8OKn7KNpjQC9yDQDfsnXKFY/yq0TsrH4IZ
aWdQ/UC+8wt6hHV6h+mnEf8b9ZFpo4AZlReVw3s7igTxhK2fF8MR8U7bv7O0xDnnBgXKPiwmnZoA
ZeD43nMm5YRt2WrWcdK8xoakb5v5Pcb244/ES4Zulzqart3HDXII93bv5WKLwZftPUSDrx+Q2uAR
VpWIDb/oSg8OE11BpKx0bJT2cLuq8qcgTohtWTVYlHkeWhJbBWLFPeTcp8Z++ZwuKkdRkGxkh5B/
ZQPCg8lB6esDEUokO12IKowHXB3uFmumDBnpWKK3UBuaXsOF94uzZqVgPmutt6N9UVpc+E2DNBuY
HXPcmUlpxgdvRlpxT444AHdEmjHdDAYyjY/lBBJ7q42i7UND5KLfuV3nXFQwTmJb8yMr9E8bLw3H
Ksh/NlOz0M+DAVhkl+Te3rfjgTTGryIytKABE2xpwYspJk/+9NIq0TJyar3/16s8gGhVl8JPHPSE
IuIQm3762NqzYXYbt5jTx6ysc+du8vxkl0dF4oTarCw0Oa3SnTbG6ElnW9a1FYWkwBPYOi9zATb1
mpd8x5Q7J9eNR/Uxo46KfwOgy36XlP7gf6AeI+OPhVciLTmh73goMGonpUNPMDhonfRKgJmVmADm
NdLHW3RTBxmySBtwot4nmEJZ/dgmVEy+UEFKzwiSzeVRBS2iq2QYZrMbrXr6qlUDCHqEJvPC3A4g
LuojOrXYkrVJ7mghpSO4AY0DCG4oHTVsR6Qa1MYHhFaXm7yJtfGXmVQ4jHt1ZdkhmxsInG8WE4VJ
CtpbAk7hfs8yO2tDjB/GjEhFNXOnTA+ZjibBf150mhTbZrTkY2K50v2AimeClpgOGLm+r7DMxkdA
A3W8jcnLMDHXUgMsd24jma2PflA+gmOvW6qvkdak24rkuHgYEclP2bO5BkYHIPeScVPp/4ydRu+Q
PNqN5i2IYiRfUrcoJiDarXxWbelkO6NChidM0DmmnKpwbnPnVJt+jTPKgTtIL+Ndo2ctWD7ER4JH
EeUzVHuLm8D8VAej/Dzros8eIG8ELcQFGbSihKeElMjDXBjxd1dz4vYu6oOJuEVlxPyi+V2G2Ky1
5J4BoUuEEsepGO0wP9e8TVAhhUlDaI6tPTdqjzJuSmNk18m8FLtSjDkS+YhvPcb64PwE5l+DzugC
Lz5oWT4cEytQNRrfWZZtOlBc+sM4j5q1hUmQtDtAB0axLxLytS3OadEzQxfutmumuTolTeuOBzZR
40COSpW+jWRgZR+nXM7awZFGQcWwjputibRf8GHoE9IlO45L41zMCyI1n8o4O8VRi3iBynopQ+C7
9dEVeaKHyHnxwDPAHOOEkQHt3DlVpQNUoB+kRcnGaYKmIpI1QbkdtNQrSEW6bPzpayQkm7zzHRWK
IMj1HdQ1p944UOKmO/IRszvOC6N6bmDBIb6neRH4WhqKuEMtGozLkxEX0wRag5MZmf9YBsKeQ1YZ
gnKMC+Gw6erZfS5ck+xzYbmIezkVsoHL5MKc6jsFqSgvVEKwqkQ45v4cP6NMG+0DsnxR7voxaM9e
ZA7pqbGr5NlIJm8K8wlybLfpUujJQBX6tApVUiLaOiDAnh/l0PDvyTI8/x41Kq0g2WkhDQDd7R3U
1FUGtr5IXOdbNE+gSCNz1vwQ5CmZMw4otULguZs71L65N4xtnBEjqk2CAUr2oBLXk4+aa1aPvqkK
8ygkCBhOMqROrMuR8R03Y6x0vlsxZdthaKOvrg96bOPCbtuh7OOwkoCTGsSaVemdBOJ2Xoh88/B9
6u2OOVimkiEZSMTqA+d2z3gy16Bv3XHITlzpfog6+1zuEEALfrdEkCwCRON27a8uq9JvDRK96lzk
FYQ/PYK9WI6J9QuWSTM9ehKs7GE0SvEddY9hOunYLU2Y7lRZ91lGbXcq7NaodvFYWOMRhpS5N2q6
Fjs5xU1yKipP4PgyZXOZHoY5iJ2dwBKRi8xKeqA0VAM1/xkHl6E9jby/fjSzMP6tE3SANrmPSeXB
6vm2iousCAPl6POu7C3MGDa1lTRNjPCFhGREfg7I0pSwCDcCMPlnw1SZvgdums+nkgpzt/fmqlY7
HjXOuAVKVL1MRQMkFWiOG0xh0WREUt2Z7YuHobYKpyEy6tAA1m7sGisxtz1d+eKCoP4c7Avsf90n
E2S0fGk05CZ2yYwZ0U7MTmzvJy/xvY2dOLO/RYndmL9H0lXqA5fw2O2I3IVzN1Cc5uXr6AAUGxTL
FQEz9UzgXHOeneyOnw8ThSiGbXNKrfiQZaUr0XsGOb6ZodXG9gbjzqJE8FIYI0miO3chDx292pAI
2uNjn7XyMywUmR5ctzSdw8JiwCcFvMzGyAtIQU46G81hNhCWBPqB5cpjxuH50SYEip0VRKm/T5sh
naAoNEmWhJEVF+pD4Dadd+aiNbwXZO5J9zfg0dofRuTI9FMD4sh48CU1123r6c38CK3KAF0+TQv7
1WuCn0RW7rGyUnGNQzrZ5EZvJoDgrYRzE+a91iR7lQr9IhFV0LdtHwPPjnD2Bks7jeK3K9JO5x3n
ap3Y2EYSaeWNKuN1TddybJ+/Ha0N/mFd6WuNOWOP6e29geDV8DF1DUGw9HMYA7A160PrUY/4UrBz
/9IKhSLr0iWmowromib9urDrWqn006zK761KL/cI6hOINA2G6cZL0u4gETkfTigcudat8u5SCHxd
3UQagaouuACafEjXvi4UdmhL58JkZKAhpHC8tHONuldt0hgXQofv5RU/hcqgh5jIOGzc1nQhfvny
H2MQxY0O9hVMYUEcLjqZ9BIA6zhrBJb0lDPajpbdFz4YDK77eT5RMswrqiB1/dKAwerup6ylaQWv
5HvqxZQEwLBA0jPgeLxfbb8qOhM8DHhMfBzHApm46hhpasrjwOzEQzI4+dnM5/ROotSyIYrlUIuy
GlHMzoO2gdZ9+P7QV4V+C6DUApdC/Yf+2Fp9oOGA9jZQlJOHZ+xXtNKjvWZb8Epsa7iH2pneKHJf
TZWNr4OS8Bd08dIufL0L8P4Sc2lN2WmMm2obj6Pz0UHS/3GmocYWWGpRY3fhMMa3vvjSsni1/xgZ
fSVaOAYT5Te8Hlm5PIxbO8hPUoGXD7PJx6fecvpJwe/8g2XoBQ6Ekz+gLhGrEiO4iQxn75XIpkx6
C/vInfopCNtsKINLqil9PmREJ3vvuHkaY3gmJvsu91HgQ6LdxDHw/U915Ti2tIDYqfRZgQcgDLwq
tadRYIy6YHfWRRl3G9iv/Q5SVQ+fTKI+somb3iMDgagidnU5tQ0lytSEkJpX2rOvmvSfhojyq4C4
Um6s2Majxczj/iDHfLwBSFl3hGly42boAllf/m85Zq9Xm8vOkXMTT0/YPzYl6QfCjVh8QSfcYKcl
xw09NTTewKsa2JDx8tCwjnDyf+1BK76C1JTT/VRX1blPDfNvTVSW3wbQE34BQYAi72odsaulX94H
6onkSt6DJw++mNJJ9E1T1sWdw4reQmOtTtmf1SD6LSZb4Fmv0FilHcih1Hr1lCcRbKOsj6OHgEwa
ujz1mmRTKyu/pab45pjQbhZQEnDnP42b/7TT+mwozMFT6imh2vbFc/3pawYb6WJMWboDwmT/+/72
XJ3sP3PEIgcJIKII/L9VEFu8oDq+o3qyZwc+eSkrMJ/59AK3V2vQR9dILqJAfuLZUd+Adb81tE8Q
hzCFdtWV+Ker0HAgGZmekOaWx97XnEUFyflV1brcZ71j3+mD8F+K0u5e3p/0so3/E1T+TBoJHnA6
VP+Xi+T1NncLA0i+ZGQukOyzPdZNiykPVTxNmNYNVNIbYzkoZS2iJgx5RagSdRNMhT3NT1lvyK+G
8rv7RXep39kzwtk34vQbuwcMAV0oCtzMbK2XRc9oyMC4Tk/4WSGg35FwGdhh9j14Vr1HcSJr0O16
fzHfHHMBC7vg4F13LT8+doMWKF45TwSPXwg4jfXWl3ag7austRHj6WTd3UjE3lpTlEnguoBZxeZn
FQoMahQWErxME1XKp9qsPpYys875NP18f26rjG/ZKNyx/zfQ6nTAJCQv8+fpifC8MNFTLHlbgOZt
X3gvEaZAR+iBzq/3B71aUDAJcJjoJYNI5h9Xl23f6cIYNFc9FxLh4U0QjzzboyxwGjCuKsO3ke5u
fwNzaa8SPfJZIFwQ8dg8C/BmfU3Jpp6N3PPqFwCoFiprM3LgoQpyniNJnRafqga99DthpuaxiSmy
7/25MfS70jT74CBiSzan2bh4bt1eRDx7n+ymlHs41PNDM5rbpnO2uTdAU41cL+63hXIn/TA1Vqbx
ZnRQpqZCGSCagp1Q/CTsSB27SDTt1o1l6W5EnaIrQpJgfbJETHEdC8z2PCSoOmy4dMavaRBb0T88
l8X8o0xV/U81TP6DMgfI25hExvLQ1Kaf3dj66+0BKvaPQjTJmAv0by2+Bz965nE9lC8s3Hifuzyh
9M7sP3qloSOwOaEZnUe3IRf2KnwBcaRjvzCPwKaB1F9tEA+nF8tnAZf6jeHu8Zd3LvCBveDUICPu
7XlDjAMWcDO+V6mm36P1rlXbHkZ4fHI4xskp8CseevqQdD8KSum3zuc6T182E1UrEP0wkyCDrHHM
dj140QRm+qUlWYd9JVLYeGY3qehgtLDyNnXt0MJIqRz8pJ1G4Tl3Rg8lHYdCUTuVmEu+f6bWd80f
uLjPrUoSRiS2lv/+n2s1coEHFHB/XyplxZLA6NQUieylXarllWvuSrwsvto6Pkwb1FimG2TAdcBa
hke4C4QKWAuIOauApWp4BVY01i9eNxSPYu6jI2gaMS93K+/o9+d6lcUxmokoLwB5TjSp52p/TILq
Zx4Pw0vNHrzrqj4FezWM9qd0NCWEVD8zQBkYzaB2CZnWs1u0ZbXtKCliSpIjVIVEDXCbjWHTihlu
/Lp1dOPHoZiGvrADfw2Y7uru5dnu4hVKgcR2YutnFPX+L1tYo9jRtRjRDvD8sfjbYwrBwmZLwtwh
wsExef3xpdWRTnpN/6IVdGfboGzOIOT0vZT5+Kvl6qg4uyho3fjoV3sOzBu3EykG/7MM/3rYAmFB
WmC29mzhHSwPZud6H63el98ML4UYVXA7EtdLr7pP57QqbqyzfbXnuJvIOsirKPuAb18vdIS6AQVt
7xk5JToSjvJz9W1OxeTsnNb1uhdpYSbmF6PzT0DX54XToznHaYoRPTLtLvtRCCsJDqOdz/6BDqt8
8qcUmZaMPSTD2R6wnO2m0S539D/MFFeNFo/dWfZ+e7SjRmnjxu4gI6pDDIEIHDQOsSjiGJkx9jtV
A8FE50APXvxpwYjPUdlCtxFGGmr2EGeHrGInAL7vmz4cRWRGB5pIWveoVByMHyn0B78Rv/Xr32M6
TfbThL9H/dlB6YBxh3ZCrW6jIyDfPrqRHvj/vH/ErjYxFlV820W1Ex3Xq02c6L3X+LMInpGeQIjC
Q2/mGWu94r42k9oN8dSobkmvvnnX8DQDXg45H2+s17uJHn6FWgX1SVUmDQCENLY/dlOZ04YUrlik
fGhWfDGEUUX79ye7HplaCyBRrjfyWAvg6PLf/xs741SvLHzdXvrMbe0NWI76B6KEbRVGk61+KGeK
nhoI7tpfZnl/xkUSkBwPFClcy9fjxu0AbkKV4qw5UQ0UpLJ2RTv4n5MhrsL3p7hGMTp/xmKkpcq2
XBGrwzKNBi1uQ9NeWlXL+0529Y8hwohOS0xjWxtNYoWFXwTOVmLMnt7xWHDvOseTwfb9H7KOGcvv
WLCquBLASLlSz85smsd4DUcv06B86zhjNfg1l0VJG29EzsVecCjbUvSz+VAkyphvBI31viYmmxgh
cGkTOhbw7uslnw0/qz2oq2cV6XoKlB81m6GKxktK1xRqMU2gGyt/PWFGhHizeODo1FRXm0uYVEw0
FJ3OqBr1Jztz6t1YjOOHIoe1v2kt7khduFMFK8+Vh/cXe1Vb4qMHi/guZxnNWTDmq4+egN5Az6HL
zo3I9YMuR/2hyvuIXnSXOkCExiHsUsv5iIFgGwK7LW987OXv/+8zdBmfJB8VNY84fXWwsniKfKCH
2VkM03ivGZV3cMBMh1lva7eug7fWGZ42IruLnPLVBpcelfrISPKzmutyP8RO8U169rjRYDcdIH7N
39B1x+C9y7Nbj9Lr+LFowSMsovOkIXitPnHfjBod0CA7+7ML0LwN0ic97puwAZhxmmXQXCKNVsD7
3/aNnUzlkHoIUwbmur58lSroGEjqskhDweYEPIMQbWKgErFNkjRTJDfKuIWsf2Om1INRA4Cfwodd
E7o0A/GkNqmKM3Az99T1c/fMzpoBfWM9wBvIcr92syb+fhstKjHLk5Gk+2obp10Qzb01l2ea/Cd6
TMLajhzy0BwjZJz+fllJ3sCFktsA/F4dGUDVejRLNz/jONvM95UW+f/mkRV9A1+Qtyg/oDZ2Y3pX
jwmOCVjlZU1xDkTnfBWU+snBzVbnkWAgbLCvC2+vV6o69Fz5m6ozvTuvxJ3GUdq0q4tGHamNTx+i
SbtVyXnr61LgQE2ZWv9Sjn4dHLtEIWIfZeU5gsR25k/IXeYhBtopHa3OIJ3ERmmV/Msq2TJ7nnMY
pMNRXmR5Xo9aF0nQjnVSnufJFUc3ULoborEsD1UtXbFVVdds9TKAJdKM9v/wtXlL/LGqglm2Lrny
RkszTml59iYwQtsRiCfoBql+R4gp5WE1ozT71197yTN4OMJDZaHN9Q6LB2DNXmKll1ozp54icwtF
MRm7OOwc5IdByuWA14ShfVADKcKBDNE5eS1MJpAteprfSOKvM4Pl9/iUKE2EBrgrVutvOjGmtV2c
XKZIWMDrqnGIDgnlAIKKXYMCjEn0VRhkdeKFuurSetfiPttvE+pi/o0PcnVjwUCj02SbaDuwK9YB
ZtKTyB9MS/DcT7tfE130h3jEHfXQpwp5l07quImUQG+cbe+aaXpXeuAR3g8Bb/4GYhsbklwB1aDX
G9KacBSnUZxcWunMu9E2nKNWJ/mPLBt+jPrsvSRWgaZnGcXzVjRZfCOwX51ClmAx0uQiW5R+1s+a
aqzHykG771LqwgvhYzQp/cio3Q1dF3wzaBM/IAqW3MhFDXN9VzMstUBsjriu9avHXIWR5CzTVjuj
KpftqomWzzapeafkZpC8FLbyEO5tpgWE0T3YtLmP3ZThASn08ePIxrxRVX7rIxAVeEU7/CJ6E68/
gqKuBHvDExdLoW6yiUuA/GqqZh1xlFTfWMXkPYgoa4/V5Fc7zu18Yxdc5ROsBw9bqHIUNKhurIKh
QSFSQ34ckVs3Ec8gR9AYRRXjIffs/MXVKL7vkqTJf6k5G8/vb8Crq52h0fvheofARgN0NXcQo1gm
O+wAQ8nqiICT5Es0+qNokunkDLV/eH+8N3Yc7S6CEaP6kDLXG35OjAFUQXIhtRqfej3vqKiZ+tZN
HH03O5H9KRbshvcHfWOShkm8oQJNrQT9t9cfOPMzNJpHM70EyNh+1F2TsNIYLmLdEmtn7RYj6K05
Ln1+Cs80lK/c5yaIbC5MpowGqfBRy9TmrcmzGi5ijHKkK0ChWmYe3Aiuy5d6lQCjq0BhDHw0LV4C
2upLavUIE1r52aW0cELTyxhJk37W4WtkFBTeX9C3ZhgsJxiiGmd4XRSze0lIBal+HjysyBVl66fa
mBC3nlMPnJeT8ZrV48/vD/rGKTFNlIvoEsDKu96qsatZ+lBoZ63XgnojgjS7WGPp7UTuDDvKY9aw
LcEb3nup6904odd5E9xHKp30nKH2Mv5q36IsoJup40ZnUWFth7zAYLdwbVozRrjYiEA9uvgM5oiJ
bwIS125bY7d5VAac303W5eONY3T1sZcS2HKD8pvoba53dFxF0VSDNT8jb63fuZMD0jCROELt8g4/
ohuf++r8LKNhJcDLA744DrKvz09kNqpTUOfOvciS37MXyXjjNcNYoBjr/kxy0Zn/nyMue+E/ZZLW
NEWGMG189rUkCKOh0A9NlJ36EmEUBK2n4On9vfXWDCmmUl8Ek6Fjuvl6PL1IawRj7PicNPUPofXw
YTove5ZApBiuTL7+/XDocYA5WUzMrgIS7eE0pZ6WnvVOJl9AIBanwhPtXotAS21JCP307v0RrzcM
70aqa1xwf9oJq+iQuGKkm1KnZ1fvMVAIBgMcnE7NY6gL/dbXuwoPMJR5ZgQU5xd6w59q6n++no+c
kkFRMT37KbFOA14encrB6+qdaotp3vleZN0ZMQDf/fuzvP6MDAzGxaMYgMXxOgYak5k50nWSc6xA
Mm2nOsi1nWYnmRGCA5cvUJvglL0/5lVYWia76MsEXC5U4VeRAdg8mphRn527rqteogRCBnDVIPjg
acp/juZ8+iey2gIJ/jzObvkeXWfU9CZoS5DbL7ZV9AJeb9yqSxJby6zsTLSOvhetjzh0EVvioBWR
8xMJwwRBh0aZUIhjHu1ykioEuN78dTziZ/CmJOyjK33VRI7wbyx66aXnmT7QELapk4lQz8aJtpTm
Pb+/4suKvrrpljnjhseHBsV0FY4g+E4yqLUMhoWOmm5QKvmznWi/+fwt+ySgVrABJlZ/L0sBzhqm
QHZ+/xe8sc/QBqH5gjcbWgNrz1w/7o1uBh5wRtUnjp8XyRtrA/8k+h4MTmVu6NYMtzwI39hnqNZy
/VDeW3b36gSjG4HRPcLOZwwd83EflG3fbcym6z7TBmoePN5M2YbaT6E9OlGv38gu3jjSpBRcfUtB
E32L1T7L8UjQHIT+z8ACfW1TG17+OLTaAJ8TDgpECn/0L3Aaq78/0VS7KJCgJrS83leB2R8mu5Jl
lJ/RymoWo3KVwpiV6b+JkUbjcbYseeMquH6d4JGpwxhzIKEv4KGVtI8H6BrOT1ScmwLWdK/jJZuD
dAOclWOD6NsgZ3lXb4G/s816kZ+MQsx7Yai9Z5Y3IHtvLDs/AawgtqVAXtblvqakE49raQkIrO+f
zFobD8LxsWaa5+hLgFLlLsqr8saav7kCBsyIxcaXeLpe9MZQuOREaXHGX1eJH1lk1/kBAdaeYphm
iSey29be6WQa/U+9t5EhMNA6ayGoDv0dMubdHGrNmN56p71xhy16S0sJgYoGz4fXsc6sa0O5QUv1
JqvIcGUQhCrLFsYCe9K/EdbfWHnQccsjhSogvc5VqUJ2tomGi84uQD0s3iOS348hwjUtrA9UugwI
szKJPi8aBuaN9+gb8+TFS60eeDSp/Pqj05JqK70F+ed23QC/2uIFuI10R/6rUZL+9n4oe3OwxbXO
BW7ELbJaVEQGqrRvZXWe6qz+ZgQQchJL0jyujOFG3H5rSYnZ1L5I3+lOrM5y10sXFjoVMNtRlX3w
wLmUG8dJmqMGs2WT6G3whDegcfgfZohDgsdTl8abvb6gtbTqYHOU5zbz5T3bJg3501AWNc0TX94f
y76+miilkNotTz9eCqtdY8ge7xscNCB6ONZ8iCN8kE5RWmYv74/z1lIujf8/3TybPfL6KKgJ7KqV
e9XZ0wV0f+HmO0m//ihgNjzGUd2IkO4YSNP3h7269+jSAvFDpxXg8vWw+QStpply42zTIL1HEx/O
UGTTf4aACmNSQmG81U282p8MuTz5qFNR2UHI7/VMNdunCI/xwlmgELuP80l+zOIOAf5CSYxY35/f
dTqF0DZvZ99hejTt1uXx3OoqpEoN85wak3zyymb85I8QrPZFgewdgna10xwHw4DGmWs5PlCNd0fP
/JZe09Xn5WdYBocSqPMy69XntWhKwuM3rPPA8+4IL1JdcPsBDe8PJdZ4zkGfcCS8Nfllc77KqxiV
ehy9Q2BQJtN/vdRlPlaTyGzzjH1SfknjATk7FEw/0Rwwofwo1fzEjhwTNr2bL2XdpjslPBy6MO/D
trqBRD+1sfr9/ie53nL8KE4tSEtSyyt0gJdOeUU6iW+GnjVHHg1uhP6NnfZHoy8d7dDjtXlLce96
zzEmLQKax4uC1VWg4kWfVsq1znXpez9SHOk+NMgAQGyKzfD96V0FjGXNF89hPA5Q/Fm/WGDQzYg+
FvZ5UKPdbdEBKfNdO2q3ZLHe2lH0tCg10zRcEtfX31b4OMA1k3DwA8vrB5r+9ncxYJIhhSH/cXC7
yDe9Zd2K+G99PFfnMltSR+7s1Y5ytUlVGb/o3PV65m56Z4AUl0gEQ+i+e19VH6A58/6CvvXtiBIk
jZweAFerIduuodchWuuMhbH9oAnPbg75qBBuqAb/lkri9dfj6UUvlzSJY3o1vwrHV63IUuvcJpap
ffCQcLDCrpW6++v9WV0l/9xIy5lcHj06OMDV54MyCThydrDStXTkc+1uebQHWaR/iem27Esf5fbd
aOEQrRCAy29s0uvNw+iEBib6VkJCabEu4951znVioHuv1ehQoYR1RNym3Qm4gdomcKfmRhp6vXle
j7qsyX+qCHnWJHluaoyqT8NTjBTJXQVRBxqH6fybQuA9/P0a2+wYpAkXSND6gdVCvx8x7XPPaNHn
Ye6bcUi9McH2R8hHFDOabRohJ4zzSf8/zHTJTUiJDHLb9XMyHQQ2Mv3snoXuYDyZ23qyjctZtmEV
oDoWTwITmPcn+9bikmN6FPTIMq8qJejw4i7Y5u65yTP7iJZfFNo9Do47gHUusNHMbX6+P+Jbm8gD
ZgvO609evTqYqVR6nXQZW3icVbzxdayGQuSfcN5yqxh6tg+1GBOPQuBU8j/M1kP3kPSY8uUVhFa1
RpPPLccHlQnvg1VnhQqxutS+ooFp7RbMzN/f4Nzd/zeiu3pExoHjTpEuGdGX5wbG7jYyk+ZO+LH/
EHVJ+onLR+S795d4WcJXFzgIDXr6wWJvu0SKJTb+58Rk0+SXKQaGF8Qt9KOjK1eBoa5++zT6uk2e
w4k10PXcIdsh0CZz//YAYVYMt3Ih+PjIx6+H74dOh4Kr1Zc+EeZmsmV3MRKjD/l30bZG5PrFaCfr
3iva+MbIV3uLkfm43Nmo1b7RVaqUI5Gkay6pSEu0Cgw7bMahOlhjkqBGUotTUuTtjdX+ExBWy+2b
VCbIERCK4l59vdyiTZGPknZ7gfpWB1tBCf1pGr3eCLE5Q3XGbux5U5uL/tGMgpmza9Cd7zZJnMBM
t5WWSmzlcqronHj4F9jkCGxKU837ZMWOFu0zOYynskOMZJv1vWNs6iqOsq1upzDiUc7sUTqCU+1t
4yqbn3IJme+v9xNQMq5SlyNLGr7aT01d+yjyy/YSt7Cm2ko0D8j/tQeknvwQXygjxMC+DjEYbb7Y
Y6fdCIvX2fiig4tCPnmfDoxhXdysS+EEJapmFxe1jR51By347QL3nT/q1jTzgiT/xIDVdTSJTAr1
saNmdHgsZ/iW3rgCl6m+/tZES8w5lk4IBdf1UtQqs9limbzAWcNCVcwWtpVT8iM1RufG8/96My9v
VRrS9Aeo2a8rD3OOIEOHYv7FREZ0N1eL3Rllj12CVdpd19cfPNusb9SZrq4DVtpHz5ryCkfpiusE
ThN0qCe6C96e3jboF49xRZ9rnpGH0/367+vWy4ALiB9w5BuP8iiCdx85Q3dBu8S+1JLGKHeOthee
rp3QpAOIM/RNGhrpXBbb2Ld66i6YE7+/wd9Yama8qLRToA2ABb0+wQOSFoCw6v7iN2b8kV/6rc8T
cRhsVYR635rHqDNvIcyuUrmFR2CC91iIuEt97fWYSqQIJCu7v+QNytXbCjgn+BYHwZV+0m28cAv/
YJn46G1qu/j6/nz/mIastjGVc554PKRMbuPVhLFFlKCjhvxC5Tx+GTO9OPqq7b1tU4oSiZ1GTntM
e9GI6op4fFBG0H6PO8SctBYtrLteGj3svkGr/hmRP/+Y4ly+75E1OSLpKzZW/Smu9rpmBscU9uEh
6cFZ37jKr+84ysBImPmUqsi512yYbNKHFoOa/OJkU/qtg0H20CFtZm5sZCNCLTfyndHT9FBeHm+a
2TLv3l/CN04KOr809amEIBC7hpAFXSQroVfFpfatGHsiPf4QaxiWYg2Ipo+ovRtcsrV3Ok12yu1A
F/hgyO5e3TJ9nuW4wBjlhQZ/+yBNLzviETGg/Pj/ODuz3baRrW1fEQHOwykpyZZkx3FiR0pOiOze
ac7zzKv/n/J38EeUIMIbaDQa6UaXqli1atVa7zDPPd5sevHiOEH4VqlW1rl+P8mSlyNj9JpArv2S
IkT0fZrrsUM3TYcUPVvVD81I5g3AdwrbhtluQFFKr/Rzk84tmrRLvNGY/cdaU7PvGjw2z5pm9Dkz
jTsgyir9KUngw6x8VlXUcRY7U0DFUVJFBOAaUztKDjKmpZqdHMDR2P9g6IquvlkXudsazfCL5pOD
GH2CwAw9RC3YYlmdlHvBadd2eJnYrZf1ZfSfZi6lszOHer2DPqcb7og1piJAPFPkphyzA1AidJQs
NTSfSzXNJe/+BlnagHx8MACd4Il4aLNRFxWriv5TXWDATfIT1fVWV2NEC0vEPzy1GqzHyXKKaWOQ
xH2h1xKj4E8zZY+cq/+GK/302gz68FuTaext8INOEQHNZnOnylLqoWry7/0fuzhNQnAYujIbGssv
0UlbpKng0kG8Vrp/ANBR7QAVKBtuwQJFUK32pqayNj0KVA8odSCO2rfRyq26OEwfw1Pnps6ioKvG
U/oyFsZ+2sBEcFCw1JL8ocjxh0mUjEKLbYenvg6dlfEW8R7qAw139PyR06GeeOUyVs6+VefSnB4m
ZHdM8GWDan5roYMQBgOr0H5lKAfDjUzjVYL2raHBUFPMY4+TSiwibzlPiV+0dIvKIJO/IPOQRZ4G
PORd4jaOPdzq/w3kcFqZ8BK38jFjbF0gY4CiVCj9XK5w5tsQ0uwJfIEsT5qrDUnxYE95/C0shhxN
JHiFD2ZtsdmMVrW/JFkPha6k4fCPWaM+fX+33fw1oG6BrQA/pku82G6Gik+XAK4f2kYK8QcZM3/b
d6n2pkvgo13fMlWhOeXMP+gdx8T0oWxiDy/nOX6h4t2uxNbFVfyxOBx+ymJgw3gWLk6qWQ5dL2dy
dmiz4U9kNv12zmtUqQpfo1gVIFNgqWhVyqGKfNT9pRCf+69wJ4a2eOqjhECCx1W82A4pdolyjYjb
QQqpKJuhUkwu0eE/OrfL++eHEpR5mvM4ICBmfrkF0mpu+yhpysOAPtdbUwU/4qnunjWfSur/MBJZ
JOk6bwb4oZcjIapb2VIelIdAktXdbAYWmqu8HbZZGQzJ7v5g11rhLCEbgooNEu1kAovNhPpU3vVd
UmAvEGZ7TUvRPMjTJnqFdVcUb81YFz+nwZDs711vtu+apBWoT+GC8+AQjKFrlK0SnKWW8vpRp9yj
bkBhFoYLRrz60/iJ2XsxlW9qEvd/+I1dx4eno0Gxh2LEEvruwJTEo14pD9i/A3xG+G0Y93FrBl8G
qVYUT0ViekdXdvqpz5k9rOz5GxtPKOnTvEEARuQTl98IVPdMKS8pD22VxS9dmJlfm7kZfiryoD1+
dqIWFUuhdYMxggDdXw4lFXWvN1PeH0jqkQaGE3uUcsnYk1mkz5Jkhs80Et47Vvjh/sCLsiyII9Cs
BnAnGKOQ7ZZdnCrvZctHTxPVXTt6yjoLGzReuPrKUl6FdCrMfEfAEGBfqDsswkdrR2akynV3mK1U
2Y4tNvZ5UM8PsjRJXlvXzeMYVKf7U7u6sOl+E8WFnbBgxywvbJM3qFWaRnmoVfDrnt2m1bZAtPRN
HvHQRPGrsL4WQNYRWPYDtm5Sp+1/7/+EG9OGfcRz3BatuStGdIMCZSg4SHuaPxbq0UOJl7w6z8fY
HvA2KciI3LTL+5XddP1RTXy8qJtBCWLkJetczpPYGJDJOhTYyocuqg7Jq9aiv35/dkvwA5uHfIS1
xY1TdB6XL30pKkFw4ah98OVcTrdDg3rDtrM1LN5n5IeLH/XsKKM7RXGEjLUTKdI+sdW83Q3IewWu
jaNz0T6W3Rgp3+7/tOtvT2OSNRXtIhZiyVqtgT32yOH1h7SjsKe2RoWzt56MezSkc831nTH544OK
2WL1Uu61FneO+z/g+hOIziiVIEFi5dMvbhKpQ7S2M9LhoMiB9l8NVlDnSqk+f/pcUZJGr4UaIsVi
Y/mlU3Oop6a0+kOPOuTPVEt/CHDqFhRq+QTHb3gcuDhXUxORa17cyJxkkCV01UGIkySKbf9X8TQq
W/RSTXU8TOzdr5jglaUngOydq1RCtBFQ6PAWWS11PK0dTXmPu3u1y9GWmDa+oVHxHKkcRV+MSApB
O/KA4emRjoanGUNMrpc0jbXJFMigHqKhiBfCq/YR8MdQWycPa/BftawaOl8SIzAxZq1ybBU597E4
He0+c8PZT1/g7Ibl98QGX0hfYgJZbvVt9xY4Zs7/Cpmu8juquzWCo1Q+9Tcdqe3uhWNlP+bRlCi/
FKwRnD9zrzS88iSE6Ldd1A/mExpWjuLWo1mbQsyA939khlB2kats2WRS0Z6QECl/+GXnlIfKKLTf
0GoaqKRZXk2qS5RQ8g3MfdPwygpDP2TPuvShHMs2P5GESn9yZJ6dR+FIiZ4ky1K48DXRH+yz8d+w
GJ0nPcdozMXBqLURIbdm56EHW2R7KE33T84YqTUIEb9+p/qZvCU9tH8sxH0Hzf6+Af/to+M4PhRY
J79JvM1YL/wHdHdGUR4nFcyYwtOsjr76EHd6PP5J4iisqExTC0H8EdX8vY4R0++0MQZE8GtLk57R
vu6/x0iqVj+jwem/+ria+xuelKXq9tYczC8l1IXK1dTaGr6q8Fckl5JP9N1Huy3xAtNPk61elZW9
V6oWF8gqzvCKa6IhxM3EiLL6XxYJbd6K7lrudbFNpQ93AvuXn6ZdsZKbLZ+lxDWiBqkZDy0+5pUm
zaz2o0myWR9sbZB/hDaO8m7kIyPqxlmjnVU03idPijO9fQZZMqq+hzCQ2GBlJ7+khhPg7eG33YiN
J8nFLmuZ/T4OZ8SDXJM3DYrLjlbOnw/Hgo1J3xpAMaiTZQs5saOAkkbUHCx00DYm9r69m6lxgcp8
1wG3tcZv6NgVWEnV2ZcGc0kIVKpyaJPa/gVgcZ5Wsrer/IllFNeCuIZg6yzrPz0aPlmrmjXS7djF
xr6OTuMkDchtBcq0cuUtC+Dim6EhA3RX3HqwDhYZBiSI2OytvDlwvPlQ3D/jgCRi4/yjylr/NVPQ
Za9tXs1WWmTfwrEKd35KRF3ZOzfmjA0SJWkCP42WZUXa4eXY9X6D714zmQ9YJPTPWd1E21QrlJWh
rioCVPwpqpEfi1cE3vOXUVgFtg3FfdAPWa1Wr2mSZ7Q6gonIkBZhpXh9GZbn+7faVT5D1VuALMWV
z6NlWa9Jy9zCEVatDroSGq9FnBV7sOvSs1pk8x9JCtCWB0G8tq/Fp7u4bkzqLuSmH6wSSrKL5Dju
czV32kk/YllDrReVdPMX/KcesVgTOqKaV02wMyKjqT1+/vSfIQbmu5nmVoqE+Ye8cuderbsJsBL+
voJ7GoXGJWxiTtuG3Moyjg2tjf1M8rdrU13aKGoneerYr1EE7OvpC1NW3tx8ZSrhi+nPvQlYog71
Y90bxpb7YPgnTtVa2c3YHhZb2W7i1yBELOs5zxJ0pz75yUGP8gYDxyZyyqtzpU9NOCrYzhx9g0Pc
of+GJEI9HGkRo06OBm32VXcKSV55st5YZDBlpG7UBdlsS4CVUY2a3Xe2esQ6wvEyxY7qHymJ4j9p
GOTyjxiRvc+mjCbvTOpN6EdpN6iNUwhAXXJ85WhFk/rDLo18p8yK+oCylfYPPo8ODjf44qB8rKsP
OrW+ckUF88Z3JmEETEG5jfi9hJcGQ5NQWtSUYw1P4pyNnfZdqiFlYF8nPdKGl/epGVTP+IvT8bn/
ka+iFrgj7gw6h3B62GeLLaZ2bUYRylGOydROjYuH6PxGMxal7ADJ05Wm3fU8UdwQ/WdCFziZj9v3
r+xR76PGR+FDwbXGD05GYRKrSmvWcE/xx/kngrm6V2ZBUMNby4M1M/Xri4K5/j28+Hl/D69pQ9Fx
ExwJFUI5V0L4ooLw44Zk2JucqPoIZy7/UyFb/x33S3XYj+oYr3zsWytuE55BePDXFVZvytCmz0dW
fOx8Wkro3+PJooJgpA5hfZIPIQzOiZqgURFY4bn20VD4a8pBZmayWZnqMZSHRDt2so3FR5EFe/wA
zQgHBr39x5eSOXpGSKFbczq+PspgLAAzY5zK175qjWtxOBUYdZpHafaxTQrQEp82UxdNL1ZpRRs6
GcaKdsHNEQV+BioEZ3lZ1LCNoXMKiqdHLc/KbYpNeOOCalZeS6c2MdRS1cdPnx9BNCFOGowJ3Hex
pzrFl5HFtY6VAllVmwct22YSmDMchdpqZbAb5wcyjUaYALzCI3eR6ZiSbOAJb6nHBAnZl1FLzO/I
tM8HtZ8rN5HzARVFI4k2RelbK0+/q11LakWyQTGFRhvFicXDb+hRgq+zGeWwItCbnZyMMplxMpcF
pFKEF1fC0tV3pPRN4xW9a9VkAy9nKmPSRGojV8w0KTf4DEV75IuSY1Rp4T5Fo+mzK0u1jzBIQ4r2
Proxy5WtY7Tx8Ok6GkYs7cqKk1k6UeuFAFK3SpEop0QKo3cl7bXXT24gRv4Q5BEECvlKYMHpJaM3
1Kk+tnGrvsrmrL0kwCW9uLKMciUtv0riGEv0tGEWID901VUPMyK7E+n1EYSgvTeCNjnU3OZYzvSg
GBTegq4aV2s16BvfEkqswDEgZYK48eKIBBHeKnkwqscma43Aa4ZIeqsrw/ne4z+wRX6qW9k814Ge
y5TTT9Ch+W1ho3h5KOcwsk0JlMtR8vX0G6YJfv2PKccWIoRJb44GeD41rXZTFYdv8YiBxnecimI0
3W07KlbVEa+PDmI5DjA3XinkM0sEFKZMHK3Qno61WqAkkwmr0GD6h7RtLd5et45YXwI9ah3EXUFM
upx40WZdWFvKfAyoIWR7dTZ5nPeyXz2oQ059Nx+plW9GDR2Lajal+k2eSWdwWSn0aQKvE5fx+/3t
fRWyRCh20M5WBTidKvDlLyr1FDw4nlbHcmwDlJBMpUk9P+KJdMRCC0G/ENhu5AVhHrUPOS9v++3+
D7je8ygFkzsJRrYOcnWxJFNmTwHds/GoY2EBaB+MjEcPJjUf5ypS9V2EDfPwy2htbbWYIJ5hf71e
2H9AyMkq2fXisy9BLASs1uC9ELx0joF0UWrxCaxj0jUQBlwJO0O0bLKhCJLfY5cn3TYI5iJGUC9N
nO9KjGq7sykNo8XxgalZykpEX24WtN6EfbsABFq0Hq7Y+qMYAvHb4SVoJ0dvnsZc4uEI8q5trEe7
kNA8lLUs1CnQj4GpbGd/KMLUnXF+LPZSG7aAzYgZ89rxXWwZRZjECok2bhzacfy8yy3jz7mDMpmD
iyWFvMkdKGQ3jyH4jnpTm6je9pMxPRsKpqe7sp/UNV7D9bpQRyF00Dz4eHwtmWUN7VWFdVGfKlsr
H6A3OiaXAXjnf/rcCh7Ush/TnTOlSZK5KQpR5R6BMXlCd9ofPVR6/HQlni0qymJB6E1zOXA9AKVc
Yq7zNJH8UIq1pxS3tscWws3khhhxrV0Pi9I548CeFB1Xi0AtVPkvFz5tnclsUsA5FlRO/YBl3Ji4
6FRYlpfmmDxv+ywvTC+P5jZzgbsAzKrGBnDh/RMrvu/fx+bjZ/DyVHj5kzQuYfwdne1KKyT7KTHw
g3IziR/t1hXKDbCY4VyuDHe93QRnlESVuxcp4uWj3kmNtvZH037qdHXc2cmkFHtd8nFVLcLEq9Jo
3FiSYm7kBqWolS97a2wDDr7F2oM3W9aMoq7KyrFP7SeJlz7aSZSu6Eb5g7oPkzqQHmPefY4bRlP+
nao8glP3V3oRG8UHh3hJfZ6XJ3S85esATlrcTzxIn6QGYTwdrsuGiGXsZgmzhXqapMcmjNbSgRtz
hswj4BaiUHkFM1cI+EYit84Tz/G42qRajF0l7aRpY+pRfAyaAbcgbIBftXpQ1JWK0q0ZAyYARkOV
l70u/v3f7yFsifCvYsYc03Jr9U76OMW+9szz5dTkYb+lgm7v7q/yh+v7xYYGvEOpkZhCmwZNn8Wg
2OYE4zxP07OcBFq8mWK9sf8DtlB5KwwdPfHA6B0hFdj35lsuJ1NwHuuSPiU49uhrZqfGdwxN0/Qb
UDZ99FIjmAzLnUYrD06t2fl16c7yrHSeI5fTA44i8xqj8SowUI/BiwVoxAffb7lPxnBOS10CCtZZ
sRLgWqY01hv9TaWTPStG4+atzQBj0bLxR1pB6RCiUOc1giu1AsFdbh5QzoJGJHYt1iZXENzCGTHW
owr+POFih+mzI83zpiyUoTd3kjQND2VlDc3jlGOR9QtlXAc/tPtf01iks2gkEScslCwUfAAcNsbl
FqIjl+MqXMlPDvqgwaaTozJANhVssBt3lSVt/GBOjvEky8Ee+LLyrhhlZHv6aPaz1+hqM+PaOTjh
dtIaqGZDgduY5iG2P8Rfap8TU9EuKiz+Wxnsq48afzR2j7lfqfkLRmHm6PELzOatDMLQ3KYKXu8e
9ZZQe838YTYexrEfz0apdOPeQuJA9uKm7noY8VnRbwM91EKvVeXgpSEjDncgj1v+IHXQvbC1GXw8
Omq9Klf0szJ709dd3rqk25KOq2nHajphM76VPNDa0qX/liQbCcw3RpA9gN1mqw9DqrwCQh73deAE
44uiNSpaplqo6ZsBb0DrZzzM85scgvRylTCDWHP/Ay2POC7wSPhyV5I/kHAuk3/cJ62QzmX4hLKz
rOwMta9egkqTvjTY8m2MLKuKR3KvtSLi9bbg1UjBEisDxFWsZSjX5mDIGqN0nmytmr1CSpp9kwtY
ej6N5muCAd8nGw5sRPIjkx4L8epGrSN3UA1Btcp5guJpb3wsAF671hg2JGiY3d5f1KukiMEoOHDy
mBzVq2UOkox0k5q6DJ/RWp+Vx8SIQH8BepY1d6YTOFHCkgt7U8VTK9wWLVybrXaSk01khOFRHOt0
JRRcLzi/iHcsXVehZLvMrhvfplsM5+s5t2vjPxNW6e+8aOlMN8IxSmnxsLu/Bsu85GMJWHIyEnps
sF4vDz7JEVr9SCE+F4bWHlWG3dEBjA7mMBor19TVUAhLyDpyOZApxCN2cWN0Ye/zLDHVpxoM4JdO
jcYvUlVHXltBq/jkrHgGEEgpjRLkKUEvhqp7WyrsVtGecBUttpMTK7GnObXzTGCbpJXBrs6m8Bhh
FMjhsii3L1J7Wc1mNUfC5BhgfbtVmngGIFAMBzPu54eB3uW3rjfWStzL20sVAvxkN9SbkZG90tPs
pzrowDmZx9SJKmnbNpWz7VvfMN3JJIC5Utk6exSDEX/Ww/Gnk0/W1/trvEzg0aERag4UJdg15NWL
NR6HuiurOu2e5dAyi02KDn76FFRTNv2+P5Aq4Hx/pxpiJMpI9BFQP74hShJASUwGpeZ9BP7da2bN
ehoH9FEQqvW1r1Mx9YNbTUoZ8qrDMdULBjWTdnwsavNuE6Wm9KZ0YMKfMYVSeGyk3YDzoV5gqW3H
Bk177FdN50fLAx5vMBAuP/zA0XprJTO9OtzMg5IJ6QblDJrai0sWBEZHrRZKKeWS9tA1lvKCSpNy
8IEj/dvV0hpo58Z43OeCF0gsBTu2+EJK3yi1gvPLc9fPhZfqfvabu1id3ETLvmZlYa5cUlcHHGDh
B71FPLZo5S7Ga6TY6MlP22c8baZDE5k+t6mZzL+JBd3b/U1xdejEWFyIAP3I4q5aPABjnBixtPZZ
rmr1WYlHaefYsX9UgkrdNZ0x/quG47TyAa8GBTGMGg8NasgYKhWQy2A5WBjS41mMRqY1z3ClUDs0
1SF5ULoS2B2YH8vrkyL5dX+qVwdNjEqiKp5xlMCWXWp/KlQcslv5uVRmgIaSEU0/AR+G+/vDXH09
yklUJtgtAmYIuvFyciVNMx3rCuXZqm08X9Vcz46iXv+qDpayvT/W1c5kLJrNAsvGrK6qIbpMSh1h
5fs8Rnp+4Ayou1h4yRoRWlN4G+Xlj/sD3pocaAqYGZSKdbBIi8nJEYWxuMdJGgEx2WX3Iog/g7za
N+Q4a/vk45q+iFjijc+8aKvjLXeVrkHGhZw5GcmX2Q90exPX1Is3oxN39H+VLqTcVGkOWtdG/aMo
zeQMIghN5gAlDcMtHHw80Dx28A8JxvabBnSp9DIT0pUML35wKbxZ0i/8E6wGskxRpv80Y8ZWnGor
7X+RmvpZvku7EkfjPu2yH0My2N/qUSMLlrMJRgDm1VF5AisrYW10f50/LrvLmSOXqVKU5HTynlnm
Ez4yIAAcAuXZTEwEd3g21fY8eCbvt2kbaKEdHY3B0V8ovgW4SQYBdjpaiWl7rPPcoWnZZN2hhq2m
7pNoRO9KiQ1rdLMsaeDHN37o4MikqsmPYkDtLt/WtNWHpyxFRKPxJoSS69A1IrXovhUAuMef5PpK
tPGbdpRWot0iGHyQfXjxs3+pYAHoX5yXHvUz9FXr8mSminSeiqz/gugrfukgk7ah3ySPpeFnK+u7
7AJ8jMpzm/oGMRbEzCLGjmqizGVoFCeS9nQ/8gR47PF6PsYIGDzJWj7/SKiM4qcmG4cxSDMvmrCg
vv+Rb8wcLQrk0YAA81hcKoq0YyYXMiTJUw3EDjo/ZhPjYKc/ta4cv2ja1G64jvyVJujikSwmTsvX
AsIGv0CgYC9PsKKnvOMrrTn1hVlvB3rrkKSKaR+G6ns4dfPewOjTzbOpXwn6i1jFwAyInQhsKWR9
ryDlDi7SndIUw4nFHfZtowV7ope0xYz+d1bazf7+4l7PE8q1UIQA8sFElwcISDxRKR/7kzOAd7VM
uDDVZI+bAtGsTaCl8WuDRfDr4HRrdbvlc0jMVPSVANDz8KDKv9hb8AOUdIza6VT6Tn/o8NymSKg7
dO1S5V325WRXpkkGN6cizYwle9o00KgeR0lde5ktwvX//RKsgdCo4EK6Frkd5yorhnY8+eOk/mnZ
Do+GVsenpsLZ/v56L7PLj7F4/Yk+DiZwV2iCpI8kMzWa6eT0o0PVIZpn2JBovCVeMlsIUqQlsEe6
aLkwNUuj/GSYXYHVbE/HYx8WTvhOluVkXufH1Uuc+VaCT33cZIckG7JfhpGmihurSq67fNI28IbO
N97vT+LWegkFBH4/jaGrFAHL+IqShzGeSDxp9U0lMBDsZafyAbmueiUfuT4QlpDw5+GBtiOd88Vd
GvZVMbdUQk+WFfmo0NR+sp2zGS9OhF5x+KlUe1jjdYjT/de1wkfimUOziRSFCvpVcmIEfcprqFNO
Ga6InopF/YbHcDC58iTbx7AOlYe8QvGzTdQ5oPKTjCuvnRuTFrKyYocASSX9uww/qTDYQZtXPQ08
LraxahZPGZIi7lDK5r9RVPTf7n/R6xgLgwaGEIznWyKEql9Xc4imyUlqbX9rWknmNQy6NZXa2UlB
GWzsELH6+4PenCRYeMSJ6aez4peT5KmA6DKYiFMJffXBz5V0n3VZ+8WY23Kbs51Wzt71tgURQcOO
6Mpu4rRfjofTgJTOUHpPAY2nM2SktnG1oFNep7FH9OL+5G5tIXj87CC2LVXmxbaFM63VedJoJwsx
1RCahkOxb0CMoHaJ+xTOi5ZnZKAPcbXFmMH6mkWS9WlrG4eSE2eHzIhr5WofsxYlckaaeQIIokSu
jgb9wwQ+0zOCQp7crskQeTBWRR6uLhWGpfVIMU/w5kkNLhc6kxBpNSCNnPIZ4oHJu5iWKMzITRxL
xslCletoNer0YGdxs5ImXe0pEK7oVwHw0Wj5kXZcDo2ulSSF2myc0NKOf+E9Fx+cybde9VLNt0OE
i9L9z3xzPGGzxsYSZJLFQbWn0Z7gFRsnPdZzwrZFPwgASBx9sfsifKiRA1qZ4dVRZYZ8TmFgT8/r
CtCK7A58EM7qaZSk4T0vCxirOB3sJKWmExTm/XsNLm2NbH5jVBW5KhbW5imKauHluibZPKTggqXT
FFnvThj4XqEo3SYTD3zhkfQnk9tmDbt8dWDZuYQGTitpgiDZXQ5KZyLFVVCVThAkst9layqlq1Xl
e99b1vv973i9ZcVQgCzoRtAFXMJH7UTWeTUN0sk3I/lYDmH5oI2hfq41jK8GXedx0/Y84tAgXAP6
3xiaxjQJELh7Ts0yBSv6slPGKAzOGqKI07c0avRvjoHU7+8UVk6F3I9k7JBbhgOTD1CBVgLVjR3M
8HTsQKcTi5eHFQCPoKTW4VmPy+JfO5+6wzha1SscXtkg+bLXXFluDgiCFVqoKPIv0ST66EiDU6rh
eQyDDEtTFX0Q6Ds/UdnMXUlOjZUDc2MXUTXEPAIkBDiS5XhpW2vZHGjOaSqjoCFvIpnwpA7TOjfT
CUEr63lrOLBKtBPgolJEXAS/3sQ7eNIsn16olmyNioamK6u+/KjWQ1p99goVHo8wNYH3AxE1rUX4
SUsbPy1/ptupaJXy2I29vmtbdrlnoI5ibMymrPb3T8qN+TEkQtHkrgBjlyelTMySBDYKzqXRwarX
wl76XqfFOAJJqv77+bFgCoBjBP1G2FtEnT7UpTmhH3iS4lSSnyvsK3MPX62p3aEfbvwPl4duULqE
LI1CMcfxMt6E9G40q5zCc5045YY2bfKS12ny0E5tvAPj/ef+7G4cBD4djEJ8axF6McRK/9VIl1Ab
MCZuiXPVzTEKmXGrH9S4bpH4NmYJHh4cnP9hRFSB6L2Cl7xqsCEg2dVKnIbnVEV83KuDLOoPTZxb
6qae8zjBGCfBiOj+oDeuDgGEIXxzxV+DFcCANmHmZOEZb1v6pHSApHxXO530MMdjVT6jyfSc4Key
QjS53qeqOBVCXxchey6Qy9VVsjri9ZxFZ7tWS5wokDrzinrkplamtWN4cyyh5ki/iWLUsvStFkqC
Y1IVnYM8VPeglrUd+PTuGXmLYuXE3x6KnBn5SLbOsrQoD6UtVbIdnst4GCq3sPqpdTHkjKVHO84/
WWMXX4zqx/8fbXEi6tbWJ62sWURA8sVmLGR1iwWF+erIfrMWOa83CoOJMyb6Wtcpcy0pnSNpDFY6
vT55XWAjCZTpaY7FuF18mZEXOeac37f7+/PGilI+FN9OIHiuxN+UKghR7jCjMxXb6FFJO+cMxBFq
UCgVa47mt8cSoBlKO+j+LuJ1acLoG0I1OndM690pNbAoviXEGYpU/+xzh91PpghCSdx9VxXDSp3G
rB7m8Dxlmv6EDZb0nLaD6g1Ts/aSuzUtRXwzND7FY24xLTRuUrSFpPA8h2PGWWsaHe/qbmgCj4vB
+rTKprjtcAilYkOn7qqGIkXY5DlNEJ/NPup5Iqu965NQfJWGesYbQM9WVvI6Q7scT70MJROyoQbg
5vCcDzOYInATGdfBMDi/7MasXpwAVtFbM5SwuxIi4fb+/ry+Ji5HX1yCMUe+U80kPtf8v7+aQ/E+
hKYE1aVT3qKh6759fjgehsLahl4reeHlZHPfhxXJhXR2ans4Jk4sfQ9sq8crcTJ+15T+16pvt+an
QlOgrSYeqsuECTPQIscxIDr3k+N/l0e8LQozKL3WntM96OtuhTx062vSyhZxWpCUlxN09E6rejB6
Z52CsuY2ENPl524Kq2Gbd2o+PzpdJVvHIRrn2GP7rWk535ovNV5TwE54pC7H7yWrDXyQCGe71Aea
lyX502RVpyyXi/+yGmudg1uHE7FF4WgPAfGKQZSmUqSFjR+d07Luv6VDR61DAya4N4M5j1Yu+5uD
cWNwQjVEQxzx7//KaeiT9rCx5PCMyWzTvdRtX+3VopzKLyMoxZUi/XUJmeoRd4XI7GnYM+zlaFml
KQNY1/ic0Zfy6Tmj2OeNY2QAt3Lm1kUWJf1lA1fy1HBo+NNsiNxOVZKnkWLJSmJ84/qixyhyY3az
kJa7/DF5nqd9n5YcHKUwjRctcEaabKHv7AafnY2QSBdGj5TWAHrdP7JLKRFxTQsyM68bS2Bwl/HX
b7NIS7s2Oce56sebym+nd930a89sEkd3deI+f1eE3nETFeUpH6qc27w1nC/T3PXPrVquIfd1ZntR
QuUn8UrQhLgJTMVlSqTh+AuFyo/PeWZkk9fHlMFcnYP9cH/uN07Th8Ql8DwaVYSRy1UPRiQTDMCV
Z1UvRx7oMor289ykCKRM0Kq7qrFe7494I37Qh0NViRyMMLnc4moC4AIh++ycBpl/nCZapdjJzihB
YNTz36hypG+NrzQwu2xrxRzpxmTBTSLIAijgBvkoMcM8GWfUOrU+P1eN3E6eYkYVxoRSjhqVuRqb
b3xFxAXhqqFCCb57mW32ck+DFITvWY0zbGmKCm6niyoHFgz3F/XGzGCYkKYImVQQD4vDM6ZKAP6y
zM5losuBm4C33Oh1JICcRoUXqtmsCQDcCh6cVCQ6EOEB7bisu3SYxNdolmXnOvLVXW3RD56aWf1D
TTc4tHoePdKLbD06ybrhib4cANM53sWKNL3fn/yNyAFUABgLHUdy0GW1v6/UYJ74tuewVh2JUmkc
exHKfSAHGuscyRaOj1oib++PulxyFMqRWiBy8vgEPKCIb/9XqC4KgKRUS6dTpAfNw8R/s4+jjthZ
Dv0fK3GCz0rBiwGJB/TYiFE0ExY6anPdcxcxU/pqmn0c46DdFwOKoS79lu5JGZ3ok5m9GJCntbjr
Rd1/qY0OMC3I8B1STxqi3PljiCrDH3SFpGbTJPNaZ+/WciLX8eFbBthqGYOBbZc9EB3lBHA3To6T
pJbcswr46ZcMIqbylKs2Wlaf/4ZgKYWfkqgHLyuknWq3WgpY9lROdas8Y/aYpU/oZmg/5jiYttU0
1SvZk0jl/47rYk0dEWgFgxV0pXq5a6o+VJwxx5cFmt/shia9jVo28uPQ8yj1ipl3vAyj6SfFlPmh
i5xgLVKIO/3qBxB3EROlZwRM6fIHpFRga2wQ5ZM/J2m8oWCdNd8kxwrCjVbl6bwS7Zdn82O+9Kkp
IIiOgr3YtJVRlmVfxsoJrqSRuWqnat+QRUsfZ6Gg6PZSF3/tdSf9fv/DLgPv/w0LbxdSC6XSZUgI
5s7o53ZSTnJVKblb5oC1XCDF+ub+ODd2LUZZH09fkihArJerOWXwKKIykk+zNejNg9E2db/pUD6P
HqJYld96dTDX/DauUCVMjpkBOPiwAgfccTmoNqMpr3WDdoqbufgaynq2kRF8ytGdrQb+MQQCr8Pi
6yc93NbjAO9Prc2V5PHGPiIEiWo/CAQTwNvlj4g1JKaTqtMpC1tp7TW26e/lkH6Wa6TmGhd7mTOI
GQunI5pixAa+1eVg+CqNFWJg2inxp9k5yIpUbUrovK2T1Cj6GQ7FlEaziqfKsdaKfje2EhcVm5fM
geeVs/jEUZk5JX1q/dSjrpNtoBjE+tZpgzVlsxtbiasb2uGHnDzPm8s55ikekaqk6Sfu29rBCCEO
HzDw9fXzMM3xT9pjlfN4f/feXFbBuBNAHQEjvByyTiRa4ZHP1IYhmB6aoASE2QLF1l1f06SndnZS
ZdOPun9Oh3kNwXIjFNIoMmCoEu15gywmDCEp5wk0cr0gcfq75GFQP4x5piY7nBeGwygN+bRvemf4
ZrQBb4HYQIjn85c443OSUIuieiWL8PXXJS6piHzNSqmeKllpXyCqZj8zCiJbMzcaTBsybeXCuTnn
v8ZbzDkKIAehsUrPvg7V5Ivkj9mmkbHf3Wr/j7Tz2pEbSdr2FRGgN6cs10bd1S1XLZ0Q0khDJl3S
u6v/HvYc/CpWoQjtv1gIswthspgmMjLiNWnXO5tQiGlOfXNpbS3+8syBibS328t+JSYTjskk3g3I
QeSef3TpIFEX9p5+0hUwEbx60w5JuFH/HDe063ZFk05oiJkiXOunX9vidPO5/thyEFwXWarSZG6o
elI/ZTqGOXs8b0Et+Zi1ifihDWiI+LQVpPLt7z+X0E56bIGSosh2/rnNmDau1iXGKZJV/SNCPzl4
ijJVUfYCIGa2D8bY/a7PyP//YVzQC/Oo3AxLJHCCrXDuVNI4Kb3U9gKLQb/vk+rJU3vYs4UIJE6c
ox6tuctcm2WEXeiL0MAHrztH7j/3dF+DkS9M40S1ud5B2vX2AbDK1NftSewma1gzZLq2n3DbA2dE
ksuTdbGfUHOnNVjV5smVWv0h8fruSToyhhBUJi6+0nkegfKnXrbmhHd1YHO+hWaRrovSTGYOnWaG
lXGypVE/D2M7fOyyjg6MXpZog9CVHRCURbL3LxkrJN9zo4KXBrLQaKxa853xxxRrZSRFL1TQKQaY
zi3qw25zUAezRrh4qop+Jcu4+p3gTECS0s4j/z8fzmrSsAfuY57sNkpPSaFML3A53cDP9akgTlWR
sZMR3b3D7R187Y7nRcnHAuvjdbU4OVqoVEHbkWh46lAhzFxO6h70VrqnTFWvkd6vhcZZYGw26nnH
q51/ZBhgya3ZtX2CnRM86kUrs60c5FNZVW9KEacHjUPsPqBgq/tZEBT72996ZY7ZwCDBuQfA3L5z
Lv9YUvAu2NY40j7V4zDYB6UL7BAhP7M/VfkwVXdIVUAlMzMxrpmhX/lwmNdwzSkyAiVdXvxB3Ds2
BGxGtsx+g3agsQ1iXYBZLIJ/uRXt2A9DnYpMP0hcFgYpTPXvN9gcjjlHNHJo5izyqxj1dmlmqnOS
MDIPXaZh96cMlOIjz5rQO2Vn72n7rakKXIlUc42T3i3374yMOV9yzaUxhTylcyp7QxW70jKSztdK
718lDlvdL+zeWFnla3MN95raKsUnNKcXJ2k0JpVlFs6pVfqwbTfpEEc/izbOoq3atYGyN/KxVg6e
OUnHbytH/1zx/6ypHFzba+jZ0Q0HFER9aBGh8WFplHQM7JPaKjLeNUAOPorBU7u7gKCzdZHIzH0t
DpXy79MdsvX/rl9IqsurYdD1UR0RGjrFVVb5U9PbvlIOUeVbcfARK9xolarMCi5emzz+HMQKSfW4
vBcrXOn1MKR5yQrnUVH4CiSnR7ojebwxw6ZdoWNeydQBe9KBBPE0ExoW4crQBwSXzcA6hUllBj4G
v8L0c7cb/Nuh4kpYhH8J5ojYODeRF9Ef9V50S2ouWCwzywnlAMT7XqOhwNdGDMZYnf6X4dBpI0RQ
Z1uWDEw1hSMyGdZJjkipPojIdepNUNi0ruIyd1cE8q6dSWMGzs6tlUsD0klPIgk43zwVTTsdlLiJ
w43p1a3tC+HlKPekFPD/skFI1KGh8M4vokoA+vE8Dth5yku2t83TgBcVkGtDre/NxMzjex1kTPWg
Iw4FuzsaxS+F/72mLXBtPSl/g99H1gwE13xc/wj9iLdinN453Oal4vxWIqmnm6nvQPCbo9oMKyHo
2uH/c7RFCEpzcxysKjNPqjCfFcX1nh1YMXsSiXqfGtN0lIYyfru9heZ/5/IYAs2ZlajYrlQPFl9o
hrHKd1knO4ewtBECaFWJPejHKsOF0PJa9ZiNVf4RvcFh5Wq5NrkkSrN266ynubzdMGno6qRpnJMR
oVaNIVH8Xe1KczOWTvVy+ysvZxZIFf1sDiWXOP9w/pU6Zh29KTT9FKhh1W8UWRe/EKmxx32aGla7
c1VsJH21zOnJ3h758tCAsuTjqJOqoBCX3Zo6yKvMhgN/Utrop9CVPNrZY1rar7NzxF1U2RUizreH
vJxXXQel+47t5/1qLN7umpGVYW91IHXLrP0QKqbINiUF1I2qiGitx3wZWamQqrQytLlfSNH7fGZV
bwKvlwr7pHdS/KM5o1bvw9Qr13SXrs0jndZZu55FvCgJDHqj2SHq7ifLnap8nySOmLbx6CjWwTak
s03sYFjTRrmyawC9UJ5EI5rUYFnldlvHrq2k8k70XY1yX5eS1lRcxvYMDqqDx8Lt3N+wf8u/rx3y
AgfsxFP83WZmXuE/wk6p12hUh6F4yy01OYY1bqO7pMik3LotsuLmODXBSnC/TH/Oh5zn/48hWbeR
ZjJg1UBKy9ugqh7uBW1VsXfr0PiR1e60HXttEhtFjVpziw5sslZzv4xFc+EBhLtL/RLnhkX8c3u3
aTtEyd64yKfoEbugztiUwksM38Y2HYm+uKj8eMyar0HctKfbx+b66EiKmOhTcoAWo4uRZ6ykxPOm
B5b2eaQaEGzoCtufq8YEeTPk8QuJv0SdPzP+OhIiWsEBQqeTVIi61/nkG2Vtp6lpK6eBctSjqcC6
zhJH+dSACjrc/sor54ihKLKQNfB2MxaRMIV+OeVDEr4hS1P56LuEL14cjNt2Sj/pg2d9vj3clSNk
zyX+WX6EKuIyIQLer+JHlSinNI/wdUUIaBhhVVm22JlYtA+hX40g0kJnsFc6ulcCE+xf0hVM/tBs
UxdzWrch4o12EL1RPhrtfdL1oXNoHGH9DxNKDZgcAR0lah2Lg9MZRSzLyBJvGv64By6ZAbFKCFup
O3X1QVgKlfbbc3ptCWktAmzH0QFq0WLEKuuEFw+GeGugLvZ7Qf6UH7yxsqI7uAROdZ+hXfzXzRq8
PEBeoOTH/kTC4XyHZkmAUL0JgFdvEG3oJ3XYZAo+GJZsvFe7tapdbWZrbsRXLrK5BEypas7ALlo1
ygTJRC/d8C2CCzv4MaHpXhdG9lpXlv33l+Z8IshQTdIhFvP8A2P6uAolHbDzaV++qIlabAI0c7yt
bHs1X9kz1/YmOe1sYjfTFZd7M3eQUXSQTnpL9Cb7oWqJDA9NKsp8e3unXJtAsCK8fJg9tJ8Wl3Md
TVVtJJl3SoXT7bHUcoKN0TShcW+NU+18/vvR2Bp0DMApglpdTKFhIZ6gKap36txeRcOzjqMcn3s1
F7s6NqJft0e7NoeUCMg4+DRgIYvRhqBwopRM42TR5H9GfwogENCoKlk5bdeuBS7id9gVYXNZYZtJ
XG7SpsGJ5oeV3XmhI54QB3GfJm1wDZTR3LwDD4UC4Y+Qh3q1Mvy1e5ma0+ygjNoOIIbzfamqnQs9
plROyeS5ma8YWNxBs5ePsu6gpw9euWeKxQEXlKTeZXmdf7k9z9ciOKB9gFBgQok4iwtDC6OkCGIi
eNQWwVMAu+0p4dHwIbemlEYEXmx1lRkrp/FKI5NqF5xCdaZqgl5Z7Fwz13BoDYR30sKxSp6krAK/
xvDTOODvYuIzmAdZ6Poo8+j6I22z7Dmwgtp8yxGD+H17At6BTudPJAqPAAF4NvDIxubyfAlCaq9d
4cnglKW4qvgV030Hdb4IkGXQmge188JDqCUNVqyjdVBABmcbHvvaLqB5Nm5Sp0y2pZWvsW/mlb/4
WRQleY8DB7sIImGtWxOtwABilczM7VCnZX9fJKqA6D2G7Z2Ccez97am4OuRcUrfZCXNN8nwmkO1t
Q12azmloJhTlFKNsnvh5vbszzMEgNYsy6+vtId/BMovPZPkB4fFKxBNuaTBaIJWRZ31r4yBeuNop
Uj0MjtkZiran4FDVPvwV3fBlrGTVJoq6EIFQQ/2WTEPwGngqwr2JjPJ7rwyG/M1QWnxebv/CKwEC
Hs1Mb4M0SA6wuBqFI73AsMKApkoRl743Zq23GSlSnJpOV2JMCnUr21lG6lovVlEba8/oK4syi4xR
2ALiT0K42J4DtqRujfH82zjU1hOlmHZrV26+MWPyeHAm4xoo8kpIAlJFFQ0zornFMf+gP58Ktdao
+qAGpxaidfbTzIvuTZd9cFeOpeo9IbIW42QTZpb9olE28DblFK7dbItJRxYMRt1MgaU9jdjNsjCD
fE9NcxAhsDGJyk9mbJeqnyiqdld6YG/3ack7/y5wZg1n2Cr2tL+95tb52ZuHp73DitORoD++pGqp
9eiG5JXBk2lTRPBbxZLDpptNR+hd4wVze7TLjyVZmMF05As4nS+xgqXmzDZBUn8qpMg3Y5tGO8eM
sr2nxOLOchN57xGZthCqqpVX4TIOzyrMFGhAOcD2AV+xLA/Z7ViHbTTpT3YTxo/VUAoKb5G9aWLP
cHxAJdm2KBr9qSlV484e3cbHmqJeK8Mttji/wp3fRvNEG/Tzlv3SPFJjs40780OA98exbhHPCPBb
3wWJHDc6fmZrHPPFpQdjlaYWDEP09gn8F6TczuOBL8eGmz5Lpt9lFX/rTVe9TwbehFnamJt4it27
26t8safmQwxNhnwNXxuY9OfHSjSuEoImj596qYjHsB3sn15rfxeel61Uwy+mc8aS8DCaaVzz1M4H
/I8DPBqBqVa9mjxNiYwxidaCotwaeT/aSO6E7fcRJ4e1oHHt62ZoIvfGfJEu93BbdHVFIy95SuMm
v5/CVsGdqAfohrNc+PnvZ3LGRsORh2cBfPv8+7rIresotpOnIUAAyw017YcBZOSnkYtuLT289l3o
WCC6SKFoppOcjyWBR2ahqSWczQIdpMqiReeq7T1g1njlRXtt2ei4EgWIPpdiiGbUcQ8FWfqU2sW8
7Vv1SfRxfLBi7Gh2cag1a97Tl8eA7WhQjQGmPOvJLj7OMGKyXXx0nwR1+K+WiN2vbuDWATZ+ccPp
lxNCC6C81nS3LsMOO3RmkdB5hC5D5fR8Vkc1pS7rOqyg10U/cisxd11aA5DG6K/ZF+PofLcVTxOb
LDan73SRhq867ty72/tocdERBfgVc9F4FjNlAhbnpE0tqxsnwYS36vCiMvNWVP5KwqFT7ytXVj7P
t8nYYhEUbnT1b60peGjzifCw4H1hrA5o43wSJgc+t5v249FsUtk9omZrNjtwdXFp+aOhpiERv7MC
dyWfWboyzw98/DNZ7dnOnW7ovOX/CA9NI0qzArZxdBJRurafl0ryyTBKpJo2ZVV0siPRi7CSaaga
fnRkq2h3IcDNEsZPE/xjK5mtbUzHGD/pvXTRFJC9Z/ngMZ3+wcmsdPzgBEI3ceZ22p+3V2yZq/Pb
54ca3makY/RrlvdV7xSoWHdl+ywwON3KcWxxdYg66ZMDGu5G1tg6OrUSPEaepnwSifQOsacXzabH
z0XdqKaMPjdBE67spGUWC4Nco4bMZUqiiLzPkio/WY0XSKXrnjsxttiK5mkabdJGsY9hIZpmh4NN
9QVZtagefXfAlbQpbLMmqa/ceAPUuRheEwt66kYVuhcftSFWtJWoebHbqb3OST2zN6d3y+0mZGtK
tYmTZ3UcCncTGTrSm60VP2c1ZtdbGfe1ufeC1sVu3g2q+mAjX7YGn7mIONwQtCxoR+E0OotGnO89
15I9sglV82xnIKFaCJ0/rbhU653r5RRlZdJtc9OZTre3zeWnU8Dj8qWNCsLkQvCysdqq6hS7eQYG
1u6HMuju7TEebL/BY8AR+kZaWbxVxsJ9LWynW4nrV0afu5wk1DNZ4OK6koHdD63qtc+hpyIT3PRq
uyfz7fUDpT01/AGRvXnhgVrQ/+zSYdbxQsd4pcB3cbn8h2SlwDEzFC+E72U4QyI0r3nWFTvYu0rE
S0Zzx19urQWbUleqb7en/Mp4M6DHBGbuvEtxni905VBwBvQaH2tKCqE/jKAKN16eFC9alsrfNiJF
yeH2kJfBAbcAYht/zlnkRTI7urFE7L7NjyG1XNcfZTCGik9iqRgozrUBnt+2EVUcuyIz1V02KHa7
J/2tCum36Gd9tXQYsR+MpDUEnq9mGanDSqB4L6T+8dwlUMxbgD9gVsy/dnHzVXFWxdBDI3q9Ij4m
3WAYGyjoUrwMdlACTxzMsf0agWDJt06bxMVz1CVm6pfEu291lYwBWnOW+5UzXoWbdgq8EFMzW5H7
VM1IzOtxtADuugVdrGKIC923HKkPBzfRJZ0AKyc5m4BR+LUqDfM5Z+mfkMCMXzMPGrnfCpG/wh/V
vUNp9W21dQYxDdu6RGdgF0gjzUJADzU+l/CWaSrXgfIplkKPX6PQaX4GOFZMn20jBkcchh6TOaHI
wNEqE/1zqjjBV/iWnvFgT8MY75zUCdLfYdvWxWNCTd34kgsVZpZnpJWxtSIzDLbwirryIWvMtKcp
OL8HAHeUxR6KtjU8AKCqzMcSwN43dDMLsbEGZ6rvFbx7jfsujsfqOIwlGMyhm6jl9dJLwTQpYe1A
51SLSNnf3oLz1blcXZ4yPF7Bq19KmIyyjzy97MVRr8csex7qMQSqV7XB1wSFvDU6wGVgmQF68xOG
u5wsYpG+cZxja+jL4ug5+YjPudJH/AkIBsrgp7Jxv6EXbvjojNgPYynUNXmKK8Mz+OxkMbN3aKSe
H3Euk7yK8lgcrabpH8ZKDp91DAY/BNRTOX1mXf5WktIakVXVRMbvSNcq0pe/ADowyDWecfwCipjn
v4AqfsvpJpNBNbX9WClp9DmKsmZbOSqk1jrFGU4oqvlsiiLYgxNeA89djs8yO7xE5rYJ763FYU4r
Z0JsXg8oToLB3MfSA6HoIeGVbnQ3mQlaXjXZ5lvstuVTizxUuvVotCYrN7t2ue14dBH3+B0zS2IZ
VFLLHifp6eIo8mlyfGxThfrJrYz6Q993tetrepZ94F523nLcaR+QDEnfIBuH7seJy98+pXFRxJ+1
gMbSNytFvP4xTmvFWhNgv7wTwNjMnFMa/BgHL99SdYlsC1IR5VHD+Olh1GN4tlHG1eQr1PUU5N1U
+c/tA7nkKhJvXfqhs5Q3XF+MChZnRGTYJnlelx+7etL6naL2+Wfh1nm1k93MJ04jC99zP9FqEX+Z
Is/INnqu9E+9FpdYgypGmFjfbv8mfS6pn0UJRHlIxEgJZs9X3kHn29aaciQl+kx7qWSVes9FELXN
ywg0S/8QqnHdb7s68mwfvJAXvY7WYClPTlKMOF6pspvBzXGUfkb+T/YbtemQzNdLpUl2XTXmyVdc
R/ri0GRj730einYMdxKp9+cKUarhI/qr2bAvAiNUV5Kc972++CjaF7MCCc08JFYWZ9Eo28Rtc9N4
iVtzulfHcPrHbWVufHL0IDwYTenFJ1GWnEsv6oX34KGHkN6bTducDLuU6TbCZ/GDbaamearSqPzg
9JQsDlXatMoHLU+67ItnCTF+zBzKrpsqd7JTGuiiWynTXL5NqQsBCQFXA1oSrOZidSK7z2MnS9uj
WqO1B3XVkEjYqlKGH7u+doSfTYoX3WXC6jd1oVfma0L/hL8y2E2x8la7CDDvD3O0sGmSgAJfVlVE
FHdtnnXDMc+ko90h0Bc+T6KUDwHAoE2Sp9m3MjAEXF+nGz5PvSt2t/fqxZHlBwD9QRCfIHsZWbog
lnrveMPRbLGJ9PG9MX9ldiWsTa+BlVCbaA3xfmX+KfjOXFcKZYiBLWXVjIhWt4lJ01GFm/9T7buH
cQrj/Wz64se8xz1/cBPU3TQnkC81L9wnaiZryOzLRzKNx5mgxCbgXrhw7hsGvTQaXiJHCGBI+7Zl
aTZbpYk7VLljq6GS5jZmslc7JLElYlT5ozG4sZj8rsyMYVYzmSmItA2dXe7mhfBtmivmTulrWOea
l8a931s1lDVr1NZ8aC+DHj+eJg43Aq/ly0CrQQMBaTNSSq0LHExTvfsJgCKbdrLVp+egmf5x+KkJ
wGd+nlIrSJDFff6qSFv5S6A3GFkqkdC8yLipb/MCOo91JhTptkjmeSxMZx/F7i8TpY7PKhbLz0la
F97f1tIZD5wGahKzsZi5rH1OYuaVNe54JJRXeAvU00tRu+bBFXr4KWony58Gj2PitJX1dvuszFfJ
WQQEW0A+NBdX2DgX8nyU7CvK2J19nOqu+doFSS1QOg81ZxfQN38x6vRfAfnp6+1RL08oFq6IDNA6
YPQL2Wt8RQevqC3n6EJa63wggMm+c+zpW9bU8VNbin9vj3eRa9AZ4j9UEgDD8KheFF9rp6vqXoms
4zQBSMlKffjcNlW7QU1+zS/tMvqdD2We753JTirFlbF1tPMMuz83qvDWUYGkbKMy6vfIEYpD4mXp
bjCG+IgqwRr59DKxgtNECmHjzsEMX8gzhRId7Zgu43FAzjG5N7OiqO+qoJoS1P3L6g6taeA/duxm
/+RNLy3yBRwL7tOmNJ87RWo/jamLX0uMwNoNnrBinyfRuNY9udx32Gu8F/Jg4xIvFymO0mnFQAKq
HwulR9JdHdqtalf9Z8RTUFLTlSk9BHST5d92GbAPm5uEoEJhWsNpP18dqjxDFZOSHjFjVjeB6xSb
OjKdV0kb844iQ3h/e+O9ZxDn54uPo3xho3JBEWuZynm1GEwo5c5xJLpqh4SUwvCDJLU1v1AB3DxE
jYq4NTYPw73W9oB/m7D2FC5mCD6bDo67somFFXQHHKy1I8/Fof9gTK2Ccdhoqr8LXbjjwWny5q7V
1DEAtSbLxC/dwZHZJtDVeCt1I/V24JZ669A2Gl5nukg6jRqS6Sa+nuXjzFBypnBb64qVvFqtZR5g
3bcoYKlK/4liYJV/B0OrfzWNSSEyQI53/U4U/X3UdGPwUAF6e8tQmXkVbd0GH3rqAdKv8DBHRDvv
G+v37Vm9PM7v8qn03gFiXIL+rbqWraw059gg7Rhtg8wKlF2O/Kjmp20brOH9r9yrjEc/lwuewhCP
/fNdAzZJgQqiWketxXB2Y0iTzC/RXN2v8Dw5OKVTTwdtFG3mU+fo5M7oCNf3gPCUu0g4evO9lwDW
kX2bYMrMvd9tCzhI84WHUyBiJIlGSa/OyNluT9S1Xz6/sGbmH8H2wt09K2CDhX3SHIMQpKFTZnq0
1afaPDpUS63PodkqG4Doiv5vlrTJLqEI6r5oZZOXvp2jAb4TIF0OVUFVBIxtK7vEV4FwtD8UT0pE
w908/cSMh9Nae/kyjM68cl6GyJXQ9FxG7DARrV3iMHLkSKDyJmTkq7ljPNRSFn7lKd42H8rvXodv
AHfIX7daeZFi3o6wFSYc8J4W0QkTKDdP+rY5jkAAXzUviL5LoLhISgvzMI1t9bWqOwS9b6/WRUud
muN/qCq+F2jTIjgpTapMaB3LYz1g/7FFdy7YOoVr3BVDHWwHt6qbe8JjdpeFEi+524NfXskGWQgV
CTLnK37u0pSWcK20OmZQ++/UEt7eRnUD0ldKkG95qCY/bg945QaAf4taiwXdGAz94k4GWyDtbIy7
oyzBj22HQA7arAgfbkUR9ZuoK0JeDFny5fawVyaZVxIXAP0OEv9l/alJymlyo7Y/ujyS0jd+AH6i
joPP4rYP66L+VVFzsZ7yycrlJycYm5XYdXX891uIltZl+aWtlJxqiGyPLs4WCUAQ3KBbYwQCPHpV
kLLjbFjuyohQx0EqlrrW9bk27XAjACEjsIvs2WJrGz3mo6mWdMcYt5fSN5tYuHvT7YJXI0dZESKx
QuV7UMRKUePK/prFcsimwathqrVYbppcXleMHt89AQnTewFfNcLq5aceCKJpH3hrKcaV4Ad3n+7J
3DOd29PzNfJHzzC3E6Nk9/bHwXXE8JAPRv4vMgOpsU0cO6kfcR9IfiVzC/GgpV7wT185nbKtyqEL
NrrS2eaj0euJclDySsHoL7STgtqYY2c+Qq8t6FjTjZFf74S9u71H9cvJ4peTNoBE5wViLWt0vR7r
Uo75dIw10b/qUFmNbYHKGb18Iyg+DGESv0QhdfjNhKZ1tFNsEtzt1HVN9VhHkZA0Q5Gl8yVeMuD8
8JYt/dGjJ7xBY6vw7gp4G7VPHbowHnNN6slb0dpJv5Hp4PyrTo12gnfP+RMU3L2DIXukUfspxMr6
9ode+064iTO5wQFLs6y/DKmjFYajIGVhqPFdxaX0JeQN+pRBKN5yKrqVdOzKI9Nk53PwaWLT1Vhu
iUbDGRw8bHfU3DJJJ3/SKR36jdSaoN5Eregf+ZWRt7OQ9o23em5hHmuJ0jgh+tuKV82e7J9/OwVI
3s+5BYIx1P2WCaKSYR8w1OZ01L1IM/wWv1mMtzzx0PEc3qPPjJvg7REvIwAjYhyG8xsNp4sCcDUU
3tQr/XRszCr2ezPVH8JB+Ry4BfFIqq36T07gOdwe9HKlwSwAYaeISGkTJs35WZRul7kVxOGj1OW4
zfPE9JMBZo+bqnf94FQr1eX5aJ+n3efDLV5hWOFgRhj06rEbEZ0HTNJ8RxH6LYtH/cvtD7tMVGYE
roH7xKzQzFKef1jimoOWVoV6LLKx3jtdHzh7Kk5W+rOuZw+ZRK9RdaATgSClnBI32YghGby/JPlS
sgBhrKOaTgGBE7UMr63IPGeMAuvoaGM1+bTldWB/obqrsXlbOUVX1pLEW8egSycvpmh3/slm5JYy
RyTkWHfpdAA9MSI3aaXYHle1fc8TJ9P2tyf52ogeBRIwAGwgKrbnI0ZBZeJPPWhHrVSgfTpJdPAG
c0g3YdaG26mv15KTK/sHhgdUFmrekPuWUvRVWGs16Cz9mHfTMO3MzOrcFzU1PUyBdD0wV56l83Zc
bFcMlvjCuQJDW2zxffjK6V5XedpRCgJMpqBrc6CyWukrBe/L5OMdPDirGFj8d3mvKFExgRFK9GPf
yHaj1SY9n9Tq9xmW3BseUeo9LeB4i8krJeO/XkJOyJxLc/wpUS7OSRcaxlBSkD0maZk8ROg43RsB
IJMWPugWGaVVlOicLS/nlAYjiA1ylkvnAlFSS8QqUcfKOjc3QxQPBwkx/EOehtEHLYi9jYcZ9CsG
K/oT4vzeRlTtuEN6bNUj4krARc6HHwF4CnzCcjPxpi5zAw+9Izdw+mmqtORXTrJ/ZxJ2ez/XMnPa
aoruKivn9NomRj4BOf65zHbR62z7YhSzoNyRbrZx8Hq3E74yRyDbCJyVa+zqWDP2mCIiZdnlE5l6
k5nA0VSPliy772WsVJ8wVwT/3GlWuHKBXR+LQjFPWzzLl7glidxGpA98V2Fkw68uCPHt5QnbmT9k
S+a5cmaurd6coeDTpyKntvwyLTa9qULl7Rg3tneHQD56dXFe771anb4BYoCGWU3iy+3Tcu0TyVRo
ZMx9jIsHqCzMtm2rSTsKpOpfsaZQHzK9xHERCAXN0v9hMF4CJpUxUvRl86ip3WIMqJYdZTLFxaMK
FmlnuApyxkJJrZXpvBLKYX+BsEEyDgWX5SNX9m6LrFRMKLet2NsmiD+pvKs9/XtZ9sq2ReN9Tcfr
2gpCAIOOQn2PJVzcV1OURaZUUuPoKG65hRth5JCl3Xg7a5b4WmU4e7a0tgJTv7KEnAfCuoqr22Ub
bHSqtm8nk/gjCv0b13aq/aB0Ut9xyZnm6+0lvPKJQGHnwibMUsjvi9KB44jUknmiHUFhDbRbu1mI
7o4SoNUe2GMB1Wcdz9JtERVNsbKi18ZG5JAzz+XMZTlPxB/PLEaO0TGJjaPiKMULwKksOQC0zNwD
eLHkOw+UHpJt1v8veQjvyZmRPnf7LmKOHSZNHhFTj5NiJ9uqdrJ2p4kpeJpCtzyqbSqrlXralc0L
5IygQ3HqistIHokQK+GAkwK/xa9a1BKcZHAKiqFJ9q+VhPHfx4GZhA1zERmDuVV9Prch7CPVqA39
SJlYeREYDTnbUnZxsk/sKUtW1F6vPI9sbBYou4HMoPa2vKQHrYCqBjv6BVWw8MGNvMzeOllDmSBX
pgdKNmLfaQnCcE3WPCiGE4rnqFDCB+ona3J07xnr+f0N2gyc0FwBpOy4LNS4RhomsLHTFxHabC7Z
NYbpi3wQH2U1DY9cK819HY8FYv52DyveGpAFLIbqFxhJatRYCMkNpP41FfrLFIqa8nsOwxbgqluc
NK0CGeVYTfUSwP1IfBEU5BWg0D5QW6P+q/fKpwTQmC9G3OpXLr4rbebZ+JlKBsXc+TcstgNA0STC
MKzhlBW/UaYGcR9Z1gfUipxDpCXZx7zKu12jC9O327B66K24++tIM2f+s5THzGS/6HRTCsdAOXeH
FzKauN0MAnDfQDnkFS2M2PNdHd5lXar6ml3M5dGjaIaCEbLZQNAv3sk5Mo9d7BX9yxgY3e/J9Zp7
OEC18oWaE3ewZYZOuBLYLockWwPEMDsLQnBazrY5ZlgmNZF7zELtEFWJrvt1E0toc5n7MZvK4Mft
IH55Y8x81hmzAEMEVNQikEaT6Bukjh18FBr5u+s6i3qoHZx6HM0/3R7q8nRhaExjGzD9bEx7kdWY
WchtmyfVM7Ze031rDvl9W0rcZb0+Cx7MNOiPXdSqu6hJjGpTIjL6xTKaSCLQrom3yBjlPyLRZLOy
wy8eQlwjeAJR/GKdL6HyehWUDWoc1XPW6uVvqMsD3CZ6F/Lu9vdfLK2HHQe1bjBWoKx4VZ7H1SC2
G3NEPva5hSdRbxTXTO+CsKk/CEApByH0w//XeN6CpNp4Ije1oB2fYY24/cHMI06o2VATsOow/x1O
tr2/PeJyM3E++TxYIiQDvDmWm6m0awUSk8ieitxM7skDjCdpBEctSv6aCvg+FMbA87JBT1vmV2mZ
jXlYZNmTcAJ6WibuysD5UvkGOhjDdLexf2hIAY6bREO15fZnLpOPeWw4Y2i1UdCm0LtYyLa2Br1v
3fRpGOhBCUSMoP1lrh/arVagb+Yav3N0XL/dHnW5fd5HRdWeWxJcNBXa8+2T5KXpoXSbPo3NpD7q
0j1pZh1t8Lz/0GdFsnJYF98483fhlM6gJiRDqBTNV9IfCVZOl6oLpkk5IUAbRNsy91QeHSWw7199
gqMMmCq7DADlhFWxu/2hV4eGvwsYkfY1RYPzobu67uuuxt5wNGTd36VGMQAWFcZUvdpCDL/7yYxR
3Ygrc82ocnnX/ffV/2/opU4EBKxY79D0f4uHrtu5bRhvCjWw9jIKFO/OsRLn35KM9Lk28+qg5k0U
7ya7UlYmYHGM/vsV7GkXOIWGz5R+PgFpkOHdlRjKCSoX7uTFaBqvdcHDgQser8Dbs73ILd4HA6/G
K4xOIJCcxUJbwlLLKuyjN+DBlfpR1XNd8QcNS9stuUb4aNaNm/z+P9LObDduXFvDTyRAM6XbGm1X
nMQZldwI2d1pzfOspz8fvYENl0ooIX2A7ps20CyK5OLiWv9AOjyc8zJv/jBI/Xd40Ee4olGKvxEK
FDN8qaKuAs+vcUB0yyz+MOd59SNxgWaTT+X2Rjotd8+bFO91QB6cPHApyYMtlcfszcY2lMkNhkIE
eHIMznCYUdY4AlmLjUNL8KLTaipiPPSxM8X7toBGtadwrFQbWe/aEiMWSzdOYoNuNP/nquy0Yi4D
T+Dy/TAYrn8wpsY6VDZQ7PsLvD4USCQJPhHcO9cTVqyUF9RsBZ42Dsm3Wpc6PLo72jut7cWW0+za
YNxyZNEUFnkkLbauocG9t1tMfPEKHZ+pKZrpaSqbGvdHPXOajefuIiS+riV3gCFb5iqPh+UNp7nD
3DiV/73M6urFBGOFn0lihNNpUJpgPsK0HcTGHbc2JgB03teS+s9Nfv059aYdA15iCnIr6IMOQk8O
SVk6H6dwCHaBP/25wLAs9eO/wTdV2TAye3mzXymmBWmvlsp3k7RsV7oCfb60D/IvrhmmW441K4cD
FjSdAkm7wZN3MTmz1idVwf7xO8CQcM885ycNLNljN5cPzdS7X3IjEicjUYZk5xR4mm8czpXtQ2ZI
NOK5I30pFgta0vECH9UEXqtN8UPTTe2lC0FaQDHiVr9/LtbmSpYipeWIffSJrj+sRQmGF2WnfO/0
os7fi0ARf8dNrfqPc6JStezmWS32lSNxczlwm/5QNeWm8d/KdgICASES7CdGu8sD4wdjNqapxnYq
teEMCpY6URairFuObfekMe8txMfavF8JfqAh5blZPCazJFLqJrQyz9T7fwKRzdmBQqpr7BuC3oOY
leiDD93o6PuG81AbW8OvLbGg4+0gIY2Uz/KBE+iZqaWRj9+TFRs/U2dAqDuczV85Ef/v+yu8OhQV
VOrQCK5RZbheYVsEXWO4dex1Uaj4eySEMPpEU3cod6OaVhsvN3k2FhcLXSIBIo5bm17V4qCa+hiP
LYwDL507o/5UlFamfrRjuxy+UqsV7n52+z77y9e05lxbVFk2HslrO4kLnJuUUgHu0IuzW4Jl9oPU
ib0yMCdwDqhS/8Nz0vwijMbqT5k9hluY5dUPDC8bdBpl1RvfD2TEyI8TJfbM3J7GvT1aIiVhokP3
wY9H7eefLyelCMr9vCxIDRfL6bdjbYxRlWBLNvoZ5fcqmMWHLHMy/T/RMJgbl8va5AiG6E1hhwYN
XKapbwJv2mVAglQRe4WJF9puIDLmh7Yp5odKFOEWcGRrtMXq+Tq0aC2IYs9oUdp4maq59i+goK2/
nTbckjNYGwwclPSzA5Bwm/OBaTd7BePivEz89tMYp7GznxFnNV50+NnWRqRdOxn0FOgxUjrkzbRI
CqjlFcpUT5GnKwa0AKtEiUfPASTtMoM62zkYHLcwQIX2zd8oOQ/tvzgZtP/YMqgI3EqHlXTmi6AU
idc0tfjViEmctXhIjoXSGC8ReNOtq2X1+9K+kUKB2BHoi1DQmnYX6eCgvUGr1fngJigB7HQ0mYZ9
plabbc7V4Xh3G7LzyGt48X37MuzbEhFxzw4NmI1Nrc3JvlFFtm+dod4wNZK/fRHm6C5A5uNpQlhd
KghPftvkbRqnntsNTnVRp2g2LgNsjY20dSWcubIwBbOb+AIq6fr4gVoM+royMs/PRjs9aZFpxeMu
GurpZFXKPD8VIjW3RExWB6UrBQle+sQuk63BCEXVS5fLbvRzVNVGcDk7pRuH5tAWiWGfNDR3t3ws
V5YPgj+df9TVQEMur6kAfURLr9TEU6w6RAhGo8Zp1jy2/TKC3JvDqrkfSFdnyV0ljRDJYF81Gt5E
tkmvx2BuisSzqmn44ebjwxToRrkvKy1rqWIP7dYrb+VJDyKOohcWVZakvV0vpga+PJ7QnPHmrMg/
mTO4LKq4s93trYoo+0xXHKC6qnYi+/NbGUAFQq9Ua7gal9ZUM1wzByeM1KN6nVUnq0QbRiRNZjyn
85xU+3DUjajbBaWvOvtayXrn2/2Pvba6kPzkk0Gie28LVUOPQomdeXqWFH87vas8271h+3sIyePG
W35trFdRodcMRDWM68/sKqgBR36NcWdQWe8iLc+/8hzy/V2sths1sLUwgGSSxNDR0DCXWaRitqQi
uBR4uR9o4yGbWhEcoWlt+UCsTgkXBqm/Q/F/SXIralsfzFbkXhA61n/oTzs4VnY5Khw5Rrt/vlQ8
tlzZkga9uYTFoWdl44PtZp7TWOkDgjrFR2yjhdixw7Z4c6vzgq4IVhQIFc3a66UKOqT8YIGmXpXg
6PiYJENzbnNCxFmDK/7l/sTWjp8O7Ztc2F3B/6JjEOIuivVp0sc2Ni2qtXMggnxIBjREdt04/q5N
Y3y8P+jqDOFiAqMk0b+RUYFgMBddysavk8Z8l7Zp9/dk1f10sFogxof7g62FNElBlL6uvGn0RbKW
SWCWprLz4zRPxbnOjWzaRVoNSkOd9QBv8RwK/On+oGszBA3CY5UuOBeV/PubOOoi5axEJvaujloX
0W50QawWxuRcykBsQRhWx5L0bMkku4VQU/ezdX/2M8+1BlrbNnSvY2ENWEdpRrjV81v9mrLjxr9w
S5cxKzJF5NipjUwkte7shI5QmoHureujltWh88Sb+A9bbbKUA+v8f0OKxQ3hgJkucX3LvaxBbORd
lBr9T3y/6mrvVGr3aajoC91fvdVJcslLCRRe4EsQZVy1fTOkbeHZKt5bEMnH974SafGuxyz+cdLi
/PO/GJBYSaL2qpG92C6DFWSpGeSFN1RcQ4zIR6UGaP4mF85/pVrpbBQZV2dI7YhEjflx8q/3pzU3
c6m5WeGFIszOA/tnZ9uRuu+yurlwH84b8XPtTpCiSUB9Jdh+6U87NWyXoKkLT6hZnR1qe9ShuhVO
tZEarp0FU1bfZJomcf3X8yrHzu0CqjZeWHfVj1QzlIcmyIqXdnL/DCP5uishiyLA5cApp/l9PdLc
SuJK3hce1oOxfkzBfvyq0nAzBVxbKS45Fgrrv1tG7AB0FoRtXHi1I+32+ix3d0WuKQWVeD0oD7Zo
tt6AW0PKv78JXnmQxzGGSoUXizp4yYrK/xzPTfcAV+9TXtXGRh62umYSviI3I4XoxZckb3bnTjdz
r+ZZah5ELIyT7VO2/WzVerIl3ba2E1FoxjcLwCmt7cXtGip5lQThUKB5b4mPsdJFaNRVpbVxxa08
bEnNQQZwxrhalyikYewTv5ms3OtQ1vcvjh6q3Tkt7epc8nJ511qYY+xrPyxUuD3lljb02gq+HX2x
gqpoZLrikBrNhvoSFEnQnLJMK9xdghCBenBLXKvuh7C170oTAUAb6QS4tsV3zWsb8aRYy72xy+Lh
rCvaUJ3yXt1CB66OQ97A6lGfIBW73pxVm1HE56ngofeqlH+5kTaUH13KP3+otPJ6wOmo0v6HDQ8z
YZE3xGKcijnqOHhVlCnnMKufzBGJqDQX78Oi8PN/celQfH3FsTDoskNel7Ov8AosPHP0+2qXDn5x
mIJ0fqirtrP3oeVuwcdW96gkvhORSVGW11xeGUlZNUrhKcpQPznF3OxzoFj/zPQDz5zW5gVvt/Rx
1Ln57m+WtawT/uv/Rl7sz7rNB2NIk9Kbm9g5KuMwPaRKk+2SJg/PM7af393SVw7/YlBZXKaNweNk
GWfQyCmDMG0KD0kzZIVwZ3R25QDnOCaVOaiE8W7vDObWlbQ6V0G3XFI4ZQvlesO6s0qlILZJJobq
aFd99BcejJoUd6JLfoyQJH9OgrZ9d3+yq8fkzaiLomGZDCWN+YAw59ClOStdIpyjBNP9iwsXtXOJ
SCb9vOmzRSitAdKT74c5U8ZzjHSceqqMsTTeIYBqTRthde2uAPkMJIfKPXFVv/6YvBqabqzdxEPd
RFf+gzlWlzyrnVXa/U62ieMff/4ZpToY/RekFm9abK05chGGbQ4xCI+qnaalJIRV7dpbLrBrEZv+
gGRd0YzlY15PzNYq5LFjHn0iKaL/tIUezA8FrMD8VEKEgmlnGd3D/bmtDomaFFQ3yi+EuOshZ30y
1MltMw+nryz84Frg1//p4Z41T0GLP8U+RQGu3rjsl0iv17DKDIFCSN4rff3rUWmeV0KNhIKJ4hxY
v5oZJPCJbCrTfmtmX8yHzExT/dz1qJd+SIdUE4h71q1hod9nDmG3EwX8rHNdNWH0biLZ+3r/q6zt
MN6lAKzBvNFbXSxE09pBV6Hn65llMH/OoSn2uylOp8cgc93P98daCw30hUh5WAU6botvweu3zSND
Sb0OemV9UMOwHD7rrRn7O9WK0XpM4p+OM2f2xrhrwUEKB0hPO+jDy34UKgktWQiHtq+71P0GL7lV
or2GTe0WsG9tj8kUCHVgxEpvPHHysW6VuJwyr0HIyj/okT/9g5myilKvn/+0Gm063/+ka1OTMi68
hnme3hS8RVoAEJ4iNrWSteNL2M51eq4LJx/+ReCThwexeYmBXZZmucGsOcl5lbZJaoBw1+qoe3DU
qWtOTTgNzsaNufohCbQcVeApdEevj01W9pjN24DY8nYcz5FuqBdnxu1tF7WREPs4HEf/33xKCByy
4U4pa5nC1glOBSpufJ4W4292nAufbogJjP33/SVbnZoEV5PQ0apYZnRJViL12/IWtZU2ov3ThVjl
RmidDnu9HUP7EAOZ2/Lkk99r2augtE4ThkolzI9F8MsSo0gm1NG8UeBKYqlx3u18e24OYnamZN/j
JvIO/wb/IYuT8iMko/I/92e9dvYpfNMOBkWH5szi7GPWRHSnY+Cp+NVHO79VtRJ+bRvAVirBWamN
XSH6GQn72/2B1z43L3EmDuZW5Z/rnRRPmJLGFBs8p1DUI8k6MtN237r2gWZw87UBQTdvJCOrcxVw
My1qVPT65E9686BUy9LoRatkXpuLIT4lbivcJ0Upu/qXEs8hCoZ1i3HVDsW4ZCvJXR2bWhX4Wtnj
c5fvhbS0Bgn39GaDikBgxZm4YHQiETlOmv8YnbAxdr0BhG6jG7Z2kaDxRM8fbrcME4tJ21NjT0pD
xT1GQRKH8aQZL45N4PvkzlMcbpWol2yJ15uV5j4CloDYqAksdlTZ4AvuJDF193rQvllj+GgOOlV3
tRuDd6Gok5913IdPsSrqb3qSYwJj6dlnrZusl/s77PaTc38y7f92/umtXs9ci8ZCzKAFPcVvKlxZ
FXFx2iwOYaYhV7krwZQAynfH5uP9cW93NuO+ajRz3UBIWJzpHvRF1Asn9AzRl2c9Nf34yMG12n0a
dbNc6jLZyEdXYKFyTAAkNAa5Td3FmOo8oh2FLiMv7TYRu17M6YNOUXT46ipGXe9oLdniaYzcBrSb
n/ytO3bjBjs9HsstZuBtSOOnUOCGSU9D3VwiVIWAz251IvLiipfNDDfldzlEc/SUVZjfHP3RHtuz
MtghLxElc/ZWm5jifH8JVjYhP0JK8pNZsBRLmFZEaSC3Mhr6IiaDRRO7aP/Kjc7alUljH0WEUwAO
mgDV2MSTF9kD/zENUA7nNdRsyvbcZgOvMpokMMhQWrSKrndiqc8t+qBj6M2jY6M5YZZadoIbi3Lg
/XmvDiQR7rJtCmBLBoM3Ea7Wa9uq4ir0KsOtHiJqB0gzI2FTbnzfrXEWEyomFXwUfmNeFULZRYw5
iYZTKtJ6C7+zdpYg9MBJgO/Fk2QRvZxaVZPEGSOvSZBt22Hgq6pnE7mt4VTZkOsRHlSrLTNZ+T+9
vpTZNfJKkqV3WHSLw1TRqlXyQI+8AImP8AJNePyPq6XB+7HIx/QMqiIcd8Yw9+d8quxkYw1X9y4T
ISGgXQToeBFA9cjqNKOqMI3su+KbMMLhXR+2gXUaA9h+u7QJUfsOitiejzHVWnOnjf1g55ALHO13
Xqptdbi/q26vEL4HnvUGDDiYIcu3SGvire27ZezFg5V/S9W5pteC1d3RzjhH98da21k4rCIJR5GJ
kLZY8BAUeaPNceK1sH7GZwRXdGTO63p0t4o/6yNJ7wkK5yvoyghZxzZsmFVg2tOhBC3b/oPPQ7nV
VVn7fOTK1O+AFsBDXWY6qd5UQkkA9+jpe3UMix9K3/41zZMINrbO2pTAoSDgIg8CH/D6+Kc+2nIZ
9tEeP2NIj+ivdmik0xfYgjWvxXj6KDZHBIw4RhTXA2U2APgcPXkvCkMxfXKLIY1+IREVxTu8Hsvo
feKEvQ/tT626c6+0wYd2sP0tnZy1C/7tr5Cf4020U40ep4Wsir22bdSH3knR/MtInA/tUJtPVmrp
F5AVXb/x5FobVgYHbnYerzeAjZgmrtWVYeyJcMiTQxAE5iOSOOoXcFZ1s5s7JCPewU+d/1CSnsyK
UgV1w/9q4tygRaNuwP290mMvAhh/AUxJ/qILvKCkVr69BSNf27akjQALKUFQEV5sJjecoKIPY+wh
BZYeq2l0P7tROVEqHKPP9w/92nYiuoPZksB8uivXC1n0MIesMomhRoVoNWJyULY7ZF3ieB80gaXv
G2EAwi2TJI12AUzTvaqFpvPp/q9YmzAdLvkg4UlCBnv9K2qt6+YeDprn+Agd7dUx0sqXIosGsTP6
Ai/d+8OtXW0W+cB/9YaokV4Pp8MCa4eUu7qk0PO7t9RvQ4eDQ4wO4lcw3fHGcOuz+99wyygUVOak
zVmGa65tJPURezjhvpTzDLyCx220dYutHZLXkpJEjZPzLDKEDE6OXmtF4Nl41aTvMl31G9QccRqI
znXsKj+FXw3WMVRquzzd/7CrM8VDgJc8D5Cb0hnX4DRCywKib9nDJzyNpEGKUqYHJ0fG8f5Yq4tI
Ew+KH0cE4O/1IrbTAPa2Zqyw0oY9/mXWpSo7dZcNcXgIxSg2GuZrEV6y3h2ecnzUZW6gmNGEgJsS
eLNp5uMhzOzAPShzF/wxtJjeFu4DhHhSCDxOruclhha8vdLFXtNW0Ye4rjNZdFGSrNq3ut7pG9Na
+4zoiKJkBAJXArauh3OzPvO7inR9pP+E59JsWr+UqTCOjjPE3+bR2Lw71jYJywWg0eFiBpN+PaKR
UAy1AYl4eRb0p7QP3XKvJEWL4icCPIf7u2R1MOCoYI2k4M0yi8UVICjQUgy9UDfq7IiUYTHtdGRE
2l0xIhB1f7TVj0mfR+IpqAkuS4J2Y7V+HYnQG2hRPOOQUD5rIDYPoHBiax+pEbnin49I+RFkEwGN
1EPO/81FXNu20hXIJ3sFplCHfB55V6FDceTBGv0z87z//f8bb7F4GgygKe54T6Hqm6Pj0/5j1X7y
klfdcNSGPtxYvrUPSukGEhr1MbC+i4uhG6HS4zvE8qGQ+DdAuGdrsnG0yzsMRf3S6v9FqHb4mBJs
K5Fbi+lVth9VGo0Fr7dzbdqXSjV9aZLWd89k+sbj/W+59tiRfRcSRnpLNzRlHfWnYaBi4aVapR51
an4PJTD7ix2qrrJzjKZAK1t1dzP2Qr/uD732XSl+8kEhDJMbLzIMvOZSFTOvxJta40eqjGq8s4Mm
uZjaiE1poKbf74+3didR6+TD0lOBtrpYxyTJGitXRugZwq5+U1pt80NWJPmxtwvjgXTWfXD9Wp+P
94ddO/1SMgEUKtLM1GivTwcCLLDZRAeQshv1x3GgELWvbUhMeVwq2cZeXR2MZwbFXHwnbzqTrSii
JlDDFJRa33hQnzmQlui7Yy3Mbjz9i5kBcuIlAGjmptSTqlHexlaKA00AVQIt0+zFUVIaRo0V/puE
AvydhGdLdP/yEZqNQTb3iIR5o9JV84PAlOeXXYb5R3SErF07YUyw0/tA32Jcr25SRHwAX6B1QfS+
Xr1xFCKmWcqDNK7qH2bhOO9JZOfzHCGD+pBRWBcb+2V1m74ZcXEsZieynMGxeS/i4A5rM5eabFXw
AlDA3BvT3IgdEsHh+f5aLkYFsgn2nAc+72Ggojcw5iRWQKBYbfZsqwOWsgFiy/puwljHP5ZaUO8b
SFtPc2Ub3caOvR0Yhh+eEtCzOHJkbNcfuAr9NErMMXuO/XB6CuLia8cCN5BtfO0hSkbSjzIdH+7P
drGqzJYKpeRWkuMgBbEEHmbwVX0LhNlz4DgTIMfUcJtTGpkj15flG5j6DU2xcUuuTRQlTIn4IuDd
QL76KvD1mCPzTNTXTkbauA+qgZtWgH3cx2ay0z268luDLuLB60SlHg0ueaCUxHL7BmE/QR8q8+dq
MppjH82aeQyCbn6O2U5bRG6TpXpTOKPeS2MFtCpKsnDtgNJdL2VTRT6gFss9BhrIGqmJ7kMFztRx
6+W/XD4GwnEW2CNqKOAel5ChytD8tM8a9xj6iLP4k2l+wma830nvrg+t0xYbN/Jy6V7Hk20biduR
9hHXE7NzDDiKUrjHTgrA2aThhzSDZ5eo6XjU20E7RFqyFXmWS/c6KE6TPIqJPbj2XA+qEU+dUNHd
Y+qU1c9Iaatj2drRmbL1Ftl/ZeEYSMp6ov7LpbF4i2qNBTmzNvFDyArrAMSk3JNGKhtfcZFqsD1o
1LIZKWoSSwGrXk/IqobYN/LRPY44lO8Cs7CPZohngq7l2Qn5BvM4ueP84Kr5FpT0dn6MzM6U1DqI
E8vLw3eS3m3yAQXjpLGfR2Z5EIPenu8Hla1RFl/RcqIhBCPiHsvOqt8NcZ2f3N4wDvdHud37ci68
IiDTgZle0pOTQTPK3KjdI9qv0jZyMPcBysgnu8zSA7SaLQ3dtVkBdSJ3oRZNBX4xKxh2VW3ih3ds
ZhGf6tIvdxZt69Ofz4ralmbJYCVIfK/3huqrZd1mgXOsZ8d+SCBohbtazwX9fmPiIQEWZiMc38wL
jx8KatJGASs71OUXI4rZ78ZWS05z7xTPrT1Vz3Cw443VujnEnFsCFTerDFg3eNQg0ezWQAHvVM16
tVdtbtKxzuMj+KN8Y6jXitxV+GUs5iGNJKWR4xJTrNilojQ6pkFNUMVfUwQ3zpbbKfM+03Tx08y6
9iO3QHQ0GicMkfe2/A+t3di/g6zpsBtCbNXcKJWuzZ5NyqnjG4PtXNSJkygo6hKNmBNSsvWp1Wr/
4CswC/oYf+z7G+gmRDP5t0PJ5X7zBi3nFOsCf0hObthkj5nR5E8j6eGBTg/69PasPU0IiG/ULVbn
J6E3+GFICNPibFg1X1cJmZ8ZFhHiN1i4YrzdTjnV6Djfkh1aG416FqbUQMJohy12bOcnnWJ0Kd4e
TQS9m5eKY1MJdRr7BGi/2tI9vAk0fFEaCQJHBBKkG6Bqj6fI1GZ5coIcHb1XkeqCqYT4S4z6wymL
xR9CmTj6jEevlpmRrxAHrlcQTITfmzoijpNZ6QiSDuMRLY+cmEZudn+z3NxE4PwxYXwFFAGeWq6b
Hpp6kLu9fzRzEeB7Dnc3e7CSsKgfzZS28j7FW0TvcEK3cPbpqwGzsfu/YGUtZfWJvSMRR+Tb15NV
tdYIRNwpR90frL/92o61w5gZ5UffiopiIzKsrCRJEnh4ojfv3mUmoQYz7KRWJZNIihGATR7hqdMK
ib6Pu2FwUSer5y0B1NtvDKBbEMvBFAre+IuzkacJ4kSOxBsMmdjr2dweykHvTjPUnI/s2e7QBnW4
n5My2JjucmQpzoIcAnuevAlG6+KctL5tzB04m0uGe8N8lrYRPyPXaN7DGYPdh6ll4+5tPasvcRKi
kvhnKyvb74LKM9mGZE4uFTrrWATCxwf0omaOU+9xmKz+wrbEOPa0dTfiq/yGbyP+61iyfokcKsn9
0pEnAs9BUSPsL0HT6+Gx7pEuQTx4qh5TI9Lbg1slcfzJsYPhsY3zQLwjZXCDjbRnGXn5EaQj3Dnw
WEhHlofJCJU0Sdx4uMCyKB58Vw9e3HhyPsVl474ATGlPVqa7n+5/5eWWZiQqcWA52VzE3+VTw0kw
vUclebgMdTwn37RZpNZhAPZofTdtWL570vjhy/9vTPmb3lwxrWPqsyiBT4UVGNXf8NMpYJ1c6F3t
UYm1uf2VE7rCjRbDMlLImfJYBEkk7/QbL0JVKaxeb9LpkivN7BzRN+r7A+ZnibZzombYSvdWPiwh
mKYulwxtsOXh6UtKuGTK0wWTNfvcW23wNTG5TPtJD8t9N8XRVop0u3+AYCN8TTgGV0pKe/1ZFVSU
KyeM5os2Eyl2ltaCFquaVntUA1WxH3qug/ctCepGj2MJtKC+iq6mNIbl0SMLgouBcUmoLT+ahksb
aMpXp/a7bhdlkdAO9Zx/1J1KwDUDmPjRb3yb1NcMta++goLMI8DFdstz8jZq0SGgo8xNC+zjpgDj
9mZb5H04Xqq4C35ATg6ekkL93Q2F8plDJT4gcxx/4rraemfeBhGplCH7LtCZIIbI9Xmzree4y5pK
qYaLP+bjSY+M4BCAo/4GYk17l4dh/DLQW382/bn5oGg2mmL3j9XqxDnGaOzBpzCXYpV+D2jZEiwD
YpH957m23XrXVD1aGuhr2PM+DKL0W2VU6W+wjMW3+4OvbD6p1MOLA21VCUO/nnyIPmbnj0w+DWfl
iOVM8ly7ow7nfOrbw2C1DU5/ar3xEl4dFTi6FAsCcb/ceSP9KOQmxHAJizA6TqaYLgILgoOuJmVN
0b3Nz8TM5Ov9uS5RgnLDowjOI5/PTJFyeSUnmhpaLVaJwCLU+QePbfUAXCwq9poduh8zf4yOfTEG
JyuxPigy89Pwmjvf/xGrU5cKUDIhoRYv//5mt0m4JsSubrgood//clHYCkM1pPJPi/GTH0bVp1YJ
3dP9QWXyf31PMnE6YvIdAppseScjAdPOWuuMXPi1fVZYmHKHNqb/9/1h1uZmcClRC5emRcsnJYda
Kk2nyHA3Y030EhMidKqilvtRj0SwNxq06KdRQZz0/sArdwSJDn1oGc9u8wBzSkc/iTJ2sSjLk5+1
/sehqr/kTZZv7Ny1w8oSGVDEX9l6i7yVJ6La6U0/Xsq5dr401TR91YvEeVCCVB9OQkzdh0CvXR58
yNNuBOyVWYIKkxp0cEZQLFlsHX/GxJLK7XTR0WDfcYCGi97HRf1kzJq2ZR6+EhWplspyuFRbvfHr
NsLUmYOomS5INOi8QUrjEJqt/sgTG0hTlP2tI0zwjz3GX0wjLv+6v54rGwndDYQ9Ud2ju7LkItg8
4udeE/PF7P3JP5FTwmfbRWXlB/tx6tzwXd5HnUoRK5q39ExWVhiRA3JYJo9f7jIidkYMGTIZuY5N
8Cg7vOLC+Z05TxHoaYfaQh3jLK22CuZpcdTnW3zXG6NegpTsJUu6GzHqxoysMxN/SGuFVXadnpFy
11IOgQFT+TnXoznfD8qUFuG+4uma7xFYC9THfNbi8sB7wNaR3Y3D6mhKufmfap5G1SWJ0uLQ6YNQ
+42rayWuQPKn+YU5N4BRR78OZrPUXowMfbyo9TB5jumbe6FW8R/212Xcph9MU08qQUg62PUwPW5s
lhZm04XSQiyO2qxmR9NAYwCuSBbn59Hq1A2C3Mr2h5DCnciVSIlsmRSgMFzGsT7NF5eyEM6Ldd+/
n2Ohvs8Rsv7QtlqQ78BsNdUjNfD2V1SrOIfcPwQrx53hiaKAQqhAWItZm0gMKK0Vq/yEHjaTmnTR
Fx/XvwrlwD5N/7CUI7/xa2mY5gswu2X1IYaCCNo4Uy+pXUzPpdFhDD1JYczHPMiyLfDX2gGHpUqW
Tc2TM754SuDCEKU+wm4XxwiGc+yY46cIMeNvqtGpD6Mz9rvOTaaNl8TamrKiFBtALfI8ln9/c/Vy
Y46FloXqJcYkY9/UrvnUlFO400o9OwK9Q7AQ4POL4kTlB9+ogo1LeG3OyKFLW3UpIbEsX4WDCAES
a9qFIqT4K+tm8Y7+UPiUlppW7Mmww+JgT9Jc4/4+kt9ycflTfGVFbVobt4VeR9HDIKl77WKXxuBH
yFbMafe+5qZGjcB3lNbc66WI/H/uD7sWR13aHWBEqfNQBbn+2qOh5pGucDBDJTEOaOAYn51Jrfea
ApcM+ll8rEd6jEY6phuUn7U8jwYc8YhUAJjkcmhLzfiwQzNfespX0b6TR6ehLlBr4kvqJl28i3uo
6T9aNJ7Cd/TuAVQm8OtRO/S1P7Yc42SR6VFlp0ogD9kiZTBzkwPUl/MlzGsMMxN8xyA+hbtJLYfD
NNTtblD7+ow+pvvYxciy+IWp7hoj3MLxrD34gAXCoKZKTqVxSSVEbD+IHYtfkit99Wvq7PLXmIzK
vmmC6CGaRuMgFLsA9dLVVNHnaCqe3JYyijYEnMj722PlNEgZVD6ONPtlf1xvj5D/FDuDzhqhTPZg
UZk7Em3m4YACZfleT1TY8nkeVhuHcGVXkr0ByXzFEPLivh42De0ip8c+XSZXaVQozcXU7xMS5+BY
2E5uISbeYGHo+GN5iE2NquHGvFeiOjVIAC8onKMqvHztGwpyVR2SjJdwUs1T6c/VrnbgrzqZ0P48
V5UCPNSwSRkRwFp8YrMY6z7sE+4w3HsvUxNDfONElruBgPesN5iX7popTrKXsjOM6nx/gVdPoZQh
oWwD0gDA5vWnVvLCbBRVY4W1Ptr35mS917QkKXYO3vFPo1JUB1AR5QcrM3lij9TWd1ZVwEy7/zvW
PjipkLSJAVN204NJ1aLSrEZuelPDVy+fokNQYm6POp2yMeWVdEiWcjhYSI/fapUYWM90sLLUC48t
/aWy0+aoR5r2cn9CK9cYo0j/c1b2VqEkqGrAGS2jtHaqfW/H1PdyoTsnrXbQhtQ657PI/fQRjFd9
MHDh+H5/+OXBpWkgFdXIyKSIFDid62UlE4ys0ZmnS1L77rMj0spLqjH+rk5ZFHOT6G6+Q9XZ3MhP
lrPG0QqHH+qdPCv4uMt3M9L0Ua2j/nkBxjmDiwev4+6MqJrOSdaW3WGyo5JCa1l9rlqnrw9pQvVr
g5yz3EryN0ixG9TIYOvzexZT14bGnRJNXCYn7qFZ0DM1D1odg/VIk0b8IeSLeiBQAQw+KMvwqL4p
DKUugtVwCMUlIOP/mmVxtc8aP7vYszu8THi5QuRztgTml9nC66CuDuyZshBQncUcA6eLSzPPnUsC
Cmnvls4EuqxtxefCTOr36IKK5vinGwrqNZsZRDeNL9q311+1KhuWLiydy+RD+Va7tnsJR7W+WJ3S
RIdaaYrP2Ajk88ZNcLuP5bAWHH7kZDmvi2ww6azCMtPQuQSxbj1qRodvNjmo+9KFnX7I8knsJ1+M
W+FoGSP4vrSoUWEgJrK8SzO1wkhttOtd9lBpd4jeiNB1D5lt4o5z/7OubFYGgmJOxiltNBYLadad
3wbIjV8yQQEG8fbuVPmW/phBe94ICatDkdUSZXAJQcv1egWbojIjd4idizV34XNTWzr8uKrcD3pQ
bGyWtaFoKpFUUpunkCVX9U0O30AyExA83QsYk+pZU9PhBBjK+j70YsvTbeUkyEKWrApz1G+AH3Rr
XaT2M/fSKUH/oZ4Fxw8R8MvgB+HHphzdx/sLtrYz5EMP3iMf8SYzGLUCwTdRa5c4SlqIB3Pyl6+H
/cYHXNv2wI9oalOAoqmy2BbwhoCZkNVdHFFgIj5lTQPSRLTWYwmZ2D8blp+feyNytuAZKwGcKhIx
nEyYMt1y5YTfgE7tEuNS6q0277Bo/D/OvmM5bp3r9olYxRymDN0ttZItW5Y9YckJBEkQAEnEp/9X
f6NrWWXVuZMzkXy6RSLsvfYK7jpFuNkJRKuob0BDjI8sD92NQjh30PQZe5dD+7r4u+y9y/V1mTJc
+qFX65QvWDsVyeOzUTKFUi0teLvOfD6szGq4TuWzQJUw0hkJ8DPmS/9+v289eVR9kHUC+8Wx82rp
GhwHMk1Jci6GDcGAVqwnvWCD0GBYHx0NynpD9u87zd9biwotL/owGIggCuvVKQfuTQA4a4jOCWzr
W4ph4Xe6c/n133/aX7UenizAKhTVYDD9b4jz57YMF14OoO3H52WpxusFQ5ou3zdEmgV73GHGXhw4
JEh3kiB3fd6d5+1Gq/eMnN94wJCXXlRXWGMXstufXyLOYJvmWRWdbZbqlHRIzN7SBgYqLGqYTey0
dxrzKxI3UNwhsrj590N4Y3Uh5xQ03kvNfaEg/fnxNNFK51uYnpUh5JayMvpE+F4cBthl7Y3zlv1K
iiVoy1K9h0q/cVQBU4BZ3WVi+fckD/cJ39wk0zOlECycYJensmaDxuc52Wwmhk7uJozJO0fJG2cx
wjSg57/gRqiLXq2tnsgqBIswPVvINrs+89tHcIRKCLGT/PTvZ/vG4QHjEGzci/AUr+bVqQU7ByKM
EPE5SMaFH/Y1NnmrVyLSDDRbuHE2AxqK7N6kwUIfJbKfrxYjKvHfdxO+BgoV9M8YALz+ixFksaI6
qmKkIVdzVe80nbuyEKl/Zym98T4Rmwp0DE06KCuvi7DSmbjcUpqcd1qR3xyA1Fr7TG4d2UpTq0G/
J2h+Y+ugD0dyKWIDUA8lr4p6X8KficdLctYm9C+zmTAG3PwHqkV5BMfY3PixYu/AcW/9kWiVoHaD
zxrKlFfbFeE2KiNkSM7zhgjt0ugUfCNwYqNMpR0a4/eo4G9+HtyNsIKg1sAx9ef+hKsbqlcN31Q6
gr9c9KmFGGxdGhiBzkcUMOrq32v2jfMA4AbctfFxuNNfdywT+qcRsUz5ee51DFsdYMaV/ToMrlQd
cqYjS079VmHYC/P7IbAHA+fO90iebxzMQP0BhFUgUKA+e33pwAyFi2Gf83Mp01KIJmLRID4bpgqU
GCuV4U02jlrH3V6Ny/gJJA44CTZbzJ2q595O75W/fz8UYJ/InkdzA+T3rxGsrZDy4bjMzwsQ9rkj
fFPX05jphiTp9GGCC9SHcpuqpzJZ/j+uf3w2PD0xbwYi8le6qVUeEiUsrrOZvbYN7hK4ThLFp6IJ
Qi70jSl3qhvAbxGptygwv/69IP4+LzEkuVDCLpRYFJWvFryPdx7RoE/PSDPnae0XZo6a+XysZZjM
7xxVf5+Yl4kMZliYZF0Eupcv8/8UyvsY4yZMl+xcLNR15Tgsh0kOxSkx2yMKkP6pQrrT/ZIMy9Er
PS7vnGBvfjzsZ2D/dgnn/esyVFRkCHdKz/g8dwNGGiZpLOs/giEOrwnXi7tBgaPammIWtk43dMDv
lFtvPm384XjkMKD7C/ep4FxWFL7AdZwx9smF88ctNvyKWvveRn/rk0CiQO0D6srfPcnq+SjzoUzP
gRxOSJLofxCahodU2+E/Inrgh2DlQFkCzBTN6+trENetXOBnlIGqUm3iAegbnLwOYA0w+8AGhZDI
FoHE1TP4nCE5e3gAP/2nJYzIY1QZmJ5gPgk/duiH/lxVOi6spyzPAJY6rpvIKf8pcHLP6qSi63vM
nDcfLMQSuGrhUImT9M9Po8k0zpnMs/PkTXJe581+DAep6kEixerff9jfdTJsEdHtYcHiRgKl8M+P
mtyUKK6r7BwQOL41ULWDKE7yZPny78/5+xK6EDOxMSDlQ6n8uoLwiOUQqZDFGd35cIhK+wEO1Hqo
pz5Mat7792Cztx4hULrLjO3iBfX6ERKBKadU+Lw+1c7W25ag99rNspxyvYh3luffVQT+OJxsF8gB
V95r7lwgRSHRVBVnXs75E6T5Zj1XyJBhP11p0/UlNnBpr9d+5+k7d+1bjxV1EjLVLmN78DH/fH3l
rkwWTn1+XkMM6OsyC8pG8CxrAjaPUx3x6ft/f49AyXCvgzn2t5htTWRcclLmZ9gyif1Uzsm81uk+
k3u9ssp0kGi9h8y99XRxjGH/ochH6/5670ldJtoFOfoLIR+kXvRpKGR+nwk1nzwl4dbMJV3eQyHf
urH/FxmApHXsxddlDE7pCcaPWEHFmopmBwcT7fE6zTcjFWMbZbtznYHzzqNV4X+MuUCRACdu7H7o
R2CLgsHtn6815sgjowMtz0sfqGbwc9BRNtCDkSHSApHE+M4yemO3wDcI8iJwGoCPvK67VRzyLQrx
eYCQsyvQAcsbeFCxbwaoxjtY8hsrFmNviH3gZYHT4PX8q7BomVPpgANiLNshkQ8mkD0EKH6O9AGb
rHrnOnzz8y6MHshYQel5TRge9dznRQ+4c9m1hAo7qO58zsR3H7rtjk36PRL6W48SCNOFw4NAeVQ7
f746WmjEfgcuB51zWdrN7rj7R9BMbeKC98QEfw02UUxepohgsuaIrv+rshsXJra5ItUZlu3ZYWc0
+MTKEfGyi3SHMVvXJg2SCads4XQbweWU1EWfRV8AASfvkLT+3i74Kph5gXsPLAAv6s+/O6eo6DF1
qXBdwcwXUqfhy+KySHee7vNVHrnkKU0l4Qc4Niwv/z6UXrs6X4rqS0d1CWq5MJhfP/R4LUmMYN3q
PPs4hKx3WbbaFNX2soVUz7VNmb5KK6a6oOeBqjNeIDcxq/Z0bl2qyy8Lko3ui6B8bx9D0P/qgoWf
HLYTsgWhcbnQ5cP4z+dCpBATXwM4cEYx6Eg8m6akARi3780wEZZA092Hc6udKz6sGWCFel+dxaxS
IQQQHlpmXdosqNRn1JpZ0qkBrIOmShS6uGTm2drmEUyveriXZJ2HEVfSWJv2X+DPB0wNKhfnny6e
9KdIzEHQmKwfE9fAgzW2ezOOFWx6GpbGc6QaC8ssomrjWTT6Rm+a9nejD5fpC2Zrq34hYSzpYclR
I5yglhmHrRZjnvVPgYrXPa57lhQWZjhz4Agyh8p1Nb80vzzkU+60CXK4zDJjPqXpSuitRci1OgxI
uQ6/Asjg7l5QvtCrRKRB9ZyZoShPfegwsqw3LTFKrSup++3IKRxboR31pGLXYp01LLlHkpOrPBQp
0nJ02UcPWSnBr52E0qIZKLG5rzNIzwR8C0M8IT9N/peioZtVHaV+FFdujSFPq1y50uNGjGQ3rhQ6
vR8ITsszoqNTeozTbS5hih3Da6yGvJqdpKjC+WqBvtV+BjxmWbNE89p3ceXyFNaFq5tOtASw3CWI
+3A1vC2y7BCsW192CJKIWINhE5HtmpN4+2BUFPufsEuKk9vAZEipNqKYkSVWZY6td4GFkK/WJaaf
DyrPB/8zC9aJHkqkpQy3u0JKxMFOQbh/KMgy++OUw426jXl50W5FDEKJM7h0mtgrkG191azzbMtn
5E9y+wspWTaCv3yOPvR6zuF3/ANxEAsXrdmNo1lnoPFOGy4RhbvVUeLlPNflsJCB1UUiExU3Fuy+
ix80h0Lsc6xg4ocM6j7Y+W01O9G3SEnb6V7PCSfBCF8m+Hjd+HzBMC/gdjenGBIl/JqfKRe0wfwp
H+ht7/divaUBBG+Ib81dMkNxLZfInyymZwiZXsE+De5IchnvN8k+5WRohGG5/OK4jebr0eZpf1iS
GfTCzqtgJKfMwvpDdqilV3i5RBj07qaOnDSDgSLZg8fXshWblNXL1ov8eqkKSJc9qD78Cnb/W/UQ
CZqMeRMpxAXf6Z6Q7Sfp/UQbOJmMW9QNOVPb1iABHBSjtJKwdMiDPsDBVBmDR9zgehxgLx3xAbSZ
VmU+Wrps9NZ3SwBn1dqqoCpeAngvXdiQEb9dtRt53UfTXtUXcRN7mrbAqm4XAi4/FbpqwOlsFRDE
QP8WwCy+38XBS4wS4yaJhzy+KzBQ9W2vtzS+UVkusytXFmjc2plj9nyMXc/kt55hJHG9sLz0j2bW
0g5N4DYV1aPxE/kp6KpAIgqjnlaoZ0cZ+rCJgzDfjpD8L+BYBQVHNJD3PuxxVpWKiNMYykJdQYg2
zrc23GL3sGVu2wy4tdAvn+1KMl8zPhbpz4nHCEevw9HosaZJFVzIr7oI+599ygL3kggu1if4j1px
DU/8ar4fywQWZlHufdJCikPgLwakKwXWD8uzWlY+rR76NVTh9QCnPn8eg3yL46uBuwJ65o0DNGtj
ssNV5MCyHBwNOcMx99uQyID8oEqvGVhJGJd2Q6xGdZyECOUhVjom13jFq/ghwGRcb5EvHDgkvKdT
iB0B36fBfFdkmfwBcrRynOtIZVqfiIEVBi6bco9+AIsMCalXW4XuY9Cv+KWkpP10WmMHT78JCCG5
F5tU+i4aZKCvQrEx+4RlUuRNYqxUTb6mmzjqPLLyNMQ6HE5uF5dFv6xWf3ccDib+vO4E465cz9F4
te/cILvXUaFxVIkAQ6iYrDR60SBNbFdjKRd1sHvY25dF4FppShCg4POa8/Ji+5mQ9WLObUS5bU++
4imsjXuZQi0SkiENv0GKKrLrZXDO7YfZwmDrGb5XMJ4wJa6G6IDLh6ljJfJKwEwhhwazGyDy2ItG
+HHkzdgbI064CaX8BEsOvj2DnRc63uUKTs7frMMiwpVht6VAqwPOlLiPI4qQj6kE7e2uyAfgqXpi
sE3HrNnCPwX2qTm/YqGiwRU+u8gfvXGGfh4I9vbVxWjCnkQQU9Das4w7Ws9pRW/0nvc7+tOtnF+y
PMjNWSE36mISvE8ue8LUYZqf3SxMHiNBFzvnxDLQIziuzmmLjpPMnDK1QzJTflSgGe0fgWunsB5I
Fg48dBWZyEUNahx6lkqCnPjggKUv3TKWIDvULGO8RNYqpwiIEuDJ3soRWejdpMsg2WuwpAltGWTe
QbMEZb6percoRmsFSxN+GpxacWVIUIYbvNsY5h+MpvmJAKDz9SWHpTpXS8iHboLT2vA1y3nlrpPc
rqnpbMIKcw2yfVl9VZsO6Eeiq1jB8HVTa3Ja16KvarvtSGKpZ5mLWLYhdisy6pGN8VmFYCnfKJ/2
wVH7hdKhA0uZFqL2Kqf+ZdqMmH9vqwzxDTnQ9eoBUTjSP/FxSKexEeibfeNShrS7xqY73ily2yp7
7/cqcQdkr2Ci9T0JvJZpg9vS9o89RgkHRL/IHZS2zQ7HBVrI+I5QN/AzssEhqm2hM+nhTRRdnsiM
AftPnE2L7XYO3wR4KUAI6mIPr+zF+1k+jDLAq3IGaY0NKD0IpAxElf2eh4k+Fus6aNzfiIC6Vkpv
qNKIVefJuv6HpBsm/wGSAmXnhiIQDXCk7Gs2liW9E2Ipp+O8letyVMuEMjyE7wa01SSWBzhTIspQ
iT4GBovQWdj+4GpZ7szaZwU+bQ3Lo+NbH9VC7/onLZVCSmZJ6Lc16cnTmrgQVEpS6OhAmZofk4T0
2b2dvRk7EE8U/HymPeTVEQKbdDooV0h1Yye2klMUKLBFJcVles3mxTzaJOntg5RlUH3tlymiNXTK
+ccUoHXwMYB/pvkhGQJBIh7ppEHx1z84n+F12kRn0TkMmfo5QXQ3NXMq0sdt58kDQp99WldLXMkz
fBOn1l3ER1chD+EGIgq7jy2L9hz1MNxAUeAhFNM2jriIH3Hakuwk4s2mCMJNtkeByQPF1YDH9Gvl
qVybIoKjblvmvSItT8Xw2GssyCYqAvZIuRQ/p7Lc+2NcKe6+eVYk80/n4WzauGLKsZoHEYW2heUp
0pAGg2npN5SZqvoQTJKbpz2Gqx7YwsSyk4dhD+xBWTCyG1RLAuj5NqGkWXGlS1TtvSw+4JKj4bXB
QDRtq9KlqoaFcRkeKJarZ3VCxuJ3D74YWrQKTeKRAMISRzmiZm6M4/0EHoJO1UO8Ymx5oyJhzHMa
IGywFlyZpUPkBqlOE8egAqWUJ+Q4qpwkWStZnGP5ZIktuj0dCoSFuRw1c4Rj8EZrFdJjlJIgp7gs
q5zXSmfhx3ma7a8xXJhuM3yTT1MSVHuHKyyN67zU2t373kUVeqkUxQKS5r2raOvh4iCabJZyaien
4emPkTYb2lFGyNoOSlKIE4emvfqK65Nl3YhbKjhigGd9X/swXIPWcIjQMB8v2XKcknLr74Z1SsiX
qViLpTMi3JLjaNKQN27IsvUApxxqbje3KkyxxLLxFwB/au6CYsIVRxIcZ1/l6Hl8deEdUggjjK1O
JDEJ/5KkOj8isXoF3YglTrGaTXYausrk1DygvyhMi8qxHEEPlZG/igVIW+gZYRM99eeQlyPBtk7G
4honCJgAdbaWa95sdhMVOhoTkq6AYCBpXGxZ33IUthXepVEMSzmUe30x3hm+JNAZrgcWJsK3hbLK
tVPJe4T7IGUnvLIIysu7eF5hVzqKCerHZMqI++TNWoQI8Zu5axYO4/MQuwc1FjmhsXJ2/+QBo4K3
geFLZcAk3qKdqRqy/1DS8ywo3DUfAp3gljUNwiGjGHOAHOOPWZfhdbHPUdr2Um6lRU88kAIVLFTu
NxIiJJiA4RSC2WFqxS+6T4mEPjF27jZnQHnv0Dwv6fcBL5O10YSc9xo/w4KBWxg+aqsWsFojq/JH
14Ps2o5KoQuy8Px6LsHJx7ZbgwT5u9mmrxanAXWPSerNFcNv22vaI7W6sQkPlnoGAfJTP3LzeU/W
6aXIRh7Ct2uYRB3QBQnS8GOPWMe1CBUuhSlIXgLdh1Oj0pQf6J6i95s3MSVXiZ/TDwwNF5CSLark
lVsCZJPJaEnyGuYhrmzFyre9pjaAu2pfVpa1gXW2bLjg+l5NEVhJ0WBBpJjHPt7PE08djgIo0uoR
AOXYuihZh5pfcoxPlk4kaQYu0mdAHjDq4bTck4YwschGwslHdKMXoIwl5VCkta2mYamXkuUO6YUM
N5xnkOVu2xLmdRrv5e9Kb+TrMoBiUxfpkP8O14p8z33hWWNG+F8l1Soi/Kh3t1lwIUKEc6YLlBvV
GHSiSslcx4Jkzwbz59+D1Uw3A0JJXJNXmn2bEFqP3oniBGjBUedof8S49Fd+DBWibjkIy3Ey0wwE
U0Aq7Z5SlPtFRdKoTmDt8D2zgZH1hJm2rSUMNT7lK7qTmsY2Hzs7zUUAQl4xT43BlAUSX7wq0QbB
vgU4Rgv1YTFsrZoeMMZNoOH1V2umoq2TqSMwgkd9GdTJ5i6+5qnrVcPjldGaebVEDUV3MjSGr1VR
w05yuF9s6NY6l8r6o0YTcp9Pw4Xh3mdWH+AggJRulAT7DcK9IPa1qfLP0B2j8TO99IAHpIWfN4Er
yScVj5w3pkinH+jPOETJwerWk73svRuNQJGoiSSlSH/TFYTLlduihzLxE9wYwko/BGk6qZY6hzz5
BeysGwNHmluoNGbRVDgb4dFINvE73sY87HqkYYmO7gE/7gzHcwty1rg1BaIOcE9amMnWM0FfXAe2
wqDWVwssZLd8jX9jIySsiTa4tjRYZfPaaFjafkzxzaIO1DIydHvorG8H6uDjNwG1KOqJKvZJLLE1
dWkFLoZhQy3fkpxGP1gSWt0qHkVjOwJ5xHchY45bGbytB5VYhIMteTC88HhfpibKpzCo0dGCXJ+p
2bQoJndy8OhLbsHsAgwKN98MHZ2FwKIjSuYaprQTFCplsedfDEeXvZfEEjS++f6EsfyCuVrmkxgH
s08sDPpC0DnNCCZibzc4o1Xbjhc8biVqm9IPaAcyEfUVQCv4etZIKhivcSnsLRfRjhdp1w8eaW9F
C9d4mtRJLtavAv7pv8MwepqGrbx0udl3Qcfom51K01arg6FP2C/jndIAXhqUCuUnSdxKD2uS49od
wDWStQTjB3gI98kzbFqjGSKODLcCA45wwo5bEpyZMmL1Zjab1GMi06JdYu8I/t+GdbCFEvAXSOCU
V4MyNZg28oTPeFBkwj+yUdRDgcdSqIkXuLKju0aox4XKn5u6l5OGApZECOssxBgTGBhyhsN4KcO7
nG57iCs6hC0myNo4TEk+Vj/ThFOo6HAGPtN4yGid9wU8H4tV8w+ognYYdSfINa1djvTnOkZNYD6A
NtmDmuDwtSQ2sQTKkszwT91dgNJHCGmags42vc97cInxRKL4AF8BoF0RC7O+zehCv6NuiKH5kSr4
afg2ZZ2d1/xxwdXMGq4GgS47LIff4bjzvQMU5b6xmCveMoXerd4HaOIaD5++7RGUacLuh2K32x0P
E3ld6Jw+0nEtVc2HaLxVuKqXgy9BML6ed4kvuagi4pg0qF50ZGE9AkbNPjajFXOGEj/BFDJFNX+a
ACwWDazmoQCEFD3vaywzzxsGcGI4gEg380MKDModgCWideGInK2RYOr3OuW6H5oURtl7QzKohzuU
GOt4noE50y7EdKX6FGrfA+PMzYx2EQbUzgS07CT8NtH5i51NXazC8UNOgzS8irF5TANJ7qJ+zEEI
Tjaf11TdRBJw/1WvoH449dQjHrVCWSBahP2ujyLxIyAY+EOB3rHEEggxeuW9kW4r0KmLOL11SKqK
arvAXQIsb/iMH4ndkILhtBrwK3uRkiuUJTZsShZ4W4cJvDkaDE8xd4oWxEadhIW/QQOvUiiE9iHF
T2dltEDOknHsNgj8src6TbGZY4R7hadwBP2QriKfjjCBH0eMRMB2aiC2DKsGfbmmNUb7w3ZkUi1o
wqrVZM+45Qt9KDZgQ828q5HVgEb3/YegNsNwIUAH2oykLFi7lBk8PGtfLrTEAgh5dIGG/1c/YUTv
0dlMH0ofmycQ56hohMjxUcuOAJDbYQTSflyICh53oL1xLVe2UkyjNC94o30QQQbG+/x3GgvcdQs8
YFgtaYVGeEHGN/Y9SEVBZ9Ab2cbHW3wlql3K4wLCxxMB25M1mkBILuOM+0OfqfVpnapprx1W2tjO
6PpYfWGV5h0ufcCHCd+GoksLVtwzJN1gAw9mDw9TPuPgw8kvuqKiwdTA1cR9jGVQPockKMfrkngV
PcRSMpQ6Meq4Drroba1xwcjk9oLgSkQfOu+vClDBPlKoRbbWbAPIqhPDpjxEXsNoHVtamaYa0AFf
QafYP8hwJ7JTIos+4vqtSNuzcHnejMpk7S+GMWcaqiztllSiAapMknycgZzSWiAb+ftUICsEyT04
BCDdVgKgBCX4IREDimWVp/IKSZNeNSRl6jfeffBLqWoR9YTS4DdcN9HiLHz0cx2uqcVcQhJ6cazC
POFQjTMZux3ujqQbF8PLZi62+QdPvNg6UQCKr0Gz1nd8z5Lv6aX9qTePJuKIloARDI1nfr2U6Lhb
Vw5x3xqh1VfKeP6SYzb4u48ofyFVAC/Cvg/WqA59GtsO9wwKrHFjgMQ2BiuYmwlZUx3CETfeTkAF
8Dejt6tFNrn7WW8ra/bRZR/wbguHzZwuT6ks+ASvleHirDvo7Imh5YmaUniVQtSdF6rBd2P8QKZF
Az3cynRoe9iDLDVP/WA7hRP69rIrP4N5169NCZ0b63qMNfwhB9zzKG1x8WfIzOcV+Um2pRPz8oTe
RD2CQbMMbbru/kFuuOG6cuHKnyFkH1yHZguvi8I6omqYDjAWipEMSPDYdTo2OTwY1mbvZWIaAaBk
6VakGO11pcBhqzM7D2jYYM2M5zwsOW38nvo7pi5EM4Yy2OKljpUEYLDRoi1WWbbjrI3A8IuUByAK
MTmk4WZ/RLje8444Rq60MdXULhaDEgzpNrjxmH4ABjKmfDiodMETXOCby2su6fCoeA58HWt3eeaR
tSibTG6mhsFeUtS74suDl1TKFm7m42eM3UPaYOLtf/XawveHzPOaNWKi5aPlUhZH6WX/reLBfG2C
dVc3JE+HK5oNW45KPzKfx8zscTOCZWExZtoX14KjgdzxnQ7j1eRlUR3KHtbUTYYpUoAmbx+ugbiY
vc7AlL+WKdjpdbz61TQ63IYz+E/T2sx53It2wkVzjZ5YwuugWJO9ZRvqlmZ1IJ80chXDBXur0AWt
BdBNAKmaY6w7kUs8ivTk8waLKNllmEGhNENRNrYTCfZHlNZc1zpBkmdthimG1Bxi999JX0KcPMXc
3+IP98NtlgWDuaZOo+GPWUZeSjhABfWqAUU3l0DiW0R1jzi7ERb+VbgSOHpJLSLfRjmrZ7+6oK8d
K2XfKCAU7kAg23sKLdSlISZ0X/shDz6nJOxf4Lm9lah7JiDWzleQCAOEnWpok3l4vSaEI4AzGrJz
gvJUN0nqls9+Jf1vixPY1XwNp/sUCtakpkRyVdsRBtcNCaPg62gDuLtPVY5CCwRuP3YBcuEw60u4
jWvWL+XcMBVcqIFTDBBqEhXclXSOhdgaDf1il+6eotRzIsvrXAn4AvGKFLSFeF1tLeh/GCyiS8b+
sONqMCUJsoXVIJBJ3Zo1Q1sQroNLrjMlg6jRagNOJFK9PBTID4PW1+5INYOZGPs52moBP6ln9rnQ
wpCDy6pAt0CNdH8VkHWJ7wLQVucDyQH54rqmxQ2MuU0MIIfR50jBPRE1cMwZgAO0jEiWkE4fonSO
ICrLQ9yUQkfYG4V0EnWns/RLIrD8DsUw7LLmfhl+lbL0sFGPdor/LSmGtA0wOsW/Z7EpTxTNTXlQ
2QAczUY0OVbpMA/HYMaI4biKRei7HTrWoo4XAygQ0w+NlnlFJdtBsyTLBtXsSNHK4Yw+gAPWm1Mf
7UqiDomjT6MtBn8Ego1CdmODmdoCrjn2nkKKjJ0zM4C3l4X+ERqrFZ79s1kjXBLIUp+x4RFEBzyw
8sbUJM+NONJ9izs2pHI/cKEQp+5UKaZ6KF0VnvJ0zr7gTMXiRDzGhNU3G+LQEKgswAWPogSC+NWd
xbTuwClNsLs6AG5F6x0TP6D1ZLQj/Av3C8QT5lQ28TigfqzQN891v1Sw++PAp7/E2K19a9cYmRvc
KoSYYenhv5JE0zUbt+rR8wDbGfQ3YJB6QVhGPaZ2fHEY5KCqWUBh6Abi4ug0RqvzqOqy/iVhFexw
Ezsr34ZFMFwX8P35sg8D+NNRuaJPANOkmrsxN7tAWQ/6BThvIQzAJ61p0GC+kD1BFjzqBsr9ybdK
xenzIomFrY5MyltYQ6JwDyOz3mCKwckRA8SIXUNo00+3AXMb+QR9mwxOIJ7gyo98qkECEJH7WlEl
MRljMHs4Z5KO+xesiC2u12yHZceIygEIfR+bsVnKXGP4l7Bk7OggChz3BdXlgZgeo64gSz5Waz/E
nbVLgN+echo2S0w4CvQQOtjbC9nO3RlgMewJ23BgU91XJna38xKN7NHgzn/qSczcI4wL8chBWSlZ
l8Bl4nu6Jhs74GshnBThDH1yv+3ge36dbLTL2x6EcnU08bB1pUZ1f+ILw5UoPCTBdbqm+TfLkx0G
1gyb7sRBqUxOoRFL+JiCyuBb51i6dVuZrziU4VjjcAzu/kNIGXP/x9GZbMepLFH0i1iLLmmmFNWp
l2zJlics21emSyCBTJr8+rfrTe7E69pSFWRGxNnnBDsZF9SjzHpTJc59xeWdjT2yzsOuGEJkISWr
ZunUxn9b5t+W/pz0WXH1UdfjnzIGTsErlS7bi9o0X+g2Jr5matqI4VszV053sEswNvcsfUuDk2LX
RPpil2hxTjpiNnZMA/Jb7qvEtVMW+MipF2F7d0F2Dmp9GPpwHR6qWuK3vX1I632fWhF9X4nK3548
nrCSWgZJT3yzYmZtyBHSahqbY1jTGFNMsmHqsd3U/rffO+6thWvnMiV+8bEygsL0tGwoYqjwSZyN
ZpqWvGjL6Y9ZEP+OKGTtLwssVB3ZJCfTfIn2HqezruTTIqK9u5aOMQcmQ8thdKtXGuqJM6195r75
KKKkOKTRNP2Rq5munGjiJ0uLQzpKto/+srj9nCdvDWl2Z7wHvDHJb5bUqo94FT9a8kEIPZPqvVyS
OuMRGbOgMxxcedgO/bmeSvnh6S2MTq6SmlFBtf2Kwy1NuatkYf6Tgdc+Re7EXK+lAjFZOI7WuWvd
JZlpKm135nDj7jIhA1K2KRGeoxeRfqW74yZ5pVwJE1I6L2tbzESicmiNOf8eD0QCLwPtEYzmg0k7
N4+uaoiK8rZgY+1CJrUbC055xeufU7f+baVx/wzxrvxTRZm35V1TtqRFum2UiaWO/EspfHv2SDxs
kdZG2ZwqP62yFV8ZbucQQSUnBqI/zhq58BzUqW+fFUcEf0YZeYQR6I+uqIiMw94m8oTeBdEnbsTv
pq8YFiTmdgiV5V78QfJWv5NmfwaET/u8jcNUZWZKe65YH/tfNjs9TJoz+vFxKjXT1Jm97Ca3q17O
7H8Op0Ok3U6zQpebLKvYKevmPGDpkHEGT5JykwZEb3ZxeblDWoq1U+Z1Kdb5OtehCGmt0vYXZUT3
BBvr0qhFk7hMPLkBPZsJoDlV2SYnKevqH2liEbNxer5PTG6pRxOX7H+HEq/qYS1U/RVXfGFC2Eq/
4oeNM4C7tkKoM/1TI7ZYntg0NgU/xz3pv1a1tW62uXoNrrGu9h8k+5Y0EfY2JhKe6zy0XTqlP3eY
oeCpCfrlZ2Un0zOa7DbnUkgjG1CeKV05fOBdMiucNc670bk9EtpHW5xAHM9BYePiNLpxPT2Ojlwj
pMFKfFXJ4P4HRFvOGWkBrvu2UzthLwrqtfm2SxdrZ5csyRfrInm/iq1pj32/zdVZrDEq7USp9gCE
1d5BZXnksZTwHyHflYPmsc1HLdpBvYVlSJuouq31Tq525/VQR6xIOa6UyGOOaWrQX1pVZoHe8bmS
HG4J7+Lhs2IGOg6aHGKUleVhn7bR458bU4BzrvHyXENzVEyTV11RyfdiPlWeKNcDSFGf9gcJNNLm
Reyx+UGmG4X+ZCN+qqigR5QxoNrJpHtIR05nom6m73nOLUKBc/AaT/2IJNhNttahIf9ktE2SLaYs
ACHSgHFqQBBHmlGADt8HsVLSFYpx6KFao7a+Kycv3bJNKfHl6KWfn3ZnoQIMLSGWsCusSXLtYkue
3mnT7GUrQW1Y5UJ23N5r6WTF3ihzJ63d/dOtc2A45vL8RCvD+YxbOSyOeud2y9IthmcplR2PKBTw
IaluUvCk0NQUlg6Dltv2KeiYBhKJRnsfA85CVsNOd9FQ2egSC6ijXIup3K+ybMPqWGOpEKdlC5MF
fUj0VRb1jXistka+qmqbftDwFDTkjtu/lYUnrtxF2s1Ta0Y6VdvfpvpGOteps2WX4QEfmmNRT/3b
jtj7p9n29ClUgVqpc6b6n6bkZDaNTjscSoPsz0zcLj63zZRwSIb1dq4J+D3UOtXXQfrjdWakFWfd
mHb3zdDo68g0koAYtLFb+eqxw7qT/hedfQepGPjd9yHu2iafRg+Vrp1L6WVgX2588BK9fZIbweiU
3adufDcW6eznWnckbCKxrDi9HS/JZSJ3e67ngn1M0bxFP+KCNLJscvgYMjfcne7El1E+BWWoP0Ni
5cVhKIphO9brLu82l6WQd6ShypC0cMcIDJdj8+KXa7vcL6yS/Ff3QJcZiQHk5vqoZQGLn73pY/eH
6DTjQII6YK9QcuqpuW8hXHVD8+KMrPexS1twI9iUct3favUukqb74iwEFGlLWb24iVsdb8WAzRMT
JMVXAkB4SpICQbbxhIQqGYvpoyChA9GW0jlhE0AhZN52PecAdz0Bin4FaMQLI0OuvG3vBRfCtBpW
SuDcBdoo19MC4f+Q2o2LhHm2nA8Y2mx9BAVBXnaGRcu3tvH6z7BjhnFYQ68L/p8HJx/ioeyQwHyj
1J7XlV+huEFjHhGKtDzP/J4AqlqILmMe1ffo/DzIRzFVtcplNIaIEUFDW7FZErrPI41G/6RT467X
gnHS2XIhnsdxb95mZPX2qKuykd9k0eK1avhxqS46fkXlULFwG2EVu+i60C1fBEmcd2wIGfRB2DZk
AulAMzzMJc1UPiWq9M4WjzX9uFgd0Iau95kIRo50Ly0WGqYDO2k6bEEkyifTjexNLmOt/9vatiz4
oROWpSIEAPca2qM/UTxUfo6ULKpDKp3APUi3iH8LsREUsSFw51s5EgQwtGl1ilnS/iDDdfrLp+p8
uWpX6jjSprqXoI9jdDaAS6SsoqRMZS3VZOARm2H+g1uCnh7c3H9k5739PkOuDoe6cJb7nWp9O3p9
4/6ZI7M+7GSBVeeVuuNtxZoSZr6UZrpExlLvik63/oErvJEYiklSPATdQmiXhjll1jUWA63LQIQU
LUQRf1ixM9jR/hKkl5DFIMXLLMOyvu6AH9EhDpe1I1ErDgyrFWvhn2rnJs72hk2r+WjJ/EVdl6l7
3qMIQXDy5PxkKUTGQ+sV88ATCssvssKNVwSFKU2Xc1hsW3FZ/QkySjcs5xYqoRhpm6QJrrRJ2OzQ
eytx4LRcHUz2DAhPVjbBE7t9AEk8X9Ve7s6W8SvjWhNTSW2uolrvt+pHVdeJ88vSYpXngbGZPPCE
DovHWjrVr1cuR7HkEK1M/DYQpThnIS/8dkhuVnwyMVPRw7qKaL2sZBF1h6j1Ldc1NF3JM63iGUW4
c3+nILBfjdC+5EcoZnH2aFPi2//JvdzsvI7fEF4b/B4oFe/zECx/XTzs9ZmQbKo+NcrRo9MU/X+T
XUtzR2bP/CyjgrWVRTP6G+MNIRhIFJBA0O7lvl644Ki7R7Ht5TWeZzY0sYXD8R8VIBVrmuUt8Ni5
icX5hDcxvlBfMedsGPO5FxwvjpOP6zLdB9qwcKIvOAeSpOXjdZzxv3pqDWDxEIh/Sa2LkBKkbi2n
jhNOD9HGN3hAbVtedQcAyvhITEGWTjcy30EI7k+isE35bGWg0zwyQWhOEVdF/G+XrajvW8as6r5J
k/lPwHvNhKTzmdmpiPVdHNLLLcOvK6Fa7NR3Bwqn6dFTbnPfeHN4ap1lfUxV5RF8UHXb08CWhfd5
NHN0tBIDBPBgMgeP4MAIac4UBK8qDm15mEZyVe9YUBt+F9OYPnfhuLc5YEDHfslF9N8E5G53X4KJ
LEyfKxcFLSmci0lHBi/RBu9xjNEn6XrC5mM3pbbv4G8E5Hp9wT16q9p2PHZOwnSDZM2Daspd3Dq3
gEoFP6mfo6XY3+HOAqx80pqjudf2b7iwRiFrOVcojbfV5ulqkAcGxyn+2gFUNOcDQRgWHLp4i7dG
1OeRBepF3qR2+gtHCz1cMQHXCCChPa1kdRy9uiruiOvV6rgEW/2+zxG1wU3zfNv3ku4+XOrwuatE
8YOC1nsFIxGXXnjt59I2a5qxdwh4ZCh+yW6OH1C4t1cYlv0/3FQQqilDceY5gLGkrFRtNzwQQ1aA
o/oVUNnKXZi74Ll7plB/3iBqzN+N37KhLWjilyC6rRHvKwLUbnN/dW/KLbmbqyGlODPyib018mtO
DR3XXIX6rhlb8VL7y/I8TJ756SpcmRnnxvo88iMhBighfzQjJb3VwmyZVlP41VneVQAvkujaUnT3
3Whdai9sezlRgtvj2LnIjdwmnYjZuTvZLrJ/PcNwXi03mF+L7qdO6H32RjJ3kshifhm5h5FUz+Nt
uHysTTSe2q1XZ+vF/ZfaZHDVhYius3H799mbvfsynB2k1pCGSPSqytMBOVDM/iOopTnSa6+vQKr/
Vf1S8nnww/QNuUmO9KgtyI2SoJmFvcgq/Y1fjwCS5qZRqfHsxko/Q8xF77dX+tz6yH7Oxo+92rC+
9EGpz0mfPJSKIbkf7mFG0DAitBjlJ8hv+oQ+fEpT+drLxEcC5bY9DGl4apZ9vi9Jouhd8wug4avj
QTwW/X4/ADNm/Ck7YINoe5jVPHwvJmI9D7UKon19r5VDc0UWqTnoRC1DDlMXvVOt+cVRxHNw4NkK
HkUVxTDlSk//RZH1o1PryfjRznK8rnM0l4yHp5FTJxlgTerlCVc9zzZzBejwpDfzyQ7LYI5V0+5E
7SiPEi9pxU/tW+fVEu32MSWYSKqhnJ6hi8r/VvhyiisyJn5HXej+MLQTv5zJCb/3Tuc9o3gPL+4s
u7uxdNY5d6s2OJXcFg/esHTHlGH1Pco/lbLZ/e7fAJAJlzNsVZaEKjoaQCM0ej992rVIfst+0Udm
sfKX14JLZTL1mjuJpnxOoKkR1ciC/1D4uX7T8Swclx1wUvzU0lqDmsJ9HqDI5B9nDreLNat/XGKW
wwX7uj+H+5y+9D4gl/bYgc1IXs2fpecUfZYyEX4stZbDjWjArjmB53+DiFquCeQ0dHaUHNO+TCGO
uo354r6/hdHwTzIzfJbz0t8afXf+I2SX5NYFkyJo0nCyoiPtAhU5Y09sd4yNeWbUaqYTilz8kZa2
e6BqZuOxAmh/8dpQ/uC+jtH7Cv/OdcgohZzYi+GA19E9b2si790eqBvwyOnRZLxu+xOETvW6RRh7
ZN04T3Hfbm9j0YX8mr0cGfzU3VepVfDhS9UwuYTxv8b+ggoMFxe9EHXQfW6kD8Ebe2H9NVVFwN9f
FjWH5bj4v5gP6DccTQraZY94CLdBskltY6MoNgbt0xLJqkyvXhc6DDBTHFCcK2Ts7EnpHrlmeAHL
AYON6rv6uA5j8AiHqe41ZOW9D/WR6bi3zxsxZ9UBvM9zcrH2MJRJxdkn6SuPzBeHl1S1OxgAY8f3
opzr1xalHCrVdTZm1OVQ/jJ70RsMWyBI2jrDf5WZy3wGrUuySAsmOaDOLNHwmmofM7PSFmQtiKA6
JJjH/iLEAC4GYWLfh56NeHmKPQzXWXSzcd2VjuP/odrqWAYGZKqvVoXFTYmxfjVeqFG88DXQbu3f
0Zmxss+mjmO+hm5c3YyhnPsRVOMcQZtjvv8sFhj6SzuWa/d3MWFszhrzYvurlXvnnllxWkxH2hgr
Dolx2u/NngoJzdL2QHyAKeyrHmepLL1VH3mEJlk14enZbN+KIQuTtfXv8Iq0+5XWQ7NI+7ZGFMMQ
cwfCnkY8XQqbLvt1k7dp3KV+d6IKVu+A5F/bUx2PRfyiWRXvP5YdTPWRiim5Yqix/5HkXXeHau9M
daloDYaXvqOGOPWhs23uqZq8LrFPgxONsTrNtB0N/X7MSK/OknFRvK74Gvb62ziC8y5cfdomnz1a
RXQUdT3o7ybobnyIDNS+Y3YQ4M7zOZjAQGoseJbVp8OOWHGEr03gHrQtRizHTuC57oMcYj66I78S
Q5/D4Db+rEDDUaPGwwamt5V5sEaV99QjTSUXv5t1wefJvT3+5cTzqQJXO3qLvvoF20V+dLNdnDMY
W61NliwgwAH1fGHY8OUmc7LPrGqjh3ZZz1iv5XfjxNzSiSEh8wmOZjIMOebAbdlmivPgPfKk6a8L
Nr0YFYUy/C6EMUjpcLd1PYSlXxDVLv2gPNYQg+1DFca6yPm969lFduPU+sk3UkHvR+v22+DWdb/v
E8fmrzl2u412gbXftEHlXHbuZ0IYFCE5lqFT+xoZ7U1PCgnYv+LDHvwzYR8TgH04oebwJLQKV9Um
u/opUoiAAJWzGxxDtJ74LIei1/+iqG9npB3A5W+YIYr+xxAYD+Ga4Sgjk2AbqVyXWnn109ZhoaVe
Yx0ODAygXXwWVJ3lpaRn4x4JXEejo/XM3dpL2mJOOk1pMgx347rO3WM6zwDzoP+a0Md6dfXT4O0u
SRK2TRMK7IpoidYOafMiQY1j4Mk+KC6NdeMiIwF/t9dux9b3PKdML+AC4oA+wzrJTvXAx5SUFycx
+7YfTBv104prr0jMJ4lConlm4winsMW/y00bKcE0iC1r0/TsVIQdOVnpjC1XgEbhEOLMD5rGF8+N
207hO3OMvGKAN+jM8YTonkXrUJaET9FJi5+uTIz3O2yiAlPJqvG4HPEjq+LWi7DEiHijYkrNeSgp
hY6Kn9D3cqnnUJ+DnT2gwbWZ/IRq29QTU6PeV0HwS7nEFGfx3Dq+w9bsmB48c3TVjgv5XgU1LL4c
sT0UC9PbjCPOGfKC7zE2IIO3ocghcHoFucHwvvA+GncIxhcBW9Q8F16Cgj5KLad/gKJdeRcm/DW4
mypQ7yxgllLeKR2tyxnwcS1+kxq+Tv+mcRDztfcZ2h5Bg6uCh7Xcx7OJzdo9kM/gpOc4YYBxKePB
rvcObHKRezEU6SFdwyD8hVc1bI7k86zrSwP55JxmZoM4YXvM29keJwzL8DCjdVc9zTlzwXK0R6f0
VcTT6ZMMlLtttfq01sb1p1MRd2X5g8pRjz1KubMF7p1Ix9qsJ+4UH2/EVMe1c89AiwGbrl1nQgJv
SYLnzuD5QGiJ221leejam+k+DJdUIc/OugnzMQ6dXTM10bv3zdnA+TPUULF8qxlxgpuFgVKPTrv3
vAAS9eh93bpqgkIYrfy/kAyBsE34xO5XgKLlxjLvzYFFhuP4ydAaO9tkkjLieOMRHUjPEw1miFTp
5rjzoZj9Ugiydr8N44DE4AdD2NwPhXKBi4PSRQU4JkyGx2cdN03zS3lNyTtKz+9bmQ8xBtvi1FGA
+PpkGm9Q6tpjS+qms+Qj2dVHpJnZf7p4XfydcS3v+8uQiFlG734R4IrOKhZIRLlXm6TeD1h0ZXLX
q7L/t3CEpAdHLk16EqVesD0D9Lv2XGxBuz4Qo46B1tJVLS8xDlT8sGTnvMbr4tEMBW23HVZJ9BBv
xhz485+BdHgPj6NAaIhO9cCek2eTDlPbHbaVof9DLFon/IztwL5SFjGZ/tQrwdKJTHEGVy4mdyx7
15FkgOKhiyOP2YRk7V945+DYlseAg5ITFgIyvR04zXAFcjBI3aPfD4+jr9r2LuaCRdBZETyGDOBg
TXmY7Oqdor5ul4sMNrZB4qcJpvJH4LTlcGFWmTr+ZfF2FXjv08JB+7eKg6H60bekjQWQq/hudYZC
aWe4J/Zr9dRjbQRH1Ghooo0tEtVRLMwZfFrIddZ3c5AysDqubJxSD732MOiQ49TG82Emx7V+7RMk
7ZsbYBsglREPZbY7U53+ngg2nEsm9A5TEgIOyfU+hVMTUh2zVCAKludEmN5e8WWr/g+mCkQPfovA
eVWK6eeDl0BgV7lySrq2bt1M8YbdW7MUYWVwUWQ4jKGiB58t3vc8X0GLbARLXGIuLZztPFG2/ids
NOq7UBdEWDhLZFBN4jFV36xbpdPPygFACDnX2lTdIQpph9EkItkwkasaFnQ7LZ9TlVfJijBKpTNG
h61M2vZMw67wTkjRyb+SwNbqJSIqo/sHXzlW/4L1tnc0mzUR6mDxYG87BVrtjhi9RoHnE88hrli/
7ARj2XopP2Qfy+ZqAFqH5whyoXqVHj6tk23CuL+ue6OpgCyTIHkN6kHQOMe4ELGEJla4iM1Aeb+X
XnMnEQeoqXiWFTRpOUmGSg2Oc53uy7kSrlcOebOgGlywfSLfF7fNcvfu7VY6jt3kfe29lO0rbP/N
/1EY3r27DvLrrvEZmFKfYyL+OZg0Kf6CtpvVyaSBvc5H+LE4yaNCxeqPu7WF3S97WcZopD1dU59V
PuFTWem5gmQYdJ2VUc9StoK4YZHQdW3+FsX5iDN1Oam0TsbPbmLojpvS9bYfwBlLj0OD+8f7HgDj
cDOx8nuY8j4EVHtS/p6gfO2eW57dpbNwM6FaHWZKXluc1u52rywM0VGsktFBZlw0CuhJ+s0NMUMm
BT333c2/ev42NeeCQslchpgav6H0a1rn0zLwgIGtazf9EZqB2IcDY8pCb5mJw0b+l4Q8v8Ao+EyD
g0CTLR72QMeIxpKh6xtikAkODZQ3lRY6av9SgmrtHyW0GEkXDtd1PiROFP7lfhnd84onjTjYomaw
vVTECNRZMIpiPNVp7Y9P2DSd+pjoXYX/FbEbL/MhdLtwPTUkjDWUJJDOGz9gGU2/Rw6WnrnJrJqD
54RMgzKcenh3dyF9iPCydhgWmgRlw3EXTfjd3C8qOlVFP4tbsVyqdydetr0+CFM3SDCTjqt/uuA4
gy0tN7l+n9lUsJ8548lep+vZSkLRKQy9m+cMIyRYIQ2J76mg/7NbBm5uriSjtV9mWnhBon7Z4+9D
OK/NA1gOLvBmuZEEU2zq7lIP3Knw7LDsCWE/bbB/D3W6hDfJIlL32JDJh3DiZm82isey2X+JIJym
8yjwrV10uslB8yQrZ/tGMAVa3kntM+OZXWBuas49VU+Vs/nV9/aTs8Iin9ukpMvlq17FuRMmgrsE
efIDfGjzVoDSD3uJMW8tfCke+Nzt/mS2KlCnUC9L+gcPKydW7iZas7+lrP39u2JD7yfcWPipQm/j
FlNgSPVDY0Sb7keAVPIchG+86t7zewfXGM95M0GaMDLwcpYrSfugq8mff1B9zuMPf8W+zV5jrqr1
QVI+lBcKsXjKd4PZXF553vs5yXeqKly4S8wF6tBALTr57rYYNJLz6LSmhDMtGsvyLNmTa56odJtP
Yzvv+psfdHpdwVDXqg8RIRSc57WtoJLmy4y1rNGEHVkzPHsxb3bPuH+2PMJqaqrtG7S+U71Yeub9
VwvL4vwWJCBuf9qSefl14GCtLUyq66W/+ViH/bxPEeQUZsutKXO3U3oDzBsT+miXJQ32bxkF+KMo
1pbQ502NU2hyRLGqdoJMaE3Xz3M4Ls6YkZwROikSJDw3tzcXbjQ+WGKW5+nI0DEeehiHeYmCPCRt
omsu4RKo5p39DwMMOsSD2P5LbTntf5kDuPovAl7kvxkcr/G/yrSr/+Vu47y0RAcGofQfJcz1Oh8L
t1/68+jWM+/3vKZLnHBJlasWubcN5FAc4nFSWGKkq2t5lsZMhDn4uowuKO51eN6Wsk9eh5I0lXu2
ao/6re1VIp6mkTnR24TO2vwcByCwU7XaVD25qHJRFjhhw54gGvv6t0AEKK4C0Jp7hFvUyxe2b9cH
twpZH+khBYXvFgkgenN3alYyU4L+9jegdj9sy54E0w223FkqNnGFIHyicoTdfVG6Vv4QQor0DSMc
fn/649bvc09xIl/Soom8y+hpGR7jgRPoXvNcjGciowKYIOUSdJxU7NDI9w2P+t1ej+56CyWw9CCC
GIeNQ2kfw+AFgseGl8hj633NhxIYo89TkgLKIICvFs+P2OP6buEBi6Icu0HcXZGnRt+SlR0yzjGl
rZ1jh4gjNHcu3NmYs2GkAhQbROJMf0iZ6SRORByXbBDYR2cL79Xq9ZuTW/Ss/3dqG/ZlyOAG8ybu
YSuYXMF1Bs7XGlCOKPZfRsV2Brhc6ycxYtJhFbcNqlMp51JcdMi8qiK2gt7ibt4szjB87YO5gawR
xu1HvjV3pxv2OgUcsJajjxwU9uGpt06nKT46S2jAAJ+UPFKD9d7LgtVun47Y9wmj8DlZzaNuxqg/
VeNmhIImSd3oN6V6hTqFa5iWbO6i/oDUTd43LagxzicNhNh4oq3hzQpDIPg5B9IsSRivsXwszUO6
VXVPnk/Q6/3fVNR1+zi2HFjXaivW8r6HGsZZyJ21kG/Sel4+91FSMUBsyr65MyimDUlHlsOMOJeR
STfOrrE6Wf7H9HWpon06zwRlzd8nIJLb+TYEcfTR7bTtXwQtJOrdRL3E9lX4W4xnr0dK/cB645J/
EkHdfixDGkynse7T4bMq5V5A7JFxUv9dlbuoVxBJh0IOXyOvMRyGv7w6O2nL57b2KpsDZsruNenM
DWPxRo/yf0oMNsslkqsTM4gdizF6qAYJhj+VAB4nq5vFnHfCYepjSEiGINNhgsR4aMuYBUlpuG3d
tyEMVfqsWosKuWrD77omVG9ezuI5s/5cKz5eRe0jOHvPXcN86U4yIW+Pgs8+TQ/tVqbhuYyT6XNm
iHwzhqY7UMkSeOvvxGgyIO8Y8gVhRi9HFgz19FJ3D7HCPvirSMKaCT09nqLm91Efmg9LmsFKxQZm
21LYR7CfcG0F7kMfKcT5lOSv6u9C9Zv6wQFL5ZINZq7WR4iE1d7+Yeamw5riUfF7DXpde2m/T89e
NZVtfNxTxiKZU2D4zSXgK+6XpXcDPPCjr/cn7s2BJCRH4wQBzBzaeakQ3auQnqDBUdxBGgfgBA0D
rfqpSMPROeAi1dPvbZ+tukB4D/WhrCMCExLKHWijulwJLWU/jhEiyRgKSOSWMU226TGsApm+b2pI
4X9DlbhhxvFVjfQfPgk/GTOxTeCaSUZ+5ARral7jlkvebY8zH38mXmYhj7XXsO1pEoPGfj6MsYMV
TZReb/PBLWQSPpWeT+VxbcORrdbROPi7eoHGMZV4o7EK2K/N5tg4/N6kbrBet0kSks2olslz2e1p
TA5JUwcnovVc/1V2fa1fxc7Y+12TteD9dBPE0FNBsIm8LztF5uziLkNSZBHyXkQUQ6ySp9Xotrtr
63nAV1rWIcbrc7WHKwsfp4DtAA0w717B5A63rapo5H7T0dqLXjb615AaxYdRed7dmqRO/Yx3TtEK
TgOlTN5jH+nPzqLQiDNoROyAOVFNAAHodxW5Bh00RoUdpJ1i2lYMCMVkjyHBzdExgfanD3PqKJyO
JEEt6TMj3a6+cNqgSzHoc/zkc1BUvT/3CR0cb4CPSy/DsshEDOuwF74bZ6dczvC+QwQT4shUGWEI
VYMh94xlY8GxGuYN99TYHOqyZ5AZsyjKf5MF8V36EPdNaT810RnEybHHaoBbYCBS8GgFYW+WYzpC
owIHVo3nHwkXgpzrbhToi0WbYugPvJKCoTmGtMx4L8HSSbKQ9cWv4ZOqx1tMznSUk93BmWbasP65
ZSjg1ldzq8tqCgnsg31uFrKUo6yu6DKT8o4hFb3fk1rReHzYfKHNPzrhIORr6Ug8Z5oWNXL7Nq0e
QWIntsZ7/T1d/+5+2XlMx4B1g1PlOyc/3FrDUiMz8Ilai/CQY/It9lepKrd7IxAmidZrbINQyTv8
Kbp5wsrTnAaa7/aL8fmSACy3gHgawyrhI75nvntrZGhflV7/bljJuC9Lu74xl0jiszsM9X9VSaBq
ZjdhAgiw1Z2dLrMcX8HJMan9EfJS/Fcsra7YckQoWUZLGdy34Tat/yjvvZcy7GtkTVOlXi4Mxias
UqP/vM1kn5ykU1Tt1Un8/tTJvQrwdG7z6+Ld8A4Q5yX+5TFSHUgmWYmggSACrlxxOTffJnIK+6eK
W7j9s+AAdT268rRaGDr5c7C+c87GCahYRBjwx7TsVBgZrZInT4PX0JrozTf2aVY4GfE22om84Mmb
aXzC5dYRhP/j6MyW48axIPpFjCBBgiBfa69SabU2+4UhyW7uG7iA4NfPqXmb6Bi3WyoWeHEz82Qr
aZgmOYSjNusxMYmFYDoObQz2h4FXPCgNlQ7qmReP+11VGV5x4kH+xUiVtUd80VzMZ4Bigme05UbL
ulcQm89IiyUse3KyEH5tV7HL4775N4sGTr/CLvWKgcfH8AA8VXwOdUQVSNXiPzvJqevLSxE1vgeh
Pa7FvhmGYrrmE5UZz5LaNv8DE+4YfKR1MInHJGKZcefQw6rv8ipYocpUYS30ByvMQJ7haVWXbugX
9uxhE8d4cIDDHuMkA7/LD+uU56LCtoIxNW1D/xsPf6PdrS7AyZ3x5ijMyf5Kyiv03Nh5GPJqZtld
W248G4TfaH3PSlmbewxFkCTM/4n2gLCzJ8iQXBajaozXS1xjoP7t8LaMRsZFlppsVZqMv4OOHm/C
+gafa8aFgj6HljD3KU8g35Xn0mXXujI7jHnesISNa7Xs+eCWuCZMgXMCTa+t6rjcymAtsYEBcWND
ilU3aeYPn4VpgAuNalV2rYMT3DFGhe5diidvunMITgXxhjK4cvoIpOydixvj52f9LvFrcCgMsz4J
dvjyy4l7IHKUPEhzHsuSfGoXt+UjztOlYeLyVbn3pGZgYK4xnCqRWUOYMEBnStzxYcw5lXv8m7nV
YFIu6iXo9lHVLOGhKmLYPAJ0InHDgihst0M8Hb+4NC9mF3ELJ3paGPtrcYqCDaowPnAmKpWqB9Gb
tb3FOcIn6tLneV+xgzb7Ad2xeDKJif2dyxs9e7CVvcUWTPEnJ9nzkGJRJLvnYYHeh5W0L32Bz/rq
OwC87haOSMSsUotLReqJEZmhg1X5qghXPbOkI/cJ4cn1j70gY435nI35k/bL5Fxx5BFimtJePvLu
yYdNxEEWnRBU8DTAqOg8noSIiFkwhSFRKJWb8REbben/GKAUqLwNJYLKweNqNfGvuR8wHoNWy3rw
xkGFxURvY+7Ykp1Yx9RLicpQaGv2NAxTopC6XPc5GU0AynZbaHecwV84Tsx83Xr/cZ5WmJR64nZ1
c0lzBOrgSOQsm6CmhM26H7BmBaw1Rf0dLVZ0w3aJ+vY3JFAix7ma6ujWxzg6MQ8pGwxyZURiOwyO
IFcuFEVWfOiJgLdyXGWjQmjzbea0p3VxK/sM+YPcFXfrwb7ZDLMxJJumCOxj25b+f73vt/9Ij7ry
GMsIv2vCiLkv8ompym24o3BV5kqIRXygBZr8WD5+Suys8yFl2DqrNIc7PSZOBbVizX3+20Ax3HbW
dTiWhwQny8s8twUxL/LGV8CDLTlzfNvegZ/DfyEU1nx5nijzU8GHUx8qrSU7BbiOdqMYUpwL//Ll
UDhqzX91cvl/+Itx7JK4lNbugCPgC+LSyheXvVKIWGGyH78K51fFCffjiCCy17wflX4YW7d/4yca
gt9pXQ7Tt8xYAbHUHsvm5OWzbs9ZpVFE+7ZLkz3qMVCVNB7IJniW2DyqSFvuu3RB86qyvJ6eBbZ2
e3JYTcM/8aoyvfJoNd9UNlfhYdV58jKxCvR3XcB0va8xRc08BYQ0WRfILNoBUcVkncIKwtOiB9dt
vmw5yhS9vmEqyrka9ntBZUT5zVWc7M6G+4S7kk9spCjEznWQCTdRjL9yM/p9NYcngMYp1I6oYCwk
UdDxRbJ72tDabosS09e7ZWZH/qenFXd4aZCnnNO4jmVHKtdyBDAml/YSwzKyf8KUVlhc3l2l4D30
HhPn2uN03RTugCS3iYnsFfupzB0iGHDl5EPqDuM/FniO/DsBSP3Ug5cXvxCEc++g0J0fEAzhz0ar
EWfEM177ae9a58TaM/rLLqq6xA7IL6IaQdbtA6XUM/bxsTiEgwHxQnTUA+EMZbiGPUAD9rbScPDA
vZDDxmBLiOPRJyDLXjDpc7gF5eoQAJRjJ7Yzon//RuxUHxO24JaZq4TMAeWwcx8S6DvFuQXsiwnB
T1d56an0VQjyXvSYunPTbscFweXCCnGuGLE6OH/4S/q/7IcVC4eOvwOOgTUPwkmiedvCEPNwU0Xq
l+F+1h00T9B/DkzWG8SgtVxaMa26h7hM6uSYDZF7rruqD67sMIlmDuUNHsNdK3st2QEBDeT6ILaw
XKOjRXFk3y8rj/C4Q+/ifd+o/pGnoqy2Pt6ev4YnCZF2pvk8ZK1H2wVKu0PTSo2Su/HyxgtZkYzd
uCsbVVK+PMeDOjEaoJTOpnRxoqEnUchlVv3C8YDLd82zYdlBRFoxYaJE+/HRjv360CjZPY2JCapj
eJPGQ1QcdQzhshJTiokN5HctPWOBf2j4oMoTukjKrZnLl7fvnUEqfYk69jDeu9c5EhsTucQMUwDx
E7jjU+gV13Ig+XtkjKtHWmPD5K9FcrtLJi/qjqMpwOX5ZBI+MwzjKKdcot9DkCDcBZmnKPYIeXE4
pwU28fg1V+Rrjoyea7NLC8nZyJ6eNHlahoLvHMN0cJcCQnT3K183+wVFxQ7Dt+3bhhS2m9QZV1i2
Wy5driR6oxS3RB/dufxJVb8ixXW8elTPGYJThCM9f/YmW0vAn1nupTiK2ixZrMXgnKb1ezXE66kd
vCn9hFWTwGUUYJbmQ65towlhmLzACBriYhqE5/kb4c/xA6DeCXmpxy9ywJ+LiOQ4DnCiyOP7hj1b
UwFFWLUkZ837bMV3v4zTZw4Fd4E11C7lzgc7Fu8xAgD/1UYA4eEJubgkOfVpJjjxENlcLTtVA/Ki
bGKecu+F/pS5/Lv0fY+kkEQdKCA4NZ7/gZWKJoW94K7UnoVWAKvGpo1/90gx8Z4dHWvxvOrEdOrq
kYR5lGBZJoomo5/IQoz45NC32RVehd4tMYZy5JVpOef8KtmU1BHYaYwa+V9RhrRl81qVFkGiN49c
6pfmtQJa998wER0k0txVkAsIsnFuDs1Q1rs+N/iMMdHZ9BrgEGW/UxhoIaLGrnMWsOnRsPPaVkdT
xos82FZX9lcuaDlFWY2j7tIDRs3wC4mkP0a6loR0O/a8m2INMG75CoBsyY4SiePUmWzBlRXBpUjx
2BcHnDtcP5VZqueQM7Xb5aMou8OSiQmWSlXyMk0jLLz3S1d0l45nnQCaWp1j3d0aAKemd5+TvnCi
feHL6br2q4dBfOWbfVdhOCVs3fbTufBJ8e9SMZUkA2yOWzRJPDTRDf3zHf7DUQ3Xhfw6V6rV0dcm
7QnWNTMT3Kt2eFUesclxs1BWFvJPPRLDwjFWAaB2lvQpGgjvH8mTFc+OcQIQCjf1iEW0XjTeJkR5
Z7PO8IA3xlvkHwWAl7k6a7jKkzME1NKPWJqt12dPGrYBf36e04+BBjyzI3DhVX/YC03+Bnvg+gAQ
aUy3rJPAoDHwcLi3lQwhxSoR4PUdSR8dPLLcmNns7PwJB2dcjoP0uNNNRS7fSOyP34udSXHdSA9Y
k0KK56i9I5de51yePaoN35ZWQU9mJMZ0BQzZ/AlZtWJwLNx0Iu3sQEfkyKz1+NRqLcgQkUYqjpkb
MthOzkxOgTayBmFhpbFELwP5giWGR42dgcSkbv1uuu8ZfadTX5r0ey44hFm1ustramfj7ye7QoLK
kfP6HRsihhyg3G6/raixOcEfn1nfZ8X0Gqe5DA+1b8x0MIXpf7KYyft2Sx5fmsKRcK4nbHrAekIf
KA/uWkMMeQ0+qlHn1b4srV9ulqzgIQ4qJoENV3vzGaedanZV0/jFDl7EjPjViejYrG1OSrDLr3Vq
q7cRWgVWyaYp/2A3TKu7DpjuuydA8NxBPvKfEf6rd+g8K/KeSIdLFM0T4XScOdjgVmtIWCbL6lcP
GNWif0isqToHwOPMBbtd2z/EoWzO09DNfD/WLH4jsw2fb65IZGPBKjr7ENQp6fy8RJPL5rnw96gM
0x6HoW0ei36q2PHQXNXd4F8Jnl8YSPG/cJ5raw4BF/z5UHQSKSIRYL0PHb0HCWDGLL6UCc6WHeHF
0pzK2Q/PYBbHIyDEkUCCyWIM3Ybh5IHAZe3u89Y6BMI7KjHIyeFVFzhxjzn5c/ZemO64Cq625Owp
lRsewJutb15SCOc+a1GvbiR1TVARyABf4ATqthnz3wiyLo+s7eZYPaxMHHW3TQKVxqelTyt9yDGF
O5vCieM/S5+ArqiqATT2tAjCWQTVUvdETpI7cNwgi7z2ZSSR3p1FyU/C6UXEK2PANuGWsJ53w6S8
pMVObgvWRL5V9sFB7GJNE3Zsi//lc2DKA+6bQCSbfkEFeCWCPL7NAYVqRFVHvZtGR+UvVW1DfjdN
7PSPpSajcBwryhXPREQdexwLVwEXm3tMPGtfcrcdBvYY2xWzHZdIGXv6Os0Ei38GOAmPZuQGfk00
uFl8qDj3WcoEgMY341CEzZVtPzgyQHlzj4PC5dw3lijerl3X4rkMVPWT8JP+GgouPpABKhrECArM
r6BFR83ysVrRgpUF2w81HamgkzjE/a5RrMXTrmx2uVqjjjYC/FucaGXsXbSK1WUZrP8uo7x+oG4Z
HI+Hve09cwUcr0AJKKcsNJdflskJagyx9OF+GS36+S1pwWainLx252VOo75WQ9/GhbbEKCNhyP2c
Gyd74l0HAI9QsQNWEZgKJ00xFskNTgIXdiOcCVJCPuOeYRDweRSrbF7GA5NlFe1KOftQkVun+Bxk
aN4gobNQ7CDFvWOcSMpr7Etn+B2minY/d870gQVG5T5Ab5b3jY/2gGyZFz9EGptrpitd/BuE72pq
XthRM+RHoFLpiUDBYhYGfznPdkTuMsHafxrycuRbaj64E27+4m2kd6F8G8e1v4+QguuvSAayf8Ic
Zf4b4f4V28pbvT9MUl1zAXCta4wRpvzupFM+1YNb4tYLBUA6W7oxjBZvtOZeSJeAUTJUrFHG2NX6
Oc4kyqPi477auch/Jj9xnW+XBC0pRqWtOvBcJFxsuItVO0+oRF3QC4PTMrAXOAPJmYNnRDnlvtQr
UwgHb93K5a5yMxE9q94PyNc4nIwXr63Hv7MXu91xMnHV3tFwWaHr5BKtsjGY0DZ91C8zmzw7uDsj
QlZNm1E6a/+r6oI6fsKFKxb+ysb915Z5HFyocRbup2vn6aUdq8RchryeFSkJzxt2ocGh+8S9pEpe
OyILyXbW/bLsNWzZlwVvYIv+MA3nuGAB/6uF7ktdhz/JY9kMwMSZ7QE1kVgosEn8xrMWyvsIbG++
mSPMn9Sg0dtwKmNsmMTxirg8DG6EQyxGq9kGQKb3EMvpEJ3ywPGftKEW8ZpYMeLD6stp2SKJsWOs
Tbw8ZzalF4yxfZy31s8lmAzttem2Tb3abOouqXFpS3B5GFb6jMgPAwEkRZ34/4KW/cG9iw3rA1Bf
4R4TVAoFzkCML9LwgtqFWStW+km6YvwrYaqh+8WsaaDb8sve13zOOG2G3GPPsg6t3OUFmvM169ny
CVlPwaca+8n/jpg8zwMdC+wEKbopf/zA+sOWIaclaMA3Am9EMsYX9g4ed/y17q75SGHLrizHBFJr
y41qm7mIWxtge/o3ISUorEOrpSRbrPrvuGxgS+g10Dny1Ij9Hxbw+tdJfG4PMKWDv2tNgOM+NZN9
zXBtJQgCLdeZfpgE1zSuwe2GUhBGNVi+WAhm+nG4sTZzwUJ4oaF9g6pdDY/UtbC9QcVN1VaWxsJC
HSim1FjQNWkOAA+Ybof2xirEGXXCG5GwIZuwT3g52D50qC4ctpTtNj3rHE+8Ma2HYPz9BiBZWQJ0
8TM5bQSvpP88i7V8m0W6/aFtIKX3gusEZ3HC0m7jzsn4RBR04s3NyzGDNxmZV4Pn5AdePPiGOJ+N
5drgghUjDE3kT1q5nDwGYzKILJGgVIF7eh7wsmIcrECvbHrsQ/4OlOT0OytXqKQlayzaWoI6LO7z
VUHcUJ0DUhCPafu5DqjvN6+Rgkll6pdqtdORJwaODxAE5xk3NXRGMhL9xY9jl6yldAS84XIK/vNj
N//jOL5fHXJbOt+Y7LF8SR0Xj9PSccglEMA6VsGVfsd2AWJWFdSZsRgVw7bsbgtkj8jDLTACgXQX
+4t470Tm/hrquW32qNOYscupFnwS87z8ZUlSv0nSgRKSF7oNzCwfdZKtJBZyfJd5DRsglGRX6/V3
W/bV9xqKLN8KFBv69uqAoFsyjqRokjIMWaezaCXJGdUvmVFYkiqD+5YfbQ5/LFTWEx9aaImINuw6
DIBX5+BmvNK31t6ct3WZdU993Yn0OLGUYIqV0ZhtfRuD8qXidq22Hlez16kJ+yfenRVcQ8mJTsix
aQ2oq1y/167BOb9k7fox1QRstnwz62yr5pDYojdbseGWPZGWFI6tNpMncIwC6GzB9CTk7g4J2Zdo
Swl17XE7KFiHkwDo3udBrF+gBQpFihMrdYp6CJleztl/t7sxvPvVXX4pVUoocDivGOH4fTOvpSxC
bUNTSNBODtE3S3jZpY7jsaeVEVovxN9oc/NeHmmuaWKCt5rEe8EmJN8WfJ/PYPGi/nLLlQ6bDNBF
sQmyCLOrIf3y24jS4IgHIvs8lwKRqWqS6KdaFHR//k86OqgujN49W7NFr5hfX1h48j+xtd46cPKB
L6YzTp3ar60C/jEA61v3Ikqq5zz1sq9uugELCeE5h4bXTrbV3cDTBUQneQi9mpAx4wPKIb8I3sY2
iRmkmQmXdrvkt2tI3TSMSZUI23Tfzv4ATLHIe5wV1I+9YTVFeicOc8tn21ifZw+fyG7EdfDPWZ30
H2VCWiDrR+KchPX6MXMOTtt4qNTnsjg6Q4HK87e8CM1nVUsRHZw1mB4jGEvES30Dsm92eWttcq6x
v+LBS9jmhhPIIfRsLvx+gX+dJQSeRJJVpbwUamg/YstG65Lwy/vBUwhYBAYd1/u1zNRF4WnND1UL
MgFHwDjtmylRj2wgnWk/yDq7inrhSPaXpMiAd8jucR6a6MfmfF0OxDJiZ0MNk6j3MCdRG2c0C5bS
SMEnzwm5g67dggI1ycX4Oyk1bFaUKe+vlykPe1+wyOGUT0PyXNY+tIwZt3+2u9GP223bjgaYlc7d
oNoYXwgeFtcEFzJnzlfM6ilmFF/KB36XiNgDrZJndDB+ArJA6XRoKITifjUs3V1bsPzeRbFv+Sfs
/X/5Ccpav0Hv8RgaofyTgCddTUqF5U/tXf3MSaArdKC6PgqsUuoQDZD+CQSxL9FPlcYnuxnJ7FQ8
qD0kCiTnNLqDNBt9kwTAAe63uv/PzNgQ6BdpzQhQfYQH+rN6oFLQo/rejg8iRrjiy0SYTZBD9BZl
3nF3NOJogINPnxV5AO2QZiryBZ4RLia6aZL8hM+6Y42AoWEeaa51GXU/lbTs6w+WC6Q8AVlF3kRd
A72Bqs0bp8+i5YT2TPKqnbU9FZQqMBqqMqP+KyanLTO//8p1qKN9lHlV8mT6MPvuOJe+iE9Q+tWO
bZxxuc7Y2BGCJsOqWU3+jeMuXJNtnfVqbC+r9v3ozA64I4EbY7Hlt6+lnoLrzHuo/ke1j+VCCxKu
uZVK6dtVBvhbzZWii6f4j/Iwj+3Yx6aSpBnyzFF0TXb1ayzI29ssB+2/WsikWQIBZDwrPRTbNWfd
MFWZBwfAT8wX+nSADcHD7nK1ENLjYuuIyQBLidraYCGC9Dr3L5LERR/uXVa23TZncifanLKeOU+r
1m+lW/DnqLKw3WO+sAvZqMqJvuIEFhZDGXmDTYP/unwybO9pcymT8luxbeXymLXua4vAjoRMlsrb
+XU7/dfbgKBYDXOSD8YB6EurNRf6PXS/SB/joW9fsTBquZmYekFZNKqmZyfVi3ob6Uh8NcC/MRb4
8WBP3uJDw04p5LHHmKh1t5dt49a7UY3+A/rPNHISsHKNNoS2yv7OeDofv1MkV/efg3dd8JIYKvg7
ASKI8ZfwKTUsWz+63CBBF77bmXNbRnWwnwCutdWWPVZefU1on+OwazISyIwUNiWgu/GI/jlX7jZ8
t3BMq7/zNAIO5EdxqmvecHsC1jJIpOWk6OXdEGHHpJApT4rNGMiOciooT4N4jJLbFNhNlqhh4WQh
rji/5P41rcbYLRJcBq0Gm0i97KF0JRrWtyh988jJktX/JKK3PgXsbCkNmVjob6AKpc0vcu6tffGK
0L5Y7KxsqZY54vvdhjAPeVZzA418LcSvlcV7xls8nrM3iNDx8pENxdxeXW8U4j6jupzTrmBFerxl
B5K7CV8f1Ug1mbi9CokqkUcu/y9GFfoxjRwcVgRgS73rIj9kUpWIKxvW7MnwGE3a2lNftfqOtztv
GkJ3Zv7LNixscXL26MgkyTGbTY3Qb6ktGnVvShnLnTvxX/xRTUUbfBIr9dSzggjLbxt7MhtXyFkY
iUjckvuF+sRk3UG02yMTJe7BTFN6ZBjP1bYyAtGdx29qSQprZ/jCH84OFPoR/sfEGvZ2UHxAT6bV
MvdvJKeAY6SRTqYH1ICW0uWJ9frvaeU7UvGZQf894G+o8mf4Y4gjQThV7xgo+3Az9tY8ZoOBe9RA
ZMIuCgVWnfxKdssdAm8v3tuhW+edI3VIywkaOClvk7he8R86weKfNfmL8WmgQq97b/2Qx4SNCmsP
iTubh/6vQePFW6RqrBmrNygYpBO+e4o2DdYd7iQN/QzQ7ANiNChH3R0XUm5dNa6f4NlLJx29+WAg
iL9iy0h+RyLM3BeIiDM4MC65F0A1Wj1MuFGGa4V0e2T30TQ48jEynImZAPZZPRaS3yA8JUIOJmjh
nPOZ+olX5kVM85D9K+3O27og1PIaKd0ErwTCfIvJnUIcZC504u0A1ILwIJlkF0I6VIHXHF9EeGTa
d0/YJKroFd2PPi8Pj2W+60IrnkydZ/YkwSFcjUm91yQuCSM6JAf25dTkF9m4rN2QK1KQK7e67Bfe
OGFCk8dcXZf+li4JJ2Sz59pBV7+MZHGI9hIdIXcwW4g9WAxH57zij8xINLrg7x79IaV70l8HYx9Q
kLBtUnue+39KDwX3N9+pQu4xfWL/4KIieYNPFX7OPzTdY8JUbBTogauUnutn3rosLJhxFQmJjQp4
NV8ES67+vmlR8kmJJeN9Hzsx7kAXYJ8inRaTUdVI+aQRgFFnMdrwiHHq3vfj/hXDU/PFFVYlXzE/
5tekBpaZpRAlIkq+Nv+RedMR+7JKIB8ty5Jl56VNs2cc2Wu6GwEiDNsJOCxEE5SDexa9Gk2OTymv
tr0obseRJNm17Z1a7GQR9PVLYrvBOwRrzTV1XPCxQlMxq6U7zFWPMqpldCjjhj2BjDJEiGZewHsk
0LV2AXoST12em3Y38z523iXb3PBzHJ23lPQNwYrWOQaKV0XQ8BvehFqI6J6KmHVmc+O3vNY1YSPB
xBp3TvHQBstK0ngsc5RJDZsmjaxarqOg6JopDQA6LR5xPXUrUYaovW8rV7/ZXnc3vNvquU8Fi2Ln
XgNWD57g7ZfBceLbro+R5Rv33gqmK2gG8OeA0MVzeSxGGf/Oskj9i7ATMxCs8fy3rMOatohh6sTN
Hdj80mNYU99Jb0+DNadZ3rnW4u+w+exdgwbbFO1gJmMY6YltnRI2mMSv6TvJzl4nAQ7hliBSuuZ0
Nhxz4hhfChOD/UVcPrWPMQZUMAM9eu6+tnmab0NchsWxcvucstC6/6niym25ZgPaIVMbG/+UMqu1
e4nh/9rHSPw7luquYanYCQOYlcg3nueyepxtLxGPIKa47wByoNTBuOYGOKtarNdlLUD8en7cTac6
HLr+YF327Rh1elFt6Y31nFNJgJv7uV/A7RIhbs8t5Y4uC0GSoiA3UcCeJWMkHFKIycOAkXXKeQ6t
09iP4P91NUW/5MRuBZVx99jtlzOTUJDdC9F2n1xM6+EovFDCoRwmsO6pyIYdka2OhA5otYMfNubg
KFpGNrTx2uVQD7HOz3WO/x02ihez8eRLw5IvNGo5JkhL9YPHhLDeSRnOcj8mStyKQvK5aE9CZsFT
Ms1B91vmFFHTPmKH6YiQq94TCsj0hTWnYqtE44l5B0dPyUEunNFwWxIC0IFiogrCPmTajrM07J4D
61XnIKxyBziuP6wHj91Y9xTO6/AvxgOLemFt5NV3Q5va3SRuBG2WS+tudiKnv2Nbi7LhtIQdnmag
/jTnEL54qkTU5QePgeNWhdIWwWePgZ4E+pI7X57vknVD5AnqPc68yc+3M/SJ6oTysL6sIu3j5SiI
JgUM2OT04dVZ4yPK+6vj3GFvwitS1wmjZho6SLCQ9oiA6rI4cJw4T7gZO2/bjsSuKaMyZVjvozBQ
87bJeh/w5ax9LqZTM/2xQ1TeyQXT1jZm9x4fw8kPe4hKsH5CRknFhLu1dah5gxMNUGfu0t6Czz/k
RWAaIMeoISvsgRUpM8xifLBNuJTOR4Yf8U5PlVq2IQQde6CFkCrV3sEywETJJHx0ynX8WAkI1Qds
eYCVxykZqfZy2mcOOPcXxSLJ+qx7xYCHrNk2zEoL+bOqu5GbpawdaAjV+EnpHX4OD08R7tgmeUtw
xf1BRxQFn+HC/gKjlPBPbR3Vj14ftF9tc8OHrD2k5T6OrX8tnIGX/7iKpd/BEXPv6s6z03ft5nH3
7BJmPDAwd1zprQybV6+rZXpRaNzVxWVPdgxyX+OmWBrhPncoh9g9vFB8Bd7tSckjYegMbGU77DMA
AAFL+4UUfkihScJkMnnsvj0v7XZrl8IGp2SS9iE0BD/7ZZc5CXY1Tgi1W/gUyv2NrRpwxFMDeuAG
ZRve9KMuXrR1Z/cYTJR3bkwp2LEgqUHTmIVLaIeV+eQkR3TkEM1wSBMlj8ncTTcxZPDXFwhSy1/6
McJ/PSPRFVZkhjdB0H99HLSa1zeM5Uwb0luSv3rq0vFew5B54sCBmoWJecwOvg/KdeOPTPnn/zeL
fLrG8oLED68T8TOqlPZotydcsl90zclZd1njfDkDKV8hdBk9llku3wl+tO5vdNUmejEN5yS2Sl6F
LlXMaye3nnTX8be/zK6DanRzPeyyrI8SjCDEmDeGGwBu+Trr9DkH56tesecEcG/QQ53fwxoEd6Cv
LFH1qvCITsXlBLt8kj7UdZd/AF5VEtyZsXhejKdSswsYea7Y/ob0no+o+k28s6SqY+jUTElEO9xP
Q9nfUDjdPN+NXkYh3Sbz65QvNB9585WyFgo/g24YBBeHpqTji40rvnXuRHwsE58vEx6IrYCzp6bJ
O6pH50oQEG7MSKjlD9yDOOIMcBPC8TpamlOl8O4eAsWBe8mY8OTJ9WVyX3GTXJ+CbsXvMah1SakZ
yUR65haMM3vjolEmFyS9idc2EMX16Oaycx8nH3R5DUANF4BXQ7rSVT8xpTb8tGQhy1jI58Yv9eUW
mF33UMr8J4gZ/lMI2uqfsKzSdjMGKZzDNJPvSAN6FyLCISJcG6Xp8FrOZph/RqcemhHPl1b2pY2y
ytlrs9wedCFCrg5MUq+pKOmW3hgepC8UOUf8vpkb/D2ExMR/8kw+xee447J2X9cqvKwUYsgrTkuW
ghFf8fGDHeZUHePKd5ZtNsQjSBirhx38lGrcDywteJtGt0jstgqDcPmySTLAK+bxXUaQxmo1bw74
b/9RAvpCeaahmm3/rrMOgfjbne0eh7vuH1glhsOh5VKBASOruLhjbiyXr9E2E3tF3ZmfwnSJfZLz
0hPkHueYuh3OW2Ju0sj5mU2K5+HFu1mreOVkD1PXqZoFHPs0dHxaubZCWtM8U/Y5VMdsRlDcmthx
L249hrRkmJFTtMyLrt0FvOEeb/Fcrkt0OwabcPFq56mh1MxupD9Q0DL2MBkPriEaDhOMSvmdkU76
i+YQ4V1w+yp+jCmd64MGKfC69GD5t3DXFa0ry5yhvi2zStWhzj3nQv8SdhVRgObZI4UyTXVj5PXb
glpQEjkFriZqPYrCqy1U4dTVuxWWTnjwWbp9u3FhE9SIeHhgHXQzasKo3aUks1d+GwsMP0IgTCAm
mwCGsbComwMLGNR12OQ3FppgR7VVI4Ryv+8WTX+N35kdO932KS3IZm/7ZOCmgNtd06Zwaxe2HuC5
bTQ6s4uoN8of1dVT+zaSAhePSL6u2PZh6mEDBWJ4j+WwvNMQGNftWhAyo2atLsyFpr7inwcfKD2k
wNDufKXzFAaC3y9vTdE7WJ3H2LkrNI7Va+76a3zJc9lWp9IEy79YdFP+wVE2P9dxrtoLUi252Y1C
H3suYm+5kYtd2HlTNOMn9SnEpAp96bhcGBRTFlEeY443jaRpacIe90mbtZ8EEtfqkU+zaS7k6Wh6
szmAtDMSIgEDHnPf/i0YeXhnTOFQb8n4CfoNBBvsHS8a9HmnSwxF300gMOKwEZR0lpR43Duy+NHG
m8hZRZB0XQy3eXupwBTC8WEbdlL9kI/0eLDM2k3YoOhQRy99WTEFqhMiYbi8VaMikDJAcTjpQJfp
Flv7rcSS+pz2ZUyx7oSxqZ1f0ULMkuMNre+J9UHw7LTsBZ5SfkMUrmcJK56AMOtROQWG1Q7B66ut
qSvedEb/j6PzWo4b16LoF7EKBPNr56BkSVZ6YUm2hzmBBAHy6+/q+zblGgd1k8AJe6+t0RZEvj06
S1Pcs7eX/rHkBLkYYU2OKgRA50PiB5q8FQ7g0ttGQxC3j5hoxTEkCweMZdeq8bDkiPtf2FZmr4Sw
tv2prWLnaJoJvJoYYnWpYuaNvyzbzvIby7yGfBeHa/FXlQ5hqrBCefDZj3rD+xwO3iVyBkHopsXB
Pg9O1tyZFYfuxqrKg34cYbLfxjig+8uioWWzBEuC+hBpx0LdWQh94FcMlB2Xn3PnQGZnKjGzTCON
Jcge5yAa7QWqj1tu8iIL/wOHqJExsdZ75vvP+fniqIj2lQeWAD3BVOv3uk47vNURK0NJvjETSNYt
7Z7rUPnHiVsHlw5xUO5GLTVwUmwX+q5pWVU9CYUjitkFXmLSVItub4YSEiH7j5XyV9QTsZjghNZ9
agw43YCRTHTnQzh9ymeS77Z9nlfvUxOX3iEmuL64KOyKj0vrTukez9IQ4Fy8QblXNjm/0M+w32Cm
6yGHKN3kC0MS8BugItPw0DETj+Dfl/3XWsmcyVN6Yx+WlHLsxWbcNE5YlyWoM1q8TbCATPiVGIGM
UIqy/9VRlYkTjYJ8D0btsh0uY3MiwLRdn6xAmIX8DF02zupVXBEcEVdmVR8nz3nUxGq/ylIxFp7k
f0xEDe0dT95fSmpzQSOK+FhwFoNJmZX476Z7JsKSXEbvMoS9/hXDNgq2jmNQ/iBMw0O6EBd2Y2YP
JBvpqv7rjgVq9i2VXXwA3+Knrzoe84sL9LL+h5fJA0CHFVYi4ivGAUShYTJP2LdnxXzUsCjsm08z
K/6StTcUpxipE0NBzMwg9N32dU4D9DMAHjO8wNlAmOiObdk8XYFjxJDmsRbtV+j82BZaf3kZgYJQ
aSX5knySIBhB25FkwUE5afMHohkAyKrFQ4KUO5EsAFnagijHAhnpNY2L8r8xCpGXhTDQJoYyceli
WLiFdWJkpyiKZpW9WLXOd2ZhV7ztSLVNt2JqFoIWMZ09Su6a8TVo47TbjMPUFsd2dnzwEInNHtio
8YNLpYnka91OXpMJKOBGpSv+AYN4lXMKrcsPFbbO+It95u4bpUlOPEU15I+THp3h2IHBHY7EFtwq
Q4c9+3lohupkFWr/7VJHKwa/zFVX0jXtD+qepiZ2gkrrYSm0n+7ysYvhGWuk77th5YXcLyHgAwT3
BD+chIqXjHgCPyXRz22q9D/GRRwZcEN0sqNjdr6RRNM9MqAH7pj6vm7eqiVd2TIF2Nhf6OtBqDoR
LeMWgQSyMVlG8kTwnl4O4dqF/cXUedDdUepZ/kfpBP8B2pugV40yOqZJHBOLGDZIbzOs9cOZFEIc
dAupaimjdD6wt3gqvFdg7DEL4hCPFYyaTMLeKNEIrjgy1InpRj99ZHEfReHVo0xePtvVKudsyfK8
H8MGWxKTRv8tRMMSbovRJ6ALnsFKKINxuhH1X5j36AFJ0AQKIBIVHnl/cv9okgqAX4lm53VUhJqd
wKLnQOlUqeUt6sCHDCtGBnrs6Wja5VzRGroJEb4YH6y+WYhEvPfVsDyCFZI+wthkvPVdWKv3svTS
+QDvgHQZxPewurtZxGpDOi2UUi5cfUcI5g1uhTCX3mSxDsAmr1x3rBG0gqC7qPfZkARFDYMgbc8E
C+MBCF79G1DtRFolbcCnVh275B4dMcc61DWBhp+wq01KO5OQ0TxOz+CtyKqgJ3WwsAnZX9RoQnUn
aIZvyMUpMkdXtMMDr2m+Xpdq9r9Kp6JrJ6JjXO+qchHfI3FGiAHXPvo9mqqlK8fXT7QpJ2m+xUvd
LOz3aQf2gBzD3zTHGbkKpecM5JKI5MFWYorvx9pwQYPQcH/nZkgemFRXBXdeXjMnb425a2VHpBQM
lfmgVjBp95UpikfrmjjbDp0ioc8pdZtfuHiqx4a2lQBJN0rie8uYFdu2N3n/lZA4jm60VEj1AUke
mII44QUkpuWwkGn+xGUmzIY9dujuzVogv8w7wHMSIQyP0zA4H1j75Z8YmHVHW1YOR0KE6n+9dLqf
diJyDQ1SyiCeTrYsWzi0mfsUEBEAbciXDipMIHs0w3JhSrEd3QkJeuqObHVTb+p465je3s1EwMkt
LzVEqKlfkfNtIh7eZZetS6C3vQ/BZ+capzp0DPK8bdMXnv+LJXql95YAqNsGflbpfl3BfyNUdZr+
nqKBrMDNTA7iCw9MS14i00u6KC+d3sKqoxQTJWFU2L8TBKPuzEuxb2P06DtICLjGRxy//3w5x78r
ylrinW3e/4CYRCwirVn0fW86Obx7bPz2kap1wMjQYXEC1316J+IDWFOIlvFRkNF0WAh7RrADZuu9
IUEqIY5cQZEoOO0DNlXzdAma2IpdJT0WJBVB0E+Lz7D7NJaTnc5mLOJn8AbMDXymFsRXgNHZEVPI
ktZNQetsiK2gy2+TlORF3KF5fIqHIELJI3FgnskaR4cMkEwSECiH4c2jh3B+kBfDmyWgS93bwGTZ
Lw9A7VPH3O4DnQ96nyDAYrln8pSzY8/ABIzvQZcm65luTc9ARrsE3HqcruKk+KSZf5MhKG4EpaB+
9ukpHhcd0abkmM/O+N2y5tCTs9k9sOqKr7B5Ax66EL8O+IUO/vRKjk19bcC0ucdU/Z/ZbuMYRmkH
IH8iWWufrKmvjoUP4uMLgb58NJaicOcSlKG3UkHxovpaAG9s0X/khJdY00cwdHvoA9URz+CMKTJw
XMnl5bs12QTe+muWXsT0tzLjrwaWGxPjKcDP9RYIsgK+G3AV4TUBNAtYLIky7fZPce4jp97xt7WL
w3VduYwumHl6LEO5EA08pLgmO3mFOcCDXczM9glndl9A85vuYKyJf1FY+t1+Wm177cdazLvA9fGx
dysFyQdtUZ4d2RrMjMIrOV4SD4LejmLDS/b1FI6/20XTHvS5MBCIliI4dREz571UMvyLYVhzOGqu
j03ftvK9nGV8BUNZfsQdwRcbIls0KXsqHL4J5qOjHjoiGAjQRTCzCViQ0eG4U/CEljPFwxZ1Y7yf
1Nh2+9F21dlDY6NPS9dZ/8h4hiQhSkgWt7ZCZH0kxaH7XEn+dD6EWAhrdyDk1fQz6Xwi89Q+JRh+
0Vc4Q9V9Ow4y3W0CAoEaNuxQEhLd5zD6yFXjfQG0XavzRMjA/QhsxW5kukz/Qbgow93qe1hn1xB3
94lsChPumZ51zWU26821AIwJ1SrZcQnrPUztSN2C8U/kZsFPfmPzc1pP9YrVjtDofG6xSeBYrfNz
3rrOL5zuCj9a7NnmjsyGVFypz1Ok0IscTHDsiN7KzkT71rtGpw1wbyhIaXNKEuAkV+MtIGlgE6Bj
8xlob+lomvzK5nb5lRY8pCesnQt3c5iTE6oCrlAUfTB1DlT2qOPgzgzBC444wj6bTOfeHucRDgJ0
qsaAyfBJZoKyRudSjMzPYaR7Oi/20VSHJGrALFrsrYXAWgKyRK0fyaxNcHZEPRZ/qqrCrug0SpLG
AqIfKd+G+nGlsuf3wdw7sGGtlLsr8XJ4e2KjSO0LO5+GtqGdW4FC4AwEMM0fvMNThVofWMS0p9pP
/mlUpBPq44FFUOfTLmwC2n7mOKrO3jOvZaT5GLKGSV9ImcNzCbAxwcTJS4IO5rrUY+/9owpZy8PM
BfWvIyHns5+I3j4n8QDZyrCgWRE2SLYmPIFtcsFZoS6EFGTppR9G92VKwobXkm2Fe6ixUpkLeRL2
P7KcxR8gNm19e2HqeI/vJmQJOsX9ulPQsImy6J3xAXSbcX7LGRdUuhRMGZg3Vh6Nclag2GI6VunX
BtiMuE8zZtl/+4oIgeOCIpHPFKSV/8EDiO9iO0J9Sk85X778UcTzuOelQMzHfKu3Tn0iLkBUGFml
/x9N9ICA3/IVXVIbkj+7c1wfkjX7iHn66wQlBXjMu0eAQjoqcYaGhbnYQcmbntyFh/KS4nzFzSHR
jnIiSfj0aSD8PiL/FbX1NkwZ5eqdtJBjwajAPGET5zkB15j2uIREmjvhfQ+dGfZoQtGzzxJw7HsQ
HGH47LoDe2ecLnNxEDP/4gfE0WizzBioc+g4oXdeo6BmJueHuLRmqF0evYwTDIdsiOoHntOUeLOZ
KT3k4woYTTQ14b6AlOXzkbJMtheRo8FjRhzE0e8GNBzQOFC9HgviTn+IopffA9qZ5HXEmAgqnwXh
JTGjJqM3LKNnznkn33eLYdQKp6C9m3uf+M5hbdDqp7QUp5ElVbkr3cm7atjB9kiJSbPdO3HMdBFL
S7MLYusHByQGUf3ulaw+zrmhJH9NcnAmGz1leXhP/AQaaODSYYG6oGzC/IWRbEDzXjEoCI/T4Af3
jHabG6QiCWC1wk6P2N3s1syhZ91EA1moLwis/OZhhVlVHJikpT9tB7AUuyJqtEMzkay5bVzDQooW
ifQ/G/X2w1ln+5FHJnROfdBH/j0zNWx8KCkrwnAi52+rex81Y1h6sF1H13U2DT5vg7QwZNC0olWo
Nsss8M+XWluzbwjDSUi78vv2NDmkX+4DFZMEKwCyOOcunJW+cDO58yn26L6eMdHMN1thQ6s7ZUDZ
i4Rl/WbFaEBImS+I4IlFGnxRPHCijC2V2FEuDCw2KYIGlLU1EUfHJvEJp8fbCfZUToF5Qnod178j
xna34GEtr/wAi8fJiFxkV6UJtE3Pg9eb1CRlfCaY1hdoA30xO8/h2CJzKTTAFQy+6DXegPeGYAUx
7SC4N8gDwr3S5VhcU5Kg0eA6fl5dl9747ecakvH3zT9Kpd99IIfI/W5HdqcnnOlZcui80XuYYvoX
7N955mznCsDFhftmhURJCcjf6Yat81zCrWI8s/bDOr2YTnQV4m8NfeCiYZWFBx0wAruwmdDLdy6r
+eNGNQU7Y9aZuWOaih3IhtxnZOM2WX7GQB050ID7CBHolM3i6igRxltLZmF/F9YzeYwJIzgGyIWf
tYYwNM5OkBZQ6PKtW6n44bZ1QbVUFg2USQ3ca4OuN7qWMs1IHodug+qdzHF6YsRQwF5v3Us3r1F5
tHFT+nsScXh5whHgCxRFHoQX5swxnKEl4WwHZeKYrc3QrCF1TXxusW7K0j84WObkV09Sgbmr7Bry
+YT83uSxDPUyvpKNp8pfIfqcmzpHuylVA9k5GJdZZp5bGFhg+aD04bMvlyKEboUf+RDZRNIugK/v
kfUVaXrswhxa/8a1fE44KAqIquuusZ6SxIpHfvtOo2t/idBrXaC0BTYEBmThRbBIcmjiHR9dfFTJ
FzK7V/K7DIE67R7XIkEJkmMVQ03Rd0cdDkP0208KukqWkesBBzYmhwH+z4Tqm00N2yfDFr+IZPSb
4xUxOKbhkPdJRZp4RKhbX+Mcyb85aDl0RRyVMEkTxkXILIR4zxm8EmSJYpBAc9EHX7aoyLqmFCFP
ni6TeMq0J5cHzgnX5RMqINK9PLf1HoclDIhYgzxOvdiNEefYZkih+eA4V7AfZJUUYr8ga7rFoISB
OK7AWl9ZNLNHaZFUV8eQkQYysOz/QcoA/DCFaCXFxbcyKUHQhyQJqIZKhgXhRK7ppKz/hQoFcgkb
M+yFS8xcHurqENTXpFHBwWNIQdDLUId2R+koOVmJZkNYHpaWpZvWCL04f3rg7JgjGD5zPadbCBvZ
v2ISAwGM3Tx8Egrs/dVFG/7J6rT4oQcCcYEG8S8k2e4pd7GHn72GUdmG2PLS+eEcRsmfjjyEe4pE
AkNrx42QlNWQCO+6jtDMne/poT0VFlUsIjig5Q857fZXw6yq3EUqKl9F7z9abZP6UZVW3kWRrux2
UYFHaswSgXS8RX96pyG0PtgP1oHMxEFAFBwRaDVf6NOn8MBudSXSYNWUOXW9lFSizUh9BfFvNQR6
yIb+EWIRAkAw9m31K+rlXNxruVZ/3LXz3X3T4GzQ/GQObc+W/n39qRY0hMdm9Xq7RZ1KYHem6Qkv
LqO/cdtGbtlvnCrskDy0jXhXc2XeB3eIhkMTGzfZq9J1vGuXJekHz8Q8HGGaBtn7XAPn3kbOyIA8
ipbwvlnoKXYxej/CpW2fEWMypHLhhk3laxIbAuv6ZFrnNzUYcJwmCcRd1y7MKoGWkBTK4Muzu871
87d2ERivvApkBk4j9ovJzibo7bbCjuD0sZZ0VLRti2pnAaR/FUtAxHWP6bRmAZJpgdqtbKj9XgXO
P/E848AqrjLhkvpibD7BiFY5TqmFJ9Gm9TOdb/YBio/hGk4sZlo6SjN/G2TCwYuYNah9m91I1gAi
uy6EKbdVeedMd2sb6X670PcUL3MwKA4xGwXJLkFihpFwZswH4gxLikVmrIa09jnUtcAaN2LKJBAV
jQmeFAasYKF4wGd3zI5tN2J87eumT+Cnw2nqWWMMWcnsrOyx7wy9YTjZFqFG6Guc2EUdjguPpqIe
PbcTx5xEE7PeYzjOWcgODk579ST7YnAPdF5997a0YiXNy/P6KTlURTpiIQ9z7MljiL35uel9zQcL
ZQ7eRISnALcly+xkuagVGePBEqDT3A9xG4Z3ZTFxPl7dzO+IVkGpHc+g7TjnfJAHfaCPrOW1/mEP
ZYOPlA1p+abyBi0zGShgErbuaJtiV6p+be8Ew3rUZA0TXJBhcTqBjhoijPEzI/T66Lb89pe8xu4E
bo1VBULdXgfOpdTMqY+raPLiaajRam5o+Af+p4Y4T4B2GdkBBbs5dTe5trafZdZJQtmcxd9lsajb
bdL745UwGn99ETDnvEs/14CiHHeZo7OmEbabghKUOFFCKZgxtOFCuesPIJmOhvXBH/ofgzWgilxE
ZhSRKKm4pFuIQBkIITopSKIXxUpVb1PtyZX+GLz2zoX2CQQhFKbdTR0a4l2CJbR+FiU5gGozhITp
3quFiwu51wS86Z71Q6ifS+mN7T2F1DK+BYbul9nmLQwscCymQQ8hLtiSsJv+TIG35g8Y5uUdcBn1
isxbNCdvkJDCQrwggoFBR57N4lEJ1q1kFtS5rWATVAzTXWk1TOTapBatyTDf6GAd0KjPtkQdiwuo
in8q3i+zBzIa1uSyUHJuphyoGFJUkUBD54vxo6M3JKi6C7C84WlJ1pF1Gyma9RbFFhGpYJvxJiSU
gQTKRgD8WLUb09/bTtKmtwNgaaJ3LdrBiuSV5FxNvo4/XMa27x3KXzQviHDu87os1gdnnkXzBV1E
FU8tfkuoOxBiVuTgiqzRF02fNuzALJjvbnQo2buAyuSEHj79QBvcnyGXobpHFyd46Wmn7uZmQMU4
3Qo1oh6ZOL2ycBiiK3BdfAUC8aW7NYN17UmjK5B74vWm8Cnn4cUPVgP3wHxNvsPOcu39xAo5/VGG
gc4xQDJc3Cg3Dsud2/Z1cuGJJqkC2t8tq8H0n2xGarULQnoBICLjcrF832JrAgbLdwO6AlQbcGin
q+r7bNWnQK9u83cN4sW58DdEzUvhDvaJPFgr7hwpgncqQ7+pSXO2JehNwAxoS7Z9Ocbuu218u1RH
vosqYxGNezBgskjs6Vefezo91F5UvhWsUgleq3j5cO3dYOovLCyTnPV30k6/0zLLFO56qfBQgsWr
3UNAhVbfs35O0y9e3tUDjMtCH+0CMCKxo8O8WfanxhCfjL1JRQ0EAFmW31MFleh2VtIBlYGUN8xJ
FRCTJ+OawZ6u0xENpS4Kf3gx/Gd9rgJOYc5QJs/+a7dO9pInJfSFgbuFiJuyw6Hch/DjAQYHt0et
KsNv2jB/fG/wlV54wgwq+jnGmCX7kEaQHHYf4m8GkPgHG1bgn6K4xK+dQ7nv32s2J/0ZrQc1EAAv
F6HZAG7wIFGJvweEzD8gZSA+EO7VaA5kj8kJkUXaW0YhUTMxoor9N3CRISFu9ex4v9Ho+93RIDxy
z9UN/kM5RZDRcxhg59FmmutTDQg935eB22P7RBx3NXmfJeQp4bLYey7GP0oXJz2L3mIxGtey+uEl
V18Gmztk2VB4H+yPSKpbICQmxzyUo9myRes/2ih1ibWdx+xtHRr9RBwnk+sOtwPyNoKmcXh0/tz+
UJUl5l/leNwvfUBU5i7TqrAXzCXNc5vo+L8c8oghyV2aGDFsDCWrzKe22iINt+tbZH15HhesklvH
Y2u5nZjI9qxwuIqOLFRTpMCtBpBStIH/0sVqqTBbAaNSbn2rmHq38Vhc3ILY0ZyXlnEh0aPneJqR
1TT93DSHYrKh2hkqM+IhobN7OOkAx++wCLE2zpOsQyKjCmaXoCoRM1KbuYq0Ei0PmthyZ18FQXAv
K0ej+Vi98pHrhU38nEgJV15FAYv7zoZDtC0cTqcDiSo2PqY2unHCAW2X03ta3UBDtYozhW5H4MMc
MzN+V24Bgi2GHYTfl2SEGf/ByNxUes1rizCH95xCzt8YjCoQZHFHy/HZ6AQ5wAat/SrvZ5zE/60F
2PCtMr5TbZuFWQ5EBHJxGghv2YsrPZxVPPPLG5s9Kmh4gHTjzCFGWKWF2yHhjYzzbyyH4gpdLKku
3Zr1+ckJs/a+rQjSxvM3zLPc2GL1yPL2mersZvxknxaDXHYpQuh8b1QO5VUL1ZY3B23S3RtSJMSf
JZDET2HTTaHtOFJ98NjA6M4wKQxb5scBZKOwzN48F3PNcWgkSsszkO/Gfs54A5Cv2iCpj5rJ2TO0
wPjvjIwPHf7cuP6nSSdt74n8Id4TfSzwZrj8HUlgEx78TZzLnk2j2/7BZRHfE5+LgMHD5fESGUkm
MZoJXzzGDkOv4eyuYmW/CXtFP7RuMJEhI1TjPikyke4HkRELl6a+Yyn5c+8h4HZKkIY7fqX6g56r
2gyI0klU0HDEEBRS0bdBLJYrodGswje1G/nzBlp05dC8sNJnfTiI+C8uqdjnH0VG9Al9zhwRiYxU
d9MUI+MI7I0GMo4YF9zThTsCuW+XEKCUT/eEA6/B/UIlau+Snvzug29EfIE0kf7MEbjNna5dr/+g
rpxLMu85O74l0Iw3iCaayJCs/Rep2Rxb33pvWDSifzk3NDEYLh0ClnHiusDMPSRoDcxODnDyMKrY
7j/67Xk5WVGC8usJB3lDo80lgMGO23lIBZuRaJBMbXITBukVhPD6hUpl/cal6X2BPOaHkTFrHiZ6
WOwOEZKiW8wOJryCoJf1tGpKiC3+EqxMCaXhBzHS7voUrEliT6R06JtzkGb9kTlyGT6hpmoFshcq
sOE+KGS43kEydJYd7sEIeznxKnAB3RuCS7V0TbzrEdBAhc6q+Rn60IznHlYTqIPIK+trCtrKAdZM
ZMpzIPhd5SZFpclwGO09xykECfceuGuFzXBW0fPaTyRwINsvSLnW+Nx4O0hNLrhSf3u9cP7ii3e9
UwSqTPyy+ZRym6MuIFAFn1q3U17TlA83tftv3hqyZsayXrYQcUrJanapTtIdKnDWVUp01x+8LYhB
p1T6J01kCgvT0rd3YVKO/rkkthM8Gz0ApHssSCSvFAlr/O7NqUsS08mzIDMpdvHH7725IYjH1zPu
zwHGcv9llVTRzhvcaT2yyIX/FzPnYhcPjbn9i6444YMoed+7zyYEMnjEZ+CZwy04aHkLKmeetmV1
44LCuiBphDUXmevPXsl7TyXrh3jIcPvDW4qhGqiqL1KzKdGubETnkK+bZZRXlzBpxgFILxr09HC7
3oHD1KRsSX+6qV09V762rM9ytqLL2G49wtjldiXCc36pqezzA0gt8dxlYDk34vYtM+hspuKI3adK
GHl0nLB1NhmURaYRd0LEzYkcSnIsaJnW4QTDB+FASan/WS4R5oaEk/c0o3rl50WO9gSgJkx/wJAV
eGmycKAEShUhgayblnv2GaRapHngwMWcA6BdMUfwbyMXRHjad9mf2tBTP1U7OcteSG/wnvJlXrl9
MPYjDkJP/TrlcsGZuBbD/Sy4rhPZm+SQ+y6TKha07Yryt/ZJxEUDop7pL5S/afAV/YubwRuu5A8Y
cgxsoe9475sIna7oXxFqEA6OvoN+RjmVSWETLjrf6y4IHkv2hitsTQykhRrWn473PaPb0jCPGdMH
Li5OFn9wUeDdpkAUcMISYxCd8OCwE4crA35voB1EguUlsjx6nDrteaQrm/cKCnOrDyxTCrnne3Xx
vucmZtdUa2/dD8x7knGnOjYv4RGVx8T5KApwle6zrEq6vkEFjnOcOm9Rx0COfAqyYLfAo5ihFymd
RfzWfmBqmi8HZUIvmEHtRFGk0T8L7iUlIYpED4RnAwy9FkY2mitjR14xJq31M0LGZXkoe+xWPMsg
bjs991yupCjcsxzVDEg1p9sRXkLwzdJDIoylz56OQwuO/oyEEsVVUQFY2AY4N15vxrCc+9oZsE20
83hfOhS8BD4u7HocKydmxdlEFTnVEvHfZm0znEPoG6aLcbgwdphiODrJYmuzS0hCLiD7Mc4embKD
fjL4dsw+iv3V/p7LiTwVyogcUl1GVOVHXIn6PsnAGgybGScNBm6k4ZPnbxmecpynzhD/+AhMgOMN
aHp3I/NzRg5trn+t2Uj6CZOI+EIqB5GMfZVmV7dy4uRtEFqfavJBqk0Yz0glSAlbUJcxpr9pBYxa
fdEewXdKc8c2No+egSFB92VqHz80riDEqsOr9m8l+nLaIag0/lbcbAunsMkt2LMgoSt3kLIadFae
f+rzBcKrDkgioCBq4/hAPaPNY09i0r6mYY/2GVwO726MEzXsFSEn/mbW0AkOVSmpwGay1sqzhZD2
b8gsijvsiTA3yQz8T61ky53yMAL5DcCFtJUTy6hiPQ+zgU1YlBTwvMk+4evAs1R2nNjksOKNBq7o
hx59SeTxbYz9fKqqcfwaSzsFKJxIhL4lgUN34N5Weiz6O7y0QzyfQpL6xkslZO2i6+E6/XCHHjdC
Y0AQIdEaGr4aIy2bzgEP4xbhOyxHRVvzPUR9NaNAWIZlRqgJ7eUzFXV3hCzWiDcfcXj1DM4jVQ8W
MNbKuU9tYSz4xfCWnlqk2O4kq2hmjSvgBfRreIg3A4O38iVsItQIEcnbMYv8nAq5pJbHt1RlY/iA
h4KMIDYCN2TLSvAQYeVyZOtQVfN487E0FXl3RcWA0U2C8NdSkElwivKYM2sT1szSSbmbiMFBtcvx
z6a8XljVpnu/jlvaKp5KPy0PMl8AUaM7BkX8XDXCTW48Fme0zwmSfWQXQ9A306Yi3nLJDjQctT/s
1qVLvgKnrvLd4Drr+Lsn1a3a1SiUH7Cg2ZfCSUuzwf/K4MfS1cfbEarxfcuA8rlRFM7sKkdz8WIP
1WaAkf85c7KC7sYQ5H4gULM8R4iol2MPtNb/dOjeS/JbUAOV29kpM0h/a1GDqBzncf1cfYMwd8vL
XQPZFdL0qGnhkv1MhW5u2ViJCYcHj3EX9yEDUTTtcVDVKetTJKbLtCHSGX2LiAoobX7OyPhBR8hN
rjFAOTaETYpecsddF/gHUrydmKQLAsy7Bw7A1EfkmQXsIzHWw9naKo4lnwTyKAM0A6cKMOiOfq7T
ciNZQEJ1t6UwcKFQgBKfTqgGsOo/aRWTyL7LKQFy584hMH65120W9H+ZC1oGOakrQnzsnSzcYwsI
CcFejbcdrzxA6DWe9ijxq+y7c+NE7n2b2+wqga5oAi9dm6frh+Wm+psjjLNUUKOofzlJhTVh1yMW
sdS5Y+0+lEVys1HRB7+pBsveMytIz//ovckB5yH92S3uOrGqYG8tYJc9yuFK//NpJ/yU/WoOJUPN
3LvBAyvcoEHW2KXQbClyvPwxJjvdRdxUlArfXb3M6gFj51ztOQLr9hFUlI+sENpddlcEqDielEuv
/ZPaEQLU3iVnO2WPjMIzxzbPvib8E1BJyJsKOK0/PC417B6agdYlEaCYPxZceqjhm7EXBSu4jrWR
MWz5+p3Ev53sqe+h4PAnAh3+Tqxew+zVx+nAfpFtSxEdO7bM88/ox67CpJv3zsF0KnSP8TBRLq9w
AnOYRBHRG7sRcVhCJlacGoF/uqG62kqHaBVW3nnU3SEITzIy14rVZ/eCwGXOzqOrAgHBawjN8tMR
IxwdZz9kWwqXF5PyZ1VSMqPBlHm2m/2uX9BZmqS5s9UgO0LVc5rpOQUH8uOaAKKNYSo1oYHg/E8f
wX9wMWDfc9lqJbmAvdv2M07UsQBoGc09eBfwzHEvj2u5KvsAiTbyGb7BykH7I2zy2zL9qPdjkyzR
UWO3GQ89Mu3SbptgavQ+gHkjXogUInCTOZVUZ+H1IznDhV/VHHe4ezxYJl06M4MGOOlEpIhb2jJ8
FassYAqiC0Ken1DawMQFzXAAMDi01amB9+B3eDE4BwlVmyOXF5ZEoVJsFtbk/Wc1TVP4Gg5oZolh
UiFpRSYiDHPblSb3RlzlNLeskhmKJf0uKnGZ8IssLn5avVTtFuPdaDY2S4X/WcW5KvMr703k4ZCu
kOh32Aog6QNqqTmgmQ4Lov0yoVL4ZSGwuE1cDiEsTOUT48BmzIJ6glyEzYDmueeHUdzZH5YxiHfH
6qIS/8IWkT2qXOsAMUY37cdkTFQMRmEX5xjQBQp6CI6Rf/L6THuoDRe2C5cmZOh6Mn5c3IyPwuNA
J0GEKCx8NMjxJsb/2wBVx1dNCTf/RerABJBkIxlrQlIGgCk+sJaR284Y53kiG4OGyjc89L47hGGI
FZwV+30Ekdx/ij1YOhqyLmgnTKFdrp81ldeQXBhsjyDjthhAC0A8Lc7funiIYAeZ8gFMYWfiQwdu
bRj2WIBlA22xFZGIt9D0sUwvcY+yidlcuc6Hqi2jmhTkLJmvMU/edDStIrKiyZLCsFFvx+Q0W3cy
x164BPM5ow+4iAkGnlfjLguhSzfW6JnJ/zSjCM6RdKqxkYDCTBxPmIDhfu0bHdpzTVuFMJQPqdk1
SNfYKSNcYHZW1sXz/zg7k966gSxL/5VErotoBhlBBgtdvXh8o2TJmiw9eUNIss15nvnr+2MVqmGr
BBmduchFOgHqcYi4ce8530E0W9PyV0NK4FHNicGfsURU26Kg3N8ao9dRFdHK4KAWFYTWIaK2Nq09
d9GR3o2ajy5DQHPLdMt8sHiBvKNJ1vIrCzz9xjxx5JfS7si2tZrlqc5Mq9+ZeVqMOMRbjFwS3wjt
JRUgKMB4QIu0mqLhBAs0+NmWNinLlQp0+xOliFIvnGpExSNBDOc7KFrUkczlerxFSEcaTj/ZgBbK
pM3dPS0+SMhp3Rp+SeIakz97MAbmeqxI7bbC3jfiOVm0fE31WF4iE0lA66ULByhBwU4tlKkJv0do
4WvT/YJZe6zT+LJtm9K7hL8wlBibMyRtYepF1o4pFVWaG4YkmbhJzIvlGmWCkLOc1MKiCMMRVa+O
zkZXxssxB97Y8m6LIrhkFUAx1Q26e4sYQD6YmTkx/cV8hmhelJTChUQJQpuKEoH+OGe1jU51qTYT
zjn4ErPDN2BAPyV1yXO87wJegLqZbWqQHYWNgxaFs0l0QeiMO3xFNZ7Ep9ZTnXnpTtmsdgRGRN/a
QWqNEJjj3xUU8/ox0egsX5wipEFXKMBa20AxIthXqTC+h1plPzvM5QVPQ7TfemOZcVcRBZj7I6Kv
V7gxuP2J52WaUAVrLOfgmPUd7uTcOi0Eur1loVOVUJ3gjCPtq5aYIMFwtJj4JeNlC4fzZzcgBwNM
6nnLLXFa0dcS+NN8CPJc1T7D3jXTpjTdcucS8kz2TOMWRy8eKFComGGfVg16x9vOYuy07xrSqr4u
HU3+ewZXhHNwf6KS5ZbUpA2zA3XgdAQ3L2rTR2gK9i9VxskRdTWwezxc8YOs+7C+SBwbCgbxO9DR
HW2Y13M4YAImcTS/G0w5lPvcmYUmeMmTJOzBvq030onb+7qYUvrULEb7BJ1zcdBxGX7Vkin3cbBp
dJHGk3k4VAcSJHdGWztwpGQUmBvbpRf9NSry0QE43kt8Dm2n6cWEieE7IsaNQBKAdE+0V6aTawhM
3/3oSk4IRYjPh2jo+hpQLyk8huNiPhXoiMiuxSVDOoXnGIeiCQjLSBENpDSiZUOCTxMzkiZv1Lgp
9QSeEMRNYm/Qp4UINDE9ras1/rZ97fAZvwQhnratGxjqDgkS6Pq+GMPbOjeTH9JIzC8FHXN6cP/J
6zI8hYI/XZZ1QcSGjz4xnztI7F1CFw0yb/FFQaxAKta15iqZngKPaCTAZumKL+wuwQ64KM/ahd3G
SfPxTQjKX5c8A4AbbhmfBgIJ1hYTRkBUgYMksstY8m5rOlU9XyJzD6sv6NRwR0xJ9EzVNztke1Xh
Q4/tQ12MKiIIC5ND+lQYXfWakCn/I4G3KS7WgOcHo0F96TNwLC5qflK8jXCV06kRxHA8lKL1HkPW
0Ts1pVWGFIzF10SO35gPOXTd6kRIz7BnBMhd1oFLPqFdqdF30aG3FDcgZCcQ0MErHSsbZQfAsuxg
qsS2jmat47fFNJcfmjkTQYz9khw8WLYY9IzM1EdKvZmJpcevJ7jaDHGt8ul4nG/N0d3m6EBI/ApV
+6UDKSgZlPOm0DIpFQxPmdIuI5hpuRj7wQXFheb+CtVVF554gjYUZ4EMeluYKmXmUXkc5iYjDUB1
d1krLjvsjPGmtycsVuy8xfXcxOOAU2EUAIosUWztBdDOl2Vp6sdep/0ZyyNkHc/QabpzQ+pIv+/E
ejiMw+p7TR8I/ElMf+25MIb2R7OYePC9biQjCd1I4ujLzCqc4RUTHp1ZMMTOazjOfJS9Jetpw5zP
/Eka6vyToWvRf6mXAGXmximC8E2g5kn9qAoSjFzpWsXGpIBvSgA8LKmo4609snJdXPW1VsW+5Vhn
+7Zbq+Ze5gGDcSLvvD1ywZ64D2Je1y+36R7GECrLjrHqShZEVEF4EsU76WrwYDjtJkVk40BC+OaP
ncRAEUaR9ewwHlZfWpLCpocCNzWQGzvKifRFxIT52RjA/NiBIU669zKiXtKG2tjpAlVcIjMjPxQA
RfmWGAvd6Jjq/l6XMj3jLAtfA7h4466Y2cBRd3icTLvBxekey+ZrUFEq+mE0AFAvuyZ8tjw+e4zo
s8OorgxqmkEhQz1EkArQDzrHfqtcm5wsQqyy3E8lrv9Sok7j9CoNeYcYiAGkExPSPBHdrW9y4dg/
AAgMMM9lY79kEfqSI/YLTsR2ifiHILDZ3TlEHRVfbWwkKZt4bKbXwsS4dz3GjVqhqPAQMFVp3Obb
TOnlBIB9gliYTxAUzdyr7G08Cfwv1Zi2kpK+7iFlojfsjvVQToDOoGuIg/BQDPJX5QQbdaBJthE2
Y3OD20P3t2PDuWejG6yrF2WrkmPRc1S4nOuoBhje0AHYLJyC1C4y+sTds4DPJ84VEnEwMa+OcT1K
bBnu0Qw4+ewwnNrDk9k03vK1rJgj/MJmg29717sV7NH9gLg6Dq8YBhIwfWDQYLfdLnHxmHIIsQaV
cJ/T8N6YTBWv72vK5yojJb6xkrvuTkVR0vqzm4XPLQ6K9scy47eWO3q5nfCdES83Yd7Szl/qKHMu
+w47AXYTpAU5AVFojrfpLPv6auGE3u61JYlG20QOWuStohwLeNstA1dkHdC6u2Pmi0NCgc6tN+mc
WR7MBtdqnhywr+UBV25VXs84RQ1slAH4Zx8kVxHdkAoWW3S+F5o2qHBmxMQMUqE84DcnHAcKmZP5
qSGX8XJkdYyPC6s0ui8iBUM8yYiOTuhJOk6U0h3WzAHHY+XAApf5izKnb9HiNRL3b5s3e2RGIt8J
FIp3KsR0tnVzsoVopxjZt4SwAOsqqBwqWBoSyE/p7DfyG125/qfHB0zBrNVAXODksDfjBXJMpoOE
2vq8Nese4JZ1fnAqNbjHStBaZqoF0ubIcMcKfxD9hTgSfKF09mUVIfx2MfxGR8J0ZptBumzM4lJF
fdf/YJe34isgEdyvBAPfCtUp5b21Fu13KCPC4B7q1DphnBceyT6bea33q4M82o8L6C82ulBbR6lC
RJiUsv2TO0dzfAhDIACbup0wmXEsR8LOgd4UK7ySE4xD3Qipxsl07ieawtcvUCyJO8XJntlCTsx6
8jXSGFbZBkBKpQugZyojKJDAHLRWGlBRNd9Q+lhEBGgoUVfAHtXPFmDH/IVehm4fBt6k1qcnXiMo
cg33lKdAk27HmPr3XE1u7RztkOYQkqpixIoeLcNmDpXRP0WR0uVFOSKw9emsVibRV3XjfbXLqTV3
NCpNNgiiK8tflmAkuEfOpkCeRkVEC9SG63mP3n3ITkM00jKjKeMhhQqRespbG0Hqc48/zL5qSDTu
9iKgyoCpYGH/mVMe134g1X2lRzTTWPuY/SLStZsGEcobbRJ84KQGyC+IAycBO56AA2SqRlBFD1Wu
5xeKi3m4rT3CnUkrGoU6oIizsBAZldT5Bu15UV2FYdEmlwQ3uMl1VTL82XoADRlh4/0o6PDA8LYx
cGILBMhv2cBWaYBruEzos6raWznvg1d/cdo2tptbBpFW+tCnQ4zen8fCojUnDOfZZrzAuIkd4TbN
A8eNkVjSUIQ5EyhjDdLa1DLonKcKw8oE1KLHw86/aNt7KsdKk/NFdKORHjTw+fo4aCXiJ/Y8YdzQ
Mh+DOxkmdXukmCF2cJxcGxO5LdhTctXK4mZCrB3t1qGPOJoKE9zOiZFycbJmvs2wySSPJJD4z4Nc
UaJS7LRk0IK+MBpUSHJPc3qkzrYINtIXVYgDZ+eouM3fIBQAupgiNz7XcgxPk8TXQlvJIiMLFcnw
zXLod6Ciq8fpJIYEk5gMR+ctIIy99Rs60yQRpQa7qOsN1jW9cGJJ0oSXdbtuYc7adnWePAvWEB1v
wFFMAEs4NeiGoHEWrWiOy2D2K76qxmFleug/mdnMBJOpUsMmbQq9XNAodTlTx5DfiNldOHzPZl00
h3kJkXx2wOkeJUl2vY8MEct2ZDcUphIRto+aY/XrBVb4VNuNMPElieklqPFwXOSuaV2NeBG6zUJv
IaObk7kRf32aDSThYSYfce8ZtFnjOdyWaqZ0HJskIyssN8NHbGCz3nKO5tSlSxwIW8ZiNLlA8lEi
MwZwnhqvX9Et3eQ+J0gLnT1GZhRnNR/9N1DMDl7noQqOtD5KkJXtXNznpLbTaamlSRVMeojf6RzD
Q4k8qdp7CDwLf9Gz931mqo/ZCMxHsh+ZpuBwBw7ynOPDAHCNh+7JSoDpocofsn2DbEbS5Qc74sPq
Vy90R1FhNXPdVLsGJoOx8/IsOdOkm2MmR7H1Jlur/2agk4+QOiNF2Y7YF6/ziNysjdeUaLEAujVv
bUqlwozdSm+x1dqPnmlbv9I4/s/Qpr53+WPzBqV279QmFEyREhmIEpnJXViIrSMs1sQJGWq6ZYKc
X2pUmlCQiD+uN6gZwSuPoEsLFrwaL+Msa0KMsEoyxEgC1jRyUhga5drBMGTJhLV2SWYsFXWEkG2j
W5MjAcc9I8PdJ8tfjaxax4f2kDyMZpp0O2ss3JjipYDgmRSWe9khQDRxVUmm4Lqs+K01GTcx5wrX
yy4cO+swGbFW9WRGIWLVJnoVtItJMBxYCPKf41DLV2NkrV3Z4Llx0VdO/eYy3vPQ8+UFibAeJvNd
aEDB2vWLrK87W+h79pvQOZLQR5LDjIYWMEbBfdr0rKkc34zYbU4NPVBQf0OY3Td1S1ilxV5N0m/J
wHYnGLf8km1vPIyog49LXVlf4SuvpB0QTS3zsjRCbMK27o9eYuWHOAgxpM1Rpi+bbPG+FRAxer+H
6YDSsSyxkMQWBQoKEKy+HtPAGwMBTX0ac23dDUMX3daBYB8MJTlaAAjC6Vq0QwGkA1m5vYkAlV1i
8FtezYHK3I9sMrA3zrSKzade4K6VwzQ9juYMM5PTKDNP5tUNSm27oCkceflJIXwa/L5R3S3fUv2Q
hHN5lRSkZG3Qy9A5U63b3mYQIOnThO70S6QJuhGmYM7BTrus3HcmueV7wyCZ3keDTrClrqflO1aq
+l43Q4iAxFx9wt0ginxPzUTSOZ6LcvBNg1JqV6h4Gf2RVedCIawzNzT50pskNaNXLFAuTaKxVPEW
P2Ny53GydakYg/yltw33zUu6IdnyJhCVVXEmu/Mg//BnCDw9O6YI9aW3Whb8JcwNWm1LlX5rvBmN
Sm6M6ktYicLae1RN9YYvnLUzbOgkkR7EkrrxAJWdm2lyWdgcnj8VQ8CrwWaGOGhZCC3jxYnFDZGI
McePsBUvITMiXqqyl4d27rKz6q3sDMSleO46G5GlMGf5hYlD8hAUDlzorqBffxryJD9kE+S/7cRM
+xkJDqejwK2R9Y8LAijqhoSS17VYn5C6tnZ0hPjAYLzF6jqcZMH5WQeIv0E9zcy4Gj5GUE1VRSlA
xg2CK+GakI05PBIrmS7uGxnvzQjSTDXnnOPmve0YhDFjBtFYg2r7dsY5NO0MXFnfsygavo4aw96G
prOiYBtyuawiLBZk8HLZN8NE9bXBRmqijwxDb9zS7mmTnYkACFFnSyN40/beSmJn3EI7p3TFo+b7
ZZjOmQAM+chpdxM2Yd/5dIeGipk4KoAdognYzxT16ZMi/8vcLOlI3HnatBrE3BARElG3AcevEISY
3OcsldfaXcJLRDHVtAWFn4TPSRvZv2JkTs4G/VbLqp91GDLyqHyJwTZcmvG45gCMAlIxJ45Qk7Ey
F08wgMX8lW5tAwkEtdZVNE1WfhLJBNUEgEcOtsiqoXwmHFrKY9EkqwgTHgUMqLoxw50Bhnm4BFvJ
IFE2qD3pVgh1PdS58bNHmH1Q658OuzUcsdGRdPrmzLlACd+vYnZ7UKv8NW3gE3pYEe7TKXdfvaYd
SXZgDcSzChdkN5uWhLBEL/SL7CXITQ5nYHs0ALXsQPghDLke/OW4aSwrn0hBACaHVBRLIUydOjuQ
ZFziFqrDIDqqqoQ6okcq910Ei0yxqKvxl02YUbgTHIM69rbWWA0KVXvC1inOwNaZ304OO5Ef07Bm
lttXhEM6o5FhL2cyE2zY0ZiNAP5i/NDDbbhDpgbRAAtbeMU8mDkW9FltbQSaqaeM0NwE0H4ZPCLa
x+IZhKN9qDomlzwcvOWCeMI1OnPSq9e64NxmVflzk+VFdImfT37l+dcoxKskesWOXH7LdU7/uQpk
mF+E0DbozBsm3YGYWVK7bwZd3geE5VA6UwhcSRxPoHgmZ3wOww5oLUMO2WwjYYXubnDIt9+YFiUC
cBFdbkdGXXozJLglEe23zVebQy8+fWXUr3zpRGM4TlD+mnAAkTOLvALRquyTF+3hprZ7TpH7woxg
QuHS6249koeopJKyOCFmrwYaUC5BZGu9SaPDnaynDOA8AxGGxauvmUQa0JW6OGVhtPb/2xStYI9h
mOgCBrDsRnWE8ta2J95SsmaK6wn49lsIs4jcm6WOaz/q0vCxRVo68eEW3bUu88lgisHHurHSHidL
ZjcdYQde8JMXnFYO1OGC7npi3rMy5vfhUjTFVnXt/F1gw7hl4tApn/56DfYbNtZ1sHTrG0N03ZPr
zuOJwFpp+kvrmSubKgCkIcIhDYGUTMtZIHu+whmIycLsgWpw+0z6bq4aKjT7hFCPEEYjeI/cDKyE
8yTgeJlMVilaUkOV28wz7CtBJ4XYljjXl6SCY1vicVrl1m5sZofzZFOMdeRMmr4xNhZDbKoTbEFi
8cZdkxpOs0Owzd1nGXIfMxnTtI0Q9tDzqCv7yPvPT6tyUT85lubolk8DPYwO8fPtnK+2KdxveluA
2k/WJg8W2bpiNOsXmeRI1mMgODY4cMhuiYfhG9mGxT2H7uGV+jbFYtSSmGPQZqj8gqZlvomIGjf9
cMnFwerIPNy01mrkbewifUS+3jy2UPgSNsfV1RAbMyNrD7A3bIaEbC97iN1fLCra3eJDSfRuzLrx
JYKQ9bRUDGA3jk0bd0d0XOwca43J7BBSs35tdc+xC6V4gu5rzOJHW+JkAMtJYP1F1BrFHZrCCJ0O
Znk8W0ExPUcVtZYfFbQqt3AbxYmVi8N8iwAl2xroBcYjtoLwGmMXYy2brgeExphtx5cSerJHCA4O
pSWvUWbnPadbm4E31PSwHF/zjLnPHqtUuxNkCTArrFHbENPRNMaWWf4Q3dFlDqm5qtLYTlgjzetu
SsS09YoModmsGdaeOtJGHzD4tkcIgiZDwgW9I0NbBq0Msq2k3yX9EsBi4L2wt6B57Ofe6ABJNqRR
dqdI427fr++M4h7zKe2YaQPh4AQKvhLhYENGl+E69d7AB02UNFnhM3BBIsmnsqbGyrQEFqElaQeo
lMiAZb7amjARvXI8aDHWvU8Fyv6Bb7m+c8kuC/e1cKbvbTytCJjGwkHM4FWiY0D0QYxX15cvNFsl
HAMLX8rGQG/8LYFwAzZGEKq3qQvUl1uZpsB5TDNGItKA2IZbF5fipaugTvus49bXBQAROhk1kiU1
INoilLWTMyN9b+XMtlE6LicxJXG7L3Ine9LzHKlNBXYLGQZFQ3bs2sojURprX3Agu4uzCO1D2KUN
TI5fSU/eIq8vcq5Tbrgt+ELqGZqPcpTBMaRXgtd9IgsbAFF2tcyDNNhjwqF4cFzyULb4KALvOmGR
/t5HY8TEqKy12NZFMHJ8Jdv3lc4A8JF+aiu6Skz07FtgMVWzxYCZ3MRpY4+IG/jHLQ7mhY8Db0mx
czSVztZWRnReZI7sO4zt8CYbCrvbkfYkD4NrkrE0qbS/ouib4oPF4DPeSHYjkyWgB6/TGql4g/iU
vIge+IvfVEbRPABu17e52TNfHBerMQ+qRxqKcLnhhMckIQboDZKKJo9VJy/4UIufuM1F6WdmgImD
REqx7AzpRAYWL+werO2xQVOFwwroPSq8iATMYTuMdkM5A+rrPKQacl/Td84LB1bdYJaxBUrMMFqT
qp1+OAa9kighibQr9pqy96dNBzLcJgjJqTLxudzgH2LXVSXDO1xZ3U895eh0mcG70JWwyQWHwcSG
D6dC5Y/ohhjgVW0ndzRU0IXQ0uM0l4FeeKDhVn2p6cphusqaYnzIIRy6G2Q5zFxQ6JCwjI7Zoi+Z
uMnK7yeGNMxVfGxN/Dq8xfkMBZ9+a/9jQVqV7NoGocVWoNo4pyzxPwrWpPsZJm3sF8pZdppzJ8D8
MlSPdp8Ul6j6Y1770maWbqvye+7aiGmASlU3kM6ir4utpc1DyeZftGmnnyb+lmdqyupC03BNthXM
PzBWsst3GfjRx4gHfMeoCr1Q2tPbj6MSkn3tFRJReb622ryqbydGOTkxVLh70mu+MCBHFLzDWMGA
J+a5/0EFRhOVj7JKslukM5GDSFWXg7UbEtborYjmnkXEtNTg3XuY04p9Fw2Ou7HEPKb4bxrTDYZN
rplG9/4iprn7EqdWyZQZuVX7nWAAbpObMmmmw93Gpn0KAff3zG7KuUZ/RF+ZaXuxWHS8fGHkzIFj
3s81V6Oz40NHfODExHs2+VJqEXqpZOtDDHtauR02CfA1PJEu9ezpxkI8g5lCsYLVN4HlWkxvgA04
5LElTtaHj5YjzFz7Pc8cS2idKJIAgGbBtbxPCIiGmj9Wbn9JlJ0n97KfE3VwaJoUb5hcLReAhFW1
I1DGqnR2kB7K2rqwPVCtHAJC0UOhjzLhYOul6zl1V5Hu3bY4ak9UjXOJgZ8JxC6OdMwNmewKBA/T
O1TT4U4J2oBHmFLOr5g2KYzblhH8Fo/fRLnmGctNBrc/PyD5Zn4H0pM1Mpcdm36OxsO9SIgTNPxJ
FCUpFCieCGDFeLWywUbA7QlB5AsAHUKC/SjCwg6CwWL1wQ0UPSUexLFN0qBLpbqIC4Gn1lE2Z3Tq
va0kwvRaIa0vmf2jF8lalqcNfmzje1PE2S9HyuaRXm7T+gnoAYqqnOAWv4sD9cRkm0SfHhcnQjxF
/vk2LjHQbM1QZ7Y/DE7za5UMkwkwymTFoDQKXz5SdmLPUxsEKUByyZFsmn9pB+M1mdj5xEQIWT/V
D5aGdIcvyzyiK7QUbYiquap6Q82bZW68Vzcb5z3kd7rzRGx0yI/6Do2gK22kcWPfxc8TEv3vIbl5
8W4q7ILeEwc2AsiYi6kjfwcDeG1IczlioKLSBxhMYVZNNUj3cFG95L8NfSVzTDH08JWLEmjpcCBO
DhUrraY+aHYQkMiKLxUpI/FQeGc662hYsMbmzoXDHB9dZZuigvS63LgzHUmPRtlJ/SuiBzv7TZOu
E94RlpRLr/JOJ411TwWIkCv0KJM3i0mk6G6USGA2SoFckqZpJydSUXCWVAWjFR9bJGKk2NIEu9vS
cOuLbn1ZtgkGGuNgjtMSw5YSyHiDIHFDn2SzBBiIWPQ3h/MtY1VkFRaheoOFRQwpKCkjdUrE+jgj
F5sYaFHRWbSAqgprOOsEwWgciZF6wykoiBTpo0Y7x7YpuoskaENnGw/WOPhaBeLF6lrYoYxEiRJN
ijJ4RVjUPnmIRClZsVv8VKK2f4AOG3hhnJl3vLI6MPITRNtN3CFq3WJ6k0+e2ZHKXdCuvkU/RreJ
35Yee9T2t8CXpldV2NWV5ZB0u4+Z5gQ7Qmykt2tJZ2PrtFfokd0wxt5KC0uyr2oeNckNTpP55G3Q
Y6udyjM3MLigGeghmBmbJsmPIisIbS3awrgG95RBhXPN5qJIC8jLrqPrQx6T7HjyMONfml2Tnt2I
lZkls3UfMjsk3pLp9y/inLA5mKVgEIh5WLqbYInzJ7QfAisgvK7XKE7ntxHIMcduVCjthnZ0HG8Q
UXMk4pQMl5b7Qi3Q0ir95kTW+GwtXXkTKJ4YbceC/kRhgLYnZcyGqDuP5kuSq4LxfR/fpWJtvMa5
PQ9w2DWvoCSVDofeRDOHQyC+AspZPAJuOCYvZrkMX0QaD9gYDFgPWKGW+MmbhetsIzSG3r5iZl1t
KBGYHcBdVvj4BNs3DPQx2qEroIXQACSKCXdzxzfOhDNJyvXUXfJAcRIlIojXwxhNuk3P6gTvsrKU
XrEL7rPy5OpcXnKANRzJCmRyRFZ85eQ1cZA3YtUfaVg2td87Qt1A+plesDg2LwkHmTcvB7nHOXCZ
zhn24ztGot0ZsndzP4ExB0QUCQg8wnb4xXAiuRH/hhkOVaZRxLsahGl1rE03gr3ReAMxXX3FbOgi
RupPgpWDtcDa/fMf/+v//O+36d/Dn+VNmc1M3v9R9PlNGRdd+x//lP/8BySA9X89/fiPf7q2Mk2p
FD0e06UP6pmKf397uYuLkP+z+LfIjKO2aZk9V3beXQ3Q8qsgGm4+v4j+8yKKI4PpOTYxKzbjISHN
Py/C2XrQPYzRs+e63W2mEufetgvD2BHkFWO3mpHV6cwxD9R12J4/v7jz0cVdG4yy5XJ/5HoHfvuF
KD7oEKD3PCdtM39ZzV/6lpIn+AJmNShOVdOM+Iw+v6b70TW1ZGANFt615bu7KnIyeZ3OzM4EXuFr
XmjQ/WDeGT8PC66xORLjvhgFWTWfX/aD+yxMLklKtOl5trfeit9+6oAUrFJ1nJ6derrLAzq/g07R
0VCNMV6fOC8+pWIVCiF4zTz/84u/e5PWh8zFNRNHjYtO2NafF5+tmRFg0abnzKopEkvsJxeIpLP+
+Pl1Pri3wpQOxg3X4oe6767jNBwFuQw/0iCQxjAillr2CDof49A9juAYD+gtxufPr7o+sd++k//6
dQrojnBcKRH7/vnrNKPgKSjc5MxLvjJCcUzOcP6rBGFg2VXR1eeX+/Bm8rnwykptm+67J4kNgTQd
o0rPyHrg5IlEPUV2BKjq88t88G0I0zMdtODacVz17jIEurYT+InsHJQTZkzCbxrCzxluuSz8iJvq
yAr2n1/yo8cnTF5P9PRoYp13awHx9LYiBjU9x6O04rtRp5RaBlead+FYyfK7rkNzALfJwfXi80t/
dFMFU22WOSp+4Xh/PsOwBRsPxZpfy2SV6QyM3BoubTj8C2/ob9dx3/1EPaSLFrHCw4EkDvd1Hd6j
R6t3hJVhBohiYLhlGL/+Cz9OWpblwEPmdGj/+eNEpRfauXZ2dr2yG76maW0Ntw46o+2/ch2GfmhK
NeWi+PM62OPcfMKVe544GkHpbs0lvCsRSnl/eVE+fFr0EqWlbahm+t2FJpRPXd0X+RmJ8BpQryYO
MV7vqr+sWx99A8KzXSaVpnBd792NYyXBt4Bs7Axv2/wq3AwcIQsAs/wZlu5r29EJ+vwWfvgJ/HbF
9Zf/tkxnmQpovnFFB1PVN4qHSOxs0/bA9HHS4ryn7FYgqktG9Zfv/aMrWwhFXYm+nMVs/fffrgx9
KiHwsS3OSY/sNmDzv+qaKb81oRBDWSyZNtLOSf/yez9aO9l4HabzjsMm8W43jGu5VGNbFGfyT1AS
pOZSvQIMrM4uIQtvn9/bj57m79da//23X4iEAV/JkBTnXGcN1zKcuNhhxqnuRWvJ57pA4vCXm/q3
S767qYx7ywkzMo8ztrtHz+hW6FZNcvGEofh2wH9+9y/8xrVVg8laOFh4//yNEYGPVkUu3bkcM3lg
tqW6K52QQucvVPugztzEqS8/v+aHb47m4eHPEsp23n2NqkhqkegsA+4ZvTDCnDEIRPZtrFOlH8hR
HeMTObju3wqpjxYBvv//d1nrz5+KZhxLbNNnZ4bEbe03AQG0u4mh9l9u6Yev6G/XebcIdIA5osFt
s/MAWErQ2sgDNEM1U7kD+fEy3n9+Nz+63Poh8AUKi+L43RcRdfAuljjOUdaZwT7FyXSiMgyhQefx
w+eX+ujB2ZTcTKjZbJ33+4Jt0iHHg0r5a8npbXUHXBQ22oBNpsMDB8gjR9/+L3fzoy/CtgW8J/4D
b+Xd3XRymusqYgMcGde4PqSi6oQPyb0kWCukuVfUzZfPf6VY3/n39Zlta9NFZGJ5iAT/fFFm2IKd
Y0i2Jd1FLy7CgGYYTsZQopporXzt3WAtpVkzMdYzdNXt1bimYH7+Z3z4XInBtgBceq623j3Xxesa
lds6ORshzIoNbIv+MnQZQPmcOOiHfn61Dx+ttljMBfukab+7zSohOSWco+QcoBs+4ditUL7jAL5z
ctpzVVbrp8kz5dvnV/3ok7Q93lnqNwl44d1yJ+GbrZ3StRKOTOT+89BuCYiJpu3n1/noXjIa9Ohi
4FniN/75RDMs2AhBhvQsSe657Keg6vdTutQC6UAd/GV5+/hiLnJvTQWFc/fPiw3lSDaFNydn0KPy
BWazcWGWoQNX1ex3n/+ujz4OaeMbZBeW62r656U6e0YEZdg8NWFqAt8ZyvhTVM83hHOgdcfCV//l
iX30nnApoUAQaI5o776NOi/N3MVAe+67BrJyVE7j69yysTBpx+5L2l4zNQc6IwCUP/+tH91WFh0T
1SlfBSX/n79Vt0HNDiwo9ummE8oZV2K3FMoetxoUw18uJj68Go1EXOye8v5nnUGrqJiRZp2RnjZ+
RQf7wRIuAA63tg8GdqctiwAG8t6Zx3vZ9w7IxsjRNy02vktmegocEXlojJ1oxD6mRu2cPr8dYn22
71cpzll8PZ4nLOW+exLEpJYZ6aTZGYc7KmrQCsfcaJafKRZyBGYiRVCr7NvBI1wSVKfoyBPh3Gft
I6IrPv9bPrxZej3Nao5+5vsFM06sqU2rkhNmbrbflwqyydYahBCnvkSt/ZeX/qNFg8/qv6+m3pUs
3TiaArh5cs5KEh5hDZowSsrRbKO/7KzrOfz9HXY5ySK/tS31P/YBs1WIKHVNF4KZTekv8F0QBzWO
y0gGOBttMjI4UVDH11CCWv//+55afF90B2gzsbG/+5V9NUZNa1ruk7KgN0FozXrnKDtVPCIxiuy/
XO2Dnwp7grm3i5qbO/vuatkAAIEOlvdk2n1zDyASTJmooW/sFWr4eOsWLfSXIhybLwYSXUb2n//a
D5YVy2WLh6HL8JLz9J8ftzXhsEtr6T2Jjvj4tXXLykZLu/ZuZ0G+SyBjOqCKRLziL1vDR186B3iO
FC4qF4fDzJ+XXtVTdcIs4MkZHGZQQ28JvvBw8W6qHBHunuZpWNzhrEGTp73ReKKKxE5gEjK3MwIP
wLXdDeP0JYRmQypHNff21Tyh8z9/fos+/kM1ix8HWG2x+v75hyIUl5gwreDJg0ZEbH1CerpvqmG+
AXhhgv6YGRiJgUoC5+S09KfAXFURURxPDJWrQQWHsGa3IPDZS93DurofRGYm/0L5ZGmhFH8pC698
v0WgDiLEVCn3aVot1xBePI0nKLPe2v/L2Xksx40sa/iJEIGCK2Dblp4SKalb2iAkzQy893j6+0GL
e9ggohHUaDELLqrLJbIyfxOigvAJOxFDeUXLeQiPBR318BGR36j+0icTL/r6mi0EJn4KJ2aqZZjv
CkQlLMLOzVX71ClQLHGobx4CrCN+I3TSjH9xhBmB00E4ZmKzIxyhZOmpOGCf9BbpYppUI729vOjE
vdKmXoEiaNX5xjZvhBM8X5/mFOpngWqKFCaHQjcEWgSXJwOThV4jGXFOYM+RQGhqfCK6WFB2MFKg
Ks9VaWb/Qc2Pf1S5iF969MLDlQ/m0gV2BI1fBxIM6gNT0H7zVsZK3oTN7TonkGj0UtF2gQicZ8bX
xh2hr2htaP9AbzsyVz49CxkQCTLvVlPXpws8mzqO1w1UPOGe4LB0QEL4/KaT1Bua1d4YBUdEfoN0
Za5LwRKFYEFd2rRpQsx2ejQipFly1z1FyCEHd3lL4yuMMs3BqQ/uKuzDpqTpA+EZpTS//X59s5fO
NDZ4QI8cqPskYpcrjYZZKuByKacwUbRhBxMuBvyq2YUe3rRGXQ4rn9s/L6zZ6dJVSnS6pVsEZ3ta
jjdb27WcHkzSXarGlag2kI7l7ehGmfjmhb360hbZ8BrWwySzHxQg4HotvLGVFJlCgGiwvOiUqnvF
dtWVuvZSBkTyQ7VZFTp1LHUWEHEYwSwq15WTiUDGN68c28eItaHxicxiuGurNkFKr7YQDkxjyKAj
359PsY/OEhJE03Jd35iFo8g7XJU6X1Leq/psY1xJxQoHSeUUu3QPJiOU0Ph3jOkVpxSoyh05fK+t
HP+Fo8iYkpxrapfIeXk44S84J3rOqSmkfpdh944lLebU9s6xigg0GfSa6ki9xXMBaQax++36nBdy
MaZLSZUiuCoA1V+eDRHjOAdwQp6ULkpwEXVyuMFDC6zp+jhLa0sDw1Snrp/BvZuP42kFNAbnFAcJ
8KZ0EOqD9Fv8NCokTJHsz9r28/UhFyKaTkyx6WdK+rTa7Nj3onUyHyeCE5Cn6h5p5s4/1oEWgVrD
KHALxom+b+Z1RJ3rAy/O9U8bhV013uViZgPUxOk651QhDn2X5G7BR1RDaVhSsfjaCg+dgL8Y0SGx
MClbCd7Il6vb0lMeEKBwT5CvnDsFK8Pv0F1hu1C/RUMYs1JxuD7iQhDjS8VIU7LJR2MWtssmA2Dr
1s4pIpgePMSi7yMt+BKVffP1+khLJ9SYjgwRm7xJn50cmuZFTTZJ+cLH+IHPvutuPUSijL/YNYPv
kNR1kgCW8XINfcMewhHt9JMPU+0mtLIRcikuY5tQU8JdlKIs+xe7BoEVBLBKm/RdXEbgk/ZCotgn
o6jqo1obhb+FeWC96AoKroc0U8SPj6+lKRyHAMeW0RS+nGOI+DGq0oFzsjkie5MuygTYQcpxZS2X
9sycGrKUay2HZsrlOBJwWqugUHoix0a1i5dB2X5GVaKLVrp4S1eNxMECi0FiTS/jciC9RUA/bkfn
hPJS9xI7ONUdMh2uCHI6k8yBrdXJP9fXcOHkTx0f2zFZQ8EsL4fE3Rlt6EazTxS7x62qVsa3UR9J
UJto7fs4ff9mH+6pu8wTlmW0tXl7NEl7NDeQ1z45NhaQSV2qj7g2eRL93TI9ogPe3eRBUna4PgTl
a47Azlar8vjf6xNeiKMEMSq4PKQ5PPMa32C5muWVPU9LA+15DEwkEhiRbkt3Z8O4jT8PflAUX/sC
DO7KOVrYXoZ2+M8k/+Ulf7nWNS9a7KF67n6Ngr0eWuJrhwHk1uzM5ElgmbryyVjYW9KQqSs8FeS5
mpfjZT6aRY3rKCdE+Mn9R9v7HLm+QPZGc5qVF/vCHZlSXvA2Kk8sEoDLsZyocJNUM9yTMqaIr+MY
NmCyG0x12+v7t7CIPOVswYOTXJdTezkQYn/4lYVCORl2BT4XEfqo2ZSJqVQ3OPGl1VcRAtBeedEs
5DWAH6Ywo4NZoPZyOSicINcr69GjLYWn1aufevZeaD32JmaHyP0OpxPNf8x9L8DSui/WzuxSasn4
EuwJrWn13dXBpNMqi971zvBiRHvQOEgO7IF2ci/Ane2zMD3tlupMAFwzxT8o6uP0e9+VKE9DHMcV
4uN7wE8hCXHIUdU57sgCo6KlUvHOsFMgFgokZmkqpwhURKDrQ3MUX64P+CcMzWIHOBVa/yQifKGN
2a4Dh8tRnZJsgD2JBVMeMs8JOW9xM3TCl4gT4kLpfQLbqWM/nuehcW7jth1xWsOU6YAU7hDeeNiv
IFpgjyJ4QgQVndqO3h9EFctA5EkkhocZwEji0Z162NiPoV0p4tmuJlYWQDk1AtMZdyBX3dyQ+xxg
ifeAcFhd/ro+26WOj0XmblokepI2xOwlMSiZ3yLX5p27khTdx4/wxfIsI9wb2D0ZeytC2ApAv3se
dPvg+cALD2YGVufj2Tw4HZ39hSviUD25PPUecl1VZzTKCUd1V0ZARgunf07EkH7p21R+ToRMbvvY
kg8tHk/764uwFLx44aHLSD8BdNtsDYoKXHzgsAYo1lff3ACdIdzo0moTUfNdGWtKFOani88S2a2k
4PgueKFX0aOdO7gn9C54JaMJ4ZaoZiCyhFZ094jRIqx8EzZzhY55p3YblOuNcOVSLXyYTF5MxBcJ
gsGZfx10rWrKoZ7etYiqYT6LS5f36qa++sLLO+52DRz6x6E2++S/j680+Qa3i7yDxs0suHkygUck
a/fkihx1jAq+L460UOdU3xyP18daer2bVOP4N1WR38GyUnxVBcZelAssO3hocHP7pOWOdbQHgZGh
q6SvEv8GHDgshF8SU/9mxTiYVqUycu3Q39ogLpE5K98UMZ3k+QEgrnMGNLq6jjUdxjc1haIwQWXD
OjrFanAGtxw8uwjX3AZ54j5gjoBcKeT4/pPIsNg62HatodhmQi3D/RHYN5TTss9X6pZLx4FNsSig
0PWV82pC41A7aVrbPeVagqa3BTJbvclwnlc3OEHkYqOi34gMEJHg+hYtXbwpf/8DJQMPMf2wN2th
9aIJYOw6J1TPK3eH/aKFOya0BlQjWgxdV9qTS8GOUihvaLxwTceZww9RTOhyJ2zc06jluJpSIoC7
gA8aEP9uojCVJmapZWEkELuiJv5aGlV6MPzafr0+76XE4u3vmL0mfL8zPWQVnZMeUfi1EXLaqA0n
IQ3FrT7o3cr+Lg6HUCsZ8SR4JGZfNHXM4IbXPgmT13qvqM3mzSYPFW3bSyRf7kgEgvbp+gyXdpah
0Polb5qExi93NoM+VpW95ZwCHCpuWhK2ep808p8m9Ntsd32spYzJETYAEGrPaHzMblQQTai0nl01
0268gXQIi4gPcv9PogLsEdh2K5+tsUZH28aT1FgJMwuXhyg+YXn4hEJkne2lJ51C5Pien4LYhjkr
q755Vn2sEmFmR3DcagPCAwbwuKlfn/bCrr4d+M9hf3N5AKQ2GnK13nm0aA4h3K5AEFF9qrf7oPUm
KzYqPO5K+FoclPzQ4hGn0l2efSqbTrW7GC+Ls5ZFU76CSNHPAWcfOMZSlHeTD+Tw8SBBwdmgsgig
n4LfbIErARalRB3+VE8MvV7LZXE0u/pnqxRFsHKUlrJfNhIAP01+aQDPvDy3XZ83gLxJ+RONJIdE
LRvQptDV8c6v8ZzeUHqgqog8gKIeKcshxgwLJwd+gAn4Nqw4iSt3d+EiIVZFBxZEqgBmNDvcSTQi
moahxHlMyuA2shO0MlATtg50obq/qKtMPTYSTrTOqe/PAkXTqj2GR0FwbhFm+IzTICZwbhI/tlAm
sYDL1kAcC8nQH1KDatCEBBY+SwcgSoYQdYvg3OiRDg0eOScEy8u6jB8sb/ijszhYv9RkNO4gg/j+
fa82WB9fv0diGmX2RaZfB+KeyjX2AfrsTNctRK6m14IzGojO7wCQunpMQtEcywGTA1496HVsyKaQ
fDGp+bzWWYvO/6aHigcJBu4UPQjdtH7aSjZqW/jUQ7ly65YOwdtfOKuw2R1SRFw6cDXKBD0BTpR9
6QBEn41K1f/iwNExnLIBEEO8Ry5vgB4ZcEp8VmNQjX68i0rfNo6JXiMrT9sFK4vrq78UUDSIFqq0
pyb8vHWAk6IJrNRhuBLO/CHWMCo79CiWoycKysx/MKzm1/UhlzfcsUC4UCKZ+CyXU3R93/OAQHnn
VHOA9W3gEVov2CVx1WPUy7ObVkXk6bYenOohTRwL0yRHRtLfNGj73qokY+MWK0+QcDic5f/YjdGJ
lfLc0o5TlpsSFcrEIA8vf2LK/DHphSjhI8sRonZm4POBH8WNUiLdtLIHi4NN6IcJVjzB4C4H83xd
JpWlBGeBk6v3XI1KXR9GjHHr44jY33/Xl3/pupH42joPD9B282yzaM1B4kMRnpMi9WMEogDLvqAj
OK59mZdSbVrfPOsoHQhAW7NwBiXCRHQnQQO2UFBnjXQNy3erg0+oYZFdbIHboQmigdimvRH2t64e
5nvA1BnWnWaB4JveHq7PfVrJeagh3zVNXFQwCZnXJeM6b3y9U8Oz/SMMyvbOTJXiSbh+4GIdYlRr
8Xwp4SUr+d94s8BRkXvoqJgEZ8MIRXuLE1uTHBq9Rw5Atfz7Ap9J9xPOJx4kzhrnKB6cSBQkfpH5
u+szXzpjMPnoEejALI05Zn76lthCRb5OS5Ni2GB4HO7GtNX/MWnZr2QMS6sMYIXvuEZgsedPrLHu
nBEKcQhvzMQdouplgqNoA6Z0o7YFfhZA9NSVNHAhCcVyC0YOkE5SLDl7yvTYs2kiS4JzQikhfXTc
PqqPAjHMRxR0vegQFJ03HJscOVSMdPoUdcS/WGCbKErVm5L3PFFQFKtxVW7WWc+U9luXD1hpxw7f
o6RNzh8fiqoXyQxYFm6WdhkvSqsPgJBW/tlHqS28syrV2GPvoR+SNGvUm+uDLW0mmRhxgqxkKvhe
DhboTSozd/DOJKTOHeSA8hfCizLY5wMCKDuaXMmn6yMuZfRUR6i9AighFZxtZV6XCLyXpXdOtKg0
t0aGivVe6VFyvc0V09sWit3GO/QoumLlkiyPTOeVXBf8kD67rqobqbin2iR7tt3oUA39cHgxkSEE
s98r8jFxEjRTHPKMdP/xOU/ICh6HUw3M0C9XWQDVpOZZ+8CRRX1o0SfbBISOGx9Jjm9t3vU1Kg9h
NP7NsAJYMuUokEPz1iHKu2bTe1R3M8wIXl1MdV4r/P7uChWltkOU4Ma08WIF977r0136BoEGo68O
gFhz5lusI180Ad+8c937MPSIoDCzdYSN1hCbSztKaeXPM5gCqz2FxTePNKpKkKLUODhPRjQv/Ygd
rB3k/X9aErWI6PJM3qkKEnTXp7d0Z2yDhhNYYS7qHByNrkGAZrTvn8MxGM80Sxr1U+cU+vjiAlcq
dwaKrmud9KUAz4Nwgr9BhqTQcDlT9H4Q8DXb4IzCR/W9DKtJ8XG0863UE7tZCXaLy0qVntIe33cg
wJeDZVqSBiXsQFiyPiz1BA+Tz+RmmC1kvV7Gh1hGyG+UQYac1MeXFjA9czR5kFEwvxxZH8OatJgw
66O287ONfPsBeagWMXPN/1EMVOj/Yi8dmy4UG0qBY84UtFD94dIb3tmLERncZq3s2x0dw3ErW9Hs
YoS6Vi7l0k7Ce+YVbACog3l9OUVXiTVEE3T/jCcCYG4Nyxl0biszr/foxITBSrN24ctJyZGQQzuf
IvwcQo1uWD4p8vD84m1TPVS4U+XbSnoDImfJWA1PTRPhCyLjSdwowAA1P1zf0oX5oiEsBEwTukx0
3i/nq6POnI04Zp3RHdN2uZaTE9am/c8AXvL1+lAL53Yqu/8hSUL8nGcmVoOVR1oZARlpK3aOU/oO
GoVC/ofgmnlfenF8dAVA2o+fITCS0KR0BwID2LnLGRYxMkcDyopn9KHrXya3XxwkkpjyO07uBY29
wE6jlVO0EIMk+KyJSsQrS8xjkOFrWJ4MMYgJr8seEMQyDm2Y16jcG9quFsqwEhIWQroEoEE44LJM
aKnLOcKLKmKMo+yT2aJ5eyvMCCSqzONupYi8dFxJDOhxS0sn4M3XMhkRNG8q+wQIxVHvChwpvZvI
KC3rVYQOOi6FYjQvtOX14mhQxfdurx+hpdfrVKUgs2WeIBNnE0WHK1UcdOlOgA672zBTfKTslO52
kIOyRQ0n+qIlaoEcfpmhKNwp//C6Ru/Fs2oL7TrTQmFrlHWBoare/sU5m7rGJsIFFEPn9EbZtiYS
dEBSZZHghuJXw24AF3cYesvcYjvyFxRgOUGAVJJDOEfzpSgT4esYbrmnCjb3LzXXtQxrKgtfgl2Q
j0qwsRDm7u77EYPoFcDD0nGbAHkWBUmAY3Oqk4t+MvXvRDm5EhDSVleKpkX6XVa/r2/3UnAy4P5M
wiI2DdrZcctQnkVrAiweGnn1Fs2m5J46OE6qTRZ8/YuhsCIhYSApohZzeYPSpFZQCGYoXYmimzZR
f0Vu2X3NK8L/9ZGWFo9ob/zhPEyV3cuRXJyJEvQ+GWkM+psoL2W8NSi0rAE4FhcPKhMJCUYfwLYu
x9EQb8J2NnBPSeDXINEyzFrzVn0AMeeufMWWhiKLpZOFNCKJ5Wyfishsx4SG5kkE1rgZkirB5zzA
v3Xj5U73en39lj4j1DQIQLwTJr795bwQbK50hHmVk+V7eC4FaocBuszbEVMAjMBvHTpK452jj9nK
EZlmMatfkFP+b+D5pzKmBGWCuj0HpSx/8oLKX2Op/sobzXkQoe+iWG5NYvFBXjzUUV2ufKmXWroX
489WGVlUk0JNoJxwfHOM26SgP4tQHPKYnors1oi4NkKZ/Lh7qIAmWYTcKQWPqa0omxGVMTXXvtaq
5XgrB3phQwhCf9Q/eKq+08RQ8IzJa5pr0MCc9FWpkn7YDq2T32tmG/+wCid4LR00GrfXz8HCN9bW
VGpcU+PWomJ/eQ4iNAQHz478cyzt9HvS4DpjdxWqyZYSGS+kF+FK1FscENDAhA2aVHlmF6pGVRz7
Ado/PoY231Crdj/1lfcqkiYSfGFib2WC7wMFjZgpLQTnrk7wlMsJkrjYZdbCYhlos7wgjciHLO17
/ef1dXy3fbyUwMgB6+Slp5lzoSE9VJNUwVz2XNGQf3VSYdebtpe5v5GDXiMLp9sBUpbmmmjG2rjT
cr95HVImC3vhadkZojdfK1ean9EazI6403cYIQUqkuyDe3t9su/2cJosrmgkgoQp/n85aNxzMH28
R84tu7njgWjsohI9XHyntBcnb7KVu/EuMjIezTT+0VPj3MzGE9ATMXRGp8KCzN7Cksh1FfM6K1ee
A7A28eH69JbWVALdmiooEJ7n08PWgnpNFxVInNvo0vhdtsOPJ72hlFMes9ywtnjtypV78X7QKQcB
AYyRIZzJ+SNt6LM8Mcw+O0/x6bbXnPvIDZAHtjoqj0kRKpvQ78oVpOD7hWVQ4r9lGnDlrXnnuXOz
0kdeNTsLp1Plzqdy8xIPoTrsinr15fLuJqIKANNokloA6P2uD9kGdtlpQ5qf48HCpRblb/RrweAh
8nl9/xZn9Wag2Z2IcDdB7CPOzwUZ37cmy/LPMgd5ghK42q+M9f4qMCkyOFxPiJ/vitLamIe0CDok
VPLc/txFSKZiFB1tXelpSHXazUffDiwidHSbWhevFBSULq+eMAPsJ/UwOydlNj6wSQo2qUGP2bWN
R8q3poi9Xz7mkps2Md0Px7iLseed+54vUQliMT3X8L5vaw7mLQLxQ7fBhtS8l1mlfC6Cev/xzYQx
D9ILfB2P+9mEMcmze4QbMhq8aQWsKrbbXd8ic72jzdifrg+2dEQhpgE+NuHTvqsUu3bM+zesszMC
+sXnCJwLuuVZmnq76+NMP/oiCZp2cZoO9VI4WPPiUzG2muc2ZXpGjd3+ltsUuqwR5KfWeFhPNK3z
ZdTzHrs37KvcCTWsfLn+A949QWc/YJaFaYoulbFq0vMI9AKtdgyoPGf8t1TdX30mAWA0menTY8nT
+MPfDqYOKJYHHgj+dzqHRoNGeo5n4Zlm+L2m5caThks05gRYDba9lv64PtGFsDoxDSeNhwn+MM9v
coegTZxB8igz6k2u9gmeljalS0qe0RckPO2HDvuElS/IQlSAVQfemLEn8uz0q958lSNkTVKnsdMz
iHl5H6iZe4Ral95BecSYMEIbpFhJcxZinuA1pE3AeVB0809khohKjxhqekbB2cXYBib6sW1aTWLL
TLXk+qIuXJOLwbTL6RV5V1ZTmnpO8zra936pFTclcrj1ynd/4ZpQBWDf2AymNFcybJKAhCDIknOl
54WAXe40t6Ipq98TmPlcRCHEZAT+4S9tysmT5SXE6NE5Xp/s4l7CrSf1mAAm84Jb2RQioETMXqJ+
DusiGo9e7do3JCTjcayBrl8fb3EnLV7qsPlh8cwrbY1Q4Dq3enrOI0w7lJoot6low92Mo5OmK8dm
cXJcSKQN0Qbhs3y5k5pZYH7qehlxIGiwicrGF/qb6m1Z+eIJj0pv5TouTQ5dYhDagAUQPptnctLD
EXZkclnUlg99YyjVJm86P90pQe/oK9dw6fKDbdagQVDnf/ftsHJNlnEVZGcOLCa2IV4poyvVz8Ju
mk90vce9q1fyv4/vH2QoANoSfOi7l7VnqWmEoTo30RD2o5NDJNeRt/+RymRNOmRp96A1cCjRVKXe
MoviIkM+uhvw4qlrRMgfEj0MlLusb8TwSI7cuz/URqHntnJmFleVbyNYG6qkFGEuzwz6/J2TQqA5
h7mqfgHVY+vHWu2jX6LQ7C+FGz1mqo988/VlXfhiiT9NvomOyFWcYsWbkCprA/iaXiVn1a2Crw6e
oZu60XJ7Z3eBwDc0NR1/4w+2lt34eE37K3ne4qQJRNwUFJ7eqS3SEcpcoaDeFceolbsulvaYSbr2
RqlLsW/8ESHquEV5+vqsl3Z4Ap9PEGcJ0Gi6T29nrZq1jwcuwaArE9AlsN74RkKRLCYZdLALfzFN
0hE4b3T9Jk7r5XhOnOsp1t1I6Akt/o63RLErYSd/GtW6xUUWdN820rx8Beq7tLeU3FVq/Oh1vat8
2Yrq6qAG0QzTXKSmBwSCyEK8E+6S/aHvGmXf6Eb9O6r96PX6+i5tKw89pDZ4BBFrp7+/WV8MXKyY
nnF8LtpaPiInDgwVp4Bkk+f5sNPKJN85Zr4mkrbwXSO6TLgxRqU0O1vlslWREgk85kuudUOFvnvp
8NLdpQOEyl1Q5RZuSngZ47/luOaLX7by1/V5L3zBQabqZJ+Efd4t09/fzHuMWqG6Bb8g1UY7vAva
xH+GWmj3KxF4Id4zDokX+TTPvj/4qjfjaKFvlIVE3KjwpI1tWTw0zW05llGGtxruATfXp7VwkECg
gbvAg3ISN5iFprEbLZ6vFgJbBD5McqTSbxrFqU55yZsMDzR80vog/RUV3bgC+Vic6ZuhZytK+Uej
RWGFZ/Q2OMQZ7C3twXINd4RplsWICq4ExIXQwFxBetD6nJgw01q8WVpZZloUSQSWdA9Pn43V4AN/
wFqj+VY4nfNPhOj7yqFZuCyMSOeIjq4NoHoWgjvb6mujwhC9LEr/WdV9CWinz2Js7LryP4zlHSy3
LExorm/q0m15M+z82dm0OPEJQ4nOjlf+zPJM3qdGHWH4krXFz9wt70G6POMA1tylapAV++ujLy7z
dEfJ5jUDrMDlMlfpoLlazZEa29w7gwO7LxJv+FmrxnA0atmtpLyLxwh+EwgwawI0z9YY7e5ICbso
PltN/asqMwycdE+clVaYa5rTi5eF/h8xSKDRJee5WNO4qaP6iMHH6p1b5MmdXrp9s6kUrzkGdVDj
3uu7k43wx7GpU537zdDa5aJi2hcFCDHHZ1GGmHbIwpF7RzHMU00auLKiS6eW1jXRlvSBiDdt8Jt7
AjaYoltkhGdcvVqsS0atbu+0Im4x31Oks4sUDauxtsCYaSUaLe0lpWeDWhcy6YjQX46cNp5TxwoI
XHp/w31vwgqzAYT/NpqqWckTFofi4adP0m6QwmZ76SIP3ghfCc/AQctbuxir2zaD9BgjK/5y/UIs
DmWSVsMwnuAk09/frKeSDWY04KJ5xr42PNrY+G36qDGeAsmH5C+GoioJe1qniG/NFlCOHFyUywk4
Y9G2mzYajIPlG9g3+bHM+pU4s3QfkHz5/9FmAbUeoh4dSDQSNazksFXLqWE8CrcztkGMWUCBNZG7
QbxYHnOzSldSoPc4W66EnERoeWqiWmfNRh8xHVe9ltGTht4JluWQZDAe0zrkFGBHSfCuvfZA7c98
TbDaxjUDxPVdjCX3Gp5+aYPBsUzQTCoXtDMuN1grmgH7xDA5J13VHVo/kvcoEZd7y8S/efPxHSbf
FADpuCDUoS/HwvoZLo5QYj4peD8ESROKbR5UAFyLmp749cGW1hjsDIg2oOM8X+av3discmVIs/BM
Q7ceIOWIqNsP6tjs27jEMhc4QtNtK5xahzuBHdqTgwNavgMbVny+/lMWghJUOu4QJUDsOOZr7Dmh
31ewoM5BFsuHNOh0ZyuVbmO6v90kmvY80dbO98KXbMrpJxoQTFYejJdrLQbMJiIjCc+9QQNsN46G
yO8U2EHtTtg9cng864Y1POrioJBVeaZyU99Fi1rLVE0d++BsN2l45459hiW00/U3cCzVJ69VlQ+r
gMNSBOUroGnCw2KjL6eJrIKK36aL9O+gyA3kXfsWz8z4E3xJe2uFXrc24EIuTSOT+jQ5AvIVxixK
6V2dqbJlwFCE1raptT7bR+C21f3HzwxvfA2CBSjQdzTBSnhW7wmbpWyV6LMW4lZ0m2RG59139Di9
Y5HbFBdddB76j47MYNSHaIVNIGo4TpdLGgQTb1LAt0g7h5d1C3bKR71Jz2Na5ZGHJgiu2+XWdFL5
zwfnPJ0bvmu0OkhQ+H5fjoz2kIrosNOcPUF/fCvxrmpoTVs+ZObA6vWtSMf6MLRiLVZMgeeiQs/A
1FMdaJkwDsizLwcOU9sOsj7pkMavy8csa++8BkViXNuT7qM1MbJKFhAMC9p/dJBm5wfnJVyhHV+e
I6MaTrg69i8BRk9bpx3kR8PtNNT00oUOCEtnHnaKsjP7VoTy3ND77PaZAhJrr/tmf5+kuLVd37t3
V3+a1lTHnATO4LXOYnseAhMaQyP+bsNq3XuVN/5ndNZw8is1+8o5W01o3wXVaXKQ3Ag3E8p/XgMf
cz2uyjpKv3e+meyNsip93Kyc5D528vFHp3f9Laqfzl9Mk08JEwXrP+kaXp4U162ttHfK5HvhlNYu
TVVF3SBzF28QCkhuMKytxV+NSENjwu6wo7NkL+cmhnTD4+9JPnabHsLlYyIb79HHivCQZ3a3Mt67
xIh15S6Yk9oEuey8SzzoVt4pvZ187yGI7IcmUPa1avZf6UY0BwxW/WKTRH3Iy8FxP2hmxLsPDDrK
CwA3iOvvVjdJQx+X4yF8zUWJWeW4rddsjOaEXXIcDg01VMCQAJPeVYmR0lAaq9LFT9EXwyEr8/o7
tb4f2jCqsEV1/3veV8ohsqP6K4WH6iFsqs8Ateov16+LNh2UNyGH34GQO9xRHvPwYqgcXx6kNKuB
iqhj8cPUYguXOF2J+/YeO+QG1fXGyYB3ZMC4gz2aFCpIpCj09GojcZTvnsfYGI0br7Gz5nddo/iw
S1CO/SaxtfslI8vBshc0So8Qf5CBZJgEmNqnsrOqf9EKM0/YDKsVBuhJ+6TnVhP8Xpna9J67nBrI
GPI7mE3EBMLc5dRqq+7ywBXBj74j03gC6lD/wH4WR2fyXiD4g8SvPkIv2rwJ9MLQ94XVq7G+T4M0
Hu8HNRfikwwUP96Mvuz83ZCG3gDtLhjzozJkkfskyGay29Cj6nGr9+jc3OaJlojPUcQfpdXq5gp0
Yhbd+NazQ/CcJ9LvJFg5u/YjkEZXymL4iQxX9qI1TtBsHIHJQq053sFK2xVSLUzC+SIiLkMjEyoe
B/Y91CAPulSJoWb9MOMgN49KNfAS24BmL6y7Memlty9aw/G2ElyMeCwbqE0OOkPD3nQzkeJ4LY3k
UIae/UP1fUXsXGdIwg05X2tvi8DKfUzl/TJ9SXCpjDZdNnrPOF9CRzftWsfpvXa69OjbhUhPleG6
3n2JstBYPI99nRf1I+atydHQabK8jCGakjdR1uDciEGBkuPDa5R9e6QdU96pYZpUGPP2Ivg0Cq97
TK1SszdSacJfVuVjRJgZ5fjFSGFY7Sql5U7GMi4O4TD07Q3mmZF7zMJWq7b42WcYycVFGB6a3Omb
u94eS2p+nT641lPWJvHviLpYu5GaWxZ7qePu93MwBqTlqyiW4TZOItPb9EhxGuHBijs3eKUEFH93
BpbsPqVHL7eFmcThY14gHd5QLTBojW9qszCVe71w5Q9JeuTv9cKJn4tybGr47piFH01kzLx95Qyx
cdtj0Jrvag1E535syy7f4wsb15s67p0X1FU1LCE7s3KOQPUidzOY8Ia3vVfp2P3m+lAfoP40wW2p
UKiBwz0qL1Acevcmg3KebMBf9f4Xp+hye58Ky7d3VQO+9yFV1TxG/dtKnHaPooUabB1p9PK+NTIh
6R6g8LYtCjeERTT09jedYqV1LwfNKb7AsjaaJzMzUwP4wRjdaQ2k7tfc584+lGnZP6lm2TSb2PQD
B6nasfRui1brHT6AZWHuDT0TyVFpHBk+qpEWWU95UFtAdBHZH2+qwA6dTW374OuTMYUtbfTKfdDQ
kdu2atilPzzUyZptz2f+l21VctgWVpZ/InxOqxYaXo8Ft+YP9zpE//hJZt34jzfWPrLddSZzLICR
D4HmHqulK7VN3gadveWbZQ1HDxuZ5GnsVEXEGz0iuOY7JYHP/WiQmLhfMNcRzW1ReI54NNRSSW9d
3KP7bKs3RZp8wXZe8Q492of+T9FaRfpcqTKus11Vx66271wtR4dJJoEafnMVv/G1TScqmWnbpAsS
81Xl6WXdJxkYq1tZZIjFxC2vhy1Xr6m/qLaipd5BG3U9x00+UCSqm4lluHddZ/U5tybwohKqbRvb
Yb3BWAQ9ydLVIn+nWYNLaR2/o3M++J761fdK9WWkO+htSuJCeBsQmsUBlwHtXxf3sHtDQNveQd3F
C1RrS1X/MvrK0P0Ueq4DB2nVJvzaoXz+ZCi6XzyYWNbjsYf1IF1w28P8tHA7p996plaXu9axQOd0
WpaoL9gLh/828GXMJ1XlXTRQ2rM2vRIm4xYrVfM4ovIsNmoprV/WmOqnAh0EwfH28be2hhGDYDfX
uxiaoqyqTYYqirfVCg/D0EJWWYXalA3P30jyHpjTGIhthdLDbxv76mRbRUryqaJ4bW98K7P7m5Ru
y7BpK8/FN1emWXJX4BRVHVS/9m9HPdbFrqzxG984Qz3UqNEpYaPuSaqyZOd1nf3cKqNSbCrDSsXO
cM3MP+pGqBk4EpuYBR/KUS2i2xa6UQUYATtH8zsiEclvtzW413ETV/4OTdrWeIa2Vzd3cYkc7QPi
+GGbHEJ1NKy7oHT9kxmHQ7WLR9308Q3QcPaWhWd+gRMcdjtlHCTGrWgvtpm3KWze0VsN2exnz4jc
+hw7QJe29Im0EK9AdZpdlrfKjua+lh/IApCAyhtC1Oes1dobtUs1Hm0lLJdt0vvJeF91sds8Q8iF
vR7DIT2XdI/+4/NmeF+9dBgOvUDR6XctLU/bmtUIwAzTgbg6mvmYflKdyDG3mVWG5l7vjSY/DHzA
2m1uFcb/kXZmTXVj2bb+KxX5rjrqmxun6kHaHWADxrR+UQAm1fe9fv39FpX3FFvbga5PPWVkgFnS
0mrmHHOMMcedRBkZbnlCT0x3SuDYH1LqMuEm93XrgY6p0XQxtEIPa6eG3p11rTNdw0SICneY2zb/
UieQvralGY3mWa4MrGc8VVTTVSyEiDd6lEflHhpVb259OYct35SWpHzpe42cddPgk6S8TBneSJcy
RG7M94wxTtUvgUBSoQMEzKfDndF5PtlM+dDFQ1lEe9AxGihv0jKcM28lGtJPLnLhPs5tjmuFcE5d
RENNHdgGVYX4OQhb6SZG/tN+ZcMXxUbR0szeGAHw2z43esO5yjLErNtKbqt+WwczN2mixfDBkShV
Zz5U6lsdDmcPONc6/Z/+ENqY86IA7qL7QQpleYdsIZPPIqdufla5aaYsdjsrLmYA6/7ABZ1rKwzF
08DIApwAYyOhJeBbgmx9PJoNpizG80yIU4sjWAmuEzWsLwapryMXfLGoVwCKRbZOMAaihRUdgBqO
EGifj+PLusvtSQWmexZHTefCah+i804i33ULJ+jW7EMXFSlqt6K3FaVqYEtU3ksuAvwHv3OmZH6O
A6PpD0XQprcVNuHdla/5nNI2gQDtw1mk465oW610s7yz11xnTl4aNgK4i0ixsS8/qSLTOEOh97ep
PPtaSodoru1HpXWSHPnSmqXnyTdlKAA1wncWrnrywlg2x2HQluoz91r+2ExtcGGFUf2jLeep35eK
lfxm+ximGIEsLmv0zgWJOWmVlGDylZCahC9OqoeGK1nlcKlg/vullTDGCkpaQlhFSTuOsVXKlQ16
OrHCsxyGEnG2TWF1gSDmxkBxr5bil7alBbyX0LL8KQNU3Jhjmq5kfe+2lB9TI/YZzj70JFHRKIDL
LAYLBiw/5zCSn8eYnmg7vPLy7nqUGtqIGyQyw9aolRm9EQeBscnV1P4BPaNXPfAkJE+TlEZj6sZo
P9PvYYXzm7kHxJ3rS7XMO+VAA2rTuZnpuF3SQ1z0Wc7dUtPC8i2aSt8gPO+RJ4xugfNDdFdykwVb
H2OG7NKx0yzzVLiLyVbtVOUJf8VBcU29qiBPlpTRSHLKuDkvsnAOb/W6NOrrIFeLLkeUPnbFBva1
HHgSHbYlm47ggx+fZTp8VreIfJXWxxgaS1tLTYy491qzV6wdjrx0BfdGvbEwMmGpgZBvs97oRcPv
os2povlx2Tc3+swV9uD4QZa/WGFtNL+JXWGrIuSVoAEw8iESLLErnIDjaKiH6YmCQbCN5pzeRWFk
X1qz9kKzR2ml0LU8UEwwXRpxAIixoZHOLRZBW4ejMoSt/CQV5Ao7c0qC3SQl6rWcGmmwl+2536h2
qsVuEmpV4DZmkegrZ+hyj/MM0HHRIlL1od62hFqHQJaC1MnVp8AMNM+yk+SWjvehC4KvE3Ig5lsB
I0+Al/cRqe0xGJIs/YQlWyqdUcWN+mTpRBVRi8Y/DetoNxS+70qDOe8xh1O8PGrvpUiKL5RODzy7
Stf89H/x5vjKINuBl2xTUVwAsJkRZtwVqfbkt1F0JiO92up9PX2DeSVfdG03HD4PAJauQtQl2JzQ
gyFh4659Uv2pJ6sbjMHUn6bYaX5abWpeOuQ95gV6Gkt2oy62nU3bJnO6pzWXRIpbS/W2U/ty3vgD
BLUdZAt/BdBYoKf/eqh3Cx0QKPgAizs0oANPhwhPf4IHFHoqxjdbu6g62Z37fPiRFVgW7OZa8+WH
ldkQdaejE1DoGSigAKdQnzopkzfJBMHNsYynMLT9e0gmdbbBNrM8VGGrOduwCKd5k/hx+JQ4Rf1A
+TTeIgmWld8MXMRXoWaEdg8HcoCWxQRgHVrExjAaT13T29dxrVqe74RmSxBYWQSddpF0+8/ffbHv
MZRC6YwUHCweJjxh03HcghuhUapprD4wVvhFaV2JnjSvwW17p958PtLiTjsZafFyMqSOOB0ZKbRe
suFbkz919ffPh1gsoJMhBAj4gRigWnFcFEOoPvhf8028kb8joV8hWS126skQC9CtDRHMG1KgPhiJ
MFvxAukcS0N7rfiz9iYigP/wJqY1ImfDwe5B+x4crBv5+3TmrMB5a0OI7/VhiKQbWm1W3ofgapFc
Wr1HV2uDvJ9cH7bWyXyJ+fwwSgSdUivpHf9QPVeX1X4X4cbtdnc0nTV/RpIbPTpnwUY6I+s1ypXT
fVE0OBlaTMCHoatRDS25ZsEpV8k5mZ+xNb6G53AA/zeLjuNDVF8gLSxXhCYBT6W8YXdefgnO1bPq
LNn9Z0MsVkNeBimZc6Q+DNvxoG/A51zt7PMhlo4Mf83Wv19jsRysRAlLiVLHg/+j/KLuix/m9RC7
43lf79r78E6f3fYxXOEM/XoJ/nvMxeKQzLLVskxM3TbY/uu9ys3n77U2xGIRNIEjS23G1BV/zhfS
vXae74u1y1ScXKdr/N+vIRbih4VWh3pp1XiFsNByx+2/ZJMLN7x+KWu6qnrJT/nlP3unZayWFGMd
Row3TR7y+WojlZ5za959Psqvb4b/eatlv0I17NSB+4gFkbi32bnyw/kRbHABXpm9lQ+0TJyLKY6c
MGGY4s/kULxOj9LZtP/8TX55ZiNoJ7ol4D9BO6DlzVlTJOqDVZ8X0ndb/24Ms6sNT//ZMIvbhybB
PuYtDFOGW8fYx8l5WXrRqiHkcrXhAUGRj+wUo2jCRWP59a26G+tUnp+cxg5zV4nG7ptvq2TBlCVC
fVfkBbkw0XN0kGD45JsEdODPKKl1bivoE8+/99aCWIgJkOjxzfEHYfR48U/DWGtx6ytPdpLCGZfH
/KqWSmlj0PHL7ax5XLm2xFn3cbMxBHErCQqKGsCrZaJCdsbjJE74I6CXuO76cZSiP/WtaSWWEM99
PI5oziI48hqmSrhhHL8XTaYp5emq/9Q3NOfDE9uRO/m8K6TZVjyrLJrfpPnChyDzgcRDLk419IR3
mwahFQV1Wv7QqsygG7Gay54tQYG1jBndYNyWa5jVcuuBgHJlCQMO0A3tpCVzi+2OPEda9NyoUnQx
h0l0ZSKE+EoRxL7CTqr4kua+sxLjnnw/SMVARmgvdWCVk1g701J5lCjWgBmp9rYaaYUKmUBduZRP
vh6VdIgzgHGwzQACF6tSKm2KtJmSP9cSTe08ynbFd0foMPezNGQr1/PpK6EoF4IyEFWhiV4MZpfQ
FmDLZc+lmXdfatqZfssrY23iluGMmCzYB5BDUefzRoubTPbnoZEAIe8UhZpzKZnG196KlIM16e2m
j8wp9vQgoetunJW3n+/xJW0RdI/25GQmZIrkXydr05DTpJLCwL6rQm4et0hGu362RrnTv+ZF2IGE
27XoOFLRKia/BQzFlNg1MSiW3pKUX1uZ8Hez/6PNCT0dPxyAAjJFkItFLkGg4lPI1YP7VqJWEnt+
0lj53ujaPviWzYFlXdRtrisbJPp14wUUThxX1ll532vM78o3o5CTwvAA8mpldM0wp07gOmljNueZ
ikncJreUts+8KaDkfZj0JtbXuJDLRcN9hNXqu0wPfglg7vH5ElRZ3YaNXt/XEJ13sJesXUsBdSUG
Xm7x91EEys9lAcxnLyIsNa4rSlJFfe8A4O9LOrd8rQtJ3/nOYEASmoZ8m5RJu3J2nr6bMOaA0IIz
Ne2X1MVSDRJDKy22wD2+p522mUYjfjD0SctW3m55sQvKDPQcLkTRiOZEB1ilDlSSIdHvpt6ULgGV
KOT01DUeajuj7RPFqAIh1ed7YTmjjKlgmQXrm/LCKYGt5gAIbTOz78COYg82mO9CB7POqetrZ/5s
Vl91msyffT6oWAzH610QV/kzhvDKoKxxvFh8dejTuWz8u7AJjWBTY7OcIl9qNONAvd+29umAC+dZ
lPVyvqODa+5v1KGYzJVT9VePYQg8EjMqOLxLTHJIxjowwk66M2k6cyVZ+TOAXbPRpuCbhqkhVplm
t5nSeNzoOUrXz+fg5EhnGgHE+cqojcCpF4tKjkvdiGS1uJ8TPOOoxsbjuDMqH+vTvDODtUP9ZDgH
OzY8HzjYab6D9PF4yu2gtmA3Wcl9SgNkWLxNjsm6FJf4FCTM+coJe3K4Mxp8cOFWiSrlxHi011tf
0q1AutMrK59vBql1NBqWNaZ2FraVg8VNPVTFtpCpwm6LqjT8b5/P7ukRj9W0UMnRuYrGhqyx4/cd
c9nwaz2t77Wwli7rzHG+6H3sXBZTZ3i8u36hJZn6TfH18FJXwj9Vpc32nz/DydbCTESYAuJiKe7R
JfzlGFmiS0FFusl9HbtZpCXbUh2Sn8Ng5Od6FTxF+LpsPx90OfMw3lD4w9cm9qLUs4ReKQlXSW8P
471ZWPYXP43y7qUpVSf1Ii2uZRf2+JjtuWOHfTFRDVhZ1afDc0Qin0DJQXELFvfxtEe2jwB+7o17
1ZidL03QFd+GbND7bxSM5z8H1WrNDShu015Oje+sCbBOvjowI8vu/b3Z2CfrDmhG1dIpmu41rdBk
L4xV+zxP7C4513q4f27RptNlDj3oe1w15nneT9FL17flGvywPMnFcxCJvktBEcovo23JUAZn6ir5
nl6oNKoYZYOeqOOQTu1ZAJc2cXNsgn4TyuNuRIKgwDjSBOdxGbZ1Ywa5BobEPV3T7E2r987VXDmv
dpZImx458Mrh+atL0RCLjAOF2GXJ0s26AU+3yNE4UHopOp+xqLW8TK3r3zQfsjShEEfDrBAMEmgv
M6QG6paWpp1yHyQj7d8Uv9gOFKfdEGvu3908YiiiMNIwyJX6Mg5zujjXYX8q9xTxiy/ajGddN+i+
mxh8RDmR402LocNL2jtrFIbTBQMjWNwEWB+xYJb7RkFZmzadKt/D6rZ2Sks+cJYk0HQ9elqYt1oH
v/Pzg2J5OjGtrE+IuoiFICI7i53KiRAA9MnBfUrNeEeVqNsVKpy9GdABUVZtbNS8Weu0dvKamCow
FJcDb8kMi1vqA7QU5HKfTXk338eFmu6dpmnOJKhfhyCTzW1ZdI+fv+PJGkW2QkcH0TMbB5cTArDs
9DPU9ny+z5Mwuhx7TduCbOWb/8UoaM3Qx7A+T2qNfkCxvkPLcO8oY7uZcJ+FCxmOKzETj87kfIya
EE0QphFkg0+Im1U7njyjz+cO36zozpdqqb3w6wkplakVVfIymlXUyG6YyBiTuhoKXyd2Ma/A52Cu
eyMTpWo0aD8nP26mgzngZ++pNE9Cf4fPRdl4dE5XnRdgemtKXGekM9cjvk0Y+XtSaA614+oY7Epc
YqNpzp42D3521WhFF/t4/zWtua/LsAO0i4VNkjdMNYfcxkdyNo3eaFlldhGUPtwY2tBqwHD7BndY
GFMxFvMm2LkNl/EMylkVNq5fGFhSeVgF9DMkwVSHMXfokCfCHpoKtVJMN4R4k1igkV1kuP2g1dkX
J4Y6d5lSg66HTZLFY5VsjaqxkwtaG4bFYxSrRfE9r2BZxGcwz/U4x11P9qF7TnQmDkK3VFT4hW7Y
1VkluRgppbDm6OrTk1BJrUkLjsGoqjPgEyV+mGMVtb0b+iXpsTsPZWh2pGSAIodMNqb5im6/bU2j
s9xO/pS1wYFToQdVL135xtSBDqKliHc1jN3o1Y/MPN9G0NiUQ4ywwuIvjXzD88FoZ39Hhm/GfxZj
m8i7KkyHwTOquTfvtdmpK1czEjXbjVExy9d2QF+8L2qQGhH0Oq3sksBNtZA2bxCi0Dm5lk4HvctW
8VM0jmOH6vSQJpElHYIA8suNXqdB9kR7dZRWzuikxnVSQx57kmXQnNFT4kypaBJtxbpWs0jyIjhT
6ED1RjkPW8aiUsdo66faYOyMAOrZ3nFySd5MajM23xE8NPl+ItoO9yUg6XQWmiXeDOWo+fGmz8Og
2Vi2FOje4A8YRHeBRls4+GPO4NWVBh9U9/uyPkcDY9rfE1vq7MfJn5x69uKe8207SmkReFHdhcY+
quQshEdp2v2OSGVOPMNukP+ls1337sTfjja9Io9B4jkRRJzI1cNisCZXNQc7oQlhB7d321dmhWoA
CUY7XUuhJM3nPq6i7dXQd2r0BF9aN/aDb1vt3dynGjr2IB0HN0sx5HkOYsj/Wyg+XZYTdDWCWQ7C
18i3oV7FpguMFZr2VrcwfCIsKXRtR8M8K/sqwS01wD7MXsaEIGjoxZO7ejoR9rh0NaIrjYbBRn3L
I9jD2YjDSYp5Se/IWwjFY3ZTtNJcvlXgCQnMv0I3ridbqQzZi+DIKRBKBwtqE8sPNmA161PhlYll
TLknp0rdUEAv8TPGBj3XIijqM5ygy1IPLdSdaeT3/o+KR4IxKMH59o1NinG68zJUuT8+6/044uIS
YJ8w0XaEg+BrnPhZcNYoWBWaXlHSAEHQW+VcubWzEG6jbluxOrhRHsSz4daW0XGzKnkgKYe+D+r8
Z64bNN08JGrMfGzUiozs56x0drTNQytwXj4/yRdJEmAQbCwq1QBtiMyRtx+fsJVhl7Vhtc1NkeS1
hxGh5Moa8LdeZdLh94birlfo6oYtHokwYKu4KT/chLMWByMLq7gZulg7g9uQHlpHZj3SpGYlUju5
dE0sv971VKJ7NTTt46H4RDGM+lS6VdImt11NznTNo5nK+NVMI45ROS+jFfrNYiItxKJYYwuaD/IK
ErHFRE61Ng1VLWVPdO+t8O4AbUx2nRRp4ys6FGPNIWqZdSCEge0D0QcqndCqLmIZWnQCMWJY9oSj
p+N4nV/W4Vsyarl9kdQ9J6maxFafs5znttmHqjEqT7/1OYm5aYMI14zYBmnnCenMsOSSZmVx+lDC
kn9wQi38ifa9+abqFeqJ3x4LnFvQB+GGY2m2mFytQTcytVb80KWxdShKGmptgPTb3g2zihZan492
MrdotKkXkJSRXsCsWeAUqj5JEOW75EEZCsjpDsrKG1KY9hr2fbZH/6E+8agJTRqstHj4fOwloUlM
K4oglGpw2wmslgLESDdADoh9H6Zw8G9LMwa92DXBWJbIVaVc77ZpgJWAh2RJfS3qKRgzZDklXU09
ddZH5Vtv+dK4AvkrJ6sbgBPRtwAxoTOe9JVqcNGD5FzL95HoMhLtQyOXUX7kNvHWNSfxOKa7dgJa
2E0lzO4O6r8vD/cBhmWFVzV92hRe49OBhumscjs4oBPOzWAD452TUysHOf3d/QjezexBRoOGRu6w
+Ih0J5qEz6j6ODZKYe5p5Zeoh6F0iO+I+8K1POokDwdQFKmajrwRxz2qesdHTlSxEqPJkB+zeNa1
SyoX6rjxba0pd9FYZfR6HgKOh72qSm2suBZHUHAdlMag7TiAEft8vo5O1jCNTHAeBvsSnc5OmHhj
JatBS3+qx6bxra2SJiNamaLfG7HSbFT0+jt/NipvlJJ8pby3PHtF/Qv+NLmkgN5OMsrZqqSo5K57
hCFGFN3GKLP3AnPEICWTtKce2mS2wjv7xZhkCJQx+dq4dC53bNYOzZwR1T9as5WcUW2IzszGkW4g
rsdnZqemK8CDWDwf8xLeEVdnitEAfSag04JzhZdQTb+4sYEsXfjQS80+u8fEzq83bVWotdvMRo34
MvP1FYuPk32oi+yOePvdn4Bj93iVDZTBxXk/PhoRZL/zKnak/GsY5XO8sfIYtd3nq+gXq1qYIGhQ
qfmk2KcsX5QCYzb0Q/04xHGU3RlFMKCnq+y8uJCnQI/PAT9wei1Ggwgqy9p23ISICCLPLqJkDbg/
/crEDvQfAlzkVoesc/zyWZLZYdIP4SOZr7KZDNM/a7TL2tK8oPDH34tWWLgERfgksIOwLDiB9UZf
hUnYTM4jnsjVXVEOynVcml1K0DgHNyvTvITlGUwUqVlUlvBlWIJnvpm3jtnV0mPW5gEpo2WgWoq8
ODQQ426UYjai84K0JaP1aydLKO46J70vK8qhX0pNCoKWAppqF61rG/Xg38lxNSL17SpyzrOSbEv+
QsOiMD3P4ApOjx3EbOMuHO21jhAnyxMIErgK+iPxgOhLc/yF2gAVn5XLygOFHCs8Z21UTzb5bnih
oN+TVlCI09FgW6K6BnLmlsac/3g0Lavlxgwz8wFjL+MBEaGPXEsythVKnpWNcPKBKFYK5ToyAqBG
TP6Oh5qMCR2fbxoPeZ3/2cl67aWqSmdFqx+9OWh0N6a0fMbVG2+DWV/zrj9Z+KJUiloIwi+RJTvg
ePRobCLaD/b2QzVVUradOydPdiObP3fjSsr9L0Fn5StvfDIm2hTKjRhscYkCEC7G7DSJ5lOqLL3a
RkfXvX7WvLgLgnOmodlWSR6vMMmW47Fy2NmkIcTQbIXl5k4ipMQYyKsvvWpe23YfnNO3vLsdiuyB
IG1NCX0ymoA6eTcCLRYQKcLxjJbN0Cb0zxxfrVaGvzDXMvpDq3CivWqVUbmdcEBYAzyXYBYenNgY
ilgZf2V4yosx076thy6Z5VfH8fNrMrL8oovpffD5WfKLNxP3g4D/mMiT1AeZW5TrdiG/Sp3f36P/
wiXfadJNMelx6qpS9fb5eMtNCNRPWieMlXHHBVddbMIOnTaxqZ+8IiGX3coJ021P40a3j6v5NyML
hqJ7LmYq4LFcvUvEGJwNkLVO29d8NOu9jHHFXkVhWxJJfp3GvF9JOk6+l4p3HpRyLhP+Mv9zvEaS
yQh8J1anF2W26jNJB/ChdVi5/c35I9AXmTfLn3yKHX48Cp5JesL1M742Vlcgjc/ms0hSgy8hytT7
z4c6WRp8I3BUKtqiunCypf0Sfa82G93r1DopZkrNuR3QHAipTRse6sBcudWWQRKugHwtiu3IE0Te
sDhB6P0DxcOJxteAzgmPtMCl84UyygNa4s4a820HKId3AEnHWh+ckzVJXUEAGkJnJnq/LeZUH0p5
mu08e3UKLjmXIM53ZzJhb+wR4q4sk9NZ5SgRFg4sll/Y3XYd+oa0M6ZXO0rVgxVNIZ77RS79dPK+
ohOGla1kNu/r/GP0KXybLFB3JISkHHh+HC8Z0LswVXxfesEC0R7xO0jz+QyPQNwxPDut/bzxrHlK
SnU71006nJU0yi29vIqK8GzCqruX3T5iNeKabbfZpu2jOG9ddAt53F4QrotqiBzJUufmueZnitvR
t9mClpRGDvBQX4tO9HoVlv3t7y1QwQVh0YBrUL8WXIHjF5MbJcsmMw/+nHxlusHBIT2kzlRtR9VM
ngyFLhGfj7dcJ+hvMaRSgVEENHXScEfuSslXq1r74RdIxihojy7eAskeQzxrLYNeniacjRxf4ogU
Uj0kOMfvVkRsAp18+AXldm++lTL206TJU9BJ6aYLQBJ2wUxDzZ0aG9yEXh9BIh3dqOKaxsep7cc8
9TIpirV408CJ07/Mjl53Lkevna6t6RMUgm7vECeFQ9i7KHb5Jbg1wz71y/S1o03N8KZWiPuwFu6T
AW00MLWE41MjJ299IKHzx9K1Db7R+6oCU00IYYN9DkUgW/PvXpwoAqzER4tmdwAQ6GyWc2j4uuT7
pdLeFJI0blStd3ZT2qZnY5F3XtJEFkBX6Kwc0Msc6F+jgqYJH33BRBSp9gfcMgvq2DdTo70h34ab
Ew/hIaWBynmhgoDUxtBfEDz0O51jm/7llnaF9GyNAP2rh6AAJsp6SN0Ew+L4IdJYqgH+1fomLCQz
P+tIPGU3Twvdv6inSFUvwG1i5aZWYn3ahL5ax66OEUTrKkinq5UTaHHkvYPGpIPiyoJ6elKW6zBI
KXzdqW6MjhqNRw5Y0yW1m+y9RQeFyzaIwrVm6r/49KLoTgil2yBjzuIjwMoeyrFQqpukm7TrfBgx
7emTkQ5gTouVBAfg7Ovq/vPz4ZeDkptR4qRMDmnzeNKtpEHbHw/1Da6G7ZkwQtrLgLtfpSingbIo
rOA9s9b3dnFQwCERZ5EAMgjiAJLE5H9YbjIaTnWQ8+ImSqPgq+Qo/bYrwrVgVFy+H+6Q91FYixC+
uSTh9y1erVUiNmhV5jdjMYU0h29e50wav7dyEG4CB6dOraugG4ZxdYCq+ePzeV2cu++DYwZIEZ4z
DMRMPX7FWAqsuA/06EaanfgbN5nkOcXcnxsRIdDnQ/1iNgk9sERFGY2dm7qYTepPYyoZWXEj9Z1G
bWlsr9TUSZ4/H+UXswkpRBhpCx9V/nP8QjgA+XITSeVNoiAkS0O59mLfNzcalnzbvtOrQz/pVKkr
obfGY2BtzSw3JOQX0UhBMK6wWAMpX4xfJYOGHrS9gcLbXDmZqpeeBscXGiw2Ii96JNsrsfhSf8o3
JO3ilibmhiAKD+B4SKC4kobwanfTD5J0UTfwDaFPzBmtaXD2hVJIceLrpIzRm1O12Tkklva1c8Ls
dZIT66UxDDx/3z/Cf72O/yd4K67/tXqbf/43//9alBM2NWG7+N9/fo1e66Ip/mz/W/yz//m143/0
z6vyLf/e1m9v7dfncvmbR/+Qv//X+Jvn9vnof7Y59tXTt+6tnm7emi5t3wfhScVv/v/+8G9v73/l
dirf/vHHK7r2Vvy1ICryP/760dnPf/whTrv/+vjn//rZ5XPGP9vzIq9vy99/e27af/yhOn83hTBU
eANwbL5bjw9v4ieK83eCLeErTRCJN57DJs0LGMv/+ENX/o6IGSoZ1x2pP+4Uf/ytKTrxI03/O2sM
H3OsFcj+0R388f+e6+gD/fuD/Q33lesiytuGMUXQ8+EU4lSFK8mypYcBy/YkIxnSPsqhwaNeLKaC
zkbmfOXIVYjsxWm36lx3l7o19N/KQJP2bddFh6gvjMOHyfrroT4+xOIwen8GUjyCabj5oAGLZGE0
Mc7NsA72pk5XDpAKqktLkeqLctLtzedDLQ6j96GYV94WHtBpTWLMpMYA/pZcSILZxkzyoXbzqknW
KInvmt+jeSVKIVoQdyVNgTnljzdnQm+hwZZ5p2L0jW03F6MouNCNOW1783KwMvy6DL+KNbfKI7v1
5CkzpbPK6qZXw5jir/U0GLd+kFfTRjPrsvLgBTu3CdtZOQx9biheJbSnLtJ66Cut3zema1p9kmzx
x3FMdxo03ETgcZVPY6Qa2wIyebQdU0VrttBDh59WblrbZhyCnJw6oTgU2vSZdFWI5tib2UAXLjdr
eVHn9GzBYz2LfY8WP1a4reW51M8x8mtC7ze/jgOnD0UCgTpNd05koCN+m76FgbYXBtRsqzHY+Zjk
roROy0rauzMDawAzSmTboNmLixfkdlBhWmOxFzTKAfbHcDH5o+5NrJ47p9fqrSIZE0CuVMQHJ1CU
q8HOBMsjU2ECtt0moyzhtXYJsaFnMa2kRIubhMejwIpjptBmiUrKImmv1aRN05LHm2H9bMrGTEgT
JbnfVVUtb0Pi0NvPZ11dngGMCNImhEyiemYYi8RozEYj0vwJ/lHRR3dKltixF8pzdgiKtHqFtkzh
M9f77MHCUx3Ftt13L8JUPtoqcWT0njUY4Tn+vn6265OMDt8p6UnsxWk5Pdv+rEK+URMoXnLThGhI
yrJa47X/Ys7gnlIpwOGU6uiyPWw3kzcnc87CkbO7GYBqH+lBtOla/Ss05J+fz9fyuGK6sIem9sQB
TBuQd8rch/BQimrsLOm85+qJ5n/1sezcZ3k6XeWSr63c8e/kz4/HiBgL+EVYGIucw1nc8WHuJ5Ip
Cnd5j4fLNkvp4b6DaGdujUSRJpqomn7n+o4CqXoy9OCNspdzPQaTDS82x/vehUYlV7vRlGL7TAnD
5K5xRuvajK3Q8IykojuN3PaJsUHao4UbGafDS4iRdue1RuT0no4J3oiHXd9fF0YJz7bXRgEwgr1L
3uQ3lJ6GrIe7VuAac93qpu9c8UPz2zBPxsto2Gnh6q1Unhc5KbObBQ0HVWuKbJ8cRb6kwecUHvqw
CoeVuHMJ0oiNhMIBTeC7f9XJd0psp1JnfGsEz8qvPEUts9q11TEMXXvsjbscQ47HIINv7M6CTTj3
CrSbipTgqnam+OeYNhSCok6rX+rC8R+bLDevTXhU1ziR6jiQ0eFDxTm3de5ram2tW4EGrYS1S+3/
+0uwAghrhRjvhNTSpnXSC/cYD0lqnO3gTPUXmuQXpAiUp2QISalLeG/v8bJsN42OFCs1sBmpzcr3
8PwAca6C3jwngOzusADGKlDi2sFYFrH6ysm1vFzFhJOjY4pG7oTMRmycDxvDt2vOGXGwxok2bJTY
Tz2jseLt59tP3JzHW0JoZ8CZ4ddwry7pGSUGcoGP56KnlL7l5bI1fiEjDDU3K3Eks5KBtk9aoPEj
26yvPx/7JFwSlwcG5sRdONyJMvvxKzb11Pdhiqtjm4XTS2XC6aNd9HSp46N3VwRdmnsd1wPXb4rn
lKRJY7QBRuxWnuP0vOMJwIY4sSHfUhs6fgyr8g0JXEhypXDudmETV18MFC2uPuU4h0F1W1Mt/WpA
0ckGfS0pDlHp8YDjnPe9JjcQeKewBYYqzENrVrVbwO0AfLKylTvpdCmBq3LqUfgGvUZ/ejxey7IJ
OwzKvCGt4Gsqfe41hHO/vWAZhTDw3SGKHGrxNfFtdep04K3C2tEPzSDXG0dWrJXw9pfvAmImOCBC
fbpIDQc7t+zJ4V0cp5o8Q0owG5AZ6vOl+atR4Lcb7DuhJLcX75L5HNG9HgUeKtN5o1ezvzXaIF3Z
fL8chRI5JzgKPvCR4+9iBJku2wPHkVV2ae8arZYehrYbbz5/mdM9DvZCPkKZBBT6pM6EXCgyzIwP
MyTDsCu0UduV/Oo+iRPzjG09oTfRO09Jcm3lBZdZNRucih0YJxc7awMw4fgNy3HQqtrnEJsq/rjc
zsVtW0ndLqUZ5LaYHagWSTt7c0uP6E5/pafnLUGQ7/l+VKyEw+K8PD7pNAzp4QqLtBHMX/z8w3kK
xa6JQr2LxGSXz0FVWO6k6eXB0ac1etn7Uj8ei2SFTFSUUAigzEUMaCKbH2Udan4Rzc49u91p3Dzu
egsGLUwNz6S7ibWLBlk+N2p4EK6dxj69KgtfI0/owvuyHSz/KuOv3Ix6l40uPr2GtMu6MAFdrzus
FKc5ajPP0ZoYcnE/9bUrKYnfuE03Njgz1XLfep2OZSiFDsfcN3KtHXS7p1z1+eo6nVfIK/QyAVoX
SdoSeRuRDQyTj7o66Amr8wALIinAkV7IAlZ25em5SfggNBRQoyg6L6vcZAvpqCstRmhZKb8hJ/2/
lJ3XbtzItoafiABzuGXoVitZVrAs3xCWA3OsIlnk05+PPjdbLcPC3Aw2MLPFJlmsWmv9SV5rMqti
aQa/u6GVH9Q87+8My0N0tZAkGIa9C/2B1tVY28LlVtA35Be9gn+6k900pkMfxVCcQxR8KtzUjt4T
4OTDNztbMw1kC7sSqDFqc9xIZfbaS+mL/nLr6xRyW6sfltryvjS1b95PIhhPulXpcQVx8/TvF/p+
uyCxAaB5V4bxqM/RRmv2ixm6dBp689o/m9kijoUa/S4cYPFPSDbS7VTXupMYmDd/UKK/f+T7vg4b
jb39Lz0rYVZAZhOPXPaVTS4Zfb0oxiHKNfXRAz/ffCEowb6l7dhDsHdA9+1+MKVNXhGCM0VNOf0w
WluLscXOPlhC5wEGJo0GE2E2d5rQHe8/23XKyunMptP7qN+aOcezM0iPa2oxIppXhdTAtZCmX8yI
A4oTQMhCxWO1OJ6pWRlOnGF6V0Q2Hl8Yu/O6p6gf2+F6kFXQh/lCrM1nNgNnilunRh8gW614njEs
zMJt3JbuLpuGqj/UXYPT5b8XyfmL4r5ocWF3AU2Db777FDHUNwZESlHpbdUtNtTzYVW5dj1bzn8c
efMILTxdofPz8eMMdz4MLm27z5oNRyFNNPJCaVoQdzNG5f++oXcNDpfZoz8DCIL23iOcvak1Z4Yz
1aOMHHDuF1XnZRkydtJK2j1n+TSXTuNH6NGmBylaDLfbWWMryOtcfG0EhohhZ8mNkY9bmHrYzJ02
IrwqZB0N9tI4sdY27RL3Uzoio7YsAGqvzWQeQThJP6ov3xXW3AuDB4YGkMuRrp6jBDj9yo0AgDGS
dfloBM34XSx4YiD48C5tYXP0Kse8V31TPKb5PFy7Zm99wLd6/3ntDEC2sp0GSHquefZ5NbUH4mr1
iIHm+lCAc7JfbNkHJ8JfrrI7hCL55FPmQmcfcTbLsly6VkbGQM/SQ6w7zfABkn+vjT9DrP89zyEf
UwrCnAesRJN+zmfMZVfAWKtl1HgqHcPMX8QaSq8aH2xs+l+8RcyfRl+J+94r1C2BOuqpV661oKkL
cN6nMEO65WsUQiF7/3IhZr/vj3Pd67+HeRtv0i2t3UNVI+YkjWJuvqXjvKgor81ixfHdcaoICNl7
Yn49o0/s0/5Wz/Td2msc0psiN+RzV7eIoJYURXgELKRuNvyV/KhQq5tFAreGl1IUSp4cpauGaOhh
fm16a/tRdyjPQmOy3RxP/KB9qrFsiY2s8boPvrB3JxxPESIlTjE7j5pc47MlUW0zjY+hRuKaxfI8
eE3weyq8+qIgM/pxQlsfj6boVBLgv/WaNgxQWroMbFCmbfrIhuQP/+7tK91rCI+jfe8/Kdbers/c
aIKtbB2FYcY9+RKR3MI5i6jF149uez+4316JSdqe0813QJt5jvL3qzc3mVYz2Qs6Z7rebGdDL9k6
TGZJY/LImMvnDOTds9sVd4HJLWN3ajyMbqfMfPz3Sn5/2+yje14KRSk3DRXy7W0rkQPme2YbmUva
LlHqgFiwXuBg445TTL+F5wh15ICq+7jQC/MK+MJg4gUV0OcI0osv4B+2xfmsTR+c/e/XB78NJhf4
G9vFTrh9+9uQJi7GoFVdlClbTQcDeVqiSn/67fRVV5+gjtQmTj96Fxy2dSVHxZ99OSW2kWpX/RKg
7/z3w/r/Cu/s1bGx8Kx2AQTKz7P2ZWrgJWRZU0cb0XIgOGgMGB4G9WYcVL04RUIH4X+22rREcchh
8VLKFjEgGcTaCx7++pOcOvPZbt3yoanWMVFBWz/Vk7nVcaBNy7OhC/XInCp9TB27qQAZV+PGrHOr
C6mouSFlW9ojgnYtu+swha1JvtBcFChkyviXuzHrze7/+K0qDO13QyD7EM2mM9VJ4KfpF7l2is2n
bz30ezL4QfXsY7vOjmUlub/Zfpg1nWVFPqiuHea73Dx0g6Z8paTxL1PAEWwDzc6gEmQK9qswh+Vh
K6WdJraebYR4DE6HKoBd5esSLNl2aL28/TY47DbMpY18CWGSMe023dFDxTkQ8zp4Qc0G5vvFFJeM
E91D66CLDKsOT/NYkk2hR4gT5XKtZtQ1J79ZnW9OvhB84WCK9MUGwWCfylx9vgzQDQ3hbC4L2uhZ
pv3RnHO/REoZoLdUczUGSGOYF8QpXstPom1X7ViUZX8/Wd34lE7ZUJG1pDN4oR2loOjSqbqtFNbK
FodIH8++qH5h9yG/7Wlb112KViHK9MknvIKIlh+6ctvEJOJnPdkZ8C4bVecKvHCG8SqwWqRWQ9dp
vwapDSoaETV80UqNJWzBMjJPgowQsnPaek5DU0BzPci527SQcsF77ZxNfV6XNPjsgIMvib+y8zMh
nqbv0mD9hJ2BOiLao16+o8nu17Ast+2mrRqxHedJl7cMlNqvObrjZ0J6qinK1tFAEDmB2R1Qupj0
+66GlXVrMVa+6vKhjKQHO+6mw2lFxQqO2sQAO50z1LYN3ufNIPyEZBKqB73upvF2mqxmjeuqzqh0
kKW3McJLNUAdHwYZQavmVnV3C4wE06NcjzsLI/64EZP3CwGAxjS8MyElk3g+KhJ5JteNSNsJjE+e
tXpAdFbbeMcZMiw5KRh/F6EzjJWMVtCBeKjQ/YRydopdeiRtO6zqypoPZm2Yp4bouf3htVvSSUPq
cQl3E5EkJj0VPkBCXGldYA8Hrak8dSDBVj72hTaD2DRl/nUPO/OiZdvmb01aQwRyPTXkh8n10psl
pWO6Trcyf5pNmY9fpllftQhzqQX/5cqeRDQ0VZahYPNblG1eXy5h69B/R3llMO2YlUvKDLPu/qko
MEKJjNm0+CY3s/9cezntOzXa+kvNvndV9QKHBa9d5seqaXEN03pKfX5O077I2cizUCpPENrh95QH
aJFORuF4Lwi9p6+q9y2FjtmDG7k6peTDNqTThN4WVI+Tvrr2VbW6khgg6bfXMzqy/FhX1KJRUbL3
hqttr4AWQjdFbKhJvXROvq6h18/rXaFsnXAmXB/ty76vTf3S1OtGXulZ5oC5lpN1wLF992Wfq/a+
MP20Oy29ptyYLziwrgKMrbuIFhhHHQx+CCQZ0EMepVbNG+4Edb8cBKkCU4R3/zzGwAjdzVorEBK1
kAdA9z01RlyUqX4MjAyL/LzslxX+0opiMxu2LGlRuhw0d/AusVnTrk2LgSGxAGn/Sm/lcVV4BXd1
NvdBDOJDmVxhlvcjyxGARVaPNX/cjlQmoQE6c7PUiLzXaiZYk22iDBLkxK0C6WzL9DD5Xt6fiM1J
DfRoc9Nf6HpTPElp2nmMhgiIx0utyorYwpcqtAI51OGMOwOYclPUOBfkMBpistvb4YAA1t03/sEC
W+4n8bMI9IxMG3OxkGCRrqdf4ImgE32CI8a9tw3rr7r1ivrgkafx1ZZrPkQI4zk8FlEEZSSUGTRJ
5VZE6HQjdvmwUWHZ0TW2E0LaYq7iSVT2dtf6Y/46ebW/XDtoNacL6etijhy5gPEU+Bk0e5oCjMly
0ru40jl2MVkott9b5y4PytRoZM3MyYJQuSBUBt7kmeYf53IaHja9dA75YNwwiXLIAZuv4NQxS2j0
2wazAc3LXrUe/21HO7YZiFGZqrjhcw/RrCa9rRGjOD22hXenZPvoz6wZ8ElSDz8VQ/9S29WJrjFZ
quqXXsA11e2TM+NSCczcOe5t6urAlgExOgZyLtay73Rkparg6OUuBkLNs+Bwt3txhdazfOjK4nZZ
5yvHrV9LzwidsbvZjJdueqyyJvGtH4aUYWN4J5u/INbiUMs8KRrrwMnqHbzCr+LCHg2eqjtGmzU6
IWE2rgqzNrW+ZTknV9szucan/RMsWb0JcyOf7tPWo/ZmRKEuwBqumKTy31oD+5pj4P4g9OYuSz0V
68NwLDzxOJGRpGd8GFPT3eC0wLab85Y877Ot6pPUMEZ2VQNfaHym3ngUGgJxX+bLN731xgt99bCN
2r65OcIiEdxkpnPF+7+3TORwWneBEG8NK2ne+332uXS9k1M9+dmN5TRjPBkuwWacdCQwWjLpl9/V
kF16VO8peWrAkfLJ6PfQMEKeSrVsR2vLT0JZPujk8tAI47jMGiEwtncadesJn57vxkjemjSxIZj7
Y7uYB8S+2DnW7QHi8VelmXdGzuwt34nanf5gFhJjA3iqve8wv9Zij9t0Q20zj7LLH8iFDPPSt2Jt
JjqbEI5kIAucn3HnNs7X2VieteGrtewm6eWPUtY/RQrApUR7Y5bqOiurJFhy6qHmE2rICUsVg/hE
w/qGuQmsYBwWLG1Rl0bexllKQtNGi4ZScTH1nx0LKBnq7WdhfVvA6Bdn/bRkznPN9xRObhETLkQW
pTPcL2hCZgZaLiFL2Oglut/9tI3qAoexW0YCR2cYYNZB04x7Ob6Ymuhi8NC7uhgvOodVUWZ6RDz3
Kx/+p85f6xOOg10yeWxxQ6fup3EZwtSShPxV84TEugRLNZqRIkl5YzR37c0ie/16JKrxwMHsP+cs
HfukL84NNIoLfxUXxKpbFxgpXFczIDMmZINjd6HsZIEZCbaGZbVxYFvAqIW6IE5LHnNR/aTtzaOt
GX+VZvO4+MaLN2I5IsT3GS/Engiq3tNPS6bothxp62nUdl16XTUOTmetpX1DN2H8bMx6T7E0PMjk
OjVIFjaihB1QG1nwOfB7wrwcWkVqSAosAiHEOtyrIB+Ck5C52UW6vq7kBgiT9GMXal0R5qIu8Lw2
5fa13BojjdZ8LVr8tPpARMREVbeeP7hGghSteK6xaSIgy0SAGbVwWX8FS+r6sVV2yxwFY6cfZZnZ
ABY9YZG2MIpPaeAUdtTwVWA8A9/Gi7C2gIIUsBu8KjDtV13vBjuUltjsxG/mlUF9V46Um72xKKxr
ckOLFtMaZjqLZrhcdT9dE30bpREy9l3YI/2qw7m4II610e3282Dm6t52l7k8EDTN4F+25bhEiKLJ
CNHFtvjxMPr+z3wq82+4iKWsXTyGPhPIDc18qCu/iEa/Wti+pOZEC3GKfjgzF7qULSlwrJ6trWMs
Xigbq1xCvS68Le2oj6tuiIhzYwRij8PQRIrD5d4vu3DjHMwjXQtEslUFmThtZWFtNA3uDPVnmZwi
MmxFGYJvw/ijFwj7QwwZ3fvAIUEwhOngynDkOFFhT3Zpzey5N9ZDvvSLHTbY1SGhsK2GT22cHeLc
6tmGxhN4U2wtllNyjCxUt4tZ4XSeM/SarwZvgw62GrN1TxSU3t0ObLBVpFOjeQmwVHYVlGNhxJa+
CNRd2uT8LtuB10e+R/Zsz+i2iMar81cj0IyejAA5ftGkMV93q8h2dsK0Aj+m+B3xNQpdhsIU5Y2H
3olaq5TaGFaZtxEJXmZ4IC3Okg1R7w3E/W1BL+42QMwhwahne6pLCFExvIv0izeI9tXR4L+HmtMa
3800D/ifk95/shmL31SrZTQnXJUayjKrhhxUDDuwl7dTUB4oNpEZdkMTkEY4ZcHECh3gJTDA1a+Z
hUj/gpFHNUbkHxX31WI0V0S8dM9e1c+3EGC5+VWTPGVwSG2fJpP0F4pO92uIHhjiRcMGNOV0LdX5
VKXmNzZvM8BhaeNk96eZ8s3G/iWI7NpP23BI++xUNnPxNVOtNcdaWRDq6DcuVDplWtMrGTrdHXkI
Fh+2Xfeha5bNl6WquzIs6x3dhWuDZKQmjw5UJGv9r2UAUYdkTr/BVbjtF/TSRr1XSHpzVWDwpEcW
gyxcdsu0+KxlYgpiJmLgtoU7lZ9Sdwm2cCtX17pwMNW6Ha3GzzC1bJdX+gzcgn1rk/LQz1V3A5s8
x5up0fLXnv/DV7eCecwZ7JtDPAC1M4pvOn83IdQwxOZpyzv0X+33LagB++ZJM793btrdQEOaDHLL
NeZpGoX3D43C+XNhNMRU4yZh+McGd5eafslnMkbZ2U9xWprke/kLrdhBbpPhhSiPa+ugdRBewwBq
jUj6bXaci6yHvnhn2f3Yx95C4CPDGR0BQWMFD262tHf82fmlNjpa+Qo60kMeUOaSgThNmKOKQf42
MP65H7pSvMjRNbJkFfveVDI0oAnCNsgNmRQF80257KK6sc3rQ4ZUvk/GzqaiddMKWCMICsYe6yrW
Pl4KG7+U0txkmWAkVzwTqVk/pwH019D2FP9u7asRHMtt8GWvsWiXrBdiXvqsH3BV9GYv7JttJFFC
Nst1QQRmlcyrbzrRLGnZIwuLkCyeKQNOfkZTQyvRt/Cihk3/uXh64cWzo4/PXW93kplb7enIWKb8
cqtSkluVtkg/9koWQJhpShkx7lu7n4ZzVYqG+ck4lzkUrVa70ulSwTcc/6bWp2LiwzWmH4WayQtr
obXUIUtQXAldc0oyLbWJRKh0z/McCSRmMx9L9cMneMwO/XZJqWwrNX2hotVEYuCEtYbZRvJ8FORO
freubfaY6a546kSfc4BlWG4mTCxYE0MpObhx88rqWGqrJw+5i4lDtBgqOLHmsMJwG9VjvrRUK9Gg
jpMbR6fz9UtDQjGKlfDItCwJwRXxsgXZXe6tnSAqc9VAoWS1BqGYHXoREXTkaW42znTQHiw7qRua
kbjPZ+9Gt0stSwxj8F5wbmuxGIZK/31lPzMPcz/qL5M7br/Mde5f0yy1xWlTg3cjFzf3QmvJ0s8r
enbzWK+jfMBCXg5Rjb6JNKERD7G4xGl2ONJE7xMuSy9/EdZosBhyLEjiRTB9wvPImV5rNi4CT+tu
LWJbDUER408qdOqJSR6teh71COeMSSS+O21rwhi1H0mScfG06tK2/Mw4wNYvV46ukU8528Rx8CqC
lISdfZLMvLvEx5JyC/NstrQEenvtsK44v+IOrfidQ6Cbf+MKZqJhFeBTH5U43pnhpG1bF+ZETGJ4
MDk/DZ1DhvNpMqmZrZ4TXGOMrUxSiY/25nbfyipoMDJUu6F3rW0DoZNr9YP5o3tjqUredsJlTVXU
xC6DxnH57i/VcDNnAUMm6IR/+AC21vxHag1HDJARZhSQhXYM+oxaY5abgftHgYOVaMsr1Szqhub4
A+HgO8SGi6Bg2WWK6IFAX98OeY0ZyztKtzKi9SySseZBVQ1Czn+Pbt/RktFVWXaA7gjD791Q92y8
bxLPi02k6CPCvXt0G67HSSDs51YxiTLRm171ZWB9slrG2sza20Srm0cT+Ve0Uh1fDtDE4lUIWj1i
vT+YK7/DTv/8Nvwd4GejDD2fKuO6h5aXcjha9/GViZHswenS+9Yv1QfA1bktPWxNaHWwEUmLRDeB
T/bbpw1DojTHNCONRS2yDlcxer+DzqZyIW4Z8sjcxc5e4HWlKw8uDmSRxHLwhTBhHXGR6ePN6Ekd
F2BrTSZVtZe+xK7DIeLi0I1m+vTBW9vn6W/m7fxc2lqY5LuAHBD27c9VYOG1Uc9dpNl5c1GUAyip
F4iDGoV5mop8POS1VsQlG86ly4/HqaaYLgs9fQ6aLIgrypd7RlSkReMdfOOLDMe9rbFzCPu+H5Ku
/pG11l9WM6xyVg9SX7Dwc009VSHeOSs8HFsLhl+irYPXHEHnB9Slv1zFxH0E+wNeIQTms8Ws445J
9qKoIynT4prBroyRKMyHfz/99wg4MD7jtl24AiqGtezbp0/jEXQeUp7Ir0xsPpHaHeATjz+dxjRB
QPLgplWtF21jzqbad+7NoPbZOzkTdhXCldUOrpqzuFJGd1x16fkRlsLbFUO//BLHcnEUyncebHdd
koziNf73z3//VfHrHYQ3UHVQ/5wv9aIzhd/qKHaXgtqB96UxroQdKBzxXwny+1dF84dnjw7pCR/X
tw+qX2pjwaIJ38Wt8w5dkWVRFnR8z6aLJgrfyX/f2V+AMWyS4Fjtgjjom85+6/9DXcMhh2beIN7a
Rex+W3I4J51tDwm8gvEENcc5DNOm3y+eiSy+8LrY8ubxCEb9Hw2q9+0EegSKEtyGIeufc2Z0Y22U
x6w6coxJ/tJKkSJuWdqDy4yNsXv7kevX+3eKbB96ic6wB/D0nJ2sUt3Jx5X+KZjG9pNri/Yr3lTe
9WJX5Qfn0t8uxWmxb837qz1nmfhazlxhYTDNGLuzQ0gcMqpS5uBhWwTBB5/a+w+ahpbHiKk86m9u
7u0LpUtSFvaRhDGNiKX8sbHjvOEY+GDd/GU7RdnGCuUIwL7oHHDvqqX0S6uAOaNIPY/awEmffWhm
aWLiRIyQqrKMKeKtK3FnbFOhQsOBGBLWoLB17FVKowbs5+HW3JiVhyNylE/m6ruPsyiFRu3fbFMI
+pB92WbdXT7Y9f7yRpB9/UkgIPjonZBN64uC4UXeQ33YsLJWSrstWqO9To3J/fLvJ+XyvN+eO/x5
LN4sKga0Aeb+vv7nAxvmdDRWn1TzHjvAi3ys8J8wmv40WOCRldWXH+xVf7ven2qLbZ1z7lxsWqZd
2k/0gPhcrhjQTtkUAgmMiR40/qdiQzT0QcnxfiXg5rmT0Si6IAadu/nN0lg8Q3BO1XCz6QLM9AFj
/eHGGw3vWAnMWcMpkw+r4W/MTduq/gjbf0+EcyHqwOvD7obFiEDx7SO26cAlZNgmcmXb/MxLI7gq
uzZgNDxojh1na7Vo0GDVaIairfSfY5DZ4rrp/UyFFp9hHjlZptak0Xr/2TXwvAZZGQVDz8YDEvH1
jsTIvlkxJsxLG4ggHev8h1fk8AQEFkJ90vm2cE/AnToWKutQvVgUE15oF9WqbvBrYkwNWm8zYi36
UZHgJfHP8IJS9+Kp6rUCLriSN7n0BjvBOMJ7MKYNAhcsOPyvrbU19Stq371BhbHkhBKzKSOG7JB9
mabA/I3hNgP1MrefRTEUc5hOpfgt2k28NlxkuoAWolTcVugao2Zs3F8oNw38ZCxfDbFNExw8zyNu
wFFpSseLAr1zzFi1U0pQpbsUL9JshxemH/IuoynUY055cismyVB27coeqjAjP/PQCchh15u1UvWZ
uE07zA0BE+O0dWQQ1bVdfx2LChpqt9s4Mtui5b5YmC5ryPVwPYyKbZYn0fvBT9sbu/tshQKWkNC9
vZDWrUOOlVtrHPR1YSBqemJI0UXOBQNzuslw9YG+wxUJ5jPeCMuTaXezBhBcgjkOs2sMMQFSNM8L
TBl8dZTmt2GtiZrX0RbGrV23cELWdlNZDGW8LqN5ytuHinkYcz+GlNfcXfm76PGoD+XazFoiMFz+
rU3NcIJYPzIrzVT+SI7KZoTV4mdXBV6eYYXbLJdLbQAXGQw2MYmtV78awtvIYHY+8oV5v/27Jm63
uKDB+UV3fHaekwNaBM3uKeE4SiRA+2biLmjH/r2p/dne3+5q1IqUcZCkuBCGkm8/uSyYG9gcYLrN
Ooyx0Nzq+8rzGckxCfQT7XiRyK3u8d1O1W6nM8YzxF8Yln0XMSb0rkpfqBtJqRWRIxYUoSEy/RoJ
HNSIMehjSWDUJY16Hw9aN8SEkn9kkPKXfZIuji2LwucvJsR92vY2X1kTNUXr3FpLmRH3PoyXmaUD
wVgsnX8/snd6BUQ56K24IiuVy/7JJP2fg2DJOj33bUo5I9butwvna31ojunF9ru+XCSQ7Qev6I/+
4e0r4nosANQ5PvuOf1bZd2U7T+bU9lH87XT/6/50OoZJdLGE8ecl/KDAeb/o3l7qrOYAPWv0ceZS
SjyrDlwk+EgJYPzldb25m7NjdM3YRfX9bq4Ojwdu5Xg8/n64+vzBjfxlXe93ArcVMT9mief2gcR/
ZxBuucyQiCd1PUTr3XzhXNUHFUEniUSsjrBNTgD9WbzdaYfg5d+r5H1hwrXRl9OL8RPeaeYYzYyI
u3uI2QwiQ5XO/olvqT+McvM/uNf3L+3/L4FLEAXcO+F7n+JbOA6yQD9jZs8CMjZFf/BfhQ4Uo0RS
wODDsYDlfy41NIcGjBaDCurEon4csta5x10PPLPKP6JZv6cmc63dbANvcYyq8PZ4uylt7qLsFbOM
CGLqdKlgy0TjDJwxQEGpgZ707FvdaEtcogQ5lK2ZT3Fh9u4H7ox/e4VI47H8wMGIBv78V/QamAEv
koG7IRPAxuVEnMSXYMz1DxQAf3uDwAGsEoZqe0rL2/tFNFZ2bsFJWmoF4d9DvuFfhvnkv5fkO2Ur
r89gTTKHwMAcBcnZRgLRxzdnT1QRZ+E8Hb0ts3dySSDh8ljalHQY7zx2ssqwVKsa/aXodf+hafr8
Ic9s8xq8Z2O84HgCplK9E1MwcnYI+UyX4JB1g/zvIw08I9Dv4Q6Lx0twbhsgSuAzeEj7GFAwV971
neQUDB88/H1e9HZ75SoMMwzkNLztcynLpAfCWIGVgOnn5hpbWu9zbs0iwWWifBpZnxZUByU+WFx/
eeXIE3kddC90LucSRX/wtKAmeyXCJdo5BYPXx6uXfpRN9rcvaR/WBChJmai652dHYdQAdBYBGEQe
EVcKsF4SzUA0BT1Z44qAcUSfm0lqZQ2qsm6DY+yX9XwV9KsuPjjI/vI9mYiI4Sphs7pr7N6ucq2o
hPGHy0yzXMa+yRAZiup69M0xj/+91P9yKYaDSAmpKxlq/hmW/M8RbUEyVUZuFJEpPO/QjjAOYUZd
gfb9d+Y2qhNsKhymPKgzcQd6e1dIdGeHep+9ytpo1jec4hNk0v0njZnP53K2sxPW4+PnatzcEzxz
cEatDT6wyP7TfJ4t4n3wxwCEvYp5yNmv6F0F48an/8CbzBXhCqX2xsH+FPp4KvpY8/Pfo8qthHBT
/agRkf2ZT8v+qXxV7awTg38MQSy6BulvV9snbNfcowH1ZDims8UJBieEYDXNA1ou65rUFH3n9zVD
+UWtRvvBSvnLJ0laMkR4cDPONu/sblJjQBNsrKyPzlq/gHP4D2CWc0jSQ5kY+hI8YYCQf/AM/7Jm
UCUbeJ7hmeW/U8DWnYRyvHDoYLwBb2MyymsxDRDp/Fz/oNOlqX6/6QCiAD2QVL6bm+8/5n8WKNBz
lRONooVqgF8TOsasLWGe08/MZQ3dTJ87EHVh65DbIH1Xj0W1BYmeWcPnNhcBBAECSoNJuya1tqB4
Lxodr0JjKx+JToGV6MgaVue0s3qToVxqcUT2a9iRnnaWc5lh4/DdrDqD7N/NeiWVxmgSTa7m7QzL
XaNjdFykximII2Iy0eDrYXQ6TDWlmqeVQAjKmr6ziLexTO1O5sZSRgbu3LfoWd2v2Ot7V13VE4Wz
pbq6rYYNvv7sD8Yt9PBMxvZsakRTy6H/NblT14WqMTsI1qsnRui9Wl+H/VS6j5N0jOeZGIivFnTx
YdfF9uu9hiNheiDDzJxijwynS7n0QJIgBuVlEOQr3TqA732tZ64doti3Uhg8C751zD8151OH9yzf
gS3NKpydDKIJyp1L0DlomEO2Djc5M6UhhonTp/G6+oKvyV+WAOG/zq/eBy8+UhhL8w5N2sDtCxqY
UxHHLtQ9N2iBbBwzK/VQh/WdYgniFZ/8zHGyUKxCa8JALOvt5K6VdVhx8xvCuiLVixjfrPwyEqOz
xoDS43e3a3DNGNm6y8SrEYmFbt3yV4NWbWaMLH28hjDla3G9jXoeNmkr+2jSpFkctNqms2V19Qh9
7R63bl/JTWL4nEEshNy+dbEBWnC5BE26xn3vz0/4r0C20sDJhnhRZX+qnRTn9YYE6su0ARcOKyar
P5kR4Cg7CL2o40q6+c08FW6XwOafbuohWM2jgJoFBU7pkKKhpPq/ciYtvFtu7drrdbNP7HoKWKuq
Eg7ExXmGNElyQx2qReugMti9shP80vyfTIpUdTma62hGTg0Nx5n6VYvhkisn8bVle+lVNqlI6vNS
xAWwEOQBQr4IDmsLKLSmgq8JycBnirE4QfZJl6vFIrZTi0ivZVwh25igmOSTuvUPdhQmbAORQBpB
X/uj7lxjlketyGSTGJWp+sOGnHJIpl4Mw0WKpMyHiS1EGYEyD9uhcRe7ZyjQze7FhiqLcY0weouV
n0NeZyE2gGt5Z12RpEj49aBX67dxNFI8AM1eTpFWubWXTH+woTat+92kOMgRMg+tzZBprAMnGvKs
2o7rrEYXQajR9bf+1MKZDOBVlxdVky7QW3rNM+NqLLz2tPWEGCYZn++alCPe95nXZfYFp5TthQQ7
LtcdnPrnmQPre46sZkwqDkmIWA3Ry8QgLr2RaJk7WZ+CqcJLq1BmhniiyH4WUm9xKq8owz1hON21
LRY2ylGfWCyly5gn8Wd7gsQ9pumrva7yi/Dw64eysni/BuoO1G6zqJakhZt6vRhFp7/MPtBraOhA
eygK0uAFImMKo2cu7xwINk+apcz7vFnouPWlcnY2adtGGmawEC2c/6PsPHvjxtJ8/1UG/Z6zzOFi
d4DLKlapJEuWFW2/IWxLZs6Zn/7+jnt218UqFK9ngG40ZOuQPOkJ/9Aq13GX1ZqXyGbwNkGmfwYX
Ubxcji3ORG6E6tCj4OtSNzcXaYEB09bIZjI7UPr2JiV8usskOXm7PIp2Ogy/G0YR5UCyIehnxzeE
aQcwyluGQe7Hm7ftttykt9oBKZCtts131a1zp+ylh+RqvAp3CAPtnH2xSz3FK3aGB8HEzW+nK9sD
w7ByT55pmx8/mXjy3+6uurS6OlB4ssS13HT7jiSa9w6WxX1MdtEWQs9KNHCmtXU84OKyLGg4DJEY
MHO/P7iHLxvv06fLX/v07j8eYRFwRFMAZnBkBMlqXbX6ECBsVcW7y4Ocm1FaOSgv09bhPli8htJq
mMTq3NYlLUjPqnoOFM1ZY8ideRVyJeJsKlSocy6lVOMGmByOECR5UlofjNaQd2Y8ZvdNWRTbyy90
2jBAZVQWHW0ZtXPCpuOFkBg5uHr0XADOYk/lBjV17bI3i+8DjuLXWT9CJkEcoXmqpDoYrow4kNaW
hsgZjuNeOIBwNElv0G5GVP74EcAZ0idrhnTT93UsP8BGzMpN0ylKAd4M7WSX4yy8HwCafJFCzbyW
eij4ewePRnxIwZbDhZijtQ1yZqLpDloWARVf58RLqwjtrh6RlANP1ejPExgTYFZ8wxuzyCvigEzX
fwxdWmogwnrCNDNQUsdVowEgVydr2TcjlKfPuhlp02aawvzb5Wk702ZB+1IUFMlARdVhcYLBT54s
pQdUryRGnH+g5wE2s2kU2GP5BE4aBG1kgN620bJ3q6lp34zRt1MvLyWjBazdJN+qzI7u+76ZBfZb
nXJCxraEJ67M8z5VEy2DMmtAWrOqSqr2Et5TB9P27coNywpKSdVVZbOyGs+UN1BmMui0Y8pMGrR0
78jnOejgSkJbTRLa+UmbaLe53/Rv9VQP94TVpb/p8cHqSDun8kfecLqiLFjqj1I4mi0IL2308PC0
pYOhJN1DaFJRdu0KPcBNDkFC9y7Pw5nk3OIpaSii6mOziBcHApWzqhsdOnypQM0g5zc/2lrWbTBT
Tx6bvpuA1MrKjzmZo68hqfIOhhEuoH/+FEJ4B4sERDO5cBZNt65EfidAP4YSweBINwTvwJ2Gfo5e
Uo3Ya5M46fR1bIvEdKNyHgcvowbzrZnz5PvKk4h1t9jMYJDg0JJwcvEtBdj7FD2/hIbfxqhb9DjL
tnBV9FFvAlUfcQQtrYNiV7KX5NF038bh+AzkBmaOkkgfrdz3twMVEI/27XRFJpXsHMU39zS19duW
Tv3KahM3wvJZ0SMEm8VBi4aCSGF/uwRlxMCombGHQAQEu67yMyR3JG2HBECw8ae6Wfk4Z84UnN1Q
MRCm63RTFrPUd0NsZf6YbkzaQncAdsurqp3WDKDOLUnHEiU3VEgAZy6b3HMVZPiKR9jIRykNH39s
kCZQAkMCtzpKcwDSsTHxajJbeGSp3OeTa9CC/xLMsrlyjJ5+YRsNcgSeRa6PwM7idpmtdJxw3YVy
2jnd50gpbK9J2+nFmA3tGpBm9Hx5+Z2BNnFgAyrD2AIQHCfJ8ZQ6XU4rUaMVltd24+9IbelOtokk
/4ztYQ69rHbMH6ZW5iqJY1vfG1AWfppJVsPoMju6xJZW6LcIPgw1jWEN+Y8ZpCgnayHIVwB3qm9B
Wgef9HmyvteDKY9eB8t3tXp+GgHwHsigCFsqdGuWG7ry60Krc8q8Vu9I72mDjgLXtPKpiqkRYC2s
3xJ0VrAc9H7bxkZ8wNt22Gop/FZXmqTsflbS6QqRJkpD2JmsFD7PLDGuHipmTCsLGbWt4888xbWj
BiGNzSbBaO1K80Opv52KYGy5cSztZzRJzUPTDcFLTTkSAHwtqbfOVBd/aLDJMcNpA7xUBtDGSbGc
70aVm3icVErao2NctbCtIGG1+g2V9zU055m7CWSesHAjXKH8uURnqVo0QT5BnrGZY3Mnj3Z7nc9m
+mhYSfSoICrTuWz/YM9t0LmJrTQfU80IbhrFLK+svO4P4HHzu8RpHTeJquIgSfF8pZB3rbnInp7B
FMCoSdN+kQkSlv3gNgSd0CJ/uZm0Qf6iYfoNj1Bub4oYIS2rkUJItX15ALGqr6kEn1b9GFqgPmxi
A7o/i7Ckk32tnrUCgI1V9xMHOco4uwS8Jxy4MS3oINvR+BG1/ujGj+eW/rtVOd/7uB+eHblvZK8H
TW3DZsubDzkenfl2bjLLdNN+AnxhBrWirVwCp4cy8DaLsiuNIHT9l0eU1fTzHHJSbjT8SD5QxQi2
plJPK32bc1NiY8uE9bwQVVh23hx8SMyuh5dkB0X/mGQW3FsupreRqOW+baqRZNhvWoxrDGdFoOeM
FIjNTYxXDLNCOX0JQjMBvKcSZtkbTIy7KwMhoJvGjPtNCw/rJ9DC2BsdfAh30JGnj3gMYJIT+1r1
DIXB3EdZ43+qkrleqw+feyz67pouDErYwcvMI1Cdmu5ckW5KpY31bQb957GYqa9YiaMB3Vbj73pt
QPrJVA6xGiPqLpGT0UOeyTr4VVbCxguaNWz8mYOX+j9ykOj6AUxeSpVKI9jKJISnM8fd/JhRf/Go
ExqHxKbPdvmyOjMUSSTdDZRyEFdfNq3MScHnFbD6pnAQoaiRbNiqUZTcFoO5hnewxIF8HOoIiJ2J
WJQ4EIAYHx/Yod81fhXq7WYsU336CE0w8xxaifEhVILyDjZ4hwZmWELckooWzEdt+hBIG0d7TeKa
+kyRzeFTBYBQcSO5C+81uwiAV1n8cKtbkmD/xXN1bVnx9DqrGoLXDrGOAS8nk607u281c9cCTfkK
nlV5RWWleU2hZ74okvJDdUr5Bcqd/LU2m2s6fOlu7quk92YcOREvyWfEQvykGlxpaOpgX8RWI+/8
qNU+Ndi0G8C5ZLBEbcWrw7+MoB7BP0JmRUpBa2+ksqcz10tZ2Ltj6fjvygBBcp+kzqjsQjA6nYvI
Plo3uKk7qRsMSG5QV0sDOmtWYrw7wF9fIr9WK3hNwfh9MPl6bjyM7QhmtJ9fjWlEBUHBcFT4x0cS
4UJrVkD9Bm38maocJ3sdSMsEsdRMn7TANNey+NNjly4ZukNCxlScLyIO+y2She0OPUunGMrnxFy0
U/StXjvDrkwM9QrdkgBK49isnGlnYCDcgzINHqHaJlqTx6Mmw9jNTU0Y4kyw6QzgXx8MWPL3cyyb
1GVHy9w2EDkB4Un91UBva0svs9unWqZ+qmVn3gEa0w94qqB2ocuV8yFHPnUlAv0FVV6sfOHUQGNY
YAAIDRcPWQ6yGoUCa2fEhbKl1tfnW5ul/t4NZUluXOlG64WjrD1MUGGeJhxgVQCajoQ0iTwatYv6
zoiiH7vAcQungmqsO7OIBht5yN0OlwICMah6t5rSxxaI+VqStoqBlAV60jYxJcz8aPT0qoucK8hp
wYMVJ/kbHNAJv9nI0d6imVzNnZMk/lhPpv+jafOu2wWOOX1EwaW65iYMdfIoTXpvW/gsa7e22P2L
byRKlELpT4QNy3BOM/xM6mg1bCzkCjwctZMt5drYywF2fI0Cq78DLWwDyaQxgxEfTlHEmB/S3hz3
c6aGm0QpaJ9cPh3PLGm6a8DPhUYUMPxFiAmgMbB9s2o2+ix12wrRvTfKQMq2zgIfzzelp6sVruF1
T45kjCDROgRDh5QdicQiI/SbCC4KOiSbOpWyg2/FzTU8PaKZ0lqLXE/DScayVTT7ZFALlDoWC5Mb
lraKodCsz9GR8vxRqt5oXChPkR/GXyW9I54UTo4f6bEOj6Bm8ZmgXG3chuqsvNWq8tOsOxQIsUZ8
Miprekc8sv0U1/b8enkmfoHhjpYHuAqAUAZWgYhkmb/e5LfThSSgtZqywppHwkZgPwdtNeBqgdfG
TleqKbpVYggl21IpcxQN6tkfEDwYB9qcdhdSKkXKcd4UVPgnt4uxSvqY9aW2kpL8kjpcPiTde/r3
2J1BuVpEnjkbg9nTID1PevJtpFz1czIy8Lm4CvmvljEjymuN5vQjKOP4pZ9lBI+gchPs5KDn9U2g
QNvbpFZaAYlVhiw4yH0JA2LoEE48oENJJO/8SiFb2CB73g/tkkAvQQ2jMJP0W3SQ7NJT9ZQGEg5m
Vb13tGLWV8LV00K6hSsOtVohMQfHd0kq0602t4YEGE3TZ/qhjxX6Llql7+zQ6qm3pPYWQUCstygU
bcKO2qUDjRb+Hc3mlWVxElOIJxFqmliPEFsuSVwtl6iWwntlmOyLTTPUVY0GJzvpOogCZa/24w6s
ysGa0MOs5oy2Wrp2cv06vRezzjOYoIsMXeffi3zf5/gsGks8g9oMd0MAYhBhZNX8YgY65plNkCkb
4CMEEZZMwylAImaQFRxSQD3cC3jJtgnxYBty37pqglC+dXT6kH4nhx/qweh2GKZViOqM4z6tNMxO
fEp7NNRkaPxJ6plYPe7Y3YGXVTWk+qatdnaOHkIht8iVF7Z6Y9d1+3L5w58eUiqQSKSLSHqB+MuL
okocI1DZOAaBTeP4T7M89l5bdNYObdnq4c+H4sMKXiGgRBAyx5cnSjZJ3Uaw6Tp9oOGcmuOubOGB
A2Evri4P9QstdTyVJGDAH9nCGCEwm8djtZY0BVUVc5fmM7q41TARs0FhSalDbJUkRA22cHLq7cgt
uT15zhYC94g5D2WdQRGCYdI4ubJVyTEXt/lVLtPuMBcpFPKhqF5VDax/ZDOddqDo91mYSR8pfiv3
gWPhvRJH5ZVe9cFuTLIuRYohlw+aOVWHHDeRD9VUlGv4EbE0F++Lqj29BToekNmWZD9lKicLJf9s
k1iT+S6HeZpvUV+S7hMfPMmOu7qX9unYdDCOKaJFVyTIyFYG9IeRkBqD4I3ApNI3fFPlamy7IHSV
3DDK7Tjo8lWp2LAMqsEKMwRIUuNFbUvtx+UpO7miaR3hB8QdxvajIrK4ogkJ6zmcE4R94j66Uzp/
/Fh21nBwZjUBa+lQJJmjtWPn7KDUTtkAgl+yFCTGh6ONdIyVwJUO7T1pXI6cICJiaP+Zn+dknJ/0
1i5X4LmneHFelTgXyBscK2REF7dLVKB7SJ0P0qGWFFfYHyhXZU1M74JYca79RC82M/8gwZDQIZyE
ns0ghwhcdEoNeSGW1kr+J2ULHojVQUEJ0D9B0uIQ0HQEKIcUfU8jYqyKVv9egEZXNuWZIEVF8F28
NjfNqbeUEURl7uiocIwI+z8iKZrFruzHtrmN6XddT+EAZCEbm6nfhcUcokPbhwPona4anwkomtxD
76YLPakrAcjMgT35LuVExFDJRkFUhGFJweXysjw3WYJJgOupCKvUX/ZAv8Ur1BqShM4lGPGptj80
URY8T2qVbiBzhgdMxY2tn2T6XYGw2v2kA5pER2b8YNZ9s0Nqavpy+XHOHNeUfSj7U6T8ZX90fK51
czQMCLllGyXq4i9mnCEMHpj+VzlwCKkuj3VamKWCxW3ITNE/owsgIv3fXn1CSoC9waESOP7ohZF5
DbduR7V6QLOiyakNR19Ylkg72ShIZOl+ZXwRtC4ONdUEKq9zrAkfvuWRkCbAQxGf2VRTnD3GRhV6
Oio0QL+5Fcs5Hl4nmtsfcYDpPKUp9f0c5TUiWZn61AzGtBIUntkk5A4gMPgH22RZYZHqvlJyLcxJ
UEDlBKZkXBmoq69tEvFRly8t6jcKEQgg0qUEtqXP2Pf2Dr1iUl4Mj+zmQZ3U+rPiBDQfFanNrJ3c
Ssi7UDqwUDeUG+FGnKT8MZ3LLMnlIKagnKWVd3k+znwA7m1Md2x6xMTwi+kIO1sGR8t0BAbFxRbx
1RszqYzD5VHOrHDG4PsiQAA6eMkWhp8zWXqEic9ko/w09xFWeGkMGBtRhJW9fe6FAO2Qmen4BoAO
Pl7fduHQIXY49vBJcG7IwIG12pDrHi+/0blhbJgYDqUNyJTL74b/BKptLXykYgYnaze6c4MyzZrX
1pnvRvFTmNtTtgEqK6663zZrERaq3UaUOGMlyFGAkxtPk/SsAqI7Kytb4RTxA56QDJ+7goEAeiwi
5dpA8Cekfw7aaSA9kFBbzWol/5hnyJimhYIy4KzNWzsvrFtVw0sxwQt+4we685GOorTt5J5wuHba
TyPAr7UKxJlPAcKdB6SLTetueZ0pJZgFeFo5WqC137n0rOR3dQ7M7wKhYd9OPjHjIYa6fFfGml54
bZr3D/wm+psWC85HwEnOGte2RpRTNJUby60BIK9hVc6sC4jKApEO9kKIii9mLIioGQI73FCzqA+d
Chd/1tau9tPKOA0marSc3zole37V8Sh4uThARLsam64aaf9+RBi3nLutikMgqNoo2lpIed3FRRPe
FWjlpls0zsMvSOW+zoqkbU1q2GtnnNhYizMOc0lNCBOYBBJLg5+8L2rQrDq6SYU1fCr1VkjQVclP
NJznnT5M3RUgIk+Ks3fMEXpPH51yP1AWWjnQTol0cA/IfsUqATt6kubLrS+BCZUpLw4wO2km/XSG
qtgjV5V6tLfi+5rq8EMezC2qvGiTxv00gYkf3hJb/aQOaPRgf63/rOUKjRGwMZ5ZFfNhbEOkUkrL
WrkPxUwdfzVo3yCIKPPzf7b48UwidesYZc4k4vueXLdNYd+ip+rcpNqIDxLcsr2UDvZKw+fMoAjv
s9OhTeCxoi8W6VzmfWN0KC81/syhjwzWLWo87b7CMntT+VK+LegQbi6fmKfFYEx5WSDY27B9obwu
IuQ+NBNV75pqM9ZZ8yVkET0WgOQ+2+Wg36H2iCwaCnDON9MMEZil2qIqm9xA+Ap2sp++mGEbfm9Q
eLkDRaAKzJk1fenU3Hxdec4zX0egU0DdgNchSBI//+3QrYBBVLFRVhu9B/vMQY+tX6ro82dbrYOM
O0vNvpd6PN0rUjC+TgjRCeq5ntlbv2wNLwKqr14VRZbFXk30el37cfKOImOGvlE8Iux8+XnFZ1us
IFY7iB5CRxzElo9rFVNVDjmPG6VavY1lCNEpdK6dFGba85A32lerjVCTDkGiXR759EhGj8NU4FVB
cNJka/GhUihkghQpegryQAgZhHdBS5WjA1W7cqufGwopF9EIIxGGrHc8J6h7UxfUqOL00Nw9hBQd
t7Tj3p3Qt115qzPTzyWDxApRqkCKLHoWIUaHgSTTs7AK5EEBrxf291lTg2vJkSeUgFHCBguu1fKa
K8aZd2RbCAYcgQs11MXnRNIrRfBQRrhFqSsvaHpnm+t54jp6H6zEY6fgQAsQGGAUYHQAOwmVjr+n
nccgfBDv3mCEmtubEkT2e15DoROepyjcJqNGAq3CT3R2o+Ubg2dxNs1XZWqiqC9JCGG6RHTYzsIo
ktC3zehSmpkdBhtU8Wr1EGBtiNx20FWeE6iVv5XQT/1amnFeuz3QegeXBKLvlTPmzNzRKha8beG1
xno5fq2yckBRZH65SUYjfCEi7W4EAfWDgRnhA+gSeZvNcfzp8jY4vfIJl8D6kvST04CVPR7UDqjs
4deChEtV+F5JNdLV4kH+8/CMYegIACmGBIbk0PEwo9INUOscWNvRpEJhmMxP5jjDToesQjeSJu0B
cU1YhnpZXZeyUbFgY6yERREYRUkkigit3Clq/L0yqJSgL38FsS2OjyEdSBWFKmAvQs9gsUPtVCd9
KWWoPfgbfDXTEEIC0kTbyUTX1W1TM9xfHvBMvAqNVhYKcuREzPiiwCHhwDHhclBv1NCWe5ShTWeL
p4PhINmjzM4mDgcIBiHusrKrB5q165SumtHSq9IUhVHfCty8Sa2voZwlHyO/6RCs7NKVUuyZUI1l
JoDgyDwIHYHFd+HYD/pWwlY1KyrNQ2XO3Kky2IoYxZGvRMthDLW2trF81qtrIx2HXd1gwYjIfPAA
0NW8oTW9BoI7FYOjX8ZMMUtEeqS/i6Mmk3IF/WEV4R7MfUr4k7b1IynD+EtolPN7kdAQ3jmUaHwv
KSGheH3RdY8UrrJi5/s2DgoprRTUI9CtfJXqVnsD8t7oW7uZFXkzzmCJFRoQP1Ym/DTCJK6kbsA6
w68NqMLxDhgqQG5yLUsIpvS4jfRNSpNpMsaDWk2JB9xXh9YYjjulNoe7yrFaY9vLpfaGJLK5u/ws
p2e1ODfBk/2KEGjQHT9KiSQvMThilE1QfoPkq9w4nfZjGKt2pa54ergwkJC8oHhKb80WP/8tGJFC
K8qwDWWgevA3ipLEdH3pW1x+nXOjgHBilaLMI3rgx6M0qh+HVUsylDQhi6LPbW8s0H++PMrpR4OZ
TrMA3iFrj5v8eBS1L9CEMJVkE4VFvRGAyR1KmMF1oxpvl0c6fR/6A6bG4SBsy4mKjkeqyJuF9DzW
sEme3zi6QU0fJwTv8ihnTiAA1Tp1RBEFEdYuTv4WOypNqXz4uEPi3EblOLwHAEW2dYNs08DSfA3S
Nnbh5OKa3M39JlW6fov6arUJ8pqOJ+o6N2kQoQufdNbKHX/6tQF1KUSyaJig+LJsAtFXUHw/TSGf
6tWbn6QqApiN9hDbSft15Tucbkw0MIT6HY0+sMvLjamh/sMRkkgu0oQt229WEjdW1OYa8GfsDfGI
O73EnbYBDatufTNsnjpgOi+EzuofqyzQ6YN8DuhEQScP3Njx1Mc5ieFAo4jrLsLnTp7Hg6kGyVq2
e9qbITp0SMOB9gs/5cVaDqRuAm+EEGOu1smzQxDgRjb9GaSXAbHockyFAsn8pO27N43scosMRv/9
8nc/nWGQ0ZBv6ITR10bh5/hVoTHDd+TKgu9gRrtwIlmkuNGh0V+tfdUz1xjvSEbETQbtgkGPx8LB
jzM3w8PQDgvsgIwiFdX6KG2Vm74wcsR6Q8P4mRazFbkiiLmdJq7njS/rgKd0nGnx65J72iFzY8fW
Sth37un4DCJq/oXUX056Pmn+oDRZRtWlI/zqUWTcq3B/n1rQlk/IutfXsdzL0SbQYC/ZaRTs0el+
sHMbCslEInEINEQLVh7r9BQCAwzGngYDIRE74/ibYTyRhlKbZNivdCnYNj07mMhx/+lVBMYaWDNI
dv4pFsTxKMoYtzLtrXxDX0r6XqZRcUMrfabdb8grRbiTF2IowYkUhzgl8+ULoX+ll7kNIMUZsOTr
Yy3Yk7X/cQWX5gQ4WFPISKD4uFRSzX0Jq8IBMXcYCuUViCu0u2vb2l7ePGJzHMWrxOtC2YVFww4+
KXxHqTWPPtq3m9TOx+cqibRnDU2yF0tr5AM4aNMNTLm+GpFnR+NyLv581nTNBIfH2fEr2zyetcjv
nSI3ybEAq4hiq5PvS7vDIKbAyOnym54kRYBByGSZNmGNSeR0PBQVgyyUGnQ4VLVAuCpzc1XBouo6
JFLW2jVFVIBJp1+W5AtiIv8jRFqCgeyBQ96u8AQhN8c3YugQ3dtQTZOBoOTq4GyMZMRDYsy04KPZ
ZZjYTaC7v6U1FTLXLjT9LQoABe5DIxi+za023dBD7vYVcqjqJlNMFex8lnPFBKUxQf6n/z0D0XHm
lsM4BdQ5B0r3APTBbGGQVLLxiKVEp7uQDwBqURfFfStUpvop9NXW2OjBgOiE3w4o3Vn1MGXXuqWC
08w58DawsVFjkwMJI+Z26BV4zK2eRNvQLNS7RnL8GC2Qvrnp0EtCAj8P7fcsnPorsxxTCbOjeEYM
H1wpZOnerO+ErlOMquGA4aJTd1q4oZMvfYutaLhxQhxxIMJHGushCLDM7gZL+lqgkvgaWL5KE7ue
PndWo70FcSF9LeXIyJH0McLC7dTEcjh3O+kOh1wJf3V9KFEMJCKpPvRC7WZb9i0Kn8QzSPIl8oyM
D1iXWDrMchjtRx0Bnn0WmOHsVmqJBqRdlJD98ZCTt1KjOl8z/AZ4Qchin0tMb3VX7mTMrKQJFtfH
NtQ5FBR0EgHjZSO2SF06mabXGRVeU2k8o+OMci3TNOKUHu/oppZf+qzIVETPmxmZrjYen9q0UvWt
hajAMz4MWb7tnBbDEtC3teUWYNGrLaQXWg6GMiFe1EDbLt1hKruXGXvDJ9TQ6S7HZdXmu5RVEgAE
LMfCc/BQLK7nEukiVHrzjH5Ah74sHgUU17c9ytu9yyozjS26ynSncBHC5WrMS4TlSB7VcWsKuto2
seb0LZ6bkU2Err3qBqOtfNEUICdu4Bi4DAGh6l46J5tltAV7ojpKv4mNkdlQvAGP6MZHR+6ql0Q3
dDB9wKBYIWR9HyjQy8qmVRpQ1REBSwgiSuvv5RbJxU0eWrUgy9sIcWRTWArL8wQRCfZT6Ab+YD2j
8BEXGy107LtyrvsPGl+TX2cFwlRO6/XZm+E44olbzQNQ8lSYFLAQLYG1SzA0KwqsNajLcuRdPnhO
j1guJkURUbgo3S1vJh0QwNylBLtKBSFmQx833DnABD9UUaR/mkdjeh7SEqES3AbdjMrKSgR8CksU
ukuCXkY1SBHpzfHJ1yD15JQ95boMRQvobE6+Zd9mh8ocbHAYs7lVk7jfI/arbTQb1zDIyxRvbKBZ
ChAVlzg+8jii+ofLH+bMPUoJVIP/+Lde+CIwAMg006XXkV2XS/tjkafjY9PIzsrnP42KeH1yAMpG
glgCMPP49SnEqJkcxtlGGmh9DPPO1x1MkeUnIzB2Vm68gCX6ENszqpCYvk46sIwqkD/WWb9SuzoJ
VMFWQx0HCg7yXCFoPn4QRS3tdlBhMfna5H93MIXY5sXc3FQm/kZ/+mnZCvQXcBUgQKcudDzUoFdD
SvwpnAtKa19qqf+zbKw/ti6gvSeaS9RQIaiwuo5H0Z3JsBo6Sjhntslu0AP9KYqaYCX3P/PZgNYI
DTeLEhfdxMUo5kiOW1Kfqf0+waujnnfYmwnVU2slgztdkIC0ROcOJM8ZPEyt0SG3MObeGDabIoms
aeeXQHIvz80p7IYZwRaT5iDqggJuf/xCndGETRzh3+6gQYJbUk7dZjPLyWx7nZ/7pVtUY1chzIIv
gSvF0/BaaeZQbEZjiIXQfNUdOq1L+5WNcubt2SXgAanocE4tOyhNWKV63Q9IjNS56UFKtL1EQfln
5e1P4yJuHaIiqqMUSU8WjUrzMFILYf40RFgajGHyiK4MVPu2rHY0co07ioXOJ2XUsOHODShyqtSG
eE+Uxr2lpPEz3wb3NOr1zpOWOqZLoX3480+BsDt9QUfokRDuH8+QP49xHSc0k5wAqxNZbonCHdgy
lz/FmQ/Ob/9VuiUuJUk6HiVRqwZzTiq3VqpgKed0w52cpsrKcjuzfYAY4arE/0TxdbFJjS4x+yFW
SmF4U6OOA9bOyKLqKvX1fG1uTyoggqMvJhfgBEDHEx8Avyi4zyuyCauX70OcY17i2Zmeu8gIr1Q8
3e+7Tkk+BX4QYWGhmq96nxhPVU+2fPnT/kp1j/ManoSqF7gA4d6ynMGwRPXbj8DjmWiLRdeTP8uf
w6Rrv5OLRKC+4Mw37lANuX2DKpj2ogxVHF73ZjSlm8xu9UefTs2zkhQYAOZJJ7upWnSHqbXG0EtR
6/yBICuYUpUi703qTGWzm+dBfkvaAVtU4laq6nGZZT9tf6jVbREUFBQjfTafL7/n6eTSaAHcSKdB
ETTuxRJqY3MsFcCGG6Rm4y1Xu45ucax+VmCMrAx1mj/BS0cLleQJ9BIKJMer1aCEDKWlZShNi9Tr
WlZn2y3jQr+zNRpnVxb/Ahs+GNWap8iZkWGa0FilykP9YAkANutqQh4Ic6FRHdqXPEb8GnONZqdZ
lfZVDZNxp/tV8nL5y54eU5TPcHRgHjmv5F+tw98qzshhN6wgBFHtuQE46g+G8Yqil3Hb+NFMKJGs
kZFPZfKE1Cz6nxQw6HoyrccfOCHnkVMdJkWSKNVjZs+YJCvwPLVdFdiddpgCLajxadOkh1B1oAza
SZk+Wk7eYUnWpuF9NPhkO0UpoeqlgCN9TJD13mqYiTaADVCSPdD5qX4UTV4/hNwutAGNMPqCY5OD
7CduXPcN9Gd8HnMaSdhhSZ2rdVKcemVQJMmH0U9MycUOsoK71ZU1lDBbypStqQOm2ZKG6T8la2ry
qxg/aN0l2kVDtqoxKo3mZPpcS7UVCmij312NAWGCm5Osd3962oGpYNuLwolwh1oGe7WBKSkGhniT
zU3zgUJ/B10BA2UdpsL28go5QRxQsrAFWpVJQ3/AEcf7byskgGply1HfUdO20ttEhRgmNLrqK7xJ
qisy7gAKhaXe+UWCOuDlsU+uDsbmNCd6oN5H33qxVuB7SQGMSuRTYIRdg0CAg6c62t+Zw3/8GP9P
8F7c/31eNv/6T/77R4FxTRSE7eI//3Ub/cAVtPjZ/qf4a//zx47/0r8+lu/5Y1u/v7e338rlnzz6
i/z+f4+//dZ+O/oPigZRO33q3uvp4b3p0vbXIDyp+JP/vz/8x/uv3/I0le//9RfmMnkrfluAS89f
//7R4e2//uKc/I/ff/u/f3T3LeNv/d/5vf7+LYq/Lf/K+7em5e/K/yRGRB/apuKMNYaQFh7exU90
/Z8wMrCDoQUgUi5B3cipCIT8SPmnLYSbHGBhFIU4Vf76R1N04kea/U+woJSKLBOUPiJF+l///WhH
U/S/U/aPvMvuiyhvG34xq+63i0+jOk2oTI+VujxXwtL1Zw5JdaYulD1rLqIrCRjTF+RbshW26K99
tBiGzfPfAGZsLI4Xf+70ijJT9PXwELQO1BBwBM3bgIYy4epE8WoAQ3bV12rmUSiZ7k3MXa7GREm+
4WTe3pozZeFtm0co+xnYMc9pS/Gp9quVUu1ij4qvwdXIc2gc5eoJS50OhNGoSa564L+a/ViEeYO3
vBPcdO34jg2jfxthob1tQZ6u7NBl2vn30HSVaY2BojkBreaxMkQTxlHeHAJgRpW0fcW+UfYirat3
M3IOm7lo/W+ZT8kkDeX2tYjD5lXHBOM2w/kEE4pppRBwZmkY5NMsNR6KiuTiBo9DGFio0ePsW6ud
QeYvJ7vUyrIfv22Wf6/IlRXIPQ3yUaw/seaPl0bVKG2mN+3oFVj4HOJ2qDaGMdQrsea5lxGsFgTE
haSUtoh8CrPMK5xBRi9KATmkYSntEKD5fvlVFpGHmEO6wJDIEDpArtxc5gFVMthOAkw7xQ3lFgDY
tJ36vHhQCQm22uy3VEb11Ls8qPg+R1uLE4QcVBBeqVdQsj7+fqrWoG/a+6o3pMPXMikivHFVKqdO
HnxVC5wmLfAeuwYxL1xUC2Ml7jn5rmJ0ThC4k0TyAPWPR59n9MHAJWHA0af3BnTVe9Pvu4fLr/i3
Tv/RSwK3JElAD4zbk+7D4vwISmVgNzaxV0GR3g5GONzGZhBfJ7OWzlQWg/iL7wg4A26AtzWq3vtZ
zXTOmDndpl3z7qhjS+13IgzjosX7Ru+14WvQKQaJjTHcgF9LrzGexhE6SnoVPJfqWeR19CLtKf6E
ejDidP7cmV/8CkVVV0rkZm9njdG6aL4g+WxQxXZBavYkmIHcPXf1hDtjq6k3TW2kn0YNam8c1uaX
hILuPo4drDv1NP5pVbr0FCNHvUPGqt9OTPO0STiUvbgy+2s9tfLbtI7NjTZN2s4o0WvVqvR9ChqI
9kZ8q6Wjf91h2T55AwLGHlga/y4biyZxtTG2buQBOpFWmanitr02v81IzF6j71Feh/4QPzfs/wof
12hqNmVgRtRkVbCBdlkqOJLGonCfv2JhWGNVXqX8mVG3PsRZVADoRBq/s4J+J/0/8s6suY1kydK/
KNtyX15zw0Zwl0TxJY0qVeW+7/nr50vWtW4CxBCmnse511SiSBCOiIzw8HA/fk4wt4tdhXLghy2E
2uZSdD7EaMMPnXQpnDi55QpLpt6Kodk2Lry2y1sozZA3N0BTKMOqCmQlarx4zdiXj3MuDy+tkpke
xdLKlhOokiCRmram3qPeWWYpbMhVvUMuWtnStZvsDFVIN02pCfV+zUdCAza9gJUYPF1p1I0GE+62
wonbnNLSrhFKEO8JIsfofA+7Xu2rDae08Qir+2vEw7knB8HtTKEvUhe6+yTpLbgrOt2jYDhsSzVF
/3KkE3sInuZeeAz7bt7Vougj+DLDo1z6S9wWN70mvamrEm6AbAhKX5W6bYRBBvif9jfdpMZOpNWD
l2awK80pFG6JEHhchdtXo++2ih5IDoh0ryFznRf9TUQ3itOPCKxLKNGk4qGP5V/E1h2t0to97PGP
0MqSsqavbGeVoXWvN2a+KwVV3hVldojK9FYqEs2j22bYqqL8aibbMin/6pTsphX67wWBqB3O3T4Q
ixetUgakgZkxFLIFT8q1wZVDa6RaTXFaIxUWo2U0QOnRaL2HWuDiDVM7eRJMHtpCPqqbuFeo8lMJ
1GArQD65tXoLYUN16X2dm20wdw8mlW4oiUlqppFyJ5rJLWwNsku9K/cSowDflaZiYMvAL27VQELV
SkKj3qTvsS/k5bEVJnkXITx2HzToxJt6u4nnfjjKUTR4RRpO+0XtuX4ITeYOheFBzD0fhwp93CQc
RDDp7bBt4Rue63Fbq9PPFpX5rRkXL8UghnY5aXfJUjwIhWJ+s8pyuJcz0fo5gITbJWJ2h4KkdV/k
2uzEY124EoUuD5bU31otUFsy+Nhada+H06ZI499Bv9AxLTSNGwUwOw6CRvPBEn4DbXNDESE7kPeo
bEt6HdBdsg15fsvSYnaFAgStWa1MVgP07jAsmVR15O6po9HJVsul8QZzZGupav5XqM3wfxiHsK4Q
XLPKF/QKqh+UhH8Lphl65RgtLqiWLdnq5badhL9g/AyQAF81Q5REme9gvM/tapzJRuSoZs0iSwu1
TMGf9PZXMKPrlINFHK3oFWXYO3S0f5hxVB91I+t8AfmRWF+d4KztZA1FBSudks0cI/FcG9YmhWzQ
rnSB7oX5QVqynVQvml8K0IsN8/t2yu4nsTS5QyqIVNNLY0YWDrw1Ni0KSaRafiXJvO+pQO21sF9Q
tJ/fhloo0FqmKlPxiKm7/UCCCtH4Fni7Zdz2fV549YjCMSnCAJhbof7Sc3QbKkBWu1iMvhVt8jKP
VynmiBXPD+QV2SIT7gKmoo5jnZ1VWZuJ0EEblWfBzzD7GXwoBV1ogxr4Gr0Tf5uLFqKZBcm23u+o
YzeIIqR5vbhDCeTXn7oueozhaiXCnRRpxaWX0Ma2vfUWZMTQvtSKhTcO3fjcj2X7T6jWiJpJoIvF
bZvVswUHeT+/zrEV/QLlKiJzkM50LWhFGOR+2GvV0Uq6/E1RJXRN0JzU/ipmQu64ymj6GnNBmtzF
MPN/oFZP33q1Ip2xlGaH4WSpatKbNMhw5EJ45g/xlP9iycl3nSA296IWVnjsIaJSMkdCfF+WVJkp
mdaJTQWlX8l85Dbfx+0was68RLCwm+bU5q7QB+ltqE7mo1h1S7IxWxkmtWkMJ6i3x85WjF5f3iCG
nUIOHS1eHiJRCXqPAjmkAbC0iqZrqSOphtkYmw5RvHSEsQCGecMfzaD8iz6CuvKRkZcFF8F6nJka
dPmdqSZT4mRlrn3T2hySdEHu0nsTGnROFG1ABKQWzAmag0y2boQ0ag2uLNPU2BU1DiAqCGxCwtCN
JjkV+sgfFb1E5T6moai2Rxn9VJt7Fw1UVJRgwUzTJj/GcjIgZa83CgyKMmXHPU0Co+U1yqgjwCTG
SeJXVQEPO0zr6Y/JEGSI5foB8hiEv80ZgvtkiewgzOXEh+E8nw+WMVm532hdsDX0UJMcWUwN0TZ6
ddKdNIF8fpv1fRbaFv0imkvWrJod3QjC35pRDJELRVitOeMwl5arCVr8t9pmuPcc1lEXNHsG8UaG
cpwdRrlqbOQ6h56xEceVwEWFHsnukjDXt/wZXvs5lfVDnE+oQ/QyR8WtvlB6vTG0hqYyO0dTWtpn
JhrwiEmIpJl2LIsydYd2mgdXCOV4lwzysHwH+AV9OmxBwQ+hLWPFCSIkarzYiNV9otdq406ZpExO
j9AR0dEq3uh1+dRTBRdxyaURTE8jbFepG3EaVHatjTJqyKyDh1qOxMwN01XXZUojivroMVCWX+YW
JT7kPUImMBQnB4GbBoeO9AGF79wMK1ZX2jzpZdy9RJIkPOjSMr3wlmEPyVeS/tVzWXurYSh6k+da
u2fJNzRfCLHWb2fZmEqXhtThblZqgF3Iso0AWfrGqnFKqvEzrEkwonFhNagvjMYQcsgGsegk3bKK
Sg56d4j7ceJxpe34VxtrODch6DuORiUa4eDUpEZivQ7aI9xCDeR+yKxUdjzQJOnjwqGN0qow+SHA
GBPQ3970MXfKZbgxwzF5E9qhDdxJlznCSJfGM3uoFb5LgclEzJUEG0Ym1YhJ0K7WoVIYlvIepHmX
3gGgkJ0JXUI61witb4rUoGnGksagdGpawxc7N622swUlDI4N7SCaX42d2ttZ2Jqvo1KAdGevtLXd
GelwV4bp2KAhaaXaBsVNC6WToI8z1FMV62URjSQ7SPoi9/sk6lEA6RcdnIhllolsk3ifdgQm5pum
NhPs0iW4cUnKxJZzulA6HzdB/XYG1eYPZV6lmxmuSBxY3+XkRPVFB9s+G7+BYaSo+qGCAOFlKdyO
MwrZiwXl2J4Cd0h7AA9s5JAXo2w/qYkFyRRyC1wW4glHhJ71NG7pRwHUqi3N2HlVsZLDjXLbOtGc
QvxndPBdIs6gJkQn7Bm7GAzaYucma0RfSIUFbA4P7zf+FcxEVXFtdDukX0y7tWL1SdGGMPJmUFf3
yygt8R2YIqnepJoe3A7apJqOkqXwGrVyQveCWBB/2koaF6lXkdl4trRYfc5GBU2coYQ5EnDtlFaw
ztXjnV7PzS9YGRCzpZ0eqQhx7pYHbhnJSxBGyI+UA0RVqLrLjSstUvhLZ4nsaBDh8lCbSW0Cc6N/
Ci6vFgbgdnVW9hyYZBwluWm+G6VBraPWVLioJ+5azaEWR3CfYhaNvyKS0ciPNoKquUYlt66lF2Fh
68JkPVL6hnmn0tFxs0l1yzeAIOoH0xKivyBUrJ6GmYuLE5hF+4ZMirjLYRZMcadFazpotgydQ12g
+SlM0SI7RpfUoBXarILBIEaoBB6iLAYOxcfYzdUILEhJek3boPka/CXXk/o3CpHlCAJEGO47sxT+
BsYOn0kqa5AqTkk4biDu4+QsKkV7pXu67Lxa6cMfOZ4/tSOxRmy9aUwBWiQzWMqbHLj969KH1WM/
djQFZFoZck+YqRLZuhoWFcw61jLaxixxNCHeqVHglYgcsxn8lT2iwTJsYCtJv2VcGkY3iqcqREMp
Ne5ImiYP4FxqzgGt1Gl3LUQYb6u0lyJ7kPpCtWGNNpZdqg7ZmxK28AmNkMPTMGhyMAFDHyEuj6Nv
nYb6GregNOs8fEiJbEinIHIUtcJAvbuvTIoPiwm8dalIH9lkVhavhrviWY6FEPRRu5SPI36MhbXe
Zej/fZaDcXzs9F6Z3MTM8/uxs0biDQ5W2C0MoSMu0rk2uTCHZr9o/o9jKBLFpAcd3rTf01Y375Qk
URWnAULJRbWIhtiOrZEWqmWIsgdwxQZ6pNPUqballSV3mDBocKVTNP+qBrktGduS/ugGBAecif4s
g8YslKhsYRiyelNYbR0963mmEu0n0U8qFjr4wkQYDpCLZtphFM36NiVZ8dhMhZx4shyYPVcetY+c
rFezwM8HQ6sgzs3gr4MuwnziuFDhCjfDFuiXQRLMj/URkkNB6FvbEIEQ2IA9krdpGtsMBF3Wmj+4
GMWtSwfSsnxrA0Uudho1kL0xSsHPQS4TVHI5kCYoHmrQIGQru6cq0VaS/D7p9B+m2avmyNMpltED
qTvbYNJGUhCT0bR+J8nBi9ZB/XvIlWx8yHoNSJNBANHb6PZ0pSvX3cCSJojbKIOFXnpMw+RPxRhi
y5+TebaO1dguCA4LYFjsXKDsyCXXkI9tDwe1Gy7RhLC92UIOpfAN6OzI7fjAwuqnJqEv1a7jMfqb
yj4H4ZjT9mCXUbRo9MU1FZwzQtOHntWq2d9RChrQltM61NfoJdlHYd5Vd2qXtgAai7gJ3K9zTedd
Piv8HaoFiC1AxFAEOS8JQcMBV2kYdl6rasWzrIZWbscaIsc2TT+ZX9aq9FxpuXSTqDM6p1XXeH1e
9bUjFwPbJbNac1dbw7SDhrUSbE0u0hEuBVFSvESYpN9JbE7/fub/FD5Osvr/XVH5/6PwshKT/d8r
L3bzBlj+Y6Fmff2/ZRco8/6LzpwVLExWFgjVmlj+t+4iGMp/QQQAg/tK5bKWV/jRfwov2n/xgDWw
X2R5SBST9/7vwougKP9FXpcrHaQI0Gmt0KI/qLysGef/SWmuCW8IGbAPLpYWZNAjp5lTRQiLRA4b
ckYIkhF8Eoc2mx7vXO5pEEu6Kwnwz+bYYSCJIFjgZgc46tQcukdBn3aIJUlckbXfE4wyCAMVQSyo
T5BRNMsfpfXX4a16E6TbDegYaQs+sycSbDRzVk92LYjFYwf2+bmO9WTz4XlfKh6IpwloCAB4vDQA
q5SwoEsFgnM6Lr4FN2skPRx2d/7d1vV92/YPR993Xf/o8O+jy39d17G3fOUeD/7O3vGa45F/7l2X
n23dPT/z9nzJq/3d7s7d8tMjv7zjpY6z4938jc1b8vbrS/yS3989+3e7He9m83a2t/7Y3/nOKy/h
I9jO+h2+5h+ebTtbZ4tdXss73m/uePuD6/JWr3xn59mexzu+uEd7t3u2d57D73ie53iO46wvQ9N4
fb/1zZwbvjgyEj4Resf2brN19t+9/fpSb79D/vjWcfmaUW83JYN3+HS+t71xHH939NcPymfb8JuP
zhvvuuWl+9un7fZpnSYmav1t93jM7dXsk8O3v35k7zoJHxb++ROzzvq/8oRWTTGRHo7+3esOoWM+
k/PmbPfO0xVLZ9wJn9bG+Rbr2iaTUeB78N2Hl193oX1nez9vHdG+Ykc5bWv6bAcn9LG039ZtFRmr
HR7Ry+7xkefsMN88ku3h6B4c5wrE8Yys8rPBsxRTIHWcihg8uq/PrBae09fPCD/HR/7qIa3b7gNa
oQV3FwwxFh4O/mFd0P7x/f/8fffqszfuWKvH16P/eryrbTbO8fWVZ2nfbFhYu8fNDu1qb7O5sW9Z
YXvnsGU5/7y5eV+ON7Zzu+V5s/PYFq7zcHBs9qe3f3AOB1bffnut7+zaaM6qf6o4DPRqSg/ui/vM
vmHGrq3qd+jUVxN2XgjDkxcaJg7+613osS3Z7nfrhmfaHvnfzt7w1bqrQ5sR7v/ZwoFq/+Nut9t/
Rvvh6doSecdffvWBzhxw3plKkq+L8m73fOc7/2x3se1v/HXSjz4+zn06rm6SB8OD8Gx8oLP+073z
n93n3ePRfSnxbRv75fDL5w0Yyh2K5M/3A9Pn4kUedxvWnbdnnVe2d/uW2PsnHrXryqivsyBeLfub
d4sn8V1763oP+KH9cXUwXy/V9/apr8a51vQ/rFSEMsiSslJx2Ef7BZ872HzunxvffvzXMzM8nOjB
cQ8+H8LD7379CcC8XtksZ2cQlCqQ9q5T/YJ7PzILx9WvHZ/cO9c57HZ46+0ruwVnjcfnlNh4Xo17
9X3mnKNnu54C7gsPx391d3d3OGzWzd1jaNs/WEU+z4RTwtuzC1/w2nv73ZftNrs7NO93of334/qm
v57vXmP7ebF/hfYOZ4cfunvkn3//zWrE52+d2yd8LH8/bJ+8p+0/Di5/+2Q/c4pMth3aG7bqj5vb
2x+3+633bbff/n564KRwHjgOHM97cu23Gw6i7cPBfWKL2t5+f4PP3m+ZepdZfZ9mRv4P083hikXO
lu2Rc/l4cLbeLVv9/YXfn/j26hSe3MPDywsL0fl95Yl8vd9haDhdE2YYlILBEcMpeeAPa3dzdDny
2Pq24+7/PeScK+sAxMKX6wBkzanZdDCMocQsNpmO4x37n622Wl1P79pmF9m/1rMed8m+2Nm8EO/g
P66nMg+aB89Xj/zCzr4lIPD5av3d3W5zy9/bJybN3TsP74EN0+qvpyY76padu3sPF7b7PRtyXer+
ugbv/NWdRvaWJcT04619F398WB+ju305Eum42zuX3/n6Aaynw//sSQg9iGdNmD1pRwSnhPrz6UQg
/WFRBCcLZMoCRe2uGhxweN0V5MPpU/6PFYXwjw5/ayVIOrWCRl0VQPTa2kGRWF7QIxDQFFP2CotK
7capJVxBMX0eFfIVoDuAOsAS/AmKnq0IJmsyEVdpLNWPzXHyo2yQ7D+dO+g5NOOdgA2hjHPCbWlF
ITRi0NgJzfg/xLjOdx2MMlcW6+e5wwqJfnhyQZBp52FzU2ciytxWQwJcpYU3sqaS+3SjaeQyrJkC
j1SP0fPXIzu9gqzPC3AVLVs02HCPAmx2+rwgGa6rfJgbGhYKeS8KNUwTbZocxR7e0z82xc2Pe85K
/8cV4WxpyFUulnmfYiqD9GKwisWv4h75wyTPrmDGLswk7MorPoVpBJR35vy1Si9MOD4g6InbZNfH
ib7Vub7doM9t3Y1NaVwJZi6swo/2zqm5565cSn3AHtItS7XNJXpOPPok4yt2Ljwt8ESgAlcyBG7P
Z1MYgCie41KrkV+uI5hXkiWZ3S7ul1clHOorxi5NIkTCpkVHHjn4c6ENq0bRoU1moCgzqjQ9QMDb
SNepUqgUvPQJHvk/Xx9A/AzoS2E+QGbjdCkOah9AEQleAeEM1dasRPbiTjbsMEbH7c9NITYG8kyH
1hl64VNTkqBpqTCJtQ2REkl8OdNv24Q2OSsPmysbbA3pTt0uQ/lg6myDDYtRNe2/KIzyLoqMcGOm
c/3dkBT1ZlTT+ntj9i9fj+7Savxo8tNEogozAkC3pUjMHbUJNB82i/DKdr5oBcY0OvJoAKQn8XQO
afGMGpBmlF1jq79PyypB2LhQrhD8XbTCYl9hbPQznROTBGii1pFl1CSu8xj4VKn78VDqV1IWl5Y6
PFS0mSCpYIBGPB1LYxloS9c6bKQNsEvHtLJ0n+l58E9etdGzhb/qrmyuSzuZqcMdktmkUenMYiJE
WRPr4Lw68mWbbOh/wlTwS65l48qBfGkC6fgQZYm1jnzc+kE+hOIwLUQhjQ8omQaC4Yx5a7pqBpDk
6yV3dvtdzxGSOlCt0siyAi3PGyMjwYS+Q4MSrVYahb5wZXS0BcRcVVXhphhLmnZ1bRMEabpRtG4U
7Joam72IanTFi3weL9BpYJwghZGLJeg5Ha8V51wsB04ZqYCq66Fo1ajdRUqft1ee4Bmm5N8hQ5TG
mQl/Kf0eZ9tsakMzkqaysaM4SvdiJg9+XVfKczk0R/iXp32DhrHX0NRMiQq90mlOI2oNtEd31q6f
hfpKKPTZ06ysCOxIyMsBRX9ii5+Jj4QBeGQlmqNijyTJ166SkQaSUQxlqs7NoD+21FX/rAtunQks
06gFgRCY10/h0QxiIu8lTgq0tkwHVlJ6IRV4PL5eYxfH98HK2aE+D5W1hDVOm2vd4PbAP5wRbPwm
p1A0Wz/LZKzdry1+XkuMiwfMxIG1Fs+7lpCZBGsGFZYNnwa8ptakOgNk9Ff2zmfngxUonkRaY1Fi
09aff9ihRSkHaWt0VKpRQXoETVJ7StomG7HPkl/UIRf/61FdmkeWLG2L2IIH58wjBOAp40zjnAVL
qiIWRgvQQQ7AJJmAZ4/yMFudO4VEgVfGec3u2ThBigJAKQHhZHnRHJKxLHdV1C/HBEDgYWXadERo
fa+4v0uTu0absHoSwEMSeTq5U2XmddYUKwxA0l46oZ96T0bwaTMWtKzbUSF0P76e3vUdTw98KALo
jaVeRWQNdcOpxV4Jx0JrYVEaIKF39bpuXCWH4FMopj8POwmliWBoWBEBmp/384HdXNJRhwBxBoXl
0X3cg1TT/jyYftdCkqi90BBD0eZ0QMXclgBH5wqq7mrcKCmgxDQxHmBE1uwVGvH19F3Yc7DDEf78
x9q6ij7shjGU9RbES2WLKPpKjhIbqe4AbFjmKytjjU/OnhMacsbau7sqsZyT+LKP44z6ZoXeptju
I/rgNojiiXtwZ6ZXGfrwjOwRukc5aaRrzckXtgKM7lSriK+5kJ+zoRvpZC5px+m/CJ31lNWafEeT
ee/Q8lrvSmg7QFBGgXZlxBdWpkXehROCxnXWzdmBxZ1EByswAgiW4B2vFAQAKymJEDkcroowfp5c
SAveo2s6VTgeT5+iWbVzq4YVAVVUDge9p989VzptH8Nztu0Co4vsDEjkFQ9z4ZGuDX0o9XESrX0y
p1abqJahg8Gq0sOaYmdxbMKEWbZ7rVT620mlb5qW89apYwAKf7hs10N35c+nY5kj47zzXgtW4uIa
jxImJnBLsVB8cjF/Rj/BQYsVjlcYQuFRJFI98y0N4NNmXFizS9xJpd32CQhVyF629O0WV8iWPm3E
1RahKTdANNFg2DydzFSN1VirOtr0IWgHq9cLyytQzewat9inVbnaWaW16NKl5+jcicVLUkG01AN1
klLoy6tZPYhZD7XJ1LdXfMslUwbrH2qI9aA9Z97vxqBY2awxVaOdRdpDoJl1RiREnK8Eh5cmj1iI
LQCxK3iFdaV+8GI1/MHxJAO8bVQRlI1ArAsc8M8kL96Xw3rMcDQyeTRXn11j29CILBhocGGIVNmi
jtRGXebmlbjrwlgIqNd8HjZW9MXpWNhFkhlm8FyNKUBmSvXCr6Gnk+nKDrrwcGBdZCycNtSPzynZ
DDmvIyEE8qbWfeB3KQxMqTIkDumQK3WYiwP6YGn9+YeHUwCbCZY5Ad+vD99No1C8Qg6qK2ttPRVP
jhcaokhNrr4Pn0t5/9SI1E11XkpCaUt6Kd7UCSibXBnLnRVq6mKXIzJrX3sgSb5kEYo+uhUBecLd
cGpxqbMkG2ssAo9hAmspcqeiWKWQBzmzI8SQt8U0hB49ANYGQK78D8qW+1YrKj9SxvTx649zaZJ5
kPTerdLpwClOP01YZHlvBqwawxoWF9RN4pEe+PvPjRg0t8Dgx80TL3JqRK9HGnsqDQq2mNZ7Zx4T
vXPhH6r0K3vg0tOk1408DjyZK+nJqaFARbdGmVmcRVJMNI1BYSWOgi9pw7bohGsK2pfmzgQlAfc3
lMZs8VNr/dRCODeUEJN3WnBIB6TZKjyo+/XkXdpwUMquEA0kAuAAOrWi0P8zIxiFj1KC4aaGX3Yz
y6GyF3Cgf+4OmTtuUbhEntb59KVFiTpEHK2BqhHdZiMcFxJ8In+aK1r19EhB4Du43JjnfPfmMgid
sG4AKBDzYz7D0FoFEAB/PW2fUx3vsn20q763PUKbdDpvub6UmgjbtJ30QXwjzKbiS3W2L0dYCHVx
uDVH7bESxMCrIyM4kPDe61ZVXZnRTxEkH2IVpKNOQLoFTo/TD7HUIpxyIV0Aiz5AgthNUVvcq5Mm
okvcj6MCka+VxbtmAIT/53uBAB0wFlB7pMfOYzuhhI6zz62VgTFRUicSdbo/q/hGgTzKQXub/349
4xe2A6ePTBKa1nom/cyx9aD0YaLDlahRFNtjqzS+kV/V+Py8HegwN0iRsYJQTDi/D5B0DqfG4LHq
URzCpWmUu7lYjJ0aWNGVJfTZm7w3sxMncgGRoSE4fXg4TAg5acy1oZWIBXeGgta0RcAj36xW0X5H
Yz5eg1Cuc3R6HIEnod+CVCM+DMKJU5NANrUprJXSropcgMK31r7X/QjOHuILV5IK+Rd5kOlQQTG4
zRu5vULL9Xm5riRj4LHXZm+INs98TV7Q4TvQSQqmvKF7SgfP3xivqFvqNkoHsEar18LKz4tmtcg9
knIaaVblbJe2Y5xAnl/DPyXI3Frrvt+yVYorT3KN486mFZKpldp1VQOj8nE6rXLSAYMru1XvhX5D
5I3j+KVe5lx16RJV7xF2X+jLNCOSRkaWtdcOigtrdlXt4g4LazWe9eypNmC804L6ti1kQe3T5Td3
jhVI0XPZNkpyZRtecHzUSrgrw3pGIoVLwelgFVlI1ZGOW7RK2nv8YvosBXRADWqTSa7aRtpTquTc
ladghDxbDoIAHHfb1t+iRgU8/7VTuDDzFGQBadJnL62o0dMPI0PGAI/miLOvwZmTQO9+jToBPQ1M
oN6htD625nepDqMrpcUL64oyBFUjSgVsX/1sXYm5BXdUxUrWZhVm3y4MlGUDlUZ8TXL+0rPl5gUI
FaI5DTK30wHmRQHNTl+Udtj2wbdhThTDmyUrOHSx2l8Tb7pkDPYybuzkXfhzNpvAzuWV4Lmke1MX
95VU9rdjYQjuQIPF89cP7oLzgxUBM1QU0W45L/NJgarNRsG4jMQIfiedNH8zO2PYpEWWbaloRj++
tndhaCTpgR1DAAIVwznuBDWPOO+hBrVpAzRdIaKC2TQhJXV+58oOuWAKtsZVoJmhkS4+Wxuxnldh
2yWlbc1qE9rq1PcB3deFspPkgmTg1wO74FOhr2FgeDlxzTieLpCENtEs7Om4lRBocoKVisEWaip/
dNy08u9ubgZxU3PWXLk+XbJLvhGTyjua5Gyt9N0oZYST2KWnqLenPlZv5ZlKY1PQoALjYXljDpFw
Jbi7NLeo0lIfRjOZL9aff7i0Dcag5h0dbjbLdHaDgl1epdDUGUZ7je31wgo18XNwaJA0hoj8bGIX
ZeyNYcxLO2iXhQaSRd7M+mBue/Sv3LEIhSuZlktD41691k9IGHNjPB1aPRphPZmQ75atqu9kmDHd
PNTKx8WMsysrdF2BZ+eVSRRFsWHVmfkU86u0anXhHBR0BcbZrdqQP0pULfK/XpkXrXDuarJGORAu
wdMBiXTx5bqGN6kTZD7rQDQPkQA9yNdWLk4b1F2EoIaoQal9aqWNqL3pc4WVTJsMh3tONm9RMxNq
d4adpd58be7SqiBFtd5jCCpgfz01J4qLTncmfkvouqeB/jtkcEYbDpvcNlYp7z+3RpJvxVCRJ+Zy
d2qtohNeV6CBs2l4DPf01Ch+m4bGTpym6rCMsIh/be/CI8Mjk4q2ED+mdnp2n0iRURxhE6Lrc6gq
CrORKA9uWErQgn9t6MJTw8SaGSNJu2q6nw5sqlQp6mL28TQMtGXngAdcIy1NOsbioHn62tiFZ8Yk
Upuk1A6X0bmxYJImGK1M2hWtSCtcPk79V9GosFwgrSippP7V6M+9Iyc26VJiEkLu82Obrvx8iia5
gCY9DpxUCF1VDmJStbB2qAEy0NMkje7Xw7w0pwTV2pqDXpNN6zR88I1RlwhVLqjEmG22p/kt9TIo
6e1UhWD+/83SejZ8sKRX4MKABRU27bnxsMNVd5lXzCkE8zF09P2VgV04aqxVBHNlViWHZJwNLO8a
M4taCdWtaek2y6wJ94seWG6ttbVHB+q8N+o4+PH1GC8aRVj6HYPEbenMaJNboxSb9Pq3cBbRx5il
3/JZ/xbpReOLeq34YxupV2xeuJ7h+ImqAaiuNFXrZ/owr625lFDnNAXEMrVET3+xh/E++zEHUfJX
icb1q5aLDTwAYrOTR3pqvx7x51h6LQvhQomo34WAT62LamlMSoZ+c29M0gNKlDN0Zk34JgR1f1xM
WHDaoG6PQnVN0OGz11mXKzuFOJqEwnkKCgUCK+5IUtqBDHKImkboJUoiP3w9vM9egFunQTISXBnJ
tPPzdTAKdGRlxAUIqKNX+iChV+ggTCwgHZ3K167XwrevLX6e0PWeS13RAK5HXfbMyUVdLkRiQwSR
d3GOHHlcaPdILKUhHfNq7GtKodlGEYrQiVRBcg22cMn6exSPOg1K9tr68w+LaRBKMZZUwlCxqqLM
NQQ2pj1qZYRUw5jFkh0XwTK61SRW6ZaMsfT316P/7I4gamchc0qSayBdempfpyRBmIyTkKdU2fHn
La3UcYO4nen/sSXypGSGqOW8Z9lPLXF3kK0l45QsAsso3GIxx9lGKUvofB3mm+iKO/q8S2FI5xpB
XMgzJa1waq5NBGRPO6TldTmrf3OAuOmYpK6UBmTguqLchDkdubSqV5sEAsXvXw/282bBOvl05E/g
KyUhdmq963U97VusAx1LDtAdiLaGGtGVYPSyFbpsCXxX6r+zQIAdYgLTHokQR8HaJ7N6O5iTsPtf
DAWBH3Y9cE9Epk+H0gL2E4ClMZHjUt2DSg9mqtDicA0MdmElUhhbKxD0unNbOYui2lCeEX9jygQh
UbxsMLNbjTyUl4eTev/1kC6tDaCQKO2uCUSUuk+HlCexyP1n5gw2xnYnJjBLc7nPXcg0s13VNuK+
pgD+oDVJ9ZPGtOrK0ryw5wmrVn0c4P3yJ7CulqUDWAyC4WBl/bBrMnz3qpkZ5BVpL3+WZUEbbE2N
62c1DufmyuA/H5lEPPSUrnVcU4V8/nTwpbBU1Hgzil1LKf7kYcSwdshsDqePQniVoBFPH0Nh0v4X
DgDDFPx5yLiB81x8h1ZBHULnaM9wFTsCn3A3mEsEeXafXoklzzYGOwGObmB+BOT4VCKt0zEGQ1Tk
ljpDXjW2miuZWbuRyiG54tHOk2z/MWPiX0Q0WLlkn5qBGRe6Iei53YSaQWdlvTuEi+CVYiI4td6K
txT5in2qCPfBFEx+TQnyAcKZP1zOnz7G2Q5VK3HsCDZjN24aNGQ0o9kQqI0bqJQUN4VTotSVDhZ6
EnAa6ELv6810tm/fra/spoAcyGySUTmdhKaMyzgx+tg1w7Dfa7U+e2LYD34ZD9eqYJce60dT677+
cFjCHG/MWj7EaPRYsQf3nunKU3tNJGvdAB/u3e8DQkyeR2qteADrbIMIQ5TC0w2HRhA3xriHAUUN
nHau0manzIklPhlVF/xhdLUaBdrObqTpG3Jr8yyoREW0brQSkr8xiMKjBt7IXTNJV4LHC0MzyK8h
dAbluYGY2ukE9nRvBAIJH7dKtSC8iRNNHzadkhvylv75lqYco+qvYSbPHM770CglrtApbHM5ODVa
BkYQxbMau/kkonZVJBAzLo6xtKME39wE95bTmRF0GWFfUwL/enV+WjIU2Vn7gBVAv+Nrz47IZuhg
twwK1dHqLtyKDaQlOkjUK1bOPDo8daB40X+nookEKGQdp0Pss5iOklKWnDCewwHK/qy8S+rJ8gR9
Erx25vTMC1jsFIRHr7jzT9sP0xDIrgA1mfKGeubqrKQUgzTJFUcSy0i6hzhxqL/HXScLKjKxRntN
dvOSPfYF4gfEViu39v/h7Dx25Ea6bvtEAdCbKcnMLKsyKpXRhChJJZqgtxHx9HflN/olNVroO2ig
gW6JSTIYccw+e/16qyUGqE4uBhha2N8kzRk8iQ9Dk/qrmbJ/f3f/cClq6Xh1OyiO+A5/u7WBEatJ
onHBumwrD/nYmUxxLrOljdNfXuBvEcH5BSJNoOXNPxAGf588rGUw2mrduavZ6q/LvBtOIsdQyhFh
8bhsNN7zfa3TulXuze76+19e4h/f5fnytCoIspDTsFJ/faiOiGNi0tJJWaTRSRg8ybxgolBsCZf4
oLce/v3J/vlVuERYPFYWD/Hb79bUQ6FkXudsa04jvQvZdNthrMrlLw/1z7v65Sq/e6PL2MV+TuKT
SYc9TIsI5l6jkMLZZfywbe7fLMD/6XJUS89qaSYbuL9fH6LfUcusIpyi29LSa3GUuYDNkcxjgNMf
TkeedrqDXprKO/73pwleh7ScUJxC9O+fBKU/RPWOgObVB2+lpK2If/Djf70I9iOolKmw0JHhi//1
7ppeNyXIZg92ndu8xRZsOLoKw18qYn8uDCYSAJqe5ySgl/1+DNXM+WNmF9cZ1EaihajqDwJN2eV/
vReucq7Z0KKkUPR7qQjf2L0cIlFng+cQmTGDeqys+W/r4c/tI2BLJOVkZpIOaHD+7/8nWqB0nuMU
GNWZwJgRhEbknhpTbVcqp3n+7zf0xxF3lhkRU0GgCJne+f2Im/rz2GtVyWxkduu7kWv75PvFeByx
lMpm7M6uCoqayb9f9J/uDykVfveUS7n+b/c3GR5wMfIUa5xkaeGiLZ+dLsRo3t7/8iX/06X4ojhf
yFeoU/z+aTW4hDGLRUfFuMvdUEKJ6rfIfvNQ/f3nj+k8TocmiAr3ucz22zq3zFgBV4xkNuymP8Vz
83Nyg79JAf58X6wH2gNnx/fzGvltv51dGysfRk1ZgKH+gseqyYzwyhsGUedbC5e+284IHCD//YX9
+XH9etXf9ok80D0zVHmVufZmLrahWk79vDkX/36VP2MRmoxUtM7IM47N3+t0EFkqOQqSEhGt1T0s
VPwDQ9wCW29wru2yzrHj2nP3wivBIfz7pf/pBjnEyGzBJlKT+O0GlZkHIZQiHwoCAJbwQW/k8lcQ
zD9ehSIz3fb/QQLcX79rv15RIOV+hZHrth1B1Uk0XZjJ/vu9/LnkyWnYCIFuoJ76g4LUhxa016Ws
Mwv76fXU78PsHE09yfZibJ1l+cuWeF7WvyQdvCjuiW4+YXlENvnrTW1F542jwc4yN6N3KuRoHjq/
arJ6OteOYuxr/7JM/uEToAoHv/pcxyY8/u1dlYvniS3c6ywKiTYWLO02qo99dEGishw3hN43WzjP
7eE/P1b2Y0QwXBXwkvXby1vEOfgatzorOHyOfleby7xaKbH2JPN/m2L/h4dK8I9J7nn7J6v67aHG
naXDGPPkbF6WomcejNAP317UOWkVxHN5Ib0e38b/fIekcZSxOODw7TqTZ/7vseOF+z7P2GdnHc3J
lNpS/oRboXth3H77/u+X+ocvgUYSnzmFW4Y6f1c0LWtIVb7c2gxhe5hu9uaneEj++P+5CJVh6hzM
Zv2eDlv2UKCvW9oMVfJ+KDvLys7Y47+coH98bpRPOMbow1GzOQtPf31qiuSNZl/dZwx7jw8NZfDM
mqf9VGo7ePn3G/pjg2S9++cGFVEi8zW/q826qZvOiucxq3vffcpRSuWXldFMnWZ9PllYOBfjHpWp
tw+j/FrvZ1zXv/8CWprndf7L907+hHSRAPmszGC6/df7JZ2TTGHK8aB9SzKYLQBxOM391pgZ//cA
oktrEtB5poGRGk1zjZFs1FqBTG1aafl4iCvLbu3PpnV1+V5JtBHe5d5Eg3guw44KxUuuZd3VF6HY
ZvGjA7qaR6morFzUCYiOTtYHawc/5uKo222jlS0b7df6tMT15D5taohFn2INvJ///9KM7tsYlu3y
016sYX8xjgncT1MbTu2PUXrLmjqrrmwcGuFc1EltL3V7tQ51dYXhcFDTrMJD81WV3ULDuluLqQ6P
jld1a6ptue1xQscrmm6t5mxfULtlEz1T3nG866DYZutHPDOM9EWSELqQEZhTAvzMk2nDbGtEvXb8
+B6OB3SPdknppHb7ZwAZAfOL/VLnedbStJZprZd4+qI8d6rvzrgL96KJ45wCIffS+29jo1fXZO64
q9C/mGBFGiyxt1oJuDMW5JnwYsK6dT8tLdInTKMV3eODrauI6dY2HvG51HrIsVMvIc4+9quxux/N
0AVOdVqw7nsZZ9JZyNQTNr2f0K/2+aelig3i49Wez0CLs4N0G6D0eLXXwmLK1DVdZz4PwYDGNC7w
cjio2YIovYZ+Uz/MZ2MYvN9dscYvfq7D+auVcxNLqpnEdz/PfU3RFWBn3UwlqWwe2xel6yzqEcLH
IskiCrOO9A9rS3hQkZxpNS+BCpviS+VH2yiOMSS5br1AoudOTxigNnLP9j3smz1ZmmLXNShaIqg+
qXSg+pcJcq1VpmU3xAt4bHfHsbzafCMeotktmu8eZzXm4C0O2sUMP2SqnYjeu+Wvn/ugtPwPxxiv
wMzZwUTWSstiCyGAgIya7DnV69hPS1YsnVRzgg87S6+GxYh6fB2CyJx04XfdW+RLq5ZYcJel5lRp
1nD/yi65OeCxV0+a+3GNECSeILXr2QWP0k1+kdpFXytchCdGpz8wXnbgItR5MDNFILS2rdfI02Zm
fNxTZtpS/GxH/TaUsbGvdmfwzBevw3L1sxvnS/fEoKlqMj/OxZ4ypWBCyClL3sEnqLR1i+1szuw9
ZXjz3Ah0HEvWr8GKHwn2+zda14H3vNTRao747rP3pAjg5tLK5ry3C3GBOzo90AQak9ZvnQdVojy2
lmYHSkII64g1ulp0k3XtAgMbwN7TjI6trFxEOW8Hq4woACbGAZnhwI9nqDJO7a1dzQ+/FPSTsryc
0eMkdq+t3jsi1ukwNZ5tSAx2Ulum29/QOooaL3zDfdw4TiHQi2K5g0A40X1UyHd/nNRQpWFhGesx
KAd8DBii0XlcJ2ZBrLLSr7LH6ttYtI2GBQQbZQLrhzJhnq9gzo7e8kn2lt9MlxOgxWE9TYop3Tnd
SAdwYR/Au/g3nVsH7YqNUFV25eXCPl2jVrbjBatu7GT81PGEGGSK53s0OJfGbdm4vuSNr9f1sZPu
KOPD3MXhbn+ZckgrIXFd5Lv1uTsowlu1GKWuI+Q7swOR0eBXvsd6tQ/zrHHowVkfOvB9W496vBix
1qjOcIallzW2yc4e/4hah27Hcal18HMZqj28ti05W1/x7J37J2gK1oj+DtkQEkBmOvsfjstunGDd
7/bprqptu7YCTASfNKnx+gwTd2pOTVMEEJGgFswpG5f1LVxavIaqVQ+XU26a0+7nNn4N+1jYSVDs
xW2QO+UdAPj26DSxvKOjNtDpacN49p+iym9BPgXTpM4e6WVf3gXDtjNHO7hglV5BY+nhO/dUua9L
UGP97K9CxCd+Fs0GG76rxqa5a9wTwmeruZ51l/tZsBOgQ02InfHVXZ1IWLDj23G4Eb6Mm0dHVs14
Azvez+9Hr1L6hp1ueDWercvnoovH/Htoqqh9qKWIwodltEz8iipn7I9zL6owK+1h0yeiVL0km+qQ
bx5G0eYffTzb0z0C0qo9ArxU8TeWbM+ay22EJw9T4HTdDyjgdcCM38RzOODdP7kflbdRl05EPzms
ataIpR58t6UxJTq9BJ87bUZzVYraY8reU3kjn/MiWqwOGMwczOHR8qdC2ReKFCFXKVSkevq5RXq3
Pjbpjd2elIsNSyedF+E535xJqdVlmL1TgcmYldjmJsWUqChUEsclTsnJjpcz+tCpdEc1p4HG4P8j
XFvLwjw+GmcGV8vCWeL30aut4RmgQ1sRK/Qs9DJBo2UCJ5W9dn00IvbaLh0baaSmUxRtDePgdDzG
20r4u4uvPAiAJOoV+zkigHl9a1FoTgkjTdXK1mhLO5UoMlA72r2ghaT6CoGPJSsvelYFLdPnfBft
D+zW64g6ZbNJ6sCD/WwLamWpy1p003Aspvb7vJroEakVZ3WMpbt6CLpdXRR8X/kNAKMSDPZajq+R
TcuXo3WTb8BHxsdG9/WPoPKX9mLolfsw7HvwwAxosfzvWHgrInuCM2HPwVW3j+X6mRghohhd+nF7
Gg0+Eye8RXL818PcU6nbx5N/YWYLgQnC2/a5t0Neljbicpq0ZWdURUsrKQfMB1IkcTgD+GPT1Mc6
8PMb8hoN5KdtzHslOLkvh8UZvcNQzjti6GVpD9Noy2MQadsDldAVJ9IODDwGLc9UIRQ6NF7arrfS
Dfl2NtG3WE87x9ubiyqySXEiN3Pqy42XAhgZk54NfSmnOVwveTlXG4Asb8Mv/oBxW1xg5qNAnlVa
zOqqwIFCJ3XdhReynRaFe8we2ZklOIYS+3ypdO1BMyadveZeOtnAuTJXOcpG7laUj2x3zsvs9t2W
ODqev3h1WHzxC5X/LOnpPNgTTiQ8ESA5x7Lq6SBZ4WTxPfQ1KJg4mglT8XAZgpshb5V86HvTzSfH
m2soND3TMscVMK76Ihn6HjNvDEWV1P4MqEL2LM1gjqHN5Tqy+rTmz9yd3wM1cC37LV3y3HFSopM+
zDwTlisKQd2uCT+x3ZKgW533ePfb68LtjcrQGFfcg6UW91QJMzLgbar6a8+rqaBYNOLoMoTt82s7
xD2QXDoEeK10wLdF7bH2Gv6VAizRdyFxx4djYBfPk6zr/MIr8t1JQiIVxBA1hv5pbDfDnWyCqDwC
asBeJp7XYDm6/QxpwiJ6wpfdzL1Oyw2NbSJ8u/T49FvLPxhMzx/3cG79z60sajvdA1EvSatCoD6y
HJW69cNiYOq5cOMi7Yo9tLOe9zl8Go3lXPRF3fqX/Zlfxx8SHnFluNoGul3MO1wgNBR41ldec+za
Tdw5iJz6b3aPDbuI2DOTMVBrkZXFyF/ryjCWhy3Gwf8yCCu/QLPdhddxU4feieg2Ak3cxJ38ABeo
9o8AD5TXthk4T+qygijWzXE8HWFyWdyLPXcp0ZKHOfaO0OMqV5P/7Ph6jq66HEV+Wrpb8WjCorOS
AQ38tdpyAF3bvhPkbWaInSzoPaz58YCKcUDECf9ej47zdfbi8qaCNeQli+UWC5thXEPByTc2xt3Y
3pfJsfRX0cs8hkbgVfajsy64B/iIG9pXOY0bVTE5L2v3ic9SG3wPFSdfACRG3JfEtU9mFbisWL1T
Xfe2v8Zpjwk3ob7sZZEVRRm5F7wqfwMoWu4zS7WLHzcGP+pDrqolTwq60+VFtYsxOEpEM4BoGCgK
j/mSUwg2Im/LpOyV/ert4ixNYq6yPlJ+nA+xu6HLzFWZA+7aLCyB/KJoT4J4engpa3dPhiiUVToX
K3tXCQhLtqAe4qG9mBg/vafq5jRgApfNvoSOYjOrJchW+L6CSkC68C1VX0CAnoZrYhXyNclrqXHa
i/l74EP4czYrj8l0RknKFxr67Ydjm+JHOfT7D5xYyve9kM1N56OSO7rk5/emXuVTl4tGZRYL6nV1
wWScLOl2T5MUFntmaxv3GKqgISiw8lhkPgGFewpsZctLt2nnJzrsfmFSMn3yNrN07iM0H18fmAUa
oL3VAWeB4NRKEdRiVZU3XlQRDHakplvjBvf04/GJMIwVxUfU8tZ0FOEUqi91F0fycvEk4fCyWeHB
NBvnUDJXUGwOA9ZxFVQUUb7VBYPsCfIxq32qV72Dl2vH3D2xFfe3yCfgvtSuCRiAWeMg8UzN2D4S
ivinNTnqp7WI+CeYA3Larc5Hna7WCj2Kk4XzDKkbSBQoV84h90nMUbycvRuV3Y7v+74zc1KUbiuT
OTbud9ok5EBLbEtCZDF9ifKw/9Z2WrhXLsPiJ9sKoiqlkD2N2GJQ/z0yQyKHtPZzVCclrJLnrc83
PpfeFF+DbtjhRnn5e7xo8bC6zvoQi3iXp4GIByHj4jPfG7a0mw7gssbj7rVzdYhtFeVJuVb6dh8b
ZR0bb1ffQtxBZeILvXyvXSwLMF3p3CDLlROeGmvaLEo2hXmfLWgonJxRpy42Obvf9t1bQ6ZrdP8+
sHmYQ7hG9a1TO9ZPZ233T5ugAn50xzl4h/tQP5U+hhUMFzbz1RoUhEg+bZQNkh5Q0AvSPVCY4161
P9VoiW/drM6tPaP15wqs75rMvWnKu7oaPRqm7dZ92M086XTXsZQHLbymQUPZrNeiVcNEgqDHn0Xg
5V+1OxQPK0f4fdCUy1u5+FGbbDy17+G4TNeqHW1ifcA2jAjFnJZpIwVxYNOU5wFab0awYHkAq2hq
luuneBpI5GolF7IqXZ7ThMiv7m2nVd1xgNlOLd7GXOi4zXpbk3qs/PBEz9J+CxbgQ1iFzOLOm3w+
d4cByJASFdl7ppgynxIvVCFZKRqCiD6T0PFhdxXDFMBa+itDt9c77g4p/QH4SLMmi7csp7DmWSfx
0i5B2q8OANB1Dllk+eZ5d/kYlc9oLpqn3VmpAJH4rXPiDvFogTHp2UPaIFKPsin8j62Pm9sdpkpx
pUrhegf4Yos8TqqNllSu516KldsFaMIz0VCpOH7iTO+rbPOr7rpm1nq5nPom+NpvrrhVtYBgaEdl
+VIQsK5XYTHFj2Wca6gus0TtT3XFz1NdgkGLbBXKi9H2ujotvMH7EY2uQv7T5c21Zybz7O3rAJ7I
n4MO9yEt9gQa43xqaULux20rDeQlpdUNu4XfHmMHSHTrRcuejoglCGeHguQu5+Z5OjrWryTd7pMv
3eKznBi5Tapl9J2kEMQAmSO19bOByXrN4N15C6duFRwn0JNhyjzLch8uesNHF6sFHoDZg9QwIHWH
xRqstXIwQZdskQjGQ0HY7qei8axLf9u5zZhxBGwZ2x2SD9+z953eXv7FGjwo1Qjbv9Ig0NdFs9Yq
Xcomfon2rf9BDbC5n9ah/Vb7xr3suc0ppT9O+qvoD2FegfoeBdwe55duNwOFLUgWWVEiX/ZDbrmw
em0vH3my7BlFCo9pfmzw2iDZd9BDsHuG4/1GlroneOrW9vWghf9107N/Gwb19N5U0ntxQ5pnCbiZ
5ZucMYFKVEPlM53bPmjZ9urGSaZ1jt7pLRMkr2Vc3Bh/pN4CF62/hathVQw5qfVmWAuCFMte7Uzn
YdMzYDWKINHkHW8CUdZbVAUev9sZGM5AstGfvKHOZaK3SZECMeBJ8m+qfjzlrdhvwWbB6Ahowi7J
WDohKMeyj9YDUZPuUm829SuC+fzeWYN9A7dD9RXY4jlqG72tv+gC7AGTbQjCPi1cRuevoklP786m
vafAxB57twBy2ndL9OIXrq0vY1nIp2E5g2ERO98CCAJMDNozVkmPKcWrpSihJg4nMGP41Wg/NlvH
EZCXuFiyxQbhg+qs8GV1B1I59Lzec7ltHB17r5m/CSapmqvFqt3rZiZJJvZ1+zVzO1u8VhHwy4Sc
ISchjTx8lWailpsWljDMTq8Zt4RPPPgmxN4Uh3Lc8SGqyYjTppDyrnPJJ6gD0U0+NWNe30wGy4JT
LmB9RrMMPwrAg1coyYlimo0Qw14i9URNORzByeb5nqpIRGUW+QNS9oaCGM6VTLDfQm7yvu/NEgdH
sEjOEb0ZEX231KZKwZnNb9a4A9tF1ofqvcMhJJE+GMkUhl9/TROz9xNabtXnopXLkA5L5zT4o27E
XhEeTm6yuEX7eY1FuKftPrgmXWDv3XhRoWOOwqV6jDDFDZN2WKrw6EarfeQdD4bIjaFjWJoCHnXH
4Dnj5+DS/Mafbxrm1PYLSX/oKRT7VF5h4sjhWBJWl9AolbiIS2ikJ6sYwjCb/Ih5cb9gk/Eoll3l
dmPu5qUZ44NRpbyGDDr5JGC+Bukn9HxX7QGnWhcWNDCbdeouqpAW0cGgOXz188G8j7GyoIRCX7tZ
1eLYWbzPLO5G5u3LIuTwLQauVaQBEcp32gv6tg6BBGbkzN2nRWnR3FuYIizFYzxQ/s1U7y5AckAA
Tm+2q0GUsgN4K0xgpwiyqItG/U0aYc1JJxe+AhEtvAWLUJ3McHalezq3/hk2rqb4ewD1ECzsNJv9
bc9X+3NEy/BCb1bJh2O29bVv9/h7u/ZNeYzsrnvGx9x7WXtRTym4vPbNqjh1E4uM+4sRdYwHUhD3
R3sKWKVxsO7NQQBqjQ5qzYfqAvJ3PSdO59nmpmhiYhZDWvw58GbKi7ZymNF3KV03WTXISCU4h/bq
EEXwMClzuO1nqbAwwMncdCJRU6neFliDInNCG6Jx2/Bjsn4bubSKxnDOLKPVLcHzSC6rGz2mLRW9
6sCcfNtSUxvGd6G3ICq+N+ZcUtDWCECvBhB8cHDPIdjYR72npvI7KlNgqK1UaPiHHCrDNKQ93eyf
jg4tXHh5D5Vz4cf78HXMV0xH83Ad3ZQaM2kNWELIeL0I+uFq9hwIu5oDieoQPndUiaehbNPOGP9+
rXd5s1li7zK17KRChUGwl5ZqwtO9nJZhPzoOMUZSlgUC4HZoIWPWjNk91tPqWPzvW//JdmviNl0b
qz0aqr5eGnRV8NA26AUSpdeBiptsw084xLlhsgzB+oPRdLUmFEOsIQt4zUPWTqKkYDXExf2mdUFG
oVtpnTb0unvmK8wyqUPH0cTScbzbJs/nR9opLbm97jvYoNvUvFfKW9mmsVPjj1dE04nI7e3JMV58
N7RqUSeE+vX93BW2k/m4NTwsMV6K2GsvGLB3wY7Iq7JLuh+TNTu2OK4xJaPntqwL1B1Qq+2077vK
3EpPkqr5HIPw75bVV4fBCHw0RWP25rqaIvtiGoZlSwY6/08lq2pBU9NE8OmZly7YjEF2JxUqmSI5
g+JJRAO/OK2FGxk4zggSMj+vF3jpeIDnabDm6t3rmsU6lWSpl9RU3bs+3IOfpRt7K/tWsWhIuPRv
Er9pDCR0U0iTTbmzPe2+aEVi2/DlcamAZp+EZRXCjW0HpN4aqyoFfpIUZafMixJWftqxM/NTOrT7
SLS/R7e0h6YvOeI4i1Y/pRCsZXcQ0JG90AgAv20E7aIZ5ahdcTY1ttd8E2VlKEp6sXzK6c0PhzYU
sU4hG0f3saqJnJjzmcrEsmZDnVk38hLEHhO2i6Kzmvh4JHRZSOQKTo/uXsubBJR6CJUHgNGvB+9z
PNnk1WD05CMtH5sSxmivBELrKpMF8iQE7XAZ7teKkDfDHlvCoyyJMbZCbGO27eX2zcm11RDv7cNN
LdvGvnTAbT9NxnMfUP2aNgHnG1NhtbppOrT0+W5N71MAA668fPlfkyGJt3j4cNZJ3YkuX55F3o/N
IZ7G+sN3JcfpsCnzbddiunN1V36MPWYaJAdufjfoLmALynvneWs87HM3qk8XodM73/OVLY9bZY3R
ETVrtqpu+hp2gsK8MRsGWGtUNgwHY6qCfRpQec45744O2vxIqmqG1C18/Yo8Wnzt6ExwkMXlueO1
2qK+xTyUflKxjNvnQUelRulvoBAMTjh9TBbuKUTrwYfAU9FKSUajT46z11R6JzV/Eaolsi6X1bpt
6vNOo8oyf+g4Ppd0X+ztmuYIc7BImEMY89VsB7fKN15Aa6ZtHpStiXe5ZHfnKBHgMrhx3kXhxmY1
hYH1OEZdPV7PUAwVDaZ2A2MYNpQpcbSOnIt19NrpxsfrxM8Wu9M/eULnzYpQE7Ym5dRney8plkrs
6vbE9yh7FJiE+BccgnA32zanBe6Ytn+Q55n/Y9w5+oZtz+1IPwjvkyAS/c9cAEpMO1WOpMKb2z/W
Kp73lE55NR9jr8N+xVGV/TARglhpgL7nfib8n9gOopLmE4MjKzPqygIxXxYKM/a8HbZEstcxmLRV
ob70mM37iHwgmklrQ31PWST6FdileCrseqpoAk/TeydzqrUbXDeZrGob7gOcQr9PnDx3VJrte+xz
e+d+DM2cU7JrJSSMc29Y1WBvX3Iqf9YJrPx631r23F7nAQzjZOTzCo6MBdL/q8XZf/hs/Xto55lY
3o2quELHM5+htJtbfusktVnGGScSWjFJSZtokOW9w1zqepiWbToU+UxzXyHi4/lqSI3p1FjBg7Sl
HHnUBbFCjw70myVpSR+6ma041fC+/UPUW+HPxbX0o6fXbb4eooAjRzNtY6chAN136uChl87Ij08B
LrTlZeUhjD8fc9hTDkPvEv4BbIVjSSsjTynrmtdabfablk1kJ5sjxTXj5/1HEO4UnvFcxvu0pgX8
sjbhFiaN1dK994twvGxnwd/cTttISOuFjZ+OMvJ/0vfw6XagH2BbKlqmrUCCkmbh4W59p3ZCWbxj
U9sATyO8vtFTa31phDc6BwE+sEr3Cso2deScNnxYUv/NsHbrH+Xu6m8KDdcbNwQwhWSj6Q4hcyFB
6o3bvJx2rMyvKPhYO0zOQn0mWuqgZbu5sNI+MsI9aXtx3yy/q57Rp5ZfV2qzbzhr2uWJPnX7PNaV
/zGZvoSb2sQWNX96c9+GfvRuVRyN+3Twt9j+jmR8gOyZ14zjA4bw5KUlm/2lM8XkXzlll0/Zgg6E
hcyI5U++RzVSPRzpE1fbue1qobkZD4EU5XCYp8q7nvF9oN2kOu8jd1sqAXYf5Vk57cF+DCuDjrBa
fUuQMfRiLm4Lv265ZzoDIlWsV33s19Vt0pZ3d9XZPSDnnNHIDznsy8PQGYJakc853HrK1e7B73zI
8YPVuNa1yZspT7AI8t+Eo+gIdUXkLMeaBPYxlMIe0tgXQl9WU+kAX/aZ0bfsktgg7HFT6Reb6kxx
jgOSIs+Hu6Zzh4bNfe8+i4n2GKc08I3E2EP4YM3BVhx3sbRfISQ7dVp1FKtBfRc+55nTDE/LqPwf
TFtQn+nk2ofJtHSMXbx6GAvat67WjrmRk1cJiNA51aat8MM7VLqDzCLOYUOrPRrZlIS/Mli34dNw
LGCpNKe8GcP62mH7oPJcjot9ABtZPdWy0GcW9i6qQ48iyaOc51BWHuBpp45e0Q3b0shnJrqCNmlx
lij445PJgs4xS8IRSY9j5aT5mPGz9TI6PvZVsLe5xFIyDq4CGQlFQX9Xn0se5fNgDOO+qo6rPhWS
vS/dSqfE/bfrx+FISai4n8uzU0azB/azsMr1hUkPPr9uzZGe6HZQc1Z60eylhRgKOod55FzONd/f
OzoBNkgv7Gh0OS6brSTM4uPsnGlI7IoSAzYjyKSSmtTimqmZcQHT09oosxcc2DgNwvzgKZKIxMPA
9Nhti6hvfL3nQRIpS1VJseERlDYdBdWLSAf+x+CP5UvHllLyEML1srcJibII9ZP3aGSz3mjP6qsb
orPgZh+ssDv5W7dVqe+3yGmIHKjW2PZmT1m7OYICjClYPKXv92+bXrmR0a2Kh5ak60WREzDcI3qs
Bkw05F9AEg+aOUoThimFf9oAtHqn62EgTDm21NRl2gx6Wk+4UEyf7HXvv4tG+NW1cgL/gjno9Xuw
Nf7Bcsp1/ETpnp7XwjikZlMag5/x1lY/NL3Vj4bq67M3BEgn8gFvndSVBdHbMhKaZ9U2eHcLcg+0
YfRgcTTatKLlsMHv1g6O4Hhg7tN7WPdsgmtJtZyTZAmntJbVzKvYQ5b+EsFYT7py9p5jREfvZWOr
Z2sMYTO3TqfeO/ya7awuN/FAPGFQqIz8+DBqv3jeOj1L1Vtxwl5t10w/oTtBM+ZNBC26GCrMh4IO
xDvdzSWpsGKh1ICZO2Wu/8fZefXGjTRr+BcRINmMtyQnSFa2JFu+IeSwzDnz15+HPjceajCEPnix
N4t1Tze7q6ur3lCateUo3ai960qrvQjZ7B41iQeq01h980uVg5x8hEdQ6fm0Na8yJkhK53fiS0RK
arhp1DcFmBUkpNHeFDFeRSUgC45+Vh64C8OfpjboLUrP0yxQXKoiw9Mk3Yw8nwVUXAC5JmfVZx+4
kSoiAMuod9E/L4FqOUtMhq7CB9acGoenm9yi3ElHLilfkXpKfydjXxfg7+f0Pk/JPHdTH5S0tWjv
Zp4d99q4H2Pa2tVoZJU7mYnGzHz4obvZ54KhN26NP8pETt55EMCojjJpflaVSe5whq6GZy2Y4id1
6hWKRspAF47royhd8Bp0plOrLe6x4a7uMk0VL3XOS/+RspPQ3Ark1Y8JTt1bUEzZ18ZISLHBfseg
wSJfvIb6VMCFnyJxJ9HmDo9FHlTvYV8s2EPeIIkzIKjWHjo5TySnR3wUmM7UxbSTaCY+GwagljhE
cNIZqrz900O1+GHwBMWZPhKcT0GSQDZBj8veFcYQtW7VzMGL0iqAiUo6OovBRUi7Qi8G1jnKUIJ2
uk5VHkcxjI8ZPmElpUstfgdLxyNkavvfI5jizAmbZRc3jRYVx7lM8u8FDWE2tJ2OkStRGJAdegeh
7VB0ohQ1G0l4G7Zlbrq1ptbcwwP/074KsRvHaSOkOJ7K0pQetcwHONQEY/sYND4Qi3iB2DuaNoRY
zqud9J23eXovdErdrHws3Zd1GzxApEHL1ldy7UpVWmrA9QJR4sDpOlKNSdFZnklR7ZWiYvkmB4Oq
70w5pS7b15FyB1oyN1wYJRSueK8ZdKVjxZxc4izgDVKv/HHqcGvxpErwwcOWVrLHEYDfEYDV+y6F
ohw9EU7ycZBovxPDg/HdKnX/WSeLYZ0MqfupiJkuP1T4CMcXRZ94qEtD+Kr4ke5fI4463OcV2i17
jgKBDWged2WhY0tMB7avAjJ3UVNvykqDq2Iq6htJI7Y4Zhu0idemWjU7kjH59zAt+qdetdqfvdZq
9VFBveNLntKKJ3MrfNqSmv5OHW8g/Jl1cCwE3HpqsVFxkIcKZM+oSeUXptoAbTDVMHQnyFZ/IvYP
IyCnvm/kzPiv1MLU2El1n78v4YFXGj0PZLXJJK5Mf8wQGKRf+lZZA/72USiCnBtKsijPUKO4S2to
BcBjDP9uNlPM9WYKcWARwrnoPdsvgpKUSIuuZz2ngl36INQpYID+2FfSlNwldsHlmVXZoLJ9anGd
6PScUJ+Ri5Q3lJE8ye0Y/xqK2fwRggTvgKII+VszVzyK9BT9G20MQdsEqgy7MOhkn7Tc6MU3dmF8
Awj/1+g3aeWKvCTbMyPyc3O2VLQZ81Q+xmoJnmmcaXISsOMq3MUWKbvTS7xEnZh2HWAje1CvAOWE
1g7NOWySjFwS7zlgOKKV4BqO814+hk3FkaDwbz80aikeSirQuecPYnirVG5NNp82/FRznH+cOImN
L30D9svJ7SJ6HSbaZdSkBv0W9vXADgdcGe46gH0gKLmMeM2bCV0Mo1bkaz5cDVYjGaXnxB4DgGwL
ALHQMf859FUfEXD9/K2GPvp9EE1xl8vRKI5xWsr7XBpb7UBwrRLXbIs21EBNUBLEmYd6QtpfJzn9
T2XpJIKpsxwTLml/HG09o9+QRUZDBFIp9uJZAsUB2Xra271IOE98BL8Gx9TqBo2P3rpNhghzsUZQ
Hr+FTkb1IB8Tw8TmpQaZS1mCagX3Rtju+tJMxR7THkracSfq70WsDn+GnDsIbSw6zl7cTtVX01ak
9AaIb/QlJlpkrjksryp6zPwI4DJR4JjkXt9RBJW+mKVMG9uch/hdC7XhDz0+Rq2TJrE96lapdV9r
GQVhzAZn3gMo0dJ1zS29/gYDrtS/hHoRvQA6aFsSrr7sgMxEEpiRERJL4tYlCKxjQEmtuYFI29z2
QMw716LcNR8xKyyj8J5e66g+g7CYf5J49SDhR1Pzm9c2SCCB7GrEsMwriVb+O6Lbw/cxEGN3oCdv
FZ7NqxiMRSeh08j7muJ2YM7Sm404GQJalmHfhV1ih6DBQovkuii+NrTxAVbJkfxTAh6Re3MEHX0H
OMQGGsXTNPO0BowQne7lAGjdhGygmlt95VrcKQYZtgnSjE6f/dwWlfU4d2KQaVbOTBNucnUAaTvc
zn0zU36biQwejZHuKQAu3dEfUpKKmqaVvEYIIwivK4oa/R1QgCSZSTZRK250Qk6tJDz6LYAhCpCx
tm3BpUhhQotBYtvQv0VQMSln0z9W1JYj5IJIcN1CVmkZ0oLLjT0CYCUqSYiaWXsq9wl3k1BpzWkA
yFFvq2eey3ndqzStsLP/SvI49LsQLdNrZF0UKixyLkk8jhu27zDK6ClUcTb5TjIR3ukjUvC5Qp+b
xzSAExNs1xwr73qiJjCHcwQt0T3tk9HLRK/9DuecGChFGMM4ksio0doxGGCnI1g/1WmVvgBMFOWO
V/342gdhFl5JJN70NqJSPJqBitbVqJTsyNbIW4WuoaLcDiQ371XcW18R7rUBH2Ec5O9Se4bMOQu1
vautSP0RFqqpe3E8ylezHhTlfW0X9eOA37MMdsMCu14sqX3mi6R2NbkDFUZGLsG5zo3mWx6mvHNj
BDoJ8oA4fY/KuPZIOKCHBLsMSK7IU0kC/CZ1D4SpuXdFnIBxLGO0hYbq7z2gtXbvFHLR3hIa6ROD
I/K/w8FIjxMap6MH4IH2IDCf6m2CGdd4FYC36hoLE/m/YMzhjsoSNT6XMoHCVSIbmDkSXCRrpwyC
5ycS4O3vLFCbgYQ6CV5Ru+0fp7DuuWFKI3iv2mn6LzCB2e2T2k5+2lzS9c7gYNGJqGKrQnwmNsGF
TqScLjueZrcWSpwb+Askfjy9k1/U6PP3ojSjwVEQaX+li0uNZmja6bYoBvsd1RfQPHSM9YouwBwD
WRaS9TuNs/lnxNuKWSkpmLYuM3vNjZF/aJd2nt67cmSmPyJUVvHQUWaI9hqVOrqe0cLmaHobsGhe
zBngE1nm4we07a6bYVJbRzbVQeccaFIIyigO6p1V2sCuuVtwN7ICbQ5cGrLVHSZg8uSZsiHf6EGO
9n+kDGlxIH9MvlUFUZkkDuhRp5aEfgCP2S/gpvEDjNYWnGGkZtIORLj/0BKfQpc0X+GZFhXdVxWs
+EtJ7+ZZN+gjaNyON1mRiqc4FVr+WMVDh8iOHfXTUbX68WsTNg2CpHMtEAAq09Y/TIWIn7pSNFSe
hgm6yiTPVBvJXZAvnVUrsXa8kiRjF2kFz8URSnntqS2nZhe00Uh8tIc6v8q1Ue0g4g6aZVNb1YkP
umj5zyFEnl9lNJeSi+pZgZZBrEzxT6sAOHFAHKP3b3veOAC6MI1/GsHN/dF4GvCplUXGJQ+otfta
CJxsAgEDvKGV059DPfrPPpn+b+SZljLrNA4agYAccAcJR7zVaQjSI4MY9FZFIxd53Sr2oUqHhC4r
3KDsOILvfOKtUuIxHKsN8HkdWtCgzJXiNikcRCdR1TQFYUKRxPMXbgl5pGk+UJsm29RhBXyJa+B3
XoTbo0XzoON6AlwjXtUJgP9ogex109Qky4X3V1duJVv+Qx5r4IzI/ElyabuGyb4QmfFVylSAPB1y
IQ+NpLSzW1l+NzgQ30AzlaZcPCdmNP2wOkP5atDQkneKP8uSF9o2zQlsmoLITeqM1DSVRP6oWK31
hJFi8SZLjQ5gqSgC1SUeUj7EqC2/gYwm5TCaa/GOsjuAT+C42VUN5arfKSiwty6/R372YTtfz/NQ
gBGhgPq7SaLgTaWaBqK2GrOITixbzFFFJk0gBfsFdwnADXAAEPhvfj6FmgciaaYNb1rlAYQ9/6cA
W1dw79F9IzkGku90AsWyXVC35l0b69JIqE4VndpfHH+vyyR6tv3EfqBtSMVl8P1ZWgpcY+FYhgS1
ZYw00v2JyPZO0sBTQwVl6bQFZAcHSpX/0wgpVewbu4o1bwILYYPzaqdrbTYyVC7k5YaJ5SqNdlof
UpZNQXSInZJZ5v3y7tQJKt181RRNULt+11PbQ7lJvWn6WXsJEqKYg9RkhBkQz5K9VZekM8go1/8N
UP1uoiprVa+vZfrlkQWrgJVmQ7p6WwWp08+T9B3qId94nBAnt6JZeRajiUhLBe5SpTRGioahTaFC
vEly+7FN/Fl3eKyHJA2+onAgZFV6GSIxv/hR3ykAwpc6M7Js3bsWN6Jy54E6jDvjBeEvCn8TDTdq
Rg/ZVAYS8Fme1c4kTOUWolh9Z9kBgGNTycjsA81s8W2yy2Ek0tOeV5uJVu88JoO/ByiqBcdUaexH
KQ/Rz7BtOvZfRD/QzaAd3ng+Yb+BYsFdf6XGmi05TYutcZvXEm/Rlrb7jsdqHkNAjIviUZ0UYAFg
xhpINL5Mvwt2XLerxnAqvVoeFc21ZsjP7ih33XsvBmnYDV2txHs7tBPOVGgbZFoAUGfgc0EQewol
wej3GFCY2XWzpPRuVkB9JzGbEiAXdqVG1yiP2dnt0EfWgx4laeWJfk6haRVg7O6h/NDU7uApsBiV
yH4rSa40+ymc/dGbRkpW+yAkMfYUVrH2ZoI4uUVMl4qFTUtJoSqk+k9RZZJLVJhQSAA9e5KQibP6
J81HvM0jeB9PRTuh7bII8t9iTdB+BzOr0YQsGuO20uk7u2KeSqDFVhmjiqj5CshbIpcj0Ui5U3wF
yMtIJRUk3gAs20vhD/0u/HJ6KVIlvtdApcsLYJDaMdVYk4doUf5n+T2PP+q61AqpHpJxxToNm9ZM
5R9kfEPr8kTJSUH72rpXSlEpB1+z5h+BNMi3kEt7+QtkMvF70BWxFGdS4JlY+wRXFIbDmf6onN9D
LhAKGH7RhbTZsRpwAQFxoswxlh9D7AcSt9BkPlgvy/pz19S0lavOoL2byI19NUlBOxwGvvfXmRt8
PGpUM65iqiePreipIaFu1t0AiOCWLECf3JEdcF2kclP0ztxQxDhYUVVTwFJhE3ylJpmSghS9Cl4q
T6xHIysAw3LdBPdVCpLY6VnlbyDU+/vloQcUR07hg0lS0TzAkPR/JSUVZLcXIy8MbbRSYCKYm7zZ
4cRhDspwMsFnpZQrshiJ2x06eNqvlGIbGq1qGT6HWt7y8pXt6g2FISOlyJanvwKlqkFB+AklJXjc
aQkmPS+flQIEAEEW/IWmoz7sRA3+4B6nePphT8bck8cLsCADpVodFA5pIzhpLX3SIrgMLl0o46du
1eYjd1Aj9oUf0Odm69Y7uQ1qUvy6FKW7ROdpr8YUd3ZoRlLG1q0ZYGRoZfcLBnXywrEab8lc8sY4
BnS0p12oKVaFqFwl3TY9t+YxKQpxZVETUR0LqXee8MVYKvcNZMDftS/P9wY80dYZAFZ0x3am/vYA
98xHZVQyC9Ym1PRih6lWa97MrZGWr7wLpFfJpjBKG6iUwecbMVluO5TKW5rPmkwOyPPolx3EveTw
/AKj6CuQpg5lBWr8m4mBp03Lxc51goSgNAbONqAIDwAoml5Al/Y4X9hQl/aihMvjFN2ELexlpvOi
IvAvzRkZf0Q4EWqQkTejCrmidafKpNsVwB8awpr6Q+oK3+mSqjuYyTA+SFKK7KrkB3y6tvPSpFMO
l4dfU72X4bFNhYhvIShLF+yUZQ1hvW6BrVAHQmBMAhaKoQrqdH4pYHeW9/QobGfWteBLPabAgi8P
vjb5wuuN0VVZpusojEU55XR0bLsMndZd7iQ+V+6uVnwOUoZD3y7hVREBa6KKFsDJpn8e8aKCI7pL
ctAmJDEUvCuj/b7xi9aCAetftBJXAfDsV3XG5wgKjThMC9OLA1t1SZVeK1JhAg+98Bo22i5tBx1l
L2s65DkVAHUIgIZPlBzAk9gbK7Um///9WfgJLvqzivigKVaNROhO40mcZwHlVrhzAcCOlGpk0hRG
4V1ehbUqxDLaou1hgtCxwMSs9OjKQctxXAcJAhzY+qlFpgAeB12KtHDUx5947qobWiLntiFie4qh
L3tQ0VeiFwAkmyJp6MNDB1QfDGAmpLkKWNxWHq9Az9mHMg87txDG54wYFrdBA6SxsexAxldWO9Aq
YCCCf6HdhwQelCvKv1H5kmncBVdUgmhtX17ajxM9HW+1vyZDgphSlhAPc3ngRTtMtxPjfgGPIcCK
V61XWVX1ZOtpsL888sedzcjIzmA2YZo4Qy2/7B+xp2bSCyXS2Nl4FcnXAdhWLt6y+KRKy9/1xLOP
bQMjgyLO6SgMHQm74kSLQWmv9QX6ZmXKNU354asJ3npj33w8F+hgEz7oHtMQ5GueDmdptm9nEju1
brnNWkrDLhXHb5BrlOPl5ft4JjQUNkzY7bR7cGhYlvef5YPKVddjxN3gV2p1RQYDFwv6cOQC8ISV
XFPO3XBAPzuiQIIJBjzUhLVuocILu8o6znwZSsMvf6LQZbfxUkmsw+QBnUZrQ2Hk3A7BxMCCCGEh
/LTW+R7wZtDo3BKN6473ij2XTemVZtPn/8NWxAwIdXZF0/hqq7WMAJOTUbCWc2VWYJ1bG8zRWG2M
cm79EA5XAE9ZaCCuFQsHE5xuEjJKC0LAgFpoz8c4VOvdSI2VDj61sMtb5NxmtGUb9ABpGdFsdcKM
otaDyVq2iNLbj0OOJIg7BoEp7bqUpGYjkqzliZaTZgtTZhU1VCPWhiGF3aXkwDCPayXI3iMaeuBD
E6Arc3ljNfniDiy1/evlKZ4JX1wMyI8pxEos2NTTUzD71ix0QKIOmgIwOhXTPzQT9VaRxfsq9S2q
EEI7aALA48Z0z3xN5F/pNqPGRHDRVolKr0ZFaGHrSHe4s95UiNcxd7HSH7EN6/YB/Ojd5ameOQ1L
QoZJilC4ktahpRnsFoxdSi8LeKino2m57ySxZRB+5ivi2M1pU9AnQvR5NS2EaoI4X86crybKCOo9
aeKDaBpF3iu5DBo5iuXpXgH/G24EtLMjcxFAYcO2D+Xy00/pg/sfW3y5nNjqeEdDhvE9v+FsUCRp
lJ/EdsCuA1ROf2PgM8eE8WSyC2SuwbctP+yfSFpDeTdhmLKwSTleN7nc79CAlR5tKigbEe3MHBH+
E1iJcFQW5+7ToapUVudBz2Dnw/3zpBpo2ajXEG8jGkiPJTDl74libykVn5mgzYKSVJs6FRR59U0h
TKO+3HNIIgXpHLkGjgS1xT8EMiyFT29SG8yHjd8FBjTIX55OMIZ0Tj2JCfpIAXl2C45pqPQtpbeP
R2HxPpCxO9XRejPWYoByb+GnUeHIIiEgcJ8MCXi+MO43UrEzoyyqePwheuIGvgqfHXyVLNdtmtEm
GNFSyXXQOqHx6WNNFs2RU1FPVGV0z05XbJTDfiR9B2QBaCS7rxHXKbyiltqt83VmOgRmBR17mUuO
nXA6EB0lLcipnzrzgCZplKm1C2Bxw4nyY1T8a+6JUhZu7aQ/q9moJCzDmFPkZLrJNcEzmnZRA/6j
HGH972BYl9PbZ7ccMrzYJgJR1xeTk1XcUBFZCCVILs4wcNVBhyNq2ZsqeGcmZlrERU3mcjN4552u
3oBya1AnFU9xu6JlmIbmDbYuzd4yu9Atx2DLJuf8eDwBsBQlv1vr4feq3JkmdR0gCFJD/w9jT7qr
fgDTJpbj4rEba/Hrf1jIxVCMWwa1/w9Pb5TxYa2wkFOYRzB3C7oLRTt/fr+jyUNhTBdL1LVXwtt2
Y8Bxh3TgdKnsP1gjhKcmTqYNH8mPeQGlKJ2rxOSuhBK/Oru+EbYBqkeZIzCZA6mNKgusmeEraXJ1
A+O0d7U6Wgg1cR9sWHyc+XKkWygF6rgGKtRSTndKH8lRVWEd4hSGFnyHAqR/h5qnNfu0QLbDMRIg
RfvLX+7jtYIlBUu5dHK4PdeXdjiouT1gau34Ip8POqisH6lER/JGUnmeP/gweBWnqELquZcHPhNT
LASw8bkm2CO5uTruOFCSwKI06PSoVd3FupY5TVkOn85jmZ6N4qUK4Qqx79X9VZQjXH4L4JedWvkB
XqOPvJuUmxyFNM30jQ16butwNVMNXFYU0Nzp9+sE5lTgVHmXWmN0QNsLbF0aSejR+2Z8ixLhdKtT
tDsIkuvnzy+nyTLiM2KxffRla/2TiZgRtevA0EH/A2Z6UNB82hWoKW68Uc9tUHPxsSeH1HmqrnJm
NJ9KgdY8yGQjMZ0GwMIPMaLnCf62OsITaY7/w6x4SiNxy7OHUH06qxk5lQKKILtTK8rIg+VeGsC8
EMna2I1nJ8Yrf0k++PdfBcd/lg9lKmChKDSg4OLDIcCjl4ZJU9hjekwyXW6eZpg/W5WwM4Mu9ii8
e1hMrvDVxTDj6W6UMzybCe80elRQuCZw8AW6NkGWeZeX8mMmx+bgharzTuVWEKvYkg0JLFtkdaBE
tZCL3Ggeq/Q73C+zGmGIT4O69ar764hyWg9ezFJ4WVmsK9nD6uuNmR0GBq0Jx+bYZbuob+XbYURB
zI7a/OhbtI6UqGoOIchI3Pgk2lNOMJk0BDM08ja27pl4YyN8QkgXBrF9nV6GA8hMfJoKsDV1sMPS
FghfgEb85VU+P+d/hlk+wz8bKTbatJd9fG/8eR4Np+4WcS1MGzXdzYTd3utZKF3JA/01K0Wrtkxp
RSNZbuHHE8ufv06YMgUltP81IsPqtBaIyfmmxpQDsOPcWnbzR9RVAiRMDq77hjfa5cmfW2KK39wl
3JyLvdrp3DVjxpUCWUbH1EWF7hoMInPKho1ZndvIJpbeCrL4gm+5inQgg7V07HgnIKFXvflxQB+x
UoN3LLC3UoGzE+LNtWiTg+2VVwuILjIAAYWEo8bO2/NrEIE0asKNhOPsKJBKCDzUPojfp8sGr8kv
VQxMMewNImuPTJHWeby0YEBf/j7nVg7jHq5WCu8UH1ZpfE1yb0FqZSCplfcSyHTPLHrzsYQx/PV/
GQrJZ3tJrHHjPp1T1oxNa0t8pHJsy3vLb0M6nBYwXtBEQ/zyPwyGzxUlOFJsZf0KR84mRBeahLen
AbPvuhYLShDiXt+m2f7yUOe+FSkaFyBCzNzwq3mBYdKMJqN0I4SePSJlYd0ZVm9txKrlb1kHTuSR
zaU8xA2xVmHO096Yopl9lzfgJp0OrOgVwXF4DalQ7csOts/laZ3bGRT7gCiCVqKHJU4/l2ghjWcG
rTP0tHI3nqHH1TH2YOT14cbH+jg3qiUam4KLj0rGem4D3i9pA6Z6YVPXh9CvHgurvgYqZxzlOuo3
JnZmNAvFZYwTcHtZ4GanExs6IeH7TXtdHyTjOshs6RlTJ6g7Sjc/INHnb+SbH/cHlXUFyxzyCBWm
6+osR7IBYF8qILXTY38rlXmi5qYOT5c/19lR8BvkGFPKoOd5OitJ6o1xRp0JRBsKrFof1HdAOLfc
lM6s3ZIL0WjhcUDRefnv/1xllOthR1ng6vN+6h8UxV8gE7B+r7VsML6plZ/+9+lpsQUpMqno1NPh
WU1LGGkdBSFPAhTGSNYz9XeUm590i6awwHtAIywR0Lk81imlKiE2kc89z7tCoKLboB1DdVnLXaAY
ENRkvtnGaf74tYjrOkaYvClJMdcNwaovYeD0Nni+tOpuzDn2b+VuEMOnozuUCtnEQ9wkuqvWKrpb
GXgfACAJyhhtscuS7M+8QM1qI94ywPowIUMovMBNmSeyio/46lCh9FtLnQwRUamm6C0rpHKXtOGn
6/OMwtOUdGKxSWBCp9sPIChobxO54RoabuUkuYUUzjANibjtuxLYXtzYgOjgyXP4UbqsNvtk5+a5
hA1e5EQQOo6nvyDlpbMQfkEv1SlYmagW4Y0W6dln73+uk8Vdi4uZm5nQeDqMjDB8py1lPGhhlmeL
4U8OyPh4+Wx9TEwpeS5OIUsz3F7+OR1lxrfLgmf4Y5Zuw0XCoBWuPaHRoX2Z2uQY1MOVr8vXvXYv
D38uD718qJPbbBkZxhG1XW1RDVp9yEWwD6Sj8UND+b5T75IYcXYfVKQN/9Hw91Y8b1Rf1zUNysgy
jQiccii+QoZexZEIiYkZlCgEYWMM7hA+8d1uyPovEqLrO9mAsjaNiLlfnuV6s/wdlHY/7c3FhWJd
5YsRINKHYgwdpDySR6gC6W62Jsu7PMqy5f5dy/8fxSL9FWJx11sdPfrRAcrATC2E8TSAL5GWqiyC
Si4U8y3sxJkpLY4hUNJofuOTsboAMNL0SwT4kEKpyujrZDXqVZxpxSfDI1M6GWW1/XXD9815GQWG
4gCVIfMPSKx8NnFbRqH+gzcG1TXiySo6dp0Sgr9Ho5FQox8Gese03GZzf/nzfFwxerRwIYhW1Jyo
kpweMngHc6wbUBT9qCx5yzYhOovpZ+Mv/Z+TUVZHmWcJygAjT0hkQX0H9aw3OVHeLs/k40ajKIFA
K+YcS8/JXH2VMZVaNZgRVMO0yPitjKg6pNB0F3UJc8sq6e+uPd3Vy2AUCuiZ0GVaO9QNKCVoU08v
K0Hu+62HLARZVDebm1rKqjsguMW+NbruiASs6o5RrF6hlZtuRMgP346XMp4nChgua2FyrmacVeis
Z6H53Y7gAVSILbqjkWzlVGcHAefBmtK3MeT1IIi/ICYcvCVTldk7UQn9Oserzj586ustuBiN5xCN
FAbC/2QVJro0He3QGAdHpPQY5rG0XlBPgUiqxeHXy0OtZvT/Q5HrYtVKJ1teW3gJ34ySnBTXMTIo
4A0T9LpUUj53R/4dhQbQ38lggbnGI8xFgZhUHsK3CVV02OBF3wh53mrbrUF8/z8MPYbFfI9Hq75a
N9RzerpoEmD6Xq+P8VhNN2jJdXd6F+iHkGcz/K5Rh44Ji2tIMFGBLt0FVzrqLS6fdOugrw7h359j
0BBYjiBp8YeqpJWrCOkhGFFMY+o0WpJ+GRE12Ecw3G4vf8a/6LB/zuDfsQDLqWwcWvhkyKvQpWUI
QE98xzCunzsoPghoicPsJ0eEi496Uf/oouFHp2Cfo/lfc737PtKHnsj9qja5Qp1+q1qxShuWH8Qd
bnGX24tX7hozBNECbq6FUL6s1Lb4k6ECm1znDb3OBxQ082SfRHOmPqEMF/2aIzSpNzBLZxZ/sbGV
qZ4Bm0CC73RB/HpWO0RAeweAGEq+RlF4oIhLrwrj1Lu8+GfO0MlQy0/556VVKZMaTsu2C1tDukrY
EDekpN3nTyqj2JxR8GzLXXg6Sg251c9TzlA3B+FetUdpX6ooTv0Pc+FxpdAIpBVhrPaRjddCigAb
+6iI4x9wo5s7qZeMp8ujnNscAD44ElRJ6OCuUhNgF0HZZ3Crk0iJD1i2hia8ECXYBVrQ3sgl2g5q
V5bXoo/7l88PzR0FtgzEx8eDAsE6V4YMgqGgRHc7KvrwjjuCdAXhW3/I0JZDQM0wHoj9WwjBj9sE
+DyvLkBLZNOEhNMPKA00eKQ6RsXD0qrbOMmLY2g3Wz2Xj0tr0Qfk08mWzDNvXbUP5ao35DKbyNXL
J9nQ33vNevZn47pHxwXl1vZoavXnwC2cdeqSKpoBFFtVgLqraxEW0sDjO5/gnyJZ8N0ukQc/loqI
DBeh2TJEubEJaMUg1Bm/Xv6cy045jXuWshTHyUCI+/QITxcVCA2UsoShLQNYthj9eFeUYbXD8QjK
Q1tv1R+Wv+/jeBoNEZDJQFhXO3dSZl8LVFRxmgHRA3XM4m9pEPh70NYxFEezPKJIvOX/9zGWLU1B
gEo0Atg565o5Ps4x9GhUFpE1ktxELiQv0Rp7X6KytRHLzg7Fyx0qKIqG3Nin64lc24xfI1Iz6AcO
KheInMg7347ybK/Es2J8LmvDa8birgZWwZZdOvarG1saYVBbOjwMfUTBQ6pRuSoTjNM+uUkWvDpD
ED3BKvKoPJ2U7QM7m1GiQi4vs5rdNIRx7qVGqP+GIWahiFbGWz7DH9ZxNeR6HVNogBa+Bi6Ez9JT
tORPbCqtl1VpvzG5D2HlLxgfoAPZFd1rY3UvhPMUyggjoSg6Vd0ViiWZC0Mo39gXH0ehukEvnnYn
VyoK7qdLiLZoH5sVXGU7afRdFfYzuk3GfLj8odani9yFU8W5YperFnqkp6PAz1JwfgLv0vm+/DTa
PdZJQXc1CbN3sCEan/piq0n0YUhWjIfLAt5esNvrN1+qmGIUDXSKqKkVb0TFXHftopUeFPSV7m2r
XVTrpnZ3eaLL5/83jFAaU0nTFvAhgwK5PJ1oOg5dLyfYQbX7yOncYVccxK3qbVU11mUjgsbpOKs7
h2yxM6qUcUrvx2vu4cDh/L5+eL88mb/vkUuzEaezGY0mhP/HKOoBWIGDo8dOuUPsxcMFxdV3NOCc
L7VzjYi+M327PPb68flhhsvG/Sf54vmcavVirCUdNXdwgcI7v8xb8/qz9+p6JZcD/884Y5qjCpEz
jvboHyrI9a/Amq/9jX2xvr3Xo6yuF0j5cSots5n3OIS4yAe6uVtunOUP76T1KMuZ+GcuIqoVLV6+
1221+5m4z3/0w/vr1y3nTGX57Je2xSrsAmdOJyViGHwB3N5DhcB5RXLzfnbNF1Q8rzZ2wrKXLw23
Crk2jpWED4Yb3J9Ivzq/cuf6P/frRsKhnAkY/x7d9eM8a/LGRBB0mRU6WC7FIhfnINfyDO/98NZ4
LygGbX2wjXCxpkG1lijtcBmz93jYccCi3bfZ+fVyFzoPjffOm8BBcnPjYtn6fmuIvUCqQ02X7ze5
P+e9fMAXa9fsw7voynfSQ+dsfL/lrr/w/dRVFEk0mJSQDJdJhm7GH81B99NFom1jOdd382r7r4E7
moQhUUj/0llw7U7vQ4gA7nuVJojPXZ7T1l5ZBQ3LjBsrXw6apX/v/GOEYnKpYnmWJwiSbLWd/9bZ
Li3gKnjElqTqyI79/wKm97g1eOYeJzj3JfIi7z+o9wRi2flv88ttTXN10IN2jIxi+XKCb4cOAvuk
P5Jtub5juuUu3wWe5VruFoD6Q9Fj/SFXJ35S8yRtlg1KO3AfHRXvOXNn54/vlEyz2KvO5n167iDS
ngNSz5ODztIqcjaJleXysnUwA94p7FPh2dzgmmt/yVwM9R6bB5ozh/qg3dhXl/fS2aj979irVUbd
ZUrpUZAzeMPOeE334X7YT16yb67U41bt6txFRF2fvgEQN1rUq8Q8RjY6nuqycWq02GUFLixiUdr0
J9V+mdkLVeSNi299JsnAKUFSdxAC1D0ogtMryWgj1Q9TbXYl0Yo9gkXIHCt1hOnZNG8cf20VZxgK
qCWdd0hBlolQ1elQqaUao9pjZeVDG/9S2HkOQFeknzz6yygafSQS84W+ui5xaBhGY9CI/lALTfYe
FUjzuu7TxpUnNbuPyyx7gVukPFzeI2dWkWIKLxzyZ7qSxnJF/nOxFygX1E2JeSIOkOUOoVTCm9Zm
j+jHp1vbcYkm/0YbJshzihoKyHgdPtTqKGCPU8+2KU2umfe57SJG0bygxoaoUa0XInlOlb5FgTUz
y8GhyNxIDmKF2UMaT/6r3uZtAaO/7/urKjPUR+AdFaY/dVRaTiljZHR5XT7kwbq5tKkMhaoPQC3a
SKcLo+Fqkbemiauk0veYgEhpMJXvEyKyoTc2GK+iy6z3Y7zHcrR/r+n//QoaO7A8hR7dvI9LYWxR
ztcnbPlJgv1BpwntVYyFTn+ShGpShGH76OJ5kKD8K1B1UYbiBY1DnXK8XvTXnYHTZB7146cPm+Cj
gRejNEuxXKwuCqRVpWGCruHWrfWjAk3x0qIGdI8E5hZs8+OGFAu1xaAvzgMfcM3pJIP/Y+68muQ2
0m37VxR6vtCBNzeO5qEAlO1qb0i+INoR3ieQAH79XeDojNTkxPDo7UYoGCLbVBWAzPzM/vbqVwad
py/422U22gaGj4J6zrDvpGX0/p9v8o/rmmoi5Sfm+BmeUL9vkceOOpU13lK+gzdNKLoJ4lIb/6ST
8UO+wW1jzNFAI0kbl1Ng/cR/WWIxfQIjW4bRj5QE88QiggDp4drPA1Ue02GpQ6eIilBXM/NMZ714
t8pZ+8kO9uPS4z0ghFnHh9B9fV/0mpdRxnXL6nIxV7bDuI6UOzNXEel5AnOaA37CeKv87au77mNM
3KC90Siaf/zcpZWURl1ETL73NZY0s5lvy9Ix9n//VVAbr3V7Ov+Mrn58lViOtInmbMR3BcAm1kTY
/kK3/tvXz1QNPohGkYu24bd7/Jd7KArsPqLIgISEXempMHstSJXVDmYqGyBo9s8Otx+fzFU/gcRx
lfKuZ8LHT6XPal8Ah8WwfUnjY1YryyECkvKTeP3HDcXVLYYo+VB0v35QATKGS3eNNr8PsLUKVBVD
mgLX9L3qWkrolpbEqnXqx0Ok9H9opP7rdfq/8Xt9/c9tv//Hf/P31xr3pVXH9d1f/3FOXzvu/Vfx
3+uP/evbPv7QP67G904M3fsv5+em/2U7VG/PIq2r73/mw6/glf54J8GzeP7wl7ASqZhvhvduvn3v
h0J8ezne8/qd/9sv/vL+7bfcz83777++1kMl1t8W87Z+/eNLh7fff107SP/111//x9cun0t+bAsm
4pUN65+/6n++//25F7//6v3GJs8UC1VONC3r8OKvv8j39SuK9Rs1elSiOOuwslZB4K+/VHUnkt9/
tbTfCL7oE1DwxZLIXseqWVrrl0ztNwNhru2aq5SLzc7+9X/e2Id79ee9+6Uayus6BSD2+68fdxPq
ocijGICln81Bzqz4+lz9ZTXkLe6GiOrUjZ20U76fqPM+mrnlHSvYRBd5PqjqT57UH16RRcfJs7Yr
iR5+2L/UUmnWPGXcFPhd+EZircwqrDuBLkzY/GwtPV1u/nI3/vjQf/2Q3wQ8f4YrfC5mJ2gVIFTw
1v+c77LLurXSmmI2W5e9lHAfxxnxRU+/wMDvZnEYj2+c0HZsGghFWsSfBmIGczPH5tfJ6HDwa/Rx
JcsZ05MnDOlu//Pb+5hBre8O3x2ku4S+iKyQJn+8B6Dh7EjExopYxnl9M2JeNAfR0ttXlgZJfbMU
aMsqtsKf1fu/S/J5ZU7LdYreXKeP1uDx4yvjgACuo1MwpBstUK2gIIxdXBgLnJo6GdRDWq+gydTW
u6shbjrt1KaD1/psmormdzFdXtBGQ1rcMhollJ8cOt9leN/eHWXttUGwThCxeX58d+ZkQimjd7tp
onrSMUPV7OvO7EH0gXnGxrUtU2fPNLVbBZbdzfZOd5L6a03PgWJFqfRfBkukN+WANfo56dNYCfA9
wa/8P9892iJr0vDn40U6aK+BjuqQxKxDjt+LKktgh95kcTFwObYOaYxhKJ8mO+VAzveO2r3VYHxC
gtPuEdaw+YISNwYTWjjiqqNEcDEzCPEZxo2JA3819jfK5Bg+CR+eegMgWfvAfJj1yUiZew4wAdbm
oB8t7XnovFn4mRwLCvNznuxa2BqEtK4ilms547R+Y3qp9rJEzCTuG0wSo2LTgLLLYQLrFRbiHjra
m8wrFz00sC5hjqGEbalv9DSpvRYcSzeN2wJf/ew6wd172sVOhctaFNOBCgSbW2xtRmE74s7prEbj
Rk3ui4PAtAi6tFX6A3ISsR1nZt93YmxQD0ZCcawNnYZGApjimYOEXHeHbmh6jGDGKpoPuKc50QYH
WAUsQbfCR2y8lzs2fDk9x07CjN5SeSwGO9HM9GIG1opYZgEfy4bDb1yaWYXrpo5w0aKm1G+6Hvuk
Am5r6eN0lp6B2JjduUr7Wt1ges6fylToMZANO0ZnU+d4QqqM5yeBYKSs3QH6AxJWL3rdbfALyabd
rKjqCx1dPOqIb/nG2CoH/DMbHLQ5attjg4GZCWgbT9z7sRf9ye1xeEV3kmTz1aAaFraLMKwe0b/3
6EaZ730r5sWBp4RQFZzdgISp9BbnRZ27vkArnrl4tjE8c22bgn2a1px1UkbB8GehJLq1Ud2eLQ1P
yxmD0SkzojDzvOjsxq65hZPIv5bxCA1WsSo3YDhu8ZdBijGcZlos5qLEPIT6oGKNPkGAiLIhuVmI
6t/SWkr8uFLGoZh2szd9qWk3tLdFd4TFIAWdGcub7gcwnDikYZnqbXE01/zYq9prsPQVVva6qLDC
waN+HxmJfddY4N4OljK62A+Wsbxx8XEHwTTFOd5anZfSNOjG+tDiybVTcqEdjcJ9LnHDAiXKkMPz
grGz/trYUbftwTO9YQ9lYXxn5+xVnYHVYWgNVRumZTWcGM87yUYsb1oxrLJB0e+MVB9frVrPzmqX
qfeOUMtlVbTSRx6XSeyF7IxLOODlIbaH/snqBiMwBAZwRaqV+G2biY8jU721CLSBAE76zJ13kS/0
CaMRuVKPWy9PSjoElsnDazZC206liACvuhkbuey11yV2MRcQaaQ/aVUSreSYShp+PWYdMEXYBRCY
DHfLMNw7sNTsXsGS8murtBYlBX7e8/u+KO/rhiRzg4I3PWrdBB4ud53ABKoTWkvf3GUmwAQQIlX2
hPNuHkCYGuNQtjrmPdja6jrmA3ms4rPmWfBqgE9wEM/L0cGj7w6EtvXCbCUYrEmffLttoaYPlXNo
U1Ff1LVtKyTrVn1qLJ1tpW5tY4Twk2dia2eV1W2LwWy2c6sp7+DfO3CN0xIOWkPOW9VRcpTmnBgb
tx7yr3WPQfSCqTRIkkQZvU0ulfyaUT/X201ObQU9NrC3ar6yJJFPnPK4z/wpAxpynoUyeKeiVUCq
jBQdNoOY0B3oahc2Mu09nyIv6w1Xvxz2KMcaXpGfMJrjYY2wpj1jauts+6GNr91KY+w3B/GB0Z3o
w5HG9A28bNq2fW/snd41fXOorccWWuHaTF4pXgnR/Nbr9BGjSygQ2wGDaMx9YidHtQycAA7WvMOt
1RIXdVyYkH3VeZdhs90wt0B/E1+X4Y6jv3hBwWCcM60bSaymKLoR2iKTgGJkN27aRW9vS1KMbq8s
w3AzG3YCNC6N7JM1wk8/UdRIQlgyyzXI6mxjqSuIwVULNjP4AT5P8fLFiHvcRCtmoLZUbtbjB2s5
9wZwUqnclDzpzSHFGdzbcyIr0WFkKZSB7Kdk2/LEsrZz87J3QNcwci5DjApkkNmJ4uNhPgT49vbH
qbCuR1ceTMO9r0ENrYSWeSU47fRc37WO9loWy22jeu+91txqtQfAQX+Z4/iqW+TWXNLrVBHmwer6
9so0OoqAqFaxgR9iNtVEuysa+yw0Nd326YhkoJBHoN/8X26UfutUMEAiqYUaq/khkt60bSlNbCtA
DHsoyNBZMbQ9cNQ5Adya7D0CGROCsGl3PINOmNtyxWG002nkJRyOn9oOMUXHbNg12sc6wxoyEKqy
T+AC9Fu1c3HExDS6So8gYwEBdYXXnIZMG/NNpxagX2od3p6ZD89Zu2xhearp2S7zQQaakqhwumTH
kBYXNIqfFQsPeN+NXOWuSeN4y/6cxAcMNDHELYyysPZRFKvuWbq55YaelfT3tcqmqmeNxhXOy1Au
7RDdVq2BITgEs1VrGTc+aqQoPqK+g8A+CetibKNl66xG2DtiDQm8d7K+udBOl7nMPCycPTzdwW83
ExO/KoRDcvUM3EY7tn1IYWDca25nXbZ2S/w+g9JyUBqWONnOkzOrGxX43W0Wcc3ZBi3MVM2ktD63
g5N4oV4imVlaFQ5lVsT6uKVCZj+wZtuLbFZxrq0U15moOFd2kMGuul7YgLaZocxVuAqI3tyYsQeu
kRPOHfZogdHMlrlp6zS7h94A1EjIEtQVUCNb37lSMW9IhSO/yLz8a6PFykM7NOkQ5kVaHfokjuNw
MbGxxzCt97041x8m23A/JbpZDkcMOXGwhcpr1geRGhEnxzjLXaLW7R42IRjXMfaCCrvWq7osK7A8
elZcuYo3fR70srk1M6s7zqXq3ox8+cw459PoZmALc1M/U26OH7HcK2E86UL7YpEHnhjV8WAiFNpX
bJCdh3joMCuvo+GVK2t9FjhSnrhxPDF8PIBxZafDgkwLC7JEW+MezlAZUCNlKIK56l4mBtHBGsN4
yo2h2fd63s1Yv5dTwNonCihog8k9Ru8aUCOR4gmde0etrZkSc5GKHZnaoTAOTQyLy7yu/G+Muxld
9dEu+3E3tDIPZFOPYSSb9ClzCP2WxnaPahnjSO7g3DBtkELNWwgMA9GVlsuL0YYFhfHGsYw6mxFr
mz9U6bzAUMp8t2G5DdEAnjSLdzj3zlbI3iUva20dHCrq24H2x+LPsTEe5DTFYas07jXEKO0+Z275
VAoNtbnTzNdzU5qCnKnytrmsqzDSbBJM/BthAudfyE0Tv/fkdONxauxcFa546JTmcpUY0IDVJoN8
ZhmkRCSN7Rs4luii1Ebt1AG0eKC4rO2z2WyPpSeSs45ZynWr5qc466+cJaoumhm6SkAGcMRv7QBX
Nf+Ei6R8toAHPwwEO7uisG/UPN0Rxc0bNan7nangNuo6Y3HRDVbvN+oKBdZsfauBWj0vSukE1qJn
HGiF3NY4X2yLDqVipipkjG3Z3BuSJL3GHGkHxLrxmRVKNmmaazt8gS+cotFCD9+ASy+HoAWaLjkB
voA22GLhqxlTf2XkeXSQNrbHxiDn09w34tiMUrkn5NIAZ1fKCZDrkmw8bjf3ve0ylLSJE8ydqT/O
cVvs6FEvJ1lVMqgG6yWBfEwcMrSh9MqRebZ03OWR8d6aXe1th3zBUCAyo1OrQDBKkp4RsGTWr5Ry
ru9R3lRn+mz2xAmVOuGUGITTswKqdMglxjuJOM2NY/v4Hsz73FGsoMH05IQ/SH8PM+2rJ93+DTBd
DpFl8vBM0GOIMynq6HSQ0a6Js2JXqAJTZCWpPOB8wNeT8m2O6mhL8F2dmIWv2ZixaRaI/L/kBjbi
cQMfhFC8v3QmS9nUa1t3USHLJkbW4c9M5IHTO9AuO+MWp/kOwfdyM7hCv3fMJNtPuFNvC9kyRtVU
rXce0PTB6esWv8+Q9qlGl21V9t1Xj8jw3emKBd4H7t1qFOlIkCLljHFuvpt7033wzIjkSYhCnpSi
GcJkLB7dJWbPBZWHA1cFB8fTuyetBpUsouwoag9CpjRsciuNgdNN0aolmYuML6AzWWtUrIZpOy0X
UWNrWykgnPTeiulODZBtUb8dPPmIMrDyZ8Tsh2lWr3tQ36GhcEhrdTVvi9LZJXNahUYqSoyaGx6R
0QaCRdOP7aWcx20lU7ajnDxG42y5T9PU2CuEUgeX+IKMrjJeC8zewPHJW0M0Fv3q0Uue1FS5LuJ0
2dIzf0d0rh+521oIC608eGm685phDrtWXM7oqk7sBeRuUJXuiNeWfW6Kwk90nbN0SlEVWzOMsNJ0
Sz/ynCH08MnejUpdbFSP4z1mee+pfSHozPTP8LaSHcN4xhP+2N65nUciqzqxN1a1DFtHMpyBg/9L
77l3+thoIKigKDeNNviaVtRbW5/3IKGZwJWmcTHlbvaGcYV8AvvMJQDoMB1c2W2MealoixWY+0sn
d+6iuWm2o3DKgaEMlaDGSqK9tSyfUitZtr2JezkJ7zBvOMDKkPnUwl+Q7g0Hd7InQLdM0ANzFCO3
sF1g4pkOWZPJMCZ3ISb4UIvqJRL1UwF88a2dRXbiB8srpx8S+xC1g3WGH46LUdJ15qd4qM2jPdbj
pVJY8zOAz+5a0rXqseGd2z39kWezUW3h25AEziONoOfCVJtrG6+qY2sq5pnBD+Pa7EvTV2vSC6ml
6g0JpXWM3BzPlGpA5q2ZADViJdEOVVcMR6Vy5Vmk3XRTJ0V32aYefy0lRER8D++AvSjUNkz5pTNH
7aWUogxUhaLzzsIsGA5Un897NMG5sekpeR2o5/f8QSbQG60MoRrZD42zqG+RYi6hN7jzm8ETvpOW
O207p5a4pCdacSqjqvctZWh2U0ESFAJ1aNkV8H8SAZ6CXsKpNqXtputL44GivBzCqLYIOhfhPdVL
oaW+gzf7+6j0gM4BcrY3fVNkjwZGgG6QwTe6ieifHoFLUwnN8+41aidvn2ua8QlETH3EtO0NskR1
ZMKo9xWGk+8J2+8KxJ4XbUZGu7GN5UYyg/GU2ISySTMNe1VVkxcmL/L3pmnY33SbMKsTuxqX+eNY
Lt6F6CpiJJE391Ca3BvV6aow46HZe5mqBhLG6WZqaMHgbq3vasi5t7qsbiYM5gPTGm6GWtdei36K
faOs5RmH9c/4SBTgcDRVILuYlOaFIYZR3bEj4TSX17EIyJJWZms6RftyUJpPU2e1gawhB8d2lov1
ggNGVeNzqfVOYOPx1OKMmNlHo5rg2eAqTyWHKNbcRi7WL4vAbMNfzX/3Yu7m6LYp5jzfj1i0KNsF
ONKu0Wf73ZH2EraazM5NXN+VRjTVr4mYzBGSBdhz7SYGrgOji7LG1ZgXcK2k1UrNnzpVO2pDB5ja
GWDKhB0bixnGWj4ljy3lJ5g+dqO+aF5jz9uokAMO9zR0t2PXertIDPAyc2fRTyhczZsx76gvuXNJ
8Ww2TYXB2bhBkApVbAbruTcYXUfKMRZEx+Vc2O7JasdI+nqXz+4e8x1PHKqFgstFo8fU0molGnWG
ty09CzpNU4CYuWRZEHriHSffDDRBesM122mVP7dCptS5cxuY/PrQWp9kQip0meRjYX+lBAc9k/cx
ipn8NRNsnvTGzSHaGiUh9ya3O4zxUWZFBhvL2GfbjKjlbdSM8l4nIaA7WQy3mF5O0Ql6Z/GIC2Tx
SPbUFoR2pfll6XJ72AHutZZLdaz1dJdaTRJaljQvB1YZ6XmmW5BbpyQtUWanyxkM5tQfSoqJM5WL
qL/u9Ciqjo4+4AhaVzqIRbMqLyqAFfPGYyqacLMupmpXuQluPaCfbhIcu4oNW0IOESlJp8avqqb4
Socs7gKk/bb1wLipKHb4brKnJxrknDAGEVUTOmkYkPRSymgjAKvUl5o6Vcw2OkBTgMIDCd8bLdNy
m07X+f5qWbivPVbxALL6droe4cYjBoxtc7xNUl3oV1Pf8+3YGCbgS6nl3UcNj+dWG9V52TSyhxKd
L0ITPoM95ug7UUcdLxk7golqXmETCgqdbR2v1ZFMV6aznfXO4sfQZ5/oeMj9mCeFdWvXmL0XkaXA
M7Ai9AokieTMwBHdM1F5co5jOhC+MUwlExkpvSe/54FQ/ZToEw5mjJ2m7+DtvkBjyRMVqHBGGX30
yioCyJwv2P5j2tf4gggsgC4onZuFgUEHD94otQ8QLgyKGo0hr2MrVrgyFY4MkN7wJLEzofZsK3Qj
Npwt032W0MsP0gWnvI09zhwgiOUn+7BUMhJBpJfsGVPdvCVmp5UgTab+s+yi5LpHlfgG82N4tHXp
UQRv+iuzVzW0x7XDfLC1TBHYxHKSu8GILHPPgLLWH8BQTu6h7uAsQck24QON0uov+hYkRkJYdc04
1Gz5w1gVjwbx+9OsT8ulVzte6Tdtw2xCDqDnwVJntYAbii3dhmDZeV5a6W0VSuWc0oCXgNI1zlg+
YZAF7NIteyf9OnojNXstcYZ830uIfRsK0IxTrFY03kXMebvz8NGGsgoIedryzo3ncfTQIhpKBHuv
nq00HCaHp8/IdXnspiX9pC91d+/GhrjUujzeUWfgkWEG3HEDhpjjeC8EUpzTMueq9OsGY6IAP+0S
+BPwVIAKC7Ymu3JSCawURdOvrdYpjdOMnABaJdYexUHR02rwlbGFDa9GwKcwGxKofRIUMacJzIB+
5YJXVjci7wu/gAdzHFJhlEfVJkrEZ9ri4ZYZ8X5gW4P6JbXWsDNVS3lniqQy/KQeWBUqiTtrbiiV
w9yPbPWycAgp5ohLWa9W0g0puB32id0TrsKnLPdLV+aXvSs8/WqVr+kUJDRCqwbnvsJXsJdiabIq
R99uoJ9u9G/Pu+rGyfuUZ7odmqR5l3i460bQjLQ53V6rY38auvpLb8G13LTS1nAA60UBfwy0V8qI
5JdZb5NphxCoeNQJOhsWa248Liq1ABz0J5CGsVMi7xTTeOWy/DJSAmd6QgbWy6D3KK4c1FRWJNY9
lp4bB/S6HSZ1IaxNFkdZudExxLo0u8p6iUYKz6VoWaBDLLh1iYZZ7M6RFrTrdCTs5hUxmw8MM6qo
dM9Gs83dmug1a5XygiYmBCKPEcRL02v5aPhtqjspgJeEdgQZDReS2AjStlESnngtEgdV13u5AwRv
TDvVWgpOjC6hvQJ92yzCWhZzDzS7kXVY8HHkho2rcMKh1NurCo7S9cghPATUOSbYq0lXVhdDJuVF
by4ueaIjnOWTbZb164zApA84xvX5ZJEfTTd9UsWEpzBaYS6D/JFB59btgxROAxMGrFG+n5XMHW+/
tbHmUivLg7qksNwrumAvNebYlyNkVXhZkw63RuWMpG3rNfFdno26vl83z9BmscFlTQbvMTdnJyUf
dcWtl1I3ObidrOow9eL33oMPbIDYYdGlpndIMCphyxeueIRjv0xBN3TGAtKzhMKH/obHt2pNeYEP
v9dsGwDKO0txKfILqvzVfux1TobELmIs3KrqIoKyFZ1gKJb22+D0yXydeVC1LjtbsHgtyFaMPuIL
wAqkUKKf+tzJgH5Cje7W/NkoDpYnoiVoOwVdZt+V3deuBkJD/0zJHxujVeeTnHI9+qwvNmwnnOyj
4gAorxPP+FDly6MerdGBq2FIH1r56DmhS42ivTOjbPWk0PKw0YQ3+HbtAkKjApQGUB0TSKxRy5lB
EyVNDiB/UtJL2Qy58EuHk+LFXDAiXDaT7Mrhmqp81t+Ubao/LMihnLBvPWOCv9XHUIpba7CuBmgy
RHNxGrhQmWBU6bdDzEhwR2nwySlyxHd4352tpdZIfy3rhCBleQK6kxJh9/2tAy9538zuihGy6eYI
293nhEtXuGwB+4PE1wRVtDgXBHO8kt6oQ0Bb1rkzDVu8osuMeXy81NmpSdKuALviXWu68Svca3zH
DHafALBce5tmTead5FC6J7tZOYJKjtWwryCMxH0wmp+QnKX7PoPEqaO8CvIElPAECeJzj5vKg0Lo
GziCR8GBER9kYH/eyxQ47AbjJv0MvFwcnLFSr5LVxmMPVYjUVkYzsMSibrogrTOxZzOw9qRVHVbA
cMdemqSx2cAHqUzbGXIp51CbPBuMCO5xTaMC4ErvhGXNdLSQb/i2pnjHOSlpHU65c5l4jR7asxCu
P5VMhwfmZJkKjZBI25VFstwlqWKr9LEq1dxg+5Kc8XaY9gUVwmdd9IkPSiG/YgU1SuAkBUGlk/TD
qzQ8MOGrlJiu9wgcmRlmwOyUUdaBsbTyNjGZ7nb0Wi8Pa6dMrhbqrfEmbXp6q9ipYrWNd0S8wZaq
vFusIvlKM5vNThvJ2JJSVTOfknKzMj0T3YeMK1Czm7kZEtdWRwk4CF5mniYQvQYQ1TzKfgY9/QD5
GGqV6w6f7QXQ2NAO3YW+LPFBqwuaY1r0hJtwxdljRUoGRq6urRAWZ/c0S+2rm5rZZTOMDwxjg2Md
6zycqWhd0D+dr6YmyQH/YSYMDQ38jtO5Q72h6pn5XdRbRzGhkrANZbhPZtN9ngtZX2Ceb11TTOXB
X4Cxb1WrU4PJank2vDgFhIwOdfF5a15MfKVHh2IdWvOjUZFbx26g63il2iYvpdErRxpvvjt2Tecr
WYoV2yJ7gUBCGQLTlZm9kWTHkBatO3VyywukJOCb8M5g0JpO4l7nmtGuJtG/NmFJyU2DtPy8RI13
IEEuHuk4lIHIBww7wOXRqI/c1PBN6XmnrBrqL1M6corJOakfZOM6l8gO589e0+ohxioMelGgf6o0
kHdDJDhS07qjYGHguIfDn6SQBTepOFkKJ/lc6Xa8jVW9C6TSfFUcfdxbVSOKYNUI+f8nkdrMrY4y
mG0edVHMlvSQyw573UoB9EKxrY9ZSlGq1zOA4q78mSvoR3EO2g4cjm3yASQJ6MYxIP0oQunYL9Vq
5Wj3YFCiDW511mmBrPgqLZ1+G1j2q0zqRJb/WVXyUSX17WUxBLPRfjEDa/9gwlgNII6WWdDQrhTH
RWo6m1FQUPNmSy1dkgOE1z8zKNLUj1pFXhWvzBUv49DXUaFwf6e46XrbE2VB91mMK4VozGqVPpTK
5rVBQiS6bcLs4v0UIV+smBE+oIZwsz1NfzK+MbcXESazrb7MRc+MvQCYRfLq9FPzZOnCUg4QMCXF
tt7LauuFdjMxdGOZ2dcyL+aM5jem03tLrYgP5kwTr45X0wIaVut5TmYPDqpV1NUNQkdb8dtiMS5H
rRkeXLJc6ZeCsPam7nBW2eGi3oh9AhFuCEUm5zkEAum0gSYs2nMZiVH7gk/dKiFRGgwhbRYdpTLw
BvdeOtBBbTOB02s05yvGTeL87tjjcrBARd9ORsYUb06u8CInyVmXTC41WEKrraEQXPrQawwTWpey
EBYqJRLhVbBsBx3TztbBTdUxCaAGzwcblDz4Wcui+oHKpzkCwWvpm5BfP6FZZIq3sWoF8ww3JdaY
JsfZ0bFKP9tFpVu7NBtdEUJXnF9Xx2rVV7oJ86J8nHo1zMYJYUCbLHYgGirRJJo17vwK1THFVzNj
AB1UCuC/EI4pHHtO1528JeeYcfGrLJAQdSheYqee86BpvI58DFnpLi57FHMri7sMccsdADXLpKAs
oOUe2ze6Geyki6E7mlqhett2mpdD483qtPu2OP6W4vS+Rt9Qfi8d/SA+/d+JUnfv9ari7L//Vf8f
qlBp+vxlF1lVrh9kqOfnoUvFc5UywvunFPXbD/1Ti6qYv7E/AX5ftdx4azIQ8S8xqub8xtLHXBmx
KgJilPT/EqPqzm8UYXEuYFqBNYAa9V9iVM387duu4aHm1Pk6Y4J/Q4z6cftBlkl1E34Iw+yr0TMe
jx/3Wt0WXj0O6ZfUlS1kW5J5dFA/05+ueus/xXp/vMhKlDNMVcWb5jvFq4lwPVan+IuxxMM5GtTP
AwdtqDbyZ9ZY//bT0CAgXGc0/wdZZ2wtXuHN3mcNIR9+i9Ibb8Vc1T/zf/3xZRCVowg2bZu8lZb+
x4tm2kqkuqP1qSxxathWajncV3NmZMFfHqV/o6H9qHFcLxsvg0R09YXAv+t7Gwo9dVPXbY1Py6ps
QudoPMVuRmkoq+nKV/01O0t/4cjWPUJd+tnQ5sdD+J8vbqGxxChifQzV7zT0Oc/g0JnqJ/hOUWDF
Jf3mzJkVBCSlHpD7Z5ezkrY/sSL8d58Yb3dcdVcmJYvl44XNq8qJdY3kNTOleT+Vpoxon/aLta0H
XVH3wqhMPaD46RTbmgOOk5n+xs/kpf/u9q7lCG3ViTNB8N27GGt1zIisPqFz0kKodlPAhf57M0Hr
9WWkBEGGSi5hkx98t/CkokCDTYxPisjbbTRYbTjmMzV2sGE/mRxDA/r9+rPZePjn1VzahiHx3ehT
ZSswedvkssQ4apWoCAV+dCfwoJo0bfySdhIZIGg5z/QBdkRHx4tnGvM2KttND0rW2GBaP3eME81G
HKAly16Kqq+em3HW7ukH0byKNdocPhXIKgpsCNB1OBrtSC11pp6/0bvUtXxFjQv7ZLSV6lDBhBuN
wLFMQE1FyPMwBzYnTtGFGhT5MdNZhpbHRNhmjI0eMhtH2dGSMfpTBCD8TH17uCAJXit4Vu6mW4nW
5NktCQTOveJF1Y3rKcmTYedozQtjUus90arXbswsW+VumjFekWIO7dbspEun2yZv2ij0D+7skXIm
mtQ5m8LK1braL+WSez5OH/Ubc3mZFRYqEQkgY727n0eJEMZugFbTVCoVZ4+eqD80UYNgbFHseuJS
W3AYyK7TPS1E09nIgcojcrdpHu8dCgXGaansOQOLlY5fEuL/t06tLHcTQU7JVVjyyOSftc5V45fB
tqNbKt6KuBzRsA9+oiLtTAnD0UfGzIwzYdceW6EbiXpnukAa1MDmgFFukLz3VMm0iGKih97U6dol
v46gWncy80ulKLzC2RiREJoS0hLtxmZjNlTQlEsgGUrXfW5oHWfGjb6YjVvuVWmV/W2mdtqAaBgb
hci+kzVWHtPO69oO1aRBxSI9MVaatyoBS7S0veYPrYo194WhoIUbN+XsUO+5L2EiMwJDZUWN4J/F
IF9zxAKalUwUAbS8LojvbD122qdoHI3/x96ZLMeNZGv6iZCGGY5lBxARHMVZJLWBURLpmOFwTA48
fX+ovLesstpuV9eyzcpyl6REKiLgfs4/Tj4l19Gk0IeCt/lI51DCwA9OhOyPz5CHW2UOng1gs2kG
r0PpEjQdJ7MZqZi+mSldm9Z7TA9liGrdUygBzmG5BsiDgsa22vZlyHXZ9WAYaOQDZCk0IadQExK1
eFNI1V/GPfFqCQSJ3bDjk9lzPc9ZaJ8J9KPYfe0WOsY9LW6JFZTqsqMs/tXTM/qwEW7nkywIV34p
oycEfmuNzEP3mYruXDlbd6Ooi+xsOO/y76vIwekc0dokfWgQBBpmgvmB+yCQbMQMvPBSbfluOuoh
z7O2BVbG0d8cXgx3Md1r7jKus6uGwrshPTYPL1Acom9cAuNv4PbSKa9Rw/Zv6AKRxDQwc8XR2UAx
ktGJW/dsLSZSPyW7NyJT6ZmNQTV0+Fbf2MYc4llO8m3JCAI8jVBn1suKxNl7dkiRze4KqjPqk1g9
O3gr1yrwnsGM7fx3DNga/hqK3pvFocavB50QgG52rwCEsVUeDE97fFvauB2QLI3gdrfVJKzVTRrT
B5RG9gM80ku1FdDXSaHzaHleva5FidB1cpuSlXoMcePXKGoGwtp9dqcyvF+FqtujCK1JoBGY64cB
BwHcYmFz6MyBiyzEsWYfZUY5hOQYT8q9WWq10Tvl6PrBCXNzP+kSp5zRA2q0sVaFgaTN4FrLoHC+
ULXSN08Pdy6SdgDLTTwoGCQZjhPiml/m/LYhG2dIVmdCkKSKASVY0ZimOrsmzB6QpZrvAzmKdkJP
zAYxTCkNgJoDnZMMsAo0U/nz/JzJKHhBCMvCUuFYlKlE1I5SZ9ny8ORaWRAC99GRkGQwHRB8UfE+
rLsaXueluXf8PCDOuLOqIqkQuixJ0coZyrQNmrsFieGuVS6C7+3iyh8CVk+h+LSyd9stu1+A2/Oz
AbzYoSi3/Mz9DQYXr8fwIwTvuFV9UFesfQVw04TKJT8utljfO7ZcndLWFCkEPINFxzty1B+UvhVV
2gLDw53IMUwkypTXYRnyd+DG5mfuLtiZXd32P0eSsxFFF0t3qUzbFSC97vKtNc7WXFaWb08nYRox
p6W3FT+DqAke5n6tXxxr8j7KxkKjPIu1rYhy7osnB/f0j9w4/stkU7HKAVUSZDYVMUr9kZEC14JG
eKvYj0/Lam/QnFsefaEhEdth48fga+oXzLXK1gufwDpukeyPk/1ImXdr+CF6b7IL+53uA+CvDmLJ
HOvEPxq8GlVANZ5rHo7moKIRNAgGbePxm9zVp1ja65GYQw9+s7dhud4YQtHYET/7NRXVeDNY8/K0
JxMsaci9Su0BsFF9y6OTfetKhMsp7p4MC3C8sVd7FlRTKoTOKVbhkiQ7pRTml9fS0ZH4M8W2B7NV
8tdaRi0J03FO0jpzHmch/rURcI324G9EG6OZsLdF/dTweBbYNezEAV9f84EQpSd3CHG6dfLWNpgB
FaN2OG62rFQqN4UCjO/WqILEMFfHqummm7wK5jBpiqGlPdTKqjcemRb1XNaiFXSzoQkOmpZt+FFX
BY/eUJjt9O8vtP9v2+qd+myfRv35OeKh/P9hZd0TvP9n5+RN8fNT/9O+uv+J/9pXWTz3VZUWRvx7
YIf/YJ50nD9YN/GVY14jeZjKjb/vq+Jvlkvi0kkrI8GLYe3v+6qPd5LcOZusMbYYkibif2dfxW35
T8NsCJTP3xfj3Nv34n+OBBErcgln3BI94Ck4RVaIVqeqOdSTrC/MeBhZXGhFXNoZBirKXAm05Fb3
KCcUUSl5P4Yn4QGOI+rNGibvzQY3ayH7D8uWDXZabSqnUmqr7JtW5hE63y6aHnOXDq/D2iJjPsWT
3CyCM0CB5wzS9DSoIiSiB/4hTmcwYu4sKaxPTAVRnKhJNtddrnEyTfW2XNnLBHvpwdJV/A/HUvDT
PB5J41pwH6wlr7U3Wq9ckblz4aOdfBYk5nwimowuBV1sExCXfWwWhcSR62I9xq1P1ss4bkW6ooh7
0rZqnxegfgvqSSzvY1W7VzNWjuwQllQBHDoe5h+y8JH0+DR5TWfUBFx6GTJmGmhQwn9lgze/GISe
wXXXLz4QsoZd7raQhMmicwcY32CVuGnsQTxFQ1fIQw4X6aZW4+lHSHDvgyFTXQ4xurQrJIDdR2Vc
a0uAHa2bFpEsAUph7L6amlvqXAy16JK1QOl+IKqUCXkqvfla9uQTpuPkTu+lK1Ea9roNmQpzsaXj
HKFXX7jPD12zcQRv0VRCF0eLSBTWA68MlseM2fJabtH43jue6qEoBFzPIAqw/0yMkP09igjaaVTg
3gaVJEQNlspLgjVeGX7XWt+h+MoDRFreeO1VTvUWuSjm0qAeo+4K5an9NPqN2XUzXsP8uSpJSVde
O6w8vhpMOmPnuGPA40IWELCfoYk/2tUrnYPEttMCcu428ZJUgbtFxU2RZo4eno2It9+oVcwDjcf+
dG66IG5QcqtRnd2lkcdQSEQnShPB6TdF7T0yxref7bB2v3NrXBiIgT/PKpsRBY9sFnfsIXI66tXV
SChL37hQTLV3QcBtmfP5y8JbjzLl9nJVlnYRE0g4r3UJ1te4mAMgSlWsJEM5Tfu6Cumi2uktdzy5
CH1fhhHh4kk6bvTcjEZ0JxXQmElTp7W+O1s3bcl+EViHytbqm+ciY+Ed63i/bfhvCr4yVUHX9s1w
RG4pfuDdt+OEz3m1HFHXhvPt6szeHsvBjXyYKmfFrttPPZIfouhoot6W9qpdyPejGoG/+Bj18cZd
o8LSJHtLXpVgPmO+W0uiRA+UfRY11NXAeAKRkD0b9oQvxy5d74RReO2JbJ2st3GE70+YoCHy+mGM
HMRNAW4jLsb4rXOrxj/kcFPhwXYWh89hPzx2enVudRtH75k7zns1apzViV1R/nHKaAb4wrxrD2mz
1RsZUW5j3Q+9jX4qwybHWiB3HXrbIoHrrM4BRN6cTSYEyVgfLHEMsHj6Fv46+IQEwi68Fb0weUqs
QhBfqKqyUArnaDkOvT9dbPmyNan2w06drGXrnuOVKNnj6g9quPK0U36Fg87uIOpCP2n6DLk1soLa
foxdmX+IXQ7Us7AGlNHlwsa/Q6IiAi81V8XwOENTFaexE2q6HzFvfOtxR0UPqHoKjb9lFSSCcK6I
4+wPGYZMn1ERNVdvIw2rS9B6MWigM6mvwgGiAD9Ju9xh27K/0S2r9VFQPEFLQyyKnxmkwjuSctw0
2cTbz7vG1FOFeGgOU7jYv8S8orJYzBrDHrt4LtIyt7fvNa1ybw07qYJKn+LuqXcqTHQ8aJUq75Zl
9Na7xhprVNRLXxepdFH/puxQDoLfmvkuMWMd3+nMYtvfJQpqOLZStMUDNgXkBfE6FHm6DVGJFGeY
y/WGuNO1OphBq1uECaEgO964PwbceVi1xjLoriLLVt8Vja99IvFZznAX3sArQ20LumZvHh1Js6FG
feXC01l44KKMfWQwkX0ZyWXyTx32pXSIkJIC8Vfdu45z+yGr6a27bgvTEo81FDufgBHsmUyPsLko
Obdu13WQ2327wQifAXurs6QUVhxK1XLn2U2l5Ul3lXkMjUFmTCm3a/bjfMnENWuLa+6icczsSzsy
RTwn09CqO9TReqHstfXtdBLVcE++zVonIa64ZFXEgKd5MUzT2XK6+eI/c9u47gEWgKH/89T2v1rZ
1X8hGfj2P0c21ye4AvoQEB+2gEoBvvJn3AUDGzEWAMh7PRTfsxcN/1faBbwEgVVRjHoEEgEWIGAE
HP6Mu7Ac8Qd5MCiXQSfF/iXv3xnZdq7iH+B//DweP8Z2PX5HilEgdvn6PwRe2Bj7gAaiUxeBGbL5
BBHWvS3maG3UVEy7laW27xuUF088V2WQlkhzLo0VB3gd+3j9La0wmpI2F80HZ43HeDBU5k1zyt2t
wWz9wDTmdqm75MurJjXXTygxW775Y5iL63oaNdGG8Rz6B6fR1i9oViwhoAzYLehFbMukxx8fH0gK
x0NYV1P8VGIORDLmCtskwu/W+UhVVOCds0XIeLdHtBECzcl/7gJutZNf5dmXrGzZpBXiKoLq6mkB
Lxzq4vu6lj1qJ6vgJ6DiKJ8jRPNREjNaUT5OraZ9MNk0Yd3QtikRJ1SYXsHlux6DVm/PrObO+N1f
CmmuEA+3zXFA5FgdeslMMB4isyzy1qp0fYYzn+lCXQA5tuawWG5ZHFdjVcFD1eLc+he5TH/FyHlP
KawMeQEgoEIQ+3j/+j+8p4tSG4rvEKa6je4qO1pes8zE6l8El/yVOOJvZ6Ngl2DTwK/n/R8RU3Hd
wni6zt0yV56XWp3fNxe6m4b8gjy5ovgXaW7ESv31k+rYAR/TvykPiI6h2vafiB2W8CrLiuknzkCm
vN6r6jcu9OaDvoShu9gKq8uvYiTR/TEaQrdN3BAeHpCG0/CYm0Jdd9IgEdrGfHkvNYaZNOet64fP
epyE071JucZ4MGpH3htswJD+chQI98eVw9ZbHVQ24TCsht2b+w4JUaw9VgVyXanTwgroaY75Q4Zy
CKt7I9Vt7DDv3Xuj073iMnAKUjl6NmiHQAQPgeumuosJ+wNmj4Xp+jlbwKNIePBhk7do8/TJFgif
/KnAG2UU8OhFrb1lvYqKcFappRrPOQVlN/22966XlQ8XoYuaDiqU0v6cXwxU+F3Iwuu3VOZlA5qO
m7w7BEEdfI4iD66WQGGqXiocaIeysooZGx3Y6WbW1O2VwZSRdO7KVFDmTnCnQR5IGdlcLiKFZ+1n
1W8bwqh+LOi7NqFFHqunTHSO7Sa4Ny1LxlWBjXsPo+A1wIJbVT9HOcv2FM5hwaTkRpWdoifK+iTw
u4b0WOK2PxxiDpeERLjVSUJLFz6jicU2iKuhdR+3DVqOrC9QRV6Ubvo2eM0Q3IQjEv3Enpfsagjo
hz/k9VTF19ol4TDZYn96zb0YSeqqI5ysjEcmuvKVt5XsE2V/g7m8bi5LxsFnXQdsTJaki+sENuS9
brM77HD/hODXLUWIqIPrv0PR1WAoAk2sqNQY+mW8Gi3BS0EPu3lSEvlSgunYKxhrRwRkK33a5gyq
VQSHZS6zgVmrB8kp9CojrB1VdNNR8tmmuecZ6zInOoAcjU0V6lz2YY7mos1tsK+lt1EUO1iKdrOv
872Sc/+5yLUC7RPTLpAnNonHcQvxCUrdXGrXmoKkEoMKU07A7WIkfulGsDwshw1vdgKF980lAKW9
UoUuHTbwsrraeuMDa65b8OqJzbwsllBXjb2MR2pQl0+DA+G14FV008jXpUqofiloFVk8QloY0iak
4oAEw7F2Z30fCtwbyVJjwzgusLE4NiaB7mOkd/JudDb/V8hr/Ir8WgbXQsVxgeHDqQT+unW2zlhn
cusQ4MsLkgwCB1wa/jVKbZRU8FRuuzyxmTTTSXmCTQ9ZeQHsh8w0zWy2Y/iXtahOI0rPyxEV3leN
UaA9lIy2TtqPgX7ZBJ7cI9U/+tkBTf8MpgWOa/FCvFLGsbCSBAS6JCvX4ifvYhWl2Spx6cWVlauj
WOfOT/sVjLirMUBelJuacYc2mzUkHT68jfa2YtTp7Hbip0CffotX0zjX06YEiUoB+6Ut1We+IXQ8
WhQpkVim65qQyF4j46uXut2Qz3nVS75N+jZSm/maGk69g0FQ86aauQfwbXPU0dJRnFObs7hPMQvF
I1EnfBsPkYcgZYqLNV0LyAxpVy4ZMHLR0Yl12WohApT81UpfvXp5tSLbhftBD2O5dZySfMJ6E8wZ
n79NNKg8vW12Tp3dxY8Z/AcUYFTYvGCzwTSLNMvukZza/UvGLUl+ROVnn+EW7DJwF3HAoYtre038
ehY3cGGdmH61pkVASxYj2u+Mjyvfs6DrukHa1D3YKKbIluhNry/iurEnD7cfm8sZUqFyt+vMBUpI
cpx+u7GZIJWrfnKCDsyHTTilpCMAO23mKGIfj6NrxFWbReSiVg/uCoeWeBwDc0pBUXG3RcGCyx8l
8a0pCxkdFYUDPwgFacQF4SHtZwHPEkC25OuLBhsNcYdYLSJM4ksuRowA4BVhRaFCJ0tX6HM7eOpb
vM4TWxrsjV0f9Lo657qSCoNj34XqKscq3GAr3fWxS0ZVLjZ4YX9HwOh86qwXv4Mm4FUdV5nfkSJm
vZm5dPmQZ1bxRbwNGuwspIzzitiDOEiioffZ2ki/4RESE2V6DclVXy2YoZ9Kq5i6EzysTdzF3huI
Q8Y19IP4/TAdQF56SqA2kraIzOmBp52a1H6WtJBdZ45jTv8Ce+ZzDrf1S5ex/x5v43i3hXn0ipvE
/tVmGU6POMcwjcOHysADH/ZRpiPVl84hGPpt/SZ21jKJdFbik7csPwljQj5TiJOlS0hXyMgg6hoY
98L3vZ95CCXDQr4uzHC4Dg69ZY93GQdvm8h6ZMjCTezb1wEozHdpjwWQj4fRLluD6kFX7m5CqO3s
zoxxvaTxOEHnWYWxWMeqenlXcg7qZII+6NJ1yTZMfY1qrgLDc0X4Q+7LlOuvul/KYeK6WeMuINs1
H+8dUPkmjUOn/tWA1usDSh77q5+n9q2aZfZbVDbZBGEpxRt0BG+701po3vKsgTV3oy78Xee8Hokw
avUPOPVaFzeBCZ83XYcfI7zdOwk5Np6nYdzBkGrox1Ngl1QLUmWXG2xKlr0PETFjzIwz4Q1fUvgG
5o8cI0YsEME+1lVv6mtU2qjdMMAT5MQzbHdfjUMxPdfX4H4zPF8/OhV5v4JowUOZc9POhyjccpmW
jddXaVNX0XyDzrLW3OZLru8HquveZrYA8MiiKi8aZ1vr1Ie+6FFw57A4uLvr4RRlU1Uf40rMuLoz
zPaoAkWloL3QJaNDLzbnJoC0jM6Yz6wRwd2g1CuJBpmPzraw5kdC7Flq5bK0T4HlZe63BalHf6HJ
yOKziNrEaNYNMqkI+Z0Df3TmRIU6cH5iOJIzHj9Xrpi0CRW0mcnCHgJkOlcgziBJk0twsNrl8Kjp
MRRU9RWLf7Nm3OVCVvmhlUuwkNk4sy9A/muIKzzHuX+xSiQL5HxkWXBDmABEF+OeG5WSgXHOmnsr
XBeFRHrvB068Ogjy9lBjaS0RZTKwWl4S1oVr3a84AqobMcVWhuPGHrb8t6uD2jo1rV9G95UGmPxN
PCP/HpG1ReEfcR5PHhbNMYLi8hq7hlwEYYtdsDQMQieVuVqlHTpDLBSFWNllEC2s0XmIpr54QVmQ
B3Va9qKcvm9rv3UvxZQ37qkeKjt7nsoGScyhgqILTwwhrr6QMSpf0mYaLdyHIic2MTo4UaDDx2Jj
75BJQZFcl2Ntirg/Iee55Ey1VRi4OBu74WXV4x6Qh2PJ3kvurS0ikEb6w62Vd3l70/Z6Xm6HCLyd
VDtLYPI45Ib1F/kGmNTd1PtBRfxX4C0PSs2Z++QOSoS3jZa1S7TJOn8nkZjTzKkyPzxUBCzfCIjW
JnGy0vdel9ysX3g+hmbH+uCzo6J36wsIheWtAkCktnCqx5ueinJAYc8EjwTQGObDfBR7lM++aMSb
i2y+mQr9YdczEDLsZMCjlzUAxWFAteRNiana5sxcN3IncDedGwflUqLE4r7lm6v6VA+T71z0uV9v
R9FtgboktSZ2rxwiEOykzwsNNurxbvCBy+Ay1BgNrLH+uuG5aUw33fVj7eVH4gtg6VbUsSYtGstX
V6XXyIJwMyW/oOe5hHPRxiXW0EE/2kFTbBfrEDSIxMl73A7YKcZ7gzhvcbtrwqbx0AcG/+2B6b3g
xOCmh57J3fg3VD8ANjK7+nFxgumXW8beb/yEKApwSBZvZLvJB9m1GQAxuNWI/XrQJtlms/x2galK
1BA+x3jg5hHkaRtPK//+bjo2ocNtjkls+NR8UAhMsPCNCI1J7VBpgPiDsteahVwE2lzOWAVfjO+N
3wNuRSpToNWLQz0XIZ/Ecc4ezLwhtvYNse3nfPBqkVisv8VhQaRz55RRJVI7lvLZ1mHzvjE+heQC
I7JKzW5fw6Bl5eS/5HL7uUW0WZIKm9c9TaEZ8MKMo8W/dINS/OqzSD5kIZ5tzOobvkUA7oZtja5W
rqoSsJoHx0GH8R9A7U9ADUzi/wKo1fKfaVC+/09EDdyMkFSPADqcEeSu7+WmfyJqlvhjF9DtOBvt
a3+Lif07pOYh56XHdv/P823h2qAL/4WoAajFu/ccuiFw0PuH/r8DqPEE/AWnANKLQSAcIAoy76lo
/+dwaOKC8SxXxVW3WL2snrU9+P4tHyVMZg4zBNIfrF4KLqkh5yRr+/Is0Zojatv/uSjgVUxGmPfN
RSj+3qwLvlZYxVBNQxrNA77VNzIEDHa1mJRAtD7I12Wj4SEmx36I0PLubQET/cPujwDbzdy+57pm
JGBXcM2CmC4Pcv8FomWJUmIZJvPkDWhL0qWZgjk1ABLzURCLZA5KtP01JMIen+XUc35aO3t7wsNZ
EQBIIte3sBr3DDof1emhQ0W5JdxQ+W/pibo/U5lo55eUtFrqxgmBIjA1u/uEPpSBlTqGeJiLSLRY
WfrYmUHCW4xwVuL7bdCX7/5oeBLJa9NbeMGuGZbf/c7tbRbKOVqcJ0utRpyHimnvtp+a5Zm4sXi4
8FFsxvc9Oir7mI8tcZC86/jFl3EK24tGKDRlBRzJyW0Nv0sNrsEo0iqmbiyMdZNOHQpYhspVXRgV
t+Yg6mZj0OnQUZwdzEsyZVpq57PvDSF8pxmtsDkJQkPguEZdDZrAjJ5LhYMucJktrnpwlUwdSowH
9hXYAjknoRWwCLiO/llVDn6innIEwkuKJp/23C58T3l/8upQMletlsP9dSVdSop04ksELE+rsiN5
32i+dsqk5ZsDRjSDQiTYnHb3EcLYfbPjglS/UWl3OVHluJIHN1UV0SIe8fbWBYgu6Vbt3MxiZ7ch
WtnwhWKa83pYjtDuaSUNTUQoSMedkxQ4F+d0WwE6ruQWDt/6QAzW2Z6MX50ZQBtzsYxhIB6wRG/r
EfDUmdMMbILbfyarm22nCZwkdtf2JQzX8EEGXfmuqnhf3ULhvoSbbdykrHbq2KqhfxvZjTdWpvUt
yYhkM0VFBrocDz5izAnR5pRuqGBitpSq/T4CJ/iXNqvJF5EUZXtencgITGTSt28yNAYDyWfGdKmd
D3V4ERISUe/jeIxtvgutO4I0e3CZEiQO50gZt1f4i/M3LonFPQJwaZv7ORRTgl9+vxdRQmUnuzHD
r2oLpMO9RxInH1eYQ0fR6JBIV04lmc52PJxMaTluMjoq/OHEDYrMPiR9IIlDEqJIevHWKhEi27P7
4KJIwpDFhOCryQmS60rp83vlkaUZB5zwY+BnMn031hcROmN4gK7GQUeDIQWiebMsdSLJdEQDMAhL
nnrZlo9xRwxOig638246tr73WveQpjHZLJCWiIzk0VNT/EHMLqagqs29/kT7oOMjRugIkrHbjOlk
nurvQVftmwPyYoyfVr1d44jtP0rRu7I+tCSf8JFyVpwWxFHRIW8/EwNAfl8F+il77m4/7E+QVuV0
3qYYO4Mdq1F85GJu4iuC2BuySAAVSK7EAUmmzXHPBAyfp7kr7TtCnob6QayoSBkUIsrV0zieEZ4d
tain7GOZgR+yRGZEYFaHwpN5/huxnhE8WFu/oYJTLfNyTOTxFtyRjlEZH62Atr0L1i23eh1qRqcL
sO7pZ81RuF5lU2PKjzybs+I62qau+pFXpWAABxod+6cq9yJyfeey3k9cf+4becnjyeHNcUFimzia
mFWWSg08e8tVw8+oO6yRA2MeezrH9zFrfSu6UnGYqe9MdqEP2uzk8bfCacnxmTGJMWkUuerWt2bB
bvWA2gQnGb7kakH1lglfXRrXGaNXAr1G92I/eZvsiBqzYB0pZwKJfzcWTxbuxA2r42Ft6K/F++0a
75TrVrXHQvgVeReKaLbUWxqmaBtcQl2ObSs+xrJw3+fFtayneSZNgtN08h/8LJyW+9U0zkeO21qw
g1DweJxmM2N5rRw3f3Maxx5OrNR4JhfmZzZLy55A3KdgqcEALNIDpxCt8HMsJi2OPhI1c1j8RT6F
7uQ817YD0F6KdYDtnRjJQJyLCFOq6A0pb8QDrBQMR9lNnVFbgMLZamSKaxYvRq/cBTlcG6ApkXmH
N1f7ffWgfDdvzp7elpe5C3J9io3fF5dVWSM/2JaZ52sSfZEd3Sk3Q+q71YwGT+sIgZ4TZL13mdVd
TCdPjoQHUVKmnPdM1y35prMVWGfZ8/AkpKX3+ky+Miu/GSuCYGsGevTGoY8nfFFNRihqtqfe0M+G
WjEn9OBxtw4HaeAXIP7+YuR5qbk5kr7VZFe0ud+zV1ed8xw4PiCO01teeOuQXgpnNisSyj2v3r4a
MfXo2DPt/OBjTOm8GAogPoiIXN7hoUP0XEQN6Wfx0qvbxanXFyzSXXWqeR0xns6E8h8zWEo0/xhT
neHIrstrbdvoJ69IiRcn2aMGOKPMJjwxoH1ZkRO/G3GeQOEQ6ACF2/quDUdw47Dxc94We56fSuJO
Rk5/HwWuINjrUFj14qVQpcN6JPDK+IdSy4jQLyIhDwoQq8IpJ+fntRlIZvDbon0iBjj8QbaNzggj
ROibjOVqaFDZUKIkkVFORlkyvqN9uAnzY8UI+KhazVZSu4gZjp7Q5ufmZq3YBbjeg2PU5F1NqhXd
0WGoCo9g/NFwzVhl9B3ALfd46oJx+ld93Jvio0ZTPlTHUTiZIFKlDJvlxWCNLs8VotFfG4lOaGaK
QT6PTrw61zLaivYbEd/99Ksz0fKFMZG3dAbPRJRQAxun9RQix5z8fqSgizkmTsqgDy4KPQbqTEbO
GKaq9FoNidA49UPm474kja0oopPABdMTEReG3Z0jvWZGF4EUHHqq7U/BaPVDmhU4gXiGdZV4y57I
MZHQGxFnTq3coWqWqU86EcoPpwERSttKa7Z9EhSiyzH2q3flYra9c2oVqUe3WUf9ZOXWoM+O1+mv
uB62/ui3JBEdimVabfIxRVGfyBZvo4RddqGGpejCFcB8qMsrPLFr/FG0Jm6IEFydjrh1aAKIV0sH
bwgdhvoeNrOcnoKS4RnR69JoDDfW0WoUk0B+Bl7FSDGdQ1TA68Cza3kTdngkbnlZgBDMm/SGmwwB
9Ze0yKU5yNKO8rO7OmhAtlm728Hqu/Gb0jZ+mb6WNebPco9Vd4TBO4PPjm9Zam5E8FhNGIpQZVFf
YAD2SSGWOUmbxONkCI3D/BVWqHpguMpAOaU3wfnJTNiXJNR4IYKklczJOXT9d1Gh7E1MgHmdnuIQ
KZWJGZ6TYVLiQ2W5NxLrMvpd4kgqmZitGmrTud+W22ie9d1ENAixzJkzfzC04KUpcpKNko24zR8R
vSTPER4Rey/ukg+Ama5JuzAjrDx0cAqkeCS2d05EUoeIDbQxqIK5nnDPcxE3Hq/ryStgDYulticO
Jt8vGa0WpN8TIOyXZ/xZnaklHxokyb7+bowHQG+KDtAYqqxyT0Lq4iuPGRROU+9xK2H6E+ICD44C
lcKh9pNoqQXFC36annKEdn1CAYa7uC4n73dUo+pBzrXYu5kYsVxSdxJ9lR0VXO9S112T5Hm4XciG
qJwkRFlfnyvbgkXNp0q/rR18VWK7HdJ9S7ctKG7e+9SrGPuzzLIaK24RTfpY1uRiEyk6Y+KuO3jH
A2JwKz/8Z03/c013dgnv/7yo30zms/nZTVr+xWK7/6E/t/XwD7qL/XAv88Ax6KFG+O9tPfgjQuRC
4QkqF6rZw93E+N9tL/Yfzr6ss0lH0DM4/f6+rPvxHz56Ge4h4Fkauyho+TcMtlBpf13WUUvzO+w5
Bi7OO4EMmq//g1RiVUHOI0xKjjuMhExNCETGRraHuKv1rx6vd2LU0lxAnzsPa5zBc3L9kjVbNgQR
NWUy7+GtA14weFzhnklOEN9jt/4ZDNt4hoZbyGWW3oHA2Y+iCT9UlH3vtP9OmHiSY5s7iaD4ghJ7
ttcWeQGiLRSqsCeu9rAjtTdjTiZTtMrHyBK/fR9F4uDjcDJbHx3UHjkbsnkmrltb11RA0C2QZz97
E6MrdjB5GaJonpiP1gSlMg4DaUckhhN5xQLWpi2s1mFu3IkmCXYXowZcNe2w8WQ7NiGFjX9nkyN9
kYWLuYn1QptwPpRYMNozWswXVvcfPJzj1f9m70yWI0fSJP0qI3NHCcywH+bicPhKd+5kkBcIGYzA
vhr2p+8P1dVdkSm5SM915lBSkpEZBEnADWa/qn6ayew+DoE48+HVXN+zhmafWnN26jVS8GzbyBL0
4t3x5L0k4cJhsfnuxFN+8rqcWJ2qgkmEZ5c0GQspkP+yKj6tZDT2SYd7nE1Qs0ulF25GZVO8uhgd
6RhGdE2N4L/gnPWRi+jrsd0PDqDIVWPSrSj27jRNRXRWtLrVqmXCjkX1s9JTMO5h61gHUxbtOU4R
u3K9gkI4Os8lA15A9MV8AeGl+TW9ZT5hR1j6JOxI8i9HUBM3cPTFjm1ecx0r2sw6F9BGwg5/S2XC
A3sma6MWT23rkmIOmchLboHnB1FGijMBl9pMTKOtun0xZqbpFNnjLWgY8SRe82xgcwLzO8++3lsv
dl896UNIW6hFtCuPh5caXv8Ol+3FGknrjfXUX2WYQN3skNf5TddMNGbYhdp8SMIISAV60xoHee3G
ymVP2zwqQW8BcLFLZ/YdU2JoT3pb8PTW8w7PIX4SvgPKNT7CGuRfiELTdGzQBHJiQ0iV5Fi+VaGk
hyMCUN2k/PZqXMUmsXHc2OzMNYxcGJtZCc5UjKB8r2nV0hOf7YCtAiH7VotKBHd7l1U2atbEcUlZ
r8CnsaOGNhwfi977jv0YqLap9VH3ZVAYffs01vrBNWKHQ735hTiT+wj4rzbTNR8uB44JReYtByse
eG3/1hrRE1mBEOWooX81So3AiGPcbJ69nU15kop3lUFARwPye6waR05854nYJVUH3jQ3242C7HrE
CO0hjbZvysnNzei6YvWQhIe0JxDcdsNJH/rpMHTGUcexe2DOsq+tMt0z7Cpe9a797GyqJkRZ9Vsw
pgj0ZHh2ttbMu2Rw3/U+wibbPA8GI7SJgc/WzfUSuYxMKnMUby/6yvZj5mTMvPNrTa+zv5grd0sh
ZPfCOw6yXm4mjCYnVcplWxLA3zJF8DbGFPMSFMk7awINHUQzkFakvhV29tq6bb5LzExsHTU+0r7y
liRj0C01RfZyMPaagfARxuxYBtL6R9ZGuTdVBd3echffK6i8x3VsuzuXqKvVLsHsStPvFubnLszD
g5VgQm4oMIaZgUw50mjyMDvKenI4VeLDG6EPwYQdNgurPwxKcNVGd1SpbPmo2cgZ0JfgZyiMLkNy
jy3sjMeDVQVJwi8/zHGZHpooB45eS1/LnXYbFkzwvIXs8ii7KwnpzzYcsz3FP7h9rTD8ivFBsWTw
v8R59ry0x+c7rmIqmziKCp9p8vhEvLvJwbbgq4kwIKSNgTe8ec1XdnY5xocSqkdQNPrnguy+zx2b
0VaesqlK+XS2HT1MWj+fUbXJJIzkmBFwV5Fiig5h4vzI2p5GADRZmDnDZZLTV7VSvNlmboxRVUdj
pXs7uBj/L/YmT/8vwkH+0rKLSKrGj/I3pl3xb9eu9w/yBC7sD4mx0eIZ/a9di/BQHxCM2Zk4gh7D
tZj7v1y7IEPAIkioECbbGd1y2Wz8l2tX2v/wdAJYHn/JseBo/Y+CVmuv3W82LmCaqd1y1qIyyCDg
bo3fezzdLtJb2OIbPn7TsG3pus0+tTgjE2XmYtR906YXZuuEMCRutRncNFwbiwKRO8JJCV7ERuPl
VQnw74C+dU+/oCcyOPMiYG67ASOmhc9N5v0N0zHaEPRO5e7GnQbVPTsTzX5HatGi16QXkzrYnBbD
CwD1/EMfF+bH5RCzbHKecT8Mo2AqEwPhpQzL/HBSZMwsVKQKnQonzchLoMni7M0cSnxPVlh8eh5c
uWXCzYTrIL1ixUu+hVMoSKV2OiM7z3jVSit/J5lUBibD9ruWEgvfEQIAkE5eF3NLy6eqTeM7vFlh
wjnUw0tB25nmc9egj+h4GVeAtvkkp7q5bQsMhts1r37fT5F7Lihd2sMNnK5OWQ0Y5NKOt2KvUK/j
wbiKsVP0jTaT/aU36s2TDIBx+HZgwFtxp9hKgMYeGfVU5lIGc5giNZh9M+2xVBUDTQOhgFjWc9AB
Y+bekiVIPqlf5yDp5E9WXcbHMp6iJw/Kfs7B1Y0Ohj26wYxK/Qwrnr8HzS4NLDf82br1W9FmmT9j
JeUcl/YnJciNjPM0bIzYs44aJpU9dtTs2ebNo40VWzsT7xq8FyxcSC7b2C5heHCOPCPnMCMzCDgs
hlLPWdeI2zgUl6TKnhODADf7jNbbyimJMBC04Rk7Cw6hKhyKr3aIgRHjHee1WkzgGpinXmzIfAgs
NpwGJyWkQo+DiRYPMPpWqWE6qRUTOuWrj7SqvfjYh622wTihPXr2EPueWgdeZgqLsbSrvRejVzcx
swuGDjDTc0lqhJTJbp0moAl7XE9d7QjDXW8wfwJxSkNbLY7KmB1kEeNStou2tTNvvvEa+2o1pXHW
GfBSwTJrTIhbue9oPruEcqyfytQpriHh/a/FXGyarVRfHPOO7obJmJndEld8sUtyOYA1QPwDX/4O
27jZqsVI92ysLOYveko5DInlWZN4UScqfQxXHRV2ET8mIX4q5yzZtQVIuqyo8SUIsvtun+psR1HG
kS0YA2ay5iYUqOiu5LTL1roPqPeDSY/T6mktenygwlju0zRqmM7NzxJ+52Y99GBAquJ5m7vlqUd8
OS+4FbelFO+jYabHrjCih5CaG8YlJoOFqrZpMcnr6dYtp5jdEswcXRssP/f0/bLoxW1HW9oOr6Fx
IS7t3aqoXK4lIidVkJY6L4mOu4oBnvkFjMHwsWSORyDQCS2JtEoJR30TrYiCqsnczezM5TpZ6Xxk
lZdIuvZ0BsmcR/7opZ27I1YkTpFOjhOdYq6PdE8+4eppWaBiPIvYEKZv3VIB3EnmoJgpa9jESZi/
u5PMfQglxB/JK/HsTJ1fcfBBeRUZdtB18o8qiImLao6WkrswKvGTsr+nKbi1iWeHUf462owHm1HQ
rYVJ3xconicS3MBi2y85ZJ+JqJ27ZsauUWhW4qt6tqKNKiv1MhXpMu+duNHDHVlJD0IIt/agjWXE
qbLLtLH/VCKLB46KPKg4Q6Lp7IxlKLZUxF29fsRa3kTUqhBTI5hpssvMOxzPTWraF/gaub5Nc91g
CpM04gEZgU0/iiR2hICJtSDrBKYML4sy1SaCQRvfT4pg/EZEHNCMUTDsG5j9VP1lWi3ilV4fMA0d
mUneUqYFqJzH74BvCrWzMLZZMr9gkjs16Fc217jRkwH2v/NprtYTM97VjgkFXZc+tsODnsfXSBYh
MnD+2BnsiCai7hzWtnR+sfeJ9wqASDGG/HN1gEK9cZ35u5k86gzKNZdqpAXefKTvRDvsq0FeXNnu
ynTB7l0EBqcU0vHnmjNHYebnAUYzDPv9mgIMl3aPZnqc0xoTSHl1W7lx2hREgBcUkbFjBH+LWygo
yaJ6HqDfeWDjaGLLA6u4yjmAd5Q6kftoNoRRE+qawgcjnVgc5CHjRcQQH9hEBWx9vuuQCiYc3U8s
cJ7YaGLgbGrHnJJGmaDslHAmQYfb871RjAbZuNoIaHu6b1D7yKqUt42BDhelj1kB5TVv962WQl8o
dHmw9Ny85rkVf2kSweCUZKO4Fy0v2xhW3bZ0Q/sZra31AuKuz0CaYiIBI4sgRCOSDTb1lwOL6a4d
k2IHjV4LaDZAxYBIEVid91MiDO8R24DflOKmNKPvtc2SYq9IlCHGdwcRqD960/gZTml3CWNdIb+0
xjHjEHFrT1W5bRyj9UujOpGDLWmmRugmjILpMDUhXeFWtinU4zgJ6JlM6VZU8SGqvdvKYR7Rd0hA
meZWpDeiOiDqTCOOu36Su+ErXKqLQB0Hott/LqWxbSvvtjAWeaC9jAyrWT1a+nqcA+TK5gVtitIA
5sRkIXObGjbb8FlDyb01uzHVrlCil0vuAMZM8/F+4L3oWYC2JxqBjvkUvabDEG2nwTn1M+p6qO71
yACRK1kkh/zgwkvfuK1e0E9SoagDEjp0TVZemnJ2PkY6dU9IAuU+BMlPXsmbkp2xuhrxGYi3mFkq
CVcilUZCsNdBZN4AjHZxosEssYuiCKwmyb6h9mtvo7NceJNAa+8xbm1CNKYfzLhPNliZY9f0ZcAa
SBuYRQKRwtp36g7cINJ7UNcjjXab3snL/Ri7b2ICKUym/nHMkZfSlNWPyJdJ5GEgLVLBREFfq4o7
9LVqjSTQJcaLKamX19Ar1u6z/DZDo6rBF713i2INpIGXe38zjEt6ylV7HEbtTSTJztUb0Eaugn7Z
5H6qjHtrKeS1SI0bbHKUrkgBDipdWCmk9lPVo3mJlvFh0bOHnqA/uxTB81ufu9zeaX21nWIqydIV
7gq82d6GBuF7Gm72sKCqQzYMDqO2iPH0MCN3twBmOujOzxBqaHYh4OnThgTuQhhvrih+Woj9u6ag
dxBM0tl2mOCNRfNqoxP40VARF0gdZJewaHdM5IE6DyZ2tp0br+HQkKnUkk8ci5fxSUq2UAhZH6Er
pg1BoeWYYePBhdPAvxUPsXJv0xRYSxM2Yr6Bc6PulOO0u6yLRcCOmJASGMx95mbVVyRx9vpCxzcu
9M4bfRtrwoel6AMdXBqGNwkwSUDM2rxK9N09oJxx4yVmA8hy0oFVTx5mPHSzlILm46wN/HM/Not2
gDVZoGZEZnYAtasRyae2DIR3MVJa0AyoM7ndzH5TFDEZ1rgBfZuWlXGPNT1/p/CPC8rFvaW9tL10
FpbYZpzCa0SB2l1XAxU9FGWzjH6d2+VFYcF+16eRQi32vMfMgSWd5tNwxMXIgyYp7mRn4N5ohPYw
uJBiujhaZuwx3jQ7Nt7OaXLSb2nRDQncnEXs1WCKsxKR+U3NDRse2sA2SWc1uykhc45If7fERIcw
ZH9CWhWHDA9HeYfDAag1Iq47vAjqfdN93YW0jGiaPZ6WtlWA22G1XuGwz+deCI08gaClaYh8VQFg
3adTtYgviLLqoHl4WC+iE9izSb4/hGZSjAcvyWcqu/qpfcZ2yAcGS4f4ANkcv+RGCE4f7dS6qZ1Y
G0kVDB2WTyeK2i+Dzlxowxnx5e2MEJ4HRLFS46T3RWJfqoqB25m1utX2LOOJtoUiikjZMnPKN7O7
tjMtQ4eNHai8Hnb71jZTfScx9QO6SuzGey0nvP0PObao0WdiOmkPk0pJhpkC2Y5SCUIMDJpa226C
KVKYC5Y+qeW3DI3UPNS2m2h+Sx+Ite3jUr1PU+1S61IUkMKzAfHt6PDakXeDucA7LXD7lD2HKc5n
lG7CpwiAT7k1H9gI12oIAeDT1MPiqZH0Zh0ZKg/DYzMUGLU5aPKadhoITjcl8XGGM86cNQOv2Xb4
gJlcosGEvZmAy/IKSo9iBNTj0iLUHoaEHoplHpLplEHG6M9QwJPAaOmabQ1MKUs70ytrRAQL2lLj
IJNWyY+5HKKj0YnsM8c0vsV1O9yHWgdgdi7tu7hwceb2S7Lj/mhr67ELSBoheaNVOIDcSYvvJjnk
T0nkbnMn9nksj66lLSvF3N6k2ooecbTnMtduV7lVZoJ2KEM5h4YskJGq6pbXRo22xGm2iNtvae7W
gd03TYD3hmXKoyGL0etDn9AW65uVR8HkgJOvcj9CxSTStIeXcqLeEkZdu+3NStzJsIkfQ91+zEHq
btq6gCAfV0ERdn4WNieviFCM8WGQr92S+BQYxrSzyJDIU814UlL4qYnbS6j8ZbQp0ZqTKQsWj4IY
vTLv58p4a3HdcEoIfdeTdD7X1V5m3Y+O5sGpml9GygTGOX0Ne3p66ESD3uJZ6Qu3+g36yV1ckdrQ
tOYjr+4I0h+tsvueAvIr7PmmNu35MPX2i51yAyZvhRFvzdhBFh2BayBgpE29Rue0F1nqD43Sd/Eg
bnuPGXlXlKfQG39gDbI3deRVV6mpR3zTTED14i4yx4dsaS6ioYRX4drwl5ppWgh50JF33QSZmSrQ
n55kMNJkpyyc5hvDQL+tBjbztEAmmmRj3Az3S5V/mz33ndP5eDBo/LMbAziCzQmJj6Gt1/v1JVgm
h6L5mYbE+uzwLnd5lRlGgL0PpiHLwKjb73m3nOM+n/Ax4nhbqGXSwhTth8K93P3s5pU/MB9dabzN
kN9K9Im3mVm1H47JcV7CN0bW301yq2ehl+/MP47YuxGwKX0p5mgJsBC9TJHUg96kaVJ3PrQwzre4
3gHTAdzaDfq4hgsrYhGAy6Pu6tTmgHdZLh/w7Gg+LFO+74G4Udmbx34iO9RgxuwhR24ruNRbuYZK
VPkmdLzfMwfXDY1sX22i7aouBobDgu4DOTuDoLhxHRqWapEihOMO3RTU52FifRid9LkkzKzSAYK9
1d4nRN0w6/Bbdu2j4yVHye7Whf228OdZbToYnfLHWlOHDqtK7cBSTuWjztYdFO01zaaXqRnD57wv
AoB7W0cuV8PLng192OIYO8WDfsTZs0+W9uBgEG3bBicWGabJobpoVOVel+OZsohDG84nl8axWGXP
uGp8280DYUbH0isfpUt1RDjmJ9EmW0Hlzg2031NXi72O7dtQ2nNY9SWMoOTHZCozIO9q7HWzOwHj
oSDJezDmUFGAywec93wDcs0MYFlYGz74fj63d+6iubeD3dwyRzkysvmWquQrZGNIE0S9dfEHXRPD
7G/0EWcwb/G3Np6NM60E5UGXDoRsVox0gB2RxshLpFO9O7IwYDNgA+KSV7SXNBXSvABGb2DiT2i8
2AKJLO4xtEvGBfU5aXn9tsA0QLzkt4TnHnHsBW6qbVJbXdwkfLIya7eAsqd1ImZuoWV4ELDJTqJh
zuHti8HwHaY8p6U2T8KJiBBlgZl12oEBDw1nuQykaT1CGz/OZu3zbou2jdacl4amdYKYxZ6xx31o
9CeGW5zCmVAesP5yMtTwza90+6LcN7qzg52D4gQIfTHjb1BCKYelSmJ2+aAkDtW5WXk1UjoPdKD8
EctVBuE/sp2Ts0YqCo9NTX1MXS+I3PwA/1C7aO21rZqbYmygR1H1ka1JKlOgP9BYUZrhF321G712
N4SWXXYTqIYhgZI2oi+miV5VZfDEqr3ilU3/sO9Y5h3rNbRT2PxWunU69vGFY2gXzE8PYejt8tIO
5u4B08yxbdxnHTlmWIoHyS/c9NpjLzmtlezRqSsfZbYDm9Bv9EVnVlgZIA4paOJsTvUzR/CKPUTz
4cZLEM3RUztyFE/y1N7R20scRyNFpfTmMFTyR1loB2g0Pwkg+kSeE8xUds5nOlwvsIbYp+EpcYZL
BPaoVFjE8BU/xNhHNm7qBji/mQnqAGVoKfsaGuojsvGd5PElH9HjxET93PLa1vmb8EiPhUjTbW0z
mCkrv9fGO1qXgtLqznPZXEb2HE4PNK8yX6YFXSUTdOEW2e0gMC736kw/zDVJNediFawdIJNZwTKM
x04INGm23qhPvc2s9lrSN7VZ+b+s+HmHyCaObCReMFVSnMJWvK/emKcdJ7vYhz3yCZXRuPPC8Qav
LWEam1EvhmYU7V4+04ewRdAnzceX2djZdEmXHsJtmTy6eoFFx/S2eEZ2UA3huSR64WcGfRX04e2E
jAyi18VHLlBRrYG2BWqp3aOIU0arwnwzJzaUTR2Nu9xkxI3pDpF4qNtTDek2KOOSHugs+ey5BVta
G539aKsD+8E3Wo90X8RtQHAzxH9cYhhS3j1MnOcSIs74zeMYxVY2oetw6UihkwAmzF0kVWhjJ3UA
WboHt4i0XH8sFH0mZK/cepp7zXeSluRRv8bwdotbyJoGGLJru1ET4YNCBTR2CVGx6kyzWRbvc2JS
z0tBoIH7ge0iMEcbajDW58JPzFyLKaa1nJ+LcAZenaywiiPXGH5VCFXDLgMX8jMpO+ehWobxodHd
DFOeR5Z6M7F7cjYKpiezTKBwTDhrbVGBHbX122jQHujX+NcrTlJuyZuuGLNrYtdoC94gn9k5r7jj
xKVkRc7x/G3C8MTBMQq1fAcNKOZUH7NO8D26yTPVPkSmFFy0Gn/ZiN8gmsolPGRNw230ppSu8U1t
Wm2zLymlUcfUq2xUcoJmU9BnqmegX7rafpqr4l2mZnc/Eke6FVMWxbBJ2fP6/98u9C+7kIeB5s/t
QncfMKgg8v/GLLT+lf80CznWP8DCY3WU+j/phs5/m4Vs/R+ua/LHtDICKZSrVPcv2c34p7KGfQcs
og32hL/zL9FNGv9AuZO252FCRZGCg/I/8ArxdX4B5Wjkox2q7Vl2fusQip1O1yq11JhjCeyaVG5u
Okz5JAej/S+/iz9Ayq+Ixj+8xO8Q/Og/TZXVdR1Q7Ln6TMKMXQ+ebbfroMmPFRY7MYKjoHnK2OgN
dAtiAl99rBnbeBScmD2j3SMT8Dj/9Xf0Wzb5v3/mVXz8xRUVzl5SKtnUAVvSn0VnP44p5FJcks9J
bJ7QjECSzfd/fa0/+/2uDq1frjVTbS5kxrVgrRKDZc+uS4a+zftff/nfGr3+/aOsl/3ly7MuMVRs
VM3RBzN2re9xd5PAfqhbdfzrK4jVK/bvJoV/X+J3UmzlpbS3WW0dDDWJblaZkXm4A0NhhHjQIyxJ
A0z5YpJK7/5T3Ke2I/rBuSmfSVD+r7Iv7iqWUfV//rdYoTd/dE1k6F9/rLHDnR4ZCaByddKrYs+A
/VBjg5LRi6Z+MkshnMIdS0Bj53/3mK5f+4+uCZTq12uWbm0Tqwa2jzLOpGraEjFh6HNhakaF5p4O
J0Y8tG6/1DWtU59F9zdPyJ/dwvV38MstFCnUYy9rp6DJuuIcg+FlYoLrv6nT5aGX1d9+Dv/sRq5/
/suFENU0yeeQC8XaadWL+EHM4gIW6EFTA/5YjHSU0xjd9q+fnD/5wdZF7dfrDYtIDAEXKij5sC9x
vOukfaRFBylp+ptLrF/qD+6Z+N3SkpuZEfWE/IJK51DBeD7G/8SdYmEJShv5S/0si78pihC/9Sb8
9wfhn3/+y+8vyqwag24xBbYmTlxkveYUDtQ0tC95t+7hOfqQAErTO/6PsADPStg46/ejhdV58dq/
+Xj82U/9uzVlSqGZORHfSFKRKDfHC9rvlovJ6j0j8UCbomnd/PU9/LNL/W59IY5nd0rlUyDdyO9a
0OLyE7oRXqAJaGu8WQx94/wrFvznH/s/e2J+t9SQwGcaSUQ9mLVXD88b8s26AjAPZnxIH0ND0Ce9
eOoniBjfZs2eOEJo80cSv7nT3/xyBf2hf/xU/d58EnkuAOmBQZGsRje8iZTNYQybP+4/NJ7IwQxb
wAiI+gzclV1Z1YGJMw22eznADENkmBeHFoCwTdEZ5YAZapOaIj4mvTP/nJPSwasyoUajCPfHoerk
vIs59XR0m5ToWdBC7R7yY+/ea9YIXBPnCuGG0K6Ll2pJbTfAQYLPEwkihKM9a+od9BX2BLGM+vOk
11l0mTsag1E7m7jxSe2NT8Iak/SC66TAFhFziAi8qcyi22nManfndFRi4PZVLhGNoTXIoxlFW9yo
1qmSe6MuOuMtB9NhH4SmQD2hMGhwFFA19YLh/ui53Y1ZG8DjqYnWa4+tP903ZDgw5mzBwS3ejtOF
+rHEgxXtk970UjSAshIXkMo5fQ0J/8nThEyrbxgNj96Fd+bwiJZWo7zYBFPvRpFhtHfScnZpuPPA
mA10tfNDEo+r65+MC8pyN/cELh9kPzDUwe6aNTe2BhXljTpQ3d0OpBs7ag1nBpB4NVPXvq0Hs7Nu
9JnWacK0cWJUd5YeRc06TJvgPNiSNrgX2MNLuivieam2wjBa96VLO8s+TIWXy0MrzJHcfZQ0gyBZ
IY3mJy3BMmG4hH8usrYke2L9ATDaIG8FQFHcdxX/YoKASZbz25K3jncWC+f+I/UGjnYb0cdVHxTO
hPmx1rOiuYbQUYbzFI96etfhrcm+dxVk8vek0kXyXTP58WDbsh3oHBAJVau/dvFS2/dA+PvJ8AsC
EMNejXlh3ueL7rpBb9Fi/r0uOPrsTem2IZnGosH6sZmnrsyfeaJy826iUrU4VFUXWhdqz3MCBkMf
GrCaK49o7atpdYmgtS5RCSfdwUyxoANbKLyvhq53hshFOllBaXoU9VUu6Y2llhXyTSZhyREZblJf
agXVf7BN57uox4ofjFVFFQDohbesbh2Gd7XUOp9cpHFKHZ10qg0y5a4a61neLdxuc6fDNxhJyUxJ
x7C36C/LOF1i+lPueyc7U2eXBBUmlovstWyvNPVi5noHRWrImOEPxqoQoJmNNkEyl86NabFzzMNk
zJFG4eTeLVMvLjp5vGDh/Gu+ohuVvomX/DudFaSccsIzMc7scbGDkrIRx3fHCWPQHBZjtRvXVsUN
vcoWb77Wqr5r1BTAIGqdpiL6k2mfMsUh6rgVyN7pu6u3giG9SaNHHbvheYyT8VmEJnCqArj1uOUV
l6Y04aR157O3irF7mLV7J2WZfpV2aj8Ci6viQBu0O2ImTLQ0smiBKaFJn2BkyUvXFeo1S3sZaOim
zrlN8+hh6gtn2VqNS9+8hHR7InqkTYe6Vu0rA4Li0BlT+la5jNk3FY5OHDRL2+dHlrPBOYBSdq9l
bY8/u561yZcwzTzcbm32Sasnbl0FAXj15Umy2j59QAx83JG2mAiv/RNup2mfYMjl0KyD8Lakr2we
HaxMDaohTFg8BjAJ0FmyIjGfRiNNzQB7TXYzWxB9cCIhGjH9OcwOhqjtZDhA1rUCMZzQupjx/soR
e5fOiPYHUR1Dv+gAqaBMlV2TniNk3XpT9WE/Hss0qyj11HKisktIlQA9ybPCytMcS3dsfwBGrir8
ZgQFKJ9HcxZEJ0kvdi8kGfnPM2duOmDf9KUXZUaVSWtSQbJz27RIDxGtYJ/0pwhjn00Vvae6qNKX
1tOLE12ARDxzLOL3ZAOM/Gr13ETE4kie+eV5xGGzbP6cZpLvkIUkjlzehK49DNMZTTscfdF6ePOt
xmQKL5UW/0hby7uiT14h5lTFI5lfcasYGVL4DHKL6gY1vDSpZr61namdsMWxrc9tkuZbEhlIimVC
XnLnlGmFEj4hnJoI9VaWQqMyqG+SNIAjCoxuVwcMfHDA2Erkjq+yJXJuHNal5YVoxaI+06nNs2NM
+uqmQ1KJHsOyL9FT3ajsfqgFhs7B62IPKo41Oh8JnnAQinObDIAKyDfc9wSbveOkOvEa2fNEElan
7uJQre1lMFKlrm10CHo9RIcQO+M6ab2JrJZcCibXwvKtfoxbrKJS6Oiki4j8ealp1enWItiA6mUY
jk3n4mir3SobH9bUTsXbNQ8v8I30CiAz4EB6RZyeUU6dh/NtbfLtbKtCmuJF6n2KR88ZEQvGwouN
c1IsrbVhZm4PN4XHA/HDjWs6T+lCx19eY0SjG8PE3rC1RKrwbUVyvCHHrFWHRmVA2csyblHi88Qc
d1mqU8PBz02kTzfT7YyyRzdWp7lRThAl1natjisOOAOYAORecxvHddsfxaC7jj9mMjZ2zPjbHlko
hCWtxU18W/Li1I8AqXLjm1mRJfSifqQnJ1yDFjoo8G0Hs5ogxwzNPWhx9jd7iDXztuNlWx4tInKC
eJtlLrukxkPIOcnI0vs5TNrbYoDJF2gdityZ2j89hK7fZEdhqaw+VDV+KywtSVk+pU3UY9+KK2+n
i3wt6bCJVZ9izaGhJJwKVex6M6UHjQIVXbvvUJlxRfaxRdKUOE9/6ZY2pPpdRWCxaw41dHLWzULY
xQUI15PmtqKRN2q5Jpe7IsWKKakH24FY6pqrMcQ98PPVJniolgxcN4zp2Dl1jjWWm6aph/7nLHPY
uSZPwhzA/OKGKRzsGB8aFCs/ERaTNR4pvX11qQSllli4Ifo07gLBNzSpJz2rQIgs8WLctC5V4uTv
w+FrxAuD/ASzKOEGtU2PkaPxrq7GkrMHnjEv+7xS1vzkteA6N5WUGJ7LqJuLO6IJxrfaqiX7fuaL
FJ56ocaxXCRjEcQQSJKtUhJKqQHuANE0pOCPDH0E5tCgwyt6iNom1a/EkBfagYs+wv8gNMlvoCBZ
AFgGo3A8jiHdEbknXntHm7jTeWJn5UHr9R60UVKNNjGopDCuuYNNlGSOSo0NTaTMwmWHYS/mZYU7
k/TDfLBgs+TnJnbFE2XWAxkLfvi9Q/TtNsWzsGaZqCJ6WEQ7PvB965+GG86kMsk/JrS/K5ISIGrd
4fsykMIIcPwJUHVFN87b1EmU8xKRYm0PNnefoH/rCI+isqLjTLIkNZg7ZqXek+VWUxq4oDN0nn9T
rY7VTi93UclMd9uzAs1nrMP9SiApOVbkPWAMn7VQv4GziQGkAKhcnoslmV6NtHcRhuqeU1BTM/wm
elpPH6SjJkAJUYKEdVBDjrNO5R35I9VmLmKwA342GEC6x0EKr2IJeqPR8tsYv+X0WBHMW1uIqF3l
bTdnxXGacMVvWydX0TakZ8hl+ZFEgRZhN+YhGYEf+u0gY3X2um7uDoxxga4wxxqiF+65YZ1Npy3a
H2D9B7lf8/nNR0Y62/Mx3EfT3WyRpLo3oKnGQd+loUv1j17sbNMRdAyI7gohLVVbKZoePodedPG+
MKS0tsAU6aX3CPz0h1pNKVliM6VV24s56t4DoTV6H4Jz0j67xVLXF7ygfITEUE43uorpFNb5ytf/
4Ow8mttmmi38i1CFHLYkQYqUqGxZ8gbliJwzfv194O8u5HkFokpbV5mjGUz3dDh9DohFcLlgdrTk
S6QaaXsTZYblvEoJTLmvnZrKJgXqpgfmpNjac8e8VcE9S4q7vKuM8KpCnd7YDRBvxNuyhc/EHVok
w8Cel7LzW9Pkih5TSD7kWuj+SjcSKnbNSS/qEF7epIRs21aKfEKexXBg07L0MrGQY3cczl82JOku
lD1Puh9MBxbZyJOwoLkeE5ggXuB/CVAbkseex8dHjUExG2ZfokCvnoG4EP0y6TgN+Rv0vVH/08lx
Cj9phirTLwdmk6b+gwyXmsvulMI6mNE7sQEptLRviRitfNDcurTwaCFNlWvq9zw9IPrgmIgrn3zP
D9Fn1+lpvA4ogcHCIRU+De/MQo6GTqDW+3tCh1odd9ocWXuuhw5AP1x7UBgSYytdg/rj1um0GNwc
viDI+KitrUFOg3YAVOZRLUc8VaNabcOWTiUhLa/STgvjsUZ5JgNM4VMpYxgvHLSOfCDzXjpmh6Bk
BO8EknunapEM451poT2hbOwOytRXRY00ixZkTkykQwnh0zejUfIbN4uSWO9wl/ZA3+GwtY2uIMM0
nKFy3oBDq/VjG5A0P6JCU0Dna5iZf6gK6j6wNyIxtbXwo55rKDDFgDAcG20681nN8HoKJOdJzdCN
Pyid1pV3Uk0FfNfhYaJTjrrM00SG1twXWRvoD7A9Ip3hkD7Lv1tD0xWX8ruRXpV9DMVjRXjXPdVj
LfN8TWmanMa69zrwuOg359BG/1GbCkxaDw33d1mylCe79duCYUUi6E3gt1q2S/JWL4BD9+HvLKO5
XmxqldSDcDFHTg4sy0D5hol1mEBqw950fl3cpsQkVxhh+xrIiUc3t2vtK9WcbCCFVheB5EB4Y8uL
O9SQk4RWcm74KgXiDiWULinCYJAioNvaw30If7JxH9neXIWfoFWS+bw7mFh1UBJGqd4jB65m15ri
MUjWMCxo0NvKDCB8UtJC6VHVPHpR7jvaXi0Z7XMdct3456CgaehO6lCjFEJTH/pqJcHC/ifj2Egy
2JYBUu471WnAEBrFiACLlmgQb0/SlCa7cGrq4JrsDRmSSYFieKNVBlqAoJX85qgxq3oe2xaIpKpl
vX0DQ1JFvC7lGtiKWi/Mr6RT9i9YpeXmTVZqVG8CC2D/HrEZGnpqThrC6wRfXgKNRx8gFaHbD/xE
adx0tkRdKU0VpeXIpQzgXpOWUXwlmzSlgQXZyF9vC6YLXhSZYsxmgHLzKUaQBIYrBu8g7R+YcTny
3jSwgRmBdsybMjcPaRtDecHT5DEPQt0qPPcjbs6FphFiIN0sZCiVPfS0N21KXHZdKdk0Y+qIUrek
E/YjyREdYtnpbSAakJ28mgRkxyb3KhXypdT+gjxPhOIKYyXPpV+aX2NyXQMIZhxCvtBMTzbDiPyR
PQ+6XY0QSXVQhN+bzAt9A9eYKDsJSv8ji4z32qhJLo41foj9qCELaIY+3baeXR8MHyz4MY3GNHDn
/pG3LWIDoBtsJka9nwgD/P2g2YXPO9dmJXqquMyTRMQYPKEoaeXfirggzFFrLdf/zMM+wVOq14Hm
TnTKjE3aoAOzZZq3iW8hy0pu6tFA0LyVfOQHOI7SZXQhth/1pJT7rSVBlQu0TWqzFpkP1fB2VRvD
q8wFk5SvNRWKCjRlT445DQFI6iTPkXekjxDPSCvDGr8ATWivQC7J43VDd6L6WQ+yx2ORNo1/kkb4
p3zer3BmfEDBhAqITDa2deIS/nbd0iTpnipXcG40gJNwUQGGmMDXeUdq2pa+y2nWh19SyhHMg9mh
TrJNmWHYtqHvP8BilSKZxZwNAMJOo3qaePl4HkqLabOyL69HT9XbLXy34I7BDxCdOk4Z32e6bv9Q
0gSxmBilKVJVI3SeqJXGILu1ArWotgMeMQEpfCEDYtIe5hE0s+B9zptrqQL0tR2qfvwq531/9KQK
kpDE8aLbosvTP4kCs09GzqvgLTymwNPrtAMlfN1VMOFuWsQmBhr9tJl3sOJI6CAZfLMDXDddHUCU
Y4Tek2X4hX0tMcB6Sgo66GS9TJacVK9tGT2wrQZa8RJ4CoUrBpwhRB/LA01z7a21h6Gjq18j2Kn2
6o3uOQ9tOwsbKENvDzvc5nQGZw6wHMGX7Dd8WdYDc0IOEo0hzbQsUBJQUOjPG0CXzBHmLS2qEGIr
+/DRMDTtQW+8gAlyzxrfZMqFr0zaZqcYMWcXzYo9gOEjc3k/ew2T2Oh13b/KKWz2NNuJ1hq4BDhD
+db3HPNOoyTMsFzNMLzbET69BMo0HIHF29B2NbV0TE2G6zaJ6fUPcDtMp662DMbyPCc5+cXhZwHk
uRlNpit0ud9Zh8ZxQ5B4PWKcgRL5T2riwyxlc7kQ385gI9Gh882RvWXCIRwrCBPSmE8RoTlwC0mv
yiTYNH73ylT5khpefTcWTqNcOZnyQtlwM/bVHwOaIdAVDLdQT/RPkTExG2iXRnBtlEFw5MNImwKe
Pyw+6VOSu7qCsZ/jN75Q3gXWYRI8VyBhElQ/oPUK/mhTx5i0E2tgsiK9dh4deVLuQqdlCFOLUuAT
5ejXG4Vri52iL/sQyf3Q7cm39dgNwhGEeifr5ZvGiCldRE/TKFin0oPiSM1R0WTYghhtzn7qxjT+
Zi6hkBmzHJlbASBr/8mA7/3SDRjCQTKW0PZ5+F1YejIqbGi0BOoTpSu7hta8b99KNWPqvJ9p7zdJ
VTXeLnesqKK6ZXgA3mHggv5jCJFIiNrpmRa7Nuypd2bUxNu6/5Y6VcE4mFnavzEs9co052kwLb11
IiVGsqyiemgWGtS1UHyfcdfWDyhTPfNzjRdN7IAivMvDR610TBXXwxu1ESxhqELU4+tY7sfq1YKl
7nKTZ6EfrgmdTzXxZMVLWQu6+eqQTKFH8XziwyvTA8nXNlatfZpUzsrWFlriotJJgi9CS22gJZ7F
N0WpuZ58k3rDSjtVWejjakKbMwx6HhP4Nd0AjBvhKbo0cXfnaNaxDIEUTJ6/S5XeYKjerjjR9roN
vZfQNH6Oze2nzvPvX/auUUiInNpxSeOTsoIbkgNmxquUpgdffTLNnzyx7uV1/oI0Pmp/Ch8uYpDM
g+eONnlKb3wYr2PcPlDlbhPk/c9eOTpa8tbJe9afm6MWSVRL/1VH/yx3igPYwS283VQMoI2nQ5lX
FHKIh8reuG0p7iGGdrKdEX6Matvkv6QKErSkur78xy/1+P/++7tTSjxjKiu/5I/HdWxU58GgWB0a
4Q0a67dQvQNnkzc0MofK3M293MvLqnMv8aMzE66Hbzu8/nMXvJq6L1DBu8wCn8BhHnPdcVXF2yvj
i9WjHsspNs25j7KveksMSK/cuLHGCB6+mKmghJCyPCBnd6UE0PTn32TZ2tXW2+W/UlnohMpzP/bd
4TitrMHXiAr83Amlh9x4PxjsyMB5zs3Que1JhSOftG1DojCOL7Q+CGEerP603gidb9EHJyULzXXk
v4MegQuucX1OSvqS1DHqHL0HCuf5N1rcgfaNCAjNHHmPxsbKpVaWlhXQObCUBRXFi8GVUgq+DN7M
+y9odOf2PU31uerMUVTZvoZdeBf3v1aOfAFzIgtd9Sg20KpiqhO+nvChTr8qiKjM+VhhPmnVOUhh
BoUigHx1Z8MVtrLoguudWaLef+cqAcMYKrgKyZL2ZXSrw+6DCgXVQ+8NYs2ryvwO9sQYwy20hADh
IW9h50Vr3UCiekLION9kSb5dR1QsmIcstOAtOF3IEMEWAI4Hbdy3M0dvFt6v7HfpXs9O+929TuQK
FQ4o3/9iKHztR44upllZt2N05mq1WnrW+nPfH8yGqXfFxeTsXrkF2zBW/dXlv2HpTxCcpjlGpYdo
xuAG6m89jR/MKb1Cecs1g93lBRbeN1kA9KiyyRhaOAyuQ6azLS3nT54XV1ylyz+/9MDJggcLOlXK
mFHEg2V7S/7TWT1ggW/AQKxW32GWvQxG3/sLAukdcBLyimV+fFf/o4iGbk5mDK3PQDqSdgCRx+eG
IT87kL8Uo7+PxvI7PB7l5vIuP/5KsiM4H9WE5Ju6zujSJAAdYd8C4ofvGbYP8tqVNT6+69D3/nsZ
I8r0qV0bOLjc+CKb0eMqkuVj2IzszLt6d83Hgjm8xgZLljIMXcT6nhM6pU2EIJB5HOHSNv34CWd9
+awWIHpQuvy7XD3T9iYjy+nWPBZIc655SfMTY1p0xu64EsbUfv/05gQX0chmmpQ9jnIGyiGIQHxg
7yEv2HjxHyyVl3L1ri9dOcFdINuV0HZiYz1ScdS8XVUL7/AN/hDt7aT6BbTq8hF+jO2CYP/fE/TR
q0nQ9wAbZ0YwO6LmgRuqXmNfv2Z45fIaH/sFuHL+XaOulSbvTNbo5fHKR07RmowtOefh8s8v3WbR
LVB1r1CvHFyZURtIOe8BKV7+5YU/fJbyfH+bO7nWTB1JLzcPx59JMb3lifUKW/+vyz+/YOpwHv7z
8wzO0AVRtcHV+uSXOfq3jl0eqeZTlJniz529LZg6OfM4ICyIz5wZW3TTgv8sLR+a4Xh5DwsGP3Mj
vT8iJc7GPLd6ggeYsYi4kRlH/ftBzctDOceI4cNqXLZ0XIKx00uM4IzB/QOwOSk63pc3dJL9LyTH
n4vNkZb4dzvMFdpS6xSja8J2PCcVA2mBZgeb2TRqIrBZRgaHUhWoG62Y4ELgh3Trv4vCGxHrdkOJ
zPKYe8PLg3DAmcynWb0aiK3MAEt5fDHGW1za5e+2dLUFuwfwi8aFE49uW1l/ooEhGn9IJ6ZZV4xy
wa/Ygs3DL1c0Bi+nSzr/CN/kc4X4X+GMJzq7R0l5uryLpVUE00/BC1Kj6Uc3BvtZFsALvCa6nd8Z
vZyunDzefWodS3AEVW6UI9Tso6uaEEzJgXJiZvebKjeHduoePntoluAQUp2GpxOxnUpJb1tEMKvS
29t6eodC57nrP/dprPkw373R1LpyoAvd6ELpRXQW7528vUqr/Ctzmy++9imAvmwJjsFDCgWJ+wpL
Ql7hf5l0zwRTQD8virqVRRaeyXmw5P1WIh/4HpybIy2TeJsEHrLz6pyx8hrbk7KD+NH93AUQ/ILP
+KQuKVyAIO72mdKfcxtuT9nTiUXhbtSSeCVRWNqR4AsYv66ZN50p1C0AehL6hJpG3hNTGW78YKc2
nWvCSnF5Vwse1RKcgEOvkNYbga0zxnfOWNMyGNBhs8sfIEVWTm4+of8m07IlOIIBWj26yWQdtt9R
+AfdupHxpZc3sODFLMH+9T6pJY/BNBeFEGRmp+wL+AnaUSvnsxRfzirf7+9Xn5g0NJwAL5k8teOr
TekhnDNwes+7yeBaD8qXsvicXZqC9WeBAXQs52sM1D85qfobWbLDaDPVclQOYvJ+RVvZ2cKz/Vc+
/L0PaMBUUWLHPTd7y9bgfgF6Eh7m1myp04Rp0HJci9IXrrQpeIIm1npYxrkBIHL3clHsrKa+/Tuk
YBuQgaMutObZFr+X4A9g3rQaZGZJP5BuoEqj+C9plG6ps5IOjBnSkQlchyuXb+kMBZ9g1qoNuS/7
IunAbao5U8/gTLh9nORE2TGAs/XyPV9450zBK/jAMFCHzXE/Rf9s+PZVllC61GOkO8CujxvLWS3M
zLb/gb2agk9Q9T6TocoaIeaCtYO6py0fys7kPkCbsuvpiG/8IBnoKU/No+pZzluHrOK26BlEVYJa
2l7e8dLhCm6jheskCceImAhwR2pa9/VEKYgGc6vAG5QPz8BzYci6vNiCjzIFN9Lix31YbZE3Curf
cEQiLQz538qPLzhZGEL/8SGm4TmtDzEw1AJFxpi1vLURPGx7KPE0fcWcF0zMEFwHgwbMpsisAVDN
LTrZlZv+xwiREopLKPgVW/idPncVDSF6AEUjeUbHUvMHYQgthSFjju8YKt6uTlD9nWP64Bb+5Xd/
558sxkgUPch42KPgW+kgDGAmdOOhwslNfSf10anv6ptuQMmXJCA1YrfU+h/gTG/moExxwiew9yQK
0Bf62dWnbokhOBffBCXv2OQG0HTd+dh2kpWvl396wb4NwZXoqdEX6HuMrpFD92A7ew/kegvp4KZL
nJu5Vnh5nYX30hD8iJaonhlkrNMn3g0QV+Y8YDL4bKJvCL5jGFHis/w5eDGVnzYy0HGuX+ud+f3y
X7/gEwzBJwAJhFMLwjl3Au2178KivdJ0QEbgrGvGHnIADNoM0UROdaMkpfHJGy94B7BUTRcgW48y
HyQ/TpCdic1OdZpSLKF0AmdA8Ml4Rhd8hVqNiVTnJAAW/atebXdhZTxXuPrLB7jgJnTBTcCik+Uj
rGGuIwHWc7Ai2crfopggQ8lPEBqc0uL4uaUENxFMCOZUhgxiIHqc22j5lIBdO9C4OzGbOFVrs4nz
R/jAUehCcAEWJJsKE2U6OUq0H0jyAcVSrmYYYeydGwZZk0FKQcCY5mao67WgdsGOdMEVgAUr9WJQ
R3fMw7OtqFc6Yu9jvnLhFl4MXfAGwG+Zbkr5dSVTX0N9eKqD7tkL1cOqoc6/9NGpCX4gQmISPAen
VoTgfXMjwnfnKznZ0m8LTsCS62GEbgw3GTSPc7kELq4VN7l07IIDYAasRAqY+6vKMzNve8oM9Xb1
D186dsHOvUaNZVjSuEpBwjBAe5PO47tAx1fLFQsraIJ5WwFTRlYh4cC8ZkenTc/MJ1s/SkWycnOW
AmBNsPBxigbZmUDtAzlnxPCFsLdCr4CRXNS3UFxgtdUMf6GRLWuCjY9hVYSyznZSrXh2tGCH1PhR
gTYrkv2rud8uyTp4la7fJh3DJ7CNfL3sXJbOcf73d9GBafLwR5nCO8MchpNF+8LwtnmpIaax4r6W
VhAMXIKkFBpNg1wMzN8wA4XK9KY1gRl52UqEu2An4rDtEDDxW1aw19ragJiTb/5Zb/AsOHoRRGPF
cMUVUTm5eWKnZAequYs9KX6AJLG5aYvyu1wY0w5unX7lvJYWFIy+roApVhMLIra9sclGAkXfmkAo
fJBXnqkcVnO8pZUEHzCBvvIsDQK1PE6KK7NHayYMxmDrZYa9S9ssukacpXIlaOJWPtTSXRD8QgV4
t0YhciIWRZ4bSvHh2LZGuIfoUrnywQa7l2/1gncTGUn0kJQf0rGJOxfsO0s/MMdxJdv/z1KzOGS+
EGOqgmvIEyZlAXlPblRpD/5Q38hNfF0RBGwgG3F1PXZWooyFi60KbiHqrbFm2nmCyL68BvT8VSns
w+UjWtqDYPh2pKE6WGKWHpC7Oemdpb2hmrs2efCRevvcKoLxU6+SSrRZiF3gFrHN6CBX2fUQnYGc
r8/8L9yqvzCddz4sKNBikZjyYcjM2SO8+kOqpNvANw4lZHiX97G0hPDKN22LDsQYTm6Zxi+opZ/m
WojpSG5ZM73xuTUEw+c70IlR2EYUQhkdYCiItrfQqHlTcLTb/nM2qApWD63k4FQBW+n1obiFa1E9
OpF0JNFjfE1ZcWJLBigYupl0ahh2GPokNUj0yuNZQggHOeJgpb204LtEYpBYrkYzZmaCDxCh2z1d
GebLDPiK6F5kSYa0zoqdLD3NIj+IxnzHGEFl6aYRE7LDrU4XiWZSxrRfzeQTrSWIgwEWwbO5Goov
HJ9IE5J7KOBCyzr9/fW/7Ssq8YDKpuR3BPY/gykk89/mwhgNE4U6YCzFLsnA5Yu4dLaCa0BZVke5
MldduuRR9jbBUq9RZ8687iqPXmPQspfXWXBBiuAcfB6gOJYL1Y0pMXajT4dQfhgDqgHtW6uupTWz
+XwQoP+llHrnHUJ40mLVqJDIsvbFVDHQK6N7JjExexcxBGvOXS5j2MewX5fTH2ONuUZdSKdEBKee
wiXMS46IZ+wxNaq7nga5ZrPn+S6Ko+71Lkwdt+CU5OQFcKWeR5B0ANark1PkBGcFaSnqnzGfe7XM
uuDF/nZN3x2FpVZtaTd0WoIAsS9Zbph/C+LDKPnWtZ62zbjyYReerb+m9G4dmHP0OHJSA+wV7MgD
w28bB0KSFYtcup6Cb+m6oDSQakB8J2TWxmwmc4sAsMuQX7IB0P0YecQWrbJ6gWbH+MEFEnGUAczL
kTKGBm9YvKtIZHT961CiChzv6vGcZ2+h9GXwHhGLu2wWC19JxExOeuVAwhIYrtKbp8FALLkazgUk
mAxHfHKJ2SLffaCJiSeCrchwI62BoMrSmhsmnPqjH/rV9UC6f3knC25MhEN6IAy8yssN11eyX1FS
3vC+HQ3n1+VfX8rQROAj495ZMqnQQpRqcmh06TgASNYzmZHvGGJS9TtzGy5cu0eQ+78vrzmnlx/d
hfnGvzu4OJFIZuab7SnGNmxIBIetYqP6k59buCey5KhJ8spHWgIzzBJb7xer/cDs7KE1mIuaq5fl
lVGdfWSXWKzLb2uWjOx9POwnKdqv14sXjFdW/10VoYuqTgtWVQAFQlXw3HkPSG3somGPFjFrD6NP
enob1S/zPIFtBltprcC/dLxCbIKsFbD+RDLctKiv+wh6a+bTZur4rH/tkAu1kTjZtgy+X/6aS5Ym
eJJxtE07IF10jQqWkuolRZYEucmbsLQ+s4KKLtq/hxn0cDN4LRuq5PJ6gL8wGeLvthNSy9td3sOH
3pAV5n9/dyO1gom0LvfwTtOIVqgOjlqWrtWJ8aApPVXBrILgPVxe60N7Zi3BbYxa6qCr3etuFvoB
Q7ndIZW7t7JdufAf3jx+fv5M77YiZc0Ewfigu8xqfekN/Vfo2WvH9LGz4MeFYGPqe2g45rdPQ2VI
cX60+WOc3vT9U6LGu5HspGh718xWPN+HN4vVBD+hRFMQm8iPQyqn2sS//nlI/K+FVjMS+cmPIXgH
00xaPDVLKFL6ojr6lySu9qt9vKUNCF7A16VSR4LXdJmaRPG1hrqtKgHQK2r/DWHRdOWTL90oweC1
rpag7WQT8CYnW3SZjrpkQ11bpu7nrqxg4ozMh5AywMOGfBaUK851qJVwVEwrscjCMYmwRgV2ZVlF
l8lVk2ncySMNZN+CXnImaNmofaKt3KePsxAVnfB/bUM31E4uIhYyVYbHO2c/X+Og/wXrL9pk0IIC
qIs6uCpQZKjWEIkLvkVEPDaa0kaDbxDHSc0etqHTMCV7GehOzdxkPum3hEGXP9OSeYrgRxVGmgo0
Vef6yR8GFkzbe/YL1GR5g3p4MADrwYWzU+FKubzg0ocT3MEYFBnENWkH6emPojQfLOhu5PKpz1as
U59v8H8iBT6Y4AFSGMOUMnY61566q5GsvpGYJr1R+sp1wmgTUZ6wc2lLT2eiRuUF0EYoGkpO9R8y
yrl8OU9UISf1WPn+zrfao5GeoYY+Mk8UBsoXh/+L2tIMz+rM7M0Btl8YtZvlJ/4FuZV0njsxQumb
DGUkqAqbX4yS6RpdV9cKVjb5cY7DJgUfpMl2YDYFkFgDKc1p47QJnA2ZEjonWdfrpw6StLM1DZAQ
KuPWHJP+rEAg8BWSmf66bP36rzKVCW3vAMn/Yeiy4tyrfX3HaCfpddXI3pFxj+Bh7GEYXkkIl768
4BEcC7bCKaA2WPrZtu9QMzG605B9jVbL0fNz+MGnFyGOUhdmpjdQzJeR79AZFI0N5bGfByH7jvHr
/unyFV5aRnAJXmVIObS9uqvDxgI5qnefxcn9GGQ7KFxOqaRqa8a5cJdFmGMZ+vDBmbz7s/NpgvbM
9KhTH5JhD//hFRFoCd+7FSJW96n5F3js54/3LhSY4glYDr18d5KrG5DE3wNzvJ5kfaWxtnR0ovX7
hWFndow3TeF110r/1shAKad2vs+k6dXpV7zMwvNmCU7AtyDAtyBtomA0/ay77GhHjOgnxSd/XjA/
XWZUuqkyMmHDhHUinM5jTxdnzbyXTkn99yOUulbGsT0ZrmzE94E6POfD9JT0dQ8NGFPpqyHs0inN
1+7dx45IERX4JVin9Y9WY53tKKWQp66c0odJBXdJMHgr1RLIJdkGskUo/x4seFJMKwZz8mIkh8kJ
XOZcLpvkwk5EkGMeepMVtezECbr7bhZVMc0be0hWDHHp5wWLR+HQMyfA4K4j/ykAdR3GTt/7ymi7
n/vz54vw7kM0rWGmftgZLkRWN94kub4X3q5GE0t/vWDTsMWpSDrx19tjoT8AYU326hiOpy5Ii9fL
G/h4rk11zHntdzswi3Ycda03wDJ9C/q9Esh3DQV6ODQQry1OVe7hw6QtcUuavVFk+dwVMwU7t0I4
nCD2op6S3U3x91YJrmaXmMovLUKASWIhe7iy1EJMJuIXGz8Br6izVH1C6BTMqRcZ9+pUwyT4qFbp
ysu+FG+K2EXfD6D0mq/aqDd7Y5ATFwTKoS4rRBVhabW726CAn9Aev4Zj8nt1dwt3xBZcTt409aAo
cyfX0r7mwW+5qm6MYg12thhlCp6GWeSibGSaXnaOZqI/NQ7iqNqfFLaoXRmb+a8uUNtjXNnNNVpy
jEyna1wMCxszhZW9vraDxMK0qgGUnyQnz6UZHKuiWYlq5pv2Qcwh4i5tBeKhIaZqAz/OOR2d5361
SvLxILnqiLBLhfZ32CQVd8HTv+eaPMzardfQIz2kQ3wzecZx1NRXNUebbM5MZDVzQXQd4lqGCZ7I
N86qG3iTVmx8wQBEgCYkM2gNx6SMtRb9KHUYZwZvhIUtnRlj6NBX1pfV2cHZNX1wqiJCU0GsctA9
skfE2WsYuJzfCSzWxfQlVoF3X/ZZS2sIbhFuuxFMlWq4luW9tZO6s/JqW4Tay+o7vnRiglPsShUq
woI0Tk3Uc0c6j+D2ViE0TQ6mL+1W3/GFh1aEXvrxkLQILhluPEnXga+/eS2a2SFEtXt99ADiwYO5
5gaXTFnEXxqTH/smMo3guA1wg/CuMCgte1A9xLA1RRuIp8wM3sG1BReCIRGQyRnKnT6rBEPX/yIX
w3kINLTakttirHdIxl++DIvbEvyEPlmmmkKh7noz/h2SsTxrrmRMLEaLqg0z9K/9batFezU3q7VF
5x//6JoLEZIUUjLUoMhxx7g49n67q7oI+T7HUXaqAw/cZPXwdIaPsaxAN2s613pCMeDyjhfOVcRp
xpC+geOKKNAYyl2cOVeEUIceuDIU4YfVr7fgfkW4JnJ9iD/pielOkHUWiXqQx/I6KS338iYWLEwX
AidqZE3LI2K6PjMECK5/cXo528qh+pR1zYtlbceZtOnyWksHJviLMDQ7WQvxSXILCF6189u/USAJ
gJFGsM6uVWMXrFkEZuKRBmgs6a70+WNE1cAeYYyGPCSrURPP843fRMjUHS9v6mOBH6qVQgRl2I3c
O/P7pTC3tUNS74yM0DPln3RTSfk9KM52H8byl9pqv3YyRH5SEewCufmRGyl0jOmwXflD5jv/gS3o
Qk41SIpV5yO2oEsvkMiT4yq5dwyar8P0pkkvRpb9WB3nWXi0dSHakYFJhDY8zzCMmvmVqtXhvoIR
5vJOlr6f4Em63BoktZhf7bC5URLlzVDk34MfHCD9G38qRRnvzB7BvUAPfl1e8eOGleqIcCWpylQr
RCLelYCrAWPbetpDmMq7TJ4zLdqkjYHicvYSy4fJW5nXWNimKphDlSddM+Sm4WphEG0SrT+AXnwZ
TftoZtHRttK3LFNPuj0FK+e69NEEZ9mPdhTVUW+6raX47sx42CTq2nz/kv8Xca09pRbGlBEBwFEd
fV+fbmon/JXk9rPcR6hq68oduF2U36M/jVIoD5e/3IJ7FLGugWygz4J6Adb3TRl1lUo2yny5VKxY
1UKMI8Jb5V6zc1hKTRep3wNYiG1fReegd9zPOnhNuAapn4WK1YSmqxnSXUclNGwYyYhiv17ZwoLb
1YQgKh/URq2ngCOagq0tx89qHaDpZB8YJzwkaw3QpYMS3CCt5DL3Mt4pddKZUi0luB79Y9midbpa
lFqwGBHRCiti65CPmG5v34ZI4NK3LiGFGyakBi1tDtig2Fs5tYWHUaSFq0s5J0xvOTV6n/iA2Z1a
t53qu7N7WIX5/4UMfeC1RT64QZcs6sQ8H61X73SSxlb3IbYNEGnJ+iS8QvzRg6g9yQ+2Gl9ZEoIL
ZWw99uEIKCgbE/RzG2trpWtKYAtOQiSQ6wcoxR04XxnZZgpJh1CeRsoabmrhkojoVkMa05ThI0JR
X6MRNKjtQzFlhL66FO7zrrNXPt7CJkSYa4Cyhx3oNK+LAmVqQ6vTe7Di3oofXfA5syrh+1JNAT0g
ky047rgyTljrszrExxROissubcFeRVCo13Z6Tx2G3n6ABkA7Wpuo/Ar5cUKmCO99vRK4LJ2RJuwi
V5B6h6reVaLR2HvQIN61cW78uLyJpS8tBAjeOKDF17KJOPd+6tZ0N4TBSeJmrzqcpcBLhIOipJzl
oU/8DdJ911nWjyHL5I2j+1fyQFAu0cI2jJ9OjYRCAP05xZ8ml284RGilV85wwUn87S69L9pFcUp5
gV2WM+l06zeHqvbPUdJ+BchbbVIPIfMhUlYSjoUzFZGjKrTp01TwxVpfeUAnIpvF4uk9p0nu5iPs
6Jc/3cL1FmGjZaGXHGyMmo+V7gql3AWwGzVyvYJ/XXDiIkI06UOpR6fYAN+U6Js4yA9j0O/iooRF
m6uidIwOMDdQjEqxYlBLG5rP891XiqSEemAGWMbUpeeoqR6SEFEyo8ijlcRmwZREOKg1FJava7PF
whG2nSnnN705vV3+HEtffV703V8fp741VgY/rnWmfqsgV3Sq62xC9TyfdpaBSMrldZY2IfgDSOt7
J4kxJ8023rpsOhRZvUIJuvQBBGegJ5MXZ3CHu46vo+igKt+B699rzuPlv3zphIR8IRpQHDAHqjeG
hcpJp4L/ykGzSVefAzaqzt+Y9903SAYI/j0EINyqa86KVDDRFIQ/bc/83Tr5yi1d2MV/wJoS/NB/
04HWSZFMtB7DWEJpQz+vJhxLK8xe7N0ubGT3UJ6Rebda75YKv0Shhn7CQMZx+UMsXCF5ftHeLVD6
GmpMicaHYAbMCQOUvvX8z+XfXngVRUTmoJa+ibIN3QOd4pgaW83JrKaXzkelxCq/+gFSZJdXWkoG
RXRmUMaqJk2cky1bLg1j4j6iP3jbd3OMVqu3enWe400fv6ganzw7wcxlvYizFk40F4nB+IR0lL03
YnQAVva0UCgTEZmKxVBDaHF8Y4cmVHJo5WgLKct9qfymyElLnMoz0IVNpbaf/GCC0QfQiSLWxinO
+aBa6q9V5Dx4FVz7Srfedll4gUW6yXHwSk+tHd0FDk5OO0FhYkIw107yVWghz5lP9q0+JGszv0vL
CSl0Eba+DwG77vqxplmbTFfrn4Wj0MvKqvhUoJBx1oKwcLWmUdaC5o+9py0iMQepgs8eqTK368en
AKUFlNOAaK1dvIXEHfaCf6228hVkQxRQ6Yn6W8nNrV2O+zmaVaZog9TONpea02hORDMrkLCPD9EW
wZiyqndSrrMhpFluAse7aXplGyT+fWMmX03iN2sNaL10dLMnfOeQNN3L/M4ydde2UTZAR2uWce7W
z+5jj2qL0ExF0QGZ9VyHStcI0FtjJwHA7RlIlSAlW4nHPvZ8tojIZLYq6KrK0F05V5JtGgQpUANt
OlnWVB/kJmseC62PV9zQQh/adoQwAA2hDgUNjqxJBn3XpuHMMB8y+1HXG69Q3/wuem4hgWl8xI9M
66zW8a9qQo8I9rqry85q6VQFzyENoKxihw33ffHSJh2yc8WT7TVPg9WtlI2WzvT/qPuy5rpxa+u/
0tXvdAACIMGqmzyQPINmyZLl4YUl2TLnASDB6dffRXcnsdmmztd+ul8lldiWDnlIbGzsYe21ViED
bII4rss4yPKdZwHJsaXsBtWjW0RA5yd5EbceZOUtelpAGxU6Gqgqdh7AjiaE3k8ZCi97fzIN+vmZ
K9c4zkIyw+Ka42XF7lsUSPZtqk+BAzbe0hq6afoedYgWA0AQkE12BLVCpmTgVLntk1aeNcApvL7i
HvbjX4sgcg3X1H1sSgr8AwBhqntIpFtcF8qC6LpOmh1IgNDqI9w+rwfm3WUQpzthaBtYAYit/Ogf
Ws8CxTMnHLWqg4ZuhCVoiD+W1aMER2bZK8j8EUiQgaH9V92tXHzVdz7J6nPaQRkKEp4lC1QGNFJ9
PQLPYfB/GL9lifap4phTOBHObBnIKrDo7FTH9oT7zQ7gQznSn3bsTmSkW9deOYsqFqUA74aAlsdU
nNU2ZhzQF2hPLM+WVaz8AGSCIddnIyTqSv3FsYYbrlzMEoHJCNItO4xpnkOo6CW2xe3rVrixXdd0
lV4W8dJe8ghrZOcmZu/jHJhXBr0dKET1T6/fZONI+ia7/d3yDxwCxWmHmyQSZOcdg+KUe9GemvLZ
uPoawKlq8J5NFTA2EQCsu7LCwGBSVDtaeCfO7g2XsGanFNxqFEj4EYaPsw+OkmsEx7WnzoFAPunS
NtZhDdq0aSxbznEPqx+v0kK9zYx6b7z2U0d/Db0v1yjNDNJmzegAbeUpe+8yqCq2qlPQWJe/hGqR
a1JKziOrjHvcAGem9mtln2XSa09s6a1VXm3pwm3Q0Y+wMSKQHHmTd+406oxQ7+PrJrr1/le7ei7a
mXQEl3egJjYvGolAcOsMM7sn0QJbT7Da2lAU7rqhxi1MXV91tLpBv+hR9L9EEWDLNd8kCrS8Fhrb
AAjGtzFIYsIJvCcQnHpPSXKs8uREYWNrN6wOeLD4QusOhfId+BLDvlUhTo66sO6APDzpv7fi8zU0
M/H6fnQMoohYkGBRdEEGughATB9MAXG5t04MhUcVvr72m3dbgvbv/NMsPDRyGY4LiLIdpqE7Z23y
tLy92eIKyNniBZlWjWgvO7bpyfG5DZNbU1FyafKqSxHyQfRa32U5Kx6gV6RSf7Bqy886qLG//nwb
J9aah5IkiWaSIVxKu2zyG2j9Tawufy1SX2M4RRHZRBugzfsu74nfVphvL2xolJcVwO7Ql+/2kmn1
/PqjbByPa+hmLScwxhmNlbIwtYCyYA4ptS4DTV7OnidPHJ3UxpY9FUds2Ppf4JsQ2OxARM93wk54
YBFWfs0nModpPEN0vHGqxoeQdbJ7/eE2DGKNS7EbiJbHscV27pKMUig/J+zczZvWh5t+/RaLRf8k
6FyzhvFO6wjK1+4OKi8Nu24SyJeHdTc4HyFcjEpi36WYK6/KlihQfU8q+UUrWfm+xGhwB8QtTJCn
N6APNACl5DuDvLQvWOzPFTkBMNgKb9fQTcgTaghUwPTq1jt4c3LFZAnhWbRi/FKO0IjX6XnZjv2R
NQW2WilqtBaGE3X+rUxyDews27YvFQo/gKzqQIJuBnRz8FtLlxZDGAmF+OP7wcl84UBPHjKDJy11
43BZoz5d4pVqrgsMe1bZtTPmmcGIx6QhMj567163nY3NsIZyqr6Nu0jnKDsBc8bH8a07QoSEQJPc
URk6AOA5f/1GG/tALF/gO3ecqzHXnsSNYIehRzj488y7sa4R4HUncuENP7Km2bTIUDZ5mfCdMQYE
0DkN2ggQ8MU3YvWOmUWei3ymBwBWqlOnzGLrP9l7axrNeio9qBFje9eAuAwgj4Bky1PvVgFEVd65
gw51ZQ6IDfYOwPx+D1T6Sazn1htdBU9dGfWZ6mO+g8T6ZVrzp4Y2F0mU3M7Vqbxy6xarAKpuS6Nm
1WHR8ux2nh6N04cJSFmH6fF1q9gyv5ULYUYX3IP85W5sB4gTlup+OaUdC0plMekDmP3r99kyjVWZ
BFGmBcFHmIbIyI2KrHAsvR0HL2kgZXyGjH0/A9l5djI53jidxSqeAjPVGHkQntypSZ/1DbrrET2R
TG44hTVak6Ukzq0Ul3Yx9t/GEsrqCN9OjwJtLMkapzlCjruyaLbUzUDcTVmuj3SigGxODihCCbsR
Q3+KCXrjNf0F4OhYXiEn7B7qZWpPrPKpm6dT5eatCHANaDTAIenewtXH2joWGuJ61Yw35TjNGCDO
vVYxhxKYBT5aSMkdIZ14qkmxdSCvtk2PDKxJJuzMyGvRKejO+nZ0QuKiIsId+m5s+jMKIO+JTHbD
ttcQxhr0wqTUaFZhAPSJZDAIDvH53ZR8djPctbY/qarw/LFi7q/58m8Dt9/78rwEFr9AVuK64t5y
9xHCMxDLH0o9nzDyzbVbbSCaqFFGFfIqHLRly46AgoL6Qja9X8dREI1xWPHxeLLzurFia8yfVbWD
yiNk6gzQMtZMU1AA7F1mWTgMxUuqul+Fyck10M9ySJVDwxYEG7l6C21bACTd46+WHNYwPy9Gyy8d
gP8EuUywPExWgTezLN+fBHptnAlrmF/ukH7Olv6lhMidRdsHQ9xzlkHr/eRDbK3+GulX8b7QVOMe
Q/0Fgj9+6pHjQkPf5XsYArp+PP9Y/mpfas1d2StKPDJq5PCOe91Z8n5CXnjyYbZMa+UMqOZzjmQJ
7CBu5KOOfoY86loO6aXs+L6I+P3Jid2tO60OU8eq0bd24Qi0HR3i6dvYY+h1oEHgg3vZR+pTJqaX
XzpQ12i/IosQnTKs0CiOldX6fXNTcI5O8gcek4uoe3HPXr/RlrmtHIEzkrEfXJCGzIDXA2fse9q7
yU1/djKO2jjw1lg+Bbn3jJVoDjj6M+gK95hggYowFGbR0rPuX3+KjUN7jeObYkd5o3TRgOAQi2ck
vUhljlHY5hevv4quCbBbpVdg20+tgxJRhAkIJUOeO6ewBBsn9RrjjUJ+IvOcokDuFLHfUufLySxn
K7tbwxBhoF1ODSo1XTTdFb04A24e4t8kupBuckVq89WpC4QieGtxPH2ETPapwa8N0Kr8C0SxkRX6
MyhJgfjgsh/Kc5uU+xIpl295/fvZlrukSs7nsnsmonjPRxkC/nMxof8qPHFASHFKfmPLQFZeoq5N
7jkGdaOmIxe5sp8wGbmwL/iv29+Wja9cQxy3njNnM+LflJEdSK3EsxAm/uiBwvzCW1g1Z2DBH16/
2YYfWuMZq1IJFlVoRhVoOF1WjY4ehO6HGVO4rVX4XmG7l4XL6VcUW9ipFt/WC1z5CTrI0RNLu5ei
+bm8QBqDk/HUVPmGF1ojFr3Yq0insH8zCGnjCJJNdlXln7nk4evvbGN/rbGKBascSwwSbi7qIRof
AdRSEBW8fvGNCHGNVNSgz+6TFB4OZBXkodSY19llntSDP4xmSndqGIXlV3pu6yCKXA64BLPaE9aw
9eqWf/8uWCQpOCQgbA3Ltp33Y9+h0luXd6w1gAAU2fvXn3DDvtfAxTZH0YtYiLhza3wEhA78JiZs
G3kj035hC3/9LhuAKrkmsiQt5oWmHmkkovuX3hbHtIJugna60NhQKrfjrzMmb7UUkLVUj9r0h1Sc
iPK3XuPKQTik9OqxRVrmCNTW6Nzfj03ehZ0CeNKbTlRQtm6ychN2l9QT/rMwmdHOJ7k8G7BWWsij
nj68/g43nMO3Q+A7c2gcsFJWkcJJBclrr9/HyeRj5AWSlzu0qH2RsxMub8MhfIstv7vRVEfEssYM
nTEkYFHLUAe12e3J9dh4jjXKsV12SBoXYlf18gid72uEDXab7ZxGny/EGcS+ff2FbXiGNRelHmOr
4grzKAD82OeOiUhAeTmdcA0bK75GOs4OaF7KBKOMYyR3sTN+LkwcMjAxnSyFbN1h+ffv1gGhQpam
LVDYo51cup1ngsWuqjo/ZlVyKtff2P9rpCNJprlycwzUkELxK8g6ZYfMjUFdZKoZEI8021XTcKru
/fMnctdoEpciOakZtuI8kxR8f0b6mCxZlKTAQmyq5uPrC7/htdca3nlZxLS0gZfmTvUlJdFzJKvI
p+N4GCcPNMAAmCcMCD1AcX5ty6yxlU1PrQHc8MCXL1xzCX2M07L2o2k+UUn/+YuTa17LUg15Hg+Y
ZikzKAAW3YAKs8zuYi+tdkXX7F9/bxsbf42knKsxa4oOk244q+29FPzWnTvpp2OqT6BFts6BtXZ3
VaDDElOC+S3LfWRRetc1oJfKy5tsnD71ldqxobrteqjeZxgf8ctWeGAdPDUg+/MHdNc4Smq3KG2N
FHMNdqd9kvbX2m5um1O10p+vkruGUaoRanZKYRKRTNFT4STtzpr6Y1RjDjiy5NdfWSR3DZ30GqvM
NTA3u2GRnCadOIIV5AaI0xNLtPWOlof7zuuMNZ2KHBLbmD1S5pkWLEMbs+6gqtE1xXT/+kP83Ou4
a9SkgMqxcCKMsBuRHVo3QmJUWxfCcRftJiQpv1hzcdfISdKXRqBJzXZO1oMinpnP4AbHaG/34eR5
trXqq/iiyQWYRVXl7lQzsb3yhLUjeiBnIu3GIIvrOP0lJwO1jh9XhnhWgTl97e5yaMMTXyVlcp62
mYbGUdFUJw7NjQqSu1bpxvxu1zYiBZpQuddD7RifzZT5zTzcLMePGtv3ukjv4ZDG4OQ7/HlM4Hqr
HAQd+d4eOHpctDIh0VEgQAXJmH2wo/wS8tuhZU4BQzaWa42WjNMmVX22nEHQpV4MwrHTnS7bszyx
Pr9u3VvvcA1mLAi4d+y8WvJy5i895TG6A0oqY2j0MnqVKzASJG8L2zpx4P080nHXIMYSZK1amXLp
s+bWIUMBNo1Mu3/9abYuvjiK7xxC2qaFyEZcPLGqT6Kkdzo+pdu7denl37+7NAio0xTzKMC1xNFz
M5QfqZanGowbJrWmdzSVW0QswbVllQYz5oMdickNOQepbEIvejwZpm04zDXtE+NTHtstblSb0icN
Ta4pSiENm9UJj7xlsasWHOhFmSXB5bPrRxrMKjtGaQ5tcPf85FT1psGu9t80ZSQfElQ5Gt76U/ER
ICbUiuPmmSRfBJwylDf9k5t9Y9XXCMWOt7Vbo367K2Y2+BJteTqdGizYuvZiDd9ZVD0TUpIMcHyr
ax+gzHpTu9Yp/7thUWtQoup5WrfQNNuNI7EDt4H4gxGi9lUzhxNNn+wKOqxFcfb6tttY9TU+sTMq
82qoXO5Kee900SWypFrpdyeR6T8PktFv+vFNmXEmUeoAGUKXScjSOwf42oeTGpzYV8IFGxY9bWAb
5/2aSxIqN2YooQK569EH75wydKYsWPAuU+0t9eLXX9nWXVYnsexq1VgouO5IWZRXmU5rX5gex1Se
cMzR9R14sqdfPSjXqtkGyn8lE0Cso4WYAf5UqSDv5w9LZmFk8yGeU2gTVSQQOd1TuzhV1t+y8JU3
mKA2ZQ0KNd/MtZ4hu9OFNC748fU3uGV0Kz9AWT0lkbtwiypddjvCTHbnMogrgdBI7+wWyduJU2XD
/NaQRtapxCsW+k/iYgQ4fWG5CNOGh4unpq7wC9e+xkDQ7peea62pbRbipzlJwHEoEbZUFf04KOsM
ig5pUA78BFRiwz+sEYwAVbk9dzHURJ3IL5czHidP21I/aR+jwj1M3YkbbZw4awRj78wqciXGtSRN
90OVffJkf2uhl/T6y9qwsDWGsY/HyJ0B7N+xxnvsFbv0MvdU32Bji64RixoT145Y6B/0EL/ErL02
scr2KWVHmlnnUg7ixENsWPIaqygnChB5BBILEMXpiqWQbtdhDf6bw0nC1A36AZCb/ehC57TrsrTn
mKYttSyPJiaDi/ZHYnHIIbfFbUUigO1qz3GsQCap+87CdEEfUsEF1F7KPDGhAQJ9+XxR2vuhiexT
tGhba7jyEswjEzMWuozO0mMUg8N8c2rCYCtaWMP6xEAIxjob2B/AYSKGkI07xBCy5H4lsnNTX0Xo
nIKS5XRfe8Ns1ng+ITwHdBiofRaDqRs/ZpGIzjVBPdxnTeU5FxHP8uZYOhT4hm+74B8/COW1//of
/P1z3Uwa6g/d6q//eqhL/Pd/ls/853d+/MS/Di/19VP50q5/6YfP4Lp/3jd86p5++MsO4OZuujMv
enr7ghJ+9+368Uu9/Ob/6w9/e/l2lYepefnn759rU0E17O1LnNbV73/+6OzLP39feqj/+P7yf/5s
+f7//N1/qdK//PrLU9v983f2RnJBOZRAmPQctGhgbcPL8hPyxnUdx4GqhofSABffRkirWnfJP3+n
9hvmOfgE1sjmtrNEMm1tlh85b2wmKAPBvCMJvDpmSf79vW7/wAj+sRJ4DX/+/bfKlLd1WnUtvs63
dsx/sYQu+JE5d4kNc5AE0K11tm9PQKJIC02YJhFjeuiFlhyCGUzRat9VHsfYUDIrGCcduJS7Phrq
l8GaC+rnQzt+5iUdJggTIMgLWaNrE4gxAideK4s0CgoLiJBwqJSXQGxLYW9pKXNw9JQUilx2JelD
NwrnOmHaSnb5EM9F0BRS2Rd61A5g2AYI96sco6Hcx40bNyADLnkE+flUB2IAuYvvimKoL2pRg4+c
Gx2bM7cFhPs2U1ae+k0HtpGgd+KcBK6VyCZoXZK8t5M4N0HrlY48b4cBoimNbk0N3LcWMbjm+v1I
G12EI8WX96ORTxdjDGSuX9tOlgcUVeavyk2ztwYoB1CTDgPYKI2yQYAZ0zFL9opx9cAr6jW+4jp6
FyUt9Pa0GD3qq0Jw7dutbu/BjNdYwRR3U4H+fGtFC8HG8JQqrW1fRVQDT0YIuPzVPBcsTHlLvzKb
a7PrJWatQjFDZumQWCWvd2NmQaWFY8xU3pRVn/GAikg2/hAJsDu2jauevdx2R7/KW3vydT5lRWA1
pnlEpaoET5eh0AYu+ILyFDPm6zCnnckg9gTmVC1MH89BPIBMIHCLCTK5tm5bFBvklKd7Bp4yd+/h
EPyUKTNcpZltXnpS2cWF0JnqblJVZ20w2rowWAZRTGee6t3uaFBs6vZsHnQaVhEhwDVLPoE9ySQo
AVAjmXOopIm+TpE12ocRb/TDZEeduEtBI/0JVDVDqtDZySqA64hyx3fD2OaF32YuSw+d3WUQz01d
QHnyFPjcoOxTDTA878tbMbpRtUtqL/s4T3YLQvtcgLzJJJg/gsxexz7VU+M+Zbag4jDOTN1ySjGf
YHeOSHx0NOfBj0wTl76SeV2GZdoDBNMLKBKTto87H0IzhfYjySFC5ymA44PWgo6Zz4zLohthRPe5
bePinsQRua/wglxcu0/eiWww96ZntbefZB67fl3mSJOLcZRfsr7l75O0a/MQAjPTtdu69IVQYwFf
2KNZA7bQMffRgR3twOtpBRUlm33IVZYkOFksSa6sZmTHjqbR1yEukguAn+IvkLW333ZCQkGrZxES
5aqKnjurYl/TotEfbdOrcwzI8ndRBO0JwqZWHVnWxxS7JomnfS1Al7rTXjVitrC1pjgQjiiVz0k8
ybDr3QJ2if04BGNcpx/d2pmsvR2NtPZTbSdNKGOC2j+orAy4kofSy32XZE4TRG2Gj0pLzlA9cZTp
A0pTKKAoL2sOblwosFQJ5oaZoMVtipilDwfGygQEPE7yXCey/8CAHHs3wLXcJ8ZLy1Al2saOlpN5
cb4tdUdVex2Xg32L1a1gOrQ7K5NGP+tMdGVoj1w/W1DPRpMizQYK02C95+vBsrxAtq54iSfWVWGi
a2zwpBkxr5b3Kf3Usbq7AIcceBeTnLckSGQcLbRasevtAW7J02BwjXlIUfmKAsdqWXRZjTqRGKqb
AXqlWeboAC5rxMuzum66kd3Iynk/wi0UO0BYsiQO+hYcFbeV4OxgZXV+g6ZxCuB+0WJaYEha/Uw4
5vgwotu0PLTqDJpB0OUurzxjceeyjXFxzTGfEgxORbO3qfJquhcT7ZuDUyeWOWNqhncs64ayXTZh
MgFJaFHn4463Va/CTnC5172dQY8yps67kja1h6+VUUe9k7MCG6TjyuTMSkFscqXaHsjNJpUS+M1o
0vR9Y9l0+jx50v7IlCYNOIvh3Y4gDK1vvbqptJ/LsnWDurOiOciTwtwkEK1P/LztIRkSDZaDaRPL
VswXXt89xTFBU3wWChDBaIjs2MfRnZBdDBWQd6nNyKc4ylDJKpzoFqaOzQJinfLr4E6oQbkiLYIZ
Eg700gZP8x+px9+Kiq7Sz7pu66/dOub5IUy6aV6q+06/vHRXT836N/8vRkdLOLsdHuH4AzVRlf4Q
UC0f+TNEst9Qxr2Fvd/BOnMbOcEfIRJDjORRm0lXckRJZEHK/hkhIQ5/41IJqS3pCNe28dn/hEiW
7b5BoCNsQjl1CAWb9t+Jkeg3HOt/YyT4KgTnrsPwHSi1Ea2tUnwW98wGxt7yYxIfVNM88NHqp6Dq
K2s6aDEDFS8wEeXFFc4PA02ABqrE0LNT+YeC5N6nEafkZyvRbQ7PZUPhF7SP9lndpDe9sRwUdNI2
wCSfFQxZ8l46adj06bN0IOgiMn5edWj8MnTMy16HWScecC9xqMF2ak96b5wIKVHlXeDI/WC0ukVY
4ASTTBJM2Njjzu7LB7b08dmo+WMJVaVdQjIwIMZdV5JdhHabObBCdslDVtrRF53SsQ1SDu7E+zGp
Cht65E5v+zwv5H1dFlBYLEBxQiwRTygEEHUdg/EsQL+zu7VE2YNjZRpL+yCjoW/BKyVU/GjXrDIP
1GqHIkBoAxBQNyS0/wIZT9CsW23fd+GSZFQBszwLkytwcSL3G0qTNpy6gV7VCVWXnRNZeNbCyfv3
hrPJQ4fKdQ5pbveQc2tiUiEoGe3UjxsT3yVcDFdJC5fhO7J2fQ2+jyi02STLHXD48cNMPWWu2YiZ
GTtytQXZNhlf8XoYH1E/9nZIQsuroaAH3PvOiHr23RoIsngizB+I1R7toY4vYTq7ATod/gTafN+q
tXdmEYMeht1GRyXh5AcI+GZpGJvkyNOJ7xO3yUN0ivgFIqtdg2hFkeyi0/mDclUMn6bvPQsN6rSf
5zuX5nlArPQ9RkyTKxtCrgedep4VZGiXVGE3ccRsakrgSiUmGst3CSltCeY54Czi0I29bgoB6YCy
S/D3c7xX/dQPHm3T7/0f9GYU7Msog277s5u203X/24Wpntok1b/94z9/TH87a4un6sv3nu7Py/3h
6yh33giPIBUEVQrnYoEy/+HrKBfI+TwCGDOIlEGigkTxT1/H+RtBXTAjoftOFl/3X1fH2RtAsCiV
lDHB4UT/lqdj32Yb/+vp0B/1kHcCS80JBgFsuoYzqBpeB/M4+p2AUNkIFbaqT5MLRR0LULDsue4M
kGc8TULMajXPXdYhlKncOjQ5d64cu2mectJOu05V8z6VhbiG1vAcVBaSqIqNzhXnEO111PzIQWO6
0yDv2hvdmSOcowzLMp4OkAZLjzNjAL2SiF9MHqRp6ITMtKhy7zDbNQ8xBXo3tbOzH2j+xNxqOivb
FHeZcbWyzxq0XkAWXndcha6VFcfSJfl+bgfw9mvMdOR90SDvyZugaaIpmOvkAjAO9CMm6+BOMzCj
cfVJtXXve3OaXkM2Sp+5snimE7uTFabfdPalnNPn1NXMX/7Bi8gjT1CZt9pyL+v5Y1sIZMC5ujde
cWkR2fosm9ODg/6Bn03lsWOVu+/rrvdn0TT7zLgySCoEhzqyLrvZtoO2Ii+2jM4HcNgCAgrJY7eD
6Hkq8udkMl7QJvV9xgj3S08dYt6DCbtMHcQ66D23luh8l2voBqYdRUqLdFwmeJxygodqOf/M7LSE
YjotztIyTRBXzgBKdvU8XUSimw7O1NsBQQBWsSwJYzvjYT668lB6WDzNI3oJLO21gRgVCIDG20Z9
Ip03+m1RfSog6RbwQUqfDHg7qpeZz9Piepj0fTXFF9HcIcSr8NtCVKU/qEwErLc+05TWoaTLFB7t
rpIpH0I+q3g/DvYTNOceTJV+kQV5maPqQz0zsYjwOtcthJ5gEuCt98HFlYe1GTuw31gTZjGV8seU
6CsU9e5sL9YfutFkQVfpKdB59jXi1nk+4SvSwqRodKR14MW08EtS3yLXJn6aJWZfVG3zCVMB7MyK
xg9qZvSSVWV9HAD0uZ4WixpZewXxUQhe1725HCNjLl0nxsy/NVcUEA23tN8WcdE8U0rUXTqbD80g
Djbk3sPZY8dapc/IVaQvxvoe2nrjdTNWn1ocAajOlQHLqvsW3zZT7YeKlLe07TDqPIzJvtVQgM/s
8tk1+ZcpM+AW4EWCAgGzfJe143kFXPmeVxhH9ZK4BAGWdZ7o5t6bYBeopBRBVALbpcdLuxYP1KV3
IpqqgyjrHLPGbQY5QQ+vEcn9dU0wRAuZD3CmWrZ9qBEwfMkQ659zWxa3UW7VAeKJW1uLYzdaAPTF
1b2esA0nL/mKVOKuL6BorjLzSbgeuFGj+K1oQJpXJBZs2y4xNIsxJdDF82kflRbq/9mYh145XIE8
49PsNCS04qo+FhleM0hD+ypIOKrfHrgwQsQv8aUzi26fgJTowDQ4gASsBzraDGgll+0LQGXwXjp6
2YzpeJOi73yY2xZzwXmEapNoY5z02gbsBGY1UCkAGcQFBFNDqGQ27+e0zn0i5YOblIARpxTzth0h
B4zto6OpjpDWfgKaVPtNgX2aF6Lx5wLURDNRuyjXzmEiSGIBP9qLJsFkgWvCkmOzxr0Sty68KrNh
YE5V8hAcItXBi/FyjCza0I7xbZRX8ZBY8yPeNOB5HrmKo7nHZQYTYMA+8icni6HpPd4nwl7wh8mX
Ph2uxjL/OlYR/0j5cAsv0gVcgQ4ZchJxKIea+FLhT15R97dD534Bj+KNadGMNWV2ZasJySJT6cHO
4BSQEXU7Cl+AIBB1kpwDDiQnDGtL0cNhV+AOBTE6CCdkTTC5KdQ5eBLNMWdVcyMlm48SfIMfTJ0U
YJRrqsuyr/Rzs8Bk+hR5m26bO0tgMEks1ORD3R46lr3QRn709GwHVVck563R70zqJJexXV4VILM6
yJK9/fsRzWac8v9tNLOM/G2HMr7RBnjO7+OV5QN/JmYExWsUmiGhR/6ISf4drNjeG4JqseO5YsmM
lgTr38GKhdI1/g0/prZNXMIWHOOftWuLv+HOIpgubQJ+MCKgGPE3itfyG7fUf8MV4UjMfdkUfgb/
a9sgDvyxm5Rpk4JSo3mcBCd3LXodJbjJfEwsg8GplcdkKvg5vCqq2yg1qeEjwyFWdwGzx73pcoQ0
9z27H9kE080RS4PZ1U4REXj4AI5Aab3t5vtmGvdEl+d1eaGAKahNb3xnjOl7Fp8z+y21norOOdpd
tGPfsPmmh5AI/QJ8a9jNF8o+ViA9Fe2zpfSFmcv8rNKgvXGpVkEN+uC9hohVQrudKwFQdaKQOfIl
0pVfgV5JmjYNMNBXZyBRzaxAe4mv4pusYBgob81ZgekJqNMHTnY9Sv1WzG9Tllrwp6h2QS8YVErn
qreghpH4S7lKQBrKpzm4YcquC5F7wUVSlNZ1Rvwk7Q+RVkerMwdtl6HbFodEkAvbFP40f+xdJJ9F
OgILFEWh27mfpyIKiy67GvIrjZILK6gKCETOICjgnuHJUPGv9lmCo7qKw2QYoO3uBoll7YdUhpjo
DYg9YdD1q1UnoSy/moTt+Fwfav1Oel8S5vizo1CKnL23PafXqNIBU4kOyaGNuiDLzRWqte/m0XGO
jJaZPyJ323sCrwM8t4IjYTbJS9IOPioEIRhfUEdys8dsUHsFjAEoLo5yQm2cTk3uo56grkiK8l2a
xedWeWnzp3wUHxwHkZMHxNlcPmfeGFru1eDVZ/2QM/R5QWEOdeznyMBlFyQ1FyggoDeLFh6rxKMB
YDpyRIAc0k+E9pUogwRURA/AuiItix4pGiM0FTa0PN876Xyo2+G6NGhU+Nxtzycx33odNExSeVHV
aLlb3lkB7S5RxOJi5CNN0UVgV6znoKYd9nzgaFWMO3RqLmoKcHhmXlRULMGtPh+dCiSYzRnD5Aiq
n19plvueLA/c+1/2zqS5Tizb91/lxR1fMtiwYcMUOK0aS7ZkyZ4Qbulh0zef/v6OM+uVLWfZkYMX
8QY3alZKC53DbtZa/64KybPei7YBJ5GCYaOzLEGyQV+MvRu3zM9zwaxV877jQpZh0RkHQ41hJRWK
IUYhgiGIsTIErL2jGpF6zXOYY0AoSi7gbgnS0YhmIt234h57ZjdIiYlZtgobhPVgaG9nYeUSqxwr
+onCXdxb0g5N743M5gA6qBUmnR8Z/Y0n7ZM51yFSl6MFWzhQxhkMOcztqCQBoe4/9c1Dr5hrvI0h
QFtyOa1xuWtk7N8Jv69P4GlhYW+kMhlX2sNCJffDeny/aIJBa1p7jUx2YJ2au3V29Su76qqgTtfj
Ys6vx8U5iK15JbUIHS55W2ZdYNRjjBPC67l5ijPjLPqGsGXMPNMpYsbc783lFsd0/ouROte8oqDZ
qfmrsT1l5rPFDLnUcXsPuyfSTYr0ZZz3lsHw9zQ4r4s+ScMKnv9+GO8FJiyws/bWcF7k/AZ+02nr
7xt2fTZ1Q+Tm9TU0w2OGrCVWr6wpQTEZh6OVgLaJPFiLjwM64HR2p4uKPbDw2O1S9nnungDrAl0Y
d03xzk2tr3GSAf2grJ8eljh7jh12g7fVrKqPNZncamaJ2E3UoYldl4+DrsI6Lnb4nxBDJbywTfE5
tR4rdJot21ybIlhbxv3bl9j4WhcNJj0OtdbrybUOQ36f5/G5n24nJ/OvKKqfmbuytOtwEgltFkbw
Zf9Ixk8TtcrcOUZxXdHSbPk5rSy8t7GG6tb07FHYdF0RxiyXilowMNJaBSrNj5NE7LwSvuwRXrhP
Y06+LQ5Ghr3DxFdT3A/bk+998A0c52e+4RR/HWHuWHf+DieQQ0soC3+8xFDfQKkfqmr6qrrtvHnG
9ba8MVPyoQ7mSFqbtPVDP2RRmnTvtFSHNDGOhYgxDqhq91Q2LYd7kvjbtYc0O7JketvRlN0OztYG
aZuVH3snvWPWWQfKb+9U5b+f2LVguffMNoGKXPNdzyXT1cXyvpuzPDRqX1wnRb/DjOXg200SuBI8
Y2jSV1Xl3FsdTaDjyJUPll11eXHbwad47+cmZ7M4xVV/M28u0eGdu9cDZP4Gjlcgmjk/F9a4h8hs
HlspRgq6ugi2pH/dVqkI127guzNVeWpnprRh3k/Ota3T5cklaveQQEt6tGsRklM2hBhi91+m2bee
hNkXx25xUWy7vQydxiqeu3qtA1npc+yYS5TUcTTEmA5NfR8f+rkaAz7gXjbTUbbep0qL5Mrou+QE
GK7DfPYx1s3H8VxOanyMSRGLvG6D2ulxEjWZM0XwS1jwk/eUAgBkKeQSBB9v6dRCB9LenjTwe6f0
2ZHpTbuIx9iId75zyRdrElUHnnjrr3x3nXzdUygfim67mzZvPpXkNOamfAJKiAFjrUXvlwGBsP4q
zcVjMGjWH0Wr1TnpY5NxsDte/ID8fAtZWFtQNCaDPS8VjxYkjGIar1aZHhd/e8JOK4q35VM2FB7x
Qo7cW9kSro578pU+Cbwio77mBasR6Apjc8mlFNqOMYTuUGYI2kZUeemTWc/PjWM9aZSBSdHR0dbT
Ka3au0p3e6OBf67mQ9p1aeRaSxcx+fH2Sd0em+TVAshVcun3artcL4E2NxaV06JgkqQBVFkZpDnz
gSwzhuNmJsG0jVfD4npfK8/vrqDR9/h+DPVbjWBjv67xErVOj8vKaPQjwlJ/5V4dMns4SLcf7gec
SOl/evmqJABzA5dNnSwyh3h8qGWT7mSeJe9d2aakzdZdJ0KdyrUJetcJ3IaqQVsJUwi6DH3SmaJP
06sK3VFbdzQ7VEJZ3t/Uc6EOnVzlvdcVWRXoJR3fxtqV6ckdpL6PHUh7AUFFXP7rxLyp6LMhLGYy
TLe2AJovE1VyhBLhykglJmUvNhr/rAzYBLwJEh+CsS+qc9GyjwJaa3XFru5fFb6n3skVfz+/r4Zr
uBHLyBHWO+9rM21UVHqMjUA0ur3bGuMzPXW8IzV6MAkLiUWyH30NwNxxv569aSiv5ShBvvJiOHEm
QsuawFqLLbWrYLAUt2ixHiqj2K4GO0nucX5Lw0Gs9Y0xXCxr5afOfyB9HolItr0d62I9DXLWe6yq
kqBJXfvaXuL5jdGnyzvJX3/rplxIcx7bkZ/7auf1vXvPTMi78fuluedPiU9ZjmdXGeMtzdwmq/Pu
bbEK/5RjrAMfdpRA62LdPo2zxbxOqJOOnZJO3ovvuIzNfZ/afZQvdkw9iPBc28btKJr6Y52Z9dtU
Nc21Mw8uWy+3gnH1eF69rUnU9HpkFpLubCBPEgGz+TrT7cEX+AT6NircstrntjIC2/HwVK3rLjKc
4jEpu6dVGPHBjxOXLWkkYd7teicX75XemnNSXlQMtbM+GFvRfKgs33kLwSLeNU0xH3uTErm8ABDx
uMYkV3vuo6r9dE9WtnX03ViE6JaMgtdFbbV6Rrr3i+Tez4UTbDAWbiTygqvGZo5KDuWnrIF8VQ9P
85QxGL3f2v5dmjygp513ZjwVN0VKEmeeNZRwQh1jZz7FSZy+GmK/2Ml5esg8BD8tHBX2qJ9ey0U+
gAnPIUOGGyPGMbWKwRogfARMbLMv7Uy3UGdIXuxCXVvt8qZrllBeChJqw6Mq+HK16PrrLIEgUWaf
iAHXVOjusxjV23wynbBbhv1E1nQs5/7sTvI6L76WvMtoLbPXcd4Pd2bOTRznWQ14c5lGJduTY1hP
pLlQ2uYJmEbahok1AMhM/usSmR/HIBPdDfcWe74HdnsiLvNusPv+PPQj3UFbBomorYPf9o/rJN81
l4bFojtJVHEWFuKtbDVC16XnmNyLP4Jf0yn5WMlFqWKhuP4ZSL58w2FKUdyJbd8Y37z7RmffGRYS
w6W7qTJpnYYh9fM75fc62li3X3KkW5GdxvGpMwy1m4Xh3ZAzjIe74TTtiUvWyYIu9uc9m76/Kcpx
vC2yLD/AYMkbqKtNwc6o/Chb2jpKOjUyMysrBesiqThP02likjOJXTVkmxGlXmVdr9vAJKUx++7z
NC+wI0rNAKVifTOobtKP/YCtxmqnZ70afX89TNgNbrVMxqCZu6M2unjc68J0sissZwO5HR1bb8+G
uRW71pgY44ovuakP3UiyNYlBULmF+45umDDNbfmQkKQYzkbin/5fjVF+CR/9/wgMXTjQ/3mWctNs
H6qPWTt++X6cwvD2X/MUyTzFVnAMXM+yidG42HP+X6CbAQaEaleCurjfFIr/ArqF+QcEPc+EQeg6
lk0kwr/nKZb7h+d6AqAbyAaHADzN/sE85UduNL8GhMl0HM92oZ3ZPOvHaYqpGLAmDE9ppgVYt9E4
1xXhofet23t18N1X8zfEwx85xn8+Syhge59B0IXI+OOzikn5U19qRhz+FNOddN4kgmSxU3q5eLqy
IT79jj99GQb9e1j07ZEe1EmmT9I2eQN8j9/rXByIJHlutXNguPMQTfZq7Oouzf5c/sz//p5R+Tcf
zGMoZjm2ZSmbQurHp5Qge23srHNAenidnhQ0+tA1PWfcp/AdCagmUbb+E4v9j8/8mxfnQY/wHWlB
5mQ5/PjMtCy1cgYyHbmqLokJK4SiMt2woxzUmBz+8ZvjYcqzXOHzJb70mKU+aIXF+RpMOPXe2rXv
fAYzb48cOfo8Zp3v/2apXN7L9+/NBhZwXZiqDsuE/QMJ5Mf3NptTUzRLMM3pFejixyWN9dU4Om/7
3PGvabSu0rbf/fpTvlwsl4cyXeSJkmc6L9Xp6RCTKrXkS0AQ3RqYlbuEfdn8Tqj081Mg3aLWgFho
sfFfCiunVldEJpWgI0JPt5nSGRQp9fHXH+Xl6qDqgWLlurZF8pJl/eSxuNbepkEKAu2IjqTqYr0r
LLc59WKsjv/4UaQhsaEZFzs/f56eEM40nx3mqfBtseCpGriUmb3Oz/acjttv3tGPzHYgb4fsCc4r
2MuQmDkhf1wYc9a0VUOoW2DkXnzM/TV+SvU0PkmAEhzYC3zv3Xwxf7PZXm7wb0/1bfjSFl+qlJef
fyeXSwa3bbWXbkEp3OE+o3m7wqS+ph3WHRMmksJ+s/7/ZpFABLccXp8wOeIvP//ugUvutR70yC3I
4tbb+ZkdHz21Lr/Z1n//FEQBF2q59dO2pvM0lqzSWwDVyQqGXCTR4tvxP//yfFPYglvMgU91oXp9
/1niclPpZvYbLbbVHprCMW7jNlNnizSyr+lYt3e/XpA/nx3EHkISg2fPBxPei+9u7XqX8rzdAucC
Q/k+MYkbbhDwGJ51JV7lHlO0oRO/UZ3+zY7zmVXCyBCmyUXw4qZxpWlVHZSCwBtWtevgDu0b5RJ1
b2zj468/4E+v7XJGWY4LCc4DVXkpSWxdbYyljQxReSDR85bkh7qGFf8PnwIIZLoCIp4S/KKXIoHN
gKEkRYUwe83WKjAqY4n0MIg3//QxnFIgRqxybmhg8x9XRw5dyvcGTHlWVzeBO/seN7T1zzRaHBs+
hQdUFxAjZbvqZSaeb3mDKiSL3G9zRAhTjLNtU6vo15/lpzXAjr1IesC4qKT49n78LCvjpsnz0Pco
6Rnnrti2Oyz5cDdw+9/pAX9aA98e5SO/oKC6wGA/Pspckmydc7iHBF7aW7BWoylPK9MRa/frz3Q5
UH+4iX0H0StaK85a+EjS/vFBHZqDZrA2FYya/pczfR3UMZNVb4SWWvFcG5CTrKHbqnIIDLkwyPXm
HM/0X/8ZP39el+KDde8Ik1d4Ecd8f4iwX+08yRQJv8u0JOc11r55sOxK/y5U8ud36FpKXE4PClWe
82IfG3FeJZ3j08QtTb1P/VYF27iNx8TW1sM//kw8QDqmBZuLuvFFPexuwkE+yiixnzb9CkVkfWwK
73cmQn/zzUlf0mQQziI4619ssJU419kuVw+8s4b2UNhAYeP8u/QB/xvu+v1C8ehhTHoIAsG4TNTL
TCAny/NtQuAGqSIdll3J/dXvzDltPysPB/h3uFnlEpJ/S30aDZmO0cq3XSyTQwJhs37jdr0C9Vha
7E7ox7GG7qzFEJEVVwXJlUW1fVbOhIwNOlXRfYnjsslDGcu+CtasN7s3yCQnrIK5jbvdluMyUwUi
EUV3Npd4w4OZSVRbZufeR4QCgwIgC/n23EDU9285pJEtnJA0+Nl9ni5y2s+9l7h2xH3WTvcInNYp
yPkxhhh1PYp7pRjfBkLnIyoSXfg+CVXOinrVzrv0asx7/dZJG/NgNxNipJZPp1/F0jfUu7Sb1/LG
7CuFkbIN3B6SHgZZ11ybwT8WmS/qu813mvW09CswGv7RGdGavbEs19TbBIMHtQKiIvU81z5cjLla
GK8LCK1nq3AatRsgxDqvm36J033aD57EqNcx5H1ROWhuCgsgKhdQYaFpbZyJ6ARm5tU9xVUwFp52
9pjBWPWzlcSJeW4GLNMeLddMtyTUS5eVH8pUurBYvdq2wQtsdCbCdBhWgwm2w7GTk0IgI5oLAded
k/dFPjMHyqDpFlEFjPloppmxnTw8eqxIrrlMw85CSnEHId999FKrXI+kUZbzaeqU/XXrp8WMSuYc
foLeuel4a9PKDL3P0GxgZTim98lYqCasYOuIyG0KYKWy4rffpwaTMe4ud84Du4LFTHqiu8yBO1bl
cFukJtOjWlvl3diOtvuwSq9fT/0lODXmMKtmv9oRuZaTxQuhJxnGCKlRanz0YCGAW25ATf1tl8uq
uyKs2bEhGedT9zmr1u3UwTqOsXpG4RrUbkVjJjmrm2CzsgvLe6m8oXujh3bMPpJarG0bvbXpdf6O
iQ7jsWPh+oaFXDRuUDegnmsTNe2StvRnFVltYk6fgYJMJs5eW/ZfgAk7XYd+MfhbsperLW7NysNa
tNdJukCQc0V75I/oPyW5KhlAjvSse5+ALeMqmck3ZcDUQ3O7a4UhBkmjZ9vTpy2Pc97lCMvYOPnL
5k4fyUCw6kMCy3GILCROVmDg7AMC1eTDzBQZBU3QASd4YYfj5HLqpqxU4ZZmbXK/lDZey2LwJ/9m
gfjTg51VzWePrTQd0oGd+6nqbTJTPKOtr4YtMdfrEg5+uZ8x5vZOdloA2a1smTkqU2e6HWam4FfL
6A3la69sXLnvqtwCXzfalnBjO02WaEs7hnWxj/wnEHEx6R0GZNLftXZReYc0jysdcn5yby2j5msw
GFZSiDSx+2opZvF2LRvgQcWvJHSvN1jsvUrTYufJZWqOhMbZSTjY5tiEstdtHHqIpFCY9Kr4sg0q
o+xNSbYJdNVIcXTGuZ7fOYVs+1NKn+MfM6Or7CvdV4m8G/1kdp+wah2z17Pp1xoIDPzgYDXzCAfQ
wg1w79eD/9Q6Q3Zjat9I0M7kzUUNRpp6qtuVDTlIMKMi1o0m6VB65Zu280oaJkIxLy9onD/IyR9U
gNFE+gAKCAOm7pSfh0gE69tiqecuHIWXrUeVYGQQip5BaJC7tPnHuUiFE9V9iiwSWmH3jG9If/nO
yuoevhY2DsVSGrfFChGW415ZYWl7RnKwrYmzoq5hWQcpIRoPuoCLGkJ2W7oDQnqn32+el+tXK8FA
Ke9vcPtLPiMMigxXF2+nnVxnUDmXzttLodsubJa8i5+ZaK407E2bQtP0B6O7FQCGp4ZTQh4b4eR5
uCorq98NcPEx6Rs3/51bcl2GFip692sLjx5enBD1cKX6FKJkTMi6BVHGq4xrtzWzLsLCt3TP2yx6
J0hmEyouVzdjdhJFcS+Q1jise3OaxBal8aCmUPe2IQLhr02DeqQZtjMeDoNgGp2b5EGMNamCQLkg
dournWrnrcBSp9ZEBh8kZZlbjwMQYRotSibkFXGBQ6GYK5rehVEQlYm7+u3erhnX7ApLq48cZq15
4zYKOClxZBuyWbS511nsFCEYi1TviaOayLA2KrM4r0TzIqZKBYCYmY6MIvS68UnmhByRSMsVzNmZ
GmfD2VImz2ssGKCty4ycNhYTrIANE3BkpPPcdMzvLBfOidCUgtp3uy8NM+oOXH0t55AF5VLZ+/Z8
XKYehsW0pgCbzVw4yX7g5H9P2sz8JhdwNUN0KmzFsuyMV2g1lAgsnU8zTjEKo10rn/z8XBaW0UWr
b6D79RvZ5XuVAhdEE+EvEJYnlX+1KqurwsEXM9rLsVo/ehoFWphLe/Z2BfgMJ7qbwFycTdF7ka9F
P+4ss7TKo1npUQaZNdGlTsh5IFXMaGE4av2Yc3hyn7yhTmsI1LUx7vpUVOTV1XMMUbvJ1ntmfWsd
ur02YUxbcF32jZuXV0PpGESBAoa/VdtUWwFmJLSjqEDNPMJbcTXDqohnEup1M9yn21Yo/p7UEViV
5gAQrXIrbP5gwq+ocLcqC0gyoc80Hbd5xupdsOXrDeR7ajtlMWts7c+p6mquvdlmmNVPNRokj/Pf
CgqCOmGUbSb2UZ2HTjvMtqL+sHYSUgFcD/Ewef4FayitFt+ALk9DYeRziT1CrnYqQXl4a/eCxG0m
CotHWYQck9FIEvvBiDbL2ulWFTnIGWSXOzSuENfWtNQ+aSteNcD7zKdpvmrrfLN3Bud7FiqzbtKb
oigXC9xkzpc31laRvN2gsc9vZS636VDIIV/AoS+shypdXYH/e+EXV5oKYngwywYBNZy4cpuf15qT
IA34yAXQKMxEEmb25iCG5DwZ9ezHV2JtSucTE+Mc6WaPcApGLHBJ7gYT2n1ZhBq7bo1+q7Dgvmx9
3wZ5O0OAk0Y1HkGGVX+AsuXizZsYaw4DuIKdltASarw5Ie9xd9S46Uj6v+cWqvJ47koPyk9ddeCE
c6PWe29EdBllow/73DfSrNh3sTuu0eZhUgCdyO50RKllY8BJridff8tXgNZsdADNgM4OI1qte9No
pi1wEaM9NamTQMlO2rEFiILK0FXzdHb6ws5C1HfjNRE4Mg+TFbpiaEM25oZqerxqZtDG6XlMUAyv
dLQsN8sfBRb1A7wa36wKAMFsHRIs2nyIuUoOgU2+/Gcm/K4bNMs69iHiqPYulSa0I4e/HI0FSVlQ
c8bauDU7Eylq1dcxf16zMhifmCQku15k+XMMQg6xyrjYf4w2pWFg9xdMsoID9aHjUp/DsTWsHGPd
aijCroznpzZHXM0xbM012JZ2H/p8K8tdLQScfqssBjcomypDersl3bRbEUZNx7USJXKJra0fQCuh
y68Tgok9xZ66c83EBTItyyWBy5LmzxY5sPmF57wg9fDK+khgG5qRrgSSCVqU9q8FSGsVyQodfgQ7
AipiihTkSzlYUPkSFOSI2du876IRmQf/j62Gt/1IXkpTdAxKN0/4ZkSnNn+tvVVDBczdo4zjS1hw
IeiR6ACaHuZ90V+v6mL15nTGcrlvhoWs3ZzRZzCNSjPqpAn6MBuDQs0iF5Jekxwf36WEYNR3KHH3
iL4rd3fxSSCtfNnQYFCTOVa00Sw2iHpng5D0xcLM3B4a4H0gzTzIiZoawslqufswDNjuxzpH2+5z
pV4rY0qSc5rXxiNccmU+as+K5wBO1vRqa6V9t/SjaWPjIo3XWY7Hy841J5cQM0QSZB/IMRictYU5
UOjmo6yT5m4aaRcpr9EaBr2FTiiUI1YPLIK6tC+XQhwfLDnmywlLnLG6Z95BlG1b119LPTlOVBk9
dygqGUxhfLHUHxbpoelPTNkhaqzjaRVxWCSIXODsrCS+cNJ1NYc1iwiDgivFmeO/M9at6u4LLL43
/sS0GNe9yjyzgOJU1QN0EmtNLOpru7OGV2ltlOxNQ5t920KUggvLORart1W3bI+zYpPtyrJ2pv2o
bTj98+A4z0mfTw+SNpCINzpQOxJb3XgsqHwdkDovHkQaQ0xXy0bBHqptowVhz2YsPXN00xVZpxzS
L11r9DLQjbd9WNoeVUY7pFPY+BeKlUdOGJWmAcuXbgfGWMDBUUMGidN0X/meN4RxXbnxrux66uCt
suy3DX79b8n50iD1qG2qg6/KEefk2gZRLhcTRwi7REtiaLw5FPX652SMG/+AwLt41k5pp9Ew1OW+
0DKzQ9fa/GdnGQ19ZxXuHNN1ubajP44ZTdxDWQGQvee7XQUMjrldd+lCAR4Uy+g+Ir/3kfNMhoV0
vVUQ7GK7mvDvltsmryo1Og/StUYELBSEaPYnJgn+vcEoI7+qFc5/iM4LXKWsqTcPDGPbT2J1JCec
m1OyqGGMHZrkYpl2DJooy9GKJTrsWk2/QHySc3TmrXSDlqoTfapYtodtM8b3CVeIHTSkKT17ULRu
6pVfEraEYrpBBsny7Zx1JpThzoSKzoqjgmB0ipLVg5/EraSYnwWMhjVE3C5PykOLK0cRuKimPmGI
ik+EAULLvsQCQoTjABHYrhE1Ea8EGyykDK3Qc43N+AHr5C67np0G5/R89VR3APqM44CCY3zd9RVy
JhgMy20terLHrKaF/d1t7fJ6GzJRHAhtK1o6Z8PIDoz8IFtT4yrNMpzdo1KzMzGHYOgcOIYp2tsm
y+AKo+dzSXapRPJcd14TR5mrNUozDP4fjMbFm36dKHkD4qcuFVyZd1dZNULNUJuRv6XwWylDU25S
ZG4Om7+dVYGpgqyrMnAGQWJW4fmwQKZRdp9Uk8w9NjT+xIxHiaLEgqMZdMS65FBsFsRaOyOp/CQq
E4wYw2LMyvctDEk/6FdJsb2ZW/lIMvH2Ks6T5UtHuCG7/CJTPs96mj6zLhNo3EgMsq/bWtTtwaRC
Ns6xuIjmRrjXYNNTJ8qj141DffCUz/3ZCm+09/S+pvkeku5WIGvMi3bXmcP2cWkzzp0RwuRdCSm1
ORXG1r2zpdtROmE8gizX3orViG+M1Vus6g1SPsn+asc1P8zayLzx1tTeakVFu1kiajb61U8MDfLq
PXYYk4AQjQLs0CeaERVEWzr2h4JiruX6my3XeCaVPUvfACheYhVivRXsU0j8Zf+6tEtsoR0Xw7Vz
W8yZvvFid/46LwVqObKvC85pK6ZnVgVdS6bc7LrYvPiL007VV0rc8Z3GusF6mmI9ll/zhRp87yoK
6UC4jSVOa69zFGxpAjHL+qYmdweAamYBbf40JMNr+GdeRysxUJE5LA3EQZS8uYHXEDLoKNaOdeR7
ft9X4rqtu1d1I7/S9WKeodVnZOjLOyxXepwdE//gqvncXwpPQwuEQAvcPTFb8lPiyTW9+m/NVooL
uEFB2hmijibcjO8Mt7Z7UlhzrFRcLZkX5kY/vGM44dDQKMavB6ufnVf/7TVLDO9Q8J1WdQIfHi0D
BoxdTszjaIs39Gew770xpUhdZ6+/02QlcMe0Y/H465nwy/Gzp5QHGiLw1BOm7by0y6/9yWFlIgbL
+LZD/I/ScNGxH/Wm8Tt375eDYdpDMBfwI6B9TBh+cjBe7GXYNEp1YWTFTcI1GMlhXX7DjfibpwCH
mMDdQCIQY14M7uFwSojKOeo2qbozrVANLxpy/6+/tm8Uix+mzxauWrTplOiAjNbL/BQ10RHQR0Nh
0Zk09gtbDr/nOMMjSfXFepsN0rudlUlnUSSt8ehx4X3NuznPf4Op/t0LxJid+om/AyLBC4B6cmIp
DIMXSLk8hvOgfBKAe5IBW+MvqOJ/zUX+62Jz+Z9JV7t2/DA0Xfah/D8HQjO/fPiee3X5p39K2YT4
A3cmQHuIEPA6bJNX9Sf1yvnDxUaEBYPIUoIVX9Czv6hX9h/f/mt+BOlEwAbhR/9SsvH7oJzzz9ia
lz0KxvsPmFf2jyuFv4ftDcgEA4uV6/ovzfqyBR+wvkZNo+vCIyu0nFxu9E2jmamy+tkYjfz9xduW
cc5qwipcRoygDxVi6e6m1Ak86MqFxhJYFC5msCgnVcTcu8Vz3eOGFjqzucBZRvAAEdU0Pjgtl8KV
NNMeraptNn20WQ5zjM6Q3oNZr4wxfHOWwx4FbgdUUfggA5aHsRAxiePOKIVO97FMl5PUtlVfjwq1
KDWwJMvju7f5NzyxHwH8C0kO2NmxffBg9FMoCn/E+ij4FkcT3qL8eD6bWTM+09xVp6Xc0usyN8Qh
96FuBuRpJk+/fvKPh9WfT8aOgVPK/QaXvTisUsFUn88VrEnihqOrh9sVT7jfBOx4L188WDeLzmFl
Wp7wzJfZrR5qYkjSRZgtxIiEtmoRyjGHcWjoEcLYJyfHZulKDQ6qFWMyp3tuzDTDH5UrucB4Z0OA
ETGsxoEsWDuNCqan172WIGx+UGA2QP1aJjDGx9Ka9L5aJdNeAWYkL6Z91GnSadWj8KeGVqcbIOBu
YEsylIszldE40K7sh8QeIzWt8g2Nmvy86rJtIqZSjPJeF5sqX4+zWN51rUpBUdASQTW+eNgwsd/O
WFaYH2xTNQwfrXWCW49xdYTPBJ5264qHhL/15RddT3oLYbjZ7bmyE5lHxroYWIqVm5nfLFA7tkg2
1dyEfTeBXLbSbN8BJcl2t/Ve98VzJxqnhYrF2hVbjCUc3ZwqAyzCmMc06+ia6EkwxbqPWe13Ps5n
hG5azZTvIAKIZ6ufYoI+jZHiJEum5ks1WttynGaI0xv+O5iTat9qQ2DLFBEeBYAfJaaOiyucX9Br
0C1MDbY+HVwxaovEovxMAkbZ7UfpJBdFTzln5e7XC/RFRPiFzAVVRwgwas4107zYgnyPgxtbkxVl
/7nB3OEMemzcT8vA4Cn1xBLNJeYSrW6ZpZjNO4JWsNn27NuqLk28ZwoNeylNjt/+oP+9g/7rEjr7
n++gMP3w+ftr5/Jf/3ntWPYfOH/STDvAN3BOLzTCv+xebFi9kDUgQ0EWNS//5K9bh38DDYB7wJf8
FJ8YOFJ/3TrqDwmjCCqTiVkWTBkKqH9w6fBPWSD/LpSUdfmzqEr4pT7/w17jxwXUbO4o8XY5j0bR
Yqbmibia4b+nvj55MbIvr7Aqw2ThDFXxYPtNeqG7MfL3fJCvMcZTKGXP+Q++AGk4MtbW7j6r7P9h
70yWIzfSLf0qZb2HzAE4pm0AMZEMMkgGmWRuYMxkEvPkmBx4+v5CUt2WyvpWW+16cTdlZaqSxAwi
HP7/55zvLMXtirAhbmFUdU8W64s5dJM8CHa57NhklAzTA3JDUWXtrle1pV44bQMWp0ZGSIu0QJ7Z
UdImDvu/AYXj6ikZs+aWuWHu+6OD+lCR/lwV1dqslMAqJbFEXuqK63ZGMuKnflOfKXhR+7pCjkMs
Efs+s+10Pxtse8gQuVxC6yVyiw5rQEUw4V4roxb30vHM6xKrtsQdomXxBgkzqA4Foo37xq4h/UgG
4PWGHti3iq62zq4l+y0CWNCoe3y4a8Ru8mUkP9r6mwqwFEqRsTqm8c3mHxEVnrHYT/NYreqedGBj
vCnlxq4NZzN5yqua4wyZy251Aflg7Mo70XiVk4ZxUtkP+JX99EkYy4iKmMe8Oz515uS/us4QJHL8
qZA6gmIok+ckDUiTUkot6/c2Uc2yW0gOha2t50/SX6a9RoVqfqSdt3wN5SLxyJUjV4itakv3QS6l
OPRxC/PBteMq2/W9M558dKf8ATOrvlK7LOuBBUlsHFY3NdIoT2pzeQEBMf/KLbNoH8vYTVWxSYbZ
I+pLVu7SZQEpGANUrCBOcxByyh7rdS4OMw4MdgAL8l2f95oqDiu1n5e56kW78TxZ6V2WeQk6BvqB
G0A2rVQVnAKA6KyVMD0E3Kp1DXKLWGWpq4EcScogQv4mmKFG8pJkJb4MgC3MjW/7VwxQsLYBaWFh
2OBvIq+OWz7fBF8A6oUsva0Gc+HfDgmksggrlF6OCeS4fguf1TVugVFU7CRi1z+DI3XHm1XneXrj
xsi+gFuHcYr6dBzULva9sTx4qujqY48d9tWdOwwQJDCiho69/TQwkZEfaVH0Reu2d3g60nujIkU8
ONLFhRGo6n60E3Z6eFeMU0zcTO0mTH/PC5gVtW2cRR1gaU6PSdouD7nrOZFV8P689/tufJyb2vRC
jfyG4wL+6CsjSX2wUqCdmxTXRrrtl8rYy2ls5UbGqny2moD9eUp659h2lnzUltd+JEiP7zGPFitL
z1hz7NAzSssiWE6GZY38AfWksdujw5a0iHwKBAhk2UGdbChkK4y7fCyGb27spBe9dPKKVUIaY7Ec
98TbrLSvupdhJAKlP1NL5zGrlXiQqVcZmw4UabrMId/Lbph+cipwM9vGC+4gmsZzO7X7JGorpH92
UDPAvZIEkaq1b+5t0Q2aZLgJWvg7jsB+tm7TXorhOWAFa4YDYSpXhG1i5Na6jbVam+pYkBkfm69W
zaS3WjwNMaFiWN0jwTOh65wL23XpOql6WwOhQeXRJanY6jb2x46FnO92GvoplyJKl1XNNpC7gD3L
XRvMdVCG2uPDR5sXxQVTDT/myZ57Z55fqzj1F5uYlsLkjxUnLcU+q3vDQgtuZdKF7mRBluu9Gkxs
k5QDXO/acuf0QwZJX78Gw1i772spm+LiW+UM5cIcG3XCCZKpkxv3a7YNipSlFrIr+tRZpXqcN/g0
kF6GYq6iWqGVQqBz3I8RZEHCId15hyrI5J6QobVpgAF9T/nlbpxAo5vy6UepU7Y39lQazz6LpLBO
QVFtMLkUO1dzLiykm4EC8g86rdxSbgA3+U9p3WGjmVZ3qzJblRs23qOxD0ZRHzw99++2Tfy/UlbA
StRex2iayfhl4xQAluprc68pIH5NMW09JFhFwAU0YPispheRPSTYGVJPHgHHGA9c3OcQs3FxAF0L
iqdN/KNo54z12aKd79PCwnGYIcZWI7KrQCI8kJBv7gKOc2hD3bpc0GlYwlN4PGyJPdpRPFXlvLEs
eMQW45XaACwOdtJW+R7utPniFNXTyj6QSHE13rSj+HKlYV68lkwQxjtC9uRa7WOQtvVrueRudbvw
We9j2/sxmEWnvqcJJ/HNiDzafcal3Tcn8FSaNXnu8QtnWulftTWlmDQaXrbvqDp+Az65bmqkfKeS
8UmrUiafII/zD7a4lvHm6rFI7oiR1/4uznMjRuesrcieeWSQny12fkGSzX4os75+1N7S7llll5D4
R7e+p7cR15WspdltLB/g2i6TcUZuXCT+qczWvo7MgrO0q5Zhn1v9EnaKJapOAlKIXVAtZwLvct3a
9SiCCEBzHhzdDiNFsSVfau+MiunFMGGFrNSC7bF3+d+dcRVRN4Og3gi+nY9V33l3cV64T4Na8cn1
BVAvRJFa/ygNm0SoXbQfpOhWEY648XaxMS/IGs5SAHhhkg/HOB0+Jlfwuz/UKa+ZDUy2Yv3Zp06a
3sd0BXq7pSJyt4+zbLm1S9e6q1oHXyBm05QVoZF+LasEUQekSfGlT4cR8Pr/XKGH5UrQx2767+7Q
p0Y1P382f71G//53/HGPNswrb4iwGHdi1iQByMN/XqQN0/sNG7CN/V0SOfmDsP/PBY7zG95U0igQ
HZkdr+b4P2/SFmRZRibArrimmbyt/yg4hyXobzdpALSA+iVWfxdQowfSgz/rX0cxQgUUpy7JB1ZA
Y72tFi7O963EnBpW9dh1x4SwNKiMZKhkG4FxZiFAKh05yWBU9HOnJC+dYZDh4QWfNi7nWQ+qje8K
VuhdEAplj1ecdqW+Ko0PFExXnfjDJacYFiRQ29jkq490Ceg22VTQBRnv3a4Pum+JVTSlLaPY5BBT
UQddANElbwzcin4EfC0Z/Ys0kkbiLwhSbEwn4rTWgFy5OuX4rNJ8LM8YF0bnzZZOiauj0XZzdr0M
hxJBRxF8ZFVQ5TeSnRNDdT1qdxtUuvHCwkuKkoEgEeImsa5we0BiQNH0ItUX15he7UdpTeoZp0DQ
PgXjLIaHlnvVu9E1hnf0ZqtXOHEm0US17yYfeTWPHYtwqwXUd7WhMOD7iOHQPa4cEI55ttZG10dO
X3c73ygXOplGv552tWX5zYM3NaKD/wiJaBfQQWYcBlXZ5WOT2/VVie1GF443MzRNyp1z6CX84XCQ
3cBQnYzU2xdlwRtN+07x1pO+P9kxRyCLXaW/cMT340/CuUV938YkKG/NrE8uRm+7zRXhFP9kx9/n
e1tn7fzSOoK78KZN8qUvtpkADPBRidSWN8BnSv8XvYi4DwItV/XgtUnQ3wpcmO527JuAjDg0Jvum
4hr1yIsRcxE3Bv2jsgBobge4LGiCED6fCHB6ABXMSWLMxJAQb7NrcS23HcY2wgIur7WsM1XMDtB3
vjuQsp/XChtMpHQyXfAKy2KHTxSGY6ES7+yBbKfvCozDsoVMr+2I/6nkbtI01tdErAIdBu/bc2Yj
GG5Wr3awAKZCPQCfIM+5ycZ6Hq60nxJz5M5lloLwXtiK/giIK/WevLq/M0VWBjfXmzrIJgGtb4vr
plxP+IkNvNyCLzP+M8N0tmlWB8V9PpptsZvMcnnhVdueuDHG+U3ltNii8szPkgcWoHhnE5qFwBO0
rvm95JoGXgr01ZeYWt/ei17yhRGdYbunEplEAh0W5VPVggM8znTIOvsJxwdFm4lckr0LAmiXlVlO
/VLalE+lN2PfnmKDLWmSKaPZ4R0CCq1dABeQKeEMbkSgsYI5eB7VHjed34W103rGfmyXhkrnuDXf
eeEylhhlE8g1BA3R2cdeeV4VORZutiK0glj30QhgOsZLPxlqU0LHD67tFF1Gd7aTqp1U6/zSSaxg
e260xWOaNq0R+StO+rDjM8F4PHI126SeC5WrijWzclmVxl1pMWFgGuhwlXRFBuAJbBf4i6uQ4oda
tyuv98YzLxy3ybOsR3okuO4qJrs4nuWlwBk777ORTo57mGwj3NAYmz6wyni0QqsCBbPLDV61b9Ok
icGLuS0ynkcD7MmqKxPnCjfgM6FL+ZhDxNAAbCzDeKYmYjrwBze2Y137H+bcQVuQcyWxaMUVbH0u
VIWHobxu622SWdreTTWpH2Tymltq3prFOmxoKqnVIdPN1O8ybzBLiEpd6cE0soTAAVP5Vvvdqpr6
lmgSxhWrnftm15tLhU9AU4Oy6bSRfazKcR6ryeMkt7Q7evsGzcym2iDpvjycsYeJU779xlXSTK9F
U9wlsk465l0x1DVmqdk0k/04WgE+yri5yAQg9n0+U8lwJz1zXbeuN01eCB/Rz3dKOzMPfMWqKMym
nDvQJnAxDt3PzD/WKS8NbzEQ/F3rdWw978OXfTF+6w2SwDtG9q6NYp0WxbMTk+PbKDh52WF2M9M5
Su3qaeckjkHHh27Ec+HZHY1Hde6CWJKwLUFUeNaPKbUxyATF7DVbUxWF/SCqdOZ3Z7Q9djg80zDG
uRfR6devAHLEyAQfUnig5S+stJJKh7miPF7BdSoSvWycJPDJoYoUdOw5zTHyeGBI+2wscNFe6zc3
wwrIEuRDFjejtVHpaEw3PqZPiioKYLxDiKQ9eHdOXhnqh08FZmKHAXItdTRLybwGwqxK2k8LCw1o
F9E38qcLfOeFrcqC83sBa0wzcmBUMQfL5Fmd90BjzII9mAEDm0/RAWOZczmlh3ypGSt58xV1mE95
NZ4nwOsLAxkmqSGCrzvC3SyJWtQRN5McApFlF9YTt/FxCFtrBsOgtTbNKMFmtd7nmETRS/KMHTGN
iOSyKb+E4UnQynqUfubNGk8mhroj993V3DtmahUbBoQe1JLtp+Oe4ga/eCsw+nEphq+RwSgsg8b2
LUhrqd/jXc+rdPh19SI2tz1kCM/bNnGry3oXo7YOH/5aMRaDAMGmE2FJkOT6e8o/6te8hMtiRdXq
uxT/2fxy22OZs7wstxje5lhvA5AZy6mm4yXecmOuplsIhL1/Q9/H7O6lVWX84jAsCIk3lWGchgje
cn0cckD4EqeFsOJ+0wizHYsoC8SIbwflVDtXs31tTvvFMvSSbIqxFOuRRzfhbLIw+KensrIN93s3
OEt/mkzRjg9zrWa329hGFiugR3br3A3IfNbJIp9AHtzIh+JMlLCpowCfCVKAq5p1Ord0ey2XLlZi
eh8w8rBlMBTUK7iPesnYQyQdGQeayJV6cmLPbQlIeYn91SiZx7dlPxv1Vjos+N5jUjndtkp974Ko
GJz44AAorZ6sf7Qeu1FJ7ajOp++z05cBNLk4WW6DtnDlTcZtoLiAbE+nj2Iaqh9dPcTtARJrOd3h
nemLYyzwKbFccOV8LqoWoRovruceirGp09slsWV1A21pZlou6nV4q3jSeQpFlqhvmiH1WVVj/Y7c
aFovLg7KMsRcqOS+XUWbHZLCWUB/aPo7OFIsFAFrmlHuTJ/gyqUsy2Z+AnTosHqZK4x/B2ZWmEvT
kJr8UEM3P0HBiuc/5Iz/UQ/+1zWx/W/Ug6YfPv7xlP38+Ovwc/17/px9fOs3VqpgQVBCvb/PPr73
G+oBQwdvNARq5ps/Jx/07itHxMY5AjXe853/IyI4v8F0pVrM42rO/wUcwH+gIfxLKb1DvfhVvHTI
OgtPEA39l9yiUa0ja4Kg2FF7zc7KF6CC56ZUN8bADBAy+wPxI/RCa7zlbzFDpFHZSDaDUHN+FDgg
3//y2f1f9OKrXP8XTYNxnFQoQAVEDQAcTHd8Jn+dxNaEL00x0caxsFi7pL1vH5XbB1FKKuFcj1OG
YTsL7mBvQfhaRPytxrHyWGdqvfz7n4QB8F9+lKsLxXH5aHhZ8pH/61DoNiiOaTdY2yHgkFsJkYD5
npojg6J5y5nxmapSh1px2w59d2GrpZv+1ud2vx0pc7pbndo8cw+swwUg/psVG86+U7qCSM3rjvNz
h112KKOsYhc+eIne9S5RFLWKp45yKV5xZDzLabyTRe6fYsVemTJecRM43hCS6ar8Dc4Kde5HbTyx
k6zvrcpzboMRV19stvjZS46HL1tLd08FFeefU9Qn3D1AycbytpmHfj8Lykcz3PD72ZY/K1h+IbCO
7/wg9sFw0uVzGtaa7TPlYW1PTC7xEnhY5S0GPvkKOLfbZZi9P7A6pzud3pdoTWEn7J+eAZcyF/dz
2r7M2Ap3HZJFaNXZiaRS+YZhX4FLMkn7xQNe1OtbJOhN506J5Aq1xU4696o/rR16DL0felekTv9S
z3URAmvoj33BCrYvTfZwC1fbTBOTY5cKEM7knkPpgPzpD1O25c4Mp3rJf1adr9sNnC/xEI/G/Dib
ucHnZ8eQICyx/Kp5O3NcCu7MpDytcMgc8Hde6ir5Uc6gHm94dO9YcmXxQQUmtLn1znWbAzVGIjSm
V96Vb67Hr69NOvqW0h7nq1v9MBZ1Y/fpF1uR7wSbhm2By3YT5HAak6EUm6lt1C1RIvewMOgih5U/
Az/Oo8BkvR808xF8Mff6yRlOmHeH/XgFeyLlU7TmzLfUPqcvVubjn2RwjnDPA8ZZzTBtbIi38a7X
pjimllPBVYRqN9tWefEC2OVF2t2lzG8Ho10+SUm723aeJMkkQ+0tYxYh7X2/zLw9NEv9VvQrAZ48
Hg5tW8wUI+TDIS6c50RjOpBld/AMoBmr51dhOXsP9tpY5YagV3cU3EW3hW6f4lFZbHltamwaJc5t
iVS0G/042KHkSdIlyXJY1jF4MXGe0S1n+HdrS20KFt44u4kzYT40bqHPYAhr+LOL195CP3PPdVlP
d/Uwq+uTrGbKvGmBcwj7tAbuB8NdizDowc40nCZRZvkza9Y2KTfWuHxkQuDJ6Ny94VyfwbWQAIJ7
YnLmFmerG9+6wdSmD81E4DRkSWu4xHXaGkZ7PC+479EkbZ/GMDiUj6Jx9HpQjVqanedofhxQfcQU
Rr94mOOddhKsPGuDHaS6iKx1KFUD2Ao0MUbVKnFNrxAuV2cV/F9TtvFydp5w6yOpriTXrc4yWLB2
im6Gxvoo6Tn64MArzmy2S/KQFGQcJ+GRvU2KxfnOBtn4JVJvfAz8UVxw+ddsOio2xXHsdZ9GQxMX
KM9uZ5BY3pSKNDSja3oaTDDLndbWwZvB6OW+aI5xTFkIOIB1b3PDvrZDphkgjnz9tlR8sWYt+pcl
c4M9HKiDZfbzwZoz76ugnEhHwkQKIEDTPaekBbNQTZV7S4dHlhM7M+f7IJ/S/UTBJoOebIF/OjVl
YIJVgu7sKXQWHjTSxDOhPlcXTzVPGGcaj+u50s7wmha9gd9lYpFAytnIj1yY4+J1DWbXv+S2SSRU
mxBC4HiAcG5/MbVr+HpLbsb3mZT5LggoSNjk2L+3OLxEyfnUOqe2FgEE33pwX+GCmpfYq++sJZYP
RRbXZ+ymSm1UQm5DFvLaZrhuiVrImYysGn/SNzSGEkLAkZ0UHLicrYE0icQ2BJxs3lj5DEHRmbf5
2CPQi0xC8vWyPU0qOUFrSI27jnH5hgYi/M5zM5qXMm4qNMmpX1BtvYTQiVBanxMn+Q4BMoCrvPgr
50Qd33WFV774/hRnLNFHixhyk+c/F895zlTAUL3OvqZsTukzj4w+e0D07uqmTSm5rFPWM33fmhfs
EObFIOJ9DmiAOc5xr8Ju4sAAszpsJMWbz6mv5gNb1Oo5WSoERxd/LhHMY8rnf8ITjda5xkKdEscD
adwb5jbhzKUeqywPeMopQ8zr5MNpxowKi4kHfFqrJ9edpsjukASAMXs+Fcz2kfH8Wp7Fyu+C/d1+
XyzTBmCtA3N4zkjxXoGZyS7BCFRsxm6ArZo2viICRCneyUul+6297kQ27tjkJwa+KrxWOCI5e05/
6YYqmUiHZvET/63bzyrFJU84725u2uLRptHr2maO9TOYlftYuylo7pJcKtJIV/sEuNv1oXY7b5NO
9PdRsmMT7yrs8snA42T5bfHiNJWTHJyFZr8Zd8+lWrw7gAT2jodQHJfMx9i6TtU2KE24q2Kam4ks
5jheFti/5yRX62M9NXSA4PLbV2653lHQZ7z2LU0WhiX28AQoqsSPf2POoCgTWXTvRKPADsaN/W4N
zUzgJA8OTWyAcgTNcOlV3r0nnXBPaSXa8+KX031uqGDnJnLccyyzMTX53iWwm3YLrw2GOM9mUpX8
7JAWxlMd5zanFpkv5QbF05hyJ2R5pLbJquLbtfCHZ0F1Zo7nQ1Cj0SLvHNNmtJctEao5DFKPGB6o
n/YdMKl/hyiMZTFvPzI58hxqNGG+DP5HsYC7Bg3VpOep4JIagYfodpr14mGZ0+TFNWscHAX66aOt
OmTQtVyqb/mqzTR0y8q5cYDVR1MMA2mdrsLb4g6+itx+5dvkTykG5j6rh8gmhPc56CSJyJttO5T+
nTTy+KxWmhHn1ulDjKn1YyDK9gTOxPpMi8AQ0e/fQWsteVjSmnrdXgKBXoZ0PeS8rm7zeMwjP1nE
wSq7MrQ7PF1LOpU3Ogva998PiCTLxjtcNTGK7+zD8A3i+9bsSJCjo/JNwwLPRGsaZOh5spptLDRO
g3yilZMAsz3KkyDbeVEDTM9+yqxLOfaSxS2frA4Ih/v28Bx35fCZTRNHgevOHDP+oM+rJtlIRmcB
7BzkSK2HyXD5rtnJVUf1FQ+8hp+27yssoux5LX3+/bXcWT3b4qnvgq+a8M9d0Pj9Z92LAIMOpj/z
UuSCz9acCdkTolFUAtmeOcWAeoa4DjEK5npXJclyVv3gR61vzm+B5fihmJL4nFZuRfL0erl37KF9
t5u1P8WBOeFx7KQ+//4XuWnwQKLi8p94NQAtkFxu39PAURP1QQ4MVSN3+AM0cuF8CzpuC6lu3Z+p
Q5+KaxcS6ymmiVC6lTz6VaKT7axNfRaG274jCbRv7Ah4PgMvX83IHOhHEu7Uvi/rJM4TN/99qzv+
5RktxyH+nsDE8cJ76LmaqvlWsdvpt5gbJfHMkb/qsyc6B7nq//j4E2gJDzg2/xhV/qPR+/L/7uv+
b8tRrv+i/yr5/v+jsPvKJvrvZ+6nX+34A6rtP5qvf5CT+0eINP437fH6t//pHPd/c6Xt4vJGgESi
uU7Sf1r4zN9ol2TIRPEwuTIFiH7/FB5/8zDnCUIIgQQzBe/sv5RHw/lNwP8yGcrRLIEaBv/J/E0p
29+GTP8KBvVwgrLbMvEEEqD7+7xrGa7pgvtAclg01UvNkpwCa7HtO7wLXX03sfglf7ZSirydgzXV
NxoA+FsqSeGFIANxlFMF67OtWuYlj9jWc+4kSH+kFKbGpdktX5YgLIKmemYb7mC4oUWs2Rb9ktGi
Os5BWCZoktvGmtMqsos0/qqdQqgdR7289B72NTqVvfFEHy6531XYq30YfSTevSfpktqyX79mZL01
oTQiSPQrPLigOo4T6/dvJNu65cZceGlGk9EkbtRlpuSi2JSUzDr4jMMWFzj+Et4d3yVs3TaCNAjG
PG/J2W3WVTWIL1mTTBvtVPCK09rJToGxcNqSIKQEAXzDSuUkHsgfFdyw73xdLRFq24Fbnis/eF2z
PHvr6NFZdokOIMX4WLbhlpbmVwNtnlHcU7wnA9m4x1nPNHQ1WVOe08b0my2kqMaH/JLAml6l0Sw0
0ZoD9WJNxiIaIai9ANVWij8S3ZCRazO6bORQrM8zVU0CDowT71aCfs12VvxhItMsqYFCRRz9PZtQ
xT7aHr4TleZoDdyaDHPsqvt6dK0s6vqVe78eUVdpVJhpPKctkuVLRrfHh+KEfWpc2GEb6OeIlKoE
pUNYz7PvKFJex71Yp0SC/8hwipipP+oQ2qeCXSG8rtpbHcmzTee7ef7EJWxwn9aKAN4hm5Aqj8to
wK/vx7zL6AuxinSbBOZIyV5dgm2pAgXO2monOgP6ti8UDj3DUaHFe7jdk6V2lq2TDCt9Iw79yHdF
GYzDXeYStd6lrtvqyHSV8CMorzXV1AUOF+QcI//hL9hPtik/R8f4FrT5hjVZZ247s2Cln+R2l0eV
lhBp6o45c1sOGLbCyrbFeLfkaUDzXmYzf3e6xD3StUqrg4HvHGmAK6LJuD1lpo93q0uMS4MT0Nkl
6I/ltVqkz29UMRvfsgrP2S7NPAciG91cGbRy2/SespGM7gsSOqV6uh2W+b3KcigXaTkN2aU00jk/
FXXc3+jZm6pb1A5ruk80kJ8HNeAzo3tB9/6upeYw5Xkt7PhtsIJCfvFzG80+4DZoRj0PkLPrSdVm
kddYTfvozBPA2URwHdqlmJ4y9PfZGaM2TYbsaOY+2XFo0/xuKnfpyntHVZ7/UNYKBTOttWHf2GvS
UMRCYQNdqMHifHkOI3MkC+66W+FUDD6iyEH+q6wqmT8mLrrbwsFVddD2IHJ6Ksq0CREfNFf6GH9q
WMZjW91bOuHkojd6sD6bvGa/Uol4HM4BxTg4IbSu050DehBVO15AB3TgHSh/60sxHBuwMHCn6uv/
atlNkR1sKbvqZJVznx8Y5vvm3jI5ea7WyDIF5IRSfiiHOnNCi+cII2o6Tf6+RsIzQ0QW3rneiBge
FZlZYfIHZUUEs5cIooBfM/kscTASCsyIRkS9XvxXGaAvhPz2+ZtqDykkvq7UYXs3+XtheeqrW2Ln
aymIjYDJWZpvlNjwbwdrxF8w0gnhW4uYhPyInRXQkYyp2unYVbTRRLnrwjM0FPwmZAehKPbLkoul
Hh4swrK/21e9+3RaxWcrUSIOeE5axfmdp4BIZi/7BS7dA77D57oprbH5lrqN+hrEKuJDLzFgIKI7
Xzh1ETcLyudBiAH34cvKRuCbDw7Foq+jbz7jxuLxodSOLylQKpy/iNWKLPfqZHhY1uU9mEWNeaRx
xRJOFuGRTa5hDzCNr1exzx59/2iNYpabMnNUdlTAfcbdWsf6dRaSudCssuLSkgws9rOjZgPUF1It
IKXGaCM7lvabI5zCNg4JXYU2ILEMEMnVWNPcjUshoJXWegQVkPOwhSl+EVrIfftXNsuC9vFgXJ4m
RgaFUC6SOUxidhpp6jhHN7acjuHPiIODNPv4NFnS/lSQEKi8Ml32n8ocepox41wvjA8QcVj4lQOV
ia7D2Ew42dy1DgtJIvpT88CQD8vBsRbjs7YkhnSizQoPWUwaG6TF8qjgrmKkzIIxgH0XF5xCi6a+
vhKZ8aOGUFPs9Gj5n4mZ+E+kljszQqPkVqvoWL6NEw0Cp8Y0xHSOsybDu1ytlxafyaNfavdbbuA/
3NiBooYkziomAHtK34ratDnKWDJ/h31k8dvGHQiqZO5g9XDDXbHx2EN5WYUq7lxB5eHOULl6H2w/
oe9qNuudXcbFfbd09bd2qOZvdWlYYOY1AVts99V5xGqUhG4TANzV3Rh72ylOpm4LO6N6MYcutzc2
W1XeMH7l9VERA5pQeU4ofU9ZhjBIG03XPYfldeSVpyteYduulWNGhZtbbtjh/vpEZm3YbpGyf5y8
ur+0uVO3G64/GEvctGX5kfuz/8AVYMAzBJQKWE/d8XJr/bVIN6UwYxGa1ujdj7rBg1kRBX/CE4MK
Mfp2HaX0CfBatm1SDZgQgeRD6YqhCuae1hvYGeY3ier4s6yvv06pZHZ2JfmAfTI0fcXSO9NPHq6b
H1ayZC9lFmRYMn36DUNqJ9tp65MBtfewSZt7DFl8sn1Ht0RrFSS04s5R3/1MBD/W0SkvVtI4t2aq
ATIEJWKp1GXziQetEpuqzHB8XC1YODH5B2OjocKRLk3lyG8dp3AHoSq5/pJd0zywKqXWevStvoqs
62sjzE2obxkO0jS0dEOFo6hbVpFl7rvygLeOvfngSnaCnhj0s5GVrRWCfMinyJD5dO6sSUpYam3y
y3GgJN6Uy5S+1wlxBlZLwoJ3xT2Ka+CyUFzjDC42yVH4QN2nipIx4tjyPLDz4/FPoCXBu+kKqnlt
jcUIm1JOeVBC3H1LqgTu2sqr6Ab/ChlxPberH5miKbYmhWTyEJfUNzTtYM075mN6xcX1ZboRuGp0
uLqA1TKndGEvWkTU1RUSBf9gyf29mjtJ/a/XMEuCQGKhZ8eIvjtEXZCE8CnK07VttNiZUM2fZFB7
5XYpivhcYRUn58GeX278xu077iAZe3TetMmbAUzgS4lUV5EQua54MHN+HJ0Y1QvXvvkBZt8AGqEY
llPQIsVuhsWmmQY7N6GGJe1suJDTiqTTX0ldpD6XhB4/NdcfWTl21VGO9txFU9n786Yj4fodj5l8
zZucijUBgqXEENDU4/9m70x6M0fObP1XLnp9WeAQDJKL7gW/SVJKytSYkjZEauJMBhnB8df3Q5WN
W672AC8v0F6UAcOVUn6igvGe95zn4E3zYERntL9uZv8S7JbRmKZ7Z14+Cvz113UxIBpXMl9uW7/S
b14FRY4K+nl8ClqgZ7GIPFq2qPeETMGVmVtqLt2ZNl01FGTcACozflv5Wyhq/9kJCwiK4CvDrSPY
3m7ZqV2oA9E3GsF4/IX7jUr0/iat6xL8Xd2R1xjw4wpgcJ28SXUWPJMLHLly2TJ7tzPySvuuGNcH
ByDQw6pTqu3woxNEIa3KmsBOeoWzmVDFgSsUryCii1Soz1Ua4q5eBlgs7DOWl6IOKgAAIaVCvNmo
RTtsjcO3YM0oa8ORyLaC4aS8xhwjC7541mXc1jLgeOECtpy8TSre1IzGGKd+Oz6ZTnuQQgtHveH3
S/qYFB2En9647Xroeb05JCeHyeCnCOG2LjP0AGoNFk600Letn60wibzVvs5e+6geX5Z1SnEoLOV6
40tNCS5BmIm4L8YXaz+giXBZ901zs0QmaWlebEDkZXYf2Tv468lln7cNHfMEGy+0T+7nlIDDI1hP
KGrYsw5ObzBc+CCmgOLh5Zqm4i1Xs/1BCLNCtYlmUFfVms6Xxho4V3Q5sSZKFm+6MlSAV0ekDn1X
yCV/yxtIIjGFetOjVP3wc3aK7tUdZ4vCV97Njy2rGZofB1Pe6bZiNRA1vCogQ40lalrDOGQVPDq7
gWvqjWgi93oJvPC5LiVIHg9MM3XIJhyfA3JjVE+wNE33q5WS4cSP2f7supUoFOb57DVqmRhiC5MZ
e8Qlouxx9IX5hYEof7Uyr3jVOjJP1F+RUassGqJ3A/W6l06PZBvzPze3dViqF4Ybmk+acBq++73Q
T1FRYO7bN5hYhycWxKnhNcDwFic+NpAY9Gf5UM6RfLCb1nq1o9FTu1Dn/tPqhqnF+Ovy2LMfWotj
KrLhtqc+KI8bLjtXJJjqT/qa55/zmK6vwawr+sYCG0Zn5nfTkQervgiaZqY2rxrR7MIi6bM41VvD
4qTt8anqovYFj5of7DB20emXO9kQHrvEpsWJZz4t91gz5XooSj94qawukjtb11BCPHewBtZV2OAv
06bsPsOKpm5TV0Slxqzqur3W2CxPkkXQdyQMyIzwSoA92faaY79vswnST91fW/kCCGqcdX7dZKu8
x2ZbOddz1iw19wfT/hT+wNVdOUkEy8v20jddjk5/Ejorv3NDdt3rgb0wBIshtz0qkWkavxMToxVN
69jwOIxMzwPjLtrdu5zioJXAG1kxp6kT/XScYhMzA6v6hPemzYbpW/y4mjLCXnIMALFVUdgn1wQc
NUWn+ZzZzzi0aITaw6MEo7RjUwrtdeqB1hy8dU3dn6sXddf8YkkOkN4nNnj5JSf9W4raP5TL/qiW
/df/byU4AinrHwtr+4+6fet/GaS1f62x8Sf9rrF5Dp3B2AYi+lLcjUDy/zQ29zd0NcKwG36bHosN
TPIXjc3/Df0M+QwyaoD+5oSgA/7i7recLUMb2V4k2TX9Ltr9WyaXTcr7g6uEfIAMPQCBzvYflzmX
b/2PrpIRD7llzVjtc9iXhGfShWJHPeSLaj8pcGIg18TiG8YD8JtALicnQeF33WdFGSKeAtDHGPO5
s5jYt70y4ZUms3Oyf42Occ9XlADW65qfiP4GPwSH3y85DJT4lpZlH7wy3yqpEoYcFKkq24qoyBXH
HET2uQ8ZEv8rmTMCLQ5TGJ2vdkh8Frn+kj4OwzkaDWMaD9gWf8IV7zGDtlX1oLmC4Q/xUIR2MknJ
9XnjvFqAx9Y+Ox8wXRiEu9pdd6lcEcCzhJ44PzLht7aUJdko7hjvCbwgqIAt2EZ2DqSqTCkpO49W
+C7wYlcV8wZcK27+aCiHZuFIo/qhSx7oKW7efOFDU8dWyUJ3yZkfCHcxiRCTTCzOXSQuDkGreRnE
ukhyQ457so3LPnZeVINB1hC+inxDiR0egSU2Jgq6mLrS7mfHFKTwqhW0BjtcG/in8ViqIddNyy7q
/GU5tfW6rWwNF5u4Y9B5mrAClWxlwcqjmMKTCmEOMIK5PV8nqEbxCZlu/V4DuUcHKEV6C992FWcM
dOoT6pjF/bzMx/mcvR4RSyux8/UYLV3K7sKGSxzjLW5n9sW97x7ZalZ8IvCI7sgUEnO1pWUz1ZT+
Sx6MFdpjacJHf8z0CPO34D2baP1WwrOjMDYgXL0yxX14fTo+joRTQbr3ycqVy5GQrlsh3oNh7Bxa
G1M638CLcIHq/dExezB0S3FgXmWId4chlNy8HUfeUHnTaa5/jbCS83oKmfh3ZT7l5qpEcHFiUadc
zeq2s0Pmu9A+SvZ/3mmsfQtr5rxcg6gK1uTkKLioZ7JX+MmhLyCKeXiyKKy1F9tc8caELK6HlXpq
UTErAlJPxz6GFp+TA+QWo8MbgMndvLXNk5287GoM2CW1r7WfXHPd6uhMtOlYYqLq0KAbbpfesRrp
rTpH8ywFDpoEkeplccGJHyJa4HJI9zyM31aWZeMlwPFkPU/I94Ejc+lh5DuG3cQKtSGz0kGxbi9U
aI0a16/0wp0pLYZW6IqlfUXGx3efvEYQsAazipgDqpPWSQ1gcaKim8Dmw0iubd2NjZslL5Ub5fUj
aQN3uraBlVJbVLJfemraPKq+NdC3VjdWQ6eY/NJCFUQJiHYe54gT6NauuXbvsgl86sme52m6VmoI
xm+KnWW3p1whoIcyiSyLk2AIJw/H0zLZdwLrA491AYI/brhOfC/4IfJlnGAocjK1nv9cWRSFHIa6
czTCVC5fawpZsz3SPPHRlBETPR7S6yNZeTlRPd3PRJc2fXbt6yW8ZO9HaDQwaHQ1fgVz7uDO+BCw
7cMrnC8s78mqC0FfdDtb31l2EtlIOGYMZNPMG34tmVjv6A3Ehca5W8AvqSKVX7G6FMlBjl2tb21W
ovThAX69CaY2LClfSMYbObsAUKEPcCjh84Hjnhif6F8ip+kzdVdzdJOR3+YcewAYFY8faYxwyhUe
+7N7xw6oqO/8Is9v87J35x3e2ZTsOQTcHm9JOkL/IKiYHFnf+DdsOPTbCpPtSVDOyNBc2MNx8ufp
tUxDhrwY11ANnwBEzvyMRKENeDldF2deKV29p86tn7Z1JN8J94/AOtDfW+mbCKvhBoedS8AKA87f
nVkwk+wsRgjEqMQBYSC4QX/nGdCCRIXY+MydqK8yF4l3j4NyDXbM+AHW5qFqv5vQj/Dmx6qLlk9X
UeJ5KpDcGNvSZA4xDpPvOOo2D9VpHO3qolQFvDg+T5Fcl40pH7juN/1hlvgL4yix5Y+qlAFDUzVv
wLvIwnSVZnnOBDR6z1WwQDJspMMSWhbSP0wLhqi4lZXubpmi1KW/0kzLznurzKoQD7fV0ppFe7h9
zaPTIccdHLbnzCpuPqEdFMEdUm6v99zgneXKUWl5nas6+Wy5YwdxE6brfZsaPZ06hwfvTHojrOUk
zFKCX7CAyFAHDL75PHCh7HnnRCxknDnARTPSL8dtvz153RBBKiy2b5X0UZXvssLkyxE4S8DD0UQ8
Sr7vgu6kWqwaIabDgD2MdQjJua6W544O3uKQwWCmztS0SAqAxVijE+vKZNzX5Jl2qTez68+yIXig
xm5QO3cJRrwn8AUwFMyud9Zamtv5OnOeIc0NU33I4H3yT6u1kQltyDyiiBoQ7G6u5Y6mlR7L9zSr
bp8re2xw50+Wg1impdoj4gWn2bdhXZpChfdui64WDzjLbqEAUmpRFXnxWvFmbsDTAPvf1cna/tCu
A+mGMdZ7ALmD/6ycKoprVWG/FJ2v9T5U+bLGmk/jlRuNbx2nwMzPFYyFVxzIQcYb2Z34iNmSbI+x
Z+GxFdnTWnbROwoKJF6uAKVkp5LyTfgdRRZMCbXNazMLzwtYiM2urOCAXNo9zQUxCfWS1gxb1lwb
wmnluZ9rMBBu5DaHGqXXv8OwSSWm3ThYLa1UQUPX4E7rSwb8tN71tWN9lKmW7VEZohvH1FjqHK7f
RFxdOMCbwsmJnkCGt9+pAIciH1L3y+kOr+M7GH1U2ILXdX6AOjD8IN3QmdMM/zrHxMDliiE3bciW
51VNmi3lbOpNm3QHb7OkxKXl1Gyaxsammll5/N+TfA2ZLtsBR1HeKe4p5Uxh3RHzTHVJo1Gozsjp
cEEji7OsZDrWpLlec2t5HnuvHk/+OK6fXk/tTSx0Hs4H5sSkvtQzFrbt2cM12nvq3Z9z62eZuOl9
uqRgwkIzRa8K3UrEnJHLB7GhZNivPJjPhKei+jitlndJY6imFHBBvoz5H/Mzprr1l9cPIeiwygIH
1SdELXZraLM2wCusHgcn4OezuNC+sRKrAVIVh8luqtghIej1xTdv3jzOXd4lF7Y/dh5a82jgeqz5
+5TWCl0k1/Wd7qvuJRrn4j01M3BXm8kNtYj25ZduSlHcazJcDwNT5UerFvWDAATopnC1o3sKCcoL
wFhgT0WT8PPDZ/jGW7m/aZWcSRe1DthRluDFY+7nzqfbL+td1Hbr2USynO+4s9yXEbH8lmmw6ak7
ryhIh0Wevwlt6EUVOo1eGcDTn0tQ+b/oTEQZxeRClGMlW7QbyiW6NJ7kfpVkSUYBd9SjYPCkXM3s
jMQOqCGSeuFNpobaUq09ix2W4xtjJLycgoUg3JIWc7cHKjDVaJWBepVdR7kCW5vAi00/qHtiQtNZ
nc1kM+FOhj96Vgg4JF2A5JS7rtEdu1MfSLpel3OHI58dd1iixgPaAnU448PkXIaburNWj7jg7Omx
PRSi8vsDSrH1kxQh43En86o8BHW/uVHD3p+O/aLMhyJq+4JvCdK9nNC9D5T1tEUsXGP9TOZ6epPs
d+5BtYcsLM3m6sq55D8sRdkjea3F0B4jI9ezdU08LguEGCFop2R+d4mZJdtc34xBXCqYPLhI7b49
UyABotid4KvtcuJlwDQsGkvOTNF7XJjZGuCpDbhP77CyQeX2W6GKXUItCx6iSln3iU4MUBBLqAv+
lQTfQIGd0+WeReKxaSgNd8oQxisawyKu5grcMc7rVfpxZ6EexEJC8ZeO0A7F0aPC+ITpPt+RyFHQ
8cOGl/tISuFjnkcZHZKJ++4egrjgyrpEvFnwPBW/DE8JzCFv5uWjzGi/0OPLBDhmCgN3adXAf8Ik
MOEONzJVK/k0e0/8nNUPp8z95x5Ic7obhn66tqyoekqMS+wtWCMTHowIs8cMX2F4DFYrW2HZgEnY
M4ERD21oCfiAjZYIviXHLnZKdyY98usynEFkpiw8YREKkgU9HORwatOi1jPqtftwFgyQIEzoJ6gr
hwAY+rnMjmKe6gW7W8dgqV1SwDvLVK46CwmdZ7vWN7aJZQlcmQQpZ81R+1XBDiJPt/x1lhKLrnyn
Vie9zPgbHceEx6LARBX70sxMHQh2+FCE1YH2d9cBWck3GtYDxI2rgKCUeyzSEA45QcuEPmWfo2xv
hoWYaTXSE3QcGsF9MyDoqw+Yq8HKwCnK5V3lod7tPStlJA2mFbgDYXheU6B5iG2TShmLU71C/0Ra
bLfNqkdy/NzQpcJSHChtcSC5xwvdxvPCXXxNIiq2ebN48OvnpjlxmdH3bJna8iKRdlhBh1cErEUJ
b35fKcUpO6a+fx2ttUchdTpZt3PN1fake/RyTINDGV0NCwbyHVs9/mrlFEXvRW8pCqGDbR6GbqCS
I/0WstplaMHLRUnLRn5WCTM+dFUJGEVJRXVhG2nXvXAzO0ofbDxx9kHl5YQItlCUsesz8FikIFkH
sjezWROtegm7fTD3FBlEKa8htOk8ak9dxaN17OWYszgiws2106t4fsXXyptQRIXv0XG6ZA/BFHWg
H0ZQOWiGWE5qBwnzIiOSwNRTVyUr9S4osnMXHHhwlvJibq+TqeqLM/oLFOv4GprGGe//POX3e1vZ
g9tczLn6WuXrr7W+oVmF0fxr3U9qlh8zMEr6xblmT6z4ZNS579BRlDoqaTf1Nco8mRLw7FWHDOnx
pnSqei1OxZflQH3ZD/gGy/ZIbL33gIBsFgUz+KbHtwTVap9uLobCnohZBtvrfW9aK/Iu8H9w9zFr
64ffB2b16tqijmjdz5D0al6bC9vryF/EsE+/jBTWupkqxJfBYnR5+m803iFataoy8Y8qLAJnb0V2
0p4EgTmqziK8OmhILi08x9Eb9HQ+AUqYvi9QPcdreD5DDTZgmqubqFV9jnW8qxRRkmScnkc/5XlE
/13X4BZ7TpJd4qvAY7JMpZ6P48IRv6ixLy5oeCXxByXB949elCfJ/fC7baUJh4LXMezQhTyNNfaM
6SgnBx4oPC8zAj3QnSVbBwLLX76Y3z0yX34ZZniAzV0tTXbm4rZ3aBsy+GsiSJxIyTAp9UHKJipe
gURaT2FQ192FavW2toO9gHuVj7g+hlhmzWXv6cXwRqXN/WSIMy6H9cv5I72aKTMUa4Ea9eUOcnHe
QQ4QhC0O0wSqi0UmBpoDay06gAAtSXVOH9ygz3nBDzxpft/L284TWXE7BA0OJQ8bQn0KSiy0R3/K
cTGNvzuavtxN7ZfTyYtm7xJeOrUb7I/xQqkvXxS21/622MxSU0NaOlZaVcNu+fJT9V/eKvA4+Kwk
jO7rcDNf0cVYA+Icq+ElNGjg66zxmLhfni3gUvi3Gr7j9tButq4UDJS9mxqx3OWOnbBwWIsZ9oBb
dfxkNmuYtNtoRgJwcIwhPzbLoUAQzA99GTThLv9ymNHbVv1AHmDR4uMCOEd6Y32F70OmuwV0+HNI
rIwGM1A/1/naknK2GHSf8h5rG3T1BZPcl+MtGdrghfKd8nX5csRRrgEVKvlyylVjPl44wslhMrh8
zpyWm6+u/PLYzV9+O9HjmAIoEkVsIeAY4auT3FacL6eeRetlF/csGN/55cfLFwWbr2/88vj1X36/
ZbP+AdQZcfTJHjsMN/iZq2g5ArxHDSM2UFzxy9T0G2d+NtN1pcgoVKe87TUXKZIWpsZKg7NY7qVV
51QZ0VPA3HZKBgcbl+EpmWgwsIr0nq0mV4sfvSNb75p4QTRaKeB2UapjGdXKHG05+Gi1lp9qdQdR
bIXdgKBEfQYIoultCFd3A33hvEl7kCG2xcUd7ChjJPwTu7l38O13h9AjPLbvZCly+BPoRerYLr1N
oQXAiW6pqCF0FYRqIROkzmzMxvyI98UaeANElTyjTDypKDRqpbpgFhzXg6CXC5XCG1DFT6Jx/LA/
FSZYnV8jKczxtkppejsTGYB9ftiUcsBdt5f5Q48whfGzVANTJf10gd+eEAZsRhjK5HzePAzIGcdF
qaZweIMEM05XtuqZ7HoPUrYTBy0oW9wZQU0/TAycwWUpxGZ66V6Tol+SF+PSm3ZfkhNCvMzthCkh
HlqJMEYfnDbFQhYi8sUTF+pM3/sp2JvdSig0e3dz6gxYVXL3lXeBirh8R9gFgLwIE+UuGib+kO8p
j0ZLKJurC80/faEAHDidOYi16i4K6BUPfebMxWkMvdYUANqDrXBmU8Jo3o6FJVYgjrrDQepaA51C
aV+fJyAwuwv2ZIbmimwmDzDNWfVhL0n3odrceWTjhtKTT53dHDyosznDBG4TDte5UFg/Srx8kdOs
1vnmhqNIyYJOECgqSi8qjBUAEFSY6N3kCBZNMzVd8yn0cLDG4BC5JzvM4ZxihOjutBXiB8AVMhkM
d0PVk6UVVAQ6XRlyK+oap95TmUsvjF4c7dKvhZqEPGR3TxE05ncL0yTRC6A2dyoDEsMyQNXuYUFh
YiVb8ot9DuuBLITLnwQrxzJXyETpxB57svhna8h25/7s/2jc1k1Je5uQ9XbqJWAJsql6B9k7P2rC
UdYe8zpsy9GCHse5oimN7oMk/3RQQfkrUI9X8gPCnLtDwWSnx/YiBe0AMe+t84wAveZ6BC3DxDjO
oVgmmuMaDycuURL3tpjMPGKcX5w3xrQUXEdV3pbNnBH/CTML66XsoEzirthBKAog8xtXMzu4227F
Gaci3NsqTI+TNgnhkYk0E6OQ0+EKUWvw0s6TD1IydfuPMRgkRRz2WN4s2F3SQ7gGPGajvaqzkuf/
NiEwpg8LEvutYEBp9wx52YfhiniLHMKnMxoKy0y0DIiBNJ2VfCTa/2HlKe2LwzrTx2EV/CbvuD0U
+VH14bDEsskzsA5WO/2sYYIzYyixXkVBDoeUxhgumJZKuImuICe2vkCkv33N6w9KUInTelfiSf5l
5dE0c+Sp+nPDAH6MXkpFCiLRfuk4KC7xamJrxX6VMKMjRC/xmC+NFdcswJ9prUgWEMwpav8EvOEe
Q1OUnUeVhQMb1idJR9fpimlHnnG6miMLCKUpRPHBHJX7fLpteFkDX7YOTWL7e/hA0iW8pih4dCFK
dLsqqvJPv7ExZxemYV3jKx99RXgF92SaTex1Xyg74EypSlDPuZDUKUKdxjXac/plF/2QtlyRMVdT
tkJdXqztEmdbx9lox2sHTC9Nq9EG8pzb5hjVoSYjwrFEF46F821DX+FMRaFhHSTDnpFT9RbCB0Ov
vEsmSm5ooY3WY7162Y3X2x1PUbFi+cILk7+XHO7IIVNoFDrOyDiOjCHsi16p7i2au/nB4TeJWszE
0ddqqHE/BLK1brBTkJ6B0bdgGdGGrddQucl9L5xkQLD1nGXn9RbDfAcsLL/mShjeKCKwYj/jL92k
eR11cYruG5ytspb2fqi67CnqcBHBhPHkGc21kzqGIcrwzna7DilHLnW5M2Mx1OfMfu4dk1twgXcl
FQctCp9MWKLgxfcze7nYHal63RWyWeWOoFxfPGtKVT6LbqRVzq6r8T0Qa13eSqNNtHftTQBGhmER
FIbtcAv3NrK+yaDxrkm0z0Hc0cX2BK/LvpmYv8xJKEErjeb7u8RGSDZ0GpL1UbB2UjtedR6M1rFR
n0K167CzJxffvbbsfo6J+WS3Y63bXwQcgPosdqcfcT6k8FlV1b7973L+d8ieYG/9j5fzu1/1R9+2
zR85E9u/8Zegi/yNHfqGkSD/H0iIEn8NuoQbMUKCncb+6oZQKAjH/JUz4f3GMtlDjLXJBwvp8sf9
ZQnv/MbCPgptEBSRIDzjin8n6LLFWP6AqiY+6wKa4DlgrR/ZwvlTzKUttZPQnwvceGC5mOj1W+dN
I9fhdTn+4TP58fuf+X8ayIwto4b+z//YqOn/8yttGAnIgJEj/kS0IMRchElT7Ss6NbNd1vn4+Hjx
Q0IL7FcZEU2M//kX/B8VB/zVtoiR3HI8PsGhv/UWMMlNmYiKPUWy+ak3Myd3wT71cwHHQmxjW4ty
QReEBvAxPv7zr/33PlZJvUIg2Efx8f7pY00mJ28zYP3o1yQkNb+/ywkrNHQgrJZp9S8+2r/31UKJ
NcETruc70ZZlevt1mzcpPwfn/yKDm4Zf/r1CdsKLkFBMuU+n7S4xsQQdf2dp4p5JP9q/84P8e58r
ZyF/NZciGML0f/vV4CxlkEgAVQVFDZ9otfamDFjmFT73vgAZWRXej9LlH//8M90ekD89QPQdwiAB
rfrFYPnbrztK+uy4s+Hhd1J0zG6Hv0hy6npvwJVpSKTr8t9/goDJE0WDDuODg/nT5+o2IQvovt6T
Mw1XFIIgOiu7RF2VwaqR5UrnkncukzM+3X/RXyE3UP3f/m2FJ3gjeZzeThB67p+eoMBDl51L9zga
C6s84t9KNkBQlsp+Dzf9BDTwKvuy2AdfdnvHZPI82zz41Bhix5+CzZrf+XK5XSwXFlGzefcds44P
/pehX+X9uG4XW4z+0CXbS0/rFGuCMzSvUw8wB8yFK35Y9M3Op9nVTv0gKtzmcdhMGl+OntP24Icd
jn05J2Owh5yyfBdTMd5miP/znjhCczPwWLCM6iufRrxUqQvLpQ1vXxYVAS87D1AIKwFN9gCbIYEY
VwZg7bAyKL3DZtG232jrLHEAzj0bvaPL5igjgFNH5eLQP1EU4K2UkNjMvdrmQorgyWYJWjOrr3Gq
303Vz0+Igrk85U5e3qKNa3kzRvSvT6LvGtI6TJH7bKJ3s+qaqNv3eDKIvdEMNxzqtLcn5PaWW0mt
FnpYQSevdzajx3y0qmB9ocE3J6VAkJHZrVDeMyS8oj1m9GkjUONYpNsOw1DcA1J1QWY1zsOkHNGc
Iq0lS0Las6pjEVZsd7SLEoWhJTXXPpYijLw6FOc2W98PvCoGAzl4h3cMlJhAgXsX68EVdAzQaTcm
ZwWcUfFIF3fD8DinZXMOul0h9DNGLM8UmqHaT8voO0+RlzHqMjXooL722e8tMdEQClsPxayb7BHf
PNB+ll3U3u1no1J1w9XFtr4tHZMQosmA9gEYYyTS/mR90X0ZcLPsemxdKyEYDpe1RA+A0d19L102
0nEtWqAOmam3W66dUUifc0EPFIM2hlwuJSYsb20/z7OL2p7YKWSQotmVAltq65jWSSsQOInhSxBp
Ub71BCQNOnVsz5bZVu6/c5rDxfGXZzfNq+WSeKPLVrDz2G6bYoT33LWoCKynsQekjFXSjLT5hugh
8tqBuZy+2YPVOncinBPvGHJtZJOlOqB/e9KN8/S02oRTYhWxXN272FuTZ37LcLGSgAeCuQQGIn9t
2uBzqIRLm60py2i3OPT+nWfQPkBcGvZ9WL6m8b4OOi7vAHXQbjxssfgQpFiesjGa7pd59mHAs6ef
MOeuWRgDt7Du2LpOT0y23e0geF/vnBXqHf77EZBaiCp6VQW9fGYxlCDKO/TeUM6AArVYBWMhUG9x
bStKQ0lcUQbJ1ot5Oq5ZPWWXqEEtv4PF4txl0lkf4LYub1QzOr+ivqyePc6SN/pqmUg7vidzoLWt
+pE2mf3a6zB6L5cEPLSb0GxoV/1gjnPYsZCqhiUh6Qqc5UZ2GWz1NvC9txTGLxDCpBF3hCZUh/U8
4vNkQpgeYXBy+hCpwHKfALb/9NzMp6pahCwOWf2lO5RCGlsFfqf6pcs9H6J74LM7aM5H0RTPDqBx
/sQgoEln9lKQBbJYs0PZJvk+ygR03rLBWb9GHbmibigR8mu/SCyMA6xjle0zR0jDf8WZzmAP0uVX
P5ZpC910QmckJNC52ByACjSQ/tKVlnVLJCsCoqcSNCu35AcX1bBWDkvitRcT/v/NN+bk95bfINcS
2ud63uej/6TC0rFjiAtoan1iQTPVXRTcGrY+WCXCLuF5F6J+0WOhowOFtXl9FEVLa7REBTAH31sR
NWj8rdtvSbEQzyMGk6ARWNmQEEpIl6tEEzuMbRcuFHtxMgKgj7LzELU/+46rMZ8OtY4ylkH8e4D0
gCQvyw986EjxnkN+92LeunriVcyUAm5+PXnaDAryOENFT/aUd7N36q1tOHS7Kr/ywLEm99EUWetR
2KKqOePxiNzVuSBR1XQS+gcVFQyd9aS9dC+KqaeXq5Nzdcgz/OaHqbJCzD4aeSb9iNSYRg+pCtL0
MrNxsB/XbI2qUxC0/vDNFBUWSII6VfbOonHsL/uOeEFMnaxgidth/NrP3jJ1P0pllPjGmRvk/CK2
ihk8HbbekdLS6i1aVHm5KTzWIeFWOGF7tGy7+bYIVYsr/l7r+qSHDYVsNhQSLxXh5+a2hCLhfh8D
VMxDmGv0aO4r/fhNaohVF5m9FtWRZtB8oGB4gjz5ilwKm5WDQFAMpofFn87HafRIgY+6ptIJJ9ld
G9okuBVHHyUAo/uQkiT/zFSW3U5Elr/hyczxPbWW9U77hD5zwho75eKwIj8VM/GOnbPg2uZtmmuY
gpjX4WZKvtQR8BJCVBSm/bc2ZGXDErHmhaZpw5p2LCYpy8Cx3fZ7tKzgbQw7TDcg5vWJxk7LP8y1
b54JeYrHXDZJBtihD9/00rScP7nuXqeMF/qBbocOYisJu/ostUMKGuAgJo+yWpIROmUK0/Y4wQh9
8iSViBh3rfKbh1C2/bxpeWJvxWb3+7JW6wV3gFzh5JFJOO/J4A+XgCz0ejUVFFDfeXMWPup08wyH
KghXOuJRk3akPEYXzbJAepp8SkLvRvIc4fkq3CjYp9C5R/i7TlBfjIEY6yvKO1ghD/Dc6p95n67y
icN7KHkjA7+JHZVQFzPNUUBmMPSfutVEv4hdWdekzBt+kkY619gV2SyTVlnOoE4rMvgs2OWBVWPr
HU0Kxi2e5YxPeMXA1++bxMrzXcuLad15lsnquLQdX50JTnlqVfj1+UKlbB8rG5Nxp2Xn0ibejumL
8IPlii08avk4cgVi95JZL66S7hVbRfS5zs8EYTrsmA2xK7m+Izfoy7bEZnzVNfRrwCHLAusofTOD
2qnTsP85oc5aRxw7nnydwyVqTjToJNUZm2rJ9mjAGcEqnvX3BUjuubyYrZCDkwtGlxyzctHp0aJH
BLMDhSH+tw7qV3uf+8TZL9l9jdk3G8ELLwQavPIO9cBOOC4yrhK7FJi33rEZZEBCDsLpsGctK54E
Z1VCftAU0Q4giK64GZBIxH5ZJRnXNZ1eEGIKvJ2h4uEVru8SgL1zF66l0XK1LmPYH/qEVxE3nbqM
jjiSF7gppuQYLuYcLwSRfQ8Tg4LvJd/xCTkda+NW9HSuB16afBZeO8JZkyya9xS+5sXPOkJRxUDF
xxe+AWgrqkPFI/Yo/aB9tYjK8NdxF3y27lcVG7Eb+1dLJny9wLoZ5Pti620b5yq/NhNdbrojKrVm
Xw1vOcacdu+yvIt2usmZor5K4chmL6c1CCUQ9VGYW3I64sOTVvsTPmOPI52OFrkf8pG3dgis7IWl
jZvuElFlWyG3p67p/Ag/5dqy7LTI0B/xY/UYKZcCP0054WmRwoj6knXf8j3rRy6AnL+k4palJPVS
qplfdy1YNrjOSG4xJwtsTmPfYqnnggzmoGq1+wt6w/qzAlTf7Cgeyt//m70zWY4cyZbsv7w9SjAZ
DFi2A/CR7s7RScYGEgwGMc8zvr4PWNVdmdkl2fL2b1tZQZ8AmJle1aM24TIijEWt8xuqYjzDHm8B
Gqa1/bOPnPrJMWtFbPjp1X2nlUnpw1db7uMcPZMFv1H3i4qNFPtLOEJRDDTlIxpFfRiqglHdNKpU
OSmc8hm+zWn2s297594cGWibLhHggcwra3l0MNrUbtFZ11is+h2RZbhGVhCnW+1jgcPwb3HEYOr8
Ha6lFyG/B+BD5DYJWuOtXHO41ZrINddsLjsyYrpsREMwj2R3Z9k7yZZBQ7qycLJnRugo8xpUuNmF
NsEkSK8cUqIxut0PHlcEhB2DrPAYaHm30dcEcfwdJm71wHrVYI09UDW4PHffsWOaFYCxMa8jjoy5
XZ56ydyP4rw1sGwurf04rinmRJ0LejjImX8k0WTSyf0deaaYkPhz/R2FDljMH7LvgLRpsjrmOp4n
11wT1NQEEqa21lx1+R2xxtJP3Fr7jl4X3ylsyy6wkn+Hs79P8P+T3vkvQcXb3wiEZU4NR/tHfXD9
B//UB03zH4RwqGqUPB2EJBPzf/RB0/iHrq8tqSr6H6KZ/e+QjqIR7VllEP6zw0JmOOgD/xIIFU3/
hwmElqkVqplhrurTfyOlA7j2j0qErbEiW4AAoL9y6OPczzv/o7rU1Oxq4tTCCR32jUU4Xszcwfby
2C+x+kgvkNgGYy80GhHq4ZdawMUJmGA/UeJDtU/SQJ0ui+I9ywryu86MCQ7viQmrLTB4eDC35gE7
9o75PGesT9Rvx/GDLGOq6GA/dxid2rB/HoUIbpk2xoxKufN+VE2R35VFUxLF45FE2LJZvFCa05lZ
KK2WlElVZ6IFy9sMSOupZyIimR6UQF2jF/yx5asyGmXDoaXCb6my5tFTDl/BLUfbT+0xeI1FWfya
nMZS3D/89v9BP9PXL+zfQtb6hQpkHZvfDwuZY+h/UUIjJ9dmqOiCo22mPS8EPY/CtImT1s0iLqu5
70tLmmFbdyUzkLEj2O1y4q8facM0g400yBCyz8NQ1WmLicMzwHrFoS5+avR8Gr2yMIdjEmXCwOXM
wenv3/6fddzvd28KIvhCl6sC/VdhimQO/qC5YBMCWMQfHRHsCn2efIuedZ8fT/X+/vW0P+t+/+8L
rm/oD+qmEahRJEf0FM75DP5wPK8wM9LGRm8+zFRpNJLRoznZR8buWyUq7rIlg3irH5tgfiW54OPH
pMR03P/9G1uzaX/5GVFtBP046LxwiP+ig+pNO41c8oLNBRNJjlHlkbxU8P9RAv/jq2hUkVoGXzsT
hD9/+groWStlxcWCse+uabTGrw2q9/7+sxj/4VddhXJGACisqjD+cpMbBjUAmOQtzPy2wioMS3pY
o6fhCb9jcIODr2EY0Ov5VeUkd2uEBT2AlDS8I2OpvyIVfS/mFYxVLsNZlHQLE3zC6fBSspaTwRJo
/tJPGNUmFAcvSE0c25IUfFQN+0p3+qtmgFj3E1TCJ/L4xVuNNnecyQq3rgiytYQC38wMsIXayakY
I0/pmxOMKMLrBtUU0T/F3/9ZrP5LsFb8zWL1u+gaar//11cDO734v3nTP61e/IV/rl66pLDbYrUx
NRJwPM64fv+FcTP/YWqgLRzWLeM7LPrv6dZ37ZROQyqiOv3tKhf1vxYvnSWPqRfBVFPoTBn+e1Ws
KJ5/fnoAcIOroK/gcob+whbWqrP/4emBWona1qx2Jlp8GOyOooV401UcLKCmA+do1B9Wa1RAv5z+
h7morVePVnetEB9fNTlMFFmsFBREyGKNETk3XEcfRl0CJ1qqgQTbgLgsLSyJ6GNxgTtAFb+lkcxH
gWjCvo2/ONXxxOWafcyprnmErVFFG2kDD5pyYFGzWVQHta+mWyiq7q4WRvpojo24s+iqxnJTAuZS
Etg8S90k17JarJcgiubbNCS07PXtpzlr/MVW6PCYRCL3OKaN82jRSxpr/FucSoXvBFlxzorWa4Os
u0Zxnl5j0X8SApcXmUEFtjJDP2AgUPcG7cd5GIDcKvLuyp5YAjiRLJkT5h/OCsWuj5ThkM8x1Jeu
ar/Y1H4M+br95l8qI39RTQ3xDLfhs+YhfEIsylAaecvjyItPKyIJWqPcx3Eq9yT8P2TIFwgiLb1i
dlkM9/tjRAXdDBXcp9fvd2njyLwyn5cXsvefIzEcmTKIwfGjeXHbt145CWsPJXitBunEl5mwzDs9
3T1upI/dtddydQ8oIr0KJ8BaCwrGw+PFzyPFF78qMA6Nlt6DquCSRZHTtB0FrumLofI10wBCNLMb
Roq3+NhMJeS+o5jkOgdN4OM6gyTLIIJsDFfcZbF0PonC2xeyUk89p57Una0sJRZPmHGP6XfyCwCI
BUYkWubJO+mfec/fHOGPGRsLbDKP/PXHq2dMik0p09365SYRBa8U+xBOrFYKViIzei4yXtEYP3Fv
ocoq9ALVojysXyu+WLl3TD5yQXjLM+qcQCScsAELikcBlvVlU2DxJYhGH4jmyH3GdmmfQF4FYWxd
TJHOl5mu2x94l/gW7eGSkgy8L2bmIgOiENmM9gZr616Dhjwwsin1g7RjhVj0WGdPTd1JP4mAjytx
nZ60Loh3zGVW7abX7BvCZgO2qFGvopttv+KgdZc7OFJDyylBcRljudWkpXgKt+2lxlbnq9UEAJys
N0g3J/ek3jfvcTpRhGxOmIjhJLq0KgxeRLqKDhLC2J8Lnql9IWlYgSFVBnvZ28Yn7d247rq5JJOA
bF36OTAU75tt2oUVIIrS7n4nI2UGcnAAEyM4QcJqCEJI226vIxe8XUri1Q4Usg2GFwF2MbUeanU0
Xitio4+JSb1PE+pRvaFTlnrjgRthWazmBL1ZQySbx8c5lMmFq75/bSJgzMVk1oObMrL1iAOHl5Y4
4FEuo7oF5TVurLZkJQ01q/ahQuoXhcXw0cGUz6XVOfc9u3SvJujsWmqtn8nWLJewwn8+BroBVQ5g
Kz4fFYTKkERu0wwlAAfo4JFKQpKwXkirkrHQIzYm1oXqXeOqFsH4pJaoL7Xdq3DQZYj9LueYi0Jl
nUdYeR85L7udJ4DUPQiDXlrto8ajclzNpOII71fA9nEuVmwouPhXVlTdPgNHM0Z/JIfsG2pg+Ab1
vrzDotkaA7eEoTpU7ca6eVAwWeE9zcfjoJi3EuvKfdRr2iWxyvglhVlz1AvF/GiZsJNA1MlSKFj0
NcyXXXrMW93iAI5D9KBV2kuLcerVyaR47SsLLyAW76Ubo2cZFyW7187mgkPmX7R83scL1M7NWETd
0Sza4CZ0JXJjKEP7gNkmZK6o3zc5jkgg7wI7mZF2ULSr9ISxUTlb2PYeibRTMBhUQ+02am+S1xhx
TbeoeNuKkxN2XDvOPgk6/Cb4Vm4iZdobkcYYlcqmJ0DAzr7Hv6i6TBFlx/KTkJ+dkLL0qLFe26TQ
D9rK3If3ke6bKZI+853mwvffb3rEM/iheXKNZhjsdm3XL+FIE7U1aeIYMd+7D8NJIZQJ7hfC1fQO
LS0+RUtAIQ7Cit+mawh0IuTPCDrzI71Gem4Yraql3nCOkuHPhTH0RkDmXneFnacuylu6BIuxmZqS
UgpzItix4Fs8k/8IPb3R9QPhXMYdMUHcpiigN4zaAIAvnxxf9EAkzYrbO+iGX4PZn5vEnjZgQJmg
KOKUQb/znDYbDqo1O3uMfBMZtlKUpyzP4SP2c3MGtsfPATQKtb4aDO0UcXg70YC8Kt6NzgVFdQMN
O1W0Z1MCg0WdZnBMAc3s6mC9NoOa+8poj7+UObTZA1TP7QDouSmr/KWtnOUGFsM+zXCY1lvCuBDM
wLBbUVJ77JC9xMYKrQ6P3KiIhzhuEYUXRRyI2BR3wVwuewNTpa/rGI8tLO1er8Bz0xctu5CfCiHh
E9phhG35CmlNd1BLbghsAYdmkMd2qY2jNQTOVSem5E9AMlfnXXRgvUsOemQmD0oYPmZ9P19CMTon
whXpJ21pcPUIJCHYFc9MeXg+a/roVoae/w61uThbOYwyABtcxYlZbpueICscm6cc1JpD9jiQ23wN
REFDQIeyIdQS78QmQHFcrp9satwf1NxKgg1XqjxavCBH7KG+0sekfoI+k6d2DVshqL4rc2ueVCbQ
iANmX2wdEecPGZrx3RzyUKPTZZ1qE/ZvBG5kA9dT6DYaMFkdbte1K+sHah20HTnss2qZ9UMskbrr
ABDNioraC/7+Vigw85Sp8OKhGJ5wKawzKGXcBVF+rSJxS0k93StqMHhNNzBlrMPBjXDTMVHlfGLk
Z+7V2Q1rLmJG78dRcvLIqyq/Yqq/bw0WgDjXn4GCeVa+fLCDBV44xdG2dMQPhyLQU9bZhl/hWuem
xZdMd6LjVjJ7MmIJ3bUB40MdhUrBJEIo2zTFVZ2uvWFTkieeNIWvjYa2xbjIvKxKh49lmMofGEIx
fAd23FwXoU0HBfj3tS0Uhp/m5DzG2Lp3gD3IRDrR8gW04Ugvw/CkiTa41jjAL6KwgQHXergdCIR4
ec06Z420MyY1HF0Rk4nQSzoGBiUz/Gg05m0yW8a2GnvzlxHbhZ9Fcq79mRg2kP32xWJxO+eELgkc
zhoGbb1n0gzCSR+5a3Th2rlVe/NcqC/2lFu/Zm3KtgUbX1fIloAJeRco+H276+eOlhpbTlujnLqt
TbnQOrbOvSGdiAwJyuZ7bumjQcdKBFjdHfrM8luO5MckKfJdWea0SjKFrBnn75yhLQj78ZxgIme9
GMx1kkYf/QVep99JUzlYeVfthJg4x0Zz7tuZZbpJZjR4QEWwseieIWSFugthEESeuebKZOopNY+4
kGrJfVko83YxcyJbcwdWFELGKSZacCKbi4nWHPu9TTxvR8FPvFPMWv2co9TaMcFlDtuSxeEzBYyi
+uUkGALdT2wK4EfVv0IrJ7saNz9aB++6CV7jgT7RYkd6xrwrZ9p9CLtcKhFdaWEuXA3P9oZAqfo0
U79C9Ivia/rV3LKf7R0LA4PpWeqDPzhKi692Md8zVrdfQTQ7h6IauLpKddEOEKxsbUtognp6LBbG
mQkU8VNNCJvc39CPJ4egykGamXHPHVsd0JrE2a4aLDuEmOI3VbbI4NDkLsEQwFuYZzE9Y1eqf8Zw
WrxKL6O9A2/wnkYNzdXogjjn2bicbDtfGFJXscXgE6Psph+0+lGYTfGQQ9141wyCHy5co2A3GmvW
llWF3K3JhPp+CGvlsecWBThNR9CHIJ2/Z0/Y3kSgrsTKNcSrxK35AsdNXGPH6ujlFvUOSlKSYbfO
EBSJ9dv3o1Ope6moVI43dK89DBFIwo1hBVOyaYuhPyxrmNiwcvnJQrEcRDwMutdZYXSPa3DZdSVX
XqTZ/S6rR3mjsX1c6/vGcqOSmz6HTpYfigCYYmwUhNz0oVVBR9hGco5ScdYU0vYWkeNjlNdRxHGH
tLJM9JVg7NBTAU+GbFK8hYKyVtnkP9Okole0bYeTPeH5llGHpGU5MDCGGHxeKN7giM0uTp6XfKWr
FHL4bPif/DBX2TOWMw9p1um7HuHFnxROJ/lStX4t7Z+kzZY1W97vQ9C9sI3U7G4Iu59pn2v80r2y
pVxrAFTCZj3gov0cOoKPxEYe5VLt7BQLDu/1NiPFuPqYHsPeGv2hZ6xlR7WCjZwagmkQ5ylp4zN+
QUAfxOMuWTSbXxrQsQcYTvGdowMs6QucPstManEy1HzP9ueBVvQfM3IoTpkhJG1sNPhF+tGnO9E6
Sk2Ex6LuFD/FG+fFfX03rdFglUMp/Daz3FUkfC/YGtI91AjtBq+kwUMx4xtUCP0Jvbsb0vmTZyfB
qiKy97k0t2UTwV8mVJcpzi1o8ud0mp/yTuRbwJupm8TzM53wcKjaFeY+vkxgGuFbJ+Z7Na554jyR
98YcFC/KVAdrS8dt6Yd3QFTFfU9zMOdAjfZGboVzVcHkrPtPmodAv+fax5QT/5p6Z/BonWK71Vi9
O8Lt3iYACF9UpczvEj7boWS/u62X5AmJ4SAjBtdmOqZvdOe6QzItVxQEw5vi5mOO1Y9i3UvFivHc
TKySTsCQj53tMclTBv0i/aGkReJ2msDCr3wxfySXyXBInd5Lak+21jTe5wI/Fijm+S4ILOVodTbw
dMvwMoPk7xJEfPyCMESvKa9ERXjAKMvd2K/9xkMqedzUAIPaVD8bCcRWBprlMQ3ZTXZqJdBMbQQL
s8p2dpjA5Va0TaKuXTPIqr6K98MnNAh4Ql/pIl1/R6a8/DWVcmZY3xPzTYS2EAC1yRo40/SshNI+
2cvg/GA80nqDLUJ/yMJjreqc9h3jl8rKdRwze6MLFadXeQZdIa5Y84Zdwl7YRQb6mjvZH0ZYHORP
CFgRZ9K3QUD4h0bNU2I5P7DbPS0NHS+Wo5/j2DkR5PuC3PDLCK1tUadHBF0SyOwp4k44DCqCU1yy
bqLkXEDE7DJkIAV0UlIDYTTVPPfhM5XbuJtvUIBPipO8tHE1ns1qVh6rILFB7JZfVpps+0b/FMpy
oPI18lKNk1wn0kvfV6MHHAXwQRsNfqdpr7XqvMbsb+Gd1PuhEPCNWObsHnGWfpAjpHB62qCtMau0
ngYWyZQLgrmj8p7aYAcbZt67EOcbFGovh/q4GTgW4l/D9kRokIlLuQtMeS3J8m1ImyHC0uVKWwrO
H1snRVPbcceRfvniAocvksy41kp1F+TTrQpF/mA49NooTnG0GVojAGQvoBd3dCYn4ElMwq31Temc
u6rPpqOu9r/R5xhyVDPMFLMFYtgazxgOX3NDWR7ArLyXLfn4emzfNKV+KIX2G/jSa+04H5AQvhLT
vhvIa4QGTUGG8xVm2sGu2HfrmU65NNk6l/z+49J3P6OyHk8MZbnaKqPfAuA5hJ3VvMHLBXWjaem1
Uw2DvaIa3Mm8THyhQETMQijbAQh1QsoWteBNTbnPkFS05+VYvzPEcKAwao1yj9toN1T5cWqNXVOa
xxwb90ZXrH0dLp8FGBuXt9Nu0nqhraZ+58t86opoz4zxUtjR5EcZJfJGxrLaHygmJQ0WKSgCaZPt
18zwFt6WdS36laApEeJH7Qkjd4jONGyxqdAAparkJWMH80T1mLI3Dxmto3lybMrkPVP5XenkR3uw
DsBQNxanio1DhpAWBExhUXxbrVfKDIYWU8dPK4FLImGt2/m4Q2wKXmQHNRgTN0NBxuzDIKs9+/gH
ZVHO3A+Q+JpHa0muQKxbf2HeZQbJoZsaorV29pqE7eMAaZie4pNQ2Ug7de+VyfJSLWDP5gibRJii
ZoDGechZtzZxOt/0KTqqWXA1ATFTXKzuMmJmZPOcQxSmgWvH/Z5ug/CZlgUonFb/Ts7hxHkYnESR
A+krtWhf8SjD5YwBpWolV28UIQmXlcpgZ8nkz6bROYOnOFM6gHStq6R69dhWcAQ0VMIWKuoxCjPV
7QgX7tKCZnU/KJL2BgCnMcD9lQgYDhwONvIJnGnJUxEf33Iumfoe+pK01RD35HqKWnoUtRVEd5CG
fAbG2tGC3vE70wf7EOA48/DxTR9dCV6+ixk5mU47nNmpFp9zamavixM2h1Zb4mMnUYbRCKguJKaU
F0+yiaJf2AK1dyQ2c4/nW7+HE9a+NG3Sg3lZlI3eJSrH8i44ZvDGjmFper3Tfr+l8sbOBFgq3Hvs
Ohz3gN3PhM+734umZCduW7EFIM4XPIfzNoCqc28TFF+fE+1jq0SraNRZHOUirdlidRt87CzLNV2q
4DxjTyD27kT3wFEWHFGa85b2veXiE4ZgTMfZTQ5rR1aUpT9BRNa7yS67bZSxKsGG0Y8qFuYHsAu8
+4i0OsFw2jU2RpW070kTBR5jZBu3Inl5ttJQeB2TYxho3XGXNXK447SO4NDCD6u54TC5oDpUA/BJ
ki7gtmMRPEmMHZ4z1trawVzvqTXItkMkxb5OcvPBnpffgGiCMx8pOCRlO2wph2OnoYYceLVQjQ8Y
ULojK0p7Kqgo2mE2I/AiG0N7s5JxOHPoKPxoLWaYSRR7EOKQSYwwfaQYYn6KyjI8SKAFn33fycdI
tG+GENDQZK+ccw6DHhlocwNweznShPhgAYRzC+gYHlkJbu4aRaPhDf0MYnt+ojsLRF9HoB6pa9qx
jenfF3SDk1XaM5CsvNmb9Qo472w2rlJrT02oZC/4eTgPazyxKyrX7qIyU+961r+71lJMz8SZdaTm
8JA4CcpNL9oDfS79IW0a2xWOqVwjNfmB6Z7dqhVD+ePYklf1lbLN8K5SKwYZdvEcm53+CFJKR2su
mHL3XQ6mDQoF4pcqOi/QR+L4ZlIcstzBOJku6V1j4Zgk3prtJeQ9j/A4vPw8KgZMhVX5a0mH/oS/
cebE0FN3H64/bFMkzTEEwMFche+BK9MPA0s7r6Fb1zHHJ0h7Hb1oas1qDss8oaPnUMicVCW8Kx/X
PDWWYUOLO9CkDdV5tESDIj7GSab9nDTOiJ3eJH64PlX0zqrO08SrcqgErGOH0sc/nWyDou92saM3
8M5YbsJJiCvgd6gS8/wIxCHCN6lOB6o+YVhEZeLKLHjoZmFvxdykECXS5VgDWvJAbuU+OEJOobi+
qXxEXCUEMblQ6yJ3SaL4kSu3+6QjRt9YVh3i92ZmwsBGUr5J84zM+qegr4anjjZPf2F442bRWLym
TtJDn5jkEeYKpPB5LL1UNhXZn4jMmKHXO7QWxiaWIi4apCc4V0n9oJBrOAcTKAbez7nEzY2OaBln
DMH5nW6nP8xmjLbgsrJDHwz1jtAqAgpnrlxkKU9Hxzxy/+r3gwZLegCO4+oVPspIjCnOkyjbirB/
7y0yImNq0VRXmMU+xuS8gyL7MQAC8Epa62F66Et46sjDXLohHT7DhOgmWd1FO87DWOwiU4WmiqP/
zCgq2bJB3aJx+cQFAB6avcZ+uyDdkxUUjuVwdxRYjX4x4vS0QC3tJlSIE6Kl6muRGW8Tkf4eYlri
OlxZB2OqqP1TE+0DCqntN8KYvChsTbcQGkwZC30Wy6u9tZd6OuJxS8FD4RHveDZsJ6poMIHWPNdh
Up/RYOTLYJgZHS+VTg1T2/oVsyDCBEDTqix1a2bkz+mYdL7T1YpL9SF3YGI3x3k2HNK3eZ8dQOz9
ZNiYQalRx/PA/9ulWVMh6Sd1yGmqeKbjyd5AdA62eMHuotxka78ICkDCtCaCHeIwDaycO10qLR9y
sMwNBEvVZX2yHnTsLhS6VC3NRhXkxacBKAAoWEG2gGbbXURdertZyqp4kNRzeoTmrBdtYGqmtc6y
V0Az/VK7vrrUYhl/Kz2TTE0Z6BycMoZiARPD81wt9a6dMo5haCr3Swzhn5ZuBeU35h7QCuNglYvx
pi2rvNpm+c0WQ47uamY3i5OPl6noz7xN536O1/4aeJ7HnAIyb3GG4WWoh884zsNL3rKXQde3xls1
KNOFWtTFVZf204m+p7j8kd4qFI/OC5g0pTWYb4Tnq3t1lgGPO615w/Hu3BuKCe+fJDeO/ICnDFtz
I1VfgbLpzIOt4T0fMai7VYm1ye3NMeSCSErIXWu3ThjZX6CvKJ/ltAk8MC8mr9Wq7kjn0HQjwt16
CRvCH6Q5lNcKpsAenmN37C2A77gZ8wetA9G+CYmWXozK/hrpDgPxziz+Pbe19iydwbzKSlOPWtqH
cKuIDOJPVHm+SWSOhinkuQlhkA9Y+W8M576cholvM88Bx00GnObEN0B0hVTaDJDXXWjr+zQFL5dY
AG82Ikw+atsZH2rqVmnmnpG/FFPd1fi9rsCRAXnS83afNmNwCLHaspuMm/4rjLqWJql5ACcxOWyv
pE4eJCuUAqo+ikbEpaPbTN0FRQWBW2kcrKlZhcI4D3xFU0TXmpq3/GuKTKENdPU9blu8+o4ZHDSJ
ntrzTD4YamO+1XqTUnSU8s0uRjVx9OHzOlRSvi5a37wVAUPRTQ8WGv961ioevhUmxCOC8HnRc47J
s1jy1WqffQwAEj1mQsHGlHSVgrr8FBSXYIDJePvpUFYHxuzVsRwppU7MPtyHMjeuPFSdtfbVREsL
8sHVm6b8mEVldJ+9ldeV8sDLdCfyRjzLw1i1b3hkLK9kaN1vDGOBhrV+KwWf9T5oeXZ5Vc5/jwcD
ZbfL5gWHrM1Mzvio6WqhvwjLIF2iqdoK0BmxuUfrA1Ri4LTxlsnWfLzQXOpG9qHDljUWrzamkaYi
JsoOjc4zWg5QjnfG7I14jNUqnM5NVsiK7ToM53zoQTLMXVSDOeogSwZZxIsGGiSKizNVyW9aC/Jp
KxJwP1fweYo32qXUTskcL6a/cJKMHvVM6teK8qYWr5eqaR5GhRIHF4i+ltVkyTgv81wwl+2Cm+hG
e8ISPDWEDntPscPHJLYhZm2YnlKxl48KK5I+N5+6plVMZLmDqIfu86W50JqQUp7dts2bCnmlXpXv
7LZw6mE1BUH0mofLKF8Ly0zybYovYWSvO6QnyKvsNua8srgQIfNRZyMT520Uqd7Qim689Dr/ZRmJ
wv3Mw7ZYLuYATWY3lXZ/tOOyY33rAlW70cQEcxTitVofiEuHszdm0JkEP8sLoCyOzNS6CV9S8fCm
ilb8HMTQXZRxUIx9Hod6xTgWhgVpqjCTG+zgETpEXTzYYUiZt5AacQK6TnpKo7miTiE2HcrmWmZx
ts3Y01s1vS0MiH1bK6dFtYLNmEEf2kY95yJGkFAbIsJPuznL7XvEbZ4RYm5zzjJjx7yZfYZ9NGk0
zV7ppJ7SnTmmODadNkpgHDL+yPod0kfBQLTs6jugCg1iJcwneutS0qQNkzvNzLxoSIiD2rgWxk1J
jyBRyaIfSAD2dcf+Fy7lHVoJ5fUisqzfAcYw5Pux5CCXof0SqwPW/JEJWE9uqev1Z4SD1bjqaQkc
3NKj6kssoXZVaro9NpIXe3RoDqm3hlwWJmGEGR4JvkP9TnJqMk5MTysLpaeKrxUsatPvR8UZjgXv
muMWWQ+3UDs2rklAFYbplNGDOejSi0wu9w14PPrv8tBQMsKcPJip/2joFRnkIrH3hKA9D3nt5ArT
knTp+VuV4gD8mxh1fFEalLhFw7xaAtPyuP9cJwAnouAcPxjLDI5DUa0riki7U8quuNMgoW5JXoYu
4sBuiarumV2ywZfWJb85nuDWn9qgpxVj9tna0QXM0n5jj3Ze0A0a2PfBJrbmgwnDyVMgDrgwewa3
rKfigW8T1mQ7v9GraHsymPHjDqoL/pmpWUWVhdIbv5hHsv0tu9ealfiOgo59NEfmNrGUH3250Dvf
aQ8dAsZn0/OwoJ110zlmvqN6HOMCjTeAEcbThAjiDaMV3FWW8ZQ3DUXPpHbMkCxwKjghCbrR6GUC
HEmeKYLIxVkarockgqeyo6o7d0ZKa1IO2SGpZLYq26XqHZz6BeFBjcbwxeR0ze9nPC+CRRYT6TNV
QzVeFRT1MiRgqfAYYz7ly2nofDUs7FfMnpSz1RonwmRSqbHrwSKWs+63TQrJrsx5IhZ0Wp2bciku
cdzEr2QAv6sX2+yuqov6WQwCtPQcvuQ1m0M5VzcHhXYMXEeMChDl7+RtleBvvACytIH76wJqjVoH
lJEwr642aQvrc0lL4ZslTbiIBsNxKRlFsv2Jd10n/AgSNazm7CT78UHkuUd5170JZgfF+ECQrfRr
k9RHqyr3iGMEmkr2F3nePAQBCTw7lSqG7I5KODIeUMEb+DsZ01y6kLadsRBLpRVbtcFGKZF27VX0
XKewQHmZmIoLSF0MvdKPJWnltsCR+QTxp95U1aS7YzDrO8Z9qosSfILcle4KyELwHjj4b6yOrWPd
rgThaGFHzhFI9cI50vkNw+S+dpA8o6bbhWqVPOS0TYU13dHkbA6hlvkgyMxDSTaHgKQ3Uhi5RwZE
0QIwnR2dxEbh0/ryxqx0/KnHJSJaBwNJt+NXpYrSU2GkPwwIFHQM6O8TDnK3a4n/OeNqLh3Vdmc1
oU8kYlvVi36YbWFt9JLVSQ0eG22cfJV08741h2UH5qD/7cjgU0sjFKkCzGedMxjMjOqWrtntkQah
C65ERDgiXndZkSrrwJHuvTY80L49rUFJqlkEE0ZH05dPnky0SOJZ+mnVpXYHs0/dZsgvDSLPJqxj
y7ei6Q2G9q2fovLOVDKUjvAn56i3ABKY22vYUIQ5vgihQbjvqOchFgUMRqV50owZOHfm/NOeODST
VOMAkBAt0nOoVEZZXG1tYXBtRzRN4mTyybin+2GaABvayU+Zw+tiHMvMS+9x6IiZPAv7O5eGqifG
Rp+Z0rCpmCYbkTHpPDkvgNUL+1DN8kUx5cSCj40QDw6jCJWeojLV5c40mGLMYo/6objlZP6Apx3t
4kbh+PAFjv+uKZxfdo9VxdKpzSR5znYlLJpnyrbwemhwCTXFp4ho26sdqrdynHPrXnf41Vvdzg5z
aVCLFAUPuT58JMlTaSXXlBybXzsmAd/iBG/+Yhrd4M2Jcq+HlbLPOzBDvZF/yIYAWhWe27YM3qqh
fKXNxp9jqDr1yLi9VqXXNkHwC0bQlpbY+bkROvPI+ZEeRmQtWx61prmA1C/9oqcVXqY/OAh7dhV9
qV2i0WSNbAM+hP5Z5Dc7VbZxMB7nzBBstgxnhx2cHbpVXhMS4VvcKfT15iF1n/Dn/zd757Ubt5Zu
61fZ6HsucHIyAmefi2JllUrZkn1DyLLMnDOffn+UO0glt3Tc53YDjQU0lpdnMc3w/2N8Y1VH9sOg
F6ANZh4Vbjl9oUY6OW36cBgqld/YOWuzRyVTW5qP20kzzg0OJWk79BeaGV6YRnJn+/YuiGDoKQWU
IwpSHEM6zlrddyeCHeCkgbPKlegIkZYCtVXd5U2wx+iOeLt4lGz+4lKBP1ZnT7UhNh3ALJKTMKXm
ahZcgNx1iWT94lvlBjc2KsKGrPb8rBbZhRX228l2llRLtjJsjhG86bNarYFsIzFh59MBno9EsvSz
cK+nCPUAmQFKJQXOqihhZHl+F9hEMWW6d1UlAN/zUVlPtb5v2vg56rRjnJdnHHHEzBuOlpECD0LN
eOuTgPq/raKLiYbvYojZNVDOXuHXNr5JgtaoNQYhZjoA0SiQEpc0RbIrUsIS6ddp6wrEMOU8q792
Wl/uul5QGxcNckdCFhANdSS4LktNP5htI461zrql8QZ4eNe9th9d0bzwK3A+A7OwfpEt2hfMBcYN
XolARwujjo6OrTjbicC7qBDZXPRJzIkHgYgT88OSnr5WwRIzdcY1FJIvNtt9N0Cru7U5gSgkA7Aq
oURi9tSnEmu07iKp4jfiPVVcAVPbtTKPGmrQ7uhfdhd6JXHRcZS+bFtAvHXW09mLC9dqjfKQpbZ9
gEkMgz/ur0Ld20y0wjlL4NtU41bfUMKx9y1ksE1fD2eNrI6hML6wtJ2RGmgttDk2LExUQntzYW7j
vOEl6PX0qpG9vCy7lLAPfJfQ471D5BMpDG2UwwmtSSpDsVdsgpLAh6H4TnGaXkPUCFcl+lmfbIB5
RrVrrP6gNBVVIP8cB/Uub5IvrETo1cjtTvO7guDa5dD2VG1IwvFJXPPsH+DU4JbAqdPaFVIZ47nX
ZXhOSEB0oDvpnPu0Q/cBKZMEdLEnXHqdof8wJfs4eHI/Y4flEuVJukyzkJ27RbYK8AnKUSMRROhy
nSWLjn3saZkdUjtPf7k1/tea8DeC3z/yJpw/wh9o8M2/NiO8/De/3Aim/IuukI2Vjqahxe7un24E
w/wL9b+m0ZojbkrHUfdPN4Ii1L9ANFmkYRHwaGE++JcdQdHUvwyNUjqgLqEbqsBn9wdeOvGW6mNj
bcBJN3v8MDM7CA7nPKxXboQpKtkFxNYAaNwSe6W0hjuzpEWxBG+K363p23Vdw9KMyob6P6kEIHLV
3vpZlsG4e3XnfmNDO7H1zT8FFtd8VRjSsH+eAIYyZwSNaaEZ0SAWbg3NnJYWGYBbiy4g22Q9aK7A
vHtP5aBPv6w1/5YgdWI2gk/Ep2JbMwVMtQSMrrd3gQK0AgNiypeOEoAMFBPq4+E5Yu9Q+VAEPr7O
EwPVPBjmDx4cThSYSs7JYMVYIaaP7WJJDgMNq6B9lAXxsv/JIHg0TS6L7cvJIEGXEYZoEKuspaHY
KXnUzWYGefPxKPPb8cpxpukWfz9PypkvBUfoydtTgAGCW9A2SypKV4gAYK/75a1jTcg5p6+00nZ2
l16yj199PK7Ox3E6sD07FW2Ic3hOtfnfv3ptc5PqH01w2vsGtGm3LUOKQXFvl/eeHZM/5GlAVOAm
q4/Sm6bzQcmd20D3OJWVXe6lyzaic+IZZcjqUvb2HanuDgG+yE/vQ0leCnkIihoslFQogEpKrUPt
a05IfOtB3jZwZm6DCtRA33YTacfkoHg7WNvTcRyI7yUEewLsqWk1CTo5SBJr0bW+7eycurJoEFY6
WFonDZUvGXFfFbfM38qqNWnMNa0lVkZEjYBmYU1LdZwJCX/6AvKgBQgxR6gW/dqXOeH1zSMpQIk7
v2WxqONz9KftqgqRnX78jN59U5bkNbc1KfmeHef0m2qID0lFg26sx/ZOoEkF6lTFXkdbSl13E07b
j8d766uyeRelyUclxUzWs975EiFBY5zllLaEXsaTI7Fm0ZswVTFLqZA2cmMJqMr+84vEBimZvSlM
0vw+cSki06KCbXocL+KWI21BOyjAqtNLyqhjmHxyie9mjnkZMVRLp0AnWDpOjKcTL0dXofBbUvFu
QX/1gm44foqPb6SY54Y3X/Vc6ebZMQfj1Rbm/O9fvR+NKLSwZ+JaUkTMvtk2F0/CdRFj5idd6tbu
igNOR3JlCdiMU3csrXSdhXrVsifXrFsTUfUFFA/b/nX5/7vL+NuM4Pz3BsiVTzDL6w3G/Md/7S+k
+Zc9+xlVm7UbPKfKs/rldtT0v4AE6px2JcBHoc4ey7+zPKX4C/ffXEoH0Mo8YPAf/cPtKP7iUxUS
PCgxnKzD1p/sLt6u6BafpIkxm6h7YKMSq/78yb56kWxlzAVAMx+gM1HaA3XiPNkX5C9HaLX1hPp5
ePvqxvxmD/H2C/n7iA7uTkaV/PwTc2WRBnZQTWwXYkR3WKo2pFL8egv/7V5BvF30/jGGaRi0HEyH
TcPbq+Lg3+B8sGmPLaMdAC1SScyf3j7chouLYfHMleJDfqoW+8J1dh9fnnjr1H8Z255nFPCPtg4C
gSf3+o4S+lHQR/bAq1RPQX2RYBQICBssKNT5vrLU1WOq5TTif/7puMxuvGVYVhnc0k8X+hAjR4C7
iSpbAyuRnAulEkdqlWemXBkSdWxUXGmJsbHNbx+P/HZW54Jt3LwCHIWOVdsUpze7sZXcH0ctdnOd
bIOho4nOoWeVdN1tLiWWQYFF6OMh3721DDnTLbjFFPJx8L69x+DQ7NRHDOPWxfi9HoZujwW9WQSt
ctmp1l3FZuia+L8/pMPOV8oCYrDlNwy8y9rJsCqnSyATyCdzEiIFoifte4wrYUUvY0eddimdvd5b
ytPHF/vug3kZldUZdzMyhtMHWwpbKWOUQi6b0ZpUBdEk92MCymv98ThvdwMvz5EXSDM1kwWaR3ky
FZh+YlbAhsh1AgZGLXE9UEunLnOGGPKT9Ws+J/xr+ZqH4lgkDZMaIowCkMVvn5/pdwBIZlRVhk0t
nI4DpetPTwzv79s8CHQCttbzDvTkeoopSXKh4ICm1I5K1vLcuh+6T7a5v70Sw9Q0joiOBMry9kpS
8AMogmRE5E/urZVuKBbDRKUrUoPlx4/ndyPp+kx00S3QHuJkJB+NlMY3zmsQYPBTRmhYBOnYyicX
9Lu7plPrNRC/8x7MC8/r6QutHqeJAuEQLtRby6huSL35ZAjx2zH4ivD+82g4R78dQ6EEVoBVQnde
02Eg4FG7TLwy3wKMupnUlBJeTyrdSKOeMCkHq6IzYhMA/HmtVZ3Q3KEBEjPgkPvkh/3md/GRcXtt
5hVAKye/awiRHqsU690YLw35yZjz12lue9d//CSB1fBeahZNIVM9mUYQRgPd9OfIDQMBBVo14ocX
OmDQj4d5vwrabLWlzfIO1wdk+Mk4KOVFU4d0XunIf68cTFN+E92qTgJSNaZ/oak5vYjc/GqQbIbS
zSRSRivbeh8aanwoaR5sdQrJu1Iv3NZq5c+mlTiDE0nnX23VHx//3PnmnswJM+EGkAP4YodZ4e1L
YVo+TDbd4q6MN8nww/KO5IVcjfLu42FOts4vc4/UKGCAC4KIxmf7dhzhoPOPBxm7Rmfu0a/16x4/
6RFAZYQMqsKL6FY1GiFyFofeXMih2raUUFecZv3NqMS5uVKT8pO59/2CxtYQ2dC86UNtcLqypMVM
gWwxiuSKjxFw9C9RsjzGzbY1dg2ahG1Wis+YQsZvbjinPt5BuPAzP+PtjeA0lrGqCKRgurUCYZQs
qAfvvbzZf3zHT78qzHWs0UyRrJyU1043RJFQNKJhebAF2oILJ5Desu21+pNRTlev01HmX/FqI0vP
05MoX/h281ID7exbJN5O5pnWyXKVpFX7yRM7vXun483//tV4BL+FPkL1yDWqc12cTeUX8afzxMsQ
ko8Bzq1tmXM8wOshzFxtK2LUIcQmB3IiFqmNS4aGzceP56S+SHlI5RipmnwPsFUAqJxME1qMCjKC
wOUaht8fIJ2Ym8Qrhq8d2oejqlb1Y10j/g0h5Q7pcFkLZi0AVARwfvxDTieAl98hVKBmfAeUF08u
d0hGsqvtEZsY/TzMJ4TQeCR0BKqxajSVfAEn/+SdeZnQX885v4acqx822DOg6W/vsG300lCzDjuN
1Q4bHYLyFd2umSMqE6JSu+jGq8EKUKHX0TV1S1Mq2nqIg8tY+IVLH3DKyq20roQwy9um9I4f35Hf
vGOI7Wzmb45nhC2cvGOAxzkbIZJxda+vnxRbxviGa5ZCzxvMT+7+Z2PN39er97mES2DA30emg9pm
VOUPTPPrIcw/uaT5Ib67468u6eSOq2baz+D02O0xIx38rNgjKnF7U78YnfAa571GBbt9JDctWX58
M38zDem0Rjk5s1dj734y8gSJAdcNGmgwVC3EATM+qzT7s8nu/dfEsoLoEQyLNV+mdXIfWRyJL0Ig
7cYwwFF5p1tCVZWFkauugU6oivy7vPdxw2d7ROVkbgafTEzvDqBs3fmmYcNDGLMgi5zMhL6SztlF
Ol5P3/9hNfoxkQn4ARVhYhpciKq5VVttWYeSNpu3+/gmv3uLTsY+eWObvHPUGLayW8mnHr+8hjsY
tugn7+qMN3z7Fp0Mc3KTEeZhuKKMgAVpXFkWDQglfGwosSxMrdibqb+Ku3FXJu1OWgrpQBnKS1F3
m48vdn5j3rzL86+gMUOPCKyCcXrAiK2yVsOaR93EKFCCDk6nslJEdCMTb4WX448nSMab5wHK6kxc
pn5yc21EVTGO+solf2DBlLFBQIMkivRQY7bb/ic32dI0rs6hdsVB6u2MAK2pI92BZ1n2zjYown1g
dFe1E+4zWAoics4LsyoWYrIO4BaIax1tbTFWn83Rpzuj+W2GLqfyT2umSZ6sTnFo9W3fIE2Zgkxv
KezDT3InID0XClLG6ktGeHtxk+gyRwSfdIVx/fFDfjdtcBCeo3go3nEOp4L99i5k9aBMTcOmMJ76
A3eZpDEz+MMKynzYZgEyDIuCBuXAk2skOivNtUGtXKSRXw2jdf0iuLQb59pU84fGG93/4JJeDTd/
Xa+m+h7p0RT4CEcjeneQpsv90LU3H48xf4En38abSzq5bYOtQy4XUzWvrGBO+mrZZ9aq8/gamRM+
uSDBUn06HgdjyeaF0pek6nb6beDRtoMEU+OiMkvVHepZ4WfgLa5+thOZvHA1FHr/uI5iD8ODl9/k
HD2NBf0pAyDL5BVI9JI6MtCX2VFxQROzDe4D3zaSY4hNwNoXY4ewA/qTMd1okzUck14oDxArrDM5
qRNCnbr08Oc3en7R55wmFmHh4X8hbwQFpKjtdhtXZXVpWwiBnzM71C48taviO0egNmXaaLE/A+ew
oshe1ZZi3Vm2ml71WtDbh1Cre3s7Asr/Kpywzjd1X+dXlZpLV4gaHS5s3uGL2hMqdpwmm0gV7MG7
gQAvtGea9zNkYX3woSSea+SzH6MZfknANyBxQhMMo570XR0PiG0LsobBmQSTX6KYNDEKVzpxd2Pi
++ZmJM4idDP28+XGy4j6HTH8PiaxXa1DtGj7jGozLn7wDhQ/sRQ/YL/FAll70Gxwk9oLwy6mat81
IVk/TbROtCY468kM2Zci7tbgVpEMAea4V5V4qrbGKNSDKjL9yhlSidpquiH6uTnSSGx2/UQkyTIm
u7dug7WHdB+tfo3Z0AMhQTotGvitknt5/51w7DGFeJf3667Vm2UKWeWi6hrtskGTRGCLkcp1yxOl
+aRM7Y3vZdodHb26pyQVFgYafsNJd52dTWciLlRMtlrKjUtXTY5vcLbt4rys1eCyR27V61HjThla
L1sFzlPE1oOJE+BnpTZyBfT7XNQ+6PBiWuJSLy/TAc4DbyYG/mT4aZtomfMgnhPggkzxFmW6QUGN
lbknbDHRzR9FOgaRa5K4HUdTslTC3lzNUuHaBX4jwZ1p8aWAUHHF84KZF4aqOIc3/d0gc2ih8tDI
7/UT7rOekSQYs6OWTvZTdmCN1Mi+zOe6Uq40rh+hL+xzANAZMuj7uJ6+WzI0vyJFREZc98ifsvkH
hnGx64hE3YU5waeu6Ss7rdB+FlJH2Rf3AemgcbhC9L9o8eUoSXwHL5cMrQLUXKdgr2v1ay94RldA
+Lnqj8rDYOQXY84zZmJCLDoiwZVV7vbTCNaswPDAH0JxZ439HiMkSRqTZ2NTFwvSSAlYCB3Y5BPO
PXdC9QsdTRXrSHQXJiudW5uj2PYpZ/ukhw9VrqZEvU1kSdoAX53vYkCh7IVQCQ9D+C2r2bzURtqS
X14+Yf+IVjSji3NHiGnP1im+IOKXVKWhVaHzm4G+96pvUxKdUZgTves0me88WMMISy29SJrpLjUe
Cm/Vt6K/y3k9MgxQwZCv7B62UZYgowhqR8P9GmfxTa/QsFmootRuWvWnDslgqdJVNANnie73K2Gt
jz6xOYtBqNUCc5W65NE3tzGlrbM6qpO72kOkR3Qk9JuCxsC+YWorO/yBrVKuW8XUnupQMddhWTs7
JILCWvkDWsBYnFeFjgmxwTkNq893AFPCq6kTY0+c7xqK4mpqaj4gmCBwBYcUUoJB3rGqTZ0rydp1
7Sb/4ndJsTQ1oS0Eok9i3KpVmNZo/UkrXU39tNGDYKuT6JlNOK5THZWv881otTVp2cuGBSKZiN/V
gQ5G7f0AUkeNQoaLlgSiY3TBJZFzSNnWwlw1erEyh3ZbtDAIB1g0pBap/aLuvCULwaLLCVXYdkjF
sVGJYQlF7IF5DK1AonZ7jMdQDYqKU+b008QyoIcFCZWJ9aUphg5fEtOCT1zSAjPMUKwFRbbvQu17
NgHahcJ7sdcrIkMxP5pwiSLZawt74uBE675+qqPyyfaNq0lNkq1NBjTqHC8tsQk0HuikCCwvuTA3
0udJ14YeXETtpJCVBUgAZINXXg9xM/G8ydpbICRXL8muxiYPXvI7uePerhu9H3aN9BtIqflFzfxk
i0X2fPY/NAHKBUN/iBDJkX0+LnzwNSb05ZVVy60/TuUl5q7ymrQiCQVqYHrNFLKO/HIgAczyW0fs
DLTs6b4aB/0qJZR8IQavChZg+VFcWqwPU+LdN1mOX40o82SVZmU/7D0ONhun8zfewOftTUr7U09n
vyOGnTG4zRqAPFKNh42ipMrBNxPP3Ex1ap01WRwoy9GeyNKuUx1K02zRjvwDcZfKsqro5dXUuwOM
wv3sMZ6EeKrb4V7tBrPY01DAeNH13hPehQEy4aBOm8kwLhOZFpzY03jZx8UxlPm4YVu7JOF0yXkB
Pfu4x/y7SKpi1SDf10LM/d0YuG1RD9sQ3U6DYdEzKP+1CCYRGqj3EbAEHXhAVunXtS/lcyVmklvR
tyv2sCv4K+dSDc4pkWxqD14B3Di0Il55DLtjWFPSKxxQMphzd0migwvDy+dr2FzK62qs2n0SVD00
GklYj+jt6MH2gzHZ18Ewkpxs4MMN0oH0aCCSCR80n6jh4UrbVcYu8mX1xRliY4/+AnODmoECt7Ms
cc4G35jckgrFgpdZhdwCW3SRjVRyqJOaiyCYtkHvTwgHWsCpSVE2d1PVd9ScKkZza+hzK8e3pq3n
t4ArevHkqxINbz5ho8tF8cBM9UgRuqBo3ugY9QZnvPI1Bc0uprRjokCdBSKrDiExDaM8KjJJEWP7
w1gxxcR9spzdFMTew60loMaLOTYq+flgjeoyN2R0p8QkqS9SQDXbxGnJiKCQgENYNapwC921rd3K
d/xjNJX2t7Iq+g0OGcJI8NIPkARxJ8yJTOigll3olMZsBLp3MMhFkflQo5heygS6KcSl4dBoys4o
yhu8bfm30DLwy6GIXRemIizuXt+vMO70x9RMx8sAezfSdOdeRk15XljKdshyKNNDYBBzX8Av40/5
F2LI89C1mKkVqeDU6OD64BCYirWaAQo0IrodZf+SGOxE52SekRhNbOyDr+VsUGb/PQlIJYTeLICD
b0xf9XEkLa22o63py21gF65C6nBCA7/LLxvScg9ePERP6ShBDmVOb1MyGq48dLhWl58Joymv84CY
4pHDOmHberxN2yA4ZHa/awJVwsK0fUAb6Vdk5rs+S6pgVcZXqWffZkCQLxzPuk+JVl74mVxPRkEm
GRFkNLwpTipAQ9MHH8y/c5bUXbwpWB9c5jTviFbb2upTd4FK/MaODdx2Y8v+EJ81fp3MTK+l6Lpw
EfMtLXK2wMrCSfTrqNQIYjYVda+POSRULagfknG4hsdyRSL2vTLKTW8ljb9NEqacZI66yuDfFZlv
PgKzl93Kq6R8yc6JLmXIYtN4u2rSu8uQSDuM+obiObPquyKYKCvvG4J8rgs2vhdkF8PorKfitp2K
s1Hp0mqZ98U19J5uqTWoyePGWuZ5Ef+cAhVVM8mBRWHh8CRVKlyUBCAFRjQsDVV7tNrwGR/5cAi0
wQcxCiFiX1ktGT1avxEDF5FnmkpMTvhFypyozLjFqzLM/A9YRLBxkzPfyI0LP4nwyRhxu9A7tuP1
GB59VT0g3lo5k2Bhs+r+pgTqsozCYebZFha+3/DRrALX7ArrJzmNFAtI6btIW3tvhhhabXPN4dQ1
6WXrbU6ST8R+gIDB/NALmW27HG+LCW5ya5IWyjpMNJGjWJFPGrMqsQJM8/fokl56OQ6wN2KtPLcS
guwnuBsRUNAU1l7M+bYvEhZujdZvdyZhMgXuUHkbcyC0OhEY2qKcgq86VsA08kFNN7FsRh+aLnN9
61vYDY2eSJIy6L8Bq3CgbBCTpeEeaElZZuNcXztO/i0rx2DVEdmXHsoKGThzyNjwAQTxrmpFe14W
bLKCphkunCrD0mQQ/LwGYz8szBYR+DIk7o8GGfXCBcjnblUIE3cLbSA9nOOlh6pCZz552U9NBsqu
AnGy6qIy0lk2QaytIsmsmjoVhSk85ivkVxBRpyZaibD+no00PCEaQ0nwwFD17KhGQgbx+wZdsSYM
T9+SaBQvaWSE6OXj4Us20wr1nBSpIf6Za211RZYQAZCyd5KLMGSZ3DZMo5Bm2559qMB3jdilJ1Ic
QbCWPU6945R7Ts1g+ZH0FdlhIHoBSWSGy5pMMxwe14AokWhwxPSHZSvsLsGc26Tx1ukRxCPyx5tm
kXI2DM15nDYg/FxvcJolyE5+2yic2LyuqN7INR2XDq72qDq7YZCkKRSwTtVLMiczD0NYVvfbTk9t
gNZRo8BbNsWqTUY53ocVQjccDz0/IFJwLtG/wT7X2NYiboA2L3xTld69lqdduCHsrS83InghvLVW
8ViaHliNKI6zmSKkJndj3VnJqh/G8Y76fiw3ZTE6z0jhumbZ6VZx6CIZXFp10tw45syFILkyW/nT
GAyHIur6PX9SKN963/bTTRRU9pcgnTrQr3kyyO8hAM1Ljh05szKGLnnBhsTqvwStlq08H2fawguV
0f7SKX7mXQRFhy8ZqLIVHqK2Nv1jLkey2pme8OupKanzodMcijwQW9z7132WTzsFOCzXUsH5jQEL
GXMsYJFy0FrQ+67kPo2z0rnPYQ62Z5SjEwKVCvw/cWw4m5D9WLMdprDBxMI5SisMP16xeHsmb6Nz
HPWmP6cH/9iL6CybsYFeVmr1QigzBpKZLX7qK7+6C0UfHIpqTDhyiYxpsMVUY+SNPtzhFjf6blN4
t4pzg5VxH5o5B/GIWWVyC9NzWUnWLHxFFxzz2fuqP4d+eVNByvT25D9pB47mPjmkfbf0dU6x6kao
V2T1TktYuWDO00pa6TaYlnAO/LDnwKbUYgnwHD6O0arLWgtheIwT5IusEasOGAq5rF19TELvTIbG
qlDHM1nd69a3ccLPWYlw7ckxh8FeyeSqqjSTAFRIyK07Aaswjrhi86siM5bWdMmA+UOviWKNGWOG
qUJMnMieEeeTd1/ZS8UskMiejXXrLYPIoEIXVeUaV9R3Ch6K23fjTGOtskNRh4egVJvzhlMdQSSF
wl0y+wa3oVfhkByafhGH6qYbJvW5pmvQEu8yeZYrpV3dJpwFDKBPzkhDqqvOsC3La6mJ8kuvlXfF
2UzPOFhtnrBaFvztVeRGnLdJWDtosikgSxG/tYTluCJA4IhlwM+Yzk1HWRfgY8U6UWPvgvyNcaGF
bbDkxD7nwEZuoHzXSMYwiWPFdom3f84iBB4Q4Y7Fe74AFLfqu8xkdk+w8Xehq/bsDrlDlkwEnlc9
3RnOBM4qrMxUoa0WOkxwPtRYMCPB1ajCX1vrVR4056mh7ANN++ZM4/Bk+Um8JBG2iBd+L21iA7OG
w42VmTBPFYouWU5RpqIenx3sOGyqtUKY4wo3e7jsnFnIrSZjfcTP61HQkR6Cn0DlB7NxS6DtW/pt
Mw5nsCtISMXq+5Vc151VeT1bOB2P2yr3eeMxGotxUbbBbYnIjLAaS3+udblJrfq+KTmFbdO0CSxK
VoG5tGhXHkWGjjljbV4RMJzdsif1rxunWBvAYv2VF3jGThOUoGCyywt7BB+wThS/tJG1p91wq5sE
K1L6KsldsL1+WVs1huLmdjCzwvzeCpBxEbhDKiCh4UpWZlebDE3qRHky32XrAF+WsmsNmCZxDQo4
qPYgGI9dNc6VN2cPZ7k4tqq+ynKVHInWrmN8YVOHk7lVDAGWL+8lFrdUMeIDsvSpWTZ4LSiKZsZ5
UVYt7YaueIQNEA0uYWb13spS+NVGjOKOYsLMBO+S4aLLYmZFO5w4h1n5zyQB33VFBrZ648A/71xR
T3W4AB9zn8dRcBgUS80uQBmM7PKawdu1dlmRA1dpbaksLA+w9L4DOnWYE17slefldcZuIeAtS/wJ
NwMb3HVM9SJfOFOc3Qax0++mwAzu80BG2aEOIBRjEEtKjWgALe4JXej8aDNpo4UrErQb26cRE6/S
T81CHwb9pxqPaQ/HnPNhp2jRsqVgunMyDQ6ubva3NYv+j0StYlB85N1cwXgDN6x0niAAL4Z2rtUA
gJlqUkSz2GIplyQbxxj9p7hv1DNHRP7Wmzqrcb24yaW5ACMod7YNQ2Mk8hVEE67ooczW1K6L1Lgu
GivwBjZNk8N6Bx6r4DT6tQ8Ru2dPij7UMLhFbTHHL9TWRwUkyJCe+Cvo28aK0m4m06OrHRQFhQEj
C4NL9lD6HTXxS1lP2TZOpTwb1dq4GFIORqKFts8a2kd7H9v/bQSqLKMuIQjQBTJu65zP0shYkedD
FX47JGrRe/A0Sbculce+Rz2jQExI4PcNZCDARi2TcftnXQVevxdFE2ENOrop66QlhUVqCuDiVW7d
VMuQ8tfIHG46t97wSdfntOs0D0RTzxTE1NiILk8ajNpQAh7oaF/QVWhcILuFm4roPg7Mew6t/ZJm
FK7pTs8/6WScdptexjXQi9OmViVBUW9bMwGCcLBpqN26NE02auXHx5S8iU90D6eNy3kUA32biYzJ
4B8nt9FviBINEm5joJuuzARgXg0GgmWvSV/udk2nZp80E0/7wi8jzr1Ly6KJhnj27XU1QTfKvKeX
mKUXynjmALUyA+OTQU57TvMgNEYd4oHoomni5Oaxs8xQ1M1SwXBH2ZlT18rpQCSzpv35a+jQFqUv
qhsS6OjbqykSDUzTLMTQqSH7ireJsrg6xm1WXoeQKf94MAPBAj1QIZBenurVokHRsaWDbibFeo2S
3GWfXecQyOVnrrd32gVuoEFfWcctgoIdZdjb61KtiBgDCspu9+BcZN7arO68dFWwOGSwV4ZwbRs7
U3z2zv/msTHJcYlInXAFnF5gCOPeVz3ORUkdZEsyDdT7AWYfdseEzK88Uj65ob/5xhBEYnYwDQ4V
SH/eXmVAkbZKRl4TJyakhQWqXrS6WH381H4/CDwS3FvcTnXWwbzqsRoq+4U+5BOzBKWIpowJignI
h/94lN/cOke1kHog4jNn5dTbUVo6rDX8fz4r+wK2dtb/AEhbJV8+HuXlw3ndzOW9YBhmQdwo5E2f
NlcB/aRxAb0fQzutsij+Uof9I6sfup1kL6PoElHPGjJcToY7yJzK3saYmDWrdSk93WkZt1mpoe04
oKss+GQf/7zf3gQbwSjtcwup4cncEjRpXbbsGqg/CfjfGSX7biyyHRwd4Up0RtuPx5sf3du7oasa
Sk2LlxUN86mhTPSWzLWCr8Suo43jj25i28eochayHbc91J0xqL43cfLw8bDvL1NHLW1zOtIFX/yp
DThk9S9jq+LDL9INK8dyaMgtqs1rAlk+eXl/O5RuYHLgq3Swjr59rQZg1Fo3VypSysLgntXZ91hx
zP5kHZq/tLd3kgUBZSgLHW5bnt7bcTLaXU5dMI/KMlrSpl0C86O/PIG3gJTWiHmH/MkX807+a7Fx
kPqLZgeHHhPB2zHt3pSVYrGyt0KXi3EQG+iy8XwEolWu3tUi/kpk0tanr1HC24R59AzW8zqK6GV+
/EDfXT15mBYicATwGnrn07vcKaIewUfA7wq5WnmV9yoQHAiuFce0ZJt9Zpp5997O42F1t7CRWGyj
TlZ9gz6XWuUaXYNVctmcTYtyidrvvtl8fFnvNhcMM8+us/DcIeXy5HPMTAoIJucGUkyIe8TmAQDY
G68LQ7llExq6ttYt//9G1N4+UsgndqrRxHPN5Ad5ym6XKPRPaEIozXqmv3w82qm+DvkglksWLFxe
9jy/n7xBSJXKxifmAgxjuxemd5SExhScUWfmCGShyVkDhVkHwHVfRv4jc+VtnvK//zP/N085PvQQ
uuELXOBf/2/znB8f0+f69A+9+W/q//vyr/3nfPnYPL75PysAxc141T5X4/Vz3Sa//v6//8n/13/5
XyRC8rfcjsXzf//tKW8pHfG3+SRovHZJzi/HB6ZKuA3V8+Ppf/DLVknQMV4lAyLCbD+z8Df8w1aJ
4VKfd4LzVMkOHgf6P22Vwv4LHINpq2QcCzyX8yT6d1slAchojtmhzq69lx3qHzAbTlZ/hsSyjbtA
19hezAK2t29kaCizFglHJf4cbd0Tv7aKB+WzL+1kmp5njfl/s4uBxRn98ttRgjrOtaY3cDNyyn1o
nGTYWlneEQ/SBt0Cpnr6yYd2sov/+zSFQQZFMlsb43RdmKwytSbyCIeyhlI/WMWOXlizjwFDfTLU
uzs4z4hULnGjcQPfiVjHkdiVTMmNRVticK4zkgB8WFy3r96ny19LzX9lbXqZowmq//tvp0LS+YpY
TTFM4l90NIpnb2+hMEc/EAMKNRk7xWVmeWzWtF6pbjRFgYaV5PkzlfAuWOitJteDsNp1IsiZrbHl
rnUxJZ8oAX9zh3l3OflJbjC705MXp5Yzp7Dl90SYATvM2h6Mq7qpH3E7fnaK+e1YLPH/w9559EaO
pGn4v8ydDbqgOeyFTKNUSSWppFKZC6Fy9N7z1+8T6tlZJZVQQn3awwINTGO6qyMZDH7xmdcw2SFe
UzUdP3tYpHleYFfotXDnbqp67B/QixOouSJNfy5onjirgK8t6UhO1YSg4vFiY4wMLJMzRs1tYlxq
jRs8IHKGyHHJmFcMjC3TRdSXgKcn7Om0AFlqVcpUMcL2gEpgWKAOuE+UejIgzpbNOxPxvA9vn4YT
Zw5gOIeNhIS4vi4M0FcaFi3NLWBXCp18A8wDhkT9+0+2ZbELNi0MegzrykAtEO2PnBTX5NqaQs9e
zIfUtsAIvv0wq+xCnmxOENHM+lv6YBUcYhftgTwNLRDRS7ezlj48JLA/f5Zz0hwM7MTwCCK/3VLn
6vdvL33qq8KzwKEsIUA7sAiPX7ZuVuhKhxH6YrAikUPsLPvCDSmJdoMdaDcCyaYFEyJ8vxAfjgCn
uE17UcCNohKzxvI3fb/y/bvOqUMpwWbvbcL/8U8KnaJG8h2xMCcXwR39umlTodl8Jp6cOOVQB6md
yZ2pEUx5wl5UfQq1JfM6RoHIyuUgzTAS8zDpwkY+t8SyQ+An+Pn2Xsv/4osUWr5mzqvkIst6hGvg
eMUAZW4UH0LhhQ39f/YxRLdLiM37V3Ehn2pcqVJGZhUmRz3W7CV0Ee9OLXULsxbdw1Jxdv9gFVJ+
nS9DPpdMYF/s3pIPujblYGnithputTKLt0691Ddvr3Ii7CFZDPQVDSHQ++smhyL9ExmlCaQITZMp
4ghwYVZK7BMU+/0PBK3I1vkSYCK/Cnp2oYEa6XJc6O052DgTQl9FgHnZ2w+0yuvlEXBlSSM4cLhw
rMOWOjVMJNSOVVqcn3J1tJkkpPijovrc6PfYeQKnM5zbIXLPBMwTWykZfRQxAtS1vg5ljmiyWqlw
LTRH5LuxiMiZuwzo3jXFObLiqqp4fkhKbfAFsoLRZE738mzYeWp3E1c5jkLlLuutAW+cwo/UsEe8
Tr+s2/5cb+XEl4W9joP0Ftkgt8IqgAoXN98u60zPYEDtIWOMC7bB9OXtl3dqC2HdSaYu4Zp+4vFz
6aCjFp0ZE6K1g3FRBma0w7+i+Tj2vXHmIz51TmDEm/RvuIJB8RwvFZr5OFgjAPxJtcIDFrf6IVf7
cQ90W7tKjFzxdSXNHpolxPSnMtUzy596UgD6KEIZUNjJu46XLxkcF2jnEUNynIWg5WTXSER115mk
0r29qacOC2RTtAVoJ5LMr5KNAiAEbY2BV9eMN1NQfJrjANPoBohnkFw5ITrKby8of/txFLZVkiRo
i5SEGOGstrYviJDOwByP+t3YJWmgf0BYW2zfv4pDn0TmJw41j3G8gxNDwj7AuMKLmQ8hINjpuzIL
7Ku3V3n9nhBnQjqFvowK72YtS4bXebGEIcVrU9bWPToG7k+w892vDJWu/Zml5C9e7xuxi7wbyqcO
z+f4iXQE5nlUKhhyQ1sFNuFU/cbAUdrYxBoSRe449MAfnBHAUi4Go92CGIAZqNWj2m0Uc4i/LwH/
Fc9ySwa9YzuYii/cqfsTq0O27KaxtrFDgH6seyDA8m9A0hHoV62sG6BSNvH1zFA9Bco1jIYXJ0qN
YUORGX4cqUPl2XyyE3xEXTwE2Hcy7Cr6tPQQUsqzXRfH4gf+L90fg0vxRogi+YJdm2V6VcWv5vfq
1vhBwF94iApBSt9lbtHuStSQv4FGGbKtXsTiCknXkEdE3+4SSeco3XCs7cxDrxNZszQ0EevuDTHF
GzXLTedMA+7EuaWJieITYxOpESXPwosbN5sSO46AcHlDK/TrvK++O4AvD2fe8uuXDP+VqINpAnof
61siraKyZTRkeMmQzh8SQy8unMqNkEjF7eP9S9Gr5j4UrvwUV+cpqWM6XAKEH2732R7NNwso8CwN
sIY5OzduOpHm2vQImdZRgVMwrBtqRaYzi8wooLAzsH+OvcA/Ks3ABoEJA1RAbgY41nbzwNca1QXu
5ejzLyNCiBssV3JX48t8ZqufM+vVB8VOoqshuCLhQ8nI+OKF9pVhdiUpLtApPbvsKgv7pQA8zIWC
TqmNnm3mXNfI4teoMSc4UI5tOH1sB8s1vLJaOmztYmHjd2AU1GEZ8+e7enLUcwS01/GZ942UDoQ6
yW03VvEZAzOG+QCZ2KJc/9HWwPLTShFYKCb673HW8AxEPe33+88GyT/VCNoyJpzG463BfCjGd3Zm
awAUX+VJb25yNdYuli5VzpCcTz2fQ0NBpS/FhGCtrIDDYkJ9VWDYHFHIqs5iodw83WGN93sWyUd7
LJczF9CJoK0xp6bbhLSOg/zT8cMZOMrnCY7DXt+POI1VQn/M+D8hwUxTfCbfPLUW7SbUTUkm6Nuv
NrIoekwKSxxTuYb6g4YVpA+PHsG5GpDQ+98ZK+j0kaXeqLGKTw633TKUpCxLp41YdamcjozKDUny
f7ISZ9GkRU6yaa7u1nHJ52QeqKPAKxq7knsV2ormJLuS4vScjtSpsItwLA0ugPgyNB6/rcg2XFEE
BKQRjPg1BItlR8Fs/Xh7806sAl2Wegr1F/LzdaGjhbk2QNUSXlRr+U3apOUFs064Zf9gGZ7DlXJO
DItWIcdVxwQjDo7DRFvjUES6cWXFk3rx/lXISkhKgBBo6nq2TyCjA6YafFJdO9xNrj5vwtrVz3y4
MvCswqdOOY2qIk1lererZxGjWmIqqgiPSp5L0cz/BFp/q8X2Fbos71Rc4JRJoQAJ8qDU1Y01CiNZ
+jmYDBbjgjG+aiXwC1eNxn0T6e/vbLEUxbtKpWEy9pKlwYtrYTIVB8dAS3i2GjpX7YJqLmju4Uy5
e2L3DHAKFGjkcvJLOl5FtFqI7Sa1jJOp9oWjNP0BwRDzvoav44eM3c80S19PYtgYne6/PHk831ps
c8Jmcma36DNVBSKCdpHqX4RmdpcKDem7pdKWX3G6aPfajGoPbmT9cDHy+/ZvH81Tj23I74tzCfBk
XZouhjUFASmeV+Nhjrejjh9LouiPHWQlfw668cyncGo9IgecfD6H13M8hOX1IFt46rBRmXIjvbNz
xyj63C0BoriuUO7efr4T8Z6JiGpYUlKCwfcqCDfDRDP8uU+stP0OM2Cs7YYQXwnb+voPVqJ7BvzE
QoTL0I8PEG7YamBnE6myGmEIgkiZ7yZD8SHrh/HdrQvEBAAjIaiGtMGr0XPo4qQUmnzT0FtvW6Ow
H4FkLteWM52b0sjOxCqmcHGh5Mts6Vlv5vihRKQj3BawUqMP6S23wr1jK/MG6hdDGiDw+WaAMnYB
ovacvO+JC4AWFz0u7Oo4oOvEu+mmEeAoMRMXBOcze4CxeBYtZ47HieOIwh5XFt0SalJn9dXT0nAd
BT1tz7EnGEjK8tWuyX5DLfrdBuP7AzT9C4IlDQTcxNY9jBrhAnXQiZlWmFTcBVgliQhLpzlRx21F
N+XMMTm1hUxa5CSRkRfjvOOXly2LIks6Acyxnj5hjpztR9ysznzRp1axubzwxQF1BTjheBWSrQxO
CuceL+bPaWD12zE5WxucXERXaReTIxIsVxlOLhG0dUAdWmbRfG1VvfjYgMfavv8TputPd5WnQRtl
ddMUpYFQWe0ILBNsZ2/Glnk51WayKbVEeX/igXYucxrGn0x0pTr/y0stMjuL3IyEHjtgXOPDyYVf
oYgz7WL5g9efL1k8vR2mcfRYV9kuTrSYavecALSQ4ouwwRreae1yNxjLcoBmA2NAqa4aFZuoubTO
dkhOrE72RnrAvUX8WD1jGGtz2KsDn3Ceqo/SKvMp7l39pnCN4N0lBOhCqQUnQz1s+NWbU/GrwjZS
kC4OOPrCfR+wEO6zPZaX4Zkb83VIZCnG7xpdOBl/VzfKWOsRYPaFjrUy1JGPCBe+GnUtnrDVsjsP
XjOGc9iZMjLcvX08T6xM3UJCTADhkD4jIF8kQk29LBZe3IbnOCKAXiaSe2THnc/UoCiSR6URQ9Oy
480y60xx3l779T1KQUgCxpgGsA8zouPzihsijsBUF3hw67EvC7MLhINCDIdQnH97qdffOng9khGD
ihAl4mcQ1IvHxK2kEaVJS8tWevs2LcbuEHTD++8XigtGTkxKn6WoV2GLJiugwIwHMufQ9cUssFxy
tXOggxPPIp00QBTJuMKA9njbnDKaCcyk4xjRdBdWDXXW6CC1vL1jJ14OR58owtiUsn09RBFWmRta
hbMl1Fx1i7uTC+8G0nnbmsvh7aXkhXgcUVxDBcTHuMaWDYlVRMGzbMxH+uRehsf9U9YXdCGjrn8y
g3i+gaUuTcJ17d0XGYsylOQyY1BDcD7exSC03SxsJpqcYRB+n2Z8IAr4aT/efrQT70pqd9JPfFY8
t1fvCgEVHMP0hRNBGb1rl9ncMBSaN/9kFUIy5RM133qVCr9pJelYBUfuYMtrA8KQZ8uZVU6dCPqW
lGZyssps5njHWrYnSjsd8zB48LA6dUQ+XAeGpWOMZ0LvibYd0ZBC0CalIcN2V7F3ZGo2zzTKPPSl
azyoUV3eYv7Vtx5tBO0wcQN8i0cTLQ/YG5tx1PNflKouav+T2ewzJcq2ViOkW2mB2bOYzXf3iWW0
RtwCMACRcw2xxS19NifyZc8Ye7RvSlvll8TnotbrTJJV+B5o+DAuZTOPdzzEGS12U75BuJ/WF9x3
ikuEZxB/ydQo97kg4zOv+MRxRRKQTqlclGth9YpnJLbCquYVV9BLrxG2XXbQteczA5VTq5AMyYYC
Vdsrnxdd6bp+iS0DO8rc+MzP+NoH/bkv70QzWgZiafPiSpjnWt5w4sjMopNTjLIyr6FMWQdrKar7
tkFZAzp6WHzJU/y5mrwor2E4Z7+w9+2RxRiS9lrgQHwmyp34fOg0SKQYvSdavKvMeW4cgWe3zcuk
uPxk5na8L626uze7RT9zqZ9YCtg3vTsZDhDhXr1GE+8htdHBdiQw825y1G+ukPxqd2gONGc+hFNL
0YYCigJKkJJqtRR2rcXfI7i6dOofqGK0+xm/0s0wZHFy5hI/8TkImafTDCQpo81x/DlgIzsHAGHo
bsAWvaiXKfkYKTYOeIOl7KD9nxvQnjinzExptBLzZFm4emOuSQXiaLlJVz4QWyQD4gsLLv6ZWLfe
QfZMUHCrXOgS82ysnmrsRN3ZDavM0KUv6g4WpeqE8UOSKe/FEEInUSU6gXY/rwoP5eMNtGbGfm2a
MfBmaucrqZpglNlVZ16Ttt43uQytYKlsjG4+GJzjZQAeLihYsIyThp7IxT6FCG3E2WaZUOtv7O3i
IlkOgcITibbDVPzzomKyGTZINp3j0rzeXX4LVzxdecF3te6g6Nk8LKrN8FYUWenjhYzx4dA5+9I1
us37bmGJkWN/6aKAygDyvX6RVtGlGFdJRFWVXLpW1H5odQjB71+FWQOD1ucJ+7PL1ItM1siyOo/5
9L26tabvGoZ5X2qz+PruRTiSCN1g5cbHvd61GbZv1bcqlFrXhoGU6i0yAvF70xZadZinMaSh+qbx
ZK2uN6sau2Ia2bDUcOqtRV77QRQov5x5FnMdN+Q6gBCQUgdtQYkjz+uLLdPbIR8Zahue9Dj7WYJo
/D7kdvZ9sUrUahbdrv50lTt9TqvAfTJGhHuMuEyYi40JcnYR8LUBA/a8aDCBsOdbAp6oL9Qxsy+z
YVLthzSfqxQNuspu0BrIlUO4lFV4YcdVd9trA0Z1MaSk6kAOXFwVRZIznp8G4+ecpcqyxfsQNfOh
RHxJWWaj9ws+lZbmmKq32ylHEWXT6GN9FYkRB5rairpvRhOQ5+XZ1IcX1TgA9OcOcS4yDMCf2t6F
ajoMOZ7FEyalYleoWYqmfubMc3jhBIpq+SVJaXgzuX36MYP9+ziYOGH7nVRTgbpstkgPFom+QyV8
QdBUnZfmoJoZYklTmedfyq5HrmaOKwhMmJxf501tPKhY0D1Vo46Unp3VOHy2mZbn+4nUJdg6AqUM
EoL0O1I8NbL70WRqu8adNPe6TgLiXhTrZXJI0ijT/YbMDr0sJzGrneFMrgIbXDrXKlpV5JsOHrgj
TZqjYa8Dtwo/R7X0aG2sKrdBTg7ZhxztwGQDHh9JpaDuS/zlFaWpfMuqx6dKrbRHYx7rwU+jwK29
pSjcB1NMVnuI0G/6GSFdRgLtTr3uE96aOxFl6a05NKiO4dKefyVtiVMPCbcy8OdGIBfVpZVdQ1tp
RhVhsay+1hXDfNSRGyi9SVjpo8rfc867wbpoFVzuwYo7db9DBWVoNoMbEP4TUM1IveVLSmKwAMPG
oXUcW9SUKvjfca1bP4Kk0B+HIG7Ki7Av+DfglSOnV9ui/lWETRRcg6xaUpiQivEQqqk6bfU8Cb7Y
9TwEF7ZWRZ/soXduK0zlDsncu4c4Mhs03+ChGsDmPAw8je+zEliPtPBbywOCCttJMTp4e8FiJIyA
EGep8Twe0GIAlpZP+5bOxi8VSbp4U+V4F/ux48QKQbBRfnC3pV/x4HEr3L9RH/YdIB+TjwXZ+KkR
w1Jt6oqM02vtus4v6Z6Fs2dpsj1G9Zuq3hwO9uPQlgn+yfz5n8MwZfkepZHpqnDxu/dgJScXEK8z
pHB0EzlSlCc01yucevrVTZn9Y+xA9mzxHw+anVEl0ZeJZkOxCUarvLUA2jibTC0beE/a5ASFlxWV
qUCirvpoy7hiuWqcOJ9uwFFYT1ETi2wzuoWod11qdd227CwQDmZdONZVojvJeCPaxjAeRKYtaAs5
c8jHUCPE5BcmvJtNhls7kldWahd34CTab5EcUe2hTsQ6eBwxBN8ShDPz63iJxsEflCb92piOg1HS
VKNXVtTx/CVr57rMvCLFmOR7vSgLInzxVF4hF4WpdgXyEIEHZlnfmmiJSg7HnBEfumLQ/FRUUeu1
OBJ97fHu+RSiDTh5LntxKIwEfSa0GJz4skJ3cNl0WPRa6Llk5uipJukzeJ1sIvmC7DFunCaMHU8v
mg4QxTIEw5WI1Fy7SOK+uCrrJm+8oUt4eah0fs9zS70n/rffqy5nWuIYtYCAP1QSvlSB/hnm1t2h
s1+7WyOCgE5Z1aSNH7pjd5PMCZonk9qi8Ql0lH8oIHY8RnEa3g6zFaPL2OlL74WMqDP63lIbTBkb
8Sdzy11o2tmTFpvhbRrUQkd+XEXwLpgy9iRUE2lWSHmQ+VUQmdOmXpwS1053qoMtmuXGTYeNor7p
sgXjW3fWC+wA49kdNx1g3xDNzTab8ZHq0Nk80BfNUMtc3GJ8mJtguAu1PoV0glaO+Vibw+wgq9Vp
3wPN1L43PaHgstfEZDxZVkEpfBgCg1Fn5bjB9cz3O/pj0ejfFPS/CuJ/rNs+iM9UbNtZpLf00zib
tdG08Q7jEovN1pwceVQ3a+9inPZaQBZp7+z1luoG2S3XTbeo28wfG9w+EJEZSEeRqVPraVtPhflR
iYPqIV5sRPAAwtni0or64TcQrqX21dgY79N5Aq3xpS+yOjrUiOB+zuF4VQ2OIaqR/5nDpkJqLBLL
ZZoO4+IVbgBdQw6a9C2fRtv7PfV84VUaqv3ISKlO7A+Gll4aEfA0vy505yA6BUGOAtbh93EhCqDW
Mzs/lAjkPs83Zb8rM9A7DwU7fdq1NLsXoowJsjcuh/lJccvoMzJ2WL6OhpMh2ckHRS88y+IGTZsq
4QDnGfbvQI/tT0vM1NzuMZ7ZAMkPLg1FTTH+UNFl88wwmd2tsKzqRzz2qBY6YHEQFjdrao8l7+ND
3DmS4FvnLc1ZE+NSj33VIiT63Bw5xilI9/WYxnedFo/LlisMn8HOwaN9cGv33lFTBNnb2Zqg5TF/
wuUxJGRsTULeXTXFEMqjtK/QXSwNhW8fb9LBhw2vfEByc1AQIql7BCySyL1bgmEyfTWt6499NjUf
+842I9+MlmCrgoN3/bpsrVsO+oJbbsEF/1MzoihASMlJB5w/QfldY1FfBjdLoI3T4nV9YP8xcWFV
dv1UOeqNBiw2wSq94zueMqvL9hxru7tRezMmdmic0mvUcRIdFLwVWZ9isyX2xZbVz7soRifka6un
04yMmtLXe4jmYKridhHJtZLps/bJdUeh71GhjvQDJU/ZH6LFzlAWjeJR7IKkDUdfcbPxqam6sb+Z
k974hDx1EMyYb0Smc4EC1aBtAzvgqFIRi+JbjxrTn7eTyFdlBL5ZNi0RQHv8zytalIGSDOF8hscw
j+U20vHbTs0wvbGtMbx9eylZHb3shpKtyuGKLFoA/jN5OM5WFUMDN2IsqKeBMuVesqyN1RicdbNz
J6Ttg/4yDlv9gIrtsm3bvti+vf7JRwW0IA2ZAEKuMQRjqkZplLeUMTHEzboTxuc6MCZUdpv6zNjj
VaHIozKNp6RHecAhoT1+1ChFLHV2gCWXAQNgRTNndMm66Z0tCjbUodukQv5hvALY7XgVxVKLwB65
ufS2TLeJTfbV9+heV516jsF84t2B55T9AmBMTBtW3ZBFdbKlW4DvIt2tenpuAI4VcTx7TmQZHwlk
8S5Zqui6T+zqEqFv5+fb7+7Uhj4Pc4A8wIhfr18nil2QwgEpd4J6P88Bck2CMerbq5w6IdBe6FpA
HQKCtKrvqz5fqKRGE6Xvstqak4JIok1iMY+B++4TQnOeYQYTCKBUr0rEpjP7tCkcoB2xm2wXpgLX
Viuc328/0Ottk6vAa+Bmo7ukrSp3zdbIYOg4QXoHV60PzoTOZNKd2bbXfRFkClTs90DFQMKliX58
EOPYAX0QsozSZuMN9be9NbIw33EdoJ7ZtJjdT+2ERsQ8TB8tbJy35ZymWKUANjk47TDQaEbZy1bc
4swwRH4CxzGHSb5F84kUW8JBV59IPtetWZJAI/BuqU/hIJQd+rXmrg9I0R04agif9dE5IMipbdeA
B0moEJ1ac1X/B+7cl1ypMtIhp9fmWASMU2SciWcnV4Fzx0iOWT+KHce7PqX92BE5Ta8vcsTx8/GL
qk7nBhavWwxwU6VIEd1WutqO/GRetBi40GIntLgfwO+7aGlq/Ve02VRPa1P7rsy16e+Hehfz/Tr+
2ZRt+adb89qPqPA3eCfcwxr/3V0/Vet/8/8gA57s/sXHK7n4/2bOSwr/f/3r/vf8M/qdZb/blyz4
5z/0Nw1eWH8xSXegW8KUNqWT7//Q4E3+iSxOgBhqXDtYp/yHBq8Yf4FVY94BR5GxCSMuXvC/efCK
pvLngDoQfySGT/KE3sGElyfhfz81KcIE5YjDSECD68pFf3xSirlH1M1F163PTGU3lw56z8FoUFJM
7rtahf9eiv4dRG7+gvqzWsoc8xyEQ4Bt2BzJsIGQu529b+gtV6GXTMEBVoeYhhrS8Sp1SXMhrlGY
SBwjJ1VpEdZTQuddF8HzKgLhN9XlBqebu+4p9yrPEGTMn9mn5SIPDM2nXxLvXpyl279fwxH9XQaD
47dDwxOAGHQJuuSvJEHQFBDjkhWR79jzr7q/qmn6UR95Pd7liUQYLhif5EjrztmVQO2yz9WNCMtN
iZS1Wg8YLdzqlXptL9H927/sOELL58eoy9XIyZjOSc7u8S7j0C5y0Kyhn+RagHB5fl+GAj1eJxqR
5TPnTdDG53Dtqwvr70UloIGoBp5BX8sbDBE4CTqNoe8WiXOYYKYfOrqS/jzZ7V6KQW5GOmpbB0XQ
w+AOqt/AVCgia9qjrB8dIgv5zVCS2t/eC/kxrt7SM377GQUk+F5XR64Z9dnt2gIWZ6HMJI5zvKdT
lBlb6Imo6KpwtLzSTVBZCjVKjCWb7q0JOcwldssvDlWlz6RgvHKSoNkvdoQWPffy79LGg3RDCYgS
aW0H1rd+EcoHgDvLp0EfcJZSAihQqAua26BFfdNvjFg/J8dzfFs9bzmsbAm5lmkP44Tj99xMwaA4
kxph5MxiQVZ1e01qvr+9gyc3kHY4XXEoemINSltSY7ZEbCAoig/KNiutabOEubWpQKv5eprYZyLR
66AHrknlppdGsry21ek1zbiu7EnwWUUZwp01Rayaz9Zmnsdz06dTGyg9dKVhopSKNFYbmM0pDVMt
8m2mvR5VM2LYCTrEb2/gM67yOFCAfgSbCLQDfBhD8+NltL4CzKyyg4vpFh+bKDU3zoh0qNmY5mYp
NNOPFgd7hspWSaViVMJ6O/WzzLFvgkTTd4s1Rt54PQTbaLDHQ5XedxHmYRGaC7cRHShsolLsEiKd
nqnhxpsyVHr0NYJly/C+ZU4yqdssMQZA3HWFDBnTbVpH2Zl4+DocMmiS1xRiapLGubpBEP8upz6a
cD3KMBmLbQdbnSXNNmBndL8H/grlsJcyq+cMrE68RQvUB0h2SYZ8NRTVGwN+Q21HfjQb0YVb05VR
+uScBsKJoMo1LBC+o9wFYLFKe8fJxpgeHXR/ABDB/TVPe0aUcNIHDCmcccZHiQB35ts7tafSCYyB
FLMoNDuPT04lOnXguox8uhfwkaYkvVJcJ73PBr2+aGIt/tIbc7Zz7CI+vH1oT2wq9zQpB6UHX8Za
pynlc1lGSX6f+7lHS1iZZOO9P/NpnPjWgR1ITgWXBknV6lt3OlyL4XYQnIVq+6muI8JTqzMTGyU8
czyfk6WXXyH5HJNWRtoGXCiGlTLOvUi79TkiIemY7qaN9r1iwhz108YCnL8fGzTtrbK9D+2u3SlO
Fd/ODaK4eYb+PejmfRE72b6qDSgZeub6pVOc06lcb/ffPw73OgplzSBQHP84NzDxENX4cUsvojs8
bPLroJ3VM6FVP7eMPG8v9qCkG2EtHbPaInLnrTb3GvLDlfAZJi4/mL1Eh1YE7ZVKj/Shzhgalb3I
Nwhc93fxNItN1wQ/J7DsXhybBhqBWr9T5vybHKZubWLa3eAmSPnaSb416Gnu8iTPt1rv/n77cL66
1MmxyYuxIoWmCuhwTZsiRjOoqOl7dY6zddy4/jVZmfvIhwuwI7b7H11QxOQ/eqoibG0nAq6mNqte
P5N3VW2Ufas6JdR8k49X4+K38bxM0ZlgaGto9xnmVcyTSoFxYu926BKnmJb0vgZlGtuOAd+ADbPL
wBN9OIQ+7kbn0CvPN8/xYWUSRgPgWXFFdr6PX1S9BPlo07736h4VlDIux288Vrad4si9JAEpUXBw
BoZjarOl4Bk/xfgmxG5hbZkp+zmGSGci0ToLkFUNEhKQ+wjyNgTh4x/U6jVOM+Zsk/6U02MmjD9K
LZh+1Uu4tUzUB99+wys1VQ4M60kILqoOqHNyQR+vl3fw9Qs+Zm8cJ5+m7VVKlxjcb6r4fZ83+5QE
01vawPIbp063ZcpU1HCnM1FQlynU8XvgkyDok88SfZEjOf4Zs5M2ssJgyKRLOXM1DR+63up80u/+
qofsv5m0RVzrOHN8wOoy80cX8b4O3/ttNbUQOaqESbcOn7qq8vQybuoONX7TfQD0Um86Yf6G6XYG
MrcOqpSlALnoMQC8JK6skYDM6Qya3p3iWc0Mu6lQfmahhlZ+UZ6DS5xciV4Mha4qKINWiU1X11Uz
1NjrKUrxJ8/zGsO9AvO2SFXOnAe5z0fvAXCQLB0laJWDoa++h7kyZ02gdevHtSYuvh8mcHy7Mh/H
DSOQc3rLr846ckAwZDh+MqmGm3n80pnH9rU74q8COEnHbG2IsF4z9/QvkRI+Vzi9fjKHGg1GN3U+
nfy1tpJbwRFPR4JVYC0B0PqhbLZaGdRMe0Rzl9Ik/qBF6Tn5shX7j++LD4xPjPrYpucN3uX4GWHN
ql2nFKk/YXPgqP3DkE/XJe31pHE/JPF4mUL1S6LxirzuzEf16tTwOQE5B9Ep3X9RTzheOptFz1yU
wY8RDQZKO1XgJ62TkoSP597kq82VLD8SQwFyG1jsmrGQBFVX27qU8AnB9g44bnrRVNnbomqVTZoI
5m+4de3OxC6ZtRwdVmC+fIJsMGMKqPqr2DXoDTJZfUcS3I3tnvlbssEFNbysxzHcl6mOxaWLLLpR
3VQhfhN1E3SMzkBYoFj++cxvkX3iV79Fdvil8A+Ez9VZduIB7CPv0J+6SdnodjsBi657vJ77sfIR
QKkwIhnUG9y184JEUy3Q7FD76zM/Q14PRz8DGh29cmKSIfHgaxqkOpqm2mY5Vltk17eEkura0qty
11B5bQw3/JUKvIyiZow3ejJpN1ZQtftu1GaMVBXxEwvT/fMv+v+m6L/QzH7xcl41RR/j313xlB91
ROWf+LsjStPsL3mfqVKwjLanrPbH322H+qOq/4VgBxW5pJMgdsdJKsqmi/7rX7rxl/Hcz6ZOAAsA
MeM/DVHnLwFJA1wsfXv6ilJo9B39UPnJHh0ktELgxiEaAvCB3h43ncxwX2SwNi7sbZA41UWVReFU
+Rpqy8vnsjKS6rodZjHe9JMomsexaifjY17PBdhSvUsjdfTAhWSN5lldaGt7I6qQ9IpE3/yqHHPJ
74aFWSYupFU3f7eDuFI+us5Y25soaBJReK4edsUVM3C4qvDzsvKHGiduv61n+Pqbue7wvSoEeDEf
MV2MPdVkCcJLmFjVrRMMOSOcVhn3cd82GqZx2fSjTuz0XlhzjMNhPCjjnz7mG97a7pArW27CML/p
OsKMhxutGaCPzaNCdK/s4XNlxGq8dwpcQdttmuk4kel2RrIUZ4qCkK6OY0r7oPZ1WZGkm5hzCaSy
QJZUlriAprVYF0U+BNWVhV9KeogiCDx7VHyi+7pU8AIe6IrFe3vUneoSDlq9+FPWOcGHJMC4FNeO
FmXHfRCN7fSjB/kz0KCpl/kinlz0iheMal2JT6BlPZX2BBpOH50rRSFh3dtdo5ZbNUos4c/0JTI/
CNNS88ZZXUxaZ1albdtotL+YBTS3D6Yokx5GvDlnm0BTacaR3AzVJo8abJKZMtVoaCSQgUEIUQZ4
RdDioVoEI8ChjsIGY3XUsKOrLsnpD9Bq7kO/VANgb1mJXzEVQgM47TK3sh5PhdLGhbJ07NH1qnha
JvA+gch9E0XP2Xdyl3oDOIaBwY7bld0XBQ/C36oIlvgwJe0YekWvV2CTK6yN94kxa22FfIyu/cIt
GzFsTcO2jAgsMMtukbtKdlRY43Tg1teDLSJFuNwErVON/lBI6HGGbegojTMihmwIioO90penCb9X
7HmrVESPJTAbHQ3MKXqM55oklYska3Yozi/5h2gWzVU9mKn41ibj/EPr3CA95EbYMkKP8iT6bnZp
ymlN7C7/2GttEiPnH/TE5Mkq76M26rNrnHim4ldthlr7OynKvDxUURSCIlPKrLwswN6bl06tqMKP
bFHfD1hfd57emGqyj2tT6bZwM52fIlvK4oOOUo0tfIwxk/Sj0qjm+GiOJv7DIm+z9kA3f3kKjGGZ
dpVeR9p+oo1vfMB1tYt23TyUNafbjLWrZQnH+WZoGhVhOUzB8YE2RKSpO4Yb7ayAV2IwezeAHUk/
yyl6sdHBmbS4s6jacmHoacGszRSNDYXSWnKwgVSIYWKWMBgjK/tYLkUzXxntiNW6Zw28Xi8bIqX2
HC6w8gHv5BIj4JaflHlZDJIVY9rUnPLLoundyxQQjfMQoDwF2AyWD5EgncK2P7QTw0DplBmh0l7T
gt4g6xqUHwwzdu7TpAdAit+fEnr5UpECYpmn6fd0d8ynAsVIjCYByo8bg7tZ3AN8+G/2zmO7cqTN
ru+iOX7BmynMtfRkZpI5wUobAAI2Av7pe19Wt5Z+9UBLc01qUlWZ5L1AxGfO2cdsv27oBO7tAC/o
udmNnrF6ufenKMiHAS80tLPjZBq1n9U5oSuJjuYydLLamjz1u/RWmKn+uqFqyP0lUimBOI1A6jON
VrrLscnvICMKFMcIcZvLUIfUBhy5AwWi4zVBUo+dp/h1HGEe8s4moqipyXhnAM0UPdvNlfKZMDIV
Hau9M/y3afBJK92neWwO1Ui8XRo2JvHUcx5iSXS7xr3YDgOXVIQ9XYtHxVDG81Cp4l2F23D7Jmyz
PgVQo+TJKSPnz9D7AwF6ezdec9Ps2SlhPizTkvQ9fcTPJ/pD0CwG+mmjuWmx3JEpamPpcT/M9RYV
V79GC87OYWo6EuR35wdkJ74iV0VbzVpq50Pr7Kj/7my6GKE/7e0PMg9pgYdArNUzrW87k1pVobu1
hmD8QvBrTo6au71ZQX7vRWgLNQ0aDCMylCcUyiUTrugL0askErsiyqZyw4anyweAai+o6M+iXsRF
GuWFCMIwHtWuGVaRce041UENbbaXw1fLnIy70MjPBBBuPJn+b4Sw4tH2WsOJizq/D0mJeh9usc9G
VRocxEaJKl/2J89TBHB25dfKaKK02skluwWRA5/0p1z+JYVRpI7wv2/t/u6E4wnmQVPF5TzVrxU1
bFw4y3Yx3K7OpAWA1/Ofy7b9aOrhR11X9b3h4eRIPcP5LSvX/yvMAGemSdCoP9250xjddc22Jjyc
M1oQxlsrX7Cxlu8SISK3G4G8RuGJYxt4r8GwhIDigqM7O8dVspWUEdYFf34QwZRN2iE8rA9iw8vX
00jGVFZ05MJPoUi5yOWFlc4RNFd/2kWZx03rEHRekdmosEX7YnmygTTHpjndOfYy3+Il279T1/If
YAe0qsDPCrJEv3edQXrBgKLV4LGgZiewfbN/icW6zpWyn+ZpIFUP0FwXq4YIdSffzkaDnXI3PVK+
153Bl8gh0ungjChKxkOhmXM2VzKhltQbif0WBMInk26784719ypC0+jJE1zJpLP00iT25l612bU1
jFBNTOzgIVtr+bJNRv0zokdli8vYuMPZ8/f5WOfNxfGWVFH7pBxQR2fVBjHAe3WaN5nqmb9NSPva
4T07N5OxvwwVxqtZ5Tqxti5bq0kfCMNqYoy7183Z1689iXgH1zH32Ns4m1qRj+cwb9a0ouIi1G9G
hO0p+TcnSjgLOfDBBy8f7hJ0dyKfvS95pPNzbwW/tln6sANRM//xZ7ROiTev/fu6+e1vsvI86Lt+
OGfGbr9G1j4eZ9NwiROf2298wOVP3e9N6u31gdxk+8VbFvetbhZKhUBdG4OcC150LuTbos1mxncm
GfmwilFeWjFetwFYFIM6eTZJ40nXZrZ+5FDEAn4GyS87DKbzh/w1LzE7ZgkN4vHr7ioE/Z2qrtbm
YjdhmVF6YXHo0OIljhGUBwXtOm53/YcUStLIrME/cAxF8eJv+r5q84c6nNp4YDNwQK20xmIr703l
fACwJo17NXE15VZwdrHz37L37PV5cBgwQkpYR8az+3mbe4Qo9e62WTVgfNF6IZMv33+MABe+15v1
zVgVjgQiIUjMXXsi8KTPzjX6ikru3InqJ3TWMAUK06aDWh+J8+suk4rOK5ITsgodqL3SfSq94lF1
bQ8RSnV4YlX0xeS1PBFOi6XEZJo1OSLi8vP/zrUvgtgphudVAEGFX/sYDSvfea2nzHG3O17lzJF7
JkL10YbWFOOAc5OGPz3zqA1wMyL5X431bx96F87CC7ezgPwDJlwTpoUz87IP4nUmfpAMETDXBBgd
c3yIwp0fvNJXaH0N93exEZmG0eS4RuV9WDunyC/3lH486xAOf+911MZsFZLB97cf0sY+Eru12A5G
kAMuni1ip0K68FBVGedFft7RWaDS5zumNJ7jUkozYxIaxejz71uZO4kE3IPe302jxvwxDsabwY7t
7EzDj6kR4bvt1vPVrfYnWSvnziO1HsEuhRjVacBM9rQEHLJ2xSIczYmX9NFt+C76UN+7ze7dse4D
tEq+n7QbcQuMmbznzockuM2lyx3U6zQgPIBXuowHuP5vojPZvbamFinUnMd+X8XRN8mc5RaQKUHl
J6vvD1KQSzsy2v/WOOH90hvwjeWs3sQonN9mXk9wA9v9qodoHrHf5c5HPnqnctQfS62vJMz3fPbl
eiGXziFCcF6zvRbmnwbNm0wiD5CLMa2Qo9h6i29a5l+4T1/gdW/xuNcVyYgs9ynxhi0ZnVuQpCcJ
Pu71zVqHeSjlkjx3unnnfAovW98wX9/Xv51nnqxpAiUw+Pp1E5hTaktaZ7+c+e3D0vb3AwKPtFr1
8KUbhoDs9yp8dKo1ug+dIvpBqm/0KNayfDZc38AbNbJfy+bZMJ5W1zQeZiOvU+bmT6GlFaeaaz5v
onvHcxHG/GqZP1biYIfUe7Y28tOG4ShBr3+lxPuJ5tAhaMvY7JOonKdp2R8HI3+Tkfs1UvUrukNS
dv16AQu8qPUXx9dDYxrDwa+wq225W6lEce7cU8XU8UoYb7ca1ldJuivWsV28QdHJ/3IWLI/LUpt/
tn5+xcFzWDY7OHpCV7yGEyvkw4zdZais3zfqse+M34MmcD6AFkuExlNAyPk03/WFyRPVFsPw2DDb
puIIt0yWK+GkQz9hBsHJAMcpSvk0i7NYQ/Fr3AwzqVqcX9O+/MphHl+H3G9KbmdPfZ8AFKSmO74W
DZVfW4RTIlvowH7/XBnFiU4K3fqy4+LUznmxTGwnw/IwBPqtHcY7R8yPVTEys3d7TTquZz9KKzDY
VTuv+NY4kPSc2APXNL+ceZRR+cZqhqqjt8JLjUwDWXlb9kkH7t8/QiMmyRiXcjVVHxS/IaW2PRz9
Yc45x26v+jqSIlW++bMwsnkM7j2behjmTvFHzQQylZoR3K7K4nXz5caar8zXX2y4gqyQm01/z0KO
LIuy/im11b/LVdOVNURiNc3yU0yVd61g6ziJGMz6OOd5cKz9jduHlEw+L3OtHidsNDFN9hKX/tjd
jy5xj6MeP1ZKoWMJs27Z20M5weLuhsBMl9Yqsk37h9q2vkckhqVDWAdHwhQOtPYxte8HPEf++jCe
8+pZlsFT2UZlkkfVu1fP99IB5oTxoFLNmz+u01UtW0QOOM1t0FYcG/Nw2UYOfjQP7bEz5XopLZjq
iBCLV0QWzki5jr7MmEQvDn4EDvMKVhjp+kI4Zx/tV9M2tniRKM+6un0Unnmufevs1YM3pu2qz5td
DFnuhz/nVjev5RDxY0u3eeZAud7AC3sgv6lKZkNUfMW381fT38bwpc+USeaFPIuG40nwmTErTVbd
NqS/RcfV5SerloazOiiDOY873mcMrZ3e7jszgO7g6I9Gr3lqLH3q5eOTeZuwlq48uduwvBjaq8e4
Q4gQt7ooj0YRznE4tAG6qGL/mzukvvL1XSJFTIYkdDMu7c1PBgfyp1+b9Z32lubdJYO9GReOVNt5
3Hzj1PiYHWstjzYf4mGL2j6mc6KWsOYCN1dprvebWouHQTFq8FoL9lGbdO78octdXZy6MuFV9fNl
wJ+X9pFPzLy1+nkXy6r55UhxmYriV2lSvc2Ce4nc9KKJWVUF17y3Yktwn5QB4q7dImprJXAzNQO5
pJKV4aMch/5XZEh1EATM/OiMRl/Zo2IL4bsmYU50TpcwXmsOrT8XUwLwZLo2GzcxN/3DRoZgF7th
7VPXRvLIeKs6N6tezkQ0QT2sO5G521aBvKXtH4pFXofJ7n7ZbndX+ST6GkjN0760r5UQpGMztnpo
BF1TufbQpFtn+5lvFPs7z/57SalKRH2wXABEzXeDtd2rStXffY4ddovtg7A28J6RYf6aeG5PnEFf
Z1HrP7a75ZkBgT2JjKGiifLX99rZjhg8gjMZ6Zpd8ECbv2GyrFSpk5Go2pQp4HHYzP7oF2bwjICb
HnjbdGqFsrljdtg8bAv/qG0iwc3AwJM0et950d/rXvztq+4j5+orqcOb9a1VkmPKdA8yNF+w724X
WltORPETE539tLZ4jUazOReBpDNtMm6TMmlU/rdslrNCiLAlraj3x6Xpujs1B+JuXKttiAGy4axp
bOfUVb77xiQvSmed37kVdHttoC00vGG4DK7a49rvv6hQdNhspii1SKl/VQoLezw4ci0IZrRhX9m5
kTpwZmlhbyzptC1xUMQAtsV1wQyX1H3XfXPUbD91TDmyet7vLAZEd2Gx64snc5ltTESyOqq7Q7Xm
6mH1RpscdJVnQRsV8eYKzjip31e1BRcRBH8ms64OEyouii15RMbEk5hvzzUwuNc8ysN0UX5aq+Ve
7aPgK658m5iTyK2TisE0NrsKencJndJO9Kx7lKhCuOd1bNULNPP6xS6C/MYlcBRoua2HOOsY1aHf
+nFO9tpfx5NuipUvvzy5fTVCyoLByGqNx/TchqW+X2XR6kQQn3NwkfEZrrFVh0rk4XeZd8NJBB51
eA8ob/SlmQRh9W3zl1/jbphvrbtIfLb7Gv2esCd6GU7K6sGz9++FNF5aubnvjeyKjALxi28PRubR
hD4JpJHxaodH8HS4kvfZTWT/fRT4jCfl69i+sbaRbh3nYDq7CzmFE69GbIzeQup8OOWJuQ38CuIG
Q56Gvw4FxKMh5fRATes+GW2h3sK++VPubsloDPkceJ+8OQ9luz90C6ikxKhdOpod6Ze2p5duZPuz
CD9k5BNtVKTe37GrT5UuaGrW9qc/uy9RV9UP4ygfOlWsZ5o04G3S45BbO++PcJf9pMkcB7ZuXkvD
Id3edw71blgUue055NsculZkZEtVb1NQIY5tN6Nw0zkILlBVvBD/41o+BT6MFbIKTePk6O2GfR7c
6Xfg69xOaH78Fv3smvg2j+Q5ID7zGceF+YeZIZHJdWmhfiPkFNHJvnXNk5G7JqnqU2v/LbfJ+eCy
qJ3UtQf87WEzn71WexOXdEheb4e6ebPK76T3epnnjCv5SHaZkgUuSRREoc9rheWiO6nO4igB68Ft
KTWtSGJ7tBBOX9Rpy35/TRpv6kOuzqV/BinUXYuWCarsRkbipsu0d6x7I1NrycUk+4bKNK9Q5yqL
UGi3U8SNj6ZXQLjZGi+zhsl/a+yqdODa495NQYnMSzxLD5+80KNcSfCosLOO+muPffxaOsavsFkx
Em0u6ohZIahOqaiMJwe/H9rCfnVeRSPMr4NTTn+IwynJxsq14g3BwD/H0KjVO0rkto29eiLQBRXr
rXq3eEo59Ko3IG/+VdJAUH6Y+zMxI9CLoqGgRBIDD1OQ2/k7tJMHw3bHWPllfyC6bUrZq3AnIa4N
XyTalCLG1bhkhL1PXawXXc+ptgvzPHTwBKQZ6Ic2ash4Mfv32QYZkOa2yQSsrIVsU2b3dUjiZPUi
84lZ1jzMh7aorq6t1u+0G9GpG8zmwcuLh5Dbg+zi3r6qjicRa/tbM4T3Y11ejUoRN6zAyxvDixvk
OuMNz09t67pf9q3d+EcznoyAoPu2ctPA6/ShZ5os/Mn4XZndt8rTuD0Nhq/Uz79updK6Iw9oe/M6
rErFga1LRjNSWLGcx6wp/d1OBJDqIitofU7S8eUQt2Z/slefzBCmNHHQdyH+XLs6S8cW2EI8n08p
is7GYlBXhCKMvpVR9KFWVsi9Gk6jD0QLRwMSttoeUzUxEZzCzTkaE5IZRlzuKqkMrPnQICc4BJZ8
2BudVbK82K0zp6AS0QyP4xy7I/VnFUG0zNl/5P2r3hvnNrVsD37Yq9NWDa/Far67GG6y2aK4b9hl
8Ua55bNolrehkuoFFXr5UQQlYwx/rzOOvyCOekkYZ97m4skw68giZL1Vb/m4B5oBd9QQYFCFBRbf
ajde3Nlb7vC4F2ciR8ZnV8mVfqD2Z56vfiMZ3ZP+AZH4JQB4cCaOTmbKM8e4XDRO6UBNwWkIe50f
N6tmmkwcxvJbmn5BIQ5tA+/nbeQTu9FGJHtttTZ5rP3s3NAyq57jDSHyd3vL9Te4aLo5+uUW3rvz
eFskCV/fGYrVZryYXnlg5MdfEigy4qOhMhOkQ5igIbx4WUCudeoV+0JLb7fX3K1bZn++ze/gMeJt
sU5zLCf+2BIQ40m2aSjM22MfBuPDgFDi+7QQiRCvrMe+Foh73nuQFPf2zFWaQpesT3qcGGuMrVVl
VtSXX7RwmhDhxGr+8PTyazKqKp4ixQXHWM2gFWx0M/6sa5Obx18cdz9y9YVj4lDUPYZVGOzZYJd7
tvW4q20Ofopup9LgQBZlPdVSIwa0x71KdEllXobdmU9OP8PqXL9VVuQK6lpd/hit3j5UqqdmHDpr
u/p2xKDUwQP9c62n6YmfslwYxHLUk/RgOsluS/kGCxYftOXuTsIYMJ1sf7lumiFnzFPgJO4QRafe
quwiLcrdYTysqv3k82dJBNp7ma1D8ZM+7jL5sjxNtfa6RNIpTBm+B4Z9MNbsi093mho2AkBrLOyT
K3T3uHhudbYwdpPevi67CS1zNt5zKwckP87eXyI9gvtIrsOBktD+M3EdX3k8EukU1l0fTmEYU4I9
jGoiXsRcpjeSeMwYmQvOa0syHSy3PWGyrb8wUG5ABaDxu3IAJ7vZjLE3+vm3adpZae5jML6Skpj/
Br1RBwgra+P2Oi+qi4PR5M+b9mgzrsZkGTKhjgx/mhPf5QWlXG40WUWx02dGewvJWNm17pd5XeYn
tWIuiyNFzWlW9ZqVcumesfUYPwupziJs+JSZfRGtMHsvIm+9+8Ivz1ZfBs86iJakXtYqi1gVWUw/
rHrkCvf4WVbDdFPyJLPC8KMEauz2u42szTuMc73eVWzfj+PeFEtStKX/pW4b+RNlr4pS1+nGbPC9
LzWjIj6n7tUsQvMyjfsxDwKdsuviLmiUZbC8IqHmJSTlljq18B+YmFextvWP3qi+abM0D5s7m0zH
elXfV7zjWbGx/YyCBi0NxUFGA/3e9mv0UATOfJYFUhIoEyBJ68a+44XfWVwPClpO14bge5YX2W72
99FX5YNszbuqwp1T7U6GZ/QcWmgA5vVJGrpkxCrCp3zV38KgMu8le+lEt+5vkxUdqWFb8Gfp7I9w
bUcuJPUj2pa3xhzeLa/C/D2xVrA0oIjeaKw+yzEHcKENLlgJ04z7iXeFcJM+q2l/s772ygQmh8Ew
BJSsAdkzWTn5XwlXMLJ9kDudjhzlHavwD+smxlzH6mvXMPbHSWw/OHNbpAp75g0ZIymRN4vs9CRg
9F1RH7lGn6m9C9ej0YQlg75qeJwj9QH30Dsj8Jj3G/QjZwbcT+QJNQN3EBSsiOlfh8rxqsfK1BQl
vvPF2Ntr5+hrJ3bzwQBcSdXIPO2FxpC159JOzpdJIdxkBPW35RJ17tEaM6w2TBNlbUPq+fdusNnf
ztuEll44qdqhBI9VnvuXcdjY//OKnSxDtC0ByBZr9Q7tP62tJ347i7UHsVKdXJOAJoVbl7eN6pIK
Q6nltbLMkLXXiGQAfMEraiw6xGLiQcvBGwEZC8avVmhUezzr1uF36LuzYUwPeS3re3sBvwBTaODD
q533EWxe2t/sdijZNkoj410B5v1aCIOzy2TmdQMkNTp2KjAc28YAU/leBkOpuh1lgi2SboZk7wTv
KbXWPvfVE0MPSb1kZwIV2swZn/jV7B0o3gPee+5elvSPXtnnKdmrKi3z2U6Vg9k3KMvvGKjWgz0J
eAdNyDkQKc4kz82/cct4j00D2cD1c/HhrLZ6d3xm54Hhx16gvIS2yry3bWm/LKKJ7gWLe+aRQfui
bW8kq6O3zrvy8vdpNddLN1sBO4P8tcntv/YaPOeGe5qCmaFSbjd/WebpMF4mvdxhlBLPPv3ujanQ
8bzX+wMSjDvV53laRmF9Dnj3eArEy2jKaeODmG44I39/XMO5KtNhlgOvkpl3X/A5lcliSP9xnqav
te3KV7PfmEt169zwb2got7go3Nx9HqZe3eXEzzLPgcM1x20lQufgeeMcpLrzESuU1lAH2UZzhQ2l
H0jDYqwBHL+WCtWNEvv4Ckl4sCAmrfIBexPUqnapNhHrDi1kqmbNBaC90Ruetr4W9h0BYiORVNLo
BQOpNbBZZFUTmjlAqzf8Rus0b0O+WYhTapzEqevPmzqutWMcAQAFcEzQO1f8wP2yMCZfmQlg8ZnD
ZOAN++l4I7nx/m6yr26BGHVMDjQRi5ZhyfrK3nOHqtWO/rUvrQo/SG0v7F2Ifj2AiLJ0Viq/drGJ
BMYDuJW1Tt2GgNOEN1XAKxGy+bKtN+eD04XOw+wJ55exmQwTlzAaDzBl1NcqbBkQL24j0zWfpjtf
KCQC3bI5H70PUesuErl51sGau2lHvja6KHQV31jra/cY5tP2RziL8zjkwqkTCHfUFr077cPTXJvu
ud89wCf8nXWfVX649nemNary5FSRQ7c7GcPPFgHamoH84mXuSgNtUdijCkH8UrdAQG+UrEwh1Zax
opj/WQbIluIGEhZfQWP2557hA/A2Mc0oD1iEIdZhFRbFNK5k0Ot5RSUV9kH0bi2eZuCwsPtOWZx2
71rJ6W5Ei7tzATU7WgEuiPxg2N20wAEMhg852Lxrm1x+81MMzCc5Y26btKgdEpEblkG+Q88wZB07
d0gtN6fottSmy2wMigjJZUgPeZuJWr8tBBvDRYV7N/MD8lXHvbfO7cEWi98cNxmu4spTTbONJp1u
q7CG8KFviqE6KSuAlrOHoeFfTBMFUTY0FpWSqJZIZH1rb95zVSuKa48xwd/diNY3MTnR+051PZO7
vgzD/WaTZX/qh6V8mRynDU97aGq6UWWrLWbxO/7ihBvvhF2hBQgwhiQNqrme9XiTs43G50vt5A3i
7+Ag2P5hRh22rqBY/eUwLDRnSW13Q39GAwcBqZ6K0MKf2NXJVK1+mUQrDexKb/4eBcIuOBWbxSfP
p6nNeF/GtedDmpwh9jEy6KQ3VUWXZE1e9LAgtLtDU9dFJz57xEP7UJYaofLWYTcTYi/YAU52/YNZ
VyHZgrbW+LIt7hhlNOozC9SuKYrX3FrL9rDPCHV/tZJj90UvJRNRlDxFr36QjXNza245PCFMe3v7
XENU8A52QaV+GK122jJPTRugM29h4+ZBbqZQtkez/L8A9P9dwEwqiungpYUbjGMpNP+be9XF9tWN
otvO3rW8cPjn/+jq/78M9n8ESJD/539pTf+bCjYbC1hd5Y//XQZ7+z/+UcG6wb8w/ZNBhhfLgbl6
S3/6RwXr2P8iEcqKEE3e4AB8N/9LBWu5/0LnCoGY3EeeeffmkP5PLMBNHxtQ2kF6sXF4YR/8f1HB
orD8dxGsczPGYMwjXZpAUuT7/4cZp6q31Rx9JrxCWl1wmRvlPdm9NxgMD2yhLooA6ZtssuUWpE9x
mHans9yND60UIDxVMTV5HwrlqqSNfN5AasTJVld0MdWHs0RzcSlWpwAfgsIQxGwNASqzit4Pz+NQ
1eVFTV0uYlSEFiaBPcg/AgrHJ4CIEgEGqsI+Nbyb1Wq3reb32Lfyu0QiEyRaaiWOFcg7FkT2sKWl
QjPB1Fz2c8rEIRiTel3KZ2dwxqdc1AVAEx+G19H0lKDHa5A9xvuw9DKtxl5d7WgU3qXaoEDF7KaV
dxxar7e+6LJa+jOIG3A6aL1qGMNM5pEsdKgg09lVgsFNYwqQYuYQmY+tuxnq2HjBIA4ybxke7wIQ
WeIHqo2qmPUV8coARwDCPFYd9HS4YaFZ+ugxhpst2WcJvcSwQ5TOeu7vok/bALRahoSk91kvYvIF
GbdWHgXeNjHifw0qakJsQBBp93PZeYUOf9pmubK6a1cDmd/zHGBUw78PSr2KHqbF9PXyYhvNjbPW
aOIlmvM6r56GdllOLgrcl93H8cb4iV8K/qTUrQIMODvlEiV66phJma2KgoPsGj1lvsUulWjtwemv
vQf9+VpOtfxOAMlNcwtXagifsLVaNXmQBWW6ifhtfkWyZJqZW1Fyx7DVrPaFJbwj7x09sg0L6nlZ
EtZbykghb+4FYaMTGLaQyHqftdXO3h8jfGCf9zGkIEpyxopBwpUUlaeNHe1Zt9Oq02nMoz1GcVrC
uqk8yhxXqDU4+BvjV76b2XQuGDrN7r7bFjBtrPvbt6httIUmSY5PCGb5Py2HZy7ecbIg06pRX4xi
D58KrVd0W+ArbfSfYqZO9avH0pMt4skJPWcsnXJ9D4IKu1dMKOntufXzuTz47HXXM4hJRtOlP1nU
caGGabBU82YfWYswIXcZ3MJ2q2lkYcmr1f4OwnyQaVi21MuIl6fhGq32XMVbSBiViK1c9OrZomd/
iax+KU/rbGp8f/9gy2ZlKuuLoSqzOdqflDPAexDP5Cf9TNQ3Eloe1XNNG/UJSvO2QC+o9j5paiaZ
Yq1InE/kWjW6YfGO7ywYH7dPONv4CWobd2H2JaPfG8etZE9GlTr+g3n7RL55n/i3YmhEnnT/YOE+
EXGDKHByDDOLdOfGkJvQhhcJKULqgVZgeDAGa3ETa7bCZ3LImWDVn0A6t9PGtfjE1C2fyLpS3vB1
Az6uLvFuVDv7E3BnGiiY01BIwHfBJwQvgOX5ypzTO0WfkLzpE5hHNGnxLFZHHvlbAerpT7je9Ana
cz+he/7kzsXBvLH4AveG5ZMS9nhaLTdcH+6h/qf3CfEr8xvUbjepaBOjMvBZfiL/CPSdn/0bB7Co
ysIHOsmLD2NQFypxOwk2kH2RdLPmEycYdKH4UnUwBjXpdTILG1S08VJqaz0Mn0hCJcv6D1IRQIXy
xixcP/GF3Y1k6H9CDQfqmrNb3FCHy416mH8CEEkGAoaIwwEwIlyTgTWGLkI76z7hifUnSBG2nnmB
jc3Mkzek+RswILqqUblf5k8Wo4naqei+yWhYXv1PXuNmRfMf/5PiWLIKp1rGM/VWFpv70FsmxEd/
vtEfabmnm9URKKS/hlwG9mTCy8XZpsNj8cmQBKyunnfS1EHIFExVEE/RkR64yaBPSs68p/aTSekA
PAgSYd9Ylbi/rQ9C3lfOCXfanpXXI9cAPYxUJhE9vobHzeBNRs+MiBlBBvVuGO++Rn/PbM1cvTUN
pMNXoIhv77Nbyi83XYii+VtfCepIJs5ck/RmK+PGMURqVxFMss7JsEQNhSwbcZighu8/Y+YoR+fg
+jWJyNL09pD9fmV+UwbJKRd/q5hv+/ZoE/sahQigo9a1ftumMtqMAADdXno4wmh9AXX0ad2qoc7c
EfYBAxMHpY42d3W0VYQ8BzDjOKl4kyiVD85aKz9pcF1ce7m3Q7w04VSmrZTO/WC3qFFi3bsd0sjB
xx6IXsCZviyRO73muxf4kJPr4YlXgN8VKRiS40gZ87lBzlLEmO67b7vNswETFoksotJmgmpni2i6
+tMusb17JG3Lv21RBuGZZ6Pf48byEKv2TCtuP+SmpEeORsEcBuxL/TVAYqDjeSom8YZe1+gfzHJ0
h5+VNis+XbvDJJDK3KtQ4427koyop3DoypSMkco89MUo7AyXw9okuuoNM9UVx3TS7GyBmZiQ/ceE
L1fwclEpbkn5H+ydx5LcSLZtf6Wt5qABcMjBnUQgREZGas0JLAUJrRzCAXz9WyCr3mUmeUmreVtb
dVeTTCICwuHnnL3XJgl2p8ZGP6HJwkpQKJl0weD4jRa0KFLuBfuDz7bZ1teVDjQaWRTNvA149fxM
jRVoDySENPktoJH3oprChNJed1GiS+V/NWnp+jt/srpLiicJkVaT8xmwWKoyVyb1Fd0CeYvhhMGH
3nSy3DZMctSqT8heX+6kir4XMoJsVcSV76xGLyFDIqaBymHg1LFjERVtMBs5Da3tsWAMpIpxPobt
QqE2yiJi6Nl1OICcIds6SRMVu9ghg7G0DYXsI2O8ojH469dR36RH4WcOTUXPru5bT8nzIQrNlk5x
nV57ad2+qba1rzMmL1Zg4ESKNhPYGsqoEJHpuou1cJeTk9UhZVLlbsY9657YwrZ7TnyNpDsZ7aJE
YptXd7ae1AdNRijGzVbVb90c25TV8Sgf2YjhVWDyL15ZR5nU0H9makwHhVkWng15Ebs1VCR/HhqG
s0WVFyvDDzVG3XGv9h1hk8VaATs7TqI22Vd6tf7qNPRUAEYrierS9pEaQ9DUU5qQTnkL8V+Up2MR
paj9Co+tTVlWnVj1DrPznR97k4aMaXCedCMDoj2JyimPMc9hvaI9Rp9v1npJPd8ZVo01ITNKBIA+
U9IW6wsqCqsdnnqI0I+pMBr+2oJqEi+MA+RVZ5/S4vfpiz4YCD3s1r07a2+y9xKEJdbC9iY/wclX
MpnCLihK5sMYzCbvbjm+2iBMIjp5lQv8YURCl2HnruoQgxsvhgaVo4qWErP2RWPsK2r5YpuBRkUN
CtoYNVOTg1SfciHxphTaWe9W0thpbPqSnePjL1vVluW0QRT3+n4sw7kNaDd6myqXobctCk1dq9Bq
o91E/LsOZxuCN2oDVB90Z8q0t79UfCX9Ro0t01pI7OV9ZRlz7q9oVCf+DjA85QK+vlm/XmJn3FuI
XQBmnCprj2GVD0yEu66+0jrDL/h6Sj74TU4E/I62X9Rup1mTLLyJi4eTuaTCVXXWKLPOK3rEdNQD
+DuYTZBcJ7ONkKbxr+TsexeIpbhHEgAd16HT1gwWRW2MqxL/tL7S2S2CvzfJnGIB19GhsMoXbAoa
qxjoeLV+v42Gerr3ojypT8tMQ1nHcAIVvVM47bRiXkEQXNlN3B5TXtWrxAvznUneoxNkpdGnsMkl
PqZv9eV/K+2/cJL/rtS+Vs/l27tC+9sPfK+0hU7RjDIbwgWmTuNbKfu90ja9T95iHfW4pmwSoOn+
/0pbMz7psPqop3mDCWCQC1HpHwKf+Yk/DaACVqzjUDw55r+ptclEfFdr2wsoBjvENxIfdzg2V37/
B8NpNcTh1PnuDZ0hGzGCjwpBj0L/pMFZeG+anbVpfVxjseNVV+XM6Bi1zfiis1FeD2koAsKBsoD+
W3suu2F8MsdQ3UwYOG5xMtbbnhE2Gso8vZ8n45YFZr4zVBSvx7iNrpBoY4FEG8KoSxtRo+G22CJr
szdlmnXIzy2Xwr3LjyKJvUPR4eOGu56IaMt7rGduYdrhpom74ZFHC95kGsfoDBMcNp/twhj7ILJm
01nnjmgvTFl5p2ljS2cVhm1xcHqFLUc2DgvWWNczywlJkvmaYX4mFzuKFiDOTvY6gpts5du8W5lv
WvVVIeggY0Ogfd+CY0ESaU3WFaYnxKxx154VeOMYK4bGpVVP7rqzDCQik12fOGOC4ioraYGvGn0Z
F+NH6mrjQOla7kKRnFtsb09TyyB6vh4vlfvoi/6yw8GCYGxcOU1DN/KzHWvqKlLqMFBQy2w6irIF
inI6V8lBDd0dOehrO+vlBqITJiDJRDJ800IfLaZUj3WFaqqvB/MClv7C1WKkJBDNmalDdT56x7aj
bVt5FyylN4gAQNoO/ZZQiWkzhXH0kqZg/+Maz6OJ2Du23fGZye+b47TZukYv9kS9/oQ29gR34YFV
Bh5BFObXypjSnd2M1VupOzdOKb9as3HnGdZNaOv7CWZ1JuW2DRHelxr/1pitFfSJoBi2Ev7qOazk
Nq2xRU+MazZSs66duriVhdEQNqCebcGmepWE+2aYOKd9H8DMn1nfKYJPBaoqNF3J7eITVZBO7Iha
XTGfCpXUv1YMIBpTW1mOuxRGEL6omzEurZqs2tkaeKChP6Ffk97j5pwOo4uONpY40x6HHO/Xm5b0
NzJyg6h8QiqMvqgbsKASbEeDf0KMtmnqmDmnhouXgR22zBVGtRByvyZw4yTh1GM01UxaEjDUh6PR
pO2zprvlZbvkKHuij06ICaZ0kTVR1atuZIKcpGWQxG2x5BJTNkDHs2MG8E3Un08JPRiYkZdu2uDW
mdq9stoH07Q2UhTXWNyCIjJv0llBwieBrzPrq54XydYesY3aftae9oJoIqyoTzqqQTqEdNqYPyMD
8Q9tzveJM7e798b0wevmaV1YHuyaZXAwqGZrlfoWPGN7XmSSUk2wP85MaD4MN8mWHRiOtrJpNmlr
dehnywsPbuCmTcbylZyBY6kDcBeVODMMBWtSz3OiRothQ53nB3HRL++26KaIE6Lkp9G81Qo7utJt
P1zXGSeQHvO09V2VUxp0/VueRA9FIk+0/KtgxnHLRsYO2HBp96VjtSdG4+/junmoS2tJd0EyNApj
nxVu0Dtez6acs6CnipSBFIED1Z+CK4n8xipLpjMYLZONCUAJE9cqRM296j0bhp8Rbqk5ix3BJM4r
vQ93SyLwsJb1bD7x5D7OjCbXdp3u43J8iYrsqooVOyrdCWIoGnHV3eDy99cTTpbVRPYV49ww3fXI
Ubw2fQ0xkwQtWQsBm6zXGHTJRO8lj+P7qG5fLarQF+y/eBWY70qFcnopowui8RbFFJfgIrH689Kw
rzUN87auDWJtWv1+9PRHXfIgMufY069AKWihi1FjkA1otkuZIyEL7fOU1swlX0Wux2pOzgsbRUpq
pOEe8p3CWS4OUUcIhBOqvRsZ7t6Kk3sdAEbVmeaTn5jKXVluHN529BwObWHE2yIx/RUjk2o1dGF0
R2rFQ4p6gIhvEQjnCTgknUji1sp9bSYi3LDMWg8xb85LIWpxV6ue9dyLXr6Fhjj0ZwhRpc5qUoZ6
szuQMRzZi3PXelXwiFh0PIxKna2d1CRersQYa6dCH/T+OccTfGoZffdSMeQZEbPajE5MDU8UClSY
tEZCKYGNSG9QdTTuDjjdcF4lVIBnFIXGXZ+RejNaqabtCt0+z/20Py+Gkn25I0NxOSKJXncSOAJr
tr+NtEmeKGmnp6jcew9B8wIj89v8XJakKSgCTMgkwySD20QPoMWhyh58e2VAUN/PmT3tRs9yHxAO
b6yiOLfCbi/7aFcXewbJ+d4w03IvZkrcFW70FfzA4WSo1F7kzleyIZpTgTwjiMgwGFbt6PXbxc2+
9zqVbrFOhFvsWIuhej5FW2Bcttq4jhzFKeA7DKNzT3a44gMl9fXc2jq3//Mwp8kWJKh7p/UMFUe3
wNENgQf/S6v2KTCxTeg1zj1qoOpZE/l8G3kuOifUdmeiydJ7LUEehwRe21kiiQ4qreLFQaeda7mc
rrTEq5+SyYkohNiE8N6cvPCESSMjPdU51x1timORYBrvjKp8IUqGBvxCL9QdduGlFepbr/DCSx/5
FI1bPTwBlza//ncH3E0nb//zlwfh5/+eNd3GX/6zey5e3k+blp/5vgfWDIjSTJSWQD/aQw6853/G
TZrhfFqwUMsQFfKVsBZO09/UFX7KM2Fv6TqjKsZLS0Lf35tgfkuHqwSO14XwhArR/jd7YOMDNpAI
SrilbNrZpROPwJb4A6YRO7GBZSO/MseEYQdiee9zyczpSpCMhiXRTsOyvrAMmse3CETaEPtO498y
jlFvc53TL4p0Lz3MtVcsUV9e/iBYusdAq1P/BHKaeMDlZuo7ROA4LFH8XSMkZZKk15aK2ZZprnZs
2LelezX1yV1PFsNnaShwIjNVW7dlu9A2Z4kWI6mKijxq1tL2PFy0Oo1b5MJmMDaN99lHxFjSY4gU
Vlm3FowlelQuq3SYWU2sRBUMfArSvtgwqDZakfiF9denUsQqigoUFOawbDY9Pw8JMCHOaMtfSWsI
MqROqktD9IAHXeS1nXPMm8rMXH81Y9uINoyhqzBIBS5SfyK5Cn2WNWFGn9jRbFunI4wojBQBcnbW
MjzXeBPU7JOGlCTbbBxua72zzjtaDzifGvp+q6ofrGU07dO+lLakYcdWb5wCBF9aeiKseNpo+pJu
JDq/eMjSziWmAKP4A6OzXICva7Rk44xjiSBApgnEhhrTC9uQoYlWrifd8wSBE76zkE0lAINQH/cT
+z8gFYqU1zUO32zcazk5fMjpiWgcKCXebCO2IkIaaR4GUSKnkXW7YgtN9Bhq2alWGiFOeWYqsnh0
bNBN1qNG8UZtvu2mdNKNewThCR2YOhv4qRmd7N6QyNERlQ/keikQiMdcpWO3dUPMYuted+tikxfN
eD0kenQg8snISemiw0tLzp+9Tcu7NV5nqRH3KzJSzOi/ZX3yfVGDYf+7Ve3yOX/ufxyff/vz31c0
Q1ifXJN+q27BtVuK8H8WNIgan+gUmSA7XRsOPNX5P+uZ9wnoFBW2R4AqWY8WQ+2/l7Nl5o79n7m7
i1aVR/dfQaTeF/Q0q0gONwjZtmFZEiVhLL//Q0E/mA1qH7IZj35SdAG8h3YV441lcLjssmqemVoQ
QZSIYvPD+bn8Tjv7T9kXlxVLQvs/f3H6fmCgLQcGP+4CrvI9m6/58cB6HU1+xsZ9cVYhs2ZmDEnA
LPfGqEXr3x9qaUr8L27t70P5FucYOQI47Q9gxoHgrQlBuTxWDAfXWTc429F2kj98oW/s9A+HWcKf
HQcWF6+HpQ/046kkWihCbgX63luc1roEkNDqdn7nTs5w6BJdoXTPDXPTydHbdGYKr2VkE4rx2PLV
czLGxobii9Ci2WzkDvhD2K0ZS9PwM2fXvKhH1IlAA5zkrfazc+63vl/Rt5vuDELgHiBoqrchibUn
lx3Typ4bNoC4FfHTSOxXrLHxdJ0WpnnH7rt56thxnxIm+WIz1rmSZakCcyAVE5mP3pSrUBTjZ2aH
YEX/9bUQAngl1Tq8WtCS70+SydDFpJrujhnL1xauZIEpkvHH74/CE/XxigueHm4v/rHYLrw/isO8
hZ2k1x7tOb5nKy/6c7oS9Q65eBv8/lDuL+4udiL01yz0Lj5P5PtjtT32evQetICnZIufEuFVEYA4
2abTOu9fI7x4VLOUypSdAKRtue2HbgfOeOV1PWmAl2b/TJ7wSdJUXyLN2sTK2xX+hWiXl+Y5Dpt1
lk/rmKLCLu49AMQ9hA9FrpkSR0NeDslB79Z1ex0yIIj1z1bykA6HlqRzXG4wvWIC1sGckDov114K
oZhhezrv0K9w9z20IQqO6SrLurUfHlPEEwvLx/kSdnh60lMEcVXfbXPjwNZ7XRvnUIHXCvuJF23Y
FvCvz67IL7za3Jf9NWbVP5xcsTyaH54pkkMg7KE6wkaxoPl+fKZ6mDpD1RrtsYoTY8f/xYlD04Cx
1pckqyYgUUZyNOM03xZMlXZ09+JbI8vOEzxIW+xPGnC00DmtJHutIiRVpusfDdPcDtaXwUBdmqfW
HCyF1xUju+QypBtOROd8ihQ1RzWFp91oR6AOynjL4Y+fZK49nPrV4J7RFMC6xFgfjXle3ojMqU8y
doRcpXLamWUdn/z+RvuG+v/pXJApsTR7Tc4Hr4Qfz0WWmnqd9k53tFuPTmqYoMFw7Imd5GyvLaxM
X31GF6sY2Qm7uEI8Rm1pEk85sg9UYNmH0IEaZqRGgFovXGueJVaGPvjrEtEuk8G62sPd4G/us2Jj
WfApfv8FPlBWv63DAvXeIggj4xl8w/svoPWxHXeu0R0LNIhrVFmUjZHv7LoaqgwjvBJ37JSdKm8c
V7XRP7ipOX0HXZLbQ8rE5fez9Ye3juB2EjovHB1d5of7SZXWoGeogo5ERbDK+Vp6qmWzvfNs2Mm/
/7q/eMExLYRbzfoj+NLLuvHDmxV/eNO0M6phGMhYmUD2bgoz05+Ih4z/dGZ/dSxCcVykkUAn3W9r
1A/HQjfsYeWs22PO3vi8oHoNBLGpV7R4FS0LpBJZPHtrRlLZEThcjdlJtltbq6Y9yib7gjgpZ2t2
KW35xR/y+xPxgTW/XHeUfrwVkQ7y30C+3p+JyK1m1Xo0XyNJO7aNkYDZjg70I21rb60p0Qdu5Hlr
vxOPYZPQy1F0iWAnq21pzM4Ohsi81zT48/k86OeRPZl/uFY/74KQlvLSduF1khv7MU/LClHvmAxg
jxVq5WvyqpkrZ2N+cGZZ7twJ7Sx6IudoiK78w5GXu+DdQ82I2eNuXPYLFhnbH4rJJtKN3kVPcDpl
LdT4CdRF1GOH+/0l+PkobPDYUPKfpXy2P+yA6sGvGT+n1mmhyxHxT8K5d0tt+/uj/PTWhZ7ss07r
SHOX5frDw+VEdO+W1HjwCcZO1FJCToG1wka2gUdhfz/af0eIf3lsiv7vBsru+aUqfyw1lj/+d6Vh
fWLBoWpg4XG5FiZX6Pv80PvEI0jXhP7H91qDa/MPr/aTMJg56rrDGoXAl7Xln+mh+ERUC2EilCC4
YJcF8990Tj7chIJcMdowi1YXSaNtf4Rst9aQFz42c0xV1Q2Fr3c2VGZz/sO5+OMCzzZBoLjk1gMF
y7IDYvf9WkNqzBQWgAQ9bHxrt8FRNg4zCatwaze/P9L7r/P3kbjfHb4VhcxH3LuXIAIckYEAegFk
mi5e73Eag98f5P3C/u0gzFyh6Hqu6Rh0vd5/ncj2ZCNpnNiJC4kBa9FFO9Fp8cCk/SllgVfwu7WI
g5FmAHN9ye7GTEe37P3BtMQA7ZnnG7yiVb8HmYRaxrbosABOmtou6I2h+DrSLYblmc3Cf6Aj12HP
A09Srudh7MygLiO2RV7UNTkyOYkn0M+6ar7xwfmCzZpEMazTqjTN8yhus4tMCVPSvxfRKzo/DBvI
b9BuaZVbPfh2OBVrVCClcS51oJlsbpLz2U3AIIUUQ+dOzzQEJkaefDZwuaPeDlsr3blyzi5gC0FA
UnHeNAj16Iqv2k40n7Uia77KiInp0TKJ1Q0oR1pgNlqz7I9U6X1uIxjcGzBmURbIEMkoJrrOfQVc
xrgXeggy1zHziT3JABQ8MQUbHuPWciH2EYnFeBTsJ520Ek7rqnNFcRhiu1Hb0NVboHqqCDe5Pk4v
MJLGh5GQua/kKttnTQXznrD4uL8eR29OF7JOBBiysmJt7eNke/SAdtZQFyvtpe0b9y7Ek3QHoAyT
fWKFBnniPdqVVeEXaf/opWlu6oHBkO+x8Ij+JZyb8156UDbYQ5TXpoyYZ5g08I+Fhrd3rSwXp2yH
kvBR8mS+lESivfD09M/x5NtLwVChe4RsWkM3FthQXYO23no2uE464wYkiRHSzsAT+IH4ixv1xMbI
sHcFwqV2PVMPPqFaEuemaFG1yGhIOZkC6KOJ3e0BFgisFygtF3Ot4mo9g4u/KXtpgnUjyuLeGEZN
WxmwDF8S3+8exjBX902mMRdNQEa/ItFrb1oEFPnWnDpIKpkaaWGQgqKvsjkaj54/OlFgsACxPwY3
+EVXKn0dCD5P0ejq2Ev1QUZobc2mD3qLxBP6iB64lrBMDbBEFW4rv0u0IzCcUCcApYRsPfpdCDWw
sMsrOIN9D6BDMkToJYCylYHZBrcW0TXz1cgY77IsjOEzRW/8gnY7cq89/GKPvUPk+Ar2EoJCOqYe
Eym4GYxme10Z/LpZzZuhyRBGD50MGXKmRv3aNq0g75MElEejLqp+ZboK9VnVETbROHE+I3HDEs79
R9YLzmcNCtGsL1nBnYMgLB/n4roUXnwMkSibpKbY0H6FR9455tNs+owJkUl6jg9fMGWmZ8GKnacQ
mjhivjFggr8ZMZ0NwKUkacN51pQVxOgS7iTN47uMld8PJMSBt97KFZmebew+FaJxrkwJ1BFglosL
nw+TEXYufXml96FtQoRD9Y/lyMgwAI86979e088J6lmMauVbBehmqEGvsBcL/IdLptVU1dw3fhsx
ckpSmE+MpEVhIvFmdE6i4Dg8ouur8ODy/L2O3EDXIjUfEQlztbKuV+cIkacv3pBwJ0EzyNQ6jMsK
Il4WethWq5ICHRQI7gFcABpV/WjdS5bOzzLUPHaxvVBNgC9PFifA6srnpEAGAjFCgFbUo0mmW6SO
WDVEKJjDIzhJwUDUYCBp/AuQXUUDdkK3NHXBzxV3gHv4A+CxR6CjejwWQRTF4utscKuMPkCClV85
LStaEoK/KXM/xuWYT4wiZlQzG6BT6jriC2RbnBTz2qvhWTgyN7OAHW7j0lu3VLiKvArTrLDpWqxL
Ml283dDaKUPr1BRqBVrQORWOoZ4MzCPj2igSPhNtSIWBv+5MFrO8yi7t0MABa4IX2/hJDYLQyseo
Wum2LA4dnIVqlVSGrAEQ02oeFznkOkea/NXFBTuI5mTqGeZvcNWWDEHUCKjDmBr7Ug5FlaxCWHSv
0DhA9rlmj8Quj728gFndi2GNMLAvcDD78RMgqgSNRWlHXxIM+ATX2+lwaeVFOmAAzGuolno33vRE
8uDP8Kxm2hSp51j7DDM3FsmxghmXiKmjJ24M7Ws4hD3BaXpPHKfIaxbfFjHf3i8j5s6JKpMmqF1p
PZQWsCoSwNwBIoOmf+nhJC3+cgtH/uA6e+FBo16xDyqAbs2d2NPMaxhAQmVfN4YTHwcZ2/DFQriy
vZ3fAj3wX0gQkrzIRjz5ltZGLaKULjoju7I974QOVMDHvzAwN08asbbjOEFFLPPkTnNr/QUK9wh6
REl8mJajZbsKPOZlgbq0WluTKV/rTBkPUTwwhegUxB3mFA2MjCYdYLL1jtu86Kxtm7z3RBn0Zli9
lDBIriqpwzcBSXDJa8E9b2upEyo/mltTc91XZItYitD+DyatoK6X+8xTqNSVs9znkeQl05AWUPP8
le0tQqr42i/scdpK7GZvGQYAZ23UgPMCV5pEJwmX9Qs/ZS0PWiJshPGOq0cMWRbVvTQ7b1x3RixP
Om6+l4azQdeKDmm+GoQ7Q8NOgOoWkUQw7rf2xWgA99rEfatTSxo8kUPsNzfR4LrPCaW5uw7nQZ3V
FhP3lWYx598g2ylOePe2u4KxH9SzJJ0fuDeN5wo9pYb1x+AFkgJf63bCGLiddLgWQGngaj3NU8ae
Acs/K0CCV3palb41XrhYpIsjmq6Zd4o5pVCEGr95srn5sq07V/nVRLrc11gX9XnPi4L7iKeP4NAh
Sj6b3fJ8pLA8nMDQI+niZteqh0ZPrS/tYHXX2jzY2t6qMcDToqe5yWSO3srIBByosz/wdsDO7NxF
Cg3NWi/dHoguCm+sTnLsYYJPPdbONJ34XopdpY8NO5LHSQrivAtNJBUrEcJCzmnX8VbeDN3sx3DC
FdPEMrer7MpoFt5razRNJk6ayLauTLfBz+3UfZeu0xxsJNu6iB4mK3zzAg1olWuAsfBLSIO3NLoD
NPJDnGDw0E0vOy0HoZwTCc0HnJZbGWLTqWS4TCOTnIXea4V2OkIsp3uuXI1pZBMhT6LTLG/rhF0o
qh/mtswO6+6yU0UZIy725B4r8JhtRjSvxK3bacqIsl/UspaRjS+lpkwyNT1TP6RaAyAhsWBxIPLK
QM76vQPOWKQ8d7xONPPKxNsabasByfuqHelSXXamw86obcAFrvTZ9HBR6e6Af4ixRpBSF1twOJj9
BhNIEmhwo4FIEnHR+CxT0A94kxv4RZkm3DhIMWq/SRORxmIdGT2wRKIzmcrgL+RVv3zyfoo8mo/+
gAwJ2/5wsMaqfevnYWJm6lTAxbJIM4o100JeO1ErW/z9vj4QOMN8AfZCx0qsV5N+ovIcGGWhXISc
GBjq5moex7Y96wZc6LBPQuFvM1sf9vlQxKhhYq0Gaw5nHdCLQavhxUW77m5MvA1ku+a+2TKdZKQg
LpIuN7c9UjV4/OCueTxih/fQnHTlQfjpqMlN1uvw7xOwugYLjzlY+9CBDVcHdAVL+A4ignNdsbNw
no2YkgAtJjRf3s56VDovbe1iF2GXt2ybNBx7zjkzZzRjBtmvj0aYRsZm0plu3IO3HmtQuKnfXGa0
bd3L2rSwZzCD4k0s8eVn2feGy3+bE3/hv/6hhP3JSnx385/7REZJ+Z+TNkfq3P7Yqfj2s3/LPBx6
FWiJFzGFh1H0m6L5e69Cc+xPOkUoGbFk0ZqeYVIV/yPz8D5ZBuXwEsizJNEtA4N/ZB7uJ4eJqO4v
AdS0G/+l1PldLWzbDFYdfemj0A+kQWp/rIXJDFOkZEGtyoatmUw7JER/aCC8r+1/PsSH0StaSRo5
ikOMsXVm1uMugYvnDP7ND+f/Fx2R91X9P4ehiwO51CFA+ENXrtNYcTtdDwOKpm21vIuqKchs/16r
+j+MKD50er8fy3DII0KmTkvkY7avj8G30ecpDLxhOI2N7pRw0FVm6OycJ8zIZICJ4bSaImLkiP8r
pvNusvZTJPbL2fXVtKPO/8PXf9/a/fsj0Xei32/bfDbxvqlBHo6RVzNEXHie17XI97Ei3tLoT6Pl
wkrvLsrHP/Sg/nTIpXP0QzfeMqOJXpsKUWZHD2Aer+suIVmuX5d9ykqFSnP0/9Bjf9+M+vlbLvfa
D4cE1OHYsuFb1lS0JD4cYpC/v7+PjOVG+d9W9fdjODgJeDAYPhFY9/4YqTsN2Dk7Lm5YXc56+bn0
rL3GsWxTnDmFdTY44GF45+NHvKTb/afjL63wj8d3ddtY8rDpI358JKVl97jpZRg4w+fakhdzVwTT
QhEs/aMXJocpSg6p7V8j1d83BZ6jtvsDf+Jb/OBPH8FyKGARTTBnWT7iD6fZDyFhiqEIg6kACz2n
T+CUjrWLl1D37soa7WqCNw51q4jEARJgu/LM5EB0N72zcFOir6VCoQHWn3ArHHOMhxkYO0ZS+6Fe
ysnq8vfXbOnr//x5uWbI1Eicsz5cskbWiJdjxFbe5Jx1bbrONSSgxGWANbjR2vaUkesZ5PyX3x/2
Vysb3WKxqEoYqHzMNCxClweO4oB2oHrxZXFZU7hIJ77+/WHEr+56hicUCyaTfnqx7y+HiDy6EWCy
AqCWVVZflhb2tAJqWd1VWz2FhTBYhwa6gZ5px2WJQSe6ASR3NCf/iAXqCuL/bqa/qZGYMLpwmzK1
KUDkdswqV7gEdvo07jwQ+CQ87QmnvKijOXDmKVDce/ooDrpB6I1+O9nx7vffzVx4Gz9dO4gn6Dhc
evf6x8dtjnEWa3hmg9Lwb2O3uDTH4TSy/TNgsDB6CH3RQbebYtiypzoZHahgXfbct9GGJuAhFRb9
w+RppHeSWyj07G6txgvUiYu5YF1Pw9YiEGHQMB6EqdrQwtiXbFlzKVghnf08p9e4XfcDCL450zZk
qq9Rwe7Ar+8x7G9GMQcIXnZlAaOWrJLlTFIurUOTlRW5oNGqF7dVsAntveSMRvx67KtzGwJ/WHxu
3PE8Fu0JnY7jZGrsiOMFTNPSwJmDsCp6gKHpOotALLnDJmztNYjJJ7D8m+WAYGAuecqP7IPXbmud
I00OOid/aqbutHC9NyW0LVyDXQOTYorRWo7mQQuZ985zQPtyX049mUry2bTAyKQlGgpk9losL2zD
PPOiacfGemer4rRq850bhTez3zxrNWoAOFLnpuKxtbz7wkiu3ay7SEhUoUuV3Q4TWh1Z5pepb+1h
Qm60KN70UXcBneikz5I3j04SL6NdFSUbeOebxDUf2JWeOY53ny7vBdtCEekDSFo7PbiMnS3OMohm
A4vHspBUzlecUKtl3V3OdT3VgEA3VvOZXGhAvyW/JOy3MbL2JbIuNO3j3nXqazBFR8m+uZjdG02p
0zzRtrLUjsvfVQ3zLprbC5+0P8T2G+i8Ryjrh0KRTuCiHO816zbhewxRfGiB32dkXBTafBcK+8xB
EYFc8UQkwxmMFeIs82Ptj7vS9I8pSR+N5l8tq46W6LvIEKSTxDsoDxuaAvuIOtDq42uFwGMlap8G
qBpfJgj/1D/LP6taK3ltEhaW5v4Nc+W7No83I+opFkxuEGUUx7TRd3UP0trluTXak7Zx1jrw1jyN
DxqE+jJLF5b+RrnDqSCVy2hJUye0J19M8gpzRMeJdZ2TJOqvF5e918gLjwtXWVNAlDzpCSB4McHU
ETehq7q16xuv2DcgYehgvk150rfWYbnUwCqXXnSQedq9NnQnylLAi7M9fcx13kS79htde9wO5K5D
ZeA+xifUqeiazfEhmwhsmcNv90Dn8Cazoq8TjqSGKLw8ngPiD2+cON6Q20K30No75q1n9OvKSA+2
oTaQYXZyuTRwzajUn1rIrtYieOE+GYpibxvhXWGOf1ihfrXIg2xFAU33BfrOh8V3xg2Xe53pB8KT
Fy4s1agcd71t/uG1/yF0+vu2gwEkMkV2sKjBP2xtUuCxdYNtMlB+9jXmKZa0w6O8wuc/Ba1hHYgK
3PclrZ+pIoBSKy+B2zwu71TdDh/igTupHYtrx+se3DE/hnD6U7TBv1+uYRb9vFqTBeqzNfLYaH+E
EHUijcsipPFNOqKNegW04uTPryBW97RVDyP/q/nGwXD6l1mYZxYUHyjgC4/tj2HGv9onAVdivMJG
yXCsD5sU085VjnXDDxAnXyedd2uV80ufTbuuKALH7TYMXk5L1TyDi1s3LouFpW1+fzp+eW/88BE+
bLqhExKz4PIRaHOdgxFCmVbVz2nr3v7+OL+6OVzUBsK3HdT4vCnf7wCQdiaa2Qk/mBUp9rp15rja
hrJuT5vq2zNSDoD53SnoWYYaET9O8sLyta1gFfJD3F76sJU+aWwyORQ9j23cn/7+I/5q28z72zAZ
E3MHm9/unB/2jA5jgNyVhh/AHMItMGxiycKjaRCoaZLlw/9j7zx660jSdP1XGrPPRnoDzNxFHu8o
OlESNwlSItO7SJ+//j7BqupLHrHJ2wP0YoDp6lqoqMM4GRnmM69Za3gHdIr3VQnRysm53j7+Au/k
f4BbNOyiLFMF4Xs2RUri4FFFEXOZa/djQzUs0H/GxEFZ8Vn6907e44Al0iSyl7DMOB+pMp0yzWqP
bjiGamjHJvoyweCgAsZlVCYn8v3Hjwaz4/dtx5AAFBzyfgduxtv3n9mYy7YwSDEaJBDj4ugsC35C
uJaBrkAI0HdwHZA/lFlnPIfrzgDCHwzpVq6IiaTMrK39ZAwrBHXX+axvrSnb2nZ2nD1r38xi17Th
9znGh7NUNx30wnrokWvMlyOfyUfohkRBKGidXDuHVKTcYRJ3g6UCNmXNF4isi971jjH6JW5k7Vsk
qOCY7dMmhtGGHaFIrnK0spze2tZ2cj+RVU2jcweM+Cj40vLz7divpyRatZWxRVdy75YW3boOrDB3
3Bh9l9FYx3hF0x2sOkI3t93hmXoak2QBQ+2L9AZBDhlvSHOvqfPGJc2Wu6Tz+HkjvqicmF5mbmWw
NKCtgR7X99BUUDgmY2mTfRilzxh9bA1yZRMNgtqbL9H4pLOa9Gu7IkSMoUcSB8tIy+GyhanB7ZZt
QV+uIlW5dtNwY2nhhttub07jT0rtB5qyF/L8phW2D/T7uA6u4cbgqKAcGi/ljq7QLiIUwZzgaCTh
LhtPdlTcY46zCVAJhTF9pzaE4LZ7pAyxmHprIaPRYG4XTcUq8FBkJ/qsiXodLFoaDBcnh9K3iPYD
FjpyDvu2/qLm4bU30eTSvY38XDwTGHKjqqO17UfjpHj8Oyg3Qx0/j8wfXcBD7t4KeMNlDOgScQVU
Dhe4ce30dFrOQXqVyvah7V3PjrcSuA52WbYcVBh4BDJm4t25koaGeM0JntzSC2nlk48EXvvFKaYL
1H0OZsqFn/BOWWuhR3swzY+WPV5Y+ZfZSa4TJOOK5l4679VDfilrRm5AWGUNG60y9gO+DtUU7Q1u
oRZsaxSnV/MUL8JyOBQkp6WVXhUkrAlKuTQLmDY+HOFVCow0Qs9svJBrBC/UTcgx1Q8cT6xBecXm
Hq5GDjolzbyh0cV6HVae2e5sTtc2YH26WEuLeUNrC6XjfCkUVNVyGx1M5cYpmSAc14w421pjCo2F
SG64ZUt//fhE0H67/OjW29QTDQcsNlCjM8CMR/O049k9pla5kfkAjNUDVfu1XAa4GEBYDW8cZ97E
5rRpAsJAw7v++Dv8duDyFSha2lQNDShp58BPqV1F12z0lk0Wrnr4Ugj3+oGVwUZvFx8PRaZ7fgDK
Ygx4evglQGo5Bt8egBpk8AI3CPqvVrJXUEn3o6kFFNJE146KmfxMGN+Y6ZViRYA+p01Sa3d1NN7X
dXRN87zzqcDug0o59hFipajFK+PwaGPOiuaqjaIXKSdng5ZwNU09kbpiK0dpnYCAeOe3ECR9GbLT
CV1VVQhA29pqE0kB5BFXHzboyS5ksWvGzpJOz7ixq2mDXyXGVfjzBUF38Ah/S8c4lamxhyB8aJz4
mvzjumHr5GK48GxW1ETXOmpxNXFrgv/JPJVZKCntCD7lzoySTvgtQV7Pt220lrXpYmhlBgqIAPo+
TiaIBH/B2vCI3MtpaNFFN+IrJS0vWwHkwR0D/BNIKirOyy53OGNZqwWJox5cCy24UVMbGWRlxTn8
8vQtlLisUG7weYYPTUuzAzYC+zrbmmb7qIjoaRptALcubnRFdena3a5n+yqUIgAqXKcJwipKH9yU
mH5rBm8A5ekj9K1vrUFGSOZY9DhEBnW/4iTYh3G+GeJkH7jFZWuR1FlcV9KaXS/Igct+Hdb9CIw6
vEZTZ82JbKTcdS0O47p3kzImJbMrDWktdc6OtRQK9NQTYGEqQd5K7gvaaSujMLeQGpcss/1Eso8t
xxbE6raz+nVbRfsqwexLhNfymHVg7WpDgS4/0ooIaPpmhRGe/OVeso1HLHCyDuQd0B6rzratzqU4
i63d8IMObYbabW/0CtGBYEgWlPd/ORjQL2HD78CUKH4b1cYWoyYMb8sUXt1zlzmV31S8XDOI9pmS
btNmvKDBvkRgcNGoxQP6dTex6C4MKJk2Z4vTlkeZeCccyjOJFIjox0jI/lauSJG5edpXQCba1rmz
9Oi60d3rmsN5JVWNVrabX4ZN8FWm2LAK0sWI/h/yIWuAYkt9DBeKna6qANZ6xk1ZWotuGFb0Wpd5
qayKytmp5MmYEt3bMWk88XamoX6FCSoyynNwoDO5p+S/zxz7toHdh7DheJE6I2oHjlMskhrmjuEm
P7wCjT4Q3MuOFslB3vSiCD+Jnd85OSS+kDYLMaHEBr89OVrKW6iWo4XqerDxJyaTi9eWW9AsjiiQ
fpIS/D6cTleAmN8wKHySKb0dDpVARFRblBmUrDvI+ARy5Aqg3INc6dU4fDLcOxeBSfXRBYYMoIN/
z0qf8FIpipiDsyw59DMSbIFhHmgwdUPNZhFr6b064fXnpsc4yrdx04HnSq5ejud/Qxfwtsz5/3/K
3/wT0BLYr6h9kev9f386xT9F2ZTP7fnfevOh5v+8/Bg2hGzNvfkD0RpkxqvuSUzXTw2K66/1gP9/
f/i3p5ffcjtVT//1Hz/LrmjlbwtBwL1u9EmK3QcI5uiheDj/638imP+OmjAIdcDK9AU9S+V+/7Mr
aPydbS9fp+aa8mKXxey/uoLQKB1M+2CWYC9Da4BP/dkVhHpJqxCtIo0SBfhmaJx/PfblH5VyZuyf
0kc4ad7etxAENMod/DYaESTZlsyBXmVzoAr6DF/VCJcikloyzsm3S1tfoNsXK18F0jBHNLdUZIIQ
IQwWKB32ePB4tQWzDrjaLo8MPKnb2oEdBkjA+KGngL62GBqa9V6bBT5eSWQXJT3+Om0JrOLSuAzy
2oLTxfWONCkIT2TmDJR+ikOTjCMRWSgt4Ys6TfsD7ghZvKzsruV+LEtv0XkVv80ocPTAotJB2ccI
kREf+S/tLSAe7Qp/EaOlFKY+gWKowqMytZ2GNfkYJRtvbGsI00YHkMnTHMIpEvl0O6OvZz2wqyb1
Yq5nvdq6Xg/p0Q6rvAJwa3TlItG1/tkVqlOvvCTu1V2ZxI2x7QImZumUlJT83MrsdAcOI9qUXoQD
luMJc1M5fd+t3JmDHNWZQjTSiA3vNCBulS6JQcBNgcfaR9hWBhXjPrCeCq1QDjh+2rqvgKyDS+ol
VMQIgayvIBtN3Z8braKAWqN+78KHKLdWSla86ruovp/tOH9QE6yjFy66Exvk673Ot8Ipv/bmYSac
Amqn+BNNta8GEiZPJg5iJRlSFZ/AvuVXjlN1EMNn1cz8GPcycRznEKvbEM38J4CFNe5sja18VYI2
Qnkoc7EO8QYVS79EzxxrE5U16YRKRWKjYOikrQucAeuV3RJRYHUI5LQqE+dG1ZKRCmAsTQyDcCRI
8Uq9z1czlrfBFiUYR/fxQWqXlokni2+Gpnhsc2Igf+a9tAsUMtIf01zm95WjRD189BYdvDqeMB5S
ZKegwGwGFHEoQEcU4EvWhaINu2BECmlpFJbZLWNEN77olpgVQEZxBNqClXUY0jDWARxFcbRLK9jC
vt13fNVEIYP2tQgvcr9GXgDROYSRlcWcFvhXhG4XXc6zlzwaPbr1uxC+6BPpsjlDk9TbRzuYiu/C
sLtmpXhKlJNHRRgwjlA5D1Uzl485THrQQcC8rtTYTZyFMlnxU2dXNhECGGf6vPlYEaSZ47yceleg
iAf6+xdtFZj6/eTQoIuzXKrdGIPzFemWdPQzXIQQykzdtjwgYqt9yywnuyhNA2t7NBNHCtVh0VEB
Drr0phINjhtEoiXk0i442L3VPBoDNH+85c3gu5qEg710W3uSzMoqDhdDK4xnFVwKoacaOTQ6cCnE
vxHqRuKndtJFm0GNxa/Y61OpsCZANDVTBry9T4lZYPE1YeVTRwyfBW2tbBH2EpDf4TjEF1Gb+hgE
FrdcaHhztBtiLCsXDfmytIHwyFs9dFKsDT574mbGak6CjAiBUGMxVcQrWhuMF3FnMPmYDv/KqOLn
vsC4rlyLFoO9RSoobIu6hGg49IGy18yheA5CXFlQoCn0X4FjJOlNHDnDs+PEw3NUq42DjadSwoz0
TJoHHd44311sBr5b3dCXC5Fq7p0AMWetBtXJ7klkyku7xC8W9wMteY6jREctZta9hwnDMCo6YLo6
rI5MGidhED4ZDRIL10GlMy82SzJbKIaV73OQCDPtl1HB347XQobecdjk6AEDCEZV835WLOWqggsx
3YUIU30XU6b2S3wQkKCFvoeHwQwr0AmdcDAWbYsWxybzsE/bFnlli+sWUvD0I+uDtN6DIXF2nBoo
qlql0+PeXpaA0Mq5dL5hCOhmF4aDPMNayQL3OW3Q+AU33VqTXyGfftLSWOk3mKl6j5o+uMU6tCP6
cp4YxBet8pDzEV5SrIOoSnOf72fgX40kpj/jJuRgvwlPgNtFaS9dVDANnDhmnMtCq53aRdqNU7FU
rdQdt42gy7wEsWYjtzcGmEu3dfglxpXZXRh4mV4XSoaNEpV9a6Z8peD5NmeZeVUlxeghFQK3cxG1
c+36idUUaOcRX1bwjDM0JYJBz3MMbUV7i5taikMQIm9gGRstpNATDC/vvTx2tosMsmjz+heXgUMS
p0mrY6tMkPa1QgFLWuegmanCoE+1AsA8AUmkw45r8SQie+lRlmJHG7GGhKzWJM536U7OKemYSnvq
2ZjVrqU4ou2abmrZbmWe4Fhfo0q6bIravKsDRa9WXYIgCYH11H9z9NHoFhHecu461TRoiRk825/2
EIclPh062+3YI8+p3Y1pnqCSBUKZ2koWGfNVJQKMslAZxeEkowr0bU6mcYC+DeMx9G3PQonPUYag
8g0aQccwrTmWDdSb7pM8QjM+0yr9KmyH6Xl00xwF7QhQYIDWR53fA2DWt3CUY6nBheXN95GvZdxm
mgK/RavIPpeFNeK9UYau8VRXJBHOYNmb2IbCbc9SHcUdrK5ZsteO+beiNcxKSu93tw1IDtDPLImY
KqPmVEs8ASLao/jwYWikYTwf4NGDI2YyzIiYGwE4u07SF7FLTVBn0Yog+laqYfbY4OykYkxw77hT
cSla4VRbPBHETRDVFBWUCuj6YiB5/V6H6ImXVOpCEpKlFjTd8Dxn5GY62FuMVfFW2Q61aR9pcRu4
YmHnDdARhKb2R83k3xCUf6meiptWPD21p4fqf0DU/dJb+Odh9038JMTD345PZfH0Ovp++difqDxN
/TvkPKm/BOUMYIVUTvgz/kZGCeElZJTAxUkuoEPd68/425OSJBQ1CbRNHaoaQfOf4bf9d0nzIdey
NAI6NJ3+pfD7PPgmjyPCp75nWqBZKHi9Db7F1NJjm91dh1L6w5SbqGzC4mgfNTAuu1cZyZ+R/2ui
OM/5Gn3B5UGqAVOF3Ji8FbG2t0M1mpbUdT3uBKHUAgi1AbWhdf3/ziCAFUmLpXTV2fPolV63tBZ2
yE3PS0uPh5WS1NMng7wzaWQqFlkL4jNQFc8GwRja5TgZdjwx0ptWpm5LeB5Y89bBJ7i38zmzVFow
uB2RbdmkZ95ZboRS2hCBtd0loCupFGKHjNNfWn6muPH+MFQQdFBVtJnOHqi1B48LodohGG/cdpHA
DhqB2U/azvKXvEJOOcwXoh4qq5qu2e86JYk3c3EO5tbKaZd0A7U530CaCpA232oHVbze/2trQQ4I
OlMH22pDV9TP6iN64wmsW6kZ2kG+aAt0RJRKuKuPB3nvqdjaDtBawLMw8t+uajKqIWpyg5aNmS50
C4M3FaACfBM1Rokk/exNfTycfU6rz3Ix9yD9t0ruWeCxdNROq7z9Es2dueYcqf8ot/zT7Pwcnidf
msUk2jYMCWAb5zUfrBDghI4F5Z6hwFJRjR+rbg6ThZlqCaEQHCE8q3M3vRztHj6gHgjPpuDdia84
KYDsmkyrF9jWZc6PKtcmIFYlqdu2SL2BuCsr7a/YF8KUqJqo2XZlqvYPKfxN5UqMOtJFWdPU2idv
7Hz3oubAYWcQSmJhzAY+a3CiVxaYcd1tIeBaG0xJxSnXqU1ORhB/AiH9/WXBDKJkxlHEeeTI4/11
ZSOwydVRp9sWoIVXihE6C5iM/dNUUuWE9UFD7uO1+N6TMYyEKLhS4uVswWf1pDUA8LdFjEDpPPTT
xnXHYQs/Nr39eKTfDwyeDKK2waKnC26fnUtj0iRY4NVbe56lWWmp4EgR95+0Yt4ZRJ7gXH7cGNwH
Zy+qSwtcMYJya4wOqpQOwklI6Gnrj5/knTmzoFWg5g1P3/4N7kDYqyAXkW/xY67w+MVmPQmx2Etq
q/4EtvDuSAyARBx8ekqob1eDFQLJUcZym8BTPSZaq6zLkraENCT+BFT73sTplO34h4XOgft2JBST
9FFT8i0wQNNH45YOuRN9Bk1473FgEqCypjrc7NbZ4+BnJPPQdAvFuyD5sxukgjSukKIzP4Hcvvs4
hCY6tUtqkuePM+QU4wIgBIoHaaAcjHgpTAxSPl4HZ8V03op8EqmOyZWBsJz8+asqpK2S8kFW25aO
92DBKzpVTledBiyUrgu9n35p1Vh9grV4d0g0tQggDEs1zlUvIzW09GFKtulcR4sElukainK+tcVU
bKepxV1CUfLyk+ck1OJJ3t7DUguUSj2SDhAiXo78V0/qOF1LFSvbNHDi3FVvD+rPpqSX4JOIUFII
0l73ExJdvI+7qv1h4I74SK3IKqDRlY2goaOqF1VZwLAd0nnyAyoLe3u0xXcaqkkBRxZPT5qLVZX4
4E+DdY8dm4v6S+NNFDu8WCzqynKdqybSzQsrdUR3mfQl/ldaVqTNtR0Xbua3Ndo3S/jflCxxIMpb
hBOgtD1YiVao13psKpi3sGiwlQfTh7y8rGtYXt3sg4npXkEnLm+VUamqda83Kiri6bDFbUPKVI+R
elJxGHJWTc1kLBwtH/YGknC1r7ldDrgBF/qVhk93vOuzxr0AFhj8sI0JkjWccxSgcD9+rk0LT1Lp
SvI9Qym/XdLccnu+ThI+KQUC4SRkakhFNnbSdRhqsLwopUxHfMnIgnUnoDZaFiM8xDBHP1SCoVMg
mrXwxCKM8GaDDpu62iKsSYBJAftpWKYzWqxogzsgCBLHjvVF6VpDBJJyNgHoRWjdI/CZg2md0gsU
NCt0P402uKlrROgW1JSq9TSRMy+UYtR+mWEPs5Iyav9DDbVqXmmmPp6arDUTqHDF9EuZKkHCnjfS
+z3KA7xzkqw+tJOmpnBIS5r9QY1f7DZE7qhYll5LDa6gMZ4t56yYrjvT7n54Q9o+BmwwzENMiHt0
6ER/m0xOeR1VwQCrHlsSy9jWozLBidQHTdZRY8s99k4SJ9upQaV7xvjXOM0RXWM70rRyI6D1atja
OO5GVPWtDZw82LoTd15VtyiV1daAKFLVN90mQrUbQyb22rWraaFY0DQz9hA80rvJcud7hBa0EwpZ
4TeifhiNppKkzYoIn2KS6Ir8NsQ3y5D6f873fHJLtJW40Sm/TC2ZDPRlJV/rCWwhFmTbPE6Ijvcw
kLCBRzLKjh+6KLF+QR6eNBThQgzczaqs8kOSp2zx3BJN4GvDmD0jIc6xhuGS7uA+mEcPM/xvbddX
VhB/rRQJrZgte8IVuW1TJMUzkdwAqQZ8o5BLtiRuhlMuOo4UKYg7FOrCxWR1Qj9XnU+ho0vucD6R
G4VFPS47PEqBy5hC2RAPhcoSES3sjpw81NAPdOx0UY51pvshkJt57SpBdR/1SFouY7WbNhFnWrOK
HInKdLNY1a5mGMTqMnJt8c3W6rLc2mMJswQHFPcuqykaS8mT2VxTi+4iSFmpdzd1Ko0Lo46hpZah
ihyHhWViu4yMLP9aOXzKbz0qUigrdSY2tFGU/0zHKb7JsHNpVpCiDeuicrB1XTqwZZ6zqQT/OTcF
jhFzXkmnWfixJZK/Gs9uI0AdLXoj5SiJrSL4CRkeQAYYKxTk1bbMsnVlN7rhw9qGbO3YUd8uzVIf
fyau0YJWo9s5L5CiAPsjoGJXfh0BDL0b+8oEHVPlfQl8IethTyBcSHHSn8JIt338vLXoZOuAIF6u
rP8tu/wHBZNXt/dvjEi/RPdBPL2puMhP/MWDdGl5coE4XOmy4iAb2X/xICE7Sj4jDU/ifw0A9D8q
LpqOapNOFxJGtO0SthNu/lly4UcqUnCyrS9jXj78r3Q8X1SZXl3AyJmi1+kRZ9A7lYPRdX0dapST
nqiYM2osGXohkZ2V0IdNyv9zImYoGqNLf8+aF57I6jtPd9QbYZoopse2e+CGq3xTnb8Hg9khcJK6
3ULVmuBn2ahYX3fRPOSrIdPQs7QM1FJ7XON7MHiruVBbcIKp/bXrQpjsKAl5P9KscE8U6u0nJaY4
ymHu1rtx1JMSSR4XaM9k2+vJ7Sd/6vJozcToGMiVA36sDRarr97hO/UhmTOcTwvQd+QYZXBMR/rt
tCBtMGtWoGOd2dcBRA6jJKnoq5XVGOhzhEW5o3kgVrli5Zt/20bqnwSiC09/o3zZ/G3dYTzU0qj/
H1DJJOd49Tp+21JS6PPpDYLg5QN/7ih4wAYxMWUU06KO4rrsjb9qmDCLHWhw0PcklsCQFYm/MAQ6
9GH+PoGaVEMjU/zHjnIkKIH/yv+IQvnJv2RYfI5MobTILwIdyAYmiQIs+HbpJO0YIjASnRTaOw8Y
C+JJKiQggAZdigyvGufmpaU1egkRqi26lT7o3byzwzF5sgj4pl3aNkOxfDWBn6/nly8FYc/UOc2Q
g7bPsrA8L2rysOw0T1N1k2eK9aMapsxb2maQ3mMPN3zFc977blmd9mdB/p+Wbc5DfDkfKLbBAUci
TuLU385HhvlPQPB0KqpEWcP8t47oZCGHpcfqJcFb9Pjxk743HBVK2HE6tEjHODvQEDY2XJydT66Z
JXQmI5H/TOq4uA/cEmNkOum/Ph7vPPWUj/d6PM731weokSi26BhP07FjxxEEb6e6UWEV8sePRzpP
PV9G0plAMKdQ41/0V1/lSlEsqnKa05OSFe0J2ad8hxN8/0m6fnbwvSwUilHcCJQ5LEKmt4+jNAl6
GE18KrEL2Ezo0D8LbDiPhHHZDsXq+rEDGLwUma1/8nTyRH114v4xMFU9aNwvu/dsHhugW0URRqcQ
mzSIeIVpgHWUBKrZcq/JTPrDmHn9Ik9t5Rod39rx/xuzC36YJYqOuy61FV+/R88RE0oYjJ+W6qoS
8bDBOkF8kvC+szgBVnLGUEfCaO28VJVaLjbEZXSK3dj62amTsgGOnVyNaRohESDaT4oV751FaHUa
pPUMR4HkrDSm9fR7Mis86WAo9oOm6svQzq1NO87KbakawZWLWewPD3mYDYkqvb4uVZu1w97BrAyo
xvrjOX5nr7An5T/sTYMG1Ns57ouezRSEp7YjXWqrzCS4b2gDorj8yUS/MxLu9IDE8R0m6joHaXcC
tAI85WOPlMt3Y4yTnfBmez0girT9+JledsTZwqWsRTmI+wYJR/1sjnNg+oGTGMdYjTWcHfLm3qlS
9xER97nbD05o3zlBlEhD0Dx9CJTOGxdTUg2f1G/e2T4mtw5PitQG+PizqcUk0yoqWzvqVTchD08P
eFFFnXmCuFqtcqASp0kL87t5yvJdjgnoJ/XEdxY2ZSrKfNJrgAtWvo9XZ1M+R4nTG8axDFN3C/26
xbQ7InNMJ7EOtCLc/euTTteGyFUCBlUu27fjdZ4Zcf3qR1OzwSvk+PbmmJV60u+6drrvQ2+MRxG5
3Tc8dWlQBIXxTSRt98mZ8d6kv/4W8sR+9dSc9gGFOf0oxrb6olPMuEAm0kADQrdxImvUqyKZ+s1U
etUGElv0ycp75z6gGyf7pSw6isZnRzXInAoHMO3omAg99incmbyuILZ/PNXv7CSyFImvBCz4Byzz
9TO2AzKZVaUdlUBtV4HV65s2wlWw0Yr2kxaZ9t5QgDvRniBOk/jLt9PphHOvWL129IoZu4g+mrAu
dkCsrRWjdx0fy0FxQvJn2MX6pGPkhKuuhZ6T6kMar2+doSwv0DM1LkZcU3D2sgRGFx9PhtzLZ3sd
j1lcreGfSCXas2XnFk2kwO08ImE2HQfRmCsYGtklrV17Q4I9QgsS4VNQOtVnC17u37cjA0ylUkqB
mxgKNYS3c4P1jdLXin2gLJV+CbI4wXPGBNDeU+vGhWLACADTy9iGnkQtJbsagcTsqh6f8Iq78lM+
rFxb51+H+hSepKaBPMP5oWeM3VCi4HNAPyBbB1PakbnF3k2cVzoc1Ci8FpR2t542AbjSBm0dwzW4
+/hdnDMviRg0NCplLkwSC3XmbEqSqJ69snAOyJg1J2AtzlEPgwBLBaEsheUU1148xnT3HG9vxIUA
9GUUIM8wRPrki/y+bl9mAtgEk0Hf5mwjAtg1eq0zD7I2+SuwLTS+rXHnApVFDxdQYu3ArQpbUW8x
fYqfPU30392qLpBwNeZdpNowUHpTXEDdMz/bU3ISzl6UFJeQqRLgDet8T2GFlzN/xgH4QYjYLBr9
y26azJ3ejd2pzh8CuB2AcS386Ue4tHkX6Mi8qt2B5CSq8SLuJzK1f6BSLv8Y+zX04p2gBHEVgBf0
O02LVuTZdIVmOyrppB6MLu4CnyJfdTnHjVhWLVFHWFXZ9eQ1YtF1zUOkjzCN3NLbBX05XUUCvcxP
YpLfz3D5bZBP54wD+3LOc6+GJgHOaBxC9P02wglszRejZvrdiC/7XLbVLT7qXgIPprhQDC6Yj2fj
3eFhwWOUI4+98x46IEETHQ39QPXbXE+RJ3yo/2oKG146RhdDd4WVn7pBhu1HChT+kyvknNcu9xDN
OVzTKHQQC57fo3Fh4mnjaIekaOotELt4g2qus3bAkVxlwtPutdEVT14ecRSnahzsRi/bOYnkAjI/
yzyH2fjxhJw3ohAxJ3ygTU23kKj1/GSpelSeHD05NIMBn0cVGmsVk7/St9OQCrcB1la6KHbe5cfj
/n6bWpg3yYOEaaAKKr/Xq7tcwXkzBVV+cDUM5tshmjYAH9PHjwd554pjFIztNLAtzPl5nGTFLaCg
OTrUxag8zfV0k1bTL5ErKWSrPubpHHOdsSQ2SRbEtL9GFENUNJfGMsGf1dbG6CHEEu55qlVv9fF3
+/1u46sB/vIk1Zp6yNlxmgUodQq+GvOjb8dSyy9y7M/XwahjN1rg8TaVQbFgy35yjv/+woH6ELey
DlVkzM5p5TQKXLQVlL1rp262HEtXtAu8VWPg9aQvMMWKghwBubbxs5TvZS29PRxJdGVkQ+wuO8dn
j4xApQEkODoAl8mPRo24YD7E7YK23l1T0qkGaVqv8nm8CvsantYgrLWlTM1akdqqlSLSS1EDdG/j
JrkppmENNbq9pnAoTo6Bg08Ec0Go3W03JMYe9EAChaz2FkI0ymo0vCutVI9qkCjLj1/k77E4fC+p
yySjBfLZs6jUETEUvc7Z63VBAzcTMIHnKDA2wqq9ckVrMbz6eMDft44c0JVoKjrHCOa/3Tosm1yf
TRs3ZIRPws6t1ylI2E9u2Xeeiv2pAmtSLZnhnA2CIE41K2g+oWgeXPaOmQd+XQD+mTQtmzBMgob8
8VP9fqs7BHoeWCOVdj8N/7dPhZy7IPQQ+xb2zdJrkALIIs1eK1bxmT2J85L3v16IFKoIeSka8t54
wHN0SV1k3ZhkNkKbqdmuUVnVS0ifavFNBXZCFzvuoVSCHJu/6RVnGHwPRegrZzD6YodelH2iUUnI
aykwcFQa4fq2mXQRLWaEwrtVB3TlizY09MuSwrU3meONwS5vpvJXV875kzLCK7iZKMjTDuwg5y+a
OjPuBpGlx95ovZ9Ikk/R0sFU6kEb6S77CKK2w8pE82BYAf/NfooK3ApC4lEH3MzWkouK1wWFMkJ0
fq0jQpsukHKwVjTc8H9Ddyn72Yb6fMTIccCT1TXEjKJ0owbcuwAD/aHK0kvoPS5+tZXR/cyGQDzX
2TweUvD3MCHKAWf2Luuy56ZCjZ82HbZWCKIn12So6nNTjPqVEQ+02qJKOMMi1DXtEbv1LFziCDQD
laaG9ZDA7ep9nKiDexNE2EizJ8uMZTCoyaFI4VVD729cH0ce5ZYigB5tAlhKlZ/ERTMesLssUV4F
Mxv7Xi0JJD1bG0N3gPMP5eiCKgvrWFsPod4+CRKfry1QfrjOo+2xeqsJVQWnyFptA2cwsddZJL7p
XVf0S09r8c9OohB77Bpm7IwQWIJYwNQmEFZ1W8RIiSCr/mxEqtirfWZ/F0XaDqgahaXrt1AoZr9s
ZrQT1HiasApuw0r4imsMh1JBpXXZUe5tFq2a0UaE41AvHcVGEle3imjAVhcBXr8puBCXjeEO2wZU
If1Pmp7KsjRigCBWbQVfctFDHKeBhXJ2qsT6pRnkCmJFST/s20RAjdOmqQ4XNtLNrp9Wgu8DUAfe
PEqwVrmI0rQa8fGCUrCMDZvmagcVbBMpKZ7y0ELMRVG0rKvGiGFne3Rg7tgIYK9G1ZpQS6dd3a4M
YU47ozHyH0RXeuVz9gSPnRXxUpoiVDo/j6d01+mOuONYHHEvnkbjNi+0CGuHekSnthmNX3bBhYtx
em1ei8yg6R20ZdyhqTVhNcDCnGWtqrBgOY+TdTMg6v7DReGsldocNcJcmBgdMheG/aaPyZh90SLs
vw17ICb7OPJQPY/ShCaA0nS4sAWtozg+ivbTz8qOm5peeFboPgrg2iYe0kzxK2fOUVJGitVbhuVc
qQtNiQoL1YwSxQMzict4Eya4O/meXtbFBg1co/QnYaHjHgjoa1xlXoKpG/IC2SLL865bopeAvlJa
lV7mF+hjPtpJ76hITjnRvTNbBr4fExfiGlJSeDQHhCK80VZph1tt8CPw8tQFPBlmXyqCwmiBdrRm
ozYfmUcj8xDKHxBqr3cajeftKCZbSsTnnosXY9RoC2iFc70oeb+w4F01eDTtMKlWRqq66TIUTWkt
hzpX2q1egvMJAO+0X2CZD9cW2MtsUQfQL3yDOUSsz3CDO9rqMX4IqVRmbwe1cpeY1HPKBEOHCbqo
AVAC2HHRV44rF8RNG/cv9CC1NPy+sZ18xT3p/azwYTVX2Ry4zgrYcY59/VSBr5jqcsBgPtMI+ueE
A8fEG/YxrM2IOIiy+M/ZSfV9rtburZGYKfL2LEbVL9NUyTcabCYBi8ruG3xEQt1BqKVqbmzcIMQy
E1QH/FZzE4MaGVSnFZ6SkvZUyRg7jvXua9yl1v9l7zyWI2fW7foumkMBb6YwZVlFsmibE0RbeCAT
QMI9/V3FKyl0pZHmGpxJn+i/ySog8zN7rw3qa+4gvjVVSVmiDOgh253LRpADZ042mc0hKztCvwI1
a/+8wnZI7iM80ghdZ9Gey3Sht3JJ9wCHtXLqhpU5TBe1ksHJydN1z0gmevj7SzB/QDmcfzhmDxxP
bxzwJblfvvEFTLeMZJMXs6g1K/KbdlqjJmv1LumIKykT34W4TJTkMgT42wwkY2ZWeC8BDS0uo449
QjSQx/CAMGL7EaBwwupDmjCapylgJ1w5xkZIYi/0DNrKLN1wmnyI0KvNhQKqJrX+OP5cXKyyLZ1o
5TcUB0fb8hdW2eJjKDbz16R3y+/Fa5SLEIeABY/u9ckue+C3eMOvmZWScZE1reaCz9FdFZZ2RhBK
0ZAvH9WrdMRuLGb9WQeNjcqrDvhmAuz6btQLm1aMzE9jw4vraU+db47ce2M9H4rAKj9MezL+ModN
n2oWabiE9cW9oUECvS834DDxndj7UJd8c5gSt8LbU9oj6JzmjSsSnGeaxZuuy3/YRHUFwT6HvjGb
BlxAfHguTkyclMQN8FB2sVB91Z0Gx5k/g3lwnQSQjFcfdcZAnzheqynmvQJvtdI79efVz7XXVfOc
RJPKyvc1osWRbLUAb6zZtvUbYQhBF5Jr5EIHknUNF0NkYOIXfTQIhfZY45MxV/LQq9V4oGJhWl9q
i+ijedU4th0csHeIZtpXob3M3d+FpU2Ly4vrNkJW0wP37p0AUs1StaetpIrAulA9FjNrlb8O3tGD
wWVDvCnKfnVacNpVEVHInYxso/Mfe7sjwYzUIE5zqxLWl30P9omphHAYyZYQmrgq0YlVvVscZ3Mg
iUVaVttGy2Rot5aEZNzYpln98dmUrRFWbUA+PkI1H68jOK6otRp1o+veyph/vNYiIIPNb6Rny7yz
vX4aEBs4q3XM6sCFtVgPGLJditKE8bnzO8eFdx03V/yei76S4d2V9owIVPvVWQEkQX9r7QYEmICe
MaqgFpFh1+D5VxIDOXCC8sVyx+XacMCzz6JY5z5Q4z1dKM1gZGyy1k96j8vvlAIl1D6aDqbOXk/z
QB3TWbSg4VtCwBFVpJp9MTh/KAhXuoon22bjQ84uCR74iIM0nzFrq3KKsKPWVlKJUTdDs+PRDJca
jn6YK4bmCdnR6t3tUoqKSRaCMRoLqaQGOfw5SNSGceZ55Jz2qJA+fOENME38u6GvnUySTNrAL/4p
a1xvDptCP8zNmlgl2+nd5yn1DI7AJqtE2K+NTo6R01TQMBqszpwoZWnvJi8zKIZ8y/nMtSLH7e76
L9uWrS8ro9ZXi5Rt56i1ghEMbVdAsoGeiiLx4bVAN8oncR71kvwCj/yhD3ut1r9OP48iHifLeQWI
trwGQH2LkBkmRx+pu2AiPF2kjzn7mnkXgIVLb9Lp0VlXjoOSznSdVEaztRFPkg2YyaPWKwNjdy+o
L8gJpYiWEqthOOKyffbmNf8iYAovf7DZF1C9QyKMegQwat4P+nkeIAnYqH2vWjBP2y6VQUXEEH/y
ZXbYYON80f0lKTl5Lzje5yfPSwPnWOr2gNduXptnYhi8PedL0e7LVdhbkqUuosjUzG1AkJ2d/k1z
vbmJ2oMOZkMhDsfMr1AazBtXpMXJSYxWocFqsstVbihpuUAhg3olAJ0KBNrWjFq+I8zHMBJTryBT
prUK/hmDJL+RzNCmgn8y8R2uASKhS1CBwN4JsJguoVOj7ca62tC6rVvqvLT1VL+JnL+1q/SltXGe
D+OPKS+pi+3Bk83Z/5Yd9t8SRDWtzp9y7UqULUtTMDrm62HM4eOy/hYxBgOY9h0CYEY/k4CKwLF9
Fz0GIwbjDqEQGFx3a171b4EkDvSa0PWJgXSiu2n2IYrZuLBA3r4Wf6ne7bvW0q8xFUXirsAMmh6R
bHfXZYKW8YiZEJuk/rkrN9GzNunBmobXqSuDPcOoxoiKimprb/UmNBhqL+uy3PWg6lsaKgpUoty6
9rdRm8AtQpNGRTFEWCt+YDYb3U3c1abtt/CUXhoRqn/Xo+J0m36sd40qeiLkqu23dBXjCjLW4FvS
yiGL4HL4lrpu36rXbwFs8C2GTb+FseViL3/6b7lsbg/LZfsW0YphmH5Y39La0sjMP8u34HZeLLET
3zLc4K7IxVff4TS/63TZSdf/vK3U5zi463g705nyhOw4rLGZ0bUORF1QArEm7kLg/j9FwaZEINx9
i4WZayMc1uq7iNgOltGNLcLc7EhTDlbz/K45xpCleKLgOlS7tE23DO9N2sTOXavc+hJ5LDewO8b1
qC2fbl8qe+/NevqvvqudnW/hc3vXQN/XEtechOziyLcAizhQYCRy01zeg563fKiH5tHPapVF4G7t
va06iGnbAlsgWrNRy2DxaPVLmtEPHzzpL3lskblx2So98CNKQmI1JrnatCkqgzE0kFWDWpYkkSBH
4xEO9p20ERigggi3LWFtmY32pEwigUKZ0efEtD24YCtQabt+NTDzoxGZF+YWgfej5U8u6yyHGxF3
xlOd8lmFrUkeWohHOPgcFAfITgyjZ4TT0jXEdLl5A1shU9onGiaSsXLJ+ns3W3rzryLu81WWsKzD
TZGhRxWF8B61bV3ca9N7CFzgZKRAWVZNsptXUsIlDTzAaaeRcHZyeva1u95RFNIYoFc42xSr91LQ
pvoe2tyZLr1wIEm73bIF0ajy4Ms2+3ZImMQgcdVxbj9mPRmG96SzAtOK3ovrxsmvhYsq6DI7JNU/
oCMQb1STe9Lt5q6EtTfmfb8zcjN7+x7f/H9B6n8zLDYm/2vj8n+p585rj257GH/+F2TP91/6TwWd
jwkYCAS8UiZb/yWaww3+Oy40ptIsArAr/O+KVBs+D5zqgDWB/z//r/+hSLUC8Dw8cTDzkd3dVzv/
T4pU4/9YEDGSJS/QYwjGvwdoD8rtf528rVqLGB2wPUSDvsVhXwB6KNIabbgyzYMFm6aFrGpr12Xc
1KGy+vkIjMIB/46bb15bcZ77qSbR29Qe62wonoy0ArAMficStiaTsZTGkfyamVYQks6lLCuGS8tm
EAQHEi522tr+O2G2AMcG6nanVGO/Vu0KDYGCYuI4WWS/R2j2Lv1V0PWJtHjyFkrrcHAKaB1B2tpA
NoP0tyEDDUw9XQ7MPpti0Zm09JGwQIPcJdLrw0nvw6bLDrox+DumTVevyyHQdaNjcnuRA2UUBXjp
+W7IMZvuaBIUd5QL06vIzfUy2eDwPrOeIcCwMLekb7zhIy+m4egUuv/pc/7QQvQqLKZaQEw27TGu
LCaLsVJ6/sqWtD7REpPnxsDp99A0btx7NVu5JX9c882LAns1izjb2oM9jr+KHopJVpOEwAOYxz2p
SZAXLW52l9gjr3zQwY6hwYeCS5OFe839GDXGh5zDPqAOjiP1pdWBFpcqcwH1QExUc/Y1aJVzLbaL
YR+y3v2LpUCPZGncVnT+wis/xZgCfwHGh24eClFubmGmaHVNKrNo8V0ExZT84BKWkAX8LwzEUa7w
dgSYaETZ1T/Az9zBF7629/Pi4girTxx6CTRC597txhevkivVgTpWgZO0Jj6ibDu4jcWnyJhTXw+A
jIxI94tT7mb2CaHan3ke46kkYK5iDhc18ssoyyRfq/1Q+9qDJP4cXM0sICNvbVT7f7u1CQurf1bm
0B1G3/mpRBAZ0vZDdwiIE2wam8MZQAMS0EM155+Bp7/njksnJKkduDsb/5CSsurmMBMIEsTyDYOj
CHm/1EGHrpfMLniPpfc2rE1baf5m8EGmk5ZCjWxcnUfgWRtdLSKVdV+agzoGRO+xlyGQTo1F3NU9
867V6BOgRTwQdrMy7iSg7nWg0Uy2idhL165um5k3O2OY+MAkKZs17X7ozOCHdFlq56A3FTPyFAZp
2hfWGUTFrXAt2pHV8hOSN4C/ayzBMOoyCWqhzDNmf3Fnc/20HKjZy7wcC0IznLUbdqnjyiOGk/Hq
m7xiG1aod5VZzcfo3Jx8Tfce8RD7DBj2y1RvXMAoGte48Yv+CTEdnXQ1y6PFXo8qEV8w38jUv20u
GWKTamIbwSH5h0a9G+lGT31pGOQXThm1dxoxrlCHzh+yRz3Xl5hlOG0ci557hGX5LHQpTqbdEcI4
B9ZPDdY3FdFyXkwUWMppoRg2tzkzGFx5wXpMAddfApRvzDrFgTEmNq+lv1B0BUCURv2t7ZUWlo0c
fnJJM3bCVnV3hiB0jk3oJZsKyMhdx4MzeYiZ0lgG2bVamaTLsu1QnYp7Q/dYt82/QYPtZGWU+ZKn
ypn88W6/eYNbAmRKxhw565GfdLnMQfdBiBdhk375WJeSAFd+HSa6p2EuXrChrjFTprik/6nb5ZSv
/rFVbVJDTvbS52Uur/W6nAblJfBO3te6cxhizul1Ne5hnflXsWRBNOc+g8havBdENlpufRrd9q+W
E1MR5oVbXYJl27Bzy32BuY5MvIqfWv/hujI7l6oob1YR2dPMDCbzRg34fRlDtLqkRKU9TEFrnjWQ
evFo+0ldddCBlUUmzzZEvK088Q3Z0Flzwduc0CnEGFBFRAvb7DXbiCEDeneuJXG2fntoaqdlGH5n
fC35QddftXEoDiziN06D4sR24lMwKonbsVJ72fRtOKzOp16oD7et9qtXC5TUPtmeTFb9Ws9jza6K
s9a6G2N6Nvdy+AG/R1JImWuMIPNa+uYcWnBaYObaw2FG6Go163pQdi/hAGdnJokJ4uU2wqnrk3w3
fDRlJR48p39e9E8oORyIqdoPo8Av5JOSqXv7lBgWsBoX0tIiq9e4ZgL3scSyxRSS3td2MoJt1hVn
kSqv9qTGUyN5hYLqyyTGj3dOJr2AIVWlYvxaTUpO2zf+WfVqfS0as169cxA3M5rUh+kzMNgGl5Xz
5TfonlGHMeto9U/hnnt70B4Xt6FCZWN0c4z9HLQnd/w3oGl45+3gICzc9bp4aOD7cm73VTkcvcGB
Iz0gu2Vwwd0mr7ZlP21rGYNjSt+6wHrzgqo8DsJZYtMBZlBOlveR6vMZHBIxlUX2gSPv7C5tktok
nU6rnOJUqulUKTHvBiHNCG+p80Y0ov1kjXbztPXG3rfJvk21lEJ2XHfzyiiqr8ZPqaeVGXLn2Vj2
PBCvbpLbNU0JalqmohjSyLOKzGIjjjHbmKR21XAopGdAIM7HPVuje4xwAKA5JbYWanGE/LIKB1p5
X4gPovTmh7asbxb0V2Yj1vnuydqzkvtVCfmlgjmW00ouMEwoWIPVtkP8diWkGuSt9bhqFvqvql53
kJn3JRkpUecY/8bKP1od8ogcRHTiuZPNv+XHpasYbqZ4fNLKeJYS7hPEIWZmpXwTRnkgWZpR3CC9
Syc888XtTXPXLVkR5X2tYoYc+oPBaRu5pRFpS2veMl22D+m8MB8ZxzJm/9geNvBF79KS2z5npA0H
mCHEPKLZ8w5m00PKMtdETCqIxFDurJksV5JOE1cVJAC7W/BICHLcNUR6CBCGrt0kgU6YMUC77YAU
YW9qzHDr2dltUIEBtsJWmnPKAWkwtpnurOcs3S99S7R2N+MXorW2R/1DOKqMDaLCTbZi1WoZu8Xl
ZjJ9cbXt4jVVd4rSKgCBT3yEmZIR004/0icti3W0PziSiXTlrL6zwsZDCxZvRIoZufr4XOS1EY7Q
F7nF69i+B7kQALPL7bROOuMxJWIcDhX1gxekx7oq0sgaOI1rGYRrulWRPeCl0pYHF9dxqBnG1cxI
EDBaGTyIDHNvVukfHVK+sF0QX/SYGw+ztbZJRj1yyVyqJuVdYfSFfhEc/HTJjh5ZnOGsMGXCWHxN
W66sZm6+Jqr94wAjLWym/FbnLI4hdJA1RMR9qHljQ8Z9ph9FDoTOZkUdtww8P7IM9TuuSZQQnISG
FU9NbcZGP5d/S90Zd0VeeAfHZjrorohO88L8pbyuu225fB4MPjaocniaqbCQ8DK7azh8PS/0tRcK
UramKL/DjbmcXbl7dP//Ok0Zz1pDEu8ytZexlsetxcsPUo5I5eG77KkjfdTWnd7UdIwLaQBzuxwB
B/51SRRP6EgP5qa+mtH0zwzi+2ShX9hZAZqZGTHaTk0u5MUaI2hoQh47uCaMq1Do29fAqpHd35Lu
i4zwjGJkSgFImI3nzGO1+a3xFkj3twUtbA9zXg+JbPaoIAmwKXt94RHRsvFF71O2oRZe5Uc59T8c
fKZzLKragHkHx80p0iz07Uo8FcQAH0rI1xRgx9GQL563PhTFSmDAVMqXhnzuxDN8548qSUvvO6d9
0Kpgi6bMKOMKH24CWYOdYT1sxBkYW8tm1vxLuC0gsjXohxMhoad1Mv4NvvXb2BiXSZGdQTTHaSq/
nKJLnzpRY2brBg+YmdUdajbJM7dGbltPvr9+jJnOBEQ2AHK6jiQkehO3xZVfDS2wSTUSJGWbv2DN
HIJs2S4UiXuPmtojwpn1aqHCtHLPraYbyeAETSJrMlfxDk7Y/67u3HLcNNbfvCfppR2Hw2IX/VH3
NfuJKVGY109TYDFqhWlJVFJdPpfVaEdmzvPv4JourFfFx31Bhs7/xJev/wyKMbQ99cdIBZMUBZ1I
Vuv7Vg6/er+8DZl1NWTW8qwby1PqyTZEi8flhcuDiSOTS4mWOkpXlpvhXJnLeTUcPPhUMU+br7ZH
ot6xo49ZfoabwTyPvSR7VexEvd/oV4W8Vc7yXxpkEfvCS7MVRAbnIsnuYXaS+zwj+JclUK7u/4Z1
z/PpLrNK50/2U5BDc216pW+0uV+LIKKRVf+IYk9f0y4zbs7Uzn+sAu88KRnz1RSwAjgM3Jqc+dR8
QNejRNK6Kk2QqSgqr0l85quS+zI1rd8FwJtzDbMkZACL/UkARKxH87gV1a7r62CXKXbulvjnMqYZ
bAK6KoevoDLrd6Idin2FyZpTQ/ywDTjsWgrGKmWvzti6BVQryPoOlINrvyQkKvP3K3rWkDiqOW4E
xmQcX4xuq/rgK3N6qEpxVCQRRLx16jrpmdjZs4tWFv93WnJ6tqkyDl4x/CbYAM+/oWLi57ZQsbdj
8v+2Ma6PRssSEpXArF+2ybjWXXFcq3nYC8bbJyfLRGimWWQibSirgIAFj8G80+fDRQTqYtZ4x2cz
Cqx5TYgV/tFuA5oDR3PlY5BWwckm80DMlv3hz7jZ7aA5Mqm06Ptm4zg3668GZULAUqD9U6X9iyOX
nSctLmuMZtk9LiEz8bVplX0tymcag2OpDpq5Rl11dLX6UrSCDZ1r/pwD00kQKHzkvX+w8ulKi7rB
Yuz/9k2wWwZOytG8N5YMAtrNIAPXizO01MlseNlDhUb13HWZGdOCyli1vRWBqkjy7h5uLjfnbDc5
zHi9xcVr6v7OUQ1Tc/GI23BX82m+CJcBCjCRg/LtNkIBdAQDeibbvUBH5Swnkj2cqEcU84FsVmNl
SfxwxOjeSDoLBcQ0jtbTsuLSMqbMPyEQornUt+BSKjrNqrPkfkzX58Gz5j9DS0Ky9JwuXkRgvATI
mThU7z0CyJ612M1m1ycZgoLQwEbzEkAz1qO09uqE6dX0sEhTvDYw4B508JDAErK52FWNl9/MVLpJ
xTh1RzfZ7QmPao+s+OZD1W0p+ACDFYdfzur3kG+JQKOz10X1syaFPSV/GJ5jb3jzhBBjAvK6+eeM
zenRweIgJqvemXneoWRz6vO6Vh+WMz2NjMujmn3oBehG/yI9qJGIb8KRdxiSp0HDseiVn2jeHJyd
SZ4mlc2R0J3tWC3QY7UVjxM81nKnY6kmYNso3tOVjpslkLZXrj79sQnTvue7oDdarK/M4lZFT4L8
wriD6RmRfrh1Tbkp3UrEog70kJXQ15Jm+yC1SY0TyJcqdfLcHjj/TOjyNik9cget2ylDpRER59mp
WUiuyOza3Gtb47+vcv3IFwq1una7w0wlFpPpxAGptK9FcNMg6H/tyNkYzardq57BDJkuCAvS7mJu
vJm64Z7Y7GtxSyANLb/G+zR52m5F1/I2cKj5QLO5Vtv6orI/EwD6WGZTm3TKb496KbNYeExJjMp8
05WwY57rmvWis4SMMNejbgSXeeAiyK3FBJlmEseOAI7lGzsZKJMV5Rs8+87oPoc8m1BQs9QycqWH
niGt/bayzeS6gYgxhWxlTU6T4Nq5esNGrPm11Hqza0GpJ3pGIVV61UkbYAEWiLDAW0B/nrXfWdo+
p9rwV9UVQZPZqyfK/L0PnCo2pGZErDVmkgcL81lfsqdaJ3nXnxBAIMSZ71OwJkRz4cTdkmt/OkMr
wWA5b54H47trPCvpoMZmpX+2Gne3rcRIUdGTm2NX56YOmigoSmqdLHth9/HYdMulqAmKU4Nxo07N
Q2E4+lkQLyiJG9otBW2xlT2kZRE3mV3ESF9YJ7qfclhu5bIeufmvahySZXB3dxaFMO3DQEByZK6k
AfpmZG8ELLjzawrOA0mKu8gd+vGbd+ebOzMTMLeF5zFxUfCK5/SzFiVatmQPgczyn6m9MDocxVLu
irrIfmS5IkpzyBHSgDrZDShOCPhrqCxcp0CQcDNIzPiZkuaHL7mN83usnwQSHOep9m4wH/0rsHWw
a2hOzsjf6EXeRmz6811a/WmW9kgbaBBTudKBkVVUzpB2VP3OwvvAQKb9a+cjP16aoTvSajKjWnvX
jlr7SsA1OyZEZ/fisyCUQ3GLmNZ4XZzFi2RhGfvGW15Fw4yyHfrpg1+xO3aW/cmMl5+uzZgzIJGP
NCQ6+9QL3J3Z+/lfJMC3liEE1AQuMG/SdvdPJJYMDMLBZKAwbtPrjC4SWTvtQKXYdXYKLndB+noo
Cj6jfG0fLb5vJlTrDacUg8F8mPboVPdV2/9hEpMn6F292HLGKUHcLyOHZViyzdX0hbCcbmjpXp3e
Rhba3kpPPNfEVh621ZPPRBjRUa32B9yVJy1lVjMVSovz2Ur3/cLCT812c1NNYd6K+X58tsXeBq/Q
iewCdy8Pgcbe4LubZ2/Y8mdvG0+j5wShVq7HeWsnQLA4TNauhx+FSoqVMzOvpk1yYzr105g4vNZv
RHd4v8TsDAypauZ8FsNWWwUPrg4MmUzZnllufxCa+KU2hBqd2hud8nZbyv1pBqe5Rj0nmuKL+fFb
ay3/OOKrkA5LXjt0k6CJkY7a/QPbDy924GQ9t2YdIORhpZ/PnuT2EpoEQeYg0CqDBUy8Gg8as2BQ
3CMd5jo/yaY7T0M5wnkgIzR15vEYNKI7zvOpIRrHYRfG2h2WjQoAzhgeqaMOh32YpQybqvQh960q
9khiRY5LxpIhvzTZoiPHE0RJq0U224ETv+F0TemenYFpdW+m91ZoBqdT30PMWBXXI2vEZW41KnQ5
v4G8IU2nIzEGIDW52012pVAcGC9Xb/nMGDF3THSjweK9Dj2PjUYkblWN/W7Y/EMxBV8k6GVPpuXs
U+lcZWAD9Jbbea3Mn7k3PmFe/BdQ5S7FFpDBmp4kGxp0oIwxXMbP/9rUeB5644yANgp0kUdIAney
yazQGv7ZCr1TqvG50q8PsTXot9E2H4Ek6zusoMUO32hNHh61GH7cUB/69Gzrsn70HA1ss7TaP43P
FsNcb2OGWtSd4ZizrgbyNQpwjE4Oreoe/jenOjY7UybbyPFkV62fsHV+gEps751q5ICbNU4IxIQI
Bs1DlumRl3bbY9XysXOpFrtu1qPR+zF6nXho5ZwS1jxH6bLsao/ZuUsd+uL6mnjKcs1KZEoD00By
fqz74qzb4j7oopMp2/vUy0yRlqkXAEnXlFJz6RiSU0cpdjD1QVVdtxfpcMI4Ab5nYXJXcTLp6tlz
H5GRZ4nBOnnXehIBZ1fCYs6sJ032zTlQwbZzCyYgsvWSu6DG1IblTonYiJymEGOrgQqd/3489sPO
ttRlCLQjPSpTFmf921rlX6tHbot75Zn7sj4i7tqLro+L2pMHfyIo2Hr3c1P/x1ytom3wq4Tmr/jr
K+1HShkU9hLTTZ+7uDxTckiHiYqhKvZzrT1rTgYJv5THsTKgm29TvZ+Ed1zKx9LzDuRCPAAGd2MC
zdDK6QaUWI8GwkC6IvIyi0ejuPTQuB45xTO2bXp+MJFrPDgM/w7YhAmSDdYeNlf/2ZZmdlIMcXgM
FwsCk2uHuVWeieNAsSw3MmQle4hxlA+0F7/d2nrJChZqfKwvk+vHFGlGm8cVKtOQNJbxRl497MGC
bN5+FXHq932U5/kQzxQ2eTdTUqky/dmMq5usYoLwFPCgmYY5Hsj44ZSbFwTES10zF5tt+aKvSr2y
Qn0QpXo0x8L7S3t5k81mXNQ4Fw1RyONdOu7k5c/CdI4dpdNy32auXfbQZm56I04YxT8/AvMgZ+OQ
WlqEXMXa79P7qgBJsHabMvnkDfpvu17rZCmbhmH/dGBTgNZc2i8i7c+MJzeOT7V3gpEDtfOcn5qt
X8HSA+N58Fs9thsCiu/8LK7QlgXQhMCBPmn5JYBgJemyfZpbS35o39wYznIWKGa4EDQtO5c3w7SG
nWgaQgShXyLeSmfLi3yywdCTWYegesOZETMZu3EmatEgV+RmWfbamrw7S7mQKWCQGGhCJy78dKTX
s6p3B+5Igox2hyg31kcz435snmn70C4bCyvejG2CVj5VpaNioU0vU2XL0FIZ4UzNbpm6A+jxINKD
6XGlB6L1BT5XV3O0lehknGz77VO2nbL6tzGSFsk56ECyR7DCnFpc16HS9uAMtes6OrtpKy7YsYKD
PbNMsLUO7TTDMsSiavKPVa9ZsZtu10Kf+n232Px5PqZhkQZBWFNEhQ2nHP7jK3qRD+gGZWisiG61
wX9VHfvH1XbrEIHQ+lwMbrUvmnQmILgn5WtbItxtwbtuSWQrXGhRRdp35z0h9zxNnfmMWq8JuXLM
ZGC8Fxrb5EerQg/SG82lSoMr4QaPlWKuTcJfvNEQiSmL7UGl8WwFVZjr28EgDzH2hUEMPZrBaDMZ
UW2Ama6mZpHHZfvWS6ojaVnG4JRnKy+710SMGIu4spF6MQzo086989OQ1PVoNsnPRhPaWv+agdw7
faFCqVt2Im6wS1WX2nFAVNvRIqaWEkjJYTfNZF50FInYk73Z3PUA6w8BHstjm1LosH4ijWKlqM9i
o8H1MZYkjvmyNN9YwJ6zyty5ixENXvnElXkYfM+/C9yXh05h2WRc4nWEsgQDr/+q6Xt6EX5du02a
Vhc/TEeZLyQQfE5im58cNHQiJgpiSKquL7NozAxnTxLHHMpJ+CiaV6SIpHv7z1pZPOawdGgaTGCK
i20+Ib1cv3qX/n0QqX72teadia2IKVG1KNe84mwVec7uac7jactvlb0gL3XTn4BPrwbFydx+8s1G
QUmNgt43KecJFDR5Ylqh3kquttksEx2aIitg50Cl+bDJ+0pAnTQXqWPQdGE6tMxHCXoXKS7ZYRE3
qXQGGg3t0rjsO1RQ8D4QHGzob8ofLvcSDo8nfDOPwVpVVaTGRQJLzH4r66dyJWvlopoQQt3DQsff
jn1dKKcmx9vJdXv2BdOBEu9aAzwDMzeCyFxOJKEWFKunovJ2OCAuTinOi2qSZgU7WTDhuhWd+cfH
2HPRlrIiloEfuVr/BFsdT/aAAJ7+dOt6TiQ1P6UpuiPiwCOBJ2fS8t9i7j4yVLeAE4wMlaugc20M
E/+BzGMRzMcNZDElnzEHu5qPgfVDS59nMAEMJhYUugYK2taOAdaAPVGAU5RZFdvZOvjRaPOtlwJZ
tH2tl+WrsTFbFShpelGdirFN5q27lfiZTnaqgtDerJMj+DzmNbXOvcWSo5OPADW6/feotRE+08rA
ebLhO4aTKpuk1R0t9kxXjwNdcrQGhYWQylfvOHmRhM8BUt0mbd+JgMHk6GikLxjeuXDGy6LaA04N
EqWtZzGWG2FxRB61js9uiiQHLChIrvNpQeVPgvi4MUz0JALjOm8pOD2aVwf+tlZm/8Heme3GkWzd
+V183WHkFDkAhgHXzCKLZHEQJd0kJFKKnCLnjIzMp/dX5xj+/RvwG7gvGqdbpyWSlcOOvdb61gmB
YdzH5PIvU9dEl8jV3p5CmtilHQKYNd689asus3439Ko/+JgU3tY5oyox7MlZ0yUDByaxc3yXk6L4
AMKJk2IJjToq1xNUcNzUiIpmp2LbRwsf2hQX+kcB3vXDQuPmXduEj32AyeOYux0XkhbfgiqPrksa
1ZdiYKV4AER5aa3vc9U23vhYyzF7UFMonhPjDT/gNsmnvrHJV2oKLPOrncsHlg0OLTExkgW1lmW9
gTzP19Vl+g7xMd3LKPPvh/xm+K9tGrwNRjZH19gI7Tcq99HSYtuR1YpIssBqoDHlKwhX7LFpxBan
w0R+pGwo5liaZDOAMjM/Tn5ljw6X3YHyr/Cpamv/u/Juuq0zt48Afphs8Ll/Wno2rO+aT5a2kEjT
7EDvxVU72Het+yibrnjgp9U+jHXj/3TcxXlezUizrOuTpMgNYw22+UIJvaXdS+ExxYALcnfcyG6R
L3QBu186lM7erRtSp0u6MOwNxzjUbPs53D6kVfiRyPEbjgEPGTU9BKQpDl1ggt9t0NxF8GUTeyFW
gZ4RucXPQi5MEdGztPq1FvbDaM/bkNKJjrZl6E+C9iawhi9pxcqx4K9yM5rK+VurWT3VRcc3aWz6
QEqofFyceB9VpHq3yCBRd8A4zGDtvA9trG5dNCKndSgvtpi26FkQBGKWojOoJBmqA95yXCYhJxFK
mu4Ld7l3vFhtUYaS50YNO+qZdrEvsj1pv9ttNaD54t36AvyHlVKW+GM8jAa8CHYFWuVPsjNiZ6yZ
OceRzPIoNrvGC/uGvF/1NgeoPOXKsJ0TpMRMEN6xro/3WB1cRv84ct+ypiJj17d80TyPUQM8kr2o
cXH+J+uG8Ym6G3c8zW3DlrvuCxY3/x6r5W6osuCHkdbgCmnRDmTwaeCnRlrqU3xbtWSrUWd6mesd
4hrnYSeuztjUZ5IS7HT1mM1nrGnizpRL/NH1NKTVskOmjhZxLstIX0ne0n4caLE89pY7HDWgvu2M
FxijTMxqDWEQk2zLN2QJagIpk1d/Yr/U+0l05j6ah/XQEuU5VrUf3LutwUM/LM7HusovXks/Iz+5
6/JZPrB94DXf+SL8teQqvu+ruuaFttQXlnsh+maVPwir5GUynX1tWEfz8SaCTUPgvovZ61LI+515
MFPb4O0GOe9GsfY5D4Qjb+X+Xq0TT5taFM2l9SMyLhTFfhVjVr7KcJoovO5ktgvgGK2YzxX7em9e
U7NTbRq9WS8kgDP1+Yl1VbGjOIi8x9xf4Vq79x03/p11l+Zu5LF8X0dz/5DkAWYjKdPy4A/aXkqn
Fl8ZDOF9f3P10ivmnHKvndH0HOvz+h1znOxzal/qzCPTVqz0NFeDJS8Q1N6BpD7SBEF1IK2U0K7Y
RW6I1ic355Mf24vH8EzI1UTfjKtuU2CU383UE+x1mLbXvu1wsIT4XYKoc18XV2d3ctQjEhXnm40N
1/apZnFymujewxdmZp/gp/pVtS47C4g7tHfP7Z0sguoD/x1xmbFP+Joh+gpI1rLt2guYi/7eFX72
HlQT/ZixEsS8puwJY5Zzm/0WGBYyUuYObvD8O5rq9s3FZnlpmoVgWXPBtMbn7Tpim65+9bwmufmh
mr7567QjqQ0rK33yO2+6+Jh3WDQ4mfmeD3G9bkOREFtzM1bK9fQ3k8v0mFars2eJS8CBVMZO6pCA
buDTtlFpTCLWFFdTSY6SI+VLJ9JSnPfVXKZXb+ZRNDjc2k5Ruw/cX7QIxBQvEm5mgknC4M6fRr+l
b73iExvw91+aRP2g+2254K/GFsaOZNOHfX7nZP16yEe/Jw9dTwePorv7eO4FA2GW7TIKsraqGopd
JyJ7bek6+ya6XF/5ncp7TnbhbxnOhPukyIldVOQA3nEJUPAIrFQ+ZXH4DCD7IyjGapslcbCrwixn
wImTUza58YvDtozeP8cracZIzEUXy/pz1BOSb7nqH4kpSqRCP3kMS3wUkbuOu2HA5tOHhQMCr9fw
zRuSFk2vtsYJ2f/dKnA15wroLPDB86JJccqV2bMfU/DsJm12WlMvYokw6WuaCnuclS4OsMpREGgs
e3SrIb+v5Jjs5y4d98Xgby2vB4grS/YwUNyxhQVDbpDSqrNbobFtiHyoJ6JB80/INmwFl64zm34Y
k99UZ6WvWnn9+6xMtWu6LvlUuZR/S4r2rha3/tMgbTfvUb6qE4pCQt+vapMTu//bMBTH1bXnS6ag
pG6rL72a/Bu17KzOxc1NmPTlo8iGbwXUChroquhXMdlmezvQ7FOM5graUWMffLfTrLxXNqSyap9g
w9OKp3v+ndNCfRM86xNXeG+rNLmzIS4UEB63oevhwsVpxZm2jS+3orV/lefslG/GvzVkhcPiNDxN
GnZ0PAL5EkAbtSdd5/nTZGy4q3M97FJg1pfJxbhXYbp94vCa5SfBFopqRG+KXsg3md2gvfFQjHA3
9jUpXbKxbBRNRunC2VB7xxJ0gDrFZTN+jbHpqPPzeKK1AZqnYQt+twoygYnCnmeV6LcoCQQTaynP
YdWOh9H26m4hxvUQmLTA+TpJaqLxOO3F3Drf0zZZ9qhmSG/D1e8Vi3yOsIKrB4qUvXbxK8Ff9STL
Yn1bQjk8DNlcZVvYNDcfXq2vSxXg2zQ1oBiUhv3Y4sYLBLv53K2ojlDzcE+GNHuuc9/fJURCN8aJ
SQ+kdXcqq74lWWyluteS1TxysthhhlO7emrmj9yz4aadAZYj7uF4yp36yy/C+Loskf60LU7wbUSM
f10DFimDdr4KOXss7HRMpUjf9Aca0v8u80QujpjbaBinkubTM6HYSeTZXRD6eFSkqb4PeVc/L3Lq
fnP4v1GHMVG13p2TfzZzuG18PFGLLYu/7tjoXSPMclm6W9CDwFx3BUaAqEpneUn1uAkfi/QZZPfM
PtZvXxMiWZy3Rem8F4jKt8yoSN5Q9fDWto6GDo6Jhuof6Wx4X+Z/KO0cmN1dub7mODa35aLtV+tj
SnBJZf1m95tBrwIa2K9NjcuqER/5xMO2SpcMc0kFDNOjbRsNNnwkXocc4C39H2f2vHel54nW8Cp+
WPTEUBE2673EXXByaKTeiqbHyeMg6mzmmkcIMnjOQqVoqJDnOzzjy6BjtKRr0BXx+qJEHB4m39Id
qUbDc6AHauUJJXcq9kkuLzOTkE7tfsaxFiK8jbdqUBvwWhE9Z6Diaq2/E77TvSw5QzA2oYJvGWvd
bs0JgvQBXvH7WRF+nGkCf045/hKdp/lvV/sTW1GuEKoUC28ihcxOdNPMg7zGAuFs6JfpXXhj+B7k
Y3k0a4s+K4kD8Rm2FaW8tT3hZB/OQdvXn1PA6Bkuo+bMSNqrBrTBa6FL3nvCw18iZQpOu+Uomszd
EyQfd2qywz3zHfZ+MZBnDAVrIU4J2YtTSrFXmoVMFuX8sJKFK1nH8jveJfXAYaR5catVs/qENTkR
a1vhLtjkSiZPXJs+z/dzhD1PVU314ozdzxhW446q3UcGQQGLy4CIadLGIqWMdLOsbvRKVQHSJjlh
hPyhDbFp4YHnLFXIgw/r7rsawjNx8f7COaV4kK0IfxgaL3amHPM/GLygCFGpRT7YRstr0bvE7OXo
klFXbECfixrPE0YB8VBVKWHYyB+oes/H5rExmFk2Mlk1ZoNQgaYfWIcxMQ/ej2AMs88sLfgJ5JH6
LRbLum7kGJVVeXqA2ZU+B9xq/TnwWGmy6p3Vd7/DESXrWF9iMD80fHUOt1zkZydZKX84kSGat5bj
3mbWmhNSmIVPXeNWuzilbIyzjxNs1yx2sLTlvP2IkbzP5Ll+UmksX6Ik6+/DATMwEdMFN6vnQsKo
GbusJabvtqyZyLEhF/CrBAWSpHqi7XBAOu8RUWIW129kxWaLQONG5jzNuqahkW6w3UApxB4AE4a9
Tqn66Ocje00MC4gsxexW75NSP0j89d1hTaT9gS2WtU5TcPxeJQLstvZ0vCubxT3pqITL0oSZfOBi
T77JwU7PVrcu3zxnzQ2tnJxD4tFlax0WMY7kdIr3o9cHZ2PC4T3lW78nEDNtgq4av7NMLnF3TRiN
fTyaO8oUWL+SV3n189IFnYZJlwIsy7Igyo/drF/JsVPwK9L7ac79vY3T9R54vf5oV5lS/9nwt4hF
4VDAwJgVx04OqyU2trr9NRWU/G7HJb5p+B6t1jAu9y5w1UNT484q2fu8Aa/KtpOU6y4NM7qiRSqf
3FHkdzWm4fsl57dessU7TCtu7GyI0u0aZZwNV0ysAGRyYd8Ug/R96wqx0YPvvQdJGxCgEPpZxV36
MLVJ80p0X381hjQScWCTXwLpIvUOOIiA0tRkDgegFptsVc5PH4sSoJJ0weLBGwMCnLwWLrx6NvnO
z2KYzUMQaF6Cy+SQFpRqyzWun/xkrJ+73hYffqHGw4C5Bi6lzp9mZosz8j1bZ68H1OFzYuPdgaqu
YiffsyCI93Upo6dkjuyuWDz11jFYfbQtG+zFD9MHo9rlUHRh/EW5WPEjwHP8h+IiQ6Vrn2/D1a85
QAX6kFRkjjYUgoSP/jJEP8MezoANSuLD3XJD0sVFk53oRc7ec6VXwaaWvbCYceguFLhuUR18EJAq
/eEkRXVVfmyPbV/k39ew1Lu6iVaAFn6DqSEY7wsxR6ehvpmtAsLXrJYN2AnBItHJ+cKp0i0+NXbV
N0l+9sG0bn9eGr895zWlW7nP25B+GzI2kRvsyHFYrPJ1C3piGf/MmaVCOpiKz9mAfrHE9hl3pEy2
DCw5z/Qhycr9CudBbSY8eb9179N2EnguuYCEjSFwgvmXW1FY3OflCwMgXbezpMgaSeITU/pwX05F
eZfmUThg7eM+5S0bOx24CUp64q4xRyLuvL0GUoes6MZzzDppy+MUhTolUDAQe9nWI7bGMrT+3UxK
5SejfPYnwdX4DjkIisKt5O7sxIoXVNKhNNwySQmGPq3eVDGj34+uSE5+ZIMdbTJI9lEQIwzO9sgh
vblYj7CN7deZQ+sUEqwJ4TpITbR9KclZgjYY9xxEole3K9DwiJopf3Z/DV4SfGvdcDzZyfW3igLk
NzdvOP7bQbKmLFnOdE2G46xVhh8o1STPN6s3N7xZSuwOxm6mnLaYW4eOPs6UHnJ+SM886OlaR8N8
yjE//hVxx5ZkvLXjemImaNR1QD8Y2lb4CTo22Rd44eDkNyY+eFih0WOS+uQWipYUbiGG7SS0544b
lClo0uWtV3O6Z7GykCztzGeaeOm7orZJsqVFsbNR3H31wRodZIZDzbM9PwxncV/WyrIr8W774N72
T/+Q6PYiQusJAF1dPM2R8ectWZZ117FNfYsmiiIyVt8ndudfXub6egvJJmW/4jFQpumt9tbJk2y/
CqNPXuEIvkNsKfj/qG0/8wLyrvDn+DXp5sF72E3Vd+aXGExR3O/+QbNO+sbJ1GlKk/6kW3/8W6y4
b/A186AEg4KRrhVYTdwZkr/jYtSaUmqpO3rE2aqIY52p4W7Apr1rQf6z21r/9Mj7j2FSY9ec9Yyc
M9Uh02Ds+siqga7eJnRQys1RI0gJ1ijEegxahF9kH2+TMg09OHKqTkspgod+vp2jy3I+V4qqrmL0
c47aCvEljmz+sUYt2iVXIYoVY9GVSeISj/n0O09Ke9BV3u8XIbK3fMSUvG8jlHbrY2cs/G560B1m
+xgT2c7U3CDDqPJXbcX3sGKSHPvKO9OqkJ2bvB/e7ZpZEhs6uCqiQue6D5pd5NBUUxRLdv3HHw1n
8iDKT8Pq0sfeieTQyig+wLADyNLi8S3cd95PqPHjLeYwpjkmrl6unDagK3wqdQP60KRdbPwWKhMk
Iq6wKPL6nzwd6j1Hl/UARssHb6q9dvNPIPOYoKKfEIuZ2gPvLvd6g4k8eDKLLxmdBB+4/tt3hVFm
90+O+cY2DhjfgunnWEAdZuvDwfifcchCSE9VdrJY8p6LFP+xCAEMuNQnH3MOMseJZNG/saD/P738
X+StBvf/nV7+HzVyy+eYf/6n/o9//Uf/Ti9DvP6Pvo/b//5fBR8idP6rdJKApl2qQRIXGvr/bvgQ
McUgNCt68GY9qvUSfu2//7f/1GAx/F///J8Itg4cRTLI/0Hso2GccHQALdPnHE5MObn9+v+BC2UU
Lb22iBHceZpUQ+9p1rQYBWJXn5WPNZuAAqNlyyALbegv1JR8dJ5TBhVxDTGRlEjDDRuKngu+I/Tv
7WG2+IO4+GwYUHmqOOGSPaMGrkH66OQ2sAgCKs0kXrKlGcE5gm4L7OtAm0EheL51E9vn2g9rnT0y
iiw4kgIgAzfmzUSnXz+LMcADbF17aVMmICZgOtpObM6X/ssZRsMxFeLngv0aDtNGKVj2e5TEnjp1
rXrv2FqONQ239oinYjumgyDaBBaLDeoiwefh+QpSIlrbFivejZKS+SOPjkW75WGiQ+ihUjDRHttx
GvLzkFctXY0CdFzzCYBNU65Oaf0LH16yAyQ0RdmucGcvu6RDA6OqHFAt3Fihb2czKTujlqSj84tO
vWsCFO6dP6H+ldBI9GhFFmNiKfxMb0OPRsATcdTlDMqJGGqdhDeKXz+aryrxu/F+0Vn4zCtNNjg1
hyYtHkAU4nz3w9h8h1fV3SUBNqB1CINf+AioO88XTl+Mcnm4FdppkiMbGWc7Ja77zRjTL9QFEdGJ
iJHNajnxw0KQBDPUbmsHg++2NL1g4YQUeoZ90HwwOyy7ETIX8YxVR/dgLCybYxrehwPW15TZu6kP
aTOkSEBKpsupkMO4Hq1gxPBe+4zr59uwrqL4O0yxwvothPCrDQmu6ElUmVW7zhFRt+1vIO+7MC9g
TC3aV8l9H3td+duZAn3kxOHdumko6iTidm+8oNsqOIWvPP4x0NE0QpIzo8yVF28pnqZZ5rvBi/HR
LrdUzyISpNC5JLA39/PGKTP9M0boOdjGKwKyb4hs1OYxLziCrSuCsEctrM9AxE5DpIcyArdkq6n/
8FAgETbCpSc91jnZu4bD8ZzQTsFJtF3zt7W3Zrq1J4/2b+22LcZCv5nNtZak8laPDcFTt/h8nHvh
gXFL9349p9m+zoblNOAei3ejbzlIu/7oPri9Fvts1X1+Id8UcsEUYejAfuS3uM/7qP8XWUwJS5Jt
SLBml6KKyYXpHDjLts9NAzgJMtovYsT+gajwekphR2XnScAb4Nw3p94f7mC9V8iSZ81HJwhtNMFw
CpaV0BnHIgzk1iv6bzrSYfZM2M+SGknZcHAQP1CASH61awPzZ5aN/8EcyxwjR/HdTFOZbr10bVLI
aci9o7dWrxyW1i1vvJq0H7TvQ7M6Axfn5PVqFyXr8FRSdMknn9VQgTxoNayXpna0RCywLBIpCGSy
T6Z5ggiZ1opYAksQvNM5Eaxpwku4zjOxOEt6F2qVX8aXoHUVCDWH8+RmlFWkPkPf7z8qv6jae0p3
yDophL/yAJJMEIkD9MXSHQ8KM1vduGg8wksfyABVFxPH+Qv1g81HB4b6fVy8+WMpl2RXaiOdHQ8J
tfV7r+RArdjUAH9tSN3u6wY3p0sZw3lldjtyvFHPpoo896imIURbjRUeEYGZezsVIn5ocChfgEWG
45YEf3/B4GaIfDT8hXt0pPQvyijIjHztI2oUS/QYBSpl4Z2G9tBMJrpQEB13N19V3RyNx6y0mRaO
smZa+24TT328rdNKPcZOSR1g2QTeYWRK9H4y8ppkL5dOtHvov02yNXDCnoxZSTgNdbTuhbZruCnR
QHjc81rcIb8U0WXujPxGhREflFevBiF0WcCkko8YLrVwcbdbm1r5w+ub4nltVTIR9gzdBSibdSVq
y4jLjjWXfm3CZXgo+hTpjjztoRoEGzoHDeYl67LgqRYKuGKqO/EXLBRsRls34YjQjhkaKy+KP4Sd
pQKSkZY4zJjE5FjxJsstUk1tCF98gxWaIyEsWCCeOeXS0tYVAB4P8+yN8zWSbhGevHo2R8Zi+RNB
gpwifwbOTIeIbHIIddGd6ow2RhyBfHw+qM5djGpLWAVnh49TzjM9WE7u+PwFlJq4X/22Ln8w7edn
keq+oduyiSzxixTQoWwXjPQ+5AvjLM6V3gISnKTEgmsSCZ7kcbuwvZH1/N6lkD/zDcS39c8wuBDJ
eC6xVvasw8dcVUd8FDSXlkmsDwO3Z7kvMFLGGzlykRDkH4qnFv3BwVOHp11NwQQKKTRzsjdeBJNs
JjKIZa6rGudEEnicyW72WXn7L8fmdxeCxT06o+bti3atTl7ZsxcaDLYlpJ6JYETCr7W4KmtmWEwL
bsHrfZDBQBIVz3Wuk7ekmwL2sBCfNn0fBRVLy5GFIUZelst8aX3KKRDex3qOIjk/xXkTUw5bAVgj
GisHvqKJZ3xYt2NGZ2Tt3MINmY9MdtvtHpiT1gPM+mTvUc1yiHTQaYwoTtG4B1rYzTkeBuvxsxKh
ulPojXBFvFE7v+eGllby83iZW/I9WUrUuppcNl+3E9kyqGh+YmZaePwV1XFeR35aCHvMPIX05S+j
2yDGpTktLdlLzZ5wY+vCPfl1n9dbkxBY25S8CFl61FZU70mlkRwBek8wbmcE6qDw2uQg+cgeOd9W
MVWp7Pb5pmrdk0XNSQ+5GFQdUor8EI68cuc7wXJEg10Ngj3vJD6mpOIUQmRIxqBDvGzozzdS03jX
yhUlqZM2+KyBzKiTihK6uth+gNCcSj1XF8dJyuc64bGH453ellPt+BATmrjyrl7WEtGXE5TOrVsH
sCW5zzluBbxp31OaEt6clk3WZiqC5N3pV67eqKrqlyzL45+sVMSPws+T9pIaI3tkagXbMhhnCmcB
7LECXdcy33ueZ567eYUy4pbzzcEZlVH+UapM/dZ5GoScu4iSbZcyVcHDJLypvo9Xga3K9Bzmt/TH
sRpKlPC/+J0S0jGEj17ihhDc0UaKqYQia3BhCKXsdEsW28Wupfe12ksP5WQXj/5yNwpH1vt8WDHu
ZdL3Q4x75CE2IlkLnOS85X7CkYY01g/KisPsCKtfIFBjFaYw1c6vcFXnr5Wo7PfFhXcMgdDipCnd
DuNRVN0s632bwB0U3SyPQ4b//30pxrQlhromXL7tWmBT9FVYHYq5Tx74iMdpM4syPPXcVFeWkt4v
G7YtnY/Gc+H0TQ04+iAuUeR8MZXVTrKqY9U2BV3OhR/xCM+DwIT7OIs9nzm3iNpzH1pyD6WOk+a+
d7BSdEefcnqs1cgkaXOETAT1OipI2ixTUH4N0TDcDOqVQPodDJnQOothiwQe9o1iHuNXfPPCPdds
/zBmQs1sDqYuWtR2Dx7TI+Q9RpNqyLp/Lbn6S1MpAGh1YtLhMrpB8wuAaMgMwrefbRfXU79N2avx
GRtilp5H2eKrr+Ag9lw98thIHbW/ulHnq9ppglp7EfIwf7HhtHbXag1XHpKrLUk/GS/ukpC4ry/f
u3UeyF4St7zHzo1N04TVoo8EsK1DMkznEMuieP6dUsrsnsF8wwxtu3rBsdKY5B3PRiIOBpX6QWaC
ZMFaKBLg4SqaYu/OBgOAYGsKmpFUNtQcXkm3KmsZ4GFHoDotpkrsucqn+Zj6so2CTZTqkjiANevL
aAeLcUOs8V1Xu47F5QTUZiNDJ6eeOeCJz8dh2MlXONm4LLy5PHQmb//mVclaE8+YfGtub9QNEUXw
HdPk5z9CsSLZevhC7D6WbeY9l+1KgYOK5y47R7UX/9Zj1XSYq9L0HFW6gMjWj60ieW1D0CYCTgrc
UqgVvHZ9TEmqj4bnOHf8Pz1HRMzcXjFdOss54Y4kazTdO+DTf+HFze5XA2BTF0LkhxqquGHXDyyX
Y2e3bfndx03TDKD+aW3gIHBXrWxSH7yZmMD9UrDH2k1DI75admEQEWkYKX8HVV+bL4cUCxbntvf7
ZgOWl4lzDvXvpZjpWUZ5pPHHzxGds4xBTanfUSlZUI2Dlh++BQYJyFJk30S0huCf2kZfQ5NH3/ie
4VyFLc8Dlj1JR3RAD6bD/VWy/+romnk3zuill5srIdrzVGI5hs6t/YubCLkcotzSPzvDCM/fysk3
2S6k7q58sc6iezjMYU6arVGc+bY10PjqjuyO41xmy/Wwb+2gwICnFEEDj/Kz737RDOoYhMHyFtRQ
ePeoDWQgwz4uzCN6dPpzoniGMdewW6RmfaKA5EjED/KIgDFv/8zO2Mp3G5YAAeiHcPGlSXPMYZ2/
TGvkfIPC4r1r4GJ32snX9lvQiXXXh974w+f9FF+LnpzYxsQSkCJat7Njf70yUOO9gIsKeRyr+eyq
+E5FrMpu2c5gm3iBfrKUiJ6ivo6PWDkNoBNcez2ho4tr03wLs8T9JhyN28qjoRvIfd2xWZwmMxAo
Y4RDEdcJnCSOb8/hGmKi6PMV7ncsA389djmOlD0rcGJNXUmQYh8WUXJh1p1+MIZmrOfpBz453bI8
jCNTECBaLYm947KODkzPubvt4j6MWHPe3Em8BLmj6wTO0UfGtVBfWulypACamS2nRK8MF3EoizdN
c9KCMht4HIRnDIF+EBTHFMb+nRZx+dkw88MuUPrVOnXqPBY2HPZRDt3Gzm53CRB/OEBYDHdCLw4S
NIJW+it2K04uXq2GpyYkvJhNcQ7psAns44xpZPrRQMs/S3IkZ49IXXYfx0hUE1SFL4xPUbQfMWg9
ViowR5uotthWhSkGulDY++zWqFxfaqpkDIaDPIGOAuzytbQFKCavaJFFDbRi1qTkO75WgMnvqR+Z
8Dz0bOu3bel0MDDyKHkPU0+9ThmLa7/k9HLzOUClSGGcqOMU1MsvKRb3VcyB+w1ChNqqfhXrvmqy
8QiTGk3eztkNRdZ5DGVesT4OxEiANMRs7gevpM+9GMOAeQ0hiU8knEnDdrYwRwHp/2mhM/KYmB7K
fJSP4sAfOMTY57DC4dfO7MMEzirFQBmQoo2lV2akpW4g1KI3/nZyc5gcWDuxapHZLL9Tx8YH58Qt
nSMlzH/v6nZMsc8cquP0T20K9V3NkjOn5So9Y+LCb+2l08yRvMN1xhw41k+Nq/CBkBxJvL1H/ue8
at/BQWV1+4nPD/ArXWhhCEMuDoMHAY7udlT1LiWn1pttL5M/O79w7uLF3EJ1Y66/10kDI6l30de8
XCbX2AtAK01lX77G+MlIki+2kSc1oIJtoeZO9xIfLz/sucFohnG5+b4GkYQmR3DzGQMjRIW8Gjjx
JLxImJB5458wd8XvNuHm2g9zsFT3ZRaN2OyWSNCE6AnzS1rpX/xQpEe3oacOn675XIOgrY4NO6W9
GhN1jHKjPvA6OnozeUiDW+Kg9kEZV57GvgHRVd0KCPTsEeiKFBF/0qvt8MhIHB143yeUSYQK7FQZ
KX3IUw10pJOB7a8OMNxutyJK5K9VUXPloMvOONcxUc+8m7tQTncZgI+nbLqZx8PSz15z7GRbl0vM
/0WIqr/PTY7mKgtU7TNM+vjVd5h9uFuKoydVeRco4GBSxPGz40c4gG0z6fAkgArvRukm50QWdcvi
ALSpXVDd4bnrE1p/izNRceg9YFn0F97LUfdTw4F3v41hNHv37cAamIcFZPCN8klkTjfz3BZsGOuI
bVskMX9Un8AAYox4zYoV3LBTVLCAyqlar+mYFT+Ronne3tYNlx7P9AjbsKkoFxyTgv9zKMwJgxkA
1W6OxQ9Gqlrfhcg0X1QxhLR/Ty04Jq/ntC5Ef4aLCs+ULoCERUmRNCQmayfytqwT3UtWpEbuO9m0
Mwwtt6r792is2umpXIVd/zbNbJ+J6w/LY7EubMNCcoBoQX79uKYiMx9F4eBmacmZoSXCHdv3cFxL
Ij4aI+I+I+Q8PEaFD72tY496aUep63c/uwm1IdV8dU52t0VkjaphibeI6iE7Xy/s/7S1dlA2CSsf
2t7RFjfvAMpvUwEIS64IW8SX4AUGEYAY2FfgANPxoEoOuajCmfy25GH06Huu9JFmDLy0MMd9tY2X
oX7Aj04rBDoYoCO2lF8FW5aSRC7n38M8rU6BISJJHhjyW9A7ql4OeG+XJ27l5V2n6fwypopNQJ/P
GdQACEZkPrOlOrhtExyXOs4C0IclenEqjPqfHJ3HcuQ6FkS/iBEkCLpt+SqVvNRP6g1DrVYTtCAJ
0H79nJrNRMxzLVMEcfNmntxjWiGOHYXltcyH2ykYmmHeegsfkP3EPjk+te00ZGDx/GI+Yx6a+O/h
avvAuQCHa3Ri+4Rpyr6ranKB466Qec6xvwBlpHAlf4NO2JvNvAyEH/uVaphd39fheM0VBJx2dN3f
FfBFubcN5N/TYpZxel+8ePhNkKj+mLRrtzXpGEDoFdjzsPeXi0NYCj2pm4Z3tVjOzMHt3GXvdzEJ
3ZA0606nJlmOHKeNfsZbkuCFXVRUPku6Wvy9kyUc3nPSxV+FQm7Z6MzmGacAjkdRttOxDtvm90or
0tWBvoYn3sGLbFvy6KGiecWMIX5iNJDglKsbUwIXrSiZmKLy79DVQL8o9DmCAoSSiX/t2hAWOgG3
B/rWe8HjqBP3d9njl+D7ah+VL5zTqMCNFLoREYtOzwGjTUEAEGddNZtqtMtpWML2uPhp9oNFWL6X
3dqo+2bWM1YiYjX/FfSePGd4wU+pxauzYctqLp7xyRhkbKI1XOH1ZvsyE+UYDXx44IaVsIaOPhV/
wzKWf7rSMWcfefbcsVPvNvmCIcUvl+IXq+2VsqZkGsFueFhffwvEeB6jSHvPfRqo/IKkqeUl92OI
hGUzRPOevawHA9kW5oQRE5tHEi84LgQOAv9gBYnaI2ZIbdABhPF3laMkL3/M09ztPamSuxSTx39N
CJt/O8uVwJsVhXMd2KhGPwiNteENGsMNdYSbjoe6HJCe8TWsRLmnhA09d16fsoUHPHyBxCeRZBNp
rNCiJzg+Lg9m9Y5VC5nyaziE2fNYDLcAZdiQe1hXsBuMERZ/3xqL6kmTUv1IbyaUnGUu+FKpWEQE
/RQT0vUWMTxJBSINYsXsztu1lTXqWqXy/Gn0pug5ULwvHiTxT3KAdEC5/zj30o81GCBMhVER3wOs
Ek8o7PwK/No59ZmGrSI8H1gUYUBxCXKaoD4jVcVfQxBV92mlo31AR89H0rYlvp8k5obKdj4+sbzH
HdFz8awPMGeQLV0zTc2Jg8a5LhA1G5yXKQY/rO/lY7jiHK5mgAkXp4uhZudhG38RpSR3WgU+KKy0
BdyZk3E+BNQM7lg0YYNojSMjMFSNB37MduSUicXFvFsaqeMtFniQIoZ/fH61UVYeaxEHlwXS1te6
kkfgKfVpPxChEwMBd/xTkLBE3sWhg6F6TrGNssMwv5WNcUJP+5FK4MNoRO+RprTFOU7WBVfs1MNg
JNjyM/gLcspIUpHcb48ow5g9YNWoLVk/7vvLn5hLDs3SxkHrBdv56I2V/M7EoE9r5wwvnCvzbpJV
jQMcsPA1EE5R7SOWN+poMFhXG7gMTbEnxlZs4QVSbbiCKo/22CiMOHS9i0yA5+JG0XWr935IzQ7T
VfLPLaz7kulA/1dlKwG9AmgbuFBvvJU30Maxd+c6eDaxIzQHiOf+62W4QD+wvr74o+DeHTaLnTkN
K0nQJ8nKesugs7a4GlHenpFG5p57hMqeolaV5q6i83O+U2ZU6sxdxmLAckT81gjf754CD7cN7/3E
CZ9kHLPSr2If3FQedYz2OpjurAwo8spiuLPHGL7MtpA5V4B5wHKy61m7wGi39GscbczDwiGcsu4K
yyA4uOMQ+58qmbtoXwmi6ptiFeMt1un4tElXXuHtUDwtWA+kivCuz9163aLwEUkgfZdarphLG8gb
x7b5JqHW5Q9VP076LNvId3fMwzFWiIYPIkdeqf5LZGdYwDjj8Oq3xehtmsqhQsG2TF058WM+3wuL
oXAsi1dVqsnbdU7pceclJbkL/R42HHtLMlQBmty6i2sdoElDhKS5xwxVCvdlpvAtIa+QTMQflwp1
dwtQczpOPP2vqxu7Fq/yiDi9jA0x+AgWPp/kUvxJfED/m151EUUz+fCiSr89zzHaK7ul4WsVVvzn
JmZ5i4vbmkqmHTyH0s/ssBWtv0puSPPcXIqwW6tf1ZRMzjWOGoiAOMnZeop8ECGLulC/OWUbPpM4
HJtLWci62a2ria7L2OHM4w6p22d6RZzo1MLcA/xdt2O6mfI2Gj5Tkwr9W2aG5rrVzOvCQRQx/ksv
L5pDV0Lce/aTKSYMrhIPCI6iGO1v3ySQbNd0wB86zUMRYoukPHiHkbBzCO3B6kanQi7jwjJ9tZYC
wpPmx7nxZDTdE6+w6mGZCM9DS8FUFA5q4A3vm8bbxwS+q8/QdOGXsAvDWTJ75UlTj/MH6LONN7Kg
/onOJw2V+dwjk2dn5nD/MuBrzrdBKFhyNAI3+lza6L4Kgbxs62WgXKCLR6j6ZeJ6R79FFXnjRRP1
qDxhVOFAo/iYFZDWwzvOg3S9uKOujwFU2fAhs23CmrIQAVVL/mrbkWxSHiZnD4XRHOLS3LR1dI/3
vBR8StdsHP7NrVjFxYyNVhd+qfKOZYMHKBTj37AzpaUEjXgxBtU5HPV8mUh73N7Ki6awC78AgtZN
cL99pSsmADHYw0zFwPTaaDKoeDaWj7YuGYyW3DfqAuLYH0kB09EBitpVsGWdJWRbh07hx/VU/kFc
d/ZD0op5l2hgRcdw0CWWWurgGI7aaVcONrr9Fpjle0TbO1K+UMNDTMxxqXiq4ygYT6Lq5H5wXcDS
3Do1WSFGhLTtIvMWROkS74eqgVXTO95Unb3Qmbfk+Lz9VHnuHRvZ9r/FlhFP7zwuybLzys6796be
I+AdegB8GB+4B1OyF+4cRWmv20sMce5M0ZKdXcddCXWkAW0WBq9eiTP4Y9Zld8dVnMXZLPtigRlM
f9y7iJf1yx3UyvODY+EX771UbbDtIZ1eZy3dFbjskruTC4cbLfojq2qVY+Lyu/BxZbpiso+Mxluq
+yF/ZVIlv46lK5GnNEPTqTdhUo/QLs2KvxLwc93mxG5nkCXcI4okBDOgmOKu9SAA4O1l31LecliJ
OobJsSAFQedGNE7NLgDzYuUfXHuOv+HCggZjUTtHirR4T6yY502dnedS5ypCrbQt6BJQB4bTP8MU
fqfGysaEXzNPiuaseDKnjzLIM/GkqaXJP0Ji5BUmAMMIWm95MsIbpg4W3QPxW7nsDMl1e1x0kC3E
q4vSPa6eSyIJiK1OPoUZEm23GB0YebeLcNtp7wyJwcGSG0rI+hRh+oAhFZIg6JXevHYsYGgt4dFU
xZvnl9SIM0AbNPuLVq1TzlsdBNIuABQnDVRmXKvcUTtM2SrpjgmitEJnDbwJHCc+Q/PQFH6k/zR8
arjlL/Oq9zlXBMulOALgz2VtkcF0pfOD7hCMzuFNz0bD7p5qcrjz01gqEB/brqtoCVN0AMloN0sX
ZPPGpz0R0NrcIrOdHGZXvSFRXA3lMcsrj0vyjDjvbeN6scNJIVnPW7IPwKhLoTv1yMmBxXDDapd1
YA3K3GvpZzJ6Iu5VuibYZI7XaUqipomkwSFp7ITdOa3mVjvAU+wY/WhJZPXdg8OZXRlku3o/gQbN
qOSiJpM4Hvz5uy6lykDhXY/Jywpc9e4vDZWaXLrxq2bPsp/DrQmwjpzbLvPKh1s19XxIbD8R8Mf+
nh51BWHjp8e0Q8QKBxMg0lOShNrfySWg126r5uBmB9LYSmkhZXk1RZdwLuvAw10D4tuyJs6op/bV
HDOpz0sFyuBEZkOZOwxkWOoRpAWT6Ab/CNZikp63Pb1oDODhNU5rERyrmWq46cWUbeatr4mLMfmI
lYZdPDclK13CDvNC2ol4f9pvMkpAIStGK26XrY4airdsTKvA3ex0inKAFPtWdGZ7YfWJqtwZ5Eqo
IfrTvTKW2DuzEjlKWxqOjm6fh31K3xPTqTn1Lg/Rzjgd6+AK7vsE8TaiG/JAONzJDnx/QX9WK16S
52nKZ/dfEacO2jZPRfunyxwWK/+CvLNsgGXTSJZYXJZpccl8kesCPhEdfLyJ3IA3qLOd0Tecn34m
wUY/kQ/gvMJfQs5KLS79L3QejCzl0PU2bbZUw4NfBXzFSvRqvozxEjoPBU1Cejvj9EyeEoC4vEbh
WDswWEw7FRp6YqGTf44J8+Wk+tbV1yqvuaEGqV1nNsa5El9FWLssu8D9ZB4UEOMIVqlBH/0zNbnM
DedgU+8F4rKhDW4VUFG7ai6H+xFP7ptLRomiZQ2P/U8xu1YfFmILQMM36O4VWtKNqZ15+rzOOBHe
Bt/WBCFLuJfFQ4lYLw5jx6JgP0Q1SCJH6zbZ4w0bsg9IncKepcLt/vu2IwjPhhd29MnxSAVCPFVt
+St1oqV/MF0bOfBbSA+NW6yo2XoHp8NMdFk3QuNIzTnreFsMxQy4SzmxOMRrlrd6n4pYrYeEAmDC
pH1FAryCdDl/xaHJxKdFDA2uCFFcnjeJyyvgtZLwRY8NwwNhT48M7RqQIzDFjbiB8xBZKDFJwhbV
xe9TDWhibhsi5teQlDETuDFk0Gj1sqrbD1x7kwtajrbnlfsx4HvJXHvpoM07Ll6qvkt2LUy5+YxP
R3T34yCD+B//uzBouTB0KGuI2ELVZ6QRhrNZe7QG1WLhE8nok8bFeSqoZDzkaGHpAXNiSQ4KJuy2
HhqmBM5Eh+5QRqp5ZKog3wQBokn50Tw0rK8SiPu6W5LtEI6LuUwRdRAXg3UhPQpo887THPJ/TpHr
+oR1C9csAAtlp2PuWAlUz+HJ0m3cbVcJ/QJRhxBHeg6nTJMMI8lTv7YNnIcXzg9MFUf27Gv9UtBV
QaPSmFuOc0OX6nIlGDe63L3HvF7okIiaAciFdfQPJD83+wlbGBUvnMiaTVQrTbrrOWvEtccuLCHv
JqX9xQgWZyfqnMbkK+opIA0OpUCbeuRDPnXv5JqS6pAtk+znlwE/srxWhJHsnism+7MlhIdLObIX
LfXHkmu2qAsd8dl6WQeayA4SYKf3T0IeG5uNa+PngE1ACPVZPkYZlA0sJkXAF/lYLHVKuRp3Vjzr
5zoah/kQwu7qmz1yYDd+kfUgFcQ0HwzQVkYi2pSOBAukzTtkEDV2OLjCIHlcVooPU2gEMc/vdxnn
6zg+joOeq29K9xgKkaFybUPqhrn3+1c6qYKbBR3Vapt3HWQcUboFHWxDFDp7qDQDuyjhlZ6zr4pa
2hepqrUVx+m2nn8VpY5bAta8SfHigOUS5ASTvik+w3FN23Yf5xNuTVDGalznQ+my55m3/HgpbcsC
b5APTFF1dasowLjxpPH1edg+sG6VJ+wn1IHWvMOzj5RE/1TuW1uDh+arMiGX1XGM4vlg5MAfmmCo
ey7GAas8cUDAomw1CLEBfXwPpLcAa1qN/1dNqv8cqQB6piA5BCGiHHsdujYkLUONS7NterdIHojt
+xh2a8nBjivCrvUxjamv2/cxwUxYUyiAdh+6vas71hfg3KE8994hScnP/9gR2e8RL5eYPsUwiYT3
T5dJgPcmYs7bJGsa0k7btgMf2rX0PBDNROqWq0dD28NM79ehTzugw4V1MHXmJYY5l/Ayc6WTA3Z1
PNk/NSZNTmncsUPvKYQ+rc3aP8z4wmiC9KzdIh9CpptK0E5VMa0vssjkozKsrVjFdMVnT3XnMR99
cM1+CB92Tnr/7AWO8xmGkn89dVB4Qio2f7UD9Sc5LUdfXDfl0ZSBd+fx2wDP39J2O/MmOgxAVLdh
E0gSH0G1o6uXth38xf5TM9bjo1KOIyCNDgDPnDINWSwuwUNGUcBO+Kt/T3bTZXGMBn3W8Vi/ujOU
WRokohchFOTjNaEXD6kWEhxrCQx+nBC/GiZjUOfr8BFhI97qHLpdBGRv11J8BgRzMhcn8QIKcbK+
fWVoIvXCcKFYyiZNeqs8d6hBEG20RXCsPoqiYa0cNfM/N8rC5ZHVTsYNra/kSZWp+mvMVNktOcHq
dloq8V3JtV+2Sexlx45Ia3/gn8fcCViTpyLIH+LBL37X2YCzxetN8I5hFl+GXEJuB+Pgn/uwibd1
qtKroJqXapwMY4oAWcdvuJcEoXTXYrbUAxaa1GY9pkkAI6qFbwQRWZyK/3tzkdUThP+ZHBEvBffB
nxk7waen0ZMSOWs0YFT9m2sDfLt8wereL+dJbJKcD2LWVwDMQBsUZw83yTb208ZnKRqt8Lu1I6Yt
dL51lzjL8hCSO96ye6MDInOBHzQWKw4vFcFHo5v9jSIQs8XoE8tTM3XhEX4KOBgRYeemPJKZuo6Q
ugtaVqOt8sucSX3GDh+oUeK7RTQ59iHsFqSsGyGkmI9wVmji6h3EwkF66ASwEc8znozHJWqaC83o
3NaLMSSO7eJitaCJeEwZ7urXymFpj2IQr8EOZm51Z0k93y1dQyuqYmTcTix3ESpVjccrLIeBqaZk
OQufYsZIEDsN/aAC3WgbZMLs2RQGzQOKpH83CcmWogTWuHNEGzs7hvlqh5vQP+c+zSOje4uVdoiz
55Sz5wwDpj1Fa2nPqkOVpBlouMv5ix+YZ5vXfGA4jVdJFNyiCjMzxOqU1/702E1lfk1jldy7awpr
mv1m+UC0Hw3aDcPoRdUJljI/cCAljNq5pOTd/rgoPCXHSxi1EpCuvnErMDi869Sp3tzS6ndBofxF
zL0gVOOxGPWWNTtxa2WrkY4qUFc7xL8iQC4HnmBYmNZbr5SDxddhKgylZ7nnXadctfc5dpaPuOsi
se/r0gdVGsbe9hZwiE/SQosg/R+UF+IDPIXeUNePPbz7axDzklGQAOjAmD117bGz5If/58znMR6G
i8TxsuXilzcAq2f7ULLR+2h8zPwz8PITg3FDhSP8r90KFlJsR9t88nku7wi0Qs0ruG3se/An922V
RgRXbRE+WF5OeDvZc/KWYCd1CmOyGgijNn1Dil6vAxP6h3VlReGJ7PfUIXKj8zXqYCZwE6sUdFvS
xuuuKvxga5BpDwHhrAfJFfWaVIBC5FrBTMw9Ls5PZrJdT4SgK151FE9PEb8HguQBXa0eZ87Pgpe1
3YuV2Qo6QPTF/StZTo0AEKmhT71QKmxPcRwx3G7q0BT0PxAgK3jPfubVkpPqLYns8gFm2wbGYmKo
rsI5342THVnlh8F326fpq2p7iVbCxQWlxQDRPJHAHavt0hqgmkghstlF7LaeGJzopW2D+t3gFb7z
Wx9iAunkgLhcuh6HaJ3044rNxdvATZvfATq6DxkxFxYUbfLsoSGd3bmfzppFAiisCcTZYUldeczQ
m38wYAbB0zwb+4oCaZxDlndDshu4u048oxnyJeVCEoCIqUYK4+vmh0Ly8azCwLnw/i/6t76o/WQH
MaTT58Jg1N23URu/kWNLxEZXs8cYAfKPP3UMQGixzgsfKiGNj2/LM39GmXjvN0dETDAGJqJOVb3P
M0rnjm6XqOWYidRdP2pLxR2a5My/f+IHX/lAS1c5/M1mJVir0eDJkn9Mcfu48/8Zb5FLbciCV3rv
yKQy4K4wtXAZVAkAjEebFgANQ5yI5TNox/7/E75H3nQTDAtjZOpSYgFBeJwkp3FUYzRIl4HYu3Dw
qxjM3VW+c6EmYUMm/p8NoDXhW5AEFrNFM/OXIL/GfHFYEdgTTiyM+af/w0hec1sBRznccQNL0g2p
dP8poIRFPztJJd2DE8V9fNZIXJIBkrPwwltwhig04AChKjpzyZXHCbcnZwKvgAMGZRvYRE8bhePB
Vcti7PN0HkUzffZ2GAAbMf/hRUwS8ynziEEx1n5wgN7Y2r8jQ+EWxnRnL5xdzheEsp7UdjDw3Tua
y4/B+MnD1XGIbMpuLAdMnNkSHWQhI3VK52m9IPbnz1l9C4zQiWvlZ2u7rvuPFkEcDevkgGhXvSMQ
R52YhSzvKa7A1OBAgxzwZ0LEL+TNeTiDxOru4IWY6E1JfgzHQKxJ968ex9LBOsDPn7sqmHVxSqzp
ot9otdMBMQPTax2BNuBV0lblL7NUGG6TiS3tzmZNcIDsU3TfZGpaUJHpEnovbY9IeGX5AlEwIiYc
ebt61pE+L1YRatq7A4UJ1TaAQhOcUSH7N4ZSoQh9UNbuJWGp8KZTR/mk5sYm3qZNJxoew473/y86
ZiJ/1y4kFb4Dr0euBE3GL4Q6I/iSLGCkpelbUEjEHcShU2Q0nFA0UescpTgi1t7SwoIe2ZCvSMm7
tfty9qf0ke2ocwhsX373gIGxq7tu/QXVnZl1zdFQNqqk0YccVfMSgSDcLraowi3oXgNliUD0YRjc
cr46iK8p+4sSFjNhMzN9J0EAqiEt0vqunWURPafYb34wIE/FObQ13SMz/XNEeSaEe9iv2XdtpOGb
W0tkvNkNTzIIqTxyzHRhuRaGJ5vQDoT798c1EfQE6rdyv/lc554MHfJXQIlViE+VADf5Zr7miK0X
B1/nKPcBi5WmpIMfYPbdrTIwx8GJDJ0IU8FmFhfhUpuTv6g0pDlQB8Agtox0iXsaJKPsNiTbAGy2
lilMr0xAg0y2RKiwZpVxUuVPzcS++Vgnq60/qMVY2MJ1oDvLAxzEfPmduzcqQsm1nWKoWoyktURH
cWYZafuzRgmoG1E3ElbXOGHIQTtfMeyoxeH48Qe0mDmA1DCntLJ+t66n5jt80RH5jiSzgfNO1iMR
NZeZaUz+tiwf1/u2hAKw6accD8uCBay8V43Km507ZiTXj9lqjT66EhVm7/K3qfbKTJWwh8Z5P5/y
vk4Su13oe/3TrRYx7zLNeDLB24aiNpeATH66bk3h6ojCSn8tZR28koMm330Ha69HReHaNaxi16Uo
35hTJgj6D/QWYQ3csiCUXYSFx0pJgAcdvBm2AZWcpAgIYO/CfF3+C41pzSvk4arYh0Hs8THm9hJS
8dM4Y1+dYazLb7BSK81fOE6zeR90sdNT74ztYBOsrOh7LP8+pqY+iheMS3S1tmDZoazZvRqdmvYL
p5Zw/z0tJ/7YQQSFd2+HdnaeXa2KUL4jVhXhnkS6So65RFxnQgL9hjua4u6+28aKQNkVfFJo011F
grSmC0554ttLFHvMfdNh+HVH+v8gdPfPXQW4/cLg6wVbESHsPAvT4kfVArLl3QxkyXvtEcPnvcT5
SplTWspzUGKBoqLopk910+wevB6BFHc8fHNOJWhWDpmrO86kbBuP7KYu+PRxEcIl+C7ZKu5KvEj+
TnBhItM0FZdIpZCT+4RWBp/evKvG1j5+9a3lDNobiBI9cIBh8mjEkRKsC0a3CSzEEi5qOretCpyt
4OsryUU44d+10MRx1qAvfkeOtcdxWpf8KHx6GpCKEDL4kFKLBL5NhbekKoVrNFXF4yanQeBAKVI/
o/bwC9gHcrD3NN+5FYeCbp6xwKYX0QZQR7DGpkyT/Ux83+8+LL21VIMKgHq0vZDkZVHbTo++0+OS
XfrQw/6EA3Y447dY70rfJ1SCFxey1jjwmkQiRiEYN2Od6OLYuX3PXypXe+4rVTyWiWEIs7PIabQq
Q30ndTryyXen/Bl2hmqB+LnLvejwpDBEszb1WYnCTTCrcR+bgUXqbfWJY71kCn5pvTEm7FpRFrTi
yRO0+MYFPS8E89yzrzTUkppgTHdoQvbzYPOBt9AGmP/newWom2SAH6tUySatwmzuPIRrZY7VgItt
L/NUA7ydccBjgUmqLUhniLUmhvN2gKKmhvvVSKY4om4UIkyyZBVFkGjm2+XulnzOymnfIvpts+1A
OodzsEvNeq7p3fGOvEymr0WTNSCDg0unrUb1LhLAbEDMnAZXGRmk/m7EwUUQlP4a+ufzcddWszzf
yjgoCzFLswUjyrqtYA3+K5yoRiZcPCw/KiCxe0dH6/hSqykw5yhYxzdvCiNEFmcojkGbKn1wE+bJ
Qx1Z6lLyQsyMz14tHw1KylNT5t2lk9OtVSGy/aWoSAoGilu1pWjyTMVocp6sCc/w74LvKIkm9AmF
PC5vVXBMx/y6tnk61P0+JNnxHQ1ZcapJY554VNSeaQUCpjaIbpd8YbY7e8RCCGqWPY1LbY9J8NQ5
OGIOrr9wf6Oiij2pg7MVu0wKwmhXJyo4Rp3q927OPZWX5tj92GxmtGWGD1H+1mmlyyZv7wp0eZ5m
6G6fiWJt8wqQW1KiORoED0mkjfyGYm3Me1owNDT22Noon3bTaFj12gzyYDqWUKxhLGCnGIJkOOvB
oyon4Trw2icFqo7fQUDnuRy4XrZ1x81duMmjnkzK9Zqg5WbM/fB58QpifPNM4WHVZO6y0YMzPKVO
URzW0qmpt6MqZILqdQYDuTzDICMz3We4DJuxtw9LVZJr4bHrmDiraNp5Y9Hvgo6LB/tiQLVLIOpH
6MHx1kfg3MXCzcsLSIt0Bx0xA1CnHbybIaI5lQKz9d8HDiaDkhpRCBo72JvyHB4T6/dsQAH2K1xF
CD3aPfexLZxd6IDxWtIhbY8r66+LgzWHu/dAAPiAGwaD8xoVPL45RQ4QVmIqtHpKmSk7cAGgb8QQ
BgsQLmjmgE6GmFuGkMnOY4Nwsi6Nc6VfopMpL3X+EhRXxwTq5O+gx5O7WVPXPwsYXbeFaETzoEBN
RGPx09+SXNEvWdaDs+1xTV1ImOmDCoZu78omKT6t6/mvgQhyitJKthS/OsebYUJLzz/QekPKjnaY
hIJztj30B1KB+dcZhvCpS1enOtVEgN1t41NyJKhe/oYfAsiV0ONzs7TlrsbN3MB8mvE10NfW0rSD
S7tjmftUlEv/ZK1fpS85W9HHFrasws4QMkuVGI4Q8hvA9WI0Gf3cjH96k3vYZ42rGQAnqHXf1Aou
6VfT6PTKNoGnrIGi4zOEZCFhbCSuky1wrcFAxnb6ONTaUsVksUJALmNlyGlQvKnObWC2pW4I48y3
XH4GsWOZPCOXYY4u3Ch9lYHHAGyJZmEEq+f83wQHE0icQuunISfjUCW8AsF+IGSoOn9xDwLfwCvc
Zsy1CGrusTd9nHFs6huglKDFd+ysxMFc8P6d15lHt/DykIJUjg0Knp0GFYQrxz0J47bfoWCmDzN3
l19T5/INhjZQ/IDSyWKXRuESDfcNEHoBoPByfGHoBXcSWZuda9h/11jAtLokZCmSQ6fZ3cPra0kn
uZRjdf+xJoEpddvS9efZp+XvQHCI4mFiGU1c7LCtYlYgEeDep3w+uhPOg+ELH0F1B8QOVnnTjAPZ
7iSgtzodNaVMHUWZTlXIB7weUByV7FDTslnTeWyL5kv7dUkFs1svZ/62/+DrBs8sv0UHuAwCtHff
Eld7mBJPXRzf1Cf4ru0Hs2tjr0uX0Gk1tSM0Wyy5aOMwb+REWivqMlRy+A4XextWa92R9dLGHakP
puwM5dkt/+WmYbpo56D/t+JQBYrr8YEl45iQ1IKSPopL6nGteJsi63JRkElGXwedKTm5gJLNVj12
eCGwThanKu7LJ0dC1znWFDbsxeRNxKg8knXdOwVYK9RR4IMh7jJQU0H7l9BUR9ULi9ItMUwsk8a4
MNwqLKtU3/kztxFXjLBlSLC10QbkQMllkC7pE/u7hEwNsJAdb+3pkctr33+QGSF5jkHN1+eYu1N8
WiXA6XVx5t/AhRbkF7fGJZSkH6CFfQusee2njy4KF9JobHn1dkhF+QmvjBJIxtf13cNRwyeaHS/u
xZR57EGo2nN3JXEGTHJwe059HYn4ILUd7/gWoS8wIfT/Yqhz72L1qFakYggIWJULyaLHg0mACbNc
qYYVNjpG7ERS6m1BV5HTwDqTEUPEXzTCrAvRS9dPDke6ujZM5X7GaoL0LAt3Np6nbCYxfUyClK4F
vxkx38WrC23CVNI3ckfpc5ocV5H3f0Q4tM8WTwJEyEoiOvJRYPNfYTJ9LmMvBB9t0i1BwWFngRzt
6Zho95wvBXi3GK+uxUkG9GzEjhGsBcXOTpN0L3Hj0gaqIqVow+EFUKC6lst6ngIQHvtsIfO7Y70k
rqZmS+WQjTlr2gIJvEUaWtw6sb1JkH99wzcGXWJ4TLHaXTKE8W8HhMxHrwAR8NIaU4LKMS4bWITJ
wR3d27GpYDkwcEjNxid3DqEJTHiaCznuSUtx6kyOAH27LCtxEhAw5GMMVeX4fgd+dpq4xMJ/l+ee
7qudZr2wG7IhBoiaxjM47pkXDbWkLTk+e8SvsXzBA5xOYLyACnCdhW9DTa3ZakwPPzyIzQ1nmNkH
xkrh0wYgq5cEX+TfCeQrnyeEVlpnqvG46tHe42hhuWsmGFkkAtrHFQ3mHCxiPHbzWmHMHTQCXyZY
Xu75uTiv1lJZD8kPt2oRs/FH2rF6P9qQn2vFJLCndFF9uBnP5r/FbY0LDBLLpKA9i+bnJedWTi65
3o3R2D0SOorPxnMRkcrRUlYZZm7AoiujL7SkJAPNpqFjFC/3a89MczKdGplmVFMccxRhzPzBgim0
7XvHOVURDZL4B8nrHxxicJYGFjRx4tUhv9nAxAHXp3LlU8ZfJt1iJn58dPo99GNj7kGTlVd8QwTM
qtQL+Nz1BIrVUhNO6zKiJlFs6wvjptwTCYn/miEgkdob6cNpG/t0PxmXLSnAjYQUoJkwcJI0eIMo
57e/ilZJVkpxNG1g4HfVKYhagrilMhXnQkxQnmVxE/Y0tPh5dmg9CUCAsQbwZsQCoHrzehtQL0ih
HX65mC3D6X8cncdy8zgaRZ+IVQwgQG6VJUu25WxvWA79MwcwgeTTz9Fsp3q6ZYkEvnDvuWStd7Dy
VUUA2NB7ZC2XjJLrLRjeDumLYquOF3aElOsg5zYJ/iAXkgrLZtCexLNq23nEZzqMxEDmwUOZADJf
BYYh/yOAbBT8iCQFqgb2anvHilOGffzy1irAvqrhf/TTmiQCsngn0/GvkBh5MFS/TyzLXqgzETMK
kZBiiqw5NWd7mHMEemZws33Z9EGwqwPS2M6pQwrpuV1swqQqx0V0H/W1PvgMb94Rq2ZfU5iPDdrC
AHEsd1Hz2lr0UTZ3d4qOD11etzeVlUA+cPw9HlmGjz4bUryvzYQw0c1AEUb5ZwrN9s8LhLwWcei7
l8UpTXpHP4CQkdt9KjcJswQGr8ye7ytYM7+BV6QPHT/nFQl7j8lbFRnBjEgf53EtB+FER9AvrndV
aJG9recSxrOamYn3UGYwMaylQfPC8qJgLWTTkenVSOntKhKWoxGFYUxpOrWRRbEeTgQTOtF/RQm/
hq25FcZbFacDvUDrYGUk4CgMdnN6yzlsWyQmb2pCrr4nZBxTrLLD8DgPWbAnH4pU2YHcYb4a4CIb
Pk2PpQhx3rGrzNyuzbwM7yZfCBgONGS/YpZYmStJhbZS+TA/xDWigjU8P3AJNQqos5KMne6neDF8
O16N4lTVLRvlIFEMsqMICftlCeLiaqmmUBdr8VCy+Dy0am+ZpDu5izVvAa3KU+EF0a89IXbgFJad
uvNrJGsXmFflspltW0NN7ogDPyVFbz8UadVuWFlG17qeupccSXG38iMkX3c19UUAMWkRrOhypH5y
afFLkbpj3WJC85K5WcxM23wNsMlJasbIGSFx97VdHtjCm4c4I+IAJ1BZb2ciGQ7+UGWXenLtA9Sl
2f1gWR+gq86pHJIMXTJFXa/7J4uOXhAKEgXBcc785cBWC5QuXCXxPAuIhA+II+jomhqb7yXEf7Eg
5iOvqhzxI3RTyC7cJX3dOxnLFrvMchFVra0ocOVn4cD5e2mrriLyMqkAEGHHCl3q45q/l225IzyM
XDpxXnDzcDAgcXDdO2cIg/s8GqdNl3ZDyYxesgXBliefkfiHwxV1vqJJdxKOgYApHpsK+Gf6Ggog
lHf4RfNb4ImNOYBfpc3/2ZR24tUrGytEjyd9E6562OF3xhB2vq6TGkUFlvy+46QNyHlB22KqP0eM
3U4FpK1egAOiUsEL1RFJuBrKhTXWihmRHRAhhjMJuVXowa/WapgvvCh66/sdjKKCHNzCDZG/p/Yw
7BeLieKq1AKKUEV4VrRDrUGS0kw97oauPJcYOzBVwEm/4ttt0Bc4FAmSvvNSRK78NkGmK0G9gE/l
0bUwlRwARuEYAH2AEbheDcj6C8yUJSEjl1yFlbtV+KDazcicHeSDM5v0PNBBJPvS6xl5ZyPjLyJ9
yTDae7WFHzjrtTrnLZzCL2wyvveq8V99a58PmrRlle2agUMQE3QHYU0bErR5R+QWtTsRmsxx7eUo
mBeRttUX/cmRNm5HA5PuPHgx8kpAO4I9RzXN/tcwGekc4l7RcKN1YsORdJJ7gzSGYf6bg7x5bllw
wVlmp4GYcF1BaGbLV+W5+lcQdZMRB0SVdEDZkJX/X3yjFdESPKpwfEJtg8aj2839RohNVwxlwHpd
6aOgomAj7TZduexaBF28+gJnS2CbMryjCV5G/tZg+Za0smSApe17xFYqfVTGV/cMh5Z8045t0MLj
YfvVrPFjWP+Vpm3JP0pVe2KJyUnGbhDctVqmLRLPAsOoQuHsZP2h7XK5ASZUw/5AwJ6hIq2F+2oN
JdqvUZTqG0DBrXEzWRZnn13oTCwlZ7RtA+DqDy15NWKS290DfBmOENfFx/yGphblF5gujuYd3CdU
oprxrdqGtlmGw+S7cKQKBsvvZFUxVmGwmDMg8k2ExKlczjmTH7BeGhXVhj++xocbEblJ5hTL77bl
5cNy8ZSHWbrvxriEGs3dh4PUMRYpAx1/J2FCMYBY9tymeBiq2e2vlqMiRJJSpqhGO/4RmTo34Uvf
XXmVpyssJocosbJ49I1Ry6q2I/+XCX9wQSveb4opWGZcKFSWoNuQd99QXp38cPVwm4iktz1osmBZ
OzEXTj+9JlT+Cku9d9/47MsZnUyAun9Y8COSititrbJa5A9eWStMK64gn0s14SXO0U9uF+wmNi5N
e95PgqphP5VWJIC0NNoHQ5/ZbxBZcaHUQkDsi9EB9wdeNAUcjmwJQpgrRBPlafFNd9ZZMb60AfJh
HCWxKfYwcEy+8UlXbFeQm6qnhX557ZukuG9ZfE+r0An8dYQwBFwE2jSFaHDfI9bZWrT6//H644qy
Opfqy8ENCrBqCKJjMw1TQBCoZsuO8Wt5bZbRTHtZCks85S3sduAlXV6sZQjDZYWaSzKOD8AofGIv
B42LaEqG147glGVNY968B3zwCdiFzQlXUlKcpEwivLGJxQBUTOQKrcegWz4R1fffNAn5ytb9DB0u
IqKKdQ4jxBi52m6hAXx2knxhXsBiwd71GMyIqGGNeiMbISePdp5jI44jM4SYcW9J0Ixzcfq7ngOq
uTaxSlGe2TLbVUGlL5PD9XfFwjS6l9ApxEmUorTpxtmVHZG6t96d5Uh4S6EXuF8ZlIrAwa9dNVgS
LL9sdonSQUImG2DMj9Cr5VH7CD8hWA2dgsCQOuZp7J3yNaip+YowHrbsdfLmLq/qBaAyefY39nkp
7HeT1NNPVNbWYepqN1kvZp6fCstXPcvmrv7n32S3a0MInfuIsYCsd4pSC01gAft2JZI0mbdxZDXn
glrmAjmBnUHoiU4zJ0QieQzKIdoSeYSNZUcPSsnVB6Zs9m1PM4kgfxFMa63QvhbOcnPnzl7RoKMy
kzg4WD1JELa7DfyyJqX5mJbjGEnpEd/isMyGhoJ8yIbbVx/jWyKlV4fpo0+oiAeWy6leaiTZvyGJ
82sX7dM5bbr2v8nPPQet7QhjI7btCxfpyPpSh+82VstplWjkSDxdwlxGhOunmonlGuRIh4GzZuL8
yK4Gh6Bj2MmdwoT55AuJ6inqJhfuSfk1LxbBaxOOSEr0yOY/bYNU2iZuw3qDfghBJ0U7cbpTbMMt
TQ3+Hs2Mw90GMlzei3wo//LZWCe7sllwaC18FGYtJWloxbPHJsaEzynLiXNTN4SJjgMCYr58KGc+
L8QoI7vdlLCY1EvWWSxBGyO9WwwRUsab/wLhQN+rI/G3sIk0anl0sqot/mAjYJdIxMQw1LPV7aCc
2Y5Bq2t+FqDOV5JWl59kVOLVCi1LnWE1VtaFsUnKy8I20GPsURFE49tobF5NKgIuJ2YrNyzaON2x
uFcNhh4uxWOZqvEYMwGUuznTi7UpcGTsuViTmBOefFiuYs0mOw7LXVCUxB3ljZPt1VAM5PLozD77
RDVAWacOAunIE2WBWAyrH0bEEEdDjBcIIbrbDCzpu8OyhIwS7RF6BH7L4siL2aMbAx/dovYUqyKc
I3cbVQiSQFe1XIXwzbDKxEVfy00HaSNhL+Nlv7Ztki2Se3XnoQOgjhYh2t7WjdHDtb3c1KXGHMfD
oFiWRSGm7gBQ6qkhXwmcDbCjCsMtphoKN3ZprIkcnFJkwE3TuhIB00szpeNzVukEF1uDO+daJD2l
eTTP2c4ecLnLwR5IigZy6e6dtuyS4+JgzoCjJZOXhmk0aByn1cmFWiO+jAmmFnCkFBEc94u9Ek0Y
Vo+sjJf2Ab4iyiuIeF1wnlrFfq+aS+2darbqPLugF5FwWbGet6Ifa323zHNJ+HtsVXjbvBDDfMSu
i1Qn6eGk7jXgW/xUKAs3aId7bw0yA4VkaMdu9U8vQXUvub6+vKwLniZLjAdhGc6lPEHI7NjuRADF
UrOmFwj777O60M0OsUzw0PtO9bb4GVGdzagNEb6pIuwFL4tK1yQL2eNnvDhhDVwsCNk9SEcz2egH
LOujYO7wLwD2L74ErcY/U8zYUttsUp+qdtN1jIAkwJLeKtZLxeBdvcpvff5qMy0v1Mne7cZiYlNs
Ytkt6lDQYDWvcoxqgpPGIE5/6DBS7A3dEuenYGkxnbMY4uZV7PsWhLJFIHZFEJO1o1UZ/GuMH76R
dQFAg0031z5qC54Ltqzd+MIwkDdz2+OCuPet0YkekBwiRCSyYWZpPKeB/y6DQlwny8nrw6iL+eiJ
CgGEO9fPBBAjrLJFiH2xM9CjdBiRI2Sn7XzKGj/4ajQAqt8KJ8ZP1XKMssyUVftr/DJs7iN0Ft4R
lqFfoSwL6AU6zKBMOSo05s0XbZ2e/7BQ1fkGW7L7n3Zcv3xUN8qHzS4AJPyhAkS+b1ELYREHxS5X
niIZNOPkvfhm7iQcEOV+j+4oD17oITJRDWmCXiR5yruB6FRbKeOg3PDaLYABGjAiLTHNAMFYjhmq
qOlDD0Jqkk1Z6FHnzPH41bnaGG7lVL6jNTDdE0+K074BEdSwI8j964P1xBQQA3edP3JGAIBpTYL0
o2Nkr2UbbzsVhneaOrwHgEZyAQ0k84NDmU+kzSWZG/9D0q6qDSe1+0jhOpyIlVe3uXfY/+S6bD6a
jPhPgJKxPuDwIJ0OUMC+CdrmG+x/cK/RTXTPgR2nqFcsN7zI3p30ik9hs2xGDwmsiqon+2EWb5wI
9DpCFYy0XlDxr0lnf8t21I/AtiL541fzSt/8RUvqAS2ukQmSc5WB1/7k5OY/uVAwEdOeReJeJ3RO
M5WTe2oFSxXET4vN1sXYTmpvfHjTbzmMj5zhWwa6ArOJUmu+RueTYk9BYkkKncESw1LMEz1ZQ7JR
IIXNLovRqXxgYsgQAVqjGK922fL0r1ycNc15wARIxHU3w6QhqrTbh5kaGZjVaIY22A/TFFpXhxFL
BERkPfrpWFCQ90wE69anbVhS4kvw2BLhCri1a9z6aHtL5aN9baa/vqIcP2dJwAB4JJX4POGD+IbP
r0W8jVndoVGzSbvceOBMJ+ATEeC0rliSK306SqiuzdmGddN0jTzg2WTZOeBFGaCyQamwAnwTtRMT
ulSJEu4ruo69p1k9scPj4IHkFtkb4+pZHxIuXYTLPNFl/1XllbxkWFEqloZ16v836qy0uVCjnLYN
USnPzA0KqYnqg65UvJYpFMdtS5WW7WY3j7eFC594F0fNnG0JywwrEBR5VP7amPecd08uDhIGAaHw
dcC3kL8HaBBYi6KZjZITzEr3maVfxrQlhd+Y24rguJqjaytExF7CaZJ6T0ZUS3BwrcuzMhMW6xSl
67V0OtWtlbH8R6bfUbrNSU6Vv72bDDwgkERlv6e0wW8CcZGmd3SPEYWNu2HthGIvmNrE2njhgE0B
tRHGSz9VKxuX574qquZIVWkth8UNLOul6sF474MhidPbzt6Jz4tngdjziFzSd51hvn/peXr0Pu+6
kDpQMJ7dxHHan3l+lzdAW13BHdQgRtY9ipNa2g4rESfVP8nUkj2svSrLsXEkGa9FILxxb/vAq7bz
4BgYaIQSQWKhU4dcVM3HerKzCU6ZW2xDhN8MzzB1HB3Ph5iugoFdSulioSR5LKq3rUcSPUuR7Ln0
iQIh80GUb2EBxIQOp06+2WbFP1A9bSgkZkSajYaT3xYWyRpVpAdkyvLjskTDtvhF95U3sySafqLb
zyWzz60Ct7OL2VnggS0UdIPQB+/3dsOcZdTOvM3bllonXHkeu1CeqZpEKmSh4wbPFxQyfBZwlxgw
3ZbxECOBfNUVeWOjDKoHBvEY/NOiYhwdoPxCF+TbKVMUF3dWxazAx/gJW5Mws0XjcehGJiqRnO1u
u7jMLXmuWtK+N0G2mOCz4UAC29owy3iGKGilTzJlePHMIpGKIHTAsx+oOubkdeEcjLdunGCMomk6
luwToc9E495PanbpuZhPSPEBv0EZPcx4fpuVFgQn8Z2PCuPM7U22bWj1ey7DlEC4GP0BsSmqhcmC
cGQyPwHf4XxmCLuAbHMcHG2o7auOLWvP0/C88Njmxx49Ai44kuK4ESwZvAZFar7ho3jNu4WhAjMD
CaZYPCu4oVKpc8aE5h+dZYRKse0K9vF95b1lkRt5B6bb2TmhVaY/zQkIfESc4qKUmA3L6djEF+ZF
7MuymMWujw9sxfiaCMVgFOLaVxaoSN8heKoXzMW3nFj+B4oZ66nOyVlbi05A2gU7cpkGyCcJOFd2
5KToftcguu66qu12tF24lYRduocRfcMLuWSE5gT4mzegIywSmqVIxRqNS/GQ6NZd8GDjH17njmH1
z+7L27Llnestf+D4PNPcviCEl/ZeYnnkazJ5w1h8ykH/+yo/db5W5BaSKPsgx16x1JxjNIjIC9z+
LQnL+tc4TKDxGLc18jxbRnepmsGpsH5wXz0W6dWRYDfT3ig+5LVCPIguccflhxvuNj8jeggX0e1t
65yPWkE2/KYKFeFDj2S0fZ7iIVd3AbzK5SUI27T7bEGG7qomBEobOnUuNu5CXfWwMPHdBE47f7gu
3s7b8usfjEOESbYGTFtJJFbR0DZfopypM5pq6Px12mT5GUqyHK7e5DExqSluQF75NppK228PGGtj
99i2lBpD4LM31zX/4Kqw5varsZbpw7IwnoO00riR+nEPVMSXPA26Oo6WWzHO8/mIbOHmQN+rYERv
s+giuzgBFJonSBhuhBJMugfujKWMEbyiYdkycJCfNkiLK37NHNhJHTJKWjqXfhGJ9aakXoCbY6XD
HlwBfT245/y/JLQmVspjHt+bviqnb00qmgGEKWcF6Wbo9sIZinE3FiCB1wOifG9NvVt+aunCWCU7
1duYwg+8FbM68cANoZ4LuleEJ16C56MK8h8AtfoC0HvqcG933iMU42xTppzTWyqJ5VmoMN/MrbKI
fsPNv61EhKk0cmbyUQdILBxM9t6m2H5NDHZ1kttG8dnP+L9phPmZJvr6jWPR79E7WumbTTLBM86G
5hE3zDeaVPMDzZ6EGWgzDO/z4lQglTl4wAQZwYsmY3hs/KNSCtAPiVv8ewK7t9s1vHVz53Rp6G17
i2RJtISxfRUikN+d5rBG+ZO0h6KsFPCLwX13GSYwJBq0y/HQR/IgXZ/FtrhhfJAp8CkZFSf/llTk
L7hU5x8wkxZ0Cz/y2PFhXnFt5NRoJtPwYTJ29dzxsT9h17aPVKiUYgJcEK40O70Wo/G/s8xtMAio
MbyE9ijJYPMSqfYYbbGtTNYk9yal90OhBCdL4cq5F05F80WlsBXERUVrW4PfhbmKcnScl4uL5J5K
E+Izq3QkZmOYlKyt7HjZCNsb5QZNUfpeJzp5K+j6OeS78D5piu65aVKwWdQz+fug+o+0LXy+rhxB
AzE/1cWJIvFZA3J5TbwJB6TqMxI7J3b6i5j/miQw+yxe/GtBglp+IGMu3nrcev2q9V31oKsW2Y3E
dHcebBrxrenlgHNL6uOsPb5V1fQf1B/ztsUZs3PrOJx+/La05c6CubIji4342FinrEeRfaOStRDJ
dfxaBJmEY3Swpip0N1ZvPwehMPf2rclCN8LzmxgwlAiMwzu3zKInm0nCikuq2Ai2Xuw2SDA5dY2X
HpnSb2eRm12ZKOosLOZtxqqvCU7jqAeQJuI6TgkAODHXJ2tI47d5lM9YraydC5/vYqN6PlSVEzwq
zOSkmtXzeHRqIAGcRQ39AlLpauN4nnsielBDMGJ74KyEZwSbmMGhzBBF9TZzDJ/A3fHbsmlK2PG0
afBes8dcDgKZxlVwWR2yJLLfkT8QXYHomaWqAvsh22XIN8YTgaB77L+RZnYvYVYjBSJb9B0hpnus
fBjExeCOHip80JBIvJNfNkWEyFd9u0rBZK5kx+eqJlhW2eCgm6ap2tSeBwUrV0YC4DWMg13fzh8w
NgybMQnCp4RlEy39mMbIwizJxp4Q7oScHuhdCCpK+4Amy/yNUzN9e5lTUs72X+gNp61bGBKLAdKG
b1YQoVaLrety+0sRQdYzURi8IzcCDLaLUkkWCyC4AfXSwQ7oAfp2PORE7KzB1bl3yCloRAM1Dbed
Z2aviEtLTwTKeXzUBVpumSLjsF1KHbCn625koi0AU68cEjQeWVABi2buk00UTK2bexyHcUsiQtcc
QR905LwMffcYxsuB7zrcNnpBDqgs1n9Yar9dpAGb1hmt05SaE5ZqppWN7LN/gZN0K6snmHvq+FYX
6Mr58zKHQbAZJNljJ4gHHVYmvab9LLjQAHJ9xPS7t4JtaNvbSojyEJXUIzkawafV+ZfEJ7UeXEDs
nsLY4VB1QFjf2wMy/h7q0xp3PARTVDUXiqXi4k8387lEavETNQ7ft1/gQApz8mtJCmkd6Bs80ZZj
/Zdp8GBkkgJaxGewY+4ysnJEClZoT5GWCbGXqbYqn/Na5XAu88I9BkybPwOl67tJDVjQKYd/qNyr
37KsH4qbw5JXN1L8nwk7WtmO5XyZpnioOx1/BHDMVz0b0YcokOUOMrpD2m0M1nWd+SEpi01Uc6mn
4qeynOLKhTWdfCqtZmXA8qyGlmyfg/aonyluIcl5ClwIsTu3K7TgxnrzYhuALrNcvsGwPzClsBlA
8jEXzexCz+l8QtmD2jrJcC8gCtGbpFBMD6htV5T04bueYqwEQ60OyIAAcGQFFtus0C9d0dFsEgjU
IT7yb8jUxaTbWvpErsPfu70R5Vj8sZwKq62YY+dej0vsYmhgZtTHPbR57cHmMmn1A3Gl91Y8fjfB
q+6T1zyK3HtyXLInwdp8U3RTAHmc+n9aE7DYqK3XLUm2KcohoWWNSYYvYTas2PC3t8oi+Z0it3+m
1/9sIi/adxnYYxz1VAisSIkgKPUXi3iTUvg1+m7sskCsE7bYsAEY0H3NUHaStfSbaryzO1p+PbR/
TIejTRd4BpjVNDRPqbQDqFNkMSM8L1EAqeyGFh1AvuMOd198zxCy47dN8aUzJ9mT/dyts1Yw2IZt
Vu9nSGaPcTs2T3QpnCVybMY/Ej3GVTMsSAnGqmTU0vh+suZcUMTtAPjZdotM+t1NrrCmqyQB3AIW
VM862lilhb5jirEiujm9D1rWim2GtE9uxGy3xay1QUzcbesx1RgaSqyqdja2azkNJEJkdaD7bbo0
lLI16ioSuZrNALCS42R+AzaH/tEzVr/uTIi11bw3Seyzx7+BOlA7wb6JP0aDrxSKXojJF6VyMk0j
PHP27JLjDE+FY724xJXee96Yn23luR/MaJLPUdnNMexDOe6dIt9DiLzJj3J+H+zhbvIYVQzDdopY
azSxOHfWpI0hjYlacngMBuws1UewbtYxZfFY762e8aAYlXwucGU/K89PCB6fJblcIQw01bnvhe7s
Dwtcm7Un6jX7GUaB5IZbq/zN/c5cUtRYIXB3YrrWLvP+m1+cYp8EDoJowyG9r3pZ3AkTtGs9Boz6
4T5g6AC+E/WSdrnGLpSijRc3HTuk0nRoDmlGxChJB3JTqlig9Jv+iyeEUbglT5mNsbymOkZRlRGi
CKISLNW17Nmchnl5wiQQrprAdO+EsRL0M08zo/Ulj7tXMmZf4uhWI2S8aXuDlhshsPA3M0yhreyD
4ojxLH7UrBw+s8i7pW6UirH2bdfgTgnHJx4nSi6g63uWDEw1ArskX8du7tsA8mc25/rFwKdY5/no
kS8PAe2mU0xeblq/NywPc3mKGHpQTcVJTSAQiNfzAkZ9SxBK94MBOxxZZsUVB1yYogTzlTfTu7nk
RTf9NP3WOmN3OfBX/Pom5clKSdC0GgfQv4NX56sZc3NXMp3x9pRAAXhuNuF40XjAEdympcVEF10J
XO5f6BPTO/MTex8Uoa8Juuq86xDUbXLMHdbZu24RAiMPRrhx5WDT+uc6gqtoQky6GRK7/+Pxdap9
ycb+1c1SU33Z41g9LO3SPCqYD48G2Qm9nQ4dnP2ByW+YfhA2R9RsglSp0AbWm8HiNJsOGjtWHum2
snyicRQt047mFiMs8sw9KK+6UfSi0tyNk5nCr4E+TyGU6nBvoFqynhdkt/OfTnkFFqUgzTJtQiYy
LAlgw2XMqrt0Drh5+QGzrLwqM4xAOJYmP6WuSmDm1enPTPIptyraan8HkMYvHvEAuGZrwIm9k0ZH
rTVigNslsqoOdIdopLOhUg+OAb0X9IIQ1bhYguckzn2AciNiv2eb0S9pxAyNoUVGgzcOW2QP1Tbq
HSs8o4Bx5bovSn+bZoREG03fjV4QfmGeEvm3o3FNGNUhkfHCBsqmL4lQE1yHqPDr8LwkVWXv+3ES
/7E3rU+516d0gAR7OCioXXPmLbwhjwkh2EEt6X5T5JoPTHHI8ilDIdALRx7aTIgOLCADjEXjZmxH
JkDkjBvGOtj814NgqL7zA7V8ornxx5USi3wdu2KuNrFdSf1gesyjhNS1qHH7VdH74AL9Ns1uZDiX
Ti/ZYHXVpBXOeFAvHmC86oVFljWjzrm5f79smtj6IxGoC5AYNCxT8FXQ9/OPNy62U3+ySkouEpy6
tdsxlSLMlUCC+UivwMfEHJU9QzNhHrVm1+Hw6diH4vJKRC7hSIFaXeP3qaKrF+dJnG0QVyWTprRl
AJ0eOBqs2GFC6sXeU4imAssw+sjkFY5iFr1F5TCGnwaTfH8aDXJ+/Cu1NSLUHqHR1YbbiJxCd486
oDeHhHc1K9nxJKMFnKMmN/fiRpFnA6eG6wTNLSADIj/mcaomEq2Wxe7JWCIjuyQyq08LSjj+pwzV
uXSws1NuxBE2MNqQMf3HNtKW/5kCDooBtJBmokHPUUijn5Ii0hH6Cvrj3AeHB/ul3TFaBgPOxbM8
IQsJb/4VkjCfwsy2uoOOQAcRosJ1sqIJc7DcNXa4KaUmFSlG57DCKMtcLJliBsiIpLvPPJ5ue6nC
HS90uBFIdcgXVGA4TMSqb32dH4bSLP1uDEX5SZiGXR6tnKQCBz/QsHEzO88OdNNkJ8rZLNk9nLtM
7WetvOA4wVmLkHRW1JwAZdzT6A30KFB6WDz5dK/PoHkgP64s0fT9XdlHTHDQ5tcVjK0gnZ7wNaEc
rkZJC+1ysw/3eT8p/1C2VWh2gZUuGoNdPX667gCfd0XBNIkz3Ys5dLgjkeMXrWqf2xuto3ZuUY1o
Xh0a55sSmODFKMUkj6qhW+PzIM7cgeX1VacD4hAB3pq7pvTdR5X4842Z1SNv6iTJKUfEYcF8bBtP
JjvHNUV55j8pNZGiGkEux4Ek0tTq31prVlcEUKN5IaOoe5BqFPxRxNAAKvE8va+60gNqFzKRcVxN
w+8jL6OgLWzD2Z7UrxQL1fA7wPz5JaAON5TLcjzAToaB/4JEoX1viqQBbcuw/VpZQ/8vFPhDDnhe
kbQWSErvmSN62YPQLoUPWedbHrvkG3eF6o4W09WVbOLsIeM4KPajKRLSsYm++5GSnJxNigeRmAtG
l/Ehh+uWYANN+Zzwh8s7gGGSqCrLTcVmyRt3/sc8fnhqY10P+3Bugx+IcTaeahIUGTN6PTW0BK5h
b5JY1sdaZPVfB1yEuZJtkU3XLca+s9myfeEnnZ7mqbHeeG1Jf0ItRMJZMGSDOnZ+5Nwbuhaxq5wx
v0t62L9UZw1HPb98JnZC52yIWwYGWDaw/bPA0Fl4KSCxWZsYWwatIieQc2eKpX7DoSMZ+tMooap2
3BRHy6Qc+jZXejRJJLS19yQhZIoIpwbhSCFd/R0RwnH2fRmdBh8rORe2yeHeODV2Qtmxt9yoypIv
S4ytg38HLhCiQuMavNLgqDN5CnilJAHTDByaMRkZ4RWy3KBu8/O3Ei66OZTDUP5YxYQ4bWA2yzOb
Tg72IQBFPyLDo4qP3onUCwzz/JlftGIn0BbdidgP9eH49HAHhoAuGqRuRHycVsGwa6vGt3YBPXC9
XzyG7BucKXSfni3EtGuRwI34XG0Mfh2e7890MVFzV/jQgU+IYJP4r22TMttavenjrWW0Lo4RcMYU
UiwhbFgtJucZ0Dnsbcmu75bnSaE2YAK8qnbQDESciJDroqAkXBm+TFChDZhxbjnTXzP0W3c2xM10
73ArfhOhSM/M/lY+UZUANB2L2yfuB5t5RWVVxOH4WYEr3gwh24vApnLwimxCW1w6nNvj0rhqj88F
cjMnJe7ijpP3ipOg/HBqn8xbnl4MBfEII2lDUhgkNq5E4iE0B9FxjNM0fmlnRs/bAXzWsGZ84D2m
gMPqjeZveIlH6FzEgot4DTrWuVh9auNNiZf8XPcVpVfH0LX8bH2rbV8Zp1Znq19MjH/LNOmJtk9s
NU6Nfs9kjWePdVg1gQCFEymQ45+ZyNknJ+bUcJJo/HbKoMBIUyzMPh08dGyDZviXt2curo6afSHq
GeLNHCSUuHuzTWXc9hVgmJz/3KgkEGRVOozwvjNvRKZA6elJQsfFKFddaztopmExJ099XvFt5LNj
SD8Scgqh8YRMkqapDrvtbHD0rxyop2ZdWOU4721jRdl+TIPA2/cW4zBX8+ysGqP7n8Bhv72TRWPO
DqKc5rthnpwjaIjb/sh03IrPDYGicu+NmZRUUAUQGcNw4amYPGLmy5aSG2tpBpVP4hoi2IStG6wT
ZrIOX7UcY2MfWAv06Rcb3kFfhMRvfnBdUftPGcNme2W3Q7McirojY8yrTeUfZrvNgiO3hWEgnt6g
pn1MPwyLxmVf6tkg1dd206iXClskeVNAoeLvfhyq5hRz+/8jqIU9DT92+2y1qDc33f84Oq/m1nls
if4iVhEMIPmqnCXL2S8s258PMwkmMPz6WZq3qVs1c31sCdjo3b0aSsh8caLS/Iczebz20QBUWiWQ
XQg+CPM21dAMVuMANebQVJb3Dx8DWzrpmIm39LA9+gfaRmbvq4Yeuup9LFAdFEOmB4roL17jaHOt
uYkN3kWE4QS23uWUx95h9gO6kBmt0BvSJgbqB/N9VVAvyWFARbLYpCb7zmcb4No+B4nD+DCUv6OH
KXqhmw4PiXbhOa9FVCINdE4PILHM6+7awA1hoiw0I3FSJ+4L/6bweXRNsHDc2YEJZi6kzCn1/ap/
SrAK7tOZLf8DomZeiL/Hp6oWH2bNqnfVwW+8zsMId4UuvHrhAnFZ15U5E8c37IMPZDDioJY43Us/
FO/kUbv0aepNF0AVOvjS4txlDWJYVw+6kEnyuZAIYZVxE3jQTyl6arYsEPo2ykgpJHz0PjQlpq11
jky+xy4RQxoZi2CLbYy9vh2kxcdcaPKthU1l1HbQo5GdmsnGqKQFxLCuDvhd6DCcxRpaWq3Yc4Vz
nuGMnYkjVan1l9VkouJi5EaqqvIxTfmfD1bMhZ+hvoBoY5dqs2lVWJ3yzFokQwXLrCymL2kXDeDd
maSKSTjl4Fj2S4TUvQ4L/0Gt0uKAcwpqQ1UEH/Bj/oN15IBh1cMNvyHf/7Sf+RKg27rXkUfUHWzw
yIGHorrB9Bi9dUbnbDOfj2E2TDE9F0UiYOjHPANcZednKAZ4naag+1Nulx1KZUrWrhlWzXWQZMUp
sMJs1+apfKv8nDuQRTa5owZS8GKoSYzjFvTjdMGd4K0TF1sy4KEwWNRdYAFNI0C0jXsaqXGCk5vr
5oYa8GyovHMiyDiD1MC8pgnLsEmBUmI789oNHW5SYAaXJIvlNcb4dvIFVUOo09CLPCRTvJaq/umZ
NvoVc9v0omcbDBKTeOB8V8irNiMv/7DlaFtIUxWXBUKZ2uZ8BMwNzvWw4rdXc3dMbQ2Bp1TZ2Kw7
q0/GPetcM1zpvOgAzzJZkIPhu/HM15q6RaTlTG20F/fmynNqlX1nk2aP4BojR24KeAugQEFF4UuC
Mwq/jdKwyfBGyxh4B4VvIAhwj+2B9LqI1KNZOfVGCL5+Kx4fxfTRmioul2Ju/eY6GlE3nNBaCHZI
EnsOn/0AZ8MiComkbiPjwbnkJIBapRBS7GVuDTgCEH0CbJSmE2wdpfMHw5aWH66XyL1Ap3is0br4
L4hIlMEOUNOjAIgThBZETPNgP6yQNpIN63OKbvFLFIDKAnrQeHP3HMl2aWra8hDNaLNrCzwyepIe
/3jB6/OhI2NXWiZxUU/cRoXoka8gnuEwxzC9Kq3Ie4amxSaN//fpe11WHGeTH6gvO2TNt4R7FHCD
kOFV95acLX/ekWrO9Yh3l7wXcWRiqeRlQYf4XttvsFs6z9DIAlZzODcifH6pSrZxxsiz5sxmRZl2
ceBDzA1x1nvcR3zN6WOG6hnrARZjDDpo5ZSWM+3IBg162ZRjZ2/JqFrB1gZxtK8CAC8YO2KtkU7q
Oj2RjqjrbZexY1mLVtFGEchWgUnxjfbq9I9+DJ/2+bfCUDj5OmIj99rJYMuCFMQWnGo/mThJlGlu
qZFBSeSTROdsQiOxfWzoVrSIcpVN/AuqAwxz6U/hlwnGDLtJVyf1Kg3ynO2THTYvJqWEv/PUAtCm
14n7HsNuxQPfc8TjZ9O+9zZHHdkfps6cRF0DBfdQT21CiyAFfPammmb6gniKOLyYLCY3vq700W0A
TXbzCkcsT0TsyYyBtPvqeQW324LPZ6fDuFOALf5Z/GG/SmRf/1xOqTEeOTSJR9MK5xC444H1xNeb
PKs3Nj47q4C6FyaCIDEoqpEPPgDOhacArzP0uZC9Dp8nM9sPNTispW6n4NMILcNaeukjM4STtXRh
m06NxaqhVZ/YSwG1MSGYm54nBUU4Fm4Eqq2boNs4eJwwfNr+VOHA6FsfvYn3zLqrHHhNVg4qatH7
OQwNXVtxdmwRR1yE78pNdmzcDHPvWhIHnw5VAdRQa99fj6rjIwSPRPZLVlyVzd6maO9uikX+kR4d
TGB5HH6cKTam4jIted4KZnx/xTqLEycXghKdiJyjhD9NH+6a30OVQaYJlbPHvGJHz46Pte7Kqr2l
YMOt3PHTFXZVb4B9Wv02y30rWGIekS57WexYlG/57XfMRdKuQAV4D8mVor1ljO/4eUxyiiHJ8HXu
NpLG4K4Zwhv7NQHPb74InlwGhGgvCQgv8PlcYUTJs1OPDRAcEoPwIZNG8zva3QNlXozllkEweu49
AiNrVQly5ZBpRv9kSpH4BUxqncNpcHU5reVYwZv18AOynO8eLlUmUvkP5jDLPCYH1z9MhRX+G90+
pZMqt5PfKRbqVFBejZQC5YW/++zkIf2h2CmxBAV4gRq2qixZ4Ix9YsOrWmRcC+YRUVfsanFkGJAy
vOQbzUBrlFqFTyms5aGIsGYRqFDTM/837ynAeKvWs42TbhMjRFtLQvXtD4vY0VgxqtTuqjfitr8i
22Yxm/SuBMIqBpfXZIsr6WxFfuF+GCEhnv2UpQg8TqMpeIcG2WfLMUz7kx5I+K8mbCflGolJ1cuI
pN8dTwSv37SB0GfErvOWT+50bPDot2BklXeD1Ew1Dd0bdbefmE05aBuWLaC0sBVCnezjHW0F7T+z
r9Ifo02YhYcWG+XeImAsdi639csEuvIfmKKwvpUWQdmFsor50jPEXJs2dS9lpFhHhBymwGyGyniK
JlUZp6Kt8++YZvg/p4soAKsV5liEAUUtA/2fzgp+v8SSp1sKJYPGgKqmTfvnYR7k62ok6UWyUPwP
rpH4xaNe3vxowpyWEvbbWt6DWmtGNg1iLKwgwTV0jZD9Sx5grcCTPWs0O2Nec4RgmCUFar9T3NKl
S0Zn5ymvAZyvs1LiWFOGw2qzUSC+nmFnWmrVYDb8USbvcoooTPUmKB3zlpRjJO2m8VuWOWmDCvTw
nAV3cti0dbkijYiKk1eFQpLgrSMsrE1v5U1xzFqVNEKniuA7rJMGDQWu0mxPjHQ1P2HNqmaTKCkv
0midVxiZ96yaXgAx3vIkHW/GOFHe0IzihLcM1k8TR1fystOl4SOVgLYes32OEXcvLY3lArdyvG91
KzfcMtkOM3b9TMPPdGebP6954VFTOXrGFwZG80hJL+ez1cu1aunsSgFPbYTfTu+R7F6G0hnwLaTp
0o5t7zgSHTrLssX3nPnGofRHc2W27ufMB2Udut1zDbBmVQLew5tAsx1OnpLlLMoj+9iaEE3gxfqD
oMI7C3v/Nyfq9GR0kAqY75NdjJOS3uc8+FISVFIkNIszhXi7CKs851Tt280UOPLLBar0bsTlg17V
W8WtFJ55toc4XGLn+gp9ymnARXoKy6qCAIEUUp+IO73M3PiLjnQAdC2jWRHWSGk1HJPfyoQuN029
ccioS3kqUggNZt5MN8yDtGM0Bo1Cvt8c8WEXxyzr0x+lIuAfaZHuGjoBr4bu53fJl3LFM9YjIeTO
XzzZpz33J9GGGOzo+5iQXETXd/88ZXZHmEoP2GUT/qZM8qvIn5tjUPv1ySKNRGC+LXeYuPq3HosY
i922vga1x+u6gRZpmF730lAVB0aDxAlonYl/V/mTxl6w7JrCejUxTS59V1p7GNz2ztGd/Ramkfzr
ybhtG4t2ICwI4maJNnt13bT+sF2f971VkT62WGKrxsif6Qmrt3NtEmggJb02QKJIVadbUag/ylfK
NRgJRLwcSeKoNVzwsMIZ7WrbQe3FwrUN4SYQf3Fa6nmoN9pOOeZYRhW8YTY2tJXOMnHOa528wQTK
MUszOOIp6Te9kN3OleVwBukK07eXCAB0ESEkBqiLpPvYXSCb7KEfTBhf0sFnxTP6C8bl4MbNIgu4
1pN3GRz/uSdZcs7iuZacyu2wt0wj/8aPeyc/oj7tnhxOEPfYZKtxTz9T+FZlwcZARPt0eQ4dp7aw
thWGCAKmqLXk59odH6AbaeGPpOVyFrnR/yMGSGaVN2PujO2NM+7TK+fkPXOdYQWcFinKggFVUrEI
pblFXUfjehsTyPVxSfqH6d/dWk7NuQBhkLSq3Xr2MqQ96Z6DkdKANIq1qIJ8Bzq4vtE9RhK0GLz9
TDZok4tuT9jOxDWignRF6zePtq51Xyc8IZ/8KQYaF4xnRTTv08h4MmCeKE8Uw9FS4+CpAeLXEyYq
qXreKSt2di4oNuq9IRWyZC6RbaJh/i1EPGH97/RmFjUxqqF/F4aJa5w2Wck2NoKMEA49OiUPAa63
IZmeJdXgVOAa0bts6nA5Udn3kumYQtDZrb0fKCjDNbPZQi7KZiaiQCYORR6fqPUTta27kvCcxMJV
XQrtP7LV16yKp1i5YAVaeaqBjWK1KWjI4H8jIzNWm0sKWrv3NC71M38TueC+9raC1DsCs6v/Mx0z
+PAGjJDxCO2+rt3CWc8RZv4IihjcX0wzq3KOxIs91YQ4XIuQp1VSe0oR9l2kFS7sFIbcjJHTS195
g6itbxXjKp9z2HgYzdVeRgDLc4VbwalQYCUuhho45jV3TdahbTV/miM9IGOIIZ9loXVkPdutnYFW
QmFhuPCgre/rMPgYXKD+Ha+nexL5yT9ET/wTKuH9b2ZVuvES6a1IGJD1YCYM0VxV92N5iNZMvPTb
oMzT4FN7oP4qG6tRy6BKOEAQFKVfCBOEmuH31vXBj/HdZDLg7YfyvWzCoN5FQ/H/BymZDN5E70lv
6g9ifszuLKyqA6dx/JVH0jo2jf4zNe4E+GhfiSPsY21RjT1QDLAJgc4tRWdpCB9ldGGFRRTUZme+
wq1Frj83p43ZdeWFrAr4iaxhkdLG5EWrVJY1UWlWc+D16u8uTZ1z6uvwKtwxxSJoxEuzd99AwUZv
CDCsoHG8XQ0jTz4HpIWnUTQkCQsY8TUsyjO1A1daC+xbrj2xbaYxudmG0O9Wjhm3y0T3wJI+UK+G
8o+1nzbbIADayyBok/cCKXEhWELyV/Z6icZTvVSOiRs2G+p1FYTWEq6T3qC3yVvCd4JpOaYGEcs2
6bnZa/9lIRAwbD6DfWc7ExIk12JXIwyurLwL73Pug2qIaMfDpxietUe9MM9p2pEwetnfZMCI1Yxj
y5jo9JxWpDOPUFag3uDSGN9AqVXRSga8OBeuyaqti2znNE2JOpNeZJcvIms1I7pfjEiJE5TJ9jiO
fn0gS1G/ew0PSCm8eo0SPH01UfwEJBInbeTfwON+mY6r8KEi1i0Ki4iOjEvrHoK92HTu1B5tS3H7
cA1upOztvZjy+yMcvKbICkJ9ZhnsTrphOwX8QgYv7+ulGiJeZr7bBguNA+yaEKc8aPwNz57bideu
ayTUeBPE4Tok7dktSskD+ChTV+78tjT3jO5iN05NTU8Gz/s9byaTsaOyPuVsh/uMpP+hnnn6BKwZ
Vk0o9brH0CGwKTfN01QV3a5MxvGdxH6587sSqBu/WA/CIAvR57FW8zloWKmboxEfm6CyX1LL56f1
2zRAVuIP/ABq9FejyYxlZsQvYwLrkNoAwKASXpKzHEwKIrSGMTsS2ML26kcs9R2kSNCsTvxdt2G1
EkMYfmizu4APc5+s5MExK7wwPNqtjK951RevpNawwebATIOe/llWtn31VaaINGwbzd/Molyl7Kp+
1Xh1DhG6oufC6MM7lR5sFKEe/1C77XxDdNkOPFxJ8cDbOAlRTNsSTgkPRSzSJdpjb6/aiRq3Q9qy
p3og91dJmNjxiv0R1Y1YNTEwGtWEDTu0nIQtdDGvzbyLtuGIEMonJ12WqbAnfJfcKmHNXGDPsvqN
Y91t3bHz3rpRJ7/Yg/FXgPRauQTJ/02lwAbAmdEsOuqCt4lnv3cD4dZFMLnDsCJtnt+RSTJ44a5p
PFskUT77UmscEq4RbmTlhpdkkDE+b54Ja8qN3+Ku7qjMkM4NfxPkMU7wjIlvLGkJcMhipFRsEMth
Q/MRUqTwwpMUL5zdRSvcif6mKVxjGxVC/AvSAczHA7hOE0DMbB66Lw717oSArPoZ+3IDXTCcAFrQ
yJ0UY0cbMB09rA3znsl1aO6EZeYnYGoGr/vJQ9nLc71PIA8x0U0eXQ7KX9EsGOLgjPpv1y7MTWWr
8l4lMki4Qcx4FQnB4jfyqTuoworxoEliqMyB3FNzHVzqtGu+O66i05B73isRrH41RR1LAR7eLg1P
Nh+EupmzYIGYXC1D1OvvTNEezypqPAnE5F1CvuSexnQkrmzbLD9T1qq/pCrjDQWYrNkys7u1CgyD
lcXJr7JsXFBG/yjPCp0jdr30MgcjpZWT4byVeF9XVVf0mygQ3sP+p/x3DB3NK6vJcG/bRfg21f2l
qubu0KVA/EtKb34iHs5rkh4cG1NrLWKgGQ9QigC149MCLTKjO2CNbP+8Vvcb/nvhi+GbPIdrl9q5
Hrb+Acayu7F465Pu8qaTDMW4LyPu7aFgbYMEaXWXhLlIUR77oHHp4r9hKvtLCcHv7LqkxzB7QlU3
RyKGeZH+svHndE9i48HR1fV3P1Iii6B3GIFlLUA+R38oWdmVZ4D6nEZNM02tRfk6a+uNMB3qRUv3
4FJ1DNuB8vprAO04eyTDS8Qhx33XBj47QvneQNWCKw/NjLapQ+7Zsi+iu6V0fUnrTgOoH+tiQf/a
8ARCUW/4ipoULxj+AWU96LYeShNmhv/n2Wprbu+jH+lDB3KkPdCS2O/olynODRzQhRx4Zi0A43ZQ
yPLS4NxNos/M7SlEJogmF3k05ptkiHhhIgm/uW1TEqBN2dNCab1noDu3VI75kKFM+kcJhYyYT+Ee
aeIWZEYWFui5/3dPkOSwNT24WFvJkzE58CjHP1TEYbjDZRiMd/pOennCQpStaJUIn6FsCCZ9iEkV
GP5HL1mzzIFKbxppN9RC+I9CFj+lD1pY7X9AOJMrPVlu8qUnn4/byDuB7/9rayX8SI3dfbAOyVY5
v6x86cy+XKcu12KEzPzuAzalIHSMqsVgSEbdDls3stLgKDQFYe9GWartGIj2J+ZS///uxP/CI+hQ
oA48kiOkX8+EXIr9bNRNglobsLRiP0P9I/ONytYN+8ankKTRb9jAQs3qUMLEK5x/kds3CDJI4idO
ncBYuHxzSKy09d4jYy83zeh9gS2FNF9NNmVDIGV2NvV6fKJixjZ2DYTj1GQaM2hVSJMSGPIf8BQl
zqkiPLEEANQcZ7pynocOLAR5s/gYJGP9FzdNew+DMiOSWzefCafSgTStXkUUtT5T/5HuA0K9J1ao
3daQzENJ4WLEnByjXPtWl+xys2mKdeCo5i4MOb8ZRSSPU2a4PsY8nIOYGwrceUgpkj9Ja27gxMer
bnSTg20V+MvGsbvjCjX3AUr0R1an1powXYayXbbuJU+NDmMnk5m8KduoPxIWlRxaSCgqdCbiJLNK
diPWy882iqYfaeXzrfa77Dqp2eVMoNfCr01xFa2kJ1oX5btDneqqC53/4Fu19FKANG2L1vg2Bspv
RlsnOw+W2MO0X362o4V+/+ioCItYIl258U+G8YNNQGkdJYWOi0HbCVl8EmfwOiIPpBn4ilsY45ha
gI2U+0hLG5xPmT49AFwLHVMrJQc+2alQ4DWIWbXMmlbu38hPdy/ElZtzyRuPPs9sowZsvL29Awtj
b2e8DohGznSmgVJ/z21qwI6YUfvTQBO5wG9ali2jFCJjRNB89Mu9yWVG3j8IY/vcKyxRJuI/Ns5c
vmleTcECnNo7oQjS1AZpk88wVPpCXnl4muOo25dcbSVpWEpDHEmq3IalgcMXrANLl8Ff088wb/pC
5tskCIdXICrdkdLr4i4e/SOgOBwsryx32SQCkkJTa0VwN1zcHXCbsSampATubkFamYoZXt7ErXXa
bag8db8YpIZxU/YdXYH4kcVR4vcWG8tg3Q7fgFG6YZG37RWUZO5s5wOpNiUAnegBJKg/UTrhWP5p
GkYPkMaYuKjvbdL/AtAQFtYwGfN7x4u3bqoEF08wSgowHhmSjYNL6r180O6fEJyFXIOHsw74zdgB
IUMXLrV/rmsG64QR6YVdI8pTV3hs/5KUsrYfQovDEwp4JDZxNdRqOeA+GY923OLppbIuSm84bywa
lHjf/NpSmPayyFmknPH8txXg4Tj9RInE80QZaTwviPtgaBbZ6BbLQvHLQHCT+U0nDZGLKS1sQmvZ
AA8RYRwLPt9jfMlUDOFTDngcdvNonHX+wMvgksVg1nCz0cPkZc9Z4HSoWSIp2M1kOo3p5InxMRRB
Ez0NuJHuMJQwSMSZQRQaPssaciBDv2fb5U5h7WBCyUu/xZ8nGtZ7AZikfWGIBz/TC+Y/ggvkhvy5
Gw6NnsV8gGWpXgAxA4RrWFYDT6gek1jqidC/AXll80uKitvSiWENASnLDP7a7kB+MuB1hfZVkmU8
WgRd+TIkXUGFkR91+U4DBQN/PwIFIwGqwL5BaDe3g2wJqKRl9jFgUmUsJDQnH55kOuF0pYLjnDT8
VRLTmoH0wf1dQuKzkM7Y3uOg5QnsFQE7T+3EkD5qA7bFepx88y9rDapQyEqZxwQkAG/NSgGn5B9J
0qZNJgEfr3DdwzD0nnchqaP43itBkbJpeMZxEroI15YUZbFqQKOoYyECb0clm1nvhyyHgueNifh+
0E2ZfnVT/bPdwdsUkiqMRcp+4YXVaztTRQM1YVNToTYcE2E6/0zd83TJY1+dgUA4VzpavPeIw5wn
LDroSxvySFoLrMfU+gIr27pFBcwm4HaF3Gl8Ajs19/BpNUKrVVT+BtOl8NdewUJ1heyFI4Oeo+1Q
58Ozhd76a3TZKzXB4FuiAC2VLDuJBgdyip6+QQsfMN3iyQ4za8JWW4/PkFb8I08aBo+Ip/k75nkK
HKhHRVUDMx9meh0A41zklv3OyxGBQRfGlkk7eEua8d9kp8mG7hQee7JHW3eKYFdjs2eUIOaA+t3F
T/guqF7FgRD/2T2+Dr4MgKvlz8Rx/Q7U6eASI12MVG1X9nCj0WFZuiTEgcPdCEne/UdcMWCIJHf7
LlsX7+I4NHSaw8VdF/isVqKXxPZgHlK3GFkbHFSEXKVKd1bb5lhC/H5rUYoIllLWFzIt3k11SPDL
kFYu0AXTsCFn8oHBcTijW5vHNFLe3nR98eF0XXiAk0fDlW8E1ees6uCc6YdXKnRe8h5je28GyX8T
D/utScaaXC2okQqDTR6wkHb0wsr8kz9a41lAHFzmlSkhh5Jgw9MQv9QszNyF0+EPhYF4R14WbwiC
/hm9rvqNQqFvfvUYUsIz2CEAljg4/KOXC3VlAvCbxyg177qHUz9jKh0t4T/F0F/BRMFNKISHdaVR
BbH62YFWkQO7AhL9XvjNv4C9+gawTfg1gVH6C+ni5mWsnZsL1HCThWpc2L6xYxuG7F34XNgm4ZxT
LwWRM9ly8SRl9RoZ7lPPiLkXsFU2DT2RF6AOGetUjij2XLsoI1XSBqGxKa1YLVIE62Y1ApU/l9ot
jjxm0eD8OzvCBG9FLY9QgkPCsLEZMxcOz2LOJ2fhN/CL84Ei05ITZ42izM4Bp94WgwnPRXZX6B09
jsTJ/WxIRSy63n7z2S2tWesUC+LrV08F4cUYrXNKaG7Rk7neAEriV9Xm3WqaPb2ZxkCtUILL9WzA
Ee3dVv2A8Os22Fm7Tes47/FEHJJS9iVzPGBJ8MVMsCwWAtPzT3hL5cHV2I8bQYVWE+K30w2pZ0sH
L3kEM44aYYgw8mcm/gjUUZf20cNIvS/jWL6zEj+6M0Zx0SQJDckummovPqdJ/2fV2bmFgdDW2rKR
UM36aIdFurU9ucet6qyk71ZoOmG8w5qcr6MmRkWs3GlTdY11Q/L3j24yHYHqoTWHwwtAHYdZaF7r
2JmO+Cy/YtF7xG4a4Ni4lTd4nr6BQLJgi+iTxMYJLoKSr4e9MCIYOlvRcOtNtJScyndOCfNAGweu
nlF5q2Z0BBk7e3LqhReX9afAc7wZ6go6cD3gGj5S0+nJpfa4G/hmAGUVYjH6WHhZ8LhbmEjWU/3w
NjC+Ms5OubNuNeCJ4cHJ43jCRd1U8lLj/cSPLuKVSR8usho95UyrK0EKGje81e0Ii2FNG4RexDr/
K2w+Pp0/G/eGKfDgm027A+YyLBs/qU6h3b0G7B6fo8ZGakqxOGp6R9vQ3irPHn+E6fKccPyThwLG
GwxkEIiLZgNzDagWYb0d1KPs0kKN2arO+NHAixfUanWYhMla+FK2NGVwFO28pPF+qBfEJZLlQ0UV
PbFXU7N/ygOhLxjIzgSW6Rl3TbY4/lRWa9uZwn3uGbx2mZyTQ1z2yBsAAraDZwpWGIQYCkoAIEem
Nf21NBU45Gypzk4FdYeG/CTV3XUY03IXnoYneh7j2DEXsL06AqQiudQQhzaApepVHajkNRbGD7D2
fjj4iQE6k3T0P+zGJjgZuNVbPP8VvumEkm+jHN3N3FBei3A6jHvmau7Byu6P0GyMXer16kYXS/rJ
gx5/VFI7/C7R2xI1VTeqILyTZetNMP06VeKgETXkYx+AMUAUM9nDipiilJbc6wDdIjX77ObntrsI
fMu4c91gXBm+a4w36XZEIPx07E7+p3sf74yIpmmp06i19qx/edYnn33rhFfJrXREV9xgJvDPpBxO
ru3RtZqWTtSv2Bm8lxojPjcseKqOZ0JC508x5tiwq54IKZ99lmT/Ja2HozyosxX/ITiY8aymo5jL
6D0x6K32Q8tbItD59ALJ78me/upB66c6psbcAUaCZJD/mH6I7yOeTz4NBtda4fUyo+JUF3XDVtTK
MC9n5rqgrmc54/zIF67rq8009P4ra2HSHHnPk7KnwWSbWg23Uu0FJ/+xZO8T1EfalYByRJEpjmps
uACVW7ywX6Fzlq/16JgV3I44e+V5xYHExo0oG8e/UyEHpC47JrCjsvCu7PCv0WNsBA+Xn7O5rw92
2VkbTPnVM9XcIUXX1DKtLJPydhkRsCwY177wU9FW3nevjYEprih9SbdfBS9JecxSJlvmOnjQRtg+
30ehD2Y/vvt1tAk6LFYl4Zp5tEe466ViC20V/0X2pBTdHgbEFY+REBX73CWp95bNFLeMU3o1XcmV
VTfuoRzCTd5kP62Rg7iB8h+AEpQTf0xSZgSbov9aY+6PJHrgLg2c13Bd9MUJAhuZPmm2U9w9foY2
ukorflx+0nZPhh+120gk7QtX6bQ2hwoQiFN0+Ycnpfw1R5H+4i+DqBIn1ZqOuupf6IW3JCEMs+77
7qO156uWKeLCyBZr2VEMEM+yvUtLbfsObonX/ER4kZesqlICU6O5G9xSn1iOPQqkH0CXjHXNEOu1
i5VxyRXywwR3AEk67quZg8Yhlr23monMyNhFyaJtKGHrtSrWSLDl1u1NnxxZ/9h3qFe2QM+yyUIS
IVF7zMwye21n9jC9pynwRCXVbA6r7LWyOVc9IyLqCvl31/vBFhz7H1r3DMq6Xecwx45Jhr8yAe69
52vinCsj3o4T6a/BLsN01SKCr5rSgmid9IPBGpi9hqteG7w4C/bmYFUEQ+9oFkA6XXp7MufRpZ7P
7oWE3WDybIYKHbafgdI7MBwF25WiAjUT3LKUOJYX4sAgzEMvlzcle5rz0iPjV7QdMU2cdPmBlQcb
dv9iUFUmoYsoUkdYFFDRZ9gm28irfAbvstU0tUEYNSDubfsBu2E5ZDuzrcWm9pziSZMXXFfJQytM
Cxqg2pxhuJDXyEl3ggAf0dKx/ca/X29tx5g2tP0xfFserL6+V2c9x3cfOg0jCUTnAp6zesjglnCr
HzLKyW+btc98gQStnfn4UjoY3tmyur8802losIlV3zOVN2eLLCIto0jHlt9/Na5L2GWhRXKPBwsX
tQyih7rJEJUB3ISujVAjE3UKOn3FQ/ikBKbnidbCBcySn0CX1REMTbXupphpUT9axzMWx8fGUPW+
k0mwGiMSiF7J3JZEP1PRcDk6o7PBqPESi/KqVMNVijQ6AuGIvN3AOHTv2WaSExpxIbOHyofE37ba
M56JOz7EW/bUFgbdx3dfvNkPPF0aMOZg0cx3hhs/zax3cOJk1SrCO/1khN0tz6DsMlSYa7Qac638
Ov3PxEfAMcMXt3ODbDsiYK05QRqITViU1tRcujTQG/1T0veamh9SGwtMv2mEk+hR2pfI5EO5ZFao
8HqUetfHaGKVCQZgo/k5lXK8DYESXnoRGF4ewMC3V03ilLsmjSE4hTBmpP8vbOOTg5ca8in7mcz/
5jkg9zP0ka012O7Z42jfGikJ4JHPRRlyOUIwEWs8uzxpEUu7YaNCf3jx3ahaJa6fvtB9cKjZ5pxt
r7b/yNWwquvT8MMmqvtA7cGAU72/Zqf2FvlmT8qWR5FP9mYacetUM4p6MEwD6y/cwCvzMXSsjJCp
lWA+VdpREB1AEF8CwxlQ2WHBZDZVCYeZXPQ5h59/8GbQiXxylfcVFF57bwz7oqAZsOJCmt/j+Mef
GAddcox9iPwWA8cCT3t6nTP2Jn1Pq0DKt+M1bIpkOSrRfsys6JA/KOCGSpMckj6K5L5wcalW6CHM
8mhi4KMB9cHu4blp5bG9JVmVr/iuVVtABw2JFrh+DlVz4Jk9zMrMnTQmASHllzKOxhWGHb8ZNzc+
mEKB4RMdW2KTvDyokWxireKg8ESSLpm4Gv9H0ZktyYlrUfSLiACBELzmPNQ8u14It11mBolBDF/f
K1+6b0Tftt1ZidDZZ++1r0LN9Wswp8O7NdI8tGXqHvpsnd482gDQ75CLLn2ITiHr5VpZCnVaUXM3
pB/4HxDrmOvkdMtUKYqddtgCAWDVaT5WB3qW9IPRvX8Ye+93GTcXGQ3TH8sMdyUA6HH2En6Z2Xb5
/b+MD7o6lnUQ4is0Bi5AXqzJcKTdYWK7miRP2LfHa2rTsHipEGuCwyRRg86h13Psa0ZmAp6oEJtM
973HaqZVH4b0xD6gLvpJ5QjSzjrg9Mbw2AS8A8r+WanojzfmGVpV5x8reFr7OVzwJJcilnCZw3kf
MHodVi4SxzbiualHBUFpJkSU0v2Df93c9nXuDAyH1C2G9aBc/9ohN7+XWv1dmj48VrYr9+y/sxIf
Yc2zjNp2WkHHPBeydr4j3SZUSN3y69iHiZhGgj5eaMeGwbQaN8Bl/8LuJV8peNvc6GrbkgbOI4PT
sDUDZTL84aFhZLe5nlm+vfRtqsnWEywPUjrasFAPYrvGxVk2OWY501kssYu548iERYBbHCu2Oy6f
/ShaAEOkqDgsqbms3kafVeVFTVOBbaNr+JpCt8KsOGTsBBEY6IfJ+UQOGHZCdYQc0J+rBovQNsRA
dsS51rHWzOvug1YYor0wZQJ5qSEftNODwp7FztcZbXa7j2GcsERe2xwjnjverdiXAa+ESu7XOvnF
bXt9CchRuxtC6uKERGXPI3iFN0LLCrgIpsAPoyycfqyI9Ytrp+lYZjGWy4F/3XX79B/8yXEfU4V5
IRL/TXKjOa0Y2G9mOhph61svu7NAEz1AUDHN3ldt8MLtfbiWM+QxzFcIeLH10sck7MJ9HvO9xOqO
QUNPaLWi+KInpr9klgU+A24HtlSxDiNkP15ceKMs09EhWfyzXmBTnmFDpI6PtgxW2P+RISMr62eR
2ICaoi6L7saIFAviGorJBs2hPLJ48It95WHcwMyfee+itB/F0iBDLguMG2L/PqY9af71WQ3mE0gp
qrvYT2p5LOnZ3YwZNiOen93cjNEDXpvwvsOpC8QYSKMJWPwukk4l3gd/c3/0Dkm9ZGzApo9U+KBc
4cxBkmGGO5t1HbGA6DJBlbNqutBNv27y1VY32o/nXUc3U/c9F+ET0RCfbh7IpODqqdIxAMAwr02X
2cvJabEM2lcUs69+u6IinFzDFqCJs+w0RIa0dQ7hO6j6eNehw2Az5eT95naFmT0ZgvckE598qjcF
HG/uJnWKuzVR62cTwC9s+wlLWyeo01zz5skrXbuP7IKfujAv9JCytE/AOt8aL7x/KfoHLMDbOgd9
zyMYD4mC3+S2YEA0500F1BMmi+L05duzdLuow8Kj3ZabUkFfGY1vMe18prnSQjJSSplELJb6cl/c
bqIJtEKqMeYIpQWb/Y5k7Kb1C26R8URrFKTwR12of8sa/QwE+QnUQCYZHDqvcChVuC2HABPoSj37
fpBKMDtJvJ/wCWFx5kV7EFFzc86sDb/gKt/JoFHjHqow/8WL5JmQJ/0KHiF2YOVc+Cn1Wtlj0D6d
vCwwQUgsLMP8wPvXPM8kM5czkXOfKBV/W/AYLJwaaIADlTHBUyG8y4Dz9YSoWp+KYqAiRFDSxwYv
3rEfaFlzelh1RVpcZ+wZL1E87zK4wkfl+qy/K/e/NXWO1nS0WFZQFs1UoW9lIn5eJnoV1EzpSLXo
c6TposIE5nyllPmCfOzchKcpXCEHGu+76cdMH2gXBRsyQQptQjkcuYR2l3rF6kU1pn6MukWcuny6
URwoi4uFJUbgx+x4iuLKdip+KmLnZfJFuwug4OKPddBwq0nMFAAZbO7d1IOPGWjUjG641eVb07sG
cp8C++tQQ1u5RSKi79a3ctnPxbLWVxfm+atCqm0vmAXQK2zXn23dTsBMuyh5sAOP7SML3bbaz20J
6SFb6nE6yHAlFrtj79f0xG5qcZ272+FtrHmdy/mlEK7cCWP/I1Q06+1icVuiD3Hz0ys9kEDPCcV2
KcwdPFIpRjYJemA3Mxme6jzmBzi78u88xPqSoNNha0T666Lq3XFIHqYLOrqLHSwDnb7pCLynRHJn
NtrznKJNVph7SrfEbuFWsIkS4sCoNZ1XXaOVfle5VNNdGVRQ3zyVmm2lo5q3bTG5YotZgTLuZRIf
HOvtD7eA9VMzXM77blXzK1qrfQ1W6OMFMeyThyJ5qRz340bI3lMv0e9TV8Rv2J8Hoj7ZhDncH3pW
lK6+hK6JzlwmQF6Us9pjN0ewE5S0PEFUWCoyyaYgD50md5K3Uvno+NabruyAlwtklRDrVqSHEzaL
KWbVgYGpYE49KTsl9563QpUeVPm11FX4W1Mm9BKslf9BsytbAVPbaCNAQ/MUWaqDtiyrUjIiCT3Y
NZJADOAA2KQOuveCX/jTVK0+jDbYo1bQlrgS1D3wRxRcy6wkBM0pnqyXUCX5Sw6M7X6KgJihiUHS
AhFZzId8mQms1JMst4uy/d+oZSvfK4P8xEl1iEKG7JbvrlPnS7YHNwH43ZBHO4GwM3wHGfHorcXR
TK1ske+AR2GFzqNl5xITOeV1rB7atfwFXTzdr8SJicYpc8nC7qHu17cWVJWwrIyAMlFP46zdz5Ci
HsaqxYsdTtC+w0CxX6wrZxOGtQEJkcnx9nu9JU1e/amxguxjMxp8WHm8EmJ1ysPYJcHJhe+MZ7Nq
P9ewOAZ5/RRm+b8y5BAggE8aeygIJ7CG4P2lJ3OrxZCKivDcKbZpBjOpGMHupvBA902PgEbAr68/
7BCW7MrAb6PDcsB2eJkODmP/2bV+eb9a0vY96jPKDYsincSnHgvZqWRKUCTclteRtvcnapNbvjQL
KvBo7CGPB3lFvmF0VvV4bEkz36UAhn5ymALAhIE+ISfHjB+VaB/VssQnttICBxYh9HU26tCr6EdR
+H2lBIgrB4T1I0cOhFZZ8CHwGB/UzB0BR+tKCixsvzSbhIga0pX6mcHKrexG79RG4t2L56ol01KZ
XzP2HPK7kKSyQ5Ur8Yyz/JkSB//S33AJiYgeIu3IBzyCbDNZLNNT65VA67PkOWNLuaPYUqgdTvqB
JpDRj/ewIJd3Mw7ef2mICVhE5KPGovUe9ehxvzFQnd1TE3fhTnZt/VjHxbzzSTa9ADSU8WHhHzeb
3vctnGxMTleWnPrDl8p0B2uz6bW0lXhYi4Svq58XJ5KR1YW7IBuSUBAQB15526tzuWV1RL/z5OBJ
CE012JdJSf176NLgF/eY4VKmi3PU1iuucTYMIXqHExyBbHl/EPGzH3fxMLwjkldL39yrubqfAvvY
skgiSh8TGZ+qvHpZm7E80Odx61oh9LSNp9CHxetQXk1Z1blm4uUvQQN2miZptgoUc7TmJ8/BAYmO
Yx0hlhcecXm2hA1yzmZtGiCxk/fSmZlfhGeW9vbqyyt6c5iYVoqt69J1LwOVHKa5oUaMBg/YHDHN
hmw+z5mBBYp61a4LLCMW0qdm9tKESMfgO2eH05wMWGuml14YZ0aD8ZI7YxoxnoqBn8XrCrgILGcZ
MhkHAKcp7KE008La2NE9ikMlUWzcA2gyRwk88uj1CbbdVXIumAl+maSUDFXckgylNTj0/mRsLR8B
JFD2rfko/mVqrc5jNSmH3Q7HXePSD7KfSMI9RrjIrtCq4gPfwOppqeVfS+pvn3iwkDMJxpBUQbeZ
eNqKifD0Eloa1cFPVD+xJExGZoQ1/ICG9K/QKYL44FXTsZfOSci6Ir7XPPvMFjjhiTQg6FDYkOoM
zwuoMFYCHksQL3TE0deGD4Xk1CuodTK7dAahjuoZFBWLzQOWPUAac4PDO7ThfL+S10ULMjJBwEXy
w5SIYupHMaSsJmxPacv6AN+0H69vcuizcN91qv+22q0ruhrqJd8lMybYLYk4HjrMEaP9AKaE2SZo
R/dO0aJ9iYvSiV9pYwv3yjPgWBvwKXv6osU/jzDwcxikid3MWJd2FmPBV9bD3NuUWeDfm2QZaF7D
9H0o4nxNjjjcmw4NqLa3zkG29OU8oJ/Moh/yVwbA2d+DxUTObkxU73pnLr5kJsqDzxQRfjOPT+PZ
sXoqDoHbU0UKTwuHWsipfRVLbp7bDjwV9ONEfcO/V/VThoAZvPYyYK8E5KHNni0vg3YfJ7FuHoFt
S8Y+eqRHfbGEP+eDlYUjbyJadtfnVDnqKS/8V/aaRFt8N436DSQUOgi3zCHpIU8ILCPTUCSNMCYo
iNZrdUdO1KfMunEi7vizXOyEmEHBL5sqBIxzHagSxQNXJPbe1kLRyulkjnRgiWRXzGAbpde5uy6h
8KrXGXSLcxxyNbnJxrOmRQ/BpUVP1vq7q2mnuwbAi34TURWHqpHp+ojvsuj2XdKnyztXNQL86Ox5
8ycKevnMpa9WxyqIEqKNIwJSX8v+wanc0qPpvZzCL3LNrX70tSfXI+sA3C2b1UMb3C4ZrBW9QWwa
IR+WoD8TJyEMlouAN15LC5jeOnNQzTx+A1I145bL3QvDbky7eeufiSrK30FQUGuOjU3ueEXQ+5oU
3viQs0is7lJwtThpMIad16KrgwevBcd7T1dC88LwV8oTA9DEsVvO5IYTD8zoJsv4s2/KCG4V5JgR
9uPE62JBTuBtGcd1xdMaCGoGRtVqb8epk39xPfSpVHR1/b505Wg+Adypgp8g9niwBPbYJQWLd0P5
bHKhQ8z1znU2pPMdi/ZF0vfLuLUFrp99tnXXqt2UjERYLB/8XZ3LYLrgOWt6SHJ+dMIC1osP4r10
mgZUhx5D7sZ/Cho6PliGGPknn4P8bpIDN1TJDnUPvKW8wLAZHqvJa07uLUzSurRRbRyNxI6gEd6s
/UByPlDUSoooG5Um3y031uk5xH3MGUa7tF87AVUubd/cxt16JMMU9kk+/ZsJPLe7RmbKHDDgzMN/
lWPj9L+ClvPp4opJlHfVoMazDVFMaRLqqlsWferwJDtpctE4jtwXrNnzC4FEYIBdb+nHDusVqD1F
OBnTzwPmJYH9Lee4mP0c+9cqgzG/a8jAFQ9uLehvTBdRXHws4xo6TRawJWNWthUCIh0Op8YtMPp6
Ji1xyfjpS2pjmglk1ZG3H+uKlsihWO4cTNwDC2eZfzprg9IeNLQjPxo/cTDA+kC0Qtq+1X0xr9Hn
OOId3jgzpfEJEvyH0VrumjlxX6JWN2eZh8PvVMShgm8ipIe5klzYNV6hzOY5fFuod4ttRhpdUTzQ
i4s2PyKKUc832dTNjsIn4MDBTtyAE4dml6FL8GzjZ26//TAdfW4KhSX0N7OrP+vUnf5QEDV+rSWK
ZkbkrRrnPeRw9NAuhXtzs114iT4nvRFYuqp+xRHuGre9FGA5AKyW6YjYRtFLPbN2gSkNMoiovL+K
9T9vlMP0QftE2h+KuS1uNo8sp8PDzHlUHLvJDe47RvH1xfewwZUQjlSzIXcjyf3Ty0O1kdXmKVvo
YsBHRmnfxhsdmn+aBhFob9nVosGi7Q/X3hnGAEEzVdGDC5U/ASyRi18twwykRXh23jGjWeti0LRn
PKbCeQeqBouAso4xgvd64yln285jXc0Y1wsgspeoxKRvkJAKCrWrIsVW4Cbtrdzaa+Dg+TCDsSnw
6p6HzryVBr6CvBl8P/TY+fE/Szh4fCRv2sKTl5awi8NyEyvMg7f0LnJm66pKXiK6XA9tgmty243Q
q+7yaRSWTgW/yc464oZwGtnz73EsDu9+lwNG02nL8Hoz2pxVALEBxy6AH4qs1B+u//2e7jdMRSlw
zadYsLq8ag/r3ssQ3hyGw9IKuKQdq028fTQBPYxeFZG5zkmA05ZF1RQdAnMt/Jb0nY1xL1eNOVvv
Zgx0b06aQ6Hj7B8NGV70gFwZ1g/YLQNcoLEXGcLAHso7UmQhFWGuYuLVozJ38A4+O0/16MdpxmaF
dcXOX2Gt7riklsvdPPCCfXLbDtULo5G5qnpqP8h3zFyVGqf/rFxh9mVea++Le1t9zrmdsHmWaQj0
BbN2/66JlmcsXvxw53ZsJI8iTaBwhVl0Luou+atA9aOhj/oKJju5UNo83ancqyHl8CcIaDTu/Q57
50Dso2C/BylUYifoGcRYdvE3oHh+VsELUBZ7PKNjdsBM38+7IJOAAfFQBdjH/IAFLGnFbJ96BIWv
TR1nt8aLYVyjaxgIGFzTSHZl4LtA+K2VY3XsoQ+wJGqU+x41N3AzECykRbHm9b5kS1lvY7OAyydx
yRxXcapsC2tURVtd528z7s4f+ajiR/4z2evh3B1vNtMle1Qst8RGjP6QHbl495iIKd2Qjx0+3bMT
sZglaD7jOQR5itctNdJlZeEvH74XhB8is95zOZaszadbI8F91PndcO/SddLcD0gwyZ+aDR8nh1Cc
p/DoKLY6MWKiOKI10dKUqrxy8l1MjDKteE3w/T05U+7zysGU8pbOtbpTapicYkN5jVPdLy4zD3Sq
DDD8zLmvN33tqC9upp7z7LqsSb9ciKJHrE7Vx0igbvqDKRfyGe9zP/tSA9eTIz52Pb00xZJR/zIr
vDzhopddpykDofVWBWR0VPvsA6pdSFYzu+5CGnT4sbXEK65rXVj8Xzdm6+fodMWeoVi/8J1I7B1J
PfFG9wgN5C5Dwzlnu6rYacv0i9jUsOxwyMU8WvzIk2sCR5IkpzZ7MCAjxUiTo7Z+PzcBWyYhs/BB
WgakCxjGWq4bcCoLfiiT5jeAhE/2/x1hI8Wu7aPHL0lMANbN6r+hF/HLCkyQe/ZZk4/niyv0KVlE
fAZ9P7Di5zHZu8to0qs/M09vS3z29WNhQtgPSFncfavJhOAOB8EaT7glnI9Whb2Dw0tKRaYuEmRw
VY8nF/plHO7pcQjn7xg86YPj8dMTO5Tj6WNsBsdvdjRf9V+wsukMN5qLiE+mor+mg1EXBIKs2OKE
uIkFYcAXLiiCjkSiB3My2nhRIPKzDEIvPjdFrsqtcHhjbNBgsSNmKpz2xLvWOyTg9SvtPbc7josJ
kV66hTKgcaXKimzatMW8F9w1APPg/MmsKXYlvaErAd6kdz5weybnSHWKwxBslf/SisbMzzl5z7bY
VtCJyImVJo3kwRs83T3X2TKxuoCESohAYkHlS2AsGBLfntFj7R2GLEFl8gJbxJHyTsF/iXdYlSWE
iqLtvW8DWj7cjR235m0Bm2TBruLlcQWCSjXTxYtvO6o2E1KbXQtdJGaMVpNcxl0x8Z1k+0XvdEUL
N48D89eBUGC6S+dR/leQur+P+JaeKOZWA8V+azu/BI6LHmymBBD6QAIFoHBVBMTrOwT50I/nbicX
uHJVZ/DU4qqe/mNJlGV/Ik3f8D0p6YrgqaAd8CAQMhNcmEVfDs9ZMLJM94eoqY6wfzz5gkYOvX5S
fnPMTOKgCZikJhpHhZ22hOVPoUu6dF+0RXvFQFDtrXHVKZ2xne7qFv1pnCXMKdVk6sacTPmY1+6e
ImLu0qmc+n6Psc4/IKVPeK7YBBq4OMVYvw1zVJZ3pRtNLQb31f0bZ8b7i1AD0bd1/NjjXwc++G14
YORu7QDZpPMALnyThzWr5aEK3klyBjsiEyM4sca5ugSeudShDbbOTleR18CEqypIIAnIBXw8okl+
r3M/7S2UjjEAR5aukDuHxhEXkwbuLafIfnskjvYeVo4Of7t91t1jCF+BLun2iD2B9hPWSIWP72cZ
D1DGZpb97YhuAy0wyPg8CjHuQQx2TDW6Hw7SYFFHtYymF25wRfsOuw3XAW9Zq8gODtxqtFx4Cxgb
hdG2CfBuLu2Mrxzif7ptac/Ew6ydpXymOHqNjnbkqnbuhyCRp6hNPf1W3ZJFSO8gZH7PdplhAjaQ
poqbc1rrywqijDi4csXITLCm+TOu8C54BqA1kQcLbMQwHmcOrBoKrfU0XeAqZh3tfA3XnjfYccxR
OxHeQJht7Mi9DPORXevK27FnrNFF9hQNlBBuRouXsMRiXbbk5lxWUFSFUEnZ77Wahp+guu3BC+SZ
S6ciODeMpNReicG8t3kaH3Pp+eaQCi+LMHLJ4K2e+/h1GMvhzevi7GcGquB+S+AMN9R75P3Fdjjh
Mi+lfeLSnoEkyWYMCaU0Ey/yDLxPx6/Sxy3CqTOk2ZszLs4vRKLlJU6LIKFoIoJvC7YP8tddAk/u
OWFY/zFujFjEWRC+gcOmDakqp3F5rACj3+t44D8eaIJP42pg63QfaBMIulAN/U9jmLXdvvYIhm4D
r1quTsF6kRZSz77NWZf9jnFgeQc87ln9FGmXQEkSk8raox1zqrkz94gU9/EbeEpHXpYgGmfuPRVg
brhWsm1AfZcUpLD5YFfnjnF8T9ZFa4pdDaVBdYhUdq2x4FZUq1KzSeokC7z9SG/HVWgW0ADc6Nhm
l8d7b48dMJmfCAXFXyRBqndW0pPdd2yvz6oOYfwDBHpZBauXCyNpWF9SNp//ZW5nPyLXRvckGpwF
CSNa6MIWQELj1JuGb1otzaSvq0ETajFR8a56yC2bP9qCHW1/UXKDQQUTz8rKDMxgQuQydjGPgbld
Ecg41iGcRxhigtYx15n23HbLYp5VUDb2E3tBiqqo85VR2EEbxp83P1gvto/WDOpB5G39GsIyTB6d
uaSfViR2pjVZqyH2do2ne+59iY7bvYB6mYHaN/kpH7X8yAK66s4s6VX/1nN7IXReiczbxXTIKEZp
DT13Qw5yAjHjgOr3qBY8JV2Q/yczz7zLoANwU1j3T1VU8QUbjPk35O5wV+RRcNVVmlZHEVsKkmLC
Ech1U53/rZf+hm3119RSuOOEDyphufXQZ0kWMxtyJb4u0u3EHZ7n3px8y38xji3IRnHWENJq5yg3
0JBF6H8HdnDOhOz76YNMWuwiuzOQAnHvSB3/tBEv/8c6qNF62UqsbfxXBn1Q3FfTWKAwCfBeFAnw
SsFol/gz7xePd/+uoT7Y28SAx07Wrrm9Z+zATU0+nhFhLgoQhhSZ6pXi4JWb5jkMCzyx06Jjes4X
m750BM3G/bh4JSjxNfP9R8wuzogllSv/ZaYyg99jKQjLJH40PVheD89Crcsj9cGhfqJvqPrVNCmS
6hSnIcSHXOcE0G4/OwC1OJUaksy7nviL8xIIgBfNyUspDgHtvnSxfnaCGAyyU0jAeRvLmSPaWy1w
AX5eZjFID5XIFleqmpgSNixOJwd6h5YzbC/+vJcE0in1DVKPtf102Ahm/lYOmngYclQ+pye0ZnDR
wl9vm9+AktM713D6YGFEkENGWrKPFKicJl3ert2OvToZcKSUWb0HVKJBBMc6UtwFca+GHF4g0Bm9
4ZUVd3eSldNnmMygPAYYERVKSZsy5NcLNakFTAewEXPQknEGAM9kKWVJW8hAHNP7rOtuANuy2Cx1
7xkjB6x7FWlNluh+G5RkJAiOYJWLgtVBjScZy94KbejMfXfmw+vb8FR7DUmNtJsdCvEiefZDVfbg
Q7iVQIMFfBK+3mLH+gdUbn1MJ6mPvmHk/lHy9iUZKeg4q1iwmbQ6r//MhS8Khntv3VmqztWOHm++
jdNoEFqzkfq1/9aJBOupahk/HnJH6fZRCGc0hw5rWLr1bBNUZ6ef3ZD4ddDI+zItMUzSxkfwhM6e
08z3HyymP4XuT4AlvzqSZOPYLBjtr+GUQtHNy8o8gq3mVZ6Uer5v2Ri48aYbUhO+VQQug1fSC3WV
bjA/OXusbdgINSQrDH/x9MkmEBZDHrvY5FGMUrwc2hH3FVfvd487SP28Fk3+GqLYMruhG/+hqIOr
XRSk3bPXd0W7o1shujY817+IO64wk8nv7hnIEIvYZXpzuZGMHjMk9bYOr3mb8g+g3MMWpHUhAtTZ
O51+YL2Wwz7NVt+EH6GnlhNogoC0bENJIWKevxlVAeG3Kc2593XpPPbMQFg4PF/Ojy3nKRtRVgr1
upt7lYa4XmL/LQcFiCMqj5vqkrM738YYk0e9m+pCdPe4afP6V5Phnv0OwtCOlBhiet+GST9M2zJ3
neQpcwgIsVkPuCGQh21F+NWC9FDOJoU/Jj4JAbEkw9QVl2fMR/pezAFQG3YN8ndMQ1xCJInmY0p+
OI3Co7MiXtRMOYj3946XlMlP3KJbwSrjUAar+635iYYnHqtuoLmgdj1z7/c0IX9YiQB+KEahPUKY
rlJ71lEk59JhWvekEOgeVuyhwL0MwaruogXyAXiKVd03dKwo1kAL0ke8r9Bz2N8AtnxD78rwr7EH
5RISEcknCeUzRLWEIFQ5XooIy9CZA20NX6jzNilwFCfpuTNr9ogVtX3+Y7X6zVYnHpZGLoxZE733
qFRM6rpW81/kc2ysTJ4LrgXkRl0iQ1KJNdsfP+a/cOsFORpFPI/9W1llTbCtUYO+Fs5i1qFOmNXc
wJb5redy/VSt1uHJyswnHJ3gZLQ3rndGWsbSHNzrIQS7kL4HnjsjZqxeGf5lxggIr7HeEq9VZqLP
lYqIND0IsQLxmDn9wX4or4SLFSTFW9O2afI4ktE/UJkBML0v19fRg75362i26fgezJWX7WO7wE6l
ssw0wzOvnQLDc1037acwKY8nKZjsF0dM9NUvk0JwqVaqaOkhD548R8YuYQRjLYpatWKYqIPgeWE+
cM8D1RjfbTRG+ScGIwhms+xKGqSjxH+xbSLICZmSkSibgi9BUf2FHDKZWu6rMn0b4HVFz5STMm3x
5MS/FzvbY+x7hJRnXV8772a5RyStPrnALifkX1KUkR8Oe8qaQSUC9h8ggWEbWO5ruXSfBCXy+bWM
qmnpNq0V/D9vCimiI1fbPwO77JtzP6T1CkYN5KRRE6xr6k7tVyZmAi8ps+B2HWI//0kATt7NC02N
F6+IW3Z15RDqoxhXLqBQ+fQxy8eCpUxn4LsILq3EaNl60eM7h8G2mfrogXportwkQNjslm0d/WLl
rJ/HQFgIGxSV9XbPx++4d02spu6XB9/HeZ8IiTvblcTXVnNIB2dPeR38r1Y5lj4G32Z/FffT6txZ
eBGCPgx1h5htu5NPQNnugMzVeKPivtSPURxNpOGYtBz5D/1JEux2IC3olwrPdLv3lCKPCBYTQjbx
4on1qnSq9Ml3oLu5+UzXw95ZexO9pEVHpJQ7TLJlxQn4A3QX2KqczJyz58+n9L2e3Bb/ccTJTJ8C
dMI2YazfJauM/qyslKhq5il4T8Fu4LMo4S6Tp3AozuRWKKptv9ZTvGMmEv5/cUOAdws7mS0x3B93
4TKMN59dEwQD4EIkAZELWJG9+oNDTYVhCwr3MWRNOYl6L8F0jeyUFHMAMC48JyK7MWqVOxBFQdlN
D5NPSNsCMPW3Ptu4NzzybnkouJ3cNuTuEv1uAM6CtcqEaQ4spRMCrFTBXuapbd7roetYeBTjkuKs
vGE7mW5x9B0yLqgkfEegKiD10up75ASbH6MyFuXVK8Z86A/uopXzqcFuqV96jOEyDinvnQvULdx5
xuN/I+Ihn75BOKi4GHN5fhTz6JbrJvCxcf24bljwuXGwxACJ4bKtJ+z8QwSIhR/xlwaAvX6SFghT
SDpFnY2vLa2Br+xu55QKhSj9B2B7LJ+NiQLw3jgVjpXDZ8itWOF3osxTxt/0PXl0EPj58nsZ6DfO
qpQtK7FQfxMtKR5s5aaMECwobtykNC3u9Zi2P1USxQgAnuSvxA3CQxhZtKbb+nu5YO+W3WeXz8kP
K7yo/T3xoqA0El831yMn6bq3BjQD5Hg0wJdEGqSBEkAQ7w8Rrb9LJ9OE4rjYEeyjk5zOGs2hI0ds
qffh7E6nanX1tcumZHjD7DP7LzdIQHccxACyYKdHs9AmMiacI0FGYv6VuqI6e2XFJPg93ZLMqe/Q
VnOkrCL8oZmIQbSIhozVUjEeTBypRxPY8ixUafbGK9z/FLE+svQ487Gj0Wtj7sJV0FOFLIZBa+WR
PJBTcF1MVPl69NqGIWjk2Yhm30HeCRIkFQQngBquXJ87B5vVLqjl9NWk9RwfS4orF9hNSUxngl+g
RmxBsjdUEXJ4gGeA4p+Ief1qWIJhFPWatViIQfBu37KTCm/wS24YGytkpN9Y0EXrOSUAWjL0LBHI
Nc5Fc8qk7VgdLfqedWTTEcmRjf9nzEL9HjmjFwDuWSa5Yrxx+BeHZrFPYdONd5h41InGHIfsTikw
XDQTKIIlVvFN8m9AvMaNXT/9QedArNx5+nTJQ0sUJuKhrq35Cud8rsGJy1JKKWETv7Jg4jOunahw
OMhiSbyTXi5JJrcuvPY1jXVN4R5HHFbJseV+ncBGueBARV1MIWRXe65bKz6MOND+tsSF2xzbkS1o
igc5gI+Ov/BUh7Msee5tJ3/hrmyLAbWhMOgC64px0j8FxA34HYrFzaJnHLD5/drXVQvYILLOk12j
iUIzE4fu42y8wb1wlhEiZArrvju6b55K19HJh9KjI2/ICdGds0SIgyGIcaFid3kIgoWdrJOH9wuj
Vf9lQ3awW5Q48ReVpc3faWNY342juLUxC6ptG/GxPtOOmL/3bHG2+GC1/MvuYdUXujPjaz3Sq7OF
eRqzhyooIiJKTLPBFeR++cR7gWgSI4Hv7HNlYrbXRU2u8dDXaiXCMuU8ovPFgMwDAhyg/NJ8Rycq
TdJeSLkDKNR4KrZexe1BYHT5n7Mz65EbSbb0X2n08xBD0rkO5s5D7MFUpqRUan0h1JKK+77z18/n
ui8ZjEAQebsLXUDX4uFOc3Nbjp3TM0F5SlrVsuNdwP0k1M3Mzv4UD2SWu6abB7J7MSkfSmdSmDPO
ZEH73QycPDgOMZM6yCi5Zv9Dg3YxeZmaMQmgoFMbyhLm4DImw6AV1eQArqnxoPRobapbgZxBpmw6
o6QPUzlogUBmX+r+1D8zDBDM1T+2Wnc9Y4t9OTFGyVhUO1K3LMCt5dOur8K8VT/Blxuj/+0rtPab
l0hAlfeldYp+fASoo5TBb5dgO/YP9M+4YGC+R+DyR6cDb4zCWsZI7xO53owMh2GrbpBCZAERxAk9
EUYfzIns84mavjPvukIvfkS1VvTH2FAqGkhaJYzuGPOQdYzrjQwI5Vs7A8IpTrSLwvB72Bt4rNOE
duhUHrQcfJzZ/vPvf/3v//d/f43/J/hTfCjSCSmjf0F/9QEQSNv817817d//wq3L//v8+7/+TRoC
S6Vpw+hC1OaaVLj4679+PkdovPF3/y+RBFnL9FX507faqtqR+QzHVE21r5ZOPsG0H3PaDM4jyt2o
7kT2Ujt07seEvlYEPOn+r7Evf4xuU+RGK8JlptNyZQf18sfQvZusgXf/e6IB99hpRul+05hpafd6
n03ZESEVxoGrJCSkeOPKDOWbpq7awhKw9gvjcmXdoAekhMrwlVgxOdbZhCyLBTjOtq3gHcORvzQf
gqv7a2ru5XYFhHPC0Qxq5nDA2Yi7Xy4KbIpSkg3eGwGQoXl0RGdBHNkaZrahH0vraTNwbXDNZWNq
H0yduVOI8E035XUWNmWhkm7qDtXXQj1ZlGljilh1R1CAwKbEJyrIXSdjXPafBq3zHS/ISGze3d/E
4pMJ1RVQCjuma+gGSCvXudyDzgHNZtCrz5Ot9cCTyvEH7Hn9vtFVqLoEQc23SdeD8/1V5b/1ldUK
TVc1BFaoYmIopmZIq35ltcXcJKHpW8UnqB4RsShzJ3vXJ0wWMkY8t1vKwTb9ZRRnz6GDOseKmZo3
VheGbWCtOn9S9cvVO7CyddOoxSe/GNrnJBPmp6CRMF34EVeWkha/3KhwTF0AzLNcw5Am9GqjjS4U
GgJG8alpySxzgB9bhonqQ5e446G2Vefz/YNdfk5NNzBI8IaOiV3q6uJzmhD2VCPjD8+oTjK3ELqy
zUIdA2K5KD9R8KdvZBEe31/1+kBZ1aSAb2g6QbipXu6SGgcbpfn2XCSE6JtZsf4TNlSw6Zop8683
r4WZUhlzTA3e06WPwTYrlRKb/0zrXHwmUIS3hHG0SFajmKa7v9iN4zSEodmOrhk0Wu2FpRgMgVuU
rqUwkBznh73u5ySncaAC0plfI1lHVjKNtGl/f13t2m4MFnYsviJ+1BXyh72yG1MBPKq7qf8M+sor
FVGnh1rAxRtQa0Fiu4GiPhrm+mdmaV8NqdGzTZoWnQEfxooab2sx+DCQz7nwv3yAsuTFdXtj5RLf
+I0WCSdVaIuio6oufmMVlsHQQF7xPBkok2zCzKIsx7y08ZA36D5GaVF9vX8sS4eLdds6fgo740hw
IZenEpItz06oGM86dxtgIPMDLUUB8NEWDM4CFqmTYSl07xk/aQ8RArnb+z/ghqHjLzV+B9UtzRIL
Q096jTGRLrCfrW7Uz6nRUEkqUx8wbt+tLLV82fGRhoQE4WcBtEGXIS43G8Sj3zlZaT1DaOfuSuZq
D8DvyQlp5x/zuHwoifw2zL+Knab5sGwUBeCAes5O9/d87atNV3NNfozKzlVz8cq1iLmA4x/NZ2Vw
dfhuR0c7l2n6jWl6Iv0CKtY+VacdM7LRysrXn5tnyWFRx+FJ5xguT8Cdh9o1S8N4BvJBB1QxR3s3
Un86OHNivqMp9T4Fa3TwO0uCQ5zy4f7Grz+2yfPE06hphBSgLS6X54VymBlotGc9JpLV4qEYIX0K
552Imv4/99e6vkuWbasI1Rk6155W2+VaCE6ju9E4/rMKnPGgNq5M6ELzCES63ebqGB/vr6ddfVUb
bKWwcTJMJKtQSV0umIG46B01o8sXKFr5gLhhLE49HU9Kw5Fv1gerHdRzhswNJFJTgMydPVviPCFq
N39ooJz8TwHYXmxyoxHvzDkZvkUmrziURjWD52UZxk9uaLrv7//sxTFZFqB2LoRtqfyv0NyFLfbN
1MEaq+UP+pzPJ0jD6lOhZNqOjlz6HITq2iW8Xk+ousV3gbvXpWy7WE8Fd4QmelLRonSRqc0Hptdh
EvUh+6drAcW4c7i/wb8u7FXAwA4BLamODaWXgwtwF061BzRRgGKqHmgmt59dQ8mOhqHnWytUx3Mk
ZvFNGYwEMbgRTEiZtclxpn29U0li9qaujysv+9IL/ffvsQkbsErIDd3FHdRSSFU6HU4lQDN5FiLs
WYvfQ1z64T9+SR/uXIejJPpR0/iYg5qBaRh61E8GKkWOJ5A8/bxyQIuE5+8PAofkCIFPpLWyuJX0
6zQwky2fJMjSfgsrNEgFA7EmLNSM1fdoSIIkpjoLoxFyjZM4mJ2i/pOWehTu+syg3Xj/F92wEc12
Xdd0VN2R5nJ5k1xVGYj8xxZEgJUe3FibPkEwNR0pPog/qkbV6P56i5srD4BHQXMtC7izruoLm0w6
NHA6ah0PFbTRcAdD5TQ86olFh7sSAPNPTlVb41NNefsFic2+XjFRXbqGhYkSzPL0c/4agdgieG+6
FNmYJmwewjGdzi06dbCDquMXN6qfiPgNuLTC91K89ncmGzbkwILHqaJmbqGeekIvCYZxmjvjxgYI
BTOw5vwT9LAsBdYQb/zQij5NwrZPkUiBg2SUGcHN/rx/iMuP5pA388FghDR4Y6ivXn60xoDQkNQ9
PZf8dCRvLBMGGzt6zxtobzU0C57vr7d4SyzHsQzXZD5a1emIu9riWod6HdoQgitnx3F7lUlPKtAj
zcYqYOBtk2YTL/iKXcp/5evP5DikpLzbgn1qqmYtbq7FgAIFf6f1jFYtTzZlb3Q/JkiLWqPZWmY1
7iFcLFaMY/Fks0/HNkkGNEs3JZ3jwjiRzJsyMJ+IEji2Q/swY0TNfG+l9ExOlVrW0wHWL0U5j41W
tnTtATds4472z8rmxfUPcVV4R3QeVNMhdFh84FwF31Mz+OUh76MO72i2he1zBqY84/m2uuab0WkW
s70dVb+dCGDqySBba8fpxe4js3nX0nVVv1DeNamSQCWsRt8HISVzQPRCu/kUg/RLnitoOfydSnPN
/dUYsG/uNXD7OJ6wq9XnEubWkDS2Ai8HqwVM9mCj25AwrZwi1KKjodTUcwM/EOo+mTHSOJ3iQpGJ
aKRG3tBlXY+IYwTEfsuwlBK8iAF25s8xAPv0A/E1nITjMI6dvkFEAm7u+zZ7dUdI0F1TCPhqyOl0
Sx7xqxxEB7OHJgI4JavJ6ZAm/mBtaDFCiaPP5W8KK87KR5PGcWmxLMgN0fjD4ctJx/NqwaRhfhs9
ssxTh7H9CGFu+Qlh1GBllasnjSvGMuTWOpeCl3axrxIKlxjQeeYB2EDLmcrhuTYEai1GL5B8LvWz
kkG0iAh4yOwTmiVpmTVbO5ySlQBz6cn5IeSVJhgZjRKMayycwpgISC+RCPAC1xg+G1UaHXK0qb0c
Nb4elnnJAxkVpUfKW60cwo3roVOasigX2CQXy6PWYOcrykhDN4Txwq2V59H7DC6j/SCtcGSw4wzm
x0YsEhHilJLMh/umdeNLk9QI7Iqw3hB/n5hXXzrMGn2eMtCUQa4BewUTmv1Woix6uwXrANtUnklw
vKq1iBX6oehs1Mj50jPjidCbjtajcPzJPATxEHwFzo8CwP2d3bg0fFEbrkRiJshjFsYVN+FYhlkY
eo2BLI7RNw9MEAKr70CXmTqaGPeXu2XMcDBrKihw/sCcL+9MrSZTS0ss9AYr5Rkdkxr/5uM8xjE5
QPWAVEpawrMxxeW7wKdFMDmt9l6tq1/3f8hVVIAxUyKn7mRbsgy8DEt6YwRBUAeZB42qjr76aI+O
x7DOmHwzECydNxW6VeLH2IDc25JB6dHOKqgYb2bHVILfiT2q5Xu/06Fcha6lni1lQ3vDFLtacwNd
bApiydiLo3kon2ZgSf37SrMZ93dViI6abeZ3rjgVuVGDwgFWC0Hn/Q1eveA8poJSO6EnobAwFqk/
TJGISOtUYxwQ638kY+yx7XsoXgEPIQB4f7Fl/Yd3lNPkDxMcMZWVZeIBsiF3Ih4JmPNSkR9CuIV+
MecJVXbiTNYJp2aTkiLCOR90sAOVVOfqX0okedJ3/KP5Jx1AjL+1nSZ6RDVbKw8I+eq/YmJYbcUE
b1g8ORl1d5sbZlEGXFjgVKgM9jaRBx/mLABro1drBHbz2Zx1p3hs6Wz8c/90bvhNi1PhWEgBhb60
+dGKdertSuINk9vv0BYygcXakRfjxg6l0Jt3jQjQOiyD+PP9la+MAFFwAZcqbpsHis7L5V6bVEOZ
qYqwQwupWUZ59CAD/dlFDxlQ78f7i91wkgT4JskXY36C8urlYsJkIkArK6T0hDOeW4Yst9qU/A8e
IfwU7SPb0C0Sq0U0P6Dy0EdMPXvNnFDSBOUMgFTVFIQ8IVaCTaFDdWgCDOen2f7+Bm99R0Iz1VLx
l7JifbnBGXCO2xpF7KEolFLD04tjC+/wLnRYPmuYXGVGytgG+jwc7698HRvTd5B+GoPlfdAWlxkg
uxg6N0m81jEK+32oUAPao4wSftIDnc7uiFwj+hbF6L/ddGUsJd97snyGdy63XJeGmGrFj70SjZd9
MpTKZgLS/m4cY+vPiA4dchhBwWALBddy5c2/Ml5ZLadCr9ItpKom5Od49eiCHw8ip5t1z2KSblvw
d32cdR8+wFjNVtKrq/Mlw6ElqdELZJNc0culTIAdOUUi3UPTWWcMD2EnG9z5JrCacT/Bv0ffV83e
6og4VLkqrxAgf+LWy0XrFMz+pArbSyHweCDNgsoKYaBNPrfRsaUBsnKe128vTwKJjuVQRFMtnobL
BXU7Q0AnyUyePOYHGI9EQTyO/6kstAiQMJk2eZSx+zKHwT1k3INxR/1QjBDXvNGa5dOk2dQe6BRg
VgujMqw4MfzAN7ymrdxj0wLvhJsi3xm1LTbAddWXnCG1ld1fXV65KO+UvD8s6S5OO/LhxRxVX3hp
E1shCN5uBjEzEK9vXEJ3D5ZDKKltM7NPNfjVt0Z2rE6/kkhDJ/zBF18evaFqNd49NqFdohv/tbZR
EIACpCieAGYlEGUEDQMHbz9mmkAWPpJOHvW5yzVnBR3HLOgJ5pAOYyqlive+UrjvHRRPjoHkewMV
m8UrVn3j1roykqTdZegaX3exqkaXYwhaw5vUTKhQUjUN7E6BT0VWCwHT3t+jNJWLFEyeK5yQXCEe
c56fy9Wy1O5iRckNzyjxDG1o51s699ohCqefAkZD7/5ytzZHHkC4SODBg76w3I5xtggGKAFrxJRt
Wz1CLE8F1JJDUbCSctyyV1lbFTrhMpHyIjCvtGqYDbosXtohFaGKzj0pUHYfcjsX5xbc++c20rQd
5UvYEe/vUru5TQfvRM5FwrlsZNTwH0AiG7qegH09c4A4z2WxhR5nrDcVsyX+3o3Aou3R21AR2EXA
10AqInAnl/pXKyyI+n3G9jf8szFEmXDtTephziGe+AzEwtdXMAG3jMCGTAHvRo0VN35pBH7r+0Ed
MRE8OyARexCg0GXY2SmPSWmmMFFWzucq0MHoJHwCgyNtcu1FDjODxC+rKYBhPGvb34g61kemUrOn
+1/h1kdwLFVzLLCKWMLCtI3WGStVrQ2vLar2EypL2UPbQvEUNbOx4huvl6J6oQmKlITwBDiLDSFP
YCpQU9gEqL269cNW33eVAeFz1IsVRyjN9vLCykKJyuixo1nXwJckMJuakUAb/L4D5iqAC9nWo/YL
KPH+4BOB74HT+7tJlAzJqDCz3D/U64ee5W0a5GCPgCb/tfxXMYWAcQniidz1ptCZ36Wl8ZiUsN1S
YvORowd7qIfQCNxf8/omsybwIhsbJTJ2FmEjjIyIAk6StIJS3bM6j3CZ2YNApNHOn8wCreVm6JnC
LpRf9xe+tlMZO2E5siMpwUaX96JxhrKqgAR5VpxZxmNpNLCkw5lcJV/uL3TLfmQ2L5MqyghLPEWv
mH01CfxFCEmEh353+S6yws+1ytHeX+mW+XCMhqza8gGXeWYStmo06YHjlWGtAGOzWiQpozp+0IYB
3rgkr/qPSWpn34dOjf+YvI0f7/+AW2cqgwgKNJZOErB4AchdS0XJJsuDPmp+78MRiJoR+f7bfQz5
GuGhw02hW7NEHPWxbSg2xAmeGcZxD71pWznHhPLim70M6/B+gsmj6EyT5NJGKN/OzlzaqFuCNf1h
G3P+wDxRTQ6n/r5/cjeuAcGuY+mg/+R/pBG9unq2ERqAqF3TG8tJ2fuqlh2ocY/bvq9Q2AaARoyN
9LJJq3Tlm91amdAPl2PZgo8n//qrlenzSIw4Poe58ew7vEnxzs1bRj14T+Gtje3sCLdftwNYttZ8
unEzqE3S/qIhCQJjeTOKqGeoNOxsL3RzZrEUultTmya7bnCi4/3zvX4FCbdcJj1xNioFlcV7EcZK
/3f40mOAmDaWP0XDKTMoqlAnhnBFQS7w/oI3fCnbcmgQ8e7y3+WxKjBTlWWMe9ECCJV789yZLgQn
kUBGcSjqnQ33x/0lb+3RxslomCpWZIrLL0neMFSQswnP7SHaDkDRPhg6AwyqXRgQzSTuiru59fnA
OVCmtMhBwdBcrgct9qxOohKeMHQgBvwimMhmVEkG5+2+mq4sya6gInVd1ojaaaxKtRfeXJjuV60P
+51jjsXKbb91E+D7MCkK4VLsZY9NbzSYAKFg8coKCuXKzZQvCALku6AvQLibjd5soWP8Edn+G3Gb
OBbqEMJ2HMB+BnC/RYwGh32CSh+Bugb4N98wC2t9aQr3q64BtDZGhiNqmZa92Vx0wkE4M2WSICzp
zF9f/KK1w7JPqIFSsDq2QRLsDLfwXzqYSXYVA5rRSmR4wz51KBGp3Lt8SMBHlwtCUcAU90CS2beN
gch11J/1XPfPqBPRajebz/f3d4W+kKcK2ysJJWzAQP4W90GN68mM3E54MPu0WzOI4bkBb7iLhoHZ
hJHYYNNHAtaN3rBJFfr6sZCTPgO9X/gdwmZYOfAbz7NOgYEmEY8X13PxlUfUFqfCGoSHrm1D19xB
4H0DJoU5VQtxyFM9uOWhYZjhVAHHenasOD3cP5IbN5acUyJRIM8BVSe/0KtPbviz40ddraOHM/jH
iG66N1Z1sw+rIljZ7A3/JzTQq7QcHYAv+uLphENQwFLa6V6cOeoDkybQonad9aWI5+jPZMfTYyt6
dcXL3zhhkOMAAMgIpNddON3WNe3eHk3Dy1XYfKEVd7sZcQiIXDZphazspodX8Clo4b7ZQtBuP9jG
EHYrO5f3ZhHE856C4zHph3GXF58Z/skY5j4SoAnJxe9RM/gf5z7U57ffJnAzJuVW2aaHaebyWxbp
AA1foQlP8236Lh2kpkXZ6IznM5Yncjq9b7cdF+8LUoWviau6XA+Z4gEFWbpftaJlv0fFsDxE5JWn
gvmDlbfzhpnKRr8us3tCySUyFAq/QKmN1PBUKrdbGF9H1CtbSJQDPYTA/P6+bnglgg8gODIFAUEv
P+erO+Em8dyLklczA63+4vZkdRuGAJFaEgg5oPXqOv7Kkjf2h3GSY3EJedOWZspYTMxz5ugeA1zq
u7owS4p9DRR+Fhyn93d340ZQyjSpTv9362FhJU2Espsf+2g9aRKjY0K/MWwCpMF3jM8x5y368bsi
BuswQGxAijmZz/d/wA0/wKCcQ7ON2wAEc+GEpyi188gvma8Mh1lhRl5I6BvMN3Bv6KMGSRHInWTL
dJZTrdyQGyVdvC1zTiCvSYrIaC8/LYPMVVMVYUoYZNoTs4I+bHOqhQTTjIA2Cl6KA0lfFCZPg67F
295Bz9uZQ+eP0drW/v453PAKtFJJcYE6Y9h/x09emVkyKipZtZo8zEqi/cEysm2Zxubbg/nXqywr
qT10RB0U+cmDqcb+TndHA+0PqKFbJyu+2Kb7PEdl7XVRvgbmvvWZeVhsbhIdLmZBLo/ayAFyukyu
PwzMhRkPUw2Xw4sbmNonmpbpj3ZU4QK0tdQeV4K2G3dJNn8ol5DIQ7i1eGfiVtEt2CnjB3gg6pOT
N/oxjjWEK4Jo7f3+20haeHbH+RvpOjYzQssAph34awK5iwe7Tg0UVUC1It0TZRkiF13ZteUZCb/O
PwRoRSLuO+ZgvU9VxdTxjH40Y0Urz/m16wI3SfdH1ux13OTiOSfoSWZ/yrKHmLi/Qie0nqKtSsz3
cSrN4X3X5mujPtenLaHbOEumNSSefeFOGI0KTFWJ0aUNx+yYp2q0r8ys2dm6sRarXFuUMF3KM3IY
Cxy1u/iw6LS2SA0x2xZbVfMz1KIcOk+uKLQ+ecvgeahnO3VyoU68f1FvbFECCXnBwfMwPrNwGr1V
djFisr43wkpX85LW2WMXhXmxLZOElv391a5zDio1tIOxXY3p2uVqgsFVtEdA18Ju6zyl8KHt/bJD
MAalbyh0p65rt3opweqUu/1f9xe/th/aeXIigf3aVBcWvrlgvMMeEKH0zCijwpd206Y2y55Be8vd
pEFUrYQQ1z5QZjd0+ikx8hpcjTeKDA47lHm81q8oopqpfhxAsezv7+r6A/K0WhSGZRzIBNPiVgy2
Do8vQubeRFD9oWic+UlhkNxL29xdS2lurcWzplK2odRNZH/p9uzITkvwTpMH0ZAEdmRwUUMBzrBy
slacvbEUiZOEzHOZwHot4q8YOft2gFTcmzo7+ongVvohj5V0p8xzvGKUt5eCUo9OILjTpZ9DlqNU
YbzqmcMoxg/QiuQnvTDyPdzia/jnGybInISEnBDEyqbn5QE6TY9gn5sNXg/l19GpodDOogHMRwFL
4Dy03crW/o5CXPpwk7a5BOTYNO2hfrxckHFiNRwsv/cQFcxQ3HTM6DyFo/+pMCrzu1r72jEIpz7e
1BmlEyvgHduVmT6c9BTFGVx5iR4tyrv3bfba2Zk4HDIXwEjU4JaVsKxGIE6Pkb2C8ABqDX0K9nbn
J14IoQxsHOMRgtA3TnxRdGCAEPQyhWLpzpcBfZcZQ57CzukJWHy/KSCav4xVCH0mlBAHrUGx7v4e
b1iVDA0AEDDrZeF2FifvjvDrZFHnNZBFezmkyGdq/PPJthvt+D9YioEYgAvk2nTpLpeKtG7sw1Rr
Pci6UtLtwD8LJTAOIYnZSnvt1q5wM4Yso8ja4sKekOHuYL+KW2/so+aDo2jukYBXe6HQ4awc4A0j
sSlEUzghJ7LNZdMzgmmjVCu79dRqhHZeqd3TYCOraofx8FhXE4RVc/H2lJqCG1+LGBqUCxnn5VEG
blM7dqbWXjHMwE12cJ74QNFStBszNKpDGJdRQRvDI617CLEKV6T+b9hZymal5XvDUxB78S5rgBKp
TCziga5L0TquCzDgsPxOH1s0D8JzXlcw0pHkKBChdoafbt9sSI7AMUlQE+sun2e7mSg0zEbj2SIb
jxPaW4cIJpiTocCedH+pW/uTR0wa6hJduotnC2muMUE8iuhcsu74qvs7nyN/D+5ugsdA6Q/3l7sO
PEy6XryONKXooC/RtHrXkzaGZu253Hwo+RlznxDNOJV58RGRoejUSL0uOH6albt5c5+EASTAFBGu
gBcwFuaTgkKvNzZm9AK9R/ptsMxgBwWD5FYs6/39jd7IAqlQy1tD5AskYPnExIQZZdWWvWcyhQUA
LU5QK0+RFNtOQwvXTFMjUxJMkQO/ZDaPJExZ8J+kVpIfo5Y05/u/5tpdcJcYLZL1VpBqS3cRTrCa
w0kzU3erhmCHEtv85PZJNR3VRivWbOr6I8ubC4uDHK+VtnV5efuwjicjrVRPqwr0zOIEMvgdcnXi
8wSR+ItrwbuN9FSc7OouKVcQj9fuirbA3242fpH3dnFhgRppE/xKqkePpNraTVz+0IY6+lPkCtQy
rtQLNtvY+fnmAwaKTkBNaYV5qiXOMoaw1TAHpHkDDWY5I26d93mmNzsnaLIVS77xLSlwAlyiVEUE
uIQQOY1ZhYZJcWooEvEjt8fpDHMKDIQqDHz3dyXP6jJqYV5dzmgZ1M9VPublhwx4IyWx/uQFIKYP
tFVN+Jtz85SC/jshfAswoFHAwMTlCNVEma/coRs7tYG/8zl5C8gWFo+AAydvJidLPUKm4tiQimwG
xEk2UMutBWg3lgI9RDcEgBRjeMumUqMqgtgzqbwSMPxec6f0U4ZGEjKodbTiAm8YKEUh+oIUp0gZ
lv2ymvIP8tAju4IeFXj/qDQemPcMCXuoor9mJRf5oea6FG9+yui3Qq2gkV8y3O7IM3hVCwIfG01h
iAKkQCME+FJgTzbBtT3PuxbCvF+lWw/pG4dtwTqDl7GEQUgvB6kWa7YIE6rIYude5g5ldpwr1c0O
VZhA7ZhZHUooBVXfFWd364DBZ8mmq+R3WGI4qQuWPUPdmTcnaKb6lfkzgjN643TMA+pW+TtX3DUI
xPXrwjZhkwD+IF/SZSdNG6UEketnXl2J5tGam/LQjnrGEFaVHQelWeMQWK4H3FhW9eRUFUU9ZxmV
aB2cutboGOdJS4sAinqBlCUit2HQPcWtmnb5Rrao1BULWvoDuSytBdk2l4RByxxXLYo8ZF5anBG7
avpTOcFWu81EbcGI3cEdmwcag3CZ6exCGvj7wRmH/X2PdPWsYvyQPVKAAmuCS1iigusKKd45C/Qz
AkItxdxqzIeX2gS/dHDnqFI/jMh2WgdfcX3/UMIdgn5WWibB41BSY9+HMNRHK7H4VYGO30TBRkj4
LLNQjEteXqwwsAJArOV0TsvK3BRBUD+MdFa3JmMzQClC1G6YcN066EpRw0uCY4nO2ltTWvkjeGpl
CMekEhiVyx+h8cIrEdMk5wGYzt52WBBF8dGz7faXiqLxSoi6fOPlchTWST3kPD1h6uVyoTEhcpTp
/Tm0hrH+kGRuynRSOCEHfmgwk9jewGCboN6M9Fs00fJEGmHFHOWWXj9P/AZgY5QmuOQqyL/F8wRt
fYSShtGf0cnT/7HmKf2S1mH6VDdhv7LdZQ2JpShAYnmgHChwLmdSZ+T+1GYwO5jychvFiarZWyRg
K0/D9bWm1EL/UMYROLBlzOhmZk4nfujPfV9Oj3XKWC98FUjTpKO6caC429y/TTc+ouRe4ZGVqTh1
z8uP6MbMZ+ba3J0FX2946ZOCeLzLxDRmSB5mVuox4qb7yCSiXrwJ0tZQVzoHS19NS55oiVCGwWbA
cOrCjKwysaEeD5ozRhYjVBAb+ZQeGK9jmCSpbOivciXq0KHMBELea8xKVwNncnm2zhNFeYZARx7Q
qyexy93eRpl9PqPGFejuqa9J7JONgwhUeoBTu3YeHHp/6ufcgC+PcrrTlu6wrWe1d753yK1oT8Ps
OOKYWnqkfFdg2SsPoocDfa+o0BccGwbMgnobjJQLfoV+HacftC62Eego5CDUD8dFjvm5Qb8cMs0o
hIrzrV8YVAnPhEZ/hmuyDKGMyI3A+wb0vqLqJQ879KBblG0aJWWaou/zh87W24PQImUlSr2+MAI8
roTj4SFkFn95solAuXq0Jv+sqiBJY3KvbWhN2Zc3b49V6AwbJHVYz+L71UgHF7rR+WeE6/R4EzSd
JIwy+oGqYWeWztGxAIfv7THRDbCkWfDpresDKGF+gzAD3CwaKJe7DO0iHxmxcs+z7TMbiqeqN11P
z2kOE/8nGoHBLgnSzoWwy2rX5tOvvQW0NqQzlO4YJSScvFwcWr4SepvZPY+9hkiQambv4srJPvQa
rI+Vw6r3N3tjPQoxkPLJuR+mF+Rff3VZXJhu+zAe7XOTVAgbF0L0KJ7WDJc1pUIC0ATVSvR442WF
NIeAgzREYhqWj5pl+QTgVW6fg7mVoyBIns8F6Yc60SO3K19AYVmFBY0MwDRRRPA8RUyrDlqYPSaN
m+Yr1+nWEYAtp0DN7ZTcSpdHUKfwAdCk5wjQofCUYHyBMrza+72aPGalEq1EOzeWo0NiMTgGsFWO
HFwuN+Sx3SIBZZ6DMYYWp2UwpAgma68F2riZVLoL97/wdXwH0I2iBem7LquLi/dgNDhLpGkCryvQ
M9jMpY4mKWPw2k+r8PN3VW9aCH1NRv8ZGnikiVw0S/LT/d9w/SLwGrA+A4uwXFw5jsyikeyLBnzW
qBWnrkGyPYnCFKUGiiR5AM1hirt7YzuXGirtXNgf+bNMN6U3e2XaGU0uigRD4EGp5+4yeqZHt7Dz
A4P9a+wW10ELS8n0ROYn9MAW31So1J0Rjgk8FMUV/QATZVDsTZU5zX2fNu5bwa7sjLqlTOBhHJF9
nMudaWVSImikI9BsK80ZwUtlk2dW8h1t47XCxK3bCiiI8hL1LizWXNyO0heIiGodum2mOR9Egopn
bqFXVmpwiNfDYGzjEXpUOOUQNWcSCRleNzzcN58bx8uLQ1pNgiBhsIv9+qkSqGXvuue264rDMJgf
nWmO3/kgUN7uC4gYCF5w/JzusuQTpa45m9DYnHvO4+hkuVpuaoFAwjbv03qbBln0RtJJvA68PTyq
VH9J4sk2Lz9mNBsQ9A8K3Gmjpj+CeDCZzNeqExNl7QqvxI2PKQt4lJnogcvLuLBTPRgyLUBM4TyX
DXWCqmrUP35Zad+sPkEfpWJu2jOmdkToeerUx9lQ4q/IARorLunaBf4dIcOIgWaR3kiX9epmlsXc
CsaWq/NYKg6F2hberDpJHp2irs8aGf7xvv38ZXm9TCoYWSNkIZGiVUyWfblg0aJ0iI5JeXaRr4Gy
xEozpfAgJretlxlNCjYs/AyWcslNc2xdo1KeR1RRqnfmoCbVP36lTKZnRZNiPQ8opCJgUzeZ+GnH
nRUgzzOIMNoafhdl51Gfyu7gakMOS3NUI2a0iXUdMU/UB1H33Yy0c9VoMwWBK76Gro2Cz1GrqyY8
mEbSg9dnlkL/riIb9wuOLXQWHbjC7X06xEHywcmLrNtEfp0r+/tHdO2hoTHGKngqGLggvLw8oVwU
OgfB74+a0j+64/xMx3Q80RjJDs0Enlcd/XEl9ri+1oTqksOPmqfsQi3WVBQDtWsrgcsVNcddVKPh
rOamhcYVRci3bg+4FGEVgxdkejS/F9uLpywPlSw9j9WkfzGQsAh2beI049a39W48lv0IRnmu8acr
K1+nY/T0GdihU8ndBr96uXLmBlldo5xxtmAAGplZD1TQJ0qAigvFkOTgGBHikVWPgOuMj1vxnNef
lQyQUQUKOxTOqIJers7UV1XzbI1ns88E9NzMElJJGPc9lZ3HPHXmj7kcxL5/2De+q0tLgs4axVcm
RhdPRgdUmp47YtS2PobVqc8ZGzypehHCkN28/S2EYs0WsG/Krjf9rssdRgESEJPW9Ge1Us291SAa
ToDjbuZYrNWprg7zLyhMhxvAJi2g2XW5lA1z8zQWYXsuwVoip5lWe8T+hqcxUDUvj9MESdVkDVN6
dZgSe0Lth+4WKDHa+otFySuNoYiac+sHcN9TDjOf7GpyS/jTyuDz/S8nzeHCT8KwREQOWglAKZ9v
scNoitHdRJ3l3DWDux/pbz1lQ+luAijK9hOTi7spIXp0ulwqdVfGyut7/T7JxEsiKWTJHvWAxfuU
RMCi0DyqzoVgYB1afPdo5EMK6/Rch+9hNU63E30ng1+AqvgOQeJKR1vkzeB2gnPwf1Tz6R9gyUvO
msQtkFF2tPqczQIWirYzkT9ADXyTQmn7cv/Mrx5DuZZkDxF0hqm5LbxgZ+pwbMLEezYnAZI1Rzkz
3uQtTKYHPIp5MMLK11Zu6K01wZQT6dBUg3x66RYMGDZqy6/OVWOW4anMtHD8bNUKqtYFZaFnm7H5
tzZ+5JkatCrxRLJVvGRN9e10VJLOrCjsdcUfixmqrTUH1uepg+Pj/pFeF5RZi+ACQya2IvJenGkZ
R75lZl19VvjCcUd3tszTYJvWbUPJVvEn7URA4GZ7pyzdzwTqpbkPk0hvnhVUTP1404iqaFd88Y1D
J7AEcgXqXVZZFz8KVpG2Rdo6O8eIu30Fktj/IL8PlQ2wvf74/zk7rx25jWhdPxEB5nDb7Nwzo9Eo
64awLYs5FTOffn813jhbzR40MccXsgEDqiZZtWqFP9CXCpv3f2aa2BSaUpdInuvr2FEVs+UopZGf
uiyvG6bToxZvIxza5p+BmZpfjRbryJUcU5dn9DqGwHah/QhpwmBLL4sTNR2M2KJNdpoBduTOZubg
xJVv4Vo4IWIi22R6lFVTdDYM/Io+2naRDPsalzbraap1xGxaaxrKfzScdgy/srQ2fHVbTHD46Wy6
IF4cql63GyLPQ3MOH7DB2kQVtmWfVWccxbGe7ao93N9Rb3w7KYhLDuHagI6WE4qoNBqnGOsMVG4Z
HwvF0o+pIsadXllfKjdKVqYPsjRdvEPaxZSsUuubgnIRB6s8L7UqTpqTynzvnI5tcymcaa2P+CqJ
ulgGeh/gCa40buplr11EHgpbcz2csF7pnRMVboEUi4rFyL52HYbcgQKW396OCk4Jn2v0UrVzSK6G
nLSRFemPdMZu5Bmn6CH4SnvGiz4kJh5w09byCkPfYSgY4veXkilL39axwpgN80z7ZA0jMR0+qIsy
/FRnxs6K06A9gLKPlSOUUTpuhShqmIBADvRjXJm9hhl05VibdM4m5yOytioKOUHmzT/bEqdanDCx
9vq7UDQ12uWBblZPkafF8S5DsGPw4wZnoG3m1vP4NTNNJF9iXe9/40GRT09zobXdJZsixUCm1ohm
jfw8KgrlLLwauaGNpiOrkW7AdVjeE5KHgUs/csKK6P4mu73qGXyQK0rtZQjTS0AHWBZ+A0XAqUVM
dzw2lT7i1B1GceZDmWn+vb/aTWIKSBjIAbkw6nBsg0ViAYM8nDyG1qfRzpw62qIpbtbP+NU7zqGY
xjj9t63DpNO2LsZlzi4eMVh5uf8T3nhgYNkQPmEq01lYxidlEBlw5KmmtzAW3wwoFd8ExjNYn2Kv
8v+xlDxJTHxgcixvPK/IncmOC3FqkYXWvs0QJoYfSkqG+ntEp8v8eH+521SRVws3kZbiq77gooc9
dHVSAQSwT1jCNY+5wBEOhusp00T3iPFqtgE9aK1E3jfWlI1jynriLmSuRdAwEzCqOFNhDSumotvq
XasL31bM/EsfNoqPOE33KfKwvrn/qDcfUVLHwD5ISg7WMctinrTGZnDs2ADZCvPRwfT6HDOtxtSy
XbvXb6Lw61LoCEKsldy8xZYVSRQ0CGjYxyZS6r/MxpvFDq/N9FlHDOWUG3O/ciLfXJCgL4XeacYv
YZJGGTX06RX7aJvz3wFq148Dll1bzZ1/5boaf7n/Jm/TXyQECfgwQviGQAHktfBHXwR3mhmPScc8
lqqSftQ6S/1hdiQTuyQt7Aj55KLELDkZ2uCkK06rbdQA0agt/rP67v5PuSkEDMY7tNqAh0LC4Sq/
/iWqGzSh2zj6cehx2/1XmaKpcXa56w5J+1CNVhJKPbJMfZoTQC6+XQP62yepkQ/f7v+Q293lUTSj
qiFnXQ68n+sf4nUNA8wYz9VhbsJNaETqQbea4tCDpTm9eynKR+ncw3ZWQcdeL4X/LV72FXaguN66
JW2bKDPsT7oI7fEbaZrrfb6/3k0ARkVJSv+A0GT+wh67Xi9hZjyNqtId7MQedk1uR39PLY5StH7E
ITIr6NpuG15Ms4q391e+HZFyhPATAGqBkoh2M/LIitkVSNy0h8hpMG9DVOQlxvL3ohhBteMVVVs4
rij8aE4L0FlzkEws54emUeOT3ZW4yZnohwJMyLfo0yHmlVflKUPZmcLMq7E87Tvro1UN4UkdcDrM
AqE/mVrirAS8m9MpnwJ7KwjgsN0ZhV6/wBi4SmhienjgPdmXqK7rU1aqiZ9gA7HH1mxNNfYG8E8C
BCYEUVVqcaAJy1BHMmAXQ5UA6jLNqNqj5h4xQjeCLkNucp5rPfw0ojTanYUTpOGHDqR9RqYAnOfB
xaZD/eyNkascMNek1bZREFMy1yq710z0KqfjNxI+kFKgzAJqvIiRChrBVjt24tDg0XDWmknfCBGJ
TVPHpR8NSvy3nevGTp0H43EsA4pMdB62bZ3gb1slyUHrVHermSGOVFGUfMSG29w3llVvm7lMT6j5
pw94EGIFilbyF6+t9L0nYsvPCI6nKmrsjYW56h7IiHLENHha2bk3cUk+Hde3C2YJwbWlDBlCfwgI
lYo45KFTbKFXZQ+vruFlJfRtkHbt44hm1FZtu/aBYVj03hAhl6fdhPiOHMAvL6BUaMgSj1FzyMsJ
yGkdu4dI1LPf28ZaHXUbHQCXMhUwSFkoBZaEUw2O31jZRnKqc9UT/VZLEyfYD5YYk70xl0H55Op2
YvwMwqiY/5oF7T915WXfJBSwkDhdBrMfEhkwWovzZaWDmomCn5Bm4yUKy8bHPbR5tIa8Pjc2B11p
5/l4Pza9uSgPDKlLBvyluPiAgKtw7TA9eUJv+9gXLUrjKIvbpXNU8RiZ/0l1PU9Sv0hN0awpjd9c
NwgBsbvkeATUL7ni9SNPg6j0UlODozKgBdZZDvju3kl39JnSlbd7uxSdRGZ4NHFsAspSIiSimLHj
fPKOZWNnR1qI+kcUNBx/xo535Ta/CZRcMjS+KfRkf59e9PVThRMuyKoTeMcxjcO9miMS5/a6fYEP
8FWkevre8Q7L0WtmhkZyJOeh18ulY4nZEj68xwyi/E5FTd3PEFM7KhFWWUqFQPH9LWMsXiUzdBAF
ZLyv4wvqk0W2TR9TDUxjUB5MYCI56NCyHh5yDGfSfdT1bk37MHcQ5KWdFoqNcNSq+I7n76AeUlwi
7Ys7mCrqsviTIDQLY1Hdk0d384+KovQ3JSVWrclsgVmeKV+TnWmn9nSwgAbMzRbjqfRhHFLV3mtj
lUYbD+X/2g/acZxwvZqDUXnyYC8/o0pidsdkgq/oI8TNxMMMQDYcnaSyxu1c1UF4iNvAySnBc202
1pAei4ACwxZ8h7Q8kMgdWe5ff5Xewnqezk/4oGZGcBBCfO1by/5sBKPjO2Znb5PeAc8z9Wt9r8WJ
ZmEKTPI3aKlkGqa5WFijin3tKyNVFiKkoWp/wbFRdnXa6ictMoejFPPY398Sb6yJICcx2pAbH/GW
64fFMDmurNmtH8bQtY9hjF5B0VXuRSTmhMh4mG6B363RjF+z4j/uXiTAEVplSQnYRLxyWcCHPde7
Jaz5QgPHVHd97846tjxtVjJD06boVymC4XudKgamymWTmb6LHvlLiMUxAg4JPHu/ru2m2UzohT6Z
dV2IfZBHjvMYVqH71ZqFHn4rk1zJWiIxYD7kvbPIwKY8j6YaOzdeRbXxQuyVn9DJapNtP7WO+1mt
NbfY1mrZVh8Nt5q1r2Io+/zBwTYspaUSTGnpFxkY6hxRXK9jJ0rB+BB5QIFrBcYOA6jTFzp76HX4
am1XQHScyhvrrRY2hdh2+A1dmgbu2p57JP3WV8jUbZibDydk6Gd1F3Ntfhih0v1KMbf714Og6G4a
LLHfF+n4AsxmXmXcGLkR6hZXVulFgzcjaX3JPU2gM6b9NU1B/GTCzjlOcWKsZKA324zlSApJBlAi
oiRdLCfAwQUjkEYEI63k0gS9yXAWX/CAttV+7qxfhRe+k2spHxE4BkcJzDuggaUyn8c8qBnh2l6q
TkwvVjWX31u9ExfbYF7rSbG++0fpJriiASiNEsCJ499CNXZ9lCyER+OQ1PCpjqzpgLBa8jDPUXkA
9Dwf3rkU9z2BAnNDTHEkG+Z6qTkN6gJycPBQU29/UsU4bbAvan9k47hG2HjVJ/rzrAJn4auhJvIq
8APY7nqtNHdrjdKyuRArS2oww2zzs6UPyk9DScxqA8QTHPyQGN4L+Kqh8xXEeLyDwJP1xcX4V7L3
8EE5ti6dbBhQiH7UU6d9a6dWW8NlL+5vGVekyhLBW+IhSU6uf+scljS269641KU5/Sig5vxDYmG8
THrxl5KIaqVXJh/9z1dD/wgqCYmuBcmN3vAieBZpY+dDYc4X4Dj9ZcCn+HFo7XolRN8+lCxTODXS
yxImkDxbfzQ7yq7CpzKthgvQihRrhkmNn7TKap/HeMIMnCtlZSO/uSCJCUNimkfcR9cLJlMPOmTW
+4s5zBMKIpXm+X3qWgcEc8N9IUp7Td/3NjzwJiHNUYgRIoC6XK84TsVcKgW5sxPVqupXBkrncWDE
uT/m7fRBDTEd6icvXXmzNycWm2OZQBOU5Jh6GZUUDal6KGrapbHmfquktr2hpPrdzt6aKvQbKzEO
kUeVETwkucUhaqFdpkXWtRcrQPpoM/WQcCyTGnGj2ZFYiQ6vUInFvpTRj3ElH5GR+OJ1qhCs7DYL
20uQKMG207nffUWATvveGU4rNjoel+3GHaboR9+afblpvc70EGXVA2MjMwXtc8ggrD/WXdvXW7Oz
Ukw7dOUb96BX7vLW6s6z12JbZmtxiKCaEJr54GCdzsiKgUCyc/K++9ssbDX1keApPyKAqqd71Zym
CiXkTjAxcZpx7TzevmVY/NQk+DIC6Ifhc72N4PCNllYL9WLh3XbIERLd9E7QPzG7GFZS6dszQjCj
Q45+D5oNCMJcLyWaXrMmuv+X0ul/FzXFfjBwg0lyfbKxKrX8550Rn2IehAgaRlJ3htB2vV4ArG+w
owFNyUw3f494D+36Vq/H/eSE05rU66J5IPcOF5i0DQWASZBbRBxnMoJYlJ55sVB63laFiWoAx/5i
laGDBn8/JXu8PQVYYz2bD0YVrYmW3L5dWhZMnF9VN7jk5If+I+TlTKXLCdPeixm641l0nVn5XqrP
v1xbWB/MQsTByve83TrcGwxWAIuiXAgf4npFL82TDHt3+xLU3byLMMM5hd3g7sIxnleizm2ww68K
eVudvNtRUe69Xiq0etcMNaopI0i1nYpm6LEzR27FCtkLFTOcn66CJe39/fPqj/dnTJDXOH1USIEc
DtIH+cr/eKWJKIPQ9YLqQsacJSAYnSH3e3Se550wlLl6QPHN+Q5DLFBB/wb1fKjUUDd9pL7zchtP
ZpVuxFy6xlMSDc6+UmHjb2jnOfo+qYtYPWSBLvrd/V+93AfyR0Mtw64ULISEf17/aD1HgcCeYJTF
5IfJx6JLXW3bQB/7u4qiqnoewsF65+xEWrrSEITfR1Eu8eeLIDK7o9X39lRf4rTP/ibncfOtItrq
0UuSrtl7QT/9fO9TcgdJAAa9dNgcSzCRAwc2m8aguYi+Lh/1ZlaPNMHFtyRUOwQcjTX5jGWByxMC
+yBmIZULkn+pGM337PUyx28zBOceUoFrcbsNXSMPTqXACWtjoxD6xZ4rxR/0bv727qcFYIgKASqN
tDyWYjCuVdCdGrT6kg2jbe56s7Jc3+sqL3och1LdJZnFD3n3mpLhBOyNUQ29lEVAk6bXeeBYWIlN
Wfk1HvUaTe7WVTeW1uQfY1dpXu4vuAwn3JFyBiNbsCTEN2V1Y9pci7oyXSQl9pgxfd8LDyhllzVr
tcDtGaEQAA5FJKFncIPrqwJPb9AKGS9DpRm72jRLv5w89RAW4T8zXcmVSu6tJyOFYTVAdpL2e30k
Jb5jMOCmXwpELyNfQInvtkNktj+tKn6v4Cau6DLdkEBsOWHDifN6td6bYtMFeH3IxnnYOXr+bYBZ
tu2R1HtI+85cGWO+qrf9GSVZD04TCQ5zU0m7WWROLunCAOS0PpTaEEEjpqrJn9rO9doN6KsMGpUe
V4exwlFyExaF8QpDC2OAza39u4tUtNdRoQCnNTRj+exqqfutVkSjbwJETz+pjacUfpErI/NmWI2u
j110tgsT5D3BSSvdLizgi9NgEkXkTyGaen7kVPmX+5tzeb2/PqTslEvwBOy/RYQjpcOzta/FYegU
8RQ2SQR8Wa33DMAKZkLY7ow2nV2tMLOD4wXTylV7vTxqMlIXEsVsWmsMYAjs19+00LJWd5k/7afR
To+BnuvnSRmSnUGvpd0OilKhwRYXYCus6keYqmsq4QvQ238/ANAIZA1CPfTHxRZ2rNoLU/B+e6PB
TrXQISsn2qy+RCB+t9ggz4+j7lofWj3vT0Jrwl0NynOb2Eq1cilfB+L/fgjmO/TBJIWOX3P9JvI6
6hRvdlWswgMwADSskI4MEc7t6qY7BxCln+vOCfewOszD/T0g/+r/2+iECtncJP2QPFupobZ4BzPu
2wAtIv2QOnb4OQ3m4KEhf1/51NfB4nUVBoFcbvTtaf4su4tZXM5qZ87GwTUpyjGq1F60SRdbLwnW
+hTXYfB/l2IAT1LOnJhS6/pdBgCpSicyjUPsdPqHWGm5vIQ2/gjC0d3Pc7CWUN08Gh17Cg3Urhiu
obG1eIGu0reeoAF1iIseAowK3QX/UWU/0DLw73+rRVTi2VD55LIkPeBrwbBfnBgr5BbHIFA/CKtt
n+euC7aa4robGKbaQW2TX2keVSfq4/ELvofzJrQi91F14/SzXWC0RHbXHNiHACOM0t1OpFvnycbu
XHeS+CmOcuVltlOQSwMqzgJ24aEP3Rz2s/SWRMZgV9hd/fH+My1GxP/7TFIZg0Aki+LFM2lWM9Fj
7vRDjU7qJ27nBIkAZz4aqSHoPgOeVs2iP+q9UPwom51jVtiCGawidq4xoWXgIqp6/zfdbCFeswQv
MtGSNcDyNatVpBk946WDa6TWB4SXP7ZTMx1FgaJrWc6/76+2PPzyo5IfcKnREeUlLA5/ac8jk1PD
OMDG8T6nHvpl7AEa1WqjHqrZ1DY1pLEfSUVofPfKzJ1IABGiowe8LJPTiPwMPolxqDia50gDK5MY
UbBxnGr6pBqxcomaWT8FSrM2gLp9ZrgONEKgOBLvmHZcH1LDCgQ90ik8ZrSJt1rb9XsjwcGvNDMK
S1eUuyzLsevtjDVN5ttvS27N40oVbYuiYvG2+8oqBMC29Dh70Jqq0il3pWVEj6lLfoYm1xpNaLEe
kzRpmyDzFsoIot9ivWw0EZsJK4hBRgVtfj+kCjlZTmHneugdjzMqp3RW++P9T3u7LA0tiGvc62wq
SIDXL1g4MaLKttCOeWAomD9i1IVn+i+zHsZ9PIdrsK/FVc5Tyk63y0e14KvSLbxeDo5DF5ooSh9x
IRPbxnO6XVr2xjejiKOfluK1x3R07S1vWt3kfO2VtH6xnV6XRyrO/c+nnP+4Xt7GG6qb0Gg4Ztzn
5w6Q4qaNleFQV8mHOG/VXRanP2AvGvv7b/m6gqfbQ5MAbAuZKTcA0XmxbliosdeEpnbM6iD+5uIK
6ZvpED4jeaYfZoPsjqlvvpKbvrkorVEwV9LlZxmd9BghPNfL9eMoLGOv5LaLEgMB02wiyPcUctu6
1dYMRt/4wCjOcFyoTyFB3GhgAfW159zUjxGosgOuhMEm0bT6YCTIUdiUVb4XdM0xKEtrCzFH/33/
Rd9uZxrrmkFpDCUMharFJTEg9arHs2Md0X4ed1ln5b7uDMnBjaxkM6vR+6wC5YflR0IbJPGne3iD
Xp9i3UiHOrWPCZML3y5d9ykCwwHLs0ZvcuVaf+vhEC/iVscrUBbi17sX2YtCmfvOPqbs4SN2zuJJ
HyRocjCHrzkHZyXlWxAO/ns6mH1wK4i8NLwXp7Uu5xEplNg5zpAKNnVizA/VMOSf9DKQPWHNOIjI
Lg56ZmLsBlbyMHEHbhJq1kOft/NDEuj9S5Ngqk6NUD4bVZE/tw4UkUrTIh8oUA4KRSUlGoJwyN+X
SspPQ2VGSca/wWYs8Y00V3ujDBKcm7Uhf7a63PINDT3eWnRrcje3YYWwLc1LVLQOyNL16w8z94FW
NE5vH+vSTY6eDiFGA4XyPDQ2yAMYsX6Zxe4+rhFrvL/fF0nl60PCYeOKAugoHWqvV7YbbsjIBcCD
cYr1ffb4AZvaqNHcKTTt8/213th+5p9rLc5WhVgrbuOtc3RCDadwB5b65HT22YZC4Auzd47311tY
w7D9JDMdKBjIMM4XrYrrh4vnqrMDJu9HrqbuRan650Lr0q3eRO3nQXjRr9pLLnpXWace0ZANymzj
nkRF8k+Venv/x9y8aPDmYMDJ27ktUSRYnD2nxxBahVN9HB3F9hF2ts7QNB8jrzE+vXclklypHAsM
Gz+6pQIvyDPTUchuSc+RN1CSWdkNlaOf4lS33xlQGJyxBNQKXi6jn+VDdW47l3XhaSfdrvNL0UZ/
KW71K87G/EXL1Wn3vgeTYzpSWElCpFt6o62Av0/thJlhwjmyTV80XvLgFZg1Zn2+ZiS2vPpYiiKB
K0+CwJgSLu7bXkwCixk2Rqw206aaWlvuidnP20DbRZPxt8hNZ6VAWR6P1zWphKR5IIQwdbFDrClh
Imk21ilCf3+vN6W2xVO08GNbxLt2pst2/3Uug45cTzKZ6IkAACJYXp+OJkPiv6AqOQEnr7edVhm+
OoId3E60Sf/pFdTo1TH3Zrh5PUf1/uLyL/+jG4DWgVyctcE6cwUsR8xqUDhdP1oWGMpa/WFUlbrt
AoEr1v1l3vqOdB0oOiD38c8i5JR5ZXWeO1gnjNqUvT1NXwwF5k7iIEuNpkr4WIdOvXLrvfUdmXvQ
7EEF6pY6Y6N8W7VpbJ8Sww0viMf3HxPbSwnhU+nr+aD+ff8Zl5FFvso/1lv2Icyi0u2UTtKpHMsv
qhj6B1QKp3/72HHX0A5vLUWZwcPJCMa2ud4y9JQg2okBHktNpypry/zJ4aLaSjLGShR76y1CVQcn
BlpRKrhcL5WoQxG4QABObtCnySawQ9ev4ywlb0DcatPbRbGS7r71cNz1kO1oVElxtOsV87AxjUyN
7BNmEOJAoFEeOz2wTim41HcvhZ6TnLu4BGmNqvh6qWkyOisRkXPS4vxXlhnTk5pgnVUF1bjyGm8f
ipmAzCsYxFEuvfJa/hjCdf3gNqXTOSemB9EHaPIGViWDFGas3wepoMaFOMtsB0yh7HRScV8/VNol
5RSEhnMy9O5sZ9It2R1aAGouYDUHWr4R2fOX+3v/dpcw14EiCQ1G4jiWfjtTN2NK6M7BqQ2FvrGh
s55VoUnyf2MeAG++T2bt9RmlCA0NOMgNGJ4t7oU86MexIUM4c5fa26kQ4bNjpsZKW+hVNec6Onpy
dkTqzPSUls1iGUMLM2syxxCnQC8/OFnW+M2c9S+xMk2bIcn7p6pmZOAkQfRSm3Hik6IOkY96ebxL
+GPTNL1+hIjTMbvUe2clqr5i9W5+H7kj80rUeG4MYsx+RJkr05RTYvfhpgEg8Av7p/5BdMPXrET4
SMlsYw+p2tgabeX4Vl54B8sqmu0URPq5H8b2WIypedSTxpCyMs/1OIMIrbMQcX3X8JlNiu8WboU+
JnoE7gwRPUWxw51tJfavNBnsR8Sy0l1lmsOjYg7OqRjz8dhXjbe1BCDqIXHClfvyjaPEsB4gsuwo
cWwXh7a084ZEvVNOIEXHcxYhljglhXVuqRJXXvDbS0mUO0MBRl+Lq7lMRWNa5aScLC7oJ/jnyE2D
5TmHfSFWlrq5IW2JemBIyUQAYLi32GoZQm8pGijx2embaBsnin7yokbdOFGjnAwXGp9poh91/9je
PB+LAkpi2MaC0mroOlTACySMGGNyRnmsOcSd1RwMN+4PhZms3cZvLUXLU2oFM9SjpX29lKPAd4ns
IDkrbYkRzWiPj4M+tv7Y5MUKNfwmGPFUfy61uB27rLcma3QTVM3cbiMirdhNkRFtef9/hyEDzPsv
cYGTJBjJ9VyJuOIaIV9cbEhvgi7r1OgB9l1p+YVSltswjaqdPs5Y/DhF+DBYoDyswnH2k2J0gP6V
Gdww8gl6ohUfPLR2Pk9hX6EDQ2FSVln43pSWX+hgfQfshN3FR7h++YFTVFpioL5C+M8/JJ31bdS1
8EfGmnvPzMr36Rf+90aYVgCPZKjKBjOu18PgJRyQwk8xWOmLfVLM4ikpOjRKCkfZoF9QK5tBj2p/
JnUrNqPZJBcbJ7iVBHBBFn39GZBzAGlBVQHvt0T56W6tFkWjpmfPmBFuVFT0ccdqnM2nWU9jTJcy
4f1lN33c0vHJ538aPWDA4sG9r98bsyTM8FUInO43FJPFlgROj85r5abnTgVvOIfIW0Hez/cWp3tl
qWXjjt3IoJk0AkoH1ecSZSHask9KbPjOVZrpT2GeORsL2Pku0pzhcQxq23dxQ3iO7Ei9BCE+X/dP
wxuH75WMZQHDe7W4vv70I4KCZYuE2LnQ+nHvNmp0LhO12VVTOX2yGGqurPfmR6ZBxJUA0lyq2C8W
HOZgrvI+O/f2aLDB0wHsytzWm8GzI8bxXmT5MxyA0J+zTvfLEdkcDuWa/eFbrx0ctJxxkAJZy5Q8
qITXo0WYnZ3RGT+NgMD2Ia5pZzPrvvJ/hm+G4mW+PTWxb7cY86xcH2+EV5lVgl2gYKbekZ/lj/yy
netwCqo5O5tdFtA0atynxq7iM+CJNWO+2y/MFqbyp1MKipY+yvVSVQ9xvx+9/KzU0bQpB2egPewp
f6HV+Vnv4nRNrfmmfSTx54CswSWSjMHZXEQvyGagZjWvOY+l4/pqgshig4gwlKWo3ChFgYBKDgtQ
7bxs1xtGd0Caxv3I+NH65vTm2kz2ZsORetCPZMtJmTyAy4tXXRetnU3KOB5TJ2u9TQ1E5JgxVPfZ
ahXaIHP+FPMeTlPVmz8Y89eHOFb+ed8poxUq+5RoQvA64Cvp19/AFYlVDiWEsc7wRjDhfbaxnDK6
IMUxXkanXmuPL7MTWuNcHnQIuDwoy5aJAkbGJFuFpZ09s7C2Juj3raGLboMvkY4Wh575aVjYK/Fb
pjx/ZLdAVKTkIyBQsi8ukqUcklkHbQnwXXlwp9I4F6MTPSut2iPx3zGWbXvrOJaYdORFsdagf3Nl
qYMhecIo/S3C9TiGtIcm2HJaaqnnMvTcAw6BzakvkY4WyCRuWlWLKGxw7rv/YRf9GJ4ZQSYaeHTx
ZARdNrsT9ESinmnOYwMuapv2WrBPBvHOGaVchUMFDpBylDJxKetuNU7TesWcP46j1h0jtTU2YTtG
j6JRZz/VZuV0/6kW0el1PfoVBuWhBMAuk9scvM8QWlP+mLlOsrUtER7F2GIDPutr4943lkKNjJ4I
XD6AeEuMEfzzuM8zN3+kyuU7VWXgOJt8QK/UqxN3rUCUWev1FvWuVlucQwDSs9LkeFYyCDEcPxZw
YLvBzhjjl59I5I1nbuj6c2UK7xFBMWODk7O2kn8u4rF8ubKvwOVCYALXtAiPA4YtaRY5+WMpzDzc
5ghW+fA0jU/CMC+mkiOHef9rLgPyfytKIAe9WdnOWNQqU8sjOxPv2Arn6ZJa0yM+U97volPqc4d/
3kdXI8utEu9b6zmB6ocWnQ6EcAt+XLXGnVzgm4lM8vkp0akH0TvhiriOhV3UNA2Wx8VjOlsKk1+R
2X5fNyb86xRAW5vwNXI9POiDk/tKkLXhRoNi+gikuNlZkYm4tEGXMKxc+2tXIjLpIA5gbIN80nYr
L+6t7aLRZ+LUcRj4aNc/tR00xuaKWjz2PQaWKURalP9D23cCU32IFTKVFnzcz9ptzC9NmRi70O3d
fuXzLWL56/uSJSaq7LLlpS4Spkxmy25iF4/4Zc0gIgarZ3huVwer7tNNkLTKxtHTd86T/1sVFrcj
pbQolRa7NFByp3dzvlKYGs4TwNXvxaiXgFymedeDJPVLM/q3rFX3yyz6eeWcvhUUuCr/3+KLK3sI
6hF1iaZ4rBjkPbUI+G2h5tnnWK9+3P/Ebx1G0i+dwwFBDMmS6y/sVkoQldVUPE51UPwEkJzunLQb
6AFxUW9yKqH9/QVvrypEAEDaMdNC4uNmWiHspOpo/BSPIq6rDyLC5iyI7e4wTO0zOuUxYqbu+Lnn
S6/E9Le2EVgXZnoqxRUTmusnVY1hatTEKx4VrGUOsVrHW2uAJKvlTnRRHZTy5xBUyP2nfXNRAMgO
wozMspfkVRSQmYFMYfkYxd38KbGd6sEI8SF0RG7tAzMUH+PKXtNGXsJGX/cu9YWUSQQcxr15/ahl
pgZhOlZsnygz/5rQ4T9yc027pk6al0azfuOqaj+5jfKthsL+iHGHoIlsG2vs6beeHl0PCAokRnIG
d/07glFLkHGpi8c887S9OdndLzXymEwPWfxz9KzgYeq6YeU7v37IxR0nW1JAOWkSoUS8+NCAEtx0
mmjz6wL5dvzUlU91Z8Hrd5PxizGpauuHtTr/lZuZtQd4FB2c2Jv4JGV5CoKy2jPsjR74cGt9njde
B1rVtH+56KlElol4ZTNY7ew8emSWg8BS505bxxLGzhGoIk6aGxymKRsO79yB8pIhHeW4gRS5GX4G
ShXmKQ48j00fhRhdAaneqF2JSQPJQP7UDx3yMZawV77CzbOyLGk3f4A8IudffIQqNBULQnj0mLWa
9jvDQfoEXCU9Z8XwPZZBzRintVx0sSYwBMi/dE/YbIxWkKq43m7V2KTGkNXFhwprl/ggAndwsw2o
2tIqfcZ5TvusBm2X7T29nez3taxYXPZ2URgB9wRTd+m2nsxRTsPK6T6U9VxeqOO+0uGCvTQ22gZt
k3HlUlzEbaCQFJcMgcB9SC6YsWhPdlVvW6VptTCZ24Po4EcOVorcOwY3R7CLxvP9XeTx6v44UywH
FB8gpuThkOh7i9tQlI5ZeMZgvqjYpfmjTgWTJ4gA2Ci0kShO425QBY7rUVY8pOWgfLq//OLS+N/l
2VJU8vKaWuwmMARwuY3YfGmMOdl5/diflFyowCEnb5uM+mdrcG0fCrfY3l9Y/sW3z/1/Cy+e22hC
o43Cynxxk7TcNkhffUx03f18f5Xlxv3v7cKJ4aAg3rhsP4aYPJh11ZgviZcq30UPlVGh0txPrhMe
yzrzLrkw+pVHu91BfFJ0j+hQIH4Eyvb6tAivSUM1nM2XuS2HPXZx9tZuQTRjgWZtci9Yw3wsb6XX
j/iq642OBid1qSGTxU5c2LNtvtR91fmFZtc+7mfI0BvltIUuFO7tRCT7DFGPzyWKtr4eqeJjjW7L
SgtukV3JH/LqzGCQUUrbBPnR/+g9pY07aWmcWC+RHRY7q6vjs97A457Lck2h5Y2XjHEW/BVYT0DH
l+JWdpjVoMEG62Xsu+fa6bWzEVrWz6xPQUo5Y71G9n1jJzH4oY1K1QridYlbKPTGC2bRWS8TrOpj
kXfeby4AZTsgzLELzMnDBtBc4068cToNJGigP0qPN2Lf9fvEtM5IUr2zX7DPA1DqJe3JGzsIR2Vr
Ps4BfIq0LF9MdZzW/ByXd738lHTrSSNlU0mi7a6XDgasv7pCs16qCQpsZteMcE001QMQk/spUDGu
TMN4ZznYDTEq7/YlGKBNhDTth6BN7F1UVOqxCcUacP36O4Ab4aIn9ZKQdSo8CpPr36UlaRTRq7F/
SaKEd6HZmemXIFZF7W0DwwDw2xft/1B3JstxI2mef5W0vMwJ2diXtq4+ABHBRZQESdSWF5hEkQAc
O+CO7bnmDebF5gdmVpUiSGOM+jZZlmkloxge7nC4f8t/EeOnSjWp82ti/Y+DMyysaHBP0ExO4WvZ
ZFFdxb3sx9x6+aHAheGaRcx2heudoz8f3wt/DUWfAvIpnooemLnjedqCiMW3Zv/HAkztovSM/jCZ
5XIZuArpBc2D2R8Uuv7RxwEsFPiW/tKtS0mUwYGrbcU2sCUwpI7Hd0pjVpS3xX0zQxi5DFBX1OOh
y0b3c9FlxpSEGqoB65mj86SgsA1LcRFlOqq23PqISB8Pa+ZdvUi7M+/XodJgyAWZW+wRonK7K6/s
23HYASDS1QcLuqEfAwPVxZtlqLIhtM0EyDsCEsleJmTQZ8Ku4/OGb7T5GqPSTbmbDh/6UMdfjIgL
yJ6b6/egJKHX2EVhHERSy3HnDFX3xa/b8RwF//g0pY4N9x3yKNX8DXf9BCzpa6j3jZ6TPVDuGHDK
nqePuBHOoVFV2Y9fuSf/HmoLRDbLG4LZk4M7k4oXDif7B8h6uXUjAgXWDXqTX94apvDiZcywIORd
85wzT/x0XdnpgOghSVCgQ4TjVGeA2jZeU8Es0rAYPfUq92vrYkHV3wpzz9UukRyozym9P1lXYL1o
AVH3wPqRk/XkUY4JblBVkGEbq3m02bVUOlGbcqorvUkvXl7Y4xOchUWMZju6qXXQ9eOlOt42GmeY
p8muT0PhuMllU1f09ctmCpfWyN9Oq2e/RTKtCDNvrS5fHvrJNIHYbmU5Nu2mhHE6dL+O1AnRhcRp
3PaXN2mwJPuKnOWt2dEE/MWxNnh+AJEL9hRInNPG95BrClBLnTBNlYg/kTts3RC0mLqp1iEYzoTo
T2aG7hHVUohRlPv478nZWBiCovlaTBkNY2CGoIyKKhxEGQThxCV1ZrQnj5Dsh94OrlMcTShMnoym
r3a6pmbpZqGe2vrEaKiFhr2TJTb9j9IpNjAvrITAWZrX1mL7X15e25M2E3uIlf1LuYFqIT3dk5dz
onJbWqOVZCFdEFNHTNgSy66dKr+8buYAX6++SQWm3Xrv/8h8RP7DQgb6FykH+WueX3yXzed30/an
xbg5IZ98l4xoefWCyctC5Vn5hTJL+Uo27cgj92ocidZzUgxPVp/uItUsjNsgbnE+nLxA5qjSmcIk
ZIV6ksN7OqnqgLiUFtplmVxlRaPepa417RyCkDMv0Gmogb7xZszD28u0qY9uV/RP0Sy2Jl7vVyND
z5aovi5V+x7zZetjU+t0jz1zuSqQmz9zYDzKAP07MaLTRMxFtIeMKOVRcHsnN+CY5FxCjaVnoU0M
P3zQO3jku36uljriz/at5WZzczmXs/nVlVX+zqpMVX9zS2O8GdBjnEKnKZaPjl7nRjh71dLe5KK2
vwDac14b3jDHvcogreepM2kXA4TL+U9Ow+lG6lCOI0nw1seemRbqr+TgP+7m/0zvm/ivOQz//V/8
+Y7CZp+nmTz543+/zu/6Zmge5H9tv/avv3b8S//9drzvpervf3v9rR1+O6j6xzeZN/Xp7xx9BCP9
/U123+S3oz/sa5nL5Z26R+LtflClfByO77z9zf/XH/52//gpt0t7/4/f7xpVy+3TUr7W73//6OrH
P36nRfjTy719/t8/fPOt4vei//O/5f1vP/4X7cG8v3/yi/ffBvmP3zXzD7qrm7/YJihLL2PzjJ/u
H3/k/0GbF8IsafmGoX4My+qmlxlD63/Q8tkKQ8C4gMxu1fyhUduP7D+2MiGR67aTAetTv/nnEhw9
tn8/xt9qVcVNXsvhH79z+rDx/71FQXNQtEckwdGB9VDhPkXTiNKak7JbIlUlqbwF4hPIPFJr46rb
QXo6p+PSulr/1dVFnf+J0Vthvh9SZS79lZ52RgXDP0il8H/MnVbgUo6Mi9P8mCorUApgil9/WTEK
TpEZ6lrtJq/n/kMne6+9rKF4x6M5+t/TAWEWvU6yz37mUfalu+8HVyrHcC7ER3nNoqTsU4gCxjo/
BNLH5IqvjJzDAAe/3dmFP+c3hV1Nc+hTlbwdFfYcYdWhI79bp2q2w2Bqine6lfVXyEla9yB1xmWf
9UQUOxbFKN4ueius28bQjOILtre5epM2gXFJcFX96WRV5yahlAF5Wyan5SFDtvKdVa6qCVdfZX/i
mldDF9fT8cbXJvSzXDgGS5gUhTkRC2WuM95Mq0BL2nD9Qt/NQ+6s75aqyZ1QDmlhRp70lfEJfAE6
GHlricYI6cFb2d5ovMo/uOZsqcgu0+mzyoVdvFpQp273dHjtT2XnueWuMejARJS4ZBpl2DsYVxPq
Ou0V+a8mX1u+1snvlTEI74tl5cYQtl2GiTFvfubunEbBQOjckVojzOZF7S2rBo7hpliYRAYU9AWW
oJNW0VLp6GmOltH9SLxU5Qdlle1N5SRTHq2Dkb4J3KGwQ6u0yiDSDEveahMmj5G1ul0RtVJv1jca
6dCtZ89JtUvmWbfvPHNO7cjKRshRQWmk6SsMVXoXWKu50nftRd7RuuoQn0avpy6IgGqxhJ5UgjVH
HwxJMpmptzz0qdo3WHEmUQFApg87XaHCUNsUUfY4edZfe5+WSuSt9ARDbzBblDj1IvhU14nMQ8NI
qL6mwaqFKSmZHapJ+eiSIvvkhz1u4cWFabApog3dlYaup/k/pjJg05VB2dMl3gypd72tvDwsM/Rs
X9l2UacH21uDGOTc+q2dp2GIFkzajHAC1C/DJs9dcC6tPaMRZc7vjV73vg3trKHmBto6D8fCTNLD
pHSnxqAFGns0pmPyTRg4QISuyoJPeSctSkTmXDuRnfIZHYnVF6FV9bvRK1OK2c1Q3IvOLLtdU035
dxSw7A/UAaYpnEbcVspxwJ1x4/vw+oD+uxhyL10vWZ32YRI9BvE5NKiPWiaqT/xNL271vM/23qjk
B+5M66YKRA2C1sBYKjJFjYzUgP9Rjf67naod/eLxq+Cew4HX6NuZZaV2FU5Zaz4Yndm8ry1ebvhG
tjmFerF2brgUk/ycLq5YI2dAX/RQGgVSLWrpyjdIrTRNqIQc7orV09+WQ+qCOOhss4jGcnXfTKQf
08FGhiS9av0ee8qhHdPLNkmptShykWXnrlNNUXahvL9jddgGZUVfPDJ0MbxxUlf7XFRpemfN3pCH
lqEAFtpyxJnHX7s+0pFKm8Kx1quPqyEAIwwOfoJXadrLm0LT9O8ltCkrHKx2eKirOv+wOlnwvbOl
LeD6gCPlTjc8PN3m/LOZ+A7bzZDdq4GM9DueQKJGLUSBbpBFtnwa8JR9M3RJ+6ELiqwLm8WrP6aj
Lt/TXLZezZQ9zVAzyV8bL5cKQ4JMfcmryV/DOl3q7rqt8244VMPgfC2FhLaGoyd+likiuu9UgXJN
ZKbV0oRgq7qEU0HvXqMi2TY7VJ20N53lUdBNg0p9wLJ+nnYmd+EHVbe9H2aOrBBa5EbbkaHDHGao
oAz7AFmQyBcd8AnHq4qvqvfrTx2FaCMCxzTpu2By9Wk/UvSb9o4h8psW5FwRuQWnUJS6jVWGVqPj
tYQOSfpdw3CJ8GlADHjnJVp/V/SVWG4gXWgTft2ivJ+rzJlDd02SN5XecYqu+TJGuVJTbKWtm4eq
4VuHCKnjeT9nWXZnerMYw6kY0U7MaOuie6g6ow3XVCFjYAat5+0tCDIX5pD00Cgn0TVhBQrkwWxd
9dUSWlqGiTOsRYS7QdBFDVi3WzB1nhtSCFceYt+j+Rr7p26MSp9APxQEAR9lkVjv2S2ogetJZv0I
kmbq96ZeZ19SGDG31axPGHPazfCpzJfiqvCGRIVmMQMsFUWXfK+mzmxDc7CqrxMcBu/CsJtFhJjD
s61mGsSfeh7TGIrVc6tQLgio8KgL/04OWX2RWe4gQjsRvgeUuWjnA76sNH24D6oUp4s+sLf/7/gh
GXCbRgM8SvbRUE3XoOUDXCy13IzBOeXdLrE3zyi7c5K3NbqeTUQ5KdN2mzksGYumT5eyLqxgF1gc
5qGq9HQKNatuFWKK3IOz06s1kpyfQzT5PkYMiQ+Eu3Vl04f+ptnGuCvfBxx5toZyLnUvHGTjTrt1
LN0v3tD316VKnAcD/h75hFEm4rK1E/6yZSdNt/cN8KqHSp+qkZKeXOcLv6bLdiGBJA6vFbiEJKyD
1sIjyJT3NmysNhK43fZ7p0fukdjCxA2Lz6qnyJBWjdxNifVCSJfFzC4AIGu3VTXyHqB27rBKqElZ
u6nNFk44TU/+1NBBGkPcwJxvSbGuLXoJfMCuWQrze4rp+hSZNHihd+BG8y6xO+Oh9oR4b8jcu4ep
N8tdNSTFQ9ZMkLIEqpRj2GIa/qo1VP/gtZa683UU2MOpdUUMcNM0uJKMNQnXVfQrKy6prwGiWW/S
wSzufCBNaTRag7M3lMnrhudUHxwCEN0qonAlwE8oObGQPjtnTPzyDp4rTqLKdOUE6N32uJNgo30b
hmnOdpMlg7vJUcWNxMbsExeeJ3BKUMmEiPsqX9MOku1F2ThB9SpQvq0u+qKe301+sP4IjH64Hdug
ynd5XbpvLRPHlLCp+6GO0p72e+Q5g33fBr3tYkKdzW8NuyVvcjj4fHY1dY/QFXWVhZmxTEuoXKF/
QNTLaa5VZrTBRaNJ+SrX9RQRg6Xs35Z9j05pzvaxOGZSA9g6r2ebr8DUVeUNBIuusZrYt/hGGS7Z
1HVRtnryq5mYSKc3YvyYt97kR8iBiou6WlFFrl2rIAIdvTbuC6KGHSdeDUTJQ9h3UKb6qnFIdhyY
6fTKJJzwCLDqgEt7CnzgFDk35UXqBubnCiNkFapAaTf06GDBIqrafOsDJnXd10Z7NRc6hsuy79+n
9ZyYOyRec/aNDimwc5Y0D7PGHHo0V7TM5ZXqFwSD5tY+TJ7mOK941tNHo7eDhwBCVY1KPxXIPX3l
AvsYW41pVCfe+KcjVFuGq9RQ4sS62bzGL2L6mi5LrxFHtfVtx0HzAbmiNccXzfajCU3fBXfmVlyW
4LM8DcppuLiae6VLs7zH4VDcqiLR9MvCktrnGVuezzgABK/cYWz7SMJvakOucVVQinEnPZSYPmOy
hxho2Ki0emXMwiOITH3tXrQuYUHblXWwK/zeQdomK7PskNo5hkHgwbRorocsPQST4RTcr556j32c
V4Q1chc3/tSnMxpzyaDvMjGaRRioFcRp6SYJJs8VdntW1kn34Az4YYatMIu4N5UJomxCDCp0zJxI
P+gw9qKwSXwQVZ3PpfGYPf6dyB7lZv/KlU9T6rftff1B9vf3kmz5/4MUeavW/cc/088nGfKHpmyq
pv7taii/1T+Gn1Pk7Rf/ypCRiP5jw+SCu37s6/4rP6Yn8wcIlQ2LDsbLoef7+29/p8ea8wcFFWor
G2TiEbHxr/RYM8w/NvlnfgRmH1QFbqP//IJHz+D5/PhU1oquL21JqNRk4TCOEVg6rhv1Ww9i8ao8
rpRtXg+tXh2Q41l2Qrgp3YJkxGkoUTs2crIvvdXZFzKfD4VAg6lylbqAXRmcQYaeQiMfvxOmpnQu
KAX7zPX4O8GunqUdjCIuYP99IVww7LBy5vLWasrknqwZdbtREH7Zs5aFtAPTd65lZHo4OxNi1bhM
IhWVWsatwNG9D1s779JwmUX26IUw3f30zP9e0p9LDCeeW+AhWELqHwacTfwhnoi4W0Wn3AKvpbjU
qWTumnFqb7fu/YCekafFyMgTgXdLG1zVeTW+nxdkiSMrdb87xWi+0WfD/Di2oN2c2Vp5O5uyv8ea
LbnQZjd5t5gBUVky5neOna0fl6FoPxRkQZCCtE8vT2Qrh/67UvLPedCKpDpOk/oU3WFkEq+hrM9j
15zElZ8Sz3voKB1eHmWrgZ6MsrX9KY+aVMVJz48frk6diJRuZsP1WrEbbWOKWpg9SKgR5rw81HHp
53FCARVg5CyohUO33X7+U010hCxFJsyEtFw9QK/LQ5kQtWqGJIp3Pr482HPzgvcFLgZTBeSSTgqw
Uwf3QWV2HqO8YmHFIuUehL//2qiG+QxT8JkHRbjjbV4KVHrpKxzPy7SDvFrXXsSizvLDZBPFrEt3
jjDz7CicDJTngBI+MYki6sOviKpYXKaVOPA3+v3sa9aZZ/R0FLo92wFEsuNTud7q2j89I4oPUzKT
Z8aBo6dhR2p4SHxxFiGwLcnxrkNrBGC9y8fArTtFYMjZzqlfFGyF1dV3tVlllxpnWpjPcFVRsNyv
nWmGoMPn/To3CxWeZj7D2j9uDmy7kUiXXizKeY/+UObxTIVTC89FjCCeMvNBtaK/sMwRo74snXb4
1qpoHHv82hrv3Bv3zBJvaDTuG5YYhb7t5z8tsU/vYSxNX8R9rVD0zUoVFg34v5f3/9OXbVM6QYia
vqGBKKF1Mgp0Gv7JRax3gRU5o/PNXOrPWok9TTqf8bF4bim5MCFl0BWki7f9/KcZjcLHtdJuRSyh
ke/7UTp7rB4I5Pw221lz0N2s0I6perjN7pdnCYaHA2WrK+ONerJdx0z59ZQMZTxZVI7dCdccdJIv
tMY0D4X68fJgTx8cGQ3oVYIEj717Cghzxy4znWbN4qDU8k+BJoL3AlTfmSbOKSKLjUmHkpuWYu/2
CE/p4omFvC0VUrHdVMWuyqoyUonfX05ob0VDlqG4NGviq9urZg/rKbgUfTIcWruZ/4oQj3ouP9+k
Tx8rKEaa9th+cYYCJDh+rJNh98h1CBFnmVFctq0liTZ0dNQqnRK5XtsHJ1/z96aHjvPLK/108zIy
EA5mj9YipPLjkSvL0Kp2ZkPNWbDsG0Scd7nbjPugCpy3dS70M2u+zeT4OIKORswAnYllBzN1PJ5p
DNjNpsw0H2V+u1o4q4fDrLUSzo9FxQygDtjKYukqtBDyQ0azej0z5eceOzEmZCoaJAib2ye3Iw5l
9H9lJWKvNYJXlhyCPSbsZggw3+QsKuorJHXkBzFT720yFwLumC8RGpTtmXjvkZd2vBo0TTd0Aw0k
uLCnNGPVGoscl0rGOf7CKeleSy7eCNx79gpcQL+n2lsqiIpN+kpDTxUdRb8LO+SXW/gX1TJEXaWN
sZ2UdbJvMPQe8AQTuh02qWu2l/4wu1iYDFYe0GtO/Jte1ubXps6yHdKegR9Wcy2/gNWd31dC+Soa
zH651+c1f4AlWdxOaljc0Keo8dCqRbm/fHAS627vIP/jZT8VbspppeB1Wgxxo41mNJSEkAOl+ihz
1mDzC/tFgS+G4krfoBzwZWgYn4IDLQgtrgCQHFt914KdtRyCU6+kBqM7h5dfq6cHGENxcMF+1WmN
nx5ghmq7BcrhEOMzNYHBt5KdJ/DT+x+MQveZU4NGJIS945cJc6bcnzONCekWe2VuP2t2Mf5PBgFO
BWOLXIIY+XiQrBszF0E/GavFbHARTM1wCagV/PJUNhscgPrbNQqk6niURetaGPdoJtPpKPfGmHwv
MuvcTf3MU0HZ0oCQscmvcOYfD+Ivkl54m6u4NNWwl/N4P+Jwc2ZXbxfhyTuN9hKvMzAtjrhTVwrJ
rR2gtahiEfTlFSzK/hJB2RLJlxSKzWpV0Tq55y6Q52a2Jc0b/J7r4xRbDLARkCLqSLHQZRMVzqhw
tkb5/uWH9DTSp01E5kL6QqjzZFdXtdE7wdz3cZGPSwQ/U9tpLADZp1Of2Q/PpOc+8P6Ns0gMvum3
Hj8rqxr80VrnPhZUqKNcL729ErNxaJWXvE5MGdyYdjZHGr3XqMnNbj+lnfWh7Bqxd5Gg+2hO8py8
0DOLjAwj3XmiEjD4pzRKer0FHYlaxhgSBxde6t0naO7sX17jR8DXyf4hL8APDwkQksVH9ZKfQjzZ
2piQ95iGFY1IP1G2pkqMhC3F6qKfLrKmpo+gr/W0t1HA7kJnmpYqSlChNMN0nFLouuMgB7Dz9edc
aSZnXNBU9Zlv+cxO4PbGcwgnHnS/TnV1cyynppaafywDd941KyJKqRlo2HsP5/yRn9sJR2Od7ATP
a82KsoCKjT7zD85ipW/tTOsPTZZZVzryzYdmNJyb1gm0t7impiES635UFrQNhJHOdIUz78z0H+Xw
Tx7SI7seYiTMAe6V491ZyyVLFsOZ4rbR2htRUWi2+tbDXyMZpzu8tpwuzNZ6EJHWab6LaEvdx1R2
Wj0aRinpPNF0R9XJz+jGZF7mmlGWLkhxTYGSXoRiQRPsOxcXm8zRaJ/SWjKKiMpHG7uNnuRnQqJH
Ht7pfIgBkc0iQ9vureP5+PU6p+AiVJx31rAvMngI42IZUT3RIvcqhyaZK+5BuvdhgkbWdSKvp+JC
qon+V+n2+6Uu08OqvGHXtz7+4QDgdk1ZmrcNvZIfU135oN/oY2cDM80d5wEsqx379pgemlyYN3Uy
11eTmIILP/f93UR740qDC7ufPUB0Y9BPZ261pxuY49ImyUCsmDvtNGlrdTCldaZPsa6h6JLhEPDZ
dfsmpCIvzmC0nx4bIBNZU4xiyZ0ICI7XtpvVaLurN8Vav1gX2VDed+gEXL58bDw7iLeh/rZ/wfwd
D6JZQG84muaY2hmgfy3zImp25pkLwOVTjrcJFSwKmxxNYIuo0B6PssiiWYkT5ngUw30u/WvhTQdd
dno4ys46symfe0S46zIMAgQbFPh4sGSynaJqkjk2l74Mu3VcDlWhU9XUuvLM+3wqCcUrvEnebpXM
bTR86Y7HCvJFJEhXLHGfOhiYpX5+1aH7ejDpwu9Qeequg6UYvhm5a8qIx7cZLPtzHdJXGAJSlyqQ
US562qL2mlbmhfSK6QEdS70/syjPPOeN2gLBjwjG109zl2lARAgyyBxby9RGOiCCyO3B77y8m55J
kUj2yY1RYSI6t09rlR1e915lsB70HNscsEYhRGhgT16Hk9uDqek9vb8UaTMqOviD8S1VRZoeAJkN
HxKVLsbu5S/0zMbbcHSb+cJ2+Z4W/hxkwOh/t2s8rbnxbdXWlO3tibj2+mFXzmfVgU7QvFvN6hG4
968BT3Z6rgsNhVUGlH6bvF3WoLzobTOPytJNrxdgEeGk2uRLrS80KGkQHxA4PIfifeYFIMiidoVK
Ev2JU/WBLPXo6lfzCnHK7C7WEvPtetLkrrbAML28vs8OxYaiDokgBUfj8f5Xa5IXgEvWOHGBPkxB
50eWGkHbgGs6M9QJeeTvpeUVQ/KS/J86wPFYCHLT3pmcNUa53boY8ZXa2amdvoIr7mOoPtoUH+oF
khJwtTVIelBpfR4JR2tvkx5P2pdn/rQgwYP2ibio925mZ9bxt9l6uTUd0zVeOB3CwRidj02lRATF
YbgukJwIzUSC2rasu74ftV8TOnjcZlDxkdp10f96Euyhqu1IkelrbK7lF5kCeJqr5tNgiXNEzmd6
NRtt598jnaw6IsldjRWwEVfuUr5OdAEj3TCHVuwCQ8q3q+1mIiyTUiHEZQ1GPCIMShWirdyLVfpz
EG6WILepLG0/XHAsGcNg7EFZ5VXQHLTa7O8QItTVpVd2hn7DG2q6IU5o4qbuGozfuzZLz0mDPz21
If+y8CQjqA5RQznZtY6XzXDfNCvu/aI7JHmrXaDBWMX4eRjaDioQ7NhABwMdWmhXvAto8n3GF5wG
cdv5SXHALnXdyO/eQ1L0ms5NBnO30Ebj08t77PTQhpoFShxCPiwTbpdTNlye++6yimaIE0NzcLCy
1ospAIH2q6N4lAJoyJmMh87VyZE1uRX9eNmr2HZlftlbS31w/WX8+vIopycxZTMyTFyUQMlwPZy2
TQHWjO009FOMkdpyk5LPhu1cgCLMa+8KmxHx4eXxHlWjfo45YHMSNNEQJdTexAFPptWWYHQImvQ4
AbN2JwsC+7DDyloD4DECciiFR0kfiUJ/jPgMQIoArjCdyAn+fwzW5krWw3BMwnHM8s8eDmHGzhZ1
MIWNMQAKWR2Vl+QMtawA62buW6PKS6KMzs3/HPjtBqiPJgVWi2r43vdG+npQrfcqw/5MUB50dAVC
bdS5kMA5owQKBCaP2qZ37FAMuaSvaRYD2KXeGWk1t/28wxx2AYlFmTSPJI42zS5zrPZ1rvk9JEHK
OHcvL6F/esYRLQAD38y2OQG2zPL4jFPK0AtwTSrGuiijpon732Uw+fobu7vTMkv76BTr8nW1hXvl
gyoMdVeVzY42hGiiyhbBNeje9kdt0HQLi1Vp1a4SOWA+FFC1z8vogTpeJk+/zvplaG/wi12v8mRr
S6/Slt8zDKDQ3PVkcLlpPwrCpSCL9d7tb7PSL0EGlZDXlSA5AkyHNcxrJSxwf4ms5HWlQGiFlrvo
FCIXuJyhDLS02ytrtD8plQIqwxZPu6gKJ/XDNijrbo878vQ6WzuribJmGT61K6ZxUdNTJIkov3tF
NNRqQ6r6ynlHY68N9o5rZNeLA6eR4x6/rXWS9Roii7EixCy9fn2F711pXpujLT+agH/BsqtB+aCa
OpG9AlmVvNbSdXzXNFA1wjLV/2SHqSrUM2WALy0TzLIXr0PgkGwPvFFhwYm5cEwMONhqaXNVm2Nz
mxdFt1kUzn4RVUFbzPsqRcUtnO32osIbGfu/nB4AWpRJ/8m0SWGAQGYLfPXV+pK4xrxuZ3N/Tpjz
9Pza9g+MJop/pEtQFrbo4aeSxLBUOW4Ppop15cq9UVNsbGk2Hl7eps+MQsGMfivpCwLwpzZbbVk5
ZlPXxOAImIRAorV9WTjnEr8nkR2TYRiIqxSVCHUew5OfJpM0slKJppa4HIb2UgdAuMe1AoigtU4X
izd/A8Q7h8Ni6ftGkWkPQTGcSda2ZOz4SONd5PKjI0nPhZLn8XpmZpvgo5goGqKGsavr6a5Heyyk
QFxHZepUl53wDl6w3L+8wE/gJdvUH+0DKN1BdDyNvJDg8yzN72gYDCqVUTZrw+eKZZDhpAXogcl2
fAgIQgq4+QCuW9eoDiAcg9jVNDuaqvKTUU/wIRSx4X4xFhC0/pTmyFEBDDvTGzktoz5+VxpSnFvk
gOAmjtdowKBiFcoe43kc6VTXpn4lTFHubTnrl3OLzSeqeG308go9twU3nfLtvqYdeCpVDRZ/9vEx
HmM1GWU06YKsjuLtmVGeOY6pIsLwcdFcMQmEj6dWG430Ol2b4snHUVofVzuL/HwdwfoQTn2V4B/9
sF667EHmKu+ipEuWcxWfZ5aXd4yGIyCjTY3u5EoQo0J3DVXMeARRfmnMQX6RLmb+zqnHq6Dsk9tK
eubty6v7pJLHM4WgCeTKpleBMee2MD+9eroLLm9MjSXO9eDSLmVI/PaGxPHWpDO/dHrE3fdtLG2g
gDJuOdVLw4xK65w45qlqAiXy7XvQP0eX6rHHfPw9IPpKztyUbGeW85WfmfYrZNfs66pHfLexFnTU
TUDEZmu0e9KCPqpBZNMr0mQ0qWTYV7VpRMBvztZ+t1jm5GAgx2XjbWcT+e7JApW9kxsINpAajWoO
EQh9gF4+x53IG2ynOBU7Rw77ZUyLb6VwcctsEiToakLXl5/UM7uDtwDUxvagOMlPDqjNVbzRtnQ7
nZQZ6nOt3s5jpu90B6Xl1GrmXast7dXLgz6CF05mv0WUhMpU/tEJ3N7On7aH65SitdCXi01QPheJ
OyYHty2Gi2nVkitgX3Vo2OmHzijV3tZsPYQiwGLQJ9jZmfTfkV95F6quDVr3RXdjC2cJtRwFBgBD
2gFUunc1ghe/W4J8usJF0Qzn0S935mjY16Nuf1pWWFkcyOQMPPmQ+1h7ZcoEy7Z1mvZ5XVeUOXsr
5HWiuSKLPa3EcmfUi/Xazs+KZZ3G2exRumFbG4kV2UQejhdjsL1EjKWxxrhvDnt/LPMwaJEYyqpg
joS52GfupNMKwDYe+js2lGHuiEdM5s+Lj3e8A5k0YeuZ0CuQyuh3ZZHJvcj65uLlB/3MKUsgSrUZ
XRA2+uMx8dNz1lKb+3ct9LgAVnYJC9C+GIOzxlHPjUI9m7YyAvYu4ijHCwhr0hCNM+rx4BDMmsB9
L0ed9+jluTypZmzrhu/nI8iVNutjJe2nydSrRcQ+ZEaclNyvoJW3eA9r1+UdVivF13Sex89OkGXy
OmGm75t0BjnTlaiMHrTC1rsIby/tXA/yubk/loE3NS7aMydvUpuYObDQQI9h4AMgKfolyjlrzySc
z8QTW8+REIYyGSTY0wJV4/jCyrma48JBlqoZ8SrdpRBLnY04V3yyGpF9pni7qF2Spl0sRgumVlrk
HrH3OuR/0jy080tHVfV3188GNNFKbwg9wEVBZNsAxM8ca0+Xhe+Lzj0mK5xr9K6Ot4QYA8ppi0Nx
Q1+4VhPH3xnLKM9c70/fXOr9IO0M9Hg2CeyTjUeK76+uaszYczk8lJVl5FmWvFnxEbyE9HrWcO/Z
AakJbzc5GJLT94mrDllXfGBjN/FxTciTIQTAZOwnsspozstgd2bPPw1gmOFPA55sL6oDRt0py4xr
awlTLxc731qvc9u7oVicH1CU9y9HTSZ7EUwJFLXcvqBUA+NTNd17KiH1Lq2n5boZum9z4Yt9R6fi
Cm0s7TA7Zx7G02ONr4oYHhg8yhWI7B8/8tp2BMgWviqe7Qhe5iBgW0CQUZ7I4sxQzz6Gn4Y6CakQ
asItlgZBHNhwp2kVUFsqMQd2pyXDBVScCyOf28283S4sVaJkCuPHU0vtRZCXVWaMMFx6leY6s1qa
6cysnoYCj282TwCFZtQMT3Zzgg/APBUmm8vBiqDFSi6u3UJE9v/l7Dya48bSNf1XbtQePfAm4vYs
gHQkRTKTKhlqg6AkCt778+vnAavvhBKZQYxm09UKUjoAjvvMa4hJdiPJ/xYEmfPl/RV2mSDRjmH3
yEhEgTZY+l/kstI7mZ1ox1Zopje06S+5NOy/6XGbHxq5JCd3evGCfpC1ckJcm0Nr1vOZtajp2C1u
Xc1UJ3ZYrB1Ho4wOnNrThtazeNCz1HedSe3+P8YDU0EzBxwY/ZzF1+1Kw4CNMmoIpacUXg0pgqRZ
l14W6tOmoBa8klVd2Q4sF3IOPIhAbC8hUFS7o2nsMnEkySGIiycstDsNGk6QrIx0ZXWCZQR1jMYB
4y3rhH7Uj0Nk1OIYa5W8z0PrHkzrGoDuyusA7MWTdZYVpVG1mK5cG3VsjwiSui6tDsRk4Uao9GZ8
/DJX3ufKyqAL86ajADKV7Pl8tzlOptRSKQlmylYf27HQ7pPEzJDrm5Q9VcB0Zd9dHQ9IKMkvAYx1
8WqhX0xUc+VjHAt9Z5GwfanS7psEb/dBJGO40oi4UhZBNp/GLlBQlPouajxT0SilEZny0SxlsW8G
pz5pYSZ7le/LO3YrnCy7UmAq2v3OaOv8tsEoeyUDuDKdPAOEHHyHNLCZi2+cK203ZVzhR5ta/i7q
i45uY6ztNQqsK5/3yvIkcpNJNrCqIAVfXGFRGbSmCdr22EeqfzeNQUwpr5ZXzrGLDgVKj3P7jlwQ
mTC62PNB91t0iNreLE1DxDFZdvkDN1UuZE1St0buwzmS0/BOboPhVrUQedR09DnMoZV2Wmmq+wKL
m5tUi16lUlMOUAnzXY6Y0ub9k/atpHGedM31jplXNWMTLsJknClsdKEz+Tg5XXwIrCH8YAxxf4ia
6HlEuWQPECy6xez9ixrk+QdrKo09MgbZJi9j4wu+atoWDUIgFL0lbytEWLcSNoAbOMJUldz3H/ba
+mDW0M+m6UPncJEe23mVTJT45aPV2vVeKrvsqbf0OT331yhBV24gjR4lZbqZ0nJBbVKF7pupEShH
6Cz0v2k73I91mj+0ZtwABXaUmYclc0Oo7c8/f0luBNzrZjsJ3IHOl8wQYbMb90KBsNH6dEHFt8YY
jEMaK/32/ZEuuvzz6uSanVsDKtBzebHfbL8VCbOvHoVdPhQ0AfZKkLXfuRryjwh9mC41ogZad6p8
U8ZC/WQ0SBtqVrRy9lwJMTjnSHVl1KM4XBdvPIZRVIi6V4+BWiM3gd1TjpztpqNSshGxDeQoUD6+
/+pvx+di2dNV58qwgbJwFc7P9NvGLK1eSkbf0I4IvM1EWDtMP+gjlCmXxmWauJxut1lkwl+zi6RX
XTuqDWtXDGke0bmZkmNeISNeo5cxKyeoW2eSnS+mI5nfJQJNaRdaQZHwt0qAUJ2V5L/ieBgHL7Ob
EoZ232SJW0uWFm9t1EaEa1eO+lXpsukBJ7RhL6ZWMu91owlvrYoihcsyr7zEzrI7PxkwMUEGuEIc
yjHKZhMVvi68Uhr6O6hGPZ0q0UxwyxAjzjaTEojSNRQJIaAxVKBk+3TNUJiaFCAMJEoF8GfJpntl
dM3opZM/SoeWpbJHYCi/k7Hr+aHQVjbdhnDrsVFNQGpyVRZ7Qc2w8KrWLrBKGmR1k/vCFl4Xlv2X
UkQQuR0t/ukbdVHetF1gzNW+2oEtH6D247VOEe8t3w/WQOXXFjVgIYWHonICTXRx5Ap6UM5sj3gE
mfOIIozyAdkT8UnkY/dLn+ThFpq5s7Fo9z3nsi8h8j+WzYMiivTw/hq7csWQCIEw4/qebVQWu2vQ
0QxR/UGjxJoHN7QQYRVa9pp04ZVR5i2s6sbMjEW88Hwh5xYmaLHka8e0wuncx9J2iw3jyx++ikql
BtcARHxn/9plqjGaajHKbWseo3aothXSVxsRRWt38sXxzigo6IHKs+CMw/45f5VOCfVR9hXrOMZm
6lpxgB0aSc6hsvS1o+/ieKePxc6fucaE3USQ50MNQ6JrbZRIx8JCw7JLy6dEnlo3TXIJX0q13chO
OG5svVhDVl0ZeAZ9kGBw9EI3XUSsRiyEUgyadDTpRp+suhy8tMq6bSSyn7YcGqiBiHYTDd3aavyn
DHB25IF8JwkmV5RxtuO8PX/nCuCpkLQoOdmNRZJKVSfcNYVI77tGilA50IREb1ip+3vagPHBaIxy
i5ICuOMM8qgeILjhmpnkPOqt4/zIitj6HImueuzlJNE9x2+K4m8KK5Fwy2TK/Z0SDCYCNf1UbCu8
i3ySx7BqtrWGoI/VNGNxW6HnhwJUCeBmw/FqPSYK4k9w+M2i8qS0wf+lTsL+UIsywKlLFeMRFcYg
2vRJGp1MyelPacYG9CZ8no5KlTkPdZCnL4hspRzcSFoGUOHA+yeSmXyJw0np0bAYhlezFp1wzbZR
XxXLH11jGipUVQbnLix0REQ4RWNl3yjV9KU1hkDzHHAOwQ6tHQN9qLgZf46dof3M6kD+VUDnJSuN
GxVjAcCkzhYTazjMoRGqN5MRJcYG9mjzmmTpjcTJxPEf+LB4NPSPxEFKkuHDFDv6x9YQ6CYEUWoe
qkGYQeiakyW2nYMzh4WWLJIUIQKLm7rVup99OBq1Fw19sA16Vet3qF3lzZaaeXRQpFQNNqLoKKbY
FS17K6eS7hdqvpMD6RvCXsmXTEe8i7kpHOntreJbqnv6kUJh/EW3qybEeCc0Yq/rw+ZrqzfoSjvE
W0cbLa6d7pTBDapFyXNadxrYz7LTHkIDxosbksb67pjkzZqL7EWQMK9eqhBv6vsOdYHz1Tsg4WkR
GkQnGTkId3RkaatETbHp9LLdNuVkbErTXnMZuKzu0gHBbXWOkhAxxf7lfFRZqvTc7OzkhGdK5RlD
VX6GMTh5lSSVBxX5oL1d5ek+wffMDWOhHjSauUIkyp3VmNGfpqDwm0lZKMSA/oTZPZ+fv8Usscn0
OgnyTjxHuFV1X0P7f0CmCvVNCF2+s3//1L/MCYmlDfqUNCEYE+7D+YBdmjp6nDTFCT3vztUsSezj
BP54UmTNo+jt6U5OTJmvnyn7KEunJzRy1ef3H+LifkNZHYrejMugzEyqf/4Msi2hlZrH6skK/OLO
ntL+zlSzaSWzmM/787MRQRZK2UTCc1a4BDarnV1HZhvqR6Ele0kfCxe/ZWWTFhBBQzV8QB8MDTUs
I7fDFK1hei/vPQbnuqOkCucFp5jzV+RAUy2wavrR0Ovg3tJ9JAJzROt9tALe/5iXtw/iuDN9FxjV
26Sej2SEYy/kOuE1G3giId2QKZ/QvUFrYzv0hUUlttM4p03nDyngs2AHYQcVoZkKTsZxPnA+haBL
o0ZHfcVBL1yympdgrHRkXZzpNjHxvMwnv9haQqw5j1/ZwhTAZ6w7hWB42Et/1UadDDurMuOIQdjn
KWnNvy1khQCVGuGtkoT7tqimG5Rtw42pF84Dnj03DoZwrRR+//OPT3GDxI7jy7ro6JmlaaZOZxhH
tEW6R0OQT7tlX6sH9Nie+fgQUCGVZEQAifj0/tDXljdlzZmOSHkHiM355+fOjMss0gyggUJ4uFZn
HyJrDG4y/HYei9q+i8sUtnHMyRqQpbw/+JVjhHIqTBl6cXTdAQ+ej66FuYUEIdFjHxXIfuQRxsnB
1Dzmg2V/swpkJUO90RE7g1aEDSj8v7Ew6hWP44t6Givw94dYHJ6Ob3W9yEOTJkkve6OjB7tgIME2
WkQkoM9H2/ff+u1qOD9SLNx/IBrCMCcYW2JJRpgEQ4fYybGWMwnIWZwmXzUzzl4MLoonA3Phymtl
Ow28tmy1r8QTSrOhK1GDOVEnBPNYDUPgBegvpbtuQC4NWUhDfCWgAC4XpZOJsicIVrSWoiY5EL4a
gCjIiOBKtJH0FY03VYI5luBfrShD4yWgW3+MNTHP+296CetQiaLpGsN2ZGiAmufzWxUjoVhtm8dp
pD1eNJJ04zS18xBnfrej4Ce7Mg0hNOoQoFL7xzgGc2zxsGUb1rtGQSVv5TS/nGseiOCeTwZ6gUbc
+QM1ajH0Q1GZR7By9SnPHYzqpuFghZl9N6hjtjLc5RXFcCxuivjczqQw58NFwASryBjNo6Igmmmg
xUnZpl+zNlAuD29I6yCrUdKYnRyXmZ4xQ7Q5v6wjorTGd/DwJPdTeEJwzHlUCwTnAqmVvmqThARb
Oo33+MTftbEj/YQxRlSNbKaxDdClTDaymvlHx3fwnkm1JMKLpp9WlFrm7bRc/VglzQ14g3NnGThZ
qRyVGHyZxwHJUfCQgbptwCu6gOnU3fvr78p34WyZs9I3XNFyoyVmOZhRqVnHZCjEPnAcZS+JGkVL
aUwPFlUQZHAHZ1P3tryyxy9jUssgIp3DMujRFzXzPNVaEVthcFImMR6mXgpuujRobromHLxAjrMt
ve81w+7Ls5wyMhEg3WWOc2Ay56stECifoWYRntCFSO+yvqpuSfrKTVSpuos6rnD7GjU6wP7ODSD/
Ne+Py4mdh0dYmlucgh0iXGdBqKwNuiqg3qKS3Kg39JM6VxHgBE303Q/vT+zlNmYoQm+AKZws9ELO
h0Lv18LLwg5PMZLne2tI6wMiUIqXpFL4aUD7e+WiutzHM9YGXpXJ5WyAOF+MZ/qaAkYjOvU0WShw
gGnIfclfOS0uURPkMFQ6ofbM0BT4h+fDdGCZaUYr0UlFJfnjZEAMcCu0R/T7YJLCzvPztPwbxiRg
3kRtLa6AvkALNgQFCAEoCGLb1dUekV9Nj8ZTK0ztNcNGUt5gVp49xhrKZiuPfOUu45Fnkxu6MzTa
lngwW5nofmllfAonS9rkEYJ8QZKpX0UaStgJSMGmbG3lUCro/Qa2X94kWmUBu9ekjyTR9tZPYu2A
QLZ9iJTO2k4dKieKX3Ynq8mj21abpi2c7aMcNIkDcF9rbq3Gbg6mEpS3amYpmzg3kAIl8/3jlIqA
n84hBhTgkczlmWo6vhEVdhKfMkoDbU3ZCec8naRbR+OmVL+9v6Cv7B26JQB/MRkhBn5bGb8lcJhR
CKO1g/hkpM7kArSKN6rRyHhSmNNK7nZlLTMUItlIyc3Z8mKRpRTUM0XY0SlQi+RLIYeZFyRNs/L5
ro7Ch3NmNpfBeX++lPukkoJ6bOLT7Li0h74hbVpd/1M1sznpn+Fi/zPKfCL+9tkkJauFETNKqKHG
3ckp4EDHebLlStnBo1k74a4cOySBYMNn7Bi9wcWnk8eht+xejk/WZOgfq64UXj9NlmeFknPbDeFa
Ze7yFgGQjjf97BBKEXfZ8Alr2dbTHtqxCtRvB4u03RSlGe4HlSDQGCd/M0WVuXl/KV57ybmrDAye
l6SecP5NrSkLOpgO8WmmyRzSSgo9VDMwBAujH4UWr+UAVy4tEj/Q5wDuUdxdMlDCwJBCvR2SU6xI
uWtp+V07Sh+zSv+l9toJY6EPemY8jFX+p5IfrB2aOyT0WC7oQBEWiWdIbcRQUs50v+OSigJL25bZ
1K98zSuxGRcxqF1K13R70aY7/5xt7jd+KFOdQsQEBgcUqvZLDnNGRouaY8sVqWTcyLMsOX1nap4d
PM7A9XskhSKsc1CZG3T5tRvhrgkxFBhMC/R87SEWu7Z3ROci+PCnHpqcQkRNlD3eHENnt+Xzhx4T
3xC+REHYGrK5s99W+8hMon0iYtOboGiuXCNXjj/iwZlyT18T5eHFaQE/MJ1sP6aYVvfPEVXwm7jp
XyHCrCk8XTmWwJhDRJ/RQww5L/7fDoxq9J2s7K3sFAQRJOki1r1WtcaVSb+yb7HWoYEIH46izdIh
28RvXC86PTuh8UNzTZbMzQBZDclwJ9nmSDZtaqRHt+/v20tEwQx4IWki55q15pYfMRtr4swuyE+D
UtseUMps52RGdWcDKdjXiEqfsMUAXV8k1gavJeOlVEW+Ie834E9R0e0jadh1mF0/1J1dPehitWx4
ZZpt4uG574VTKkTB86+PtwIa++aUn+K0S+7QsqaqLmOmUI52uzIFVyaaWaYsSHuK8uQSxdGig55a
8PBPKrpOXp1LSA6nTbZ7/5tfcGfZKJAqwRxwIbyFC+dvJFuDgs5SUpxgL+lAxDXj1q+N7Kuo+rcN
TfOELusHEQf9nsin2JWJWt2jKUqhwzCqXSla+DxSifx3Ee2AS+Xb2k/HXS+S6Mbs02c1NqB1q6X4
gTFH4aUShLP33+HalwKVQD8UoTlikEXWICHqXAB3L4ilZYUDuDERvcBC4f1R3vBj52kfwbqDSe6M
W4Jdsdh5AXw/YH1OecpnV40aIEO0L/EClFypwx9402ll9D1M4AVvKrXVPospKC130HX/hWaEcupH
dfzkq0H5MRem+d3Pp6bZOVYdnwpD9X/An8PmwyR6rkH/t0rpJvhorWyxK1cjWpnEuxSc39QOz2db
OJVWRUVSnjS9SD0F4bQQemhYuzTWaBVJkXHz/le7UkCB6ISYLmgPyJEkIecjBtgyjGPrRCfN9xFV
GD4XA62UBBeErqG632z1TtnGlc01YDReNw43zSDfF8JaSbiu3NKUoWmK0kWjViovdq6GwgBTm8cn
syjhexXleBMbWu9psdPsHTH8mnJr1/lt/Ukb83QFBXLlKxCoksnb4BJxcVvGQUpSyTFMvPxUa0hz
i1YZP2uhQHYCwsg+1hTUvUtNjj1DLsL7AVXRbWn29h6uauyZYW1sc10rVvQ2r1zsHGQzXRCuFHAg
Z3FHQpMLkBmiLmlpY/BSNwka7BoIrufJ7KXMlfA5sV15sgMU6/ToLq5q7YDnLrCGLlBkfxvxW9/x
BSVDGqMYaklbjb+GceatxrmPfRghi7zWzXiL3s63IcBzyiE0t+ksXDitx342ppBKyQ4bvX7SqtD8
RF2CCmJAFwLNKAQmiw35h+N7FvTpG2ak3KMuHUneEJX24OH+0CW7Ku/074UvK/ctL7dTsXhix41S
DzjHhLC7nXypkLyGUxH2otmpwPYnJNZ7SYeZY5VS86xEGT+DHmgPaK/2/jbRx/gRW4jJ3pRaNZRb
BTp0smmdeLo3OgLFDUXaEV5PYEMbaJw893q/lMydVgHN3Q52EwVeV+NOtBFyZVFqA6l0IwVdKN9K
AiuhJLTUzCXSyE8m6vhghWtR/7ShCpc8HZJlZIFeG1sPiBmJYzkA0BCGMH8UiMNULu4X9d9dq3aJ
p8rh8CLXlp54ID+12C2bJP/h+33xjKK9OWBEYeeH1kaExUsaHxvbkVZx6ukS7nCuGEdJvo2GxOwo
whYI4yuc9Ijv+haYkyrLjVObGJVKgTeYfiZwjypvcjCEcTGyQTshSVGedLumsX9NeklD9v0z582O
8GyJzFttxrZRsDWpXS0WtibpRgQ/RpzwbwI+xHmASGRVlHLqKpGdQjzGacSbOuHke8lJB/lTDMh1
16s52n+gRJTkjn7gWLpNUWuv6jj6fxt9i2A6mQymP9iMsTvQQOw8wj71W4lIf+vBoBvuoNvL8FyZ
gqeoI7PbdoGuPkd2G2buJGoI4rqGGXc8KeOdOrYCMm5YVwydqhpWSY78EuWq+FzIKRun6qtS2/ip
nB4VhLXoKLVTkm4h7qa+hztMXm6Tscy+6+irqptCtVt1QwXLMlzdmQboGalNfmf1pfYst8l0o1dj
0LhJV9n93lEKbXBrvBSs7Zi2au0BxQp2VjOB4Sq03jF2dlf2iivBlmjhq09QbKwQB6K8mLINdFUn
9bRKyd0qMMKffhkUEWDJIEy9LFXM8BZeH35TfqyFv2TRBl9Q9Iw/KmE32ndVbaIbiF9D4umaNMku
zRlnO2QCbNqQJhPUNi0Tdwlc6XzLVak/o2Prc1h2QfDiVwHc+0Ht4chhAgkpXAJa7klS5d+HSZYU
D0GLgdlt7Btyv7cnMGc7gfvSx/fX2BzPL5aYOYNNOD1mZI+8iDnCyI/TqGub0xDbqWeUpYUPc31q
5KB2ewNlUiMdvjej5qzUni8ucLgKEMvoWdN1mYWfz6/TKSYai8VUn8ok1byiQxq5CFTEFzFj2bf9
KtPsynvOjHVKSFzipDWL92ziXBlt3We81L/rUipVna/ZAH2zu67O96ytYtuo2h+ntsSjvCMxJ1U5
WpyLYVUzUGyh9s0pnNnQs+A7BuAI7L8/iRfRPF0Na4ahglWiFrKM6BqRsT3lrD8plXUau/AllXXn
w6DX6spquTIQoc+skgJcmnUz//y3pM1vEcMJ1K47FQhcY1tOP3Sko7FL8JtaCeivDAXIHbllDkCT
0sDi7BsUEAtEkuMpR2jY40wQW2iV9h38tWTlrS6bn9Stfx9rkfTGWgFWqRsxyEnQM2qxUvQCgYiY
lqjIXXAR7hVwqp8Ngxu5DGM8kjBu2r4/hxfBP8+A6gdZGTAKTLIXG8JKMrAjtjWeVHT2NmZjOrf5
JNY0ui6RlwxDRjsHzSwVSgvnM2jWOFkZtTSeRuz09lJm9ne1NNEE0YfpDgCE7VXBED/ZKfAhrL/C
DXi0biNV2FK9/77X5vdNS5tiE3nI8kHGKUYPt2oHMnO9dsehMraAO4pN4oSrL31trBlFKLMX59df
fFuEXwDspPV4agxtn6TBt8G2o+eqqlzb9/dah+28FuynsboB4XAHlvrvltXnlpYm3Vv1JEMgNlfC
+CuPxASAb6T9SQFkmU5EnRbZonPGE9qc6R65yOExHgA21ipFpT8/HmblKhJjB3wWNeDzOXeqtJ90
6h+n2mgBpCWx/TEeLOQiNdSi3p/VNxHK8/tEM006n/hawEUDw3I+lgn0SQoDXTlh8ueTAMpWLu90
Qq7c7R0Hep+mJ0256bJi2uJZFj9ks5bhJ1lSsCdtRoRxYz6b6grLKI4Vdyb+3p2v3wWE0vEsoQqr
ofUzbQv4z/yO65zxmEbcu149Dr9GUSQ/uHC66S4bJHED7Zdb2RqBpN0Lf8j/uFhGhYynmxNDyLV8
2fOXBYLUazglTidDKzRYIqVwQ8paT/QVqpXM69p6oaP8D8KKKuZi30p910tTIk0nZ+qnTZ70qRdm
GUT/KVwVc53rrcs5BFCH1DMF0/n8PX8txN8KVZiMZWCH5hVtVcLlN5E4x6pzq0nhPcQYaZNAqD8w
Hx8G1SlWDod5hMUTWLOMFFID5JgAkhZP4EjGSNw9nZoUtD9iXzLhWYDCqST4v4jDP6dykdM/Fdna
XXoZmAAGwQ3JQM1v1ute3Du07nCM7FJxIlIsIYnrGl7RNSvZ0Rl4VFb25pVjn0YxRGd46UB+30qJ
v92oku5kfhMK+WRFavXJBvOJi6vx6f1deeXUp0k7s5uIuUg6tUUY0uFAKco0NU4CCMgn3wGIEDs2
u6aqIHO5Paq9N4UEeMLNzRRZUkc4o7oJygQgUtVYn99/nMt3nnHwVH+ZWuqCS4JjjnJtXSgzMHh0
nkHR6Qjo2tXKAXs5j/CCgJNR6prrNctFnKtOVFVqZZxqPUx2Q1/zyqoe3yitXW3xnlRWqhBXXsqm
ImLMQRgKfkuEA5V4NDeCWj/JCPi4Q04NrC6cdiUquvJWXJbg0xwu8bnpfr4xurKpKZU35imvjfw2
gf1y6AIt3JM8jIAbZPlPEVkccHMFGxT8PFFLOW2/qVIx6ZN5oqeCgyjB7LaTByrUQeoc2mpa42df
bnzYPkCyaNMgdMl/z98vywNEIJTQOinOCEUUGjoEmFa6CSqqbIqoG0/ktrUXUvjz/TX5Nj/nRw6X
8RsEEXlZnePvfGQzbNENqfmy2FwNv3SdSDqQUvwoO+kTn7h5Kmn8b6LGBmYvp7Bwytjc0NvVt6gi
TA9KaKSeE2vfG2JDF+np/GSjXbzzW0t3I8vIV5b3Gz5q+byAnRG24LCiO744IpsEn66x06xTlUr5
1oQf5FldEz/7eDC78oBQpIMv9IYca/pQNHlJShxEW6UtpU1jmaUbQrv3kgFk0fsf8nIfgAMBlzGX
K+jtLAEhfs/nMIIxePJV0O9T0KpejDbl2gVxeUfBOedAQnWFMTB2OZ8uMGWDEdPGfpIoR56cqpJI
v8fOQX+mbIeXYvT1k1VRM/AEbRV7FwfoCHlRpCi47db1kLhkL8VjykUH9SqM7O/4SXXqrY3j0SGP
A2cfxjH4N9uHje2OZRQMlLuaSmwmw2lPU2VgDWZiMGq6shHXOkZvRvYZSXFxZ5p5jQurCB3oDyDP
gSnLuthaYZwcYsfps2cLcwa0LbqqStwU//AtlZrii9NB3u/rMHniYs5+WkGktwckqPJPVa074FzK
SH3yhWXtyGWyF7kqqHcPwh+zjcnLvAIykDGf1ArxrGp4Q++adkJcQhswax3Lrva3g1IpN6BY4p9R
qcQyxb40CTwunbpCrs4s7xr8vn9VRKSomauB+FIVqvkYV12WoB+faA+Zisjg3rIwukH/e+wDt0Ni
j66OX4bpPsWv0UvD1GRdVVRXwXqN7VZNS+ODFIDVBoSu493ZxGairKyHi6o4pQTCe1YDQC+qZtr5
cmgnNFGttI2e4hbpeccc1I2WWe3XRpfQcNH69rbGT3VbVHS7BNpxK9HZ5bHF8G/FOhpctDQXQUMk
sKHRfdx/cN39mo0hLYgwMT1riEwqr1Z3pG8iMPxGyvT93Tb/w2enAJqqhEfgxclgEF1evLcZYUzT
AR94oqtT348Y1W7wlFduY2phO8OPg3tCfmlli1+GEwZBObc3Ww9wAsnq+deWUvYl+0l9aonjP/gG
pdQBM+tNRvP9piJkuzOKxN+V+InRIxD51k6S/AMs3WrlenoLXBbvD0ACfVmwnWglLCsfba0qA8+i
P4nQBFU3drYhbWPVGB5He1IelDik2OsXcqm5Jn7ooJd641lrsECAM1r1iOfXRXPXkxwNuz7P9Yfa
GVBxwmRWHjYlgRICkyVuGl7v+PluiIMGPDAyPS4ie12wBVCqxxu90J2bJBq4rHKB0v5GUfISaTJK
4rmHh/tEsSmqkCkMrJYb7P0VcBERMAkchfwPnl/o5SwSA7ON66EmznlyKNMCQ3MyD66k2JX1kG+x
/4g27493sdTnAtpbGY0+K+CE+Xl+C1gDJLcxfIy1p8ask3s8jTTYxxgWf6rk4u+kltXnqhiMZ0wN
mxV+wsXNMo+M0ODcsOaGXvaeak1qGlWatKehHnU31aTUA32zdn9dWdw0t6iQzKHpXHhffNDMycZB
LSvtKZqC4hZTdbwvjSw+ZElqcZWJANk/NX5QmNxvxpR8tTEEvkGgek3f7SLj43UBLEDrAIyj0ak9
/9BpqXdxFHTaE7SJ6W95yIuDU9LjC1sp+Pz+nF77sr8PtYi6iO0yXefkfMpsapNjKWUeEdKwfX+U
izMadBHYGxiquDlQqJyf4reVE1mKjNBSZz6Fk6bsEjnKbgC+a1htTvmhK0vlNlA1rLXkTtxPiaKs
HJWXVT6QTZS6ASIA+ed7LkKGSB+49k1ffyr10d7GdraPwjh19ba6A5H73OfyQyP6m0KvH3srWht9
/obnJxUQHkJ38mnDpL+++Mb9YElym4fGkxCjuO8SRTvViRze90krNnUEYBS2bf2aaHL2rU7TT3kR
zfq1dbwWOM5XwuJBiHNnrhjTQM1/cWU0TmcJq86kJ7kmkXAVa6CRjTZL+1jzs6OZ4fbqVvlYap6N
wt2vIegOLYcsbNKhmTzRlpGyqYQTf39/eVxsPH0uTELw4lpRAaAt56dJAqBQYMROajcF+1E2PtjB
pB0svdAKbHOy6RYF3+ZoJIBoqjiTKEUk+UsTaNHadlhuPVhQUOrI/ynOEWUukWKKham9SbH5lJdq
FW6aSSqTrRoSxDtJleQeXBlaFQYyKOKDU0oAyUtsrCcv0J32q83f9TcjquwTMLZO0TZCs3Gn99NB
j7a1QJjJlfXG5NgE5oyqaC7yD76VDpZbF4l0qFPd+FFBJPhAY2Go4YNGzbPNXdq50GDKwUWqvP+u
d0L/4shl9KEqZFoLGomT4xU5rD8vq+eyWRwk42dbm1rAynF2h2EgfuxRnGO0LpA82NSkMhIKJqUY
vVakeUyJhW6vq4xZtGZKdYGImhMqQoZZq5K1R4n7fO/LQZsrQ1klHwM9qdWbUQC+cdswQOAR2/dG
dTnvk9c+UdO/fUltKNqJpP2otp12IP5Ov0dKrAO1placu1nsBKGHDi9VDAXTnV8r63A+B37fIDwr
/iIACeC5A1xaphapMIomi3lWyLnoWSZ22np9Xyn7TJNxbVfD4iZUimyvxnXycZp1K8Fe9BtlSBKP
8ueaoIqy3LBYuNB0AXkys0q4/xbRFgK70VRXkvpRwkMErfQDtemtYn4LbUoajbmbpVwK8yVT4gdD
8OWK/qCPyR8G2DwENAqsUxHJgS+ynEBUVozO8FX5Y1p0pmdivOnJYjL3PZH3bdbIlVuW4fBtQBoa
Ac+VmOMCskSAS+nTmelx3MqcoOfLp+1aw7fMzPoo1GOU3jfKY0FT1ta6DTKVm9lOTUeZN46fzNbB
v+3rBF9N00svMO4zItLa3uq54jrqlziP93JWr9xsF1fL2/OBmvzP8y2N0EZ7GKVESa2PYGT32da+
6be2O25D9/T+2lxeofM4iFTQx2B1Us9bfAd9KEdsg/gOiat6KKJ4vQuHxl2L8S6O4uU4iyAv0vyy
H0zeR/YUt/HCDWKQm23sAg35Z139rzNb1ebNA/5HUSK2EmDfd/7H/30f/SDKLn61/z3/tf/7a4vf
eixf849t/fra3r+Uy988+4v8+/8Zf/PSvpz9YZu3UTudutd6enptuNT+x51+/s3/1x/+1+vbv/L3
VL7++68fBSSW+V8LoiL/6z8/uvn5779oCf42ufO//58fPrxk/L2713x6ufj915em/fdfuvIval9s
NeJswiUW/l//NbzOP9E0fgL/xSHzAuvizLd3XtRt+O+/jH/hgg36ieYL2mDURogw0H6afyTp/wJn
RD3fQn6E2Iea6F//8+LHf46+f+YkeC3+8+ffnXAXJxIR3Cz7RzQFX5e8iyPpfDv6oUTemSvfjTH3
FfUrdNzRxL8jbNvhqzOS7z85PkTGG7oW8auD/JTl5k4+Sh/8QvIH5ABsITl7ljcXPUem0k7Pv33K
K094foH/84D4a9C/IDs00Wo+f0A1sIrSx/F4JBcuiBN8PfOMLKU8oXAxWyux3SJ8VrBfovKLMw+Q
X1DTS1+vHgfEWu+41qMADJneiPQzdhvlyt6/Ngpy04AeZ7EreOjn7xTCK9RClWs6mCq+WhY3NGit
/8PeeTXJbaRr+r/s9WIW3twCqCp0N9m0Es0NQqIk2IRN2F+/D3rOxGGhKhrBs7cbE4qYEGeYlYk0
n3nNeFDG3qV3L3Mh6gFKu9mJEmFcj+KqtZc4eguQSsNXfWwm9ZlK7BBVtoX7D+yKk5o2f5t9shxM
7/qTAWljESkbWAbBKXC6PSK5bb2xn8w6x6UiKS+wJqeHrleKMwr2bfD67thur58e+H8PhbMoZXpe
NSCw13NEZaihTtflSC7lVTDIFSDn2v5Bx/Af1QBl//poNxPjXeAu2FpZ+L7wlF+P5uFUQq0NJadi
Sb5gXqGeXLP/e7ERWHp9oO1nX00LLBtDIM2DMCah4+5xyJF46cxNSyTWcNbR80yAtpzMU2vjS2mR
QD55XbwcVGBuduXWZEEHFKohPGo25vXsYnPMqDVleI5MnSNO69QM/2hDnh7FH3fHoSsHZICQXNtz
REaP5oSdMw5C/PVXK95Sgqw5zEFutgbT2SgJ23+QnX956H/KURGiXXSpu6lPOjz4aaPjPOyN5iVL
is9NZ74tkzosc/PSdzG9sy5iu0SFPT6sav0WcT7ha139jBTi+9c/7b3Zb5p60HSBiGC4er3KY2ZV
deohmklzsnrQrHzxizE+2kB3duomo7KhT7YO88u1/9Pk8XIQ7miyxoJMGcSsVlNnsXDgAO1u4L91
cDDurTVYjK3Buz0nxm7rmF5cKG4OcFvJE+U8me53bXSfetd6pNN7JMF1fzAgF5ssKLJJuxW06o0V
1DLYZIoqorwnIWXXJkVqxdBPsd62f77+yfYUUm3zKiOBBHCy6ZUw6PU3i62Zytxm5TN6U/ucp+7X
XnMfvRpAY2HQNVgvivwKLd2fez1c42YNjWIB5dgiNy6V3jcpmftLlf+eKgCRX/9xt/uJohG1cpuC
OY27fSkG+3dYUq5BXRKGmc9PUgPdEMvD66Pc7idGIWuhfMWrhVDw9QpocZZucKfUb3vVXp5m7MVm
JBnLeLokcZZ7B5PaR63bitNvAdwHEJY7cH8BGlOstpWVZH6jdr14HEfEPIJ6TYt/zK4mI7aMJPma
b872gYLdlHtqDVf5oqa5ifNpPNW/Vq98+TmkTFvARaOKevn19OVQJa7omL4o4AhE07gOczRjjXvk
+Hnva/480O49q/MhtSYsi/yqzcuoJkw4aVp3dDts+/X6eYFdAxRvq9HQJ91b/+hyQrJmZHWragSi
1VUGTAsZG/bv05wPWST1bAKbSz0aWyh6U0fXxb3dZGzsA4C62+W0e96QC3OWDMUXvwDTHC7ch2dB
QT3E7EyJXt+4/641XU12ewX4ZhrkeZRF97AMFVZ0BeQ3h8s99S3iHGOMiWbn9YLLsYLHjau791k3
Z2EjZNw7Y6DPyDjyOtEb/UuLNfe3TMSVQlWPppjUeErqdZn9WoHf8yfxfVv96NJkcJ5RkgYITb8o
NWZUuqakCYp8beNvsoGC/YjCWg3vTy2mOOjRxSg+KNjeCND15aJ+TOeMh6ea2p6OYyLXuLqoXUN2
B4kA6V+U8y2U6uh/rM9pMycmDl78pkBZsQU8e/rQytM423IMKakbF+F6ihI0lJ3/SpTEg+3UK4n9
ZNTemoSuJmTKT5BFcek9yAm+FFVt+7qxwD7BtAETSKnOUlw66pjtI+fc+k5AZIg3RVd2+kXYDjoE
Bio/zgJ6fJzQLsVLADJ9OgpSisRPEVma4rdd3zhJ+SFVxqXzntQafGD+LW8qLYGFVKbFCGAlFaNn
RounzZBi065zoSq48JyHB6eO5R+blv/7RiBAh6SvI4O+F/UY5h3aIEGbmc0SFth2fCoo5yUXNW9U
KMtNVXwfpRB/dTAJRpA/hdZQ+nNyEYxT7L0vVif+lolc4/UfaizBBk5b9qinje0+aGXnFid3RqEq
zGYjzUJz8sb0EbmC7Nuo2Gr3tFYEUWmw0JSlnUQc2H1VJ7PtKdShLdQbJaZkocuyAcoHtq6wwKnZ
4kiRVIrpO7Fivk88DPweWyTtkEGsCLPCoUGHMczduESPtKzRmcH2GtiSZiR/tIXoF8gSsShpdita
evKSMmue0rFZfjct4Q7nuDXFGA40y6OkzfDfo3sMBcxH/rDliBdiQ1sZDV5bg2vXyJCCe/+YdlUm
AkVb3He523ofhOfM1hmvEEp2PK/JjME0HZSy9p2pyea3uVMrlucjG9WBvQd3lPQMXKLMcRHO1H1J
Bo2mVSVl80Gpy1EJFsPu3vS96WUh8ZDmfK6MdVY/TiLvekCLQ+pdGlNbS8/3ZDJWv89zP4SNlkj1
U+GiD3ty9UrRLmSitpM8mmatVO5TNdpIKD7kPFXZAxkNiE6h4E4TTKC9xGXOXSSLFTX/c9Jymb6t
58zrwgpLl5IQoXSfU62nK+6QJCDiUleAEbn62zLoEfsAQbBMseJnS5/+bS1lTPs/7WfvVFbkWP48
IyCwUQ1wMkSwY/X82huN2Od+oFJcjA2m254ODeOctquD5mFVzUgbINLAXwlVl1punbN0Q6shhqQb
s4ks/CTmArkGqZuh3rvrm1xBCdpvX0SyRtOzurBZvf4duRwu5Y3T4sab1x2N99bR2BAA/Ms3tqjW
2JcgsJowbsqmCPvKmGaSy0xbgjil0RXYc+Yqvsjk+ofmrdaXEkbtdJrTsXzIEjQUcF5u8iLUVKX5
lk7T5H0r1nbtv5gQC0AP63Hxoy1djVOwdihm21Rwvae6qy3j0e2cBmsCxxHdubOxL/a7Uhjfx1iW
2hlfX94aw5tbRNZsNf+Rul45XvDXUyOdrANmWd4lFK2dwrZ8Vgn7077LWzxGoRzBnKSwYvsOB3oJ
SErowbp5LxBOs7P2uddq8ytCX/k/tQR1HUz9sA5B0rZAt1Khia8FpX1BU1tv0kAYFbeEkRp9ehqm
EfHeIo7nIlBkLeSlTgvrYzJUoB5K2yiswF6b3Jz9Ka8NNAkgkjxVsLaXTxKQh44llZCtedH1tGoa
/oq00849bdPuNIxlXvvTNGfvlBUyGlrnVbYWvyMlnLhIcVg5QeyphY7T8BU7xxik/NuBHtJ9E2lj
SSr3Y6elC3ux44QNxPIDxmyJ/qD0a/19SnKtD5BTrvLQsdqieExry6y4ccp5OVVZjRhQ0KHPpQDn
MMRkW0irOlNiXjx9UYv237Hh/6/7/a8tzvs//6mu3ZT9gjQr//657Lf9z/9d9VNs+18mwSsqwXRI
/1PxUwBS/YuS3oaptlU4Ahb/h/8q+Sma8y/+ZKPRwK2ma6ZScvxPzc+y/4UeB5kVgahJzYjw+z+/
6r8qaK/W/PSr8M9+Ec9CwQnENf0bEKS7INNw8HhTMK98KpaOcGfscIH268VU4gjZp/Evt7bLDxng
CY5eruCWlC16qwRyboDIeW4/LOc0yeujLGur5P13oAbyjeIeijfosJPOeDdBdjZbiYgxJ310/HeJ
//HLm+dPH45qDyziq2Pspg7i2mxsq3AfC//r98+J/yb2D/BDu4rq7TR2yeJi00BcPYboTx++vv38
Pg/fr8E3EFpHOdI1bu52oG2uP+X4rUncCGrBfXzyfC38nIZMBp+Ag1LUjpJ7M8xeSzLWU03Naz5L
Qb0XIXJHDGBj0rOtN74DSS82ROi5ked8wksvgLrkKyjhxn0ZyALyrgm01fOHZgh/Omv/tat/rlwf
fElrVxc2l/8s83p+984LLs+d7/0/DrGdo58XeFGtMS6ZufC/p8Fn6T/r/tHyXqdCZCVQK+DPwSsj
M6GksSWEP43RJPE6E3Xx+Di8xUoRo4uZAd5uE8U5qDxdFxX/PdSGaKN3QEHA2evZNkqsz6XXyoti
xfXnxHIfq3XOo0lJisfJAzkgoYQfbNItMf7pTCNKocFnQ1UMsATeSXtQW7GY+cqjjsVqr/VnkFi2
b4GECIWuV49CP8RmvKSO+wE1midcJrQ2KLNdr2es5K3e6ToDiiH19Q6NHbPq7AC7BYcQe2pDPH/j
Cy7w3imVrfNkWV0T9drmEewlLTpbQE4bqg5NIDUNdbCmckOKokRxQzavoTLH+UfFFq7fAxp462yK
+oNA2TXpGhenjlGesn50HoCyiycFhhby8J4RGgBEzxbRXbAgkXeyC0Pjv4ny1IzCOr9+Mq5rCFtn
nsx+096kUoOExr6lg+Eu+tWDl5yNBtSyV5bluUah8VdHAahGUWxDyavUw/e18EWxjJg8oT0vttCD
yYrHc6cM3cEo++NBV2rTXYEmZCIIzdN1/TnXTil0axHmWUqv+71xoVWVrTV9GtBOO6gU3BmKqhPq
NTzcvMT7poxOv99Ji9g8L4lThRjUF79tiMyTu5rDx9e/0L2haGgBdvboklADuZ5VLRa3zsBjnlcN
kUgH/XH8yzLtjPSxd3B932wG+ku88JsKFIpJqFleD5XDH28o3tmoetjWCeORKZTo+R0c8/3VgncL
NUEOO1thYxntT10/ZD1y7kPk0ET8p8JxAhZXaWb/lLHHtWbNRQ3URpPiCI1yXclinxMLoTlKL2ED
M1CjvZ6eqqdqK80xviRJUps+lP/ua2mBhT9XapahJu90UN2hAPil1utHD8T+duN6I1xD5sqlX6IB
abweXQgqBqPZl5FWqDTy1qTWrIjczZkCB0TYRx2LxqMe1H6pTe7S7cwRJUKpvZHOdlEkEljQAtdo
6yzi2k2+NvYkgp404glHkPpEd1senI39LjLprvFqbC4fACM8bfd9sU+hFmG4dTTb5Y9Uteq3csjX
gyLr/lS8DALbAE6ybarM8Xo1uQnXVkWWOsLddXwP3d7kRdKbx1xP8188FQylb0x51pIWIlqE10OB
HNaW2WU+duet4eRoCiil9cj14s6EwLhsMsgos6KPuxslr9vZWUkOIyhENUES3eTsnHhmqodtyz10
0L+7HY43HdzwJkRIarFvuw5uTSqryzmaVJMykWWkT64hkJsdpvKgtXy7H2B8WWQqnDwbKORuZutA
wpyiohipcdw9W3HZXdTGO4Li3xtlcwwj5zGRb9yjCBVYRYlD4SvSxKKc5ZQh0dBWf75+F98ZBO0h
ngtMQkCm6dsZ/ykA66XshafkU9SA6z/lU71Q2MrS4Z/Xh7m5KlgthCgBi5IRbsJD18PU7oz+ulZO
kcKefOegCPZGV7v2bbNg4tMv8/Lj9fF24TG7YCPVAJJFIHljte4Ok2bB+h7wkozsykw+2IXEv8Eo
UMGBaRq23oQETCP1E007+0EaWX2QBd3Zi3R2wTrzLpBh7lmfBdelk6KaGvVWppziJsPrZErpMpSt
Pf72+lTvfEGa5DzcoBwgI+751+2ibnAQbYqSKitKfyk9PfASNTMOHrl7cwKtA+5m03EEMXP9CeOm
h4RseAuNH7P6gxV1+sit+kyD850Z9cPrs9q1wHjaNnTPhg/aXlVcJHc7pkfKI3OMUkG8fTLcM1yc
1n2vKkn9O2YFyvO6VqL/lgNt/TzFrvsR9oNBGyxVp8Svh9LLD27nHe5z+z3I7llgLHBP2Hin22f4
6aAks52b+aSqUcI6jL6ezaN3UZzKKc86ntJd2MrF6k8ZlistzuXEcucitWFtmbkOTqeAtFWdcRXZ
LKCUNS/DNJfK71qSLe/1uTp0nb85APxcMHxkHZuA983yzbaTI4G2LlFOu/gvhIXVCWuJQdJi0K2n
SU9yhPzc/u3gTM5JV5fp4Da+eae38REs3PBdFDX2iZ0jB5o3ol2ixUBkCESvGWgT8myGEN3XmN78
G7og2cGmudmiDAqsCB0W0PGb+Of1N8JlR84UzJcoy/Lxe+GNJaVQHEVieMFVf9RGvDsamBHaawgQ
UY6+Hq1BIrMbbWuJqjEbH1C26jMfXp0Dl0NXD7bfveVEp4Src+t045h+PRbHPp4GyeGjoV6DcRcZ
1/SSDZFXZ9OpdvT5NDtOYh6c+ZfI5ud8ctv13CxIvoAd5/LehXiID6ar089LtNay89s1LYeLLo0Y
F2B3MlE4qKJyGc+I7RRf1GRq3uFqd0oqowiMFHX+ch6zt+hWQXBRykTqB3HZzavCryMKpPUOyH2D
QF2vipI5ClJRuRotCAEGadUvn8shUSZfkbJ7MtTyKHO59xk2hTYQV9hOU7e4HjB28szFmEqNrJKG
fCEq721r9PVvjdkmp6EzzEs92cqBmOLdQbkIqX+aKsXR3aCI5o8K7k5r1JZbp7HKTbi8o95+0vED
/JgaagqapqmBJr5+Bd/Z3xQvaFNvIT513B3SfW51kiqZqVE2eQj0FanXK6cSWuxfNh/3y+uD3Zkk
/XACHbCdxIt7CI0ye3FZOM4SIdeosItkSYcps4fnKe2rE79j8FHw7n81kNveMSJGsMh0s5F8vv6e
9mjUJepfa4R4JuzZTjPBrMAKd5LT69O7eaRfBuI23hZy80W5HggurmGU1JwjjLkH2hFGEZWzegQs
uDeKzTllUpBiQAVej6K2sTNrstYiib7WGFoIhaD44ljiyINiX+XdXkOIXJTTgNAjxbI/eWgreAqg
Jy1qO2QqTyvOA23YYHOyBkayLZ9GHfhzLxMAKdMqs9pvOh2XLiUFRhLIqVQdX22sIosyN7N+DRT0
8lZT4AP5w9VMBW7P7IthODaZaLQoR2/NC+u8sPqzbabrUXnh3hH5eaDdZyVVLWOYyVpkVXMFZqLa
yNvN3JYfta411oMDeZPtv/D5N3jpBjKlvHX9edtWDjUCz9w+iuIESWooX+xc6g/9PItPwuqdd1mn
d6EnDCM7GPpOOAGpCSA38kaYh+/fgSVGT6p0uAsQ2ag+W+4q1aBrvfkj74KJ7Z301DeJEi+Phmc1
wTKiKXDwC+7sbdI75m4DGLYRjrievKPXQ+vZvRrZIqchX6l9Pz1CzWyO9NzuDMTOJv8kF0eZYl8n
rpZyLbATdiI1scywLJsZ7IQUv/50kaEQIfG2gmS/ET0whkl6c+xEsaXY1O7FNHvhOGXiBxdRioEP
8nFfX7+D7mxWmBbQ0TgZiNHsa8N6UacNkrZOVCuTE3aJ05+wQlAfSQHjg/znzsMMS4rtT6RMTr5/
J4mMXK2UmkkZWsrvokiq94YXK2PotaKpYIc54Ften92OufJy6JErYYNu8nTQMvdnse6aRdMSMxL6
2jrnfln1BRsLUbynl7wRI6vmY9Im2LJKY/OWXDPtQz2iYRce/BD7zg4im94M1sDBsNK7sIQivCWA
oNrRKAcvD4qZaOQsNdl+UNTEtJ81tTOqi2s1Mr9kg4ckTzHr1g+ZIHxz1gtMn4MpXwbj0uibRTCq
GcsQCmSD6ocs15fOl2WXuieoy/L3qso6RC+zWM/CZDRBgaggIT7VulZ+0ZRMPKvp3LdfjbVAKtYr
tPkd6KWpgRBpWHYI8lbYlzRp4uaslLlhBIuumNNTWrTSDVYTLbXAG0EOBbiaaX913Sj/IQJt6zep
bil9UE568Ttq/kJhB0vHOWWAvD5aw2g6ELoURByaHkjZqdal+WP03GkJMjWWAlamxppMi+J9HTzh
zIEF0asLC2tU3PPM0ZgCZcznLhCFEb+jQTTWH3NU0ePQMVCoRwPTqi3Yam0P7ZUsUPNF6+rxaa3M
+bsmU0W+y8EXvB0nyyh8O7W673lDhB4gjqv80YMjcx8WAcwv7Dxr+V2OzfC5kRWcBKNftc9Glit/
Lwiq/3B7gO6XfjSmD3hdNTpfM4eCv8a6t4Qx9TkmusyW8QGJzS4Jx0WPP3SZqiyIi0rvvewbTYNi
n8Q/0krOjj/mcfMs1Xh0IuY0/lYPkNHe2UisJ75l52p7KutOPA+V1kB/pKC1YRgmpTtNViW+T5uA
wMXoIanPk6UVp7idhr9MFXRGNPB3FL7Q+lQLrFi1friJNjGftqmqp1RIVFCddW5TMD8FPRHbHHQA
9gM/6NyLxG3PWUVa+kHFEGDwRdVqOvVk8EgBlE81flBEvoyB1NUJcxhjLPogEakeFYiMq5cZ4SwE
UHXRG2HSTmrhz2Nh/KitBLgUBOjJCQqnG8WjqzTlH7MY5h/EkOvD4hQuyERN72pkOtrOOHfuHP+Z
QN74E8tcoZ3rbihVDAqwhj7Vi6t8VRLV7sMCOa0PyKOUhBGDys9gnyUnV5WT6luKMfXskJlG21TO
wjwlvJL//O+xmCfcQ1qD97Pf/uqF8icclKwpD+qrdx5qoJaIx6A3RAnD3P78p1pBbjReq8S9GZmT
0aV+p5ZtgTDsnH7tMLwb/MTqqqhTjISgFhXb/OAGunf/gK/HigCQBerau+KXgCVUTWqjR5J78rmj
ZRGKEgjT6/fcnYidtHebH/nhxna5nuS8DBKtOKFHeq+MNTD+peTpd9VBrEDCi6oM8H51/kydBcLc
60Pfe154n2mMwVTantHroc0BJCWxgh4tZY6TbpVZywVZ6BefO+cy9/a318e7nermz4Lb2sZXIuXc
jRc34NsQjraiNRay8NNRUbPAQ056eFKK1bJ9pbfW+ZyuCvHv60PfbiVQ7RTB0IQB4X7T0KXrpGWt
MucPzZLk3qmWjvFnkhUIk7fqhK+vqJ1qOA3oXU6+nsKsOEg+79ThqNzSq9uyFpKzfeaC/pONalYu
HuzMRlBotF2ko6usqvEUTgi0T3Jz4vQ7JeuNiEZAo5xHE9gV978qfzPVqjpS1rqNY+jlUdQCLkAM
zDa4/vqFkrUGRJ0CNmxPI3oz/3taes16HLvM/eP15b/daYzFWYbzBGv3RpOkSay2Qvq5eKig6J5S
/KxPrqYPb1NAsWfLHY+Esm93GkkLmAGWnNI1HPPruY1jZrpZubqRm+XFBUiQ69vWKt4a6FNfMF7U
/EU1+oOTfGdBtwohBEPmCB5jNyjod8AZINVxglbLZx7y3ocQvZ6SQVUPtvPt1bSJsBF/0jeBF7rv
nKBGbTvS6r2othr9rMA1fJQ5PkS//NVwh+TUUK+llb0PwLR4JVtoBlA5Kpz2uosxBkun8ZRN6sQp
1dKDMoKu81muy2SE8jTU6A1yVCjHX3+2fF4Bm5K2URzGG5Hal8v1R0HDaJ/QgzU+1G012Q8gznsR
TFqMVGueaum7HqbZ+0xBFsKHd71Ago875XO8IHAWar0hyrcI/aH1CfR6HS490MgPuSrHGDH5xfwm
48X7bU0IhQ6W785+AAlAukfvbmP8bH/+0/MF3I3Q0pJxNKs6MpFSizGAhlrgOP6S0Mz+9e3ngv+h
cMGQWy3vejild71mBfoTNS0ejr5bVShiUDbuPpulqJVfziPB42wdSZg1+navXo/WLlqnOKkWR1L0
hJfJaH8bbNEdgI3u7HNGMXkqYDIiF7ErLHkdI5TlEke1raQEI4WRD7+pM4yfg4HuvA8YeaGchQjl
Jou2W7zCMcfWNps4Wp3MWUPCZZ3oz+2Drh+E5XcxzgHIoKRvsmUVR1WBextlqweQv7LtoRxcr2VJ
wVgZez1G201mn4mIpP4V773qN13pzObz64f63mDUBsGBksSCGNtVP5LeTSZvhiGjdFLxxzb3cr9u
W/Vh1Lzs4ATcufbZ+JuwOyafJM27TYKuTVWY2qJEiEOKsBylDNVEn87Q5/9cOB4Ht+KdW59uxYtK
B/HUza1oqVLOntCUiN54+k5X2y60V7t80xeIDVewgh46TdgHO2f7OLs7i0E5tZtgOPtn9/HkmMqZ
t1uJ9EbYqp8INY2DotVwAhvsfgaIB3Ta842smv5QMHK96H2/mAfhxb2Z0+ijVcQ/myTE9Q4qqtkW
lj0oEZVLCKhpjSkmkpzWNJ0NtJ7VcPUSlMrceOk+vb6d7p1QByzyv8tJYGeuR+YopuPQCwU3utV+
EvmqBAnp7MH87o2C+BWt2S1cpWZ6PUqvNKvVuTVftlhSSD804oywGrzeORjo3o59YS4DUSFM3AcO
NiSiwoJ7FKHCSJvbk03gZeNfZkLRtUvEEfr23mHkWFhbVETzeT8c7kF52aB7GomqN0OccHr6T9L2
l3z8HxwOmuhb8xVcGltlt0Vciw63PpRxNBQSfNjg5sMHDCZNoIxiEEBSzYbp5fBFfv0S4D5FNo3Y
dxOs3g281mx9uTJHPIhkRBu19FdtxdtmpEBDtbU6vb4j76wpa8l7iwygjvjjbq9YUGzKLZmEo2fN
aO5pebikrkH1se9//RGky8I1ivHsVuXcnX16+ZWhla0XNbmVPeNylT4O9phffn1ChGA0C8Ausvd3
E0rABkz43BAVFeX85Pa5PCWtlvztJVYVvj6UdicC422ADe1xpbk3plZIc3baVOYeuqR9/WBSXznP
iNttybedBGpslmEpY4xgkgGYXj+OfgOh6UtnrMklLhX3oAB651nGCokIAFgcL/O+1lpS2BAdZppR
3WMLEhRu3VzqoRsfIdJqAT4s5SnrbCI+HrT2YC3u7SNj0xUE6kxuv79Ts1b2ziAYm2ZLl7+Z7Bk8
lFuZwHJtZZ7Hg710dzhyVK4dLvCbZDwzsN6uDItoUfGaB9yUDDdkS0zvp2axkoPB7lxzHiz0rceF
siHb9/o+neLVm2AWeoQ7YKk1XI98Ih4Dmq5c/L5UD5nYW1SxeyW35j5RB3/N5rt4PaCtwO6sLOlF
fYn+py8k7PJg0FNkcJdY7ZSzDYEyf6LO3xcXkfRjfUorI2uph85LeXCgXpLtm18DsNlFPoVEcX9F
5JPZmznmL1GfT8IMPIow7WNXizp919Ud5da0hEF5ildlnEOlLIqnUeTz3/ZiD1/Txq2l3w6ljd4U
7mAa74ImxEWVg/O4UFefMJKZ2vj0+sm898W26OKlNr+1Jq8XsIqzZFbXNI68vOv+bjxYpMh71N8A
zJXI/+ejpR/s/9uzRypGq3xLKkhp97E34rmxlWrCBRWwTu3F7EftG8qurRoCryjlqW+yroDE2Jif
1r73jjjst+fBhSSPSACEpS3P3T0bg4Wr9BpjPq03RucFaW2a1Zl2U/q+XQ1pHSzvbYCxjYayJpce
+cweAZwC/x1k4joR7QH3oqRl9TBISHuvf8S7c+KpALZGxYWNd/0R+zLp7AJyeNQWaXnW1tEMRVel
Z9CJ88Eevzsh8iAoUIASgT9eD5Uu9ZACVnaiMgZK48ESiBp9HIL/wYSIJTbBjo0RsnuatGRR136x
nSh1uirsPa0NulE1Hhyl+/VQiS9EPk1FUttgSbv9oBuJlc3NRL2f+wKNRBUxRS+dg3WpjywY7n4m
xPTpOiFmBdXueu1wcXd4kVQnWtP5iwZkCDT21F/copkO3rfbU73hrFCkInCmJ3vzxlhgDVd7doB3
1fIh0yr3rIpiCmav0mE8GUfb/M54QImBdAIGBFS2L7DEqaFXYIzcCKK++ojJTOGj59+fKqNHCcue
ju79e+MRcm6aYJul154NURVVSvQguUOcXH0/0PD+QAGk7d/EYrR+qHGd6wfp2J1vBxMCCCewvY0W
tft2ySS7YlAaN0qVYfHxK95cbQwnXJqlObgg7w3FhyNCIN5EH2e3+R1ZS1Bkhhut1eo+ppbsQ/pA
c1iZ1ZFV9Z3TTOmQg7zFQVsceL0jC6818EJiVsZIqVbiaBnOnXLk933va/00yktr+KeClQHPvZFL
70YcDSCY0Hxp/C3j58XNZISwhX16/fa4Ox4g/U3vh2rtHiIwEcMt9HT5VvVa+WZVex8We178ZK6r
M/rD6q8XWlxqLJA80NHjn/32V9zRodBXu5EzxsnJQd32bAPLo9U1lwebY/si1yEGlWA4spv3B6Xg
vQzWYOU9UUHFWnaqHsiG7lRhsiMLsRbBOhlq1Li0oFv0RkPsAvS/Xl/aO4E84wNSAFUExI6my/WO
kajzp6gmuNHk5DgaZ1pS/O2162CGReY6eBnqdl+/X9qimy5upzstUZDRfxK23j821MloOWMZIQ5W
5U5MwV0AznPT0gJQvjsyVbfkA8IiDsUnC1UKUAPa27yLnT+Goe0xMOU5Q4fdGJEMay36wK8vinnn
m9Dqgu1CnQ0+4Xagf9rfYgNItx5Rr90pfYgYRBZAJlYeXh/l3rWwiUqBHoMgyV9wPUqaOOacKfQe
nKJd8Ouu8lM+bmokc/Pj9ZFeDuRuk8E+4aV6oS2RNFwPJTlSK1UeNwL4ML6bKiAbgUazww5w+rW/
mVWPgEDmJdODqpJxe9pEy1diZvf677izrhAlkX2ksUdWcROqGZkh4nrxospLi+ehaEZ/XKpfBujb
MGB4TGhZ4VRKWng92c42cb/sNC9CvTiLX0okYLEXV5YHUdq2ajeripImxW3q6DdRWiqSDVyRxBFU
gzoO0T7KjJNse+NzoZiZc6mKNXtraFI9quDfuQ91UnxmB5vztv2xdLTfqxofHbsstDeozumPs5Mm
b82kk0G1uPbl9e92d/9sqEMAfqwqzefrJXVqnRix0CiVmMb4DVfu5i1Cvi6NEhoI6RTPJysjRoX0
6l1Q4xDnScPa9PUfcW/S9BDYP8gImCixXf+G2ZTr2me0sobOKr7Ned17F9tB0tlvKgL2E/9iLQ4e
njtHlBB8E3XeFDpvsGnUPiZDeDx0rnQGbG/RZEPTqDnn3XLk4nhvKMaifrNdw0TJ19MzrGWoBivl
jQPN8FuZeSayrvVqoSpiJe3Bzr1zvYJY/e/BtoP60wWnqtNcWQtZjI2xsol1bFd8G9ayf5gBkVVo
WibaexAfroPeDFb20etf8t41QLqxdffReEOP+Hp0nQYk9ryKGyn6VD9nZjG9gS+gH4TM9xaU6t52
0aA5xje8HkUtiCeaYeF6XazuZBoYS8+LbZ7SFoeNX58Q5VL6yEho3nJnzDRZV7Uk6oqHvH0osHMJ
3QqdyV8fBSDmlmJv3dwbZIDMYdpVhR2lpUgvayHqcM1w2Ht9lDvEm82gnWsF4ewNer/biFSx52a1
hR3VbdnAuNP6j4uheKitmxT2TMxpmnhJwcrNWdg3seorEN7egCCjc2kOaGojM+Y7Tts9izypNycu
6+DL7vYPofSWRG5ym/QVsTLbdaYgtyVWzsZ8EKa6PPeKN3/Ks9k+uG/2SIyXYbAEeoE9IIK891XF
vnihaGJ5D4iraNGsd82jW811mNiwh2BK6f7giOQ5ycTse+kwPqjSa8MBlMhBoHD3l2CLRdfmpR/3
0g7/6bhOOImN+aq5DyVOjnko0rZDfcq2sjas7MWxoy5phu+qoraodkE1sk+NVlnd2ViptCJCZU/5
wU/aHa6XtYHziRkHficEkNsF89Mvwq8C7w2riB+KJSvPnVGbb4x81s5VlsqDTsu9r81mRLOajJ47
eHsXfhpKrHWMDmYWP3SblIEl2/ykzO0vPqkvEyLOh21H7QAO1e5GnP8vZ+fVI7XVxvFPZMm93Hr6
LLtAgAC5sUJIfNx7/fTv7+x7w3issRYpSqQE5YxPfcq/TNKOBi+wi53o7o47AuiNCuBPB82AHlb8
z+NTtjZ/0tqZGhJFHrTxbz8Kad+2SAsnuLhUi3dqbbfnMkcfSu+T9G1Upv9/mQRys1b4qi71SwsK
3irylWhqT1EAbKuJFd+06/Jd38yW4Zez0Aw/scT85+NPXERH/x+XrgcBA1+J9PjtJxYiw968tJQL
+hnOqe6U+uo6U/gUxK7m43RoXMfGaDdur9f62y8x2euoEjlGTGapZFOLUUVZ9kgzivAqLZTMQ1QW
rrmLBIJd/kRNHrKYYXTXzg1Hw0emsf6nq13vH9eBo+rjbR+MvsnLoeCLVkOOaQcks1Cwy+piV9WQ
LrDsS4eP0+zhWWXVABx9Dfvn2O+8Mv6bSH/MdkVG4//YFlbzDS18XNIgrdXf1bYKug+N1/eXtrAD
qBIlz+uu5wrb8iGVn7icAqqhUGxoNlMI028n3lFEybNQBhcUDovRj0YneVdNpXesHIqwfiZo2Agv
8X6MVrllVrN2WD1MBuiqcT3by8pAaqWOl2tVcEEmPDp0iCmesijYchlYhIKvi0zhBg0IKt2ygXf7
hQVCkIE6DIBkpWyppdbqYWJ5TkGJ754ojGTjwVnGv3cDLnZVjUddJ3pQuY1T2Jc6AlaEWV74PhxL
mHfF7Pmm9HhMc8BDNBKLvRNlW/jP1Y+mp80tRaGASvvtR5fCKaspL+SVUVbvaf7Ux2gOMXOoDMsP
vSJ/8xUvuceUyJhj0HFLW1KlauJe0Ge6qHlf7ThW7R4B9uxgg7PaeGrvr4qboZZQkwLwPcB9M7iU
rpP/mLMZFPzUIV7TDMZLU8FlRVyyOj2+n2S+cHtM+Cg6v1RTAbmQgt/OZ5UUtaEnrOkY68xn4JHk
q9l4cKMg7ak4NMXHJMSyx1OaAjyvPe8fj3//BDA+Lg1SBYbC4pKxmzQUOUe9E1fDyMR7AQTmnduh
XXiJc8vcIoisDia5L/QLKY0vP7bpm0FXZtrOSRimL0bQtBfFCcYPadHGG+/12lCykiu7JCThSxmF
0QxRYarRNx1tr9y3sVvutdbDwjExt3Dfa0NRVyVlom5MM3rxiqp1XuIPNIfXaIqUp0lT0p+N0bd7
ZzLGz49X6/70SQl5arevDW92zO1uSbtMmXh2oqvAyUdpeC0sYwiPiJQle8od8+HxcCshn4RAA1Gi
I+MQ+y3GqxvYxuFgR1dqlO7nvs4Df6TLtSuUTDv0HQVCtbGNYxeH0z5UouRdWXbpbkw0YwNref+a
SOAot6xKlEv2vUgH7HRA9bXnhwRDG3/wCsvbUS6Mdmj6OTtznCwfvLQkmPTWx405kA/V8oT+OvRi
eZU8Sa2+m5Jr4CWo7vq4i1rFQbWS5Hl2hwDjoHqOesqATtVDxKgNQBWuW14Br6jHhoe5ZfYqY+vi
WHkNbDqNqLlQjX7F4t3uhREFWPrONQq+GDTu87yxT60yR8e4xyjWy9LyyeibeN/2PQqucy1OcYFM
+uPJWdv6vAX0hAA9ggVc7A8FHYQsYI9cxyxwdhQp5u9zh9xAVdvGxjqsbX0XaQNiOHiuaFXdfm6v
IvBLFZi7o5y/elmYqztXD/O9gtryp7xsti6Q1fklgCFYJaE26O3eDmgIMJYEjuIaxB1qD0IrfRfb
GMPvtMDeF0ZgHqyaewvSlXhvVVGz64W3xWldex6IZMA9knbhziL/+y9pR5M4iG2EQ3TVqtj9axYw
ISW58JQKV5wgZbs7UM/pPjLy9mCrOIg+Xt+1SSdGgmAnfQDoENwO72hxHKQet2jFUJ9MF3D1pGDG
hoyw+JiiIbDxGq49waQ9VDOpPXGfLvYTouuJUbpxdM0gexzLcDYRCgub73mHY0RHG2Rfx6bxx298
JKAS6dzt8FYsItXB9abWyEPulqjovqLy3/q5IuIX5N08X+nnLc/b1TVlV0k2Lz3G5ZNrDlMy5xAq
ruVgQoHrhvmsZf33yQ6sy5ilOqjwNif56/8KG+vr429d29Ua9UvJ7uDaAAV2u6JWTwfQ8AqZmagZ
vjGAQcYjVC2X96S152PWa90VMUHnGPbJ8Az6x/gj72fhXB7/EDnO4laVymx0txClgjC6WGm7skaB
33V4TaFh+Klri0/loKgbIfPqKBI4TEIt0aaLr3Ure3Yhg4fXKaqMnwBiv2AMaW7N6crjRM5Ojw7k
l0QLLb7FoAZSdXmkEKMqlEopGWHPjUlh+9ypZan6E9WCq+oK5xunOKUXOo0NLqy9kjR+2hngGBUR
zLU/eSLsoQ2WHbJqNl3FfSIqq913eY+VxlgkibL1wMt3c7kMgAul67SExS/DpJSY24vAIF8U26y8
nTIIlLhH0bhQVCNTPcfEOwVhqN5+AyqMA6PjjuqTFiTl32HbBe9sNFIzvBSCYtx4WlauHmCRdN9Q
swFuunxaBppIQLAU5aIr4XAcq9Y4CkTKf+ppoX4cczyP3r4hZacVc2DugTtNUraKo/QRB0Ov5v5q
6QEV6E6fxIeNYdZmnPeSsgBdMF6WxW3jKqRoVMTCKzbmqesPuiH+FoFtfmlmHTt1JQtSoIKJCP/W
O0cbnzEMzs5ml9f9DlcFo3kxJszSD3om85Mst8bvwrHnwS9xw6TKbKVu7btYD3yDjeX8qPu4VU/a
yInf266kzcH9zT4VQKujwW9p9LXnAVkZOGZdIVvLdsmPwg3IHY7DaFr1eWrdafYnsyiejCT1QlzA
teRTPsFSfsZ6pAP8J7qwRhG8HP5y+J8k/7VC5bpuDMjmwK6aEg/1Tq/CTxszubJ1iYWlJSdNvLub
zNHnBEuKVlxbdTKuKjIBL0PT5OfHo6y8SBrXE2KSwHhIkhZnu/eiAqhIxWUdF+pTjZbqk51HzRW5
AFjWivcFCqz27fGYK1GVbPNILxi4WXRibu9oaMmNDgVGuUyxV+6gsmYXfN/FPgjnaOMCWDtl7HW6
oWSh0m/udiie/BgkvAItuir+KT23Z02T6VOEyP/7IPTyLQTWyngggqkfyPfv3gt0Ctwwz8ZMuZSB
Mel+XPdTd6xSqI5+qBg1tGfFUOMvj+dzbVD4qjJ8IjaiDXP7kdpspdXU9cGljRTtMA/6D0fMjW9P
pThl5bzVkF1ZPkgvzCWguVdL4NvhKidqYgLF4NLVBTZUYyhvb/60Ze4QQI03VnDliUMkliou7+Rr
nHg7WmgaZahWmBVqRdX6o1o4F/y/jY2HdGUKgTPDRaWbTZXiLhg2CycsbR1KijobrJhOpeITACxh
vpswbi8OZV2EW7apKxNJ6wf8gwptC0fIxeaEVWA1ip4ql2oA9+/2s3JMyjj0ExLfjVlcGYoeC0pb
wCoReFw2c9JmioWBv8XVq/ri6JDKPvelIbJdlW5eXPrKkskgl0QGoQxC60Uqg7mcreizkV6dLPLy
Qx9oqYftAsLbvmX1te1HpJT/1J0T/RUhapz5ptZjiIsRn/lvksTVMzeutNuqacQdSjyHWfdQuEdz
crU/VWBrSNh7JcKvXtEFlOaGtvmh9br603BDG9JEEQ+fXCeet/BKa99FkEVjHI4nFJtFtmCOHdUC
jGSvpfQesTlf+wAI/MaNvDbKa53lVZmMhPB2w2OHUlhjSD6OE0l6LgekJD1j2qqLrY0C8xeNTAJU
aVV7O8qEE2YEsie9ZlnZvoskyrEp2nFj222NstgJXcUwg96k1wg7m70x2uKo2zgsPr7/1ja3vI7Q
5LMIcZbvCR5BWtYqdXotM1XZAebqTvTiiqOpzu3GPXE/FKE2dczXUqL0TLudNo/gzFZHM7kiyZFf
8TJTfcwVpquEN25kECvFKTkWqBdUnGHIWIvJE1WV5S1OS1cDPHR26gJDnXadcHEbAujePVeF5cQ+
skwAF0JLpTHo606vmb6ZGcG1pQ2/ZXUtR7yNpvlFr/gmiRGEhHz79QDMB7rFMezm0sqfwKGHL9Q4
Vd9tLHHOxBi/ZBViLwPGRhvR6+q8I76jE6ygVrl84lrdwTf4deRZxZizpJH8w8o6mBiuXm7tp/td
S+LKsZA6ELTml/spH8q0a9KOXUt+i4XaJN7Bp+xOj3ftfeSF7ZxKhghFEMre8jaBUDrQi83Tq4rJ
YI7N0Whle+xdcQnqsV+C1CDa4NmmOLLV2FndWVD/gUJKDTwW9HYdazXMu8ZIsmth5tOXoKjH5zSN
bfWQhVr+j2it/mPb5M5+TKzuKTHwEtihfFGkvo1r2VZisra0lNakrJmsANmL+46dWyDNG6TXai4/
V5hnXwS6gHs1icTnt884gAYQ13IP3xVCjGrCsN4W2RUPzfTSl576cVLGzkcBp/lce11+RKqv3mgM
r1QkHLIgSWIg14PMtbgyxh5UZRgr6TUYa++U6pUFoaEcP3aO/nOqOu+U1G23S1MEAdG0sQ4FIigb
p2dtQ7PS7DTqGTKfuF3vSBkC5Bec5FpTxD51lWvssPnyDo+nd/VLQQ4gtwxa5L4rrJho86iBlVxH
r04/Gm2OExxcexjNqVYKDeraML0r2lAcXDvKUDsr7eHLrAeIBD3+JfcVKIIpHewVeDITnoKcj1+q
ioE+gJHREgKQ2cEsAZzBu5Ym0Y98wu5snEfUdMvEM0q/GsbwkGvJ75xtiZ6Tmt2yOSyT5F9+AChT
U+t4vq9Dg5vdweUNfBoa+vQ7fALtyu+SqE92td7X1sanr52mX0defHrbuIPhFDFvYV1Zz9QVLZ4M
eghGEtkbO3ttV/Ho8oFSnBa1nNuPHCllhlkVsNyNZ+VX+LQBDvRR2L1RkZ++MMsJWASeCUwT/nE7
kFAHMgO88a6BqWO4Yfw0reiH3qEInXtNuVGXWbmWuSG4GymXyjRucR11rTqGDsIG12TQ9fgz/Y3k
qx71tv4+sZ3gZIm0AL6LU+jjLXufgEhJI1pR3BUwnpZF09acTLrLVnRNm07nBZiJ5HdBTLkq0pPm
Sc+7/sPjEVcOCWQkCrTSawGk1yL7QCSjhzJGWRj7aerg/lANevXOVfC2PWRu0f8xq3pvHKs8SsV/
TcuLdMyGsDU/P/4Zax8OlBh2j2x73C1uqmSzDn0zukZsgnOMM+leA6y/V3VMDFGm2dJ/XXv8PKIq
duwrOnKZnWSZGVf1TF+pRu/xVDs20ukiqXf1pDc721Dqnd23lzKM8s/uqE/7VATlvo8m893jD1/b
aEQA0LRkMcRePsKRF3emSf3likMdhce0M5XsiIjM9GdVu9G+78zm4uGauCWnujouGvJADiQ2agkq
w6R78nIy22toCufPuRT6C55gWnaw7Kh/1yPv9vg7V64JAlgUpWX2ft8+BtYD3qBnPFAAzsEuWzxV
52KLvLJy70mzE+g/iBLQ1FocW+HpmUcqE11jS4l2WRnW+LBMwX7K3DdKxsvrCKAyDwxe5PQFl0X3
nEe6cOY8vnrzENu7qq3n3k9aILx+1pvZ8fH0rZ0PCM/SAAKOhLOsYFXKNHaNUOJrhvQbBwIsSku7
/+zN0Y8ZFNT+N4YDvmDRFpPkjMVdG8ZzYaK3Gl/1JqsuNKXdfT4YzYUkLjlgZticHo+3tm4I8siC
sYTCLlOKPGvdTlcYrx8acQXkPh9aLUfd1lT1w28MJXGU9NephCz1cxEqnpRo1OKrkhGelHOuo17X
aF8R/t4iq9/veRcnEln9xs1cUu1uXyxU+zwvLsfXnjqRpmZnB7Qitwg0KwEXw+A7ISEMK1WdTCOh
Zh0ZpvbSnV4jriUTG5iYsGZFargfKq+vTs4cxT7egObeNut64728f0bkb0C2DKY82JDlNTbG7dip
CANcLatjw5R6fYb9P72LWW+MPb0RbD1lcx91gPAwTvHWfS5j19uclPEhj6Muxo69K2CrbQgVT3eJ
QnTsRX3brp8St6nRZLDGXQdOx+/LefrYOsmWnM7qInMwKXIZSK4se0ut1nR17GbMfibawxxHxanJ
oUi8dde+lq7pZ0pYCJ5Pt1vJA+kXVUnD9wkFMUr+1G6oNWcfNvWWiNTaVGqQ2ulYvtrbLHYt21hT
kFhhqKAtYKo57bG1RgwBVSSmp2lUj2AehyPMSmtTelvSsJbLCEpMGsOToLBpbz+zqcxWQ1MqphOf
Ox/Hwoz/gZMKVlf2CvoTxcPIAhWgRM/0xsrqHKuYXlG7xPTY0ETz8zcmnX4IqCCC6TswRmj0fY6n
C0FgaFcT8Ko4+AN/ZJyTFcQntuZ9bSO9ao5T7QFCvNxIY1imTpJwBwaTC/5imEL3c+W2cIAff9Xq
+nJGQa1iIXMH5CLAyto5KmLS/q7uj3FRJl/cXp/7Swfa/wmPOZJ7AvEU6WvTCDYALq+SNndLzAkl
7GDX0j24XWI0vdKy9bL4Os9zlfyhZyg10UULMS9HKrVTv2Zj2VsC4dRoYBbigeDLAG5m+Lo2kURi
+YXbr2LHeeErEfC9/Wg1bnNOYSx9wyKjROCvK/tzM02BfSyzaYzOqiqNnOfJFMbGZN4/XHSTJTFC
GnOYJNa3X2M5UZAVeRJfa1XPrhk6qPvWtVJE6o2t/bF6zwPw5nSgx0MNTC7sL+mkHkiSNsbGVwHi
6X3RI/iAglWRHqZSnQ9RRVbrWsOED1CU/eu2AticVr+9iMAHy1YaLycqhMsPjtuoCy1roNMftu3L
OGMEjiWhs3HdrZ0FolJkmqVg5F21BE9qFIVd8ARZUvUXnN6Ucx217laFYG31GEMK6fNJpLC3Mzr3
bl9o9kTbs9bsvVCJgJu2SzBWDJ2NOP8+gKMCIX15Mfq1yDwWNxt39QB7ZCC4mcv2WWt17ZKa1CzH
Xuv3M9S+/eNTvrpbADTSzqLQRRlncc66ZJwbND1JJWdD/WEq5tQfWifvzadUc3Js443BwjrPc+vU
9/KkQKyxy933aoIslP/4t6xNs82FQ52TOOgu16BoGyru5IVXAZMHg4g6uIrYc45xhgbAbwxFwk7z
lXNyh/TADdBrph7sbQGgr99rqdpoz4j1gCDTehqyj0dbW1SSSGqnLOg9ekNkgvhGSUiiWivfjWCN
nsIYUIAXBeY/ICW3MLiriwpww5MS8BRKl2UJvSygaRnMpB0MeuqX4ZQ+Ga0Jl3xqQArshoJSQeCU
4ecpF3F1KIM6hIdcGlvFmJUlBdglq/80LrHCXuyuhlkZjNginRvmcZdpc+Ihcm3H5z4fqo0nY3Us
LlfSAnqkVIFuT6medix1GIgrGGT9bKO1c/CcAbVyDabI4wVduXfowVJcYhR628v5DYfaFOnMZxXF
rJ6yrCnxqQ+2SCNrbyAhDqR7Si88ha/L/MtNbkwj/F9YDlc7bDrTn5AQ+0eLQ+0vEEfui6HlhfCh
XOj5U1f0JY+hQSv6b3vm1BxSOKtfcEtSu4NZKcW5qNtQ3Q9lPCCga2hT6h40c+ibXUzCjfp+5CYS
WeM6B3yV0y0tkbW1gfVC2YaSMvLRi2vNLHJavwXNUMXGF8mqXM1PszA5J3ZqbRztlcMGDIarU4rf
0nJZXNZZHxm9PkTpFY9VblClQ8W/hjP0PeqU8WiYwaRtHO/Vj/NQawAuBURsmeKLdtbnKSPoxj9o
eu4a0z1VStheaPNt6fGtBGWo24MFJeyVHOjFx5VTMfdw72gDuWH0Qcm9+DLXiV2cmHzzGV6bc23m
uDqW0CC30Ldrm57chTgG+A8hv5z4X3bjiN87nUXGjuYBcVpQkofWitrj46O1NpkGP5YnneuS9/Z2
lMLotaCV7TRsMirbB29kXfVBif+zZ3NLnG9tqwDwBIBOqnTPjNKUOI71pk2vcWbH2NaJ8mlUwj/Q
Wir2ueNu+cGtDQe+QdIzQe5Dlbr9tCFqhxJ9vvSaF5m5b3ht/gy7UvcVs0c3zbC2OlhrU0l9mBgM
Myk63ovNYlEOrU0zS69z1mp7BBiCPVsy3+eGssXxW9sbMPJ53IjV78Ep5CuTSrxAuBf0wZNW9tUh
DrPh7QECXiKEteQ9KOAuDxqw564zXapbLQbNO8rA00uB4ZI/K2b95fE2vK97SgEpgO5ouEgs6OLC
SvoC2FKZJle3buejwr1IE0y478G0ZqemaZJLWgVbDners4htCvEy9+QddDYHWldVYcJFUhEqW6HW
85aVPx9/2douhDlCOZJIS3LXb3fhmJWYesBrvRrAazGEqdETqKZjOPXVXtHyjXncGm2xB80KbVTd
7ajYFZH1rkyzv+MqST60HL1d2UxvFIeg2ooArLw8YCLyai4LhKgeQX7IcbOfehgKHZgD7LagiIYF
J+A35hG0MBg6KaCyzMM9F9RcPLIZTUXxjpGhp2fcvdpdFEfqoRbjG93W//9pRKvy4ljhxhn67Dm5
S70FB5v0SChfXgMF87DHX7V2ZxA7IaDCM33f0CrNpsi8rkiuttt7Bwuu7GGiQHkOO70+vH0oegpk
qPRWCBIXW8OlUpwONtdhGOvRscCi3Ngr9FsPA/DEbGOwtX2IOjiTRymBC39xnotwduoQNfmrIlSY
hDhZ7CJk767qTHPOKZq3Q1Bg4POCoeOELujdY6nnbugCNUuvCXIw74XWq8eobNQvU+kYG0u2clUR
GvKukP+yZsvYit2X1YksivPZzbVIxZRhRma3u8luw52tZDZAoLr59nj1VkflZkQiixLgXX1cwYws
q5w5vjZ57+wj8uZTasTOEVsm58nptPw4z7jwPR50ZXeC6YHFCMJZFuYXq1hie9SXcc2gU4NYUT6L
P2ItSvaZPppvxm4RcHtUUyH7kFEsox3dEaaH0FgsVXw09xjYafU+TAAyXgqbhGYjoVjZntwiEvIB
YVEKXCwuZT2sUkMEZOFJ6vxViSo49ahqnaxoUBqfduqw0Y5fWz46DiRmCHd4dyhgJnHO+36kc6PE
Ct5ZXr/T0Uw5G0Lvjzlo9Z2pdlt1FHmiFzU9mQTIzu1rGLRYPr1yu94OCghUWDt9cLTxheTVPkYo
k+wcUUWnKczH0xg0vxEJyTFJCpBNvK9GaXndJeBNKL8pYRPvENTBwiYbMF3sbTv4jbWUGHJq/NzW
d0UpNBM9UaRqdDXsQsD+i0H970qjFJTACuxLP7g5z/vGa7QSOki7CtCmUlgHDtHtBgraKpNxLtQ4
2VixvTx9dsNNYN3aKDbXNdeoRIEur5rYrmAptVS6q8wq98kki4xlvyUCvtJ057zR30PsT3Kilh8T
I0JfglYEOagROux6sr1vXlUqH7BySDGTQ1Ai95u8yktfg5izD0PTEgjvgCXBzLXdqCssjgo9Yn4N
N4DU1OaeXQoPBr1UQRSahXqv3u3UIkt9bX9Qc0FVDgCi//iKW9Zu7oaTa/BLmiXyMovUMLTPZd9r
fwetafxEharPjl1RD/Yuq80EoQpRfGYrmcjfGE5vHrxgrrZsjxaX7esPYYmhjEsTFFBatz+kMPXJ
Lu3ePitD3H7zhBbt8CcL3ydWLjZe58W+eh2KXis4A55nakXG7VCIGgk7dyfnPKgKaLNGnfehwNPv
8dQuLtnXUeBREhiylA6aDbej4BM6RC4KWmchJnCDjauDGg9HFHyL/ENl9mKDdb+yccAYv5IsoIvD
GLgdD1f3si29wD47/dw9BRBiD/WcKS/MwLgbLSs/8oz9hmYZBH8D1UiCATSgFy+JnngBkQeDGm0a
+Ele6vthUKyz3lnR22rVcj55sGBa8I1kta/I/l93qpj7NqkEqxaVQPY1ExxKWYQn4TbJDpf6dv94
/VY25M14i/lM1W6O+zh2zqEdRbs60vUXIrcR8csqflug8f9Pg5tD7wnVGwpwt0tXjk7a4Sdpn7My
zvwQS8f3Q6UMX5CJ2fiolU0pk0yg9YDicJBZbErPQOII47LwMhTw5oNoqA5147ZP8+DGu5jK6unx
JC7e4NcvgyUPPUZ2D+8EEvsoUww0uMOLUTtOilpLmnzylN4LjsgeeelBMjQglcSG/tQm/ZZG1cpB
BwxPKZwyLU/jUnO6FaOKqpwbXrqy0Q5WiaQpQUr19oPOrUVgg9DRq+rQ7epZehqlVWWESOe15Tte
3v65GPPqe59pmbWL3TjbMgB4VV75JbR5nVZpOiLJOWTXjlzmX86CMyrVoFWVuKB6N3zKtbT5BnzB
MLA4yFzzXdcM+GZqVYHe9ViijupbfSOCq5X22Hf0SlYWez3ozFM92uZ8tPu0nv3KjcGRD4rrJnvL
LWt4sJq030yVIDQ+vH1bEFgDTpB0Berat7+/wxrVKC0Ptx9of8J3dMU5Bp0QH9IIWoSnIqLjJo16
cIBIbVz+a8eam580iYItIy+GDpwiSN12VM5qpg57r5v1U5BZ4z4pxmGjUru2/ShR0WJDIFQiNm+/
Usk6KDi83JfOcOcrDcoJvG+zBW2Wl8NyL3AzcpqhY0pbyNtR0K1y1Syfo0veicQ7ASTv5x0moWn7
lx0Y+l9ub2jfR8WUXWphuu8SDd3Q94/Xc21SoTFCmuTv7p1JhJF6bW1Gnbi42hgd6N4Fh8kJ/2km
sYUBW3nlaO3Q10IbgmxpKVYcJ3Gommi9nLG+6GxfRCH4D2rt9bwTGb6ChNheO9B3HgjlHn/kyt2J
HAWyoxRvKT0uJfn1QeaKfaOcDVTfu+esh9Pr132BUm7Bf/ujMUVXbTx6KxMLWVN6fVEewWhIQlN+
OeijiPTSixPljL3ol7Rq8y9qmn0BmNZvrODaxzGbxJayinB3LFIHhUFNL4Jzmtaj8On9Dtq1Gpye
pAVHnvwwOkW2Jbm39nUWiyKdLgERLrfupGpt16YDni1pK9x9gmCb6pPmxIbvjPW8kWOvvEWvOQvm
kpTgYVLezqXTKSkvFC4t9Vjq4clrHQE3dOqhYRexVRengqfkX+Gk4aecxG3a2D6rw6NVRHpPWkgR
6nb4ROkFR9UNzpT4lC+al+GDHTrNlPoN0cv4rqMBWJxNNy7qSzUPvfLn4+27ck/As0AkiTIz2L/l
53cUMry0jsVlmDSj+9dF0hDGA3uPTr8+4BdMZy7OcQ1OOuEDp6gRijOLId6IQNbWnNnHEZ3KPaj5
xTTgH1dNSYkLGIil8Ckl4/LdtMNh2wmzjcPzivJfXI20IyQEjuNDbUz+ll9OT5G7aTIrDjCNylbC
Z680QvVI1U7kqE4b5qVwitKI/E5pnPQobDVrpLpNPO5UPUydY9VndXxyxjy8WqOidE+DokwviP8U
9sbWXJ0UmfUBeIciugwArWwoVQ8CDCakQ2f5XZmEfyl9X5u7IKkLcyPpWzvrbEJ6NVyksu1wOy1Z
EuhJkODrJ3KbfMuCrOebFJiNSwht4u+I8zMdH2++ladQMrIBJkukyZ38OPETIKhQjS7mpGVHZIOK
4zzYWyhaXf7yxYJLpSy6o/ikSeH42y9L3DkaC9cSF1G3IvtJd0OLnhpLmyK/BomAFKKhh951aj0q
P53qzMql6AYkAwOrmuJLqBtp/LUyTYFWZG3Uw1OQ992LGCLqm61B03s3zbEz4X9sd9NVj52y/iNC
39b+V7GctvWHrByJm3AOLjZ2yMrtASMO/CN7hB2yVExu4M7UsVpLSfOy/68oxv7ajKBmA3c2d5MZ
DX+4VvZvEFf91zevHE8CoRLdUQk5XEzpLKwiApnsnZM+aM/BZNgfnHHwNi7HZRFGRrSvdwLenfA9
7m6nwdTg7KhadFE8VGkumj07I7rCMCH9agKl89yBqqx3wM1CddfNqDAeM8ts9KNhKOlL6SXZFrJt
bcsiccFVBfCCCG5xedia0qiDYUcXzQnKS1TZ5U6kmPw9nt6Vk0/IRoFL9groCy/OYlXpLqxzN7pk
DoUulUziA1in8uREufb98VCrHwRwlL8QPLgLFOcsrqN6Zor1MKTuiRLoTnObLQbCSoAm/9/sUUy0
CbEX+yVVq0RFxjy6tB1ur4pTV6k/1LgLFSUu8qWpt8+hJsrT73wbkwiAhax9eYGmc2/kVcv9osPq
znxvMpV4X1RuujGHK8fQsk3CMQwz6Pkta4XB4DaFHabxJQkF2STfiGp55Ojw9bIkD8aTF7hR+aIY
Vf/FzKp4C9e9cnVDitI5jRJwpS6vgRAeKgzvUN6jNRkt1f0dwIXyJa/V4Jy3rTg/ntfV8QgbSJ+l
p94yaBlEE5ZUgMUls9r4iBCzcTbn0thHk5i+qmO8RQBaGY8mMfoMuA6hrbe8wFuEgrEmrsJLljQl
qKLYAmwb5ei6RuNZrfLfeHgpYQMzAb1GiXnp8+Gg4JjiZRBeph4BlLlNy+PES3Wc9GDLsnrlpDMU
DzwNF6q7y2CXlykeRJWEl8aOPOzzbP2pUkvtUg5RfXm8aqtDod/OVqWIfJckzSNqGoVOet0Par6b
4yZ9CqrQhVzSDRvikCvHna4JlVRaLOzIZTpN0y0begRyLvNkTflT3wRG7Zdk1Ma+rOY28ycBQP2b
BbpbbLxMK958CBDgNgfYj5D2bnNqVlLpFnY1l2KOk+pEGxZC2uh6xc9GtPpTArqmOHZSuWmP8MKU
7lpQevbRsSOR7uwYCc2dYpTm174Bjruvus5519n8i4NtxdFLCFRd/Pn2haEQAB7H4cGjbrqIT0bb
xuaq985DZYW70Ai9M7Uz8FVppmw8LGuVfSqmCBKAUkBsbrm1FRN/JFxevDPmptDo6sokzi+GQ6+H
xS6rhDgMWTMeqgAOf1ULFbJY1G0E+2veQoAuQYaaElhI3HL7weNUdsYINhTXMjPJIUwoJry3qO0Q
28iM+jsQivhrmyn9V6vt+QNmLHJyTVEUxVGZEWs5Oe3siePjZVi5ZSgIguRGjo91WLq2pdTLBF43
WEzWdfIcOeH8n+2F86kYJuGXU1B+ezzeyqsBQZT4iQlArvPOYW9wQlDYuEMMNe0cz/7P0aL3oraf
q9D+WmvG30WOwdPjMVcOJp1kDqTkYEndoNuZbwa8dJEnx7czNIrvTZBNO9Vt9UM4OlR/5/Knmtjm
xmWwcu+wt0ks2Nl87PIVtpExBitV4FHsxd+pMrW7JstxZ4HSurGxZJa4CPSJlaQHqmQekVTcfp1d
W3ZhJSZWMJHZRzulRT3Bb2x4bf5AbVT1szDtk30htOpHWM9NgCprrWxUMdc+l7qbBdMSKs7daS7q
FNW6ioKCVip65juJar80jhXgp2231RYKeHU0LlqL4BhJj2WkaDXQGkyTYskQofOrWUX4Z22JeAcA
tfqdD/tlKBlJ/pI395HSh2PWB2fUtPJT1SnfDZC8x0lLht84iZJZBcICdBggltuRaIprehx0WE1n
I8JkulDfzTWXgzsV7c4dG/P0+FSsTiJBKXsTuj5Yu9vxSgNlExUs3dlQkybyAe2CWNabNvvX0GZ9
C4e8dgZJHkhp6Lfct+SiXK3UprWxSLYtVCfbMcriFw9Vl2SvT1NJPzlGwNa38KvcMnFZ+1DiVMQH
CAJll/P2Qz30jAYxKRx/N+4P4HncF3CgKjLqZnV4+5xSwaNbDWWc47g4i8oY2ROmCMG5Avd07Gjf
7hozVM9a525Vf9e+CvYIFRJkaaBtLIZqUeAvR9i656QA2ZCpWsjZmzBRgHa3BR9Zu2KILOg2yi7u
XSg6QG5MZpV+Y2l2zgcg1vOlC0z1IwQnI/O1dmieyUOai4Ky+vdBAi42bvC1VwP3QbBHQCCIchbB
QmgmyjxgdHAuRBD8j7Pz2JHcaLr2FRGgN1sWq7rY0+O9NoTMK5JJ783V/0/2t5li8S9ipAGkxQCK
YprIMCfOUUO9icoBmNNk/0/N4+jfBixEF8RTbnynCJAfDfDuLTWwCwlY5tvvypUerUFaDp5zdYql
eN8X9nyp3c72Ke4cEePumkI5AHEXlhu01e1ZdaomSS36yNcKosBLK4w1aMY0e1Y7/T+omjLbQO0e
QxKfs1lTQ19IPhRMdZ67vtS2MZ56ZOFg/BWzP2bt0YHdOUQsnpSfkvi8u8YIKkXlkK6ue5V6mR1q
adb6tUH3r6USVcU/EdDh9WKAxPqbKLt6huYh/d/j27mT9YN14EnGy0rB8M2VWWIoAIwKelIdkMup
BX8ejIVzBKnY2UIIZeiBUrsEpLpt6Bnu3Od6gsDpMLvOZWrMBN1dfX4SjAscXIvXitPm7SeulQxR
1Hat+2iqcIfKGjzvOg5qNl6tKc2M0mfAUfurQZvF+67VeeRCWjHk7f9ipbde1tlM32nQXtbfVrOm
PWSOtTO9m4yJGY2pb5b8mzKNThtm/eJoJ2Ws4uJtoSWQtdb0XKDKbNd39tgNymmZ2mx9GWtN/Uxz
uW9RInLW4WldouUfxurH5JRGnW5c9GlBCUqbOtizIEpNwyrXYkuWnbUlaCFuSJ5h1PWZjfd+MIW3
zB+tcva6k26kpnaF5TT/rK1dbPudhh5XoHde9W9nDjmyoHVX9ydRlLp6Xey0/1OpGh1y7njgKLlN
l3yyM3eZ/drOzDLM+7EZ6TOYdYpKntfWJ3UQ0KIpKi2ys1bU1uq7tWu+E94isu8VAKAjyrKdaBvR
IbJRbgEHcHu9l3ZcxSDvHGUfKPAmUYcKfI8+BLprOOrlkWzX3lkEfceTxvQrPEebO54SgkbWZLqc
DNX5WHlaASccUmWj6h3crT1L+ECo9mxK6aTBt46rH5W0adYkhhXMzKCuHMo4PmlZ7HYXPRXlkWbf
TjjBy0d8TcUChZ1t0IvADUUhR1OuA3ijC89j/MWCztoXWWIHglGogNLqb05ByMIsRtETpmcEZGp7
sxu7bTroa+lAjlMXsnnRO92r7PdILByNdew5S+C98CnBRQa4cLNxnTObywR1wDUBBzPSEQKn+uRa
bWr7rQKdAZJrS4WWU66az/o4OPNJJI7RHJS89jYVOJNst2rWvZRflCgF0sKU0+pkir8ic1aezLV1
vxUKHDyPffNrFLZ1ZZxSistoTDJksvniIm0BEIqeBhWB4PJ58MrqD/qhTu3XeWomlzxfp+UyQEOW
v1lTRbzEPQ00XwyZ/SODS+0dUhNeHxq5pZSBs0K54avoeI2Idium+JjGQDNP6cxAODTnQ/u1ycvM
PU1dr6q+1WdKcSrpjfwJOkR8I1QtlYtO2vxceE7OrJ9blm/aOEr/gz47WBnUu6EXYnhie45nilYK
XI3K1VOLr1lmeE/1Yht+rs5HYPWdx08y0GOHSXie4E160Y9C9yLQMtch6/NzxNx90FZ1erCNe6UW
arG0Gulc4A22qVlV16bXFqYcBzfnl6YyYGC1qsgfPY0lFqVp/lWPzHzNdvZjGpP0HA/agSvacbIS
hwsuQRbCyKRuXZE2UOkrPYVrWhnpVTGzfPKrtF7PLZNoFy0r4wPAwM41we1RAeexl9NDG9/XrXY2
Qd2rXDMEYf2SKcGT6UkGP4W39/E12d1FCQOmyifbX5tb0qwzQ72DoVyt2CmvqZ0s18lrrQP85J4V
EmsJFnNgCdwWhdKyYSJvipRrF5vLqWuRktV7VC8ff8vuWZHYO4gKqDkTwNxuVOUqqTsvVLjVqHVC
r4njazkb5vvRpjRsefP6Lz1r1fah37JfjMJaERVrGvvj45+x85RIaTjJ6gYUgamz218xe1PR50pK
3Tubk+uy2ORQMMacCU1Xqjfz8ERf7aj1v2dU4pTkwKUkctnkpA2tm8KMJ7rcSWyfY1WJng2tK9/m
SdZcx7hsPulDczThufOooC3BAcURIIe3fb/arkntea6AmiVp/U1LEuMc96gFRauRBrPSFm9mgUBg
MvNyauV/0SyWeBOToUhAQ3dVGzVd9Dq2Gu4lXcC3ZV+XgebV/4tcKo2k/fNvXxXqGoA7/g/Oftcf
Elqv1breRddkdfQvjrEkp9krl4O7f5eZSgIHYFgg4RmfZwLu9vQsetM3PWX/q1d37sd2bOv3g6d3
wZAPzjtGAxxk6+s+9sEu/XaigWko6chKqS9KrNKt6WLwIsHc8QCRUzKo/monzR9dtK6L75RWdMQr
cn9bcQWUNGBdNOhnUre/NRcvrrkyYjFdBXopk1/AZg8luKdW/bvEHVGJ1GoKoae1rLPFb0g8dD/X
p5KY2rKEOMCz7Cw7CTLzM/L2ECht7o8Qva3Gohz59tJb/ZxZj4paeZ5+F83g/nDVZjAvcWc4E10X
i2Tisc/YMU9F+XUOnCCA2uvtWgxrYowTLfArYYtxqnoKS36/2p1fwhj60pXgRus8d571ofj++5Z1
SWVDXEtFe+utvAHKx25qJx6AqD1lbp2/UUuzQamzKKcnbY3dN23bDAGI7Sh8bPqVw+omRIOZFlwj
ATc9FMKVzQmI3C5iIsTiBKzO+AwfrpkFSMXqgT4m69OsdcpLLQbjJ3KFI22VtLsIFVqfxu5W2eRr
/Q6qhL+HqDwazr/zppKcmeeQf4EcYhTsdjsqo1zdROjjdZgU+5tb2h6ktavzxGjDCmNwYnwdzHz6
+ng57sIMim9MC1NQwCIVuM0ZQEuVYmWnD9c6r1X1bMx5fu2cJH0/eZWC3HBqmMnBi3n3Lst6HyRG
smMDlZqzPfVTxgWM4U7ySvJeS0+Xs0oZ/Pz4w3atSIk7Wc3nvdg8y33XmmUUdeO1bQfrr9rK6veU
F44I0/askKPxCtFQlz2S2z1rzNwt25SiRTu51lM3ztWFDt1Rp2DPiqS0VEHIohex/ZZuscx6Gafx
avbKcqpbJOomJ8mfHq/YPWSHjQG3ArKOt4BYfrNkdUOlwo4KzEyO+wQzbNwGZWRrH0TcWGlQA7z3
fAog1juIvaoPDbpibtDQskpOcH64R0/f3dFkKASgBbOhBDR0FKT7+qVpUTl9Ujtas15hHch0H1W2
JPX7XIW1xPYqXaEzPC//PF6Du5WWNimvwU8B881dk62vK1ivAIBdFcLTD4PZd++KOjoSyNj9MqTl
GLDhXedBuv0yl1l2a0QWhhAmXk+V6Q1XMaTNJ1BZ+pOGtPGRmMSdp6dhzFWT0p2SO3GblsZzDwJf
s5brmpvi7AFne3HKVnyejaT2Zy12nnQUT64xFEq/20GUlukl8Ic3hlry7afaKc0gYBLqVVGa+oJY
QPrRXOgl2J7SHzkW+f+68ezSFu8ZuydBsdvk0DWQX+5rZb0CbTbPbeQtL32LFtrUmkV04MTuAwmM
aRAFAFaQhAHWxlvPdAid3tbX65QrzXdj0pM3xKNuCm9xCxX5aHap5ved1f89xZ75jnH4+b0QVAQP
Yoj7EysbtLJrCvqWoeaNB3Ljvh5jQZCvN3r5gXGQ/gJUivnU370YcD6AcoEskX8zFXO7j2OB+rVw
OLIcMJi342bp3JOnxfNR7n1/N24NbV6HTNMLhoqM9Vrpc+qj762d7ViZGHhLz0aZHcH1Dsy9AlB/
cTKvXPq2WNarxdiZn6DO97GGDjKCqDBoNP1IiO3ujaepBlCXzqgcggV0druM7YpAVALF5dVe7PWM
6nUXpqY5P01ibRCxU40QAbEx+A9794vRzZKW5aJZqzmuV9eatae1W4rnGP7tg4N4f/s0KiVcQFkZ
5jRuIokM9grThsroGunz8iHRlwYiOFFdY+YdDkzdn3kid483gcvHE7F9dRVFJH1njsa1hBUtMBOw
LubQHY3W3X+QtCLvNqVn+IQ2rkuWLkHnNca1F0lz0pd8Qu5lrj+nA2X4xzt0fwqlEK+LVhKhxH1O
K0w9j7JUNa7LuqJwEmWon68dBElFkQaM8KvfH9u7P4YGzSMicMpLTKJsyUd6TnduD4lJZSAfn6ZC
bf6oKrEGRQwV+VmgTNf4gD7Vg4rM3orKhoFDMQb40LYejCpe6yRFbF6BPCYBmLbxhFhD7VfolB2c
+b0VpSgjcRUsKzWm24tWxoto1FKYVwYUYQqGbvFrjIDlyyr05X/eQu32wEHKS3T7+IDKInriWeAJ
sre5nOUVWlonTJdOetr+mUOe1DyvMD2UvlEXlU6c2ymQyraFc4KhSAlLU6/+fryrO8srG7uES8QV
hLxyTX7xZShRdHmdls51jTTFHzynPplZpJ1dV8xPj03t3EDK3ED/+eSdDu+yJLSr4sK+rpWRPDF/
ZweoX7jnx1Z2NlEqMADLhZrkfhKOEVOrGHGjhC2NQ4/OKi5M9g8Bg6n105TPylGctPksWrK8cHCf
EmwCAaIScruCDnCAklZTHlJicV+sqCDgNJOjRG/HCiPWvKNASYDibo9K3g6Gt3R5Hgogxu/QxmqD
tXLjT48Xb3PH5bdAtUYMS+eFdtbdt5gQJdWAJENTKwekUTPtPKz5X86orbVvIoQZ+TGQiN+7Bq9W
QcaQ3VFMptO0CW2HvtcYt2jzcLLQNBB0s57HyJCKD6WoPL/KGjmmPKTgqzUrNj5kLo21//IbmLrm
bEq0/xZTrRjmMvOowoW+qO4nyyDymiPH8Zs4Eic7Xdu3kN40vr2I4kdutvXX3194kh76emTVJJ5y
Y365hnVODxgt8Sqk36yd2mUyfkaO3fgEav0J+vnyLVNieL3ftopsIcAWkFCUL7bTDevUooyC8GS4
MnX2Me5V/amx5+5bp87uW1Fn/0OPefzx2ObOQeZ80bp36Hbdl3G0qsz7tR3L0Ksa431TKY2fKGp+
fWxl41nlkQKHwAOsU7SR7CS36zlSn5ihpyhDNDDdP6DrFdl5aqasvhLZtDHsPTEkzaOIhe1nlWe1
57qL2vTj41+xca6vv4JfwBiEQdnqrlc79a43aBZ6LLKq8CMyx7+XcrHghh70L48t7a3qK/qQCBFH
vn0lE61e1x7JorCJol6SBFuX1ZizAw+++z34uNenghrzJihMujRpTVh8wk6Qg9KLhMjNiBxSFuUI
97Q1xRSzvA14PECzcFhvTFXMZhGAMo1mRVV/1ia0EKYJbB5d5yR4vHY7prCEsBfOjzqauwlCCbjt
NMo7I9QoHpd+Ng35U9YM9nLOBh3ZgsfWtjvFh1EvgCCX2gyd5dep/l9uOsRjqiUUVw/XUet8zo39
du1N6yDa3TpyaYW2kpxqAIxL9HR7/gUU61I4Uw0TXU3fAhHt/FQv7BegAisYCLU+LUau/fn7n0aN
/JVJkALXluaPEmfkmKmqhtz+4k3HYxJW3uD8ptOSn4YSBy0kqt9Mw222yyVP1c3V0UIZBLzXy9Z4
KZq++5BlsfmlQd4vovDNk/0fzBIVyo4D/Da8+bcr2sdFj6L4oIaaUasflVSolzG30stoF6oJ3qNM
RlgNxXiE99jEM0Sjkr+KUiGlGDlyLk/vL+fF5NPsQe+scMxT61NrGAtSorPIgsmtzb9rzRnVgxN6
f3bQAwPBKXUMAUC8DtT+YrHJR0JdJ7NDbWbmbVS7OVhWY6GbUQ/P5mq6p8E5ypu2pZHXzyTMBzz6
2qfbfqZktjJHMM9hhg545s9qqxUniHPW753I+wkhtNaKgk4d9QtTQOu118hzgqzsnCNF5nt3QG2G
+FTGcgw7mpurg7yUtWpFY4bpsmaXKHPWUFc76wzDfX15fGF2TFEPkho9YBEZTd6YKp0en22mZmgy
vRWlbv8u03o1KErlaCj23uvAOK7BiSpjb3mBbk+R1vVd1dGRDnU6ypBuRla0nqyq0A78zp4dqCYk
/hMacIYZb+3oshFVrO4aWrOoXpa+L4Nl1I8StU1pUh4WGrmAR0hGbXKJzdfEEytk1aYa2jPnP1jn
VoyI98Gse4GOoR5PVj+IvxhCqJansSsPJboMedl/SdxefwDlmNdyAvdyu3GzLswhtmF17k1tRCOi
pC94mrOyrXxbY37Mt9SF+QMTmeFPkjfU9vXGMP9WrNj74dm18beazdOPqJi01W8jpXhHy1uHXjZR
TfTdQcj+kVEdHP/UtaH7hFbh0vjqQDc0NKo8fm94pfgzS1zrZ62nSRPksa10J6dzhj9aS6xvjC7r
FT+d51kJANWgUfL42O64JA8PwbMMT6EU1rvdZEu4iMxTuw2NeEiCBXW0QFVi5dTm1nKi3DYcBHPb
awJ4HVyppAlQ6TYT1t3a6woDbku78sJhTNqvjpGsJ1PJ65NSJHX4+NMsfbOzUp6cGptECkg6uG1X
O13zwl2MdsYPCZVpkkjr3uWKM+vvVjAuzslr5/6NWS3xCN1UmvysOnsanoXSzeqZ4XBbP4mJOP6H
gPSbNniuFqeWnO7POWq89J/Wyr0XdeoJsH007W37GeYLqwlQktEg3NFjK3nfobMK7qqth+o0Lzlw
/Ti3IwAiREo/18Vbbb+uUsTu5pxZnpNeN+0cKJ2ddydl0WzhJ2uedb66tk0MEledv1uKnmRoYdh8
UF+4bhwkYqrLD9M0dRdr7sflnRkVQ+YjTJJ4dHK81PjQ6LEgaIjHjOJDRjMp1FEoip+qgQfpmoO/
ic+Ki9DX18c7sO0oMSQhKYFMWCJpp9Bu3VxuiCp1mBjSNYSqL63OzqJb/2axNRq+mRXMg1uZG71v
xCByBovysQzknn3P+7kQASSL7ZFg5TaVkL9HMiuSRHD+CABuT5+iVeROfa+GlGSq9NJQJRp9hlDz
s2YsTuT3ScZkkbaYThEsJvpnMDes80FoJY386nA4lhK2LeuWkkxu2/904s4eq3oZCIeH4VufLFp6
Bp2UNy8doUpzaYta/1EVxZIejXLfvcyYpjpE3EMoSZf5db9+CQfsiABFUewxNNwWnV0XiaXVT6Yq
/kOtMmc8wU6zKM92r5lFqPWK9g2f1S5+gZ7retAY2lkFgnQcDskjac4d4xVdIYCS5Rh29OODSlOF
LzRh/+2ZYjzZdUHtyunigydt50BSdcGoBeUQ48HWxv1wUDO9qqshnLqIZbBz23uvcfKaQM2nBmif
OYvYT5aoUt8WM5knRYOG4pYi6i45M5oqqgMHvHWIHEliW3pJ0ODB7L51iEkJ4fOURUtolpX3Ph4U
EbrqZARr0/1mD0feRlZbHgDCQTAnmzwsx10yVDAx9rIMgl4ydMa13R8lltuwQVqRNWX6UaCagVnc
3rEi89ZI0Uc1XPOhCJI1a5+0NjcPAtudowwAVCr50fqi72VsPsbCrUxuxsOVwul9KsSgPgMg785O
M2iBnhXJlxkYY5U2bzylsd9pZTkdPGX3J5hfwCAG2S3lXrATtx8KTVSVdOaihsPErFTadem1QYQG
PtrICTOjXRBQi4/mT15BObfeg0ooO0g2CdULkhG3Vg1432CBtddQyh8kvg7/GTpV89gkl6GcVZSm
s8Z8UWjFnjR96WB7MtXmTdWmSe8zG5Q+J06sOP7oTEoaPHb3r9LOd7+N7jldIF7cu8c9jz1hxuhZ
hAzk6m8qMdmFz+Fv/nJWD0DXmI3F/JTgUUXQWebi+o3lUYFQ4cVJTuocxSXz28wH+0s9lanfOV2h
X9uemEsOhCazbyu13Z6Mnpz0FCWT/R36Q3v225pWRzDoTffBJsOC7idLqp9p0SLYO9fNGEN8VBR/
Ttz+9zNqOi30MAR1fgvtbemrsTr9OzI1XfgKHasUIHUMt30+GskHs4iLn+rQ1+L8eK22Ya+8JRR5
wMWzTeYd7M206yj1+m4NW0uL3qlW6bwUIp4F0PTM+6c0iuHfZoiG9uJUrf3lse0dl2PSt369pqSH
Wyc4m0oZR0s7hXXVijDqVAA4ShZ9JvA7ovHYuSMSaweDDwkvscDG35pdFBHcr3O4qov3vumz4rxA
b3Ga4lp9LvFxQZGJ/MClbtdWFgwdug2Uf1GTQHT49op0llWJMmmK0CHW+wZNPFRkA4zjxltbmWXH
Va9GO4xFIuoABNyhvuD2o7FPyQQIDaNMDrWhTUw9EflCM9PX4TpkStAN4xLmbj2cp8osgqHQ6bDN
vXHQW9u6XYwyGQMhPvBNZm+386GTqOKyFGMVTrFqXIwIFUxvntaDpd0eHWlFUqUAXpGNku28plGP
CiCTqAwTLTdR/anrpxppAb9WlPHghty91f9ni9oTFPHgq7bD51lOvUhVqC53TdLOT0YbNQSxjVF8
yCd0Pi41REYvsd2OSzDW+py96FBFKed2cZrpJFQ4rA/8294S24QIaCmAw7K3JVM8Rzyg88vHj3P5
d6MTwPiprR2NO+2aoV8jY0SOyrY9NMxd1tBfq0hbuvZjPGVOGI2ucvAxO5eE14MUjPFzyGe2/YIm
zfV29poytEYvM/ySgNEOcDtCu/RxMj2bSzIrvhgV8YSITqEd7O7ORxKIEfaBmrN5wDePpzcpsKN1
axvOjW18Uaxqeta8QT+KErbJPWeIEiZphuRWpYC6MQPEdaIkV7RhrJjqV09po/d1qzpPSqtBqp6Z
yqnuIVYfx7W/5L3mkR7NzRdLKbKDyHPn4jAcAFMf6RDl3C1kIZ2HVu+TuA0ZPyrfjbZVfgef1Pgu
MipPj9373tLKWh91FUjT7iBXgpge4WG7CQfA1OexhNaIM/Sb2H85JadBR0HhhEiaTuPGycGzR5Tn
OVmoOuVUoeHpofPnTt7IHaVdo8IHbHYfYj2a4t89OlimsyaHYmyml7aQ1RxpJVU0UDYBlIs/GZSH
fIjDhgN+trtVxAqvMw8IKED6mJtHJPLavnS1TMDu4wx+CSGVXy7N0V2/d3LSDDBVYm9kFO8OaJHH
KGoSfITx2HDHlwL2C99qC69+N2bFFH3ViafUZ/olnXEZ1TGFRaGwSuUM9HTNXKDrVMoOCidbmsXX
vZV4fJqnADU4RrcPaFSXHQIWnQjLejEQVKlU2pWLGReA8mcO3LlJ5qJ/Ih1SxZsoSSVius8yn0Iv
LfnZNrqf2gK53WVFrfhL19YZgV2cpUeUKHeXisUjcYLsAOouWQ69/Z3mgATjKIyMmqs5vxF2mYZz
lUcf27zwDp7XXVMEEwT61A/u/JWCeI5VeGsWQnuTXdG81P2ZlPlKweLr4+u7Zwl/zI3iEQOWvUls
4qJiVjLuBRersP3eaPswj2YDBs9cOT829Sq48GvALi8xxGNkahLohJe8XcCx7bLYU0UW0svU/6lM
ANmQCBneVwVGwAUZmLz4o2EP/hBCRX3Whv/M9bV4UH9CN9Tmp6YdTMNvCHOGt1Y9Wh/7vLeUM7mZ
Q8FLd8u/1CgyNX/sZuNb5Y7R6us5EnvEf8Zy9DW7C0cmLad3CYW2vl5voIxgskOEzlTlJ4bVhd+o
bXMaQfAehEF7zgGICJkl68fd3e7RPCUlA/IiNFPNvK7Dkr4wIxgftBT2rPBEW/BekiAASbrdHSa/
ey93HBHawnMDkcDgXaWLHTw+BHtWuOm8xVRE5Gt5a6VDXQDU6JCGVrFYAQJBxoVCxZGg0Y4VPDZD
RnKqmuBpc9JSiFGSamHFpkyPP8wITgeWPRS/77SxQoxKVgMdxPZpWBR7Ko0hxoq6tGcIb7KLGU1H
asx3oRP1KmIXyB1fw6ctzrhVvAp0WYYvKJvFOTtx1lV+NLsuLLSxJCMwqWU7QlGKIB2c4uB537cO
PwsBGSHUFlFNZQNFkX4VIWNJy3UY3RLykhw2KA95o+8z+uTnVBXGn2p+qB0uD9zGXUBJTiX31QvS
E9oclcSxJX5H0ApujaA14kaBcUdbjevsqtVbLZmnbyUjlv/2Sub806jWP4+P6p59EE38kdJz9Ixv
7duRlZVl62XhWBbVciHoc1to3fLBDW2PnvFboTftx46xz+GMA2vLwFjdrDrYAPmqbFfB4x+qZQw/
3kXOuQokICKVDRN1LJ6MucMvk2+7n3pNlJ+TTKT6c2N2R42yHfdGFR1WJQ4dm7A9dUrlTpUHBC60
J8tYThEyQJafAhdg5hv6jN9/78gh8TsSwUSPbhveGbSgEqsswwryLd3XVrP91LhN/M9sLPZRRLez
ojfG9Nt9zcyosaw2ImEfsuKN4oo4sOir+J34qgj1RxVZ1YFr3ba9ePjgbQTZ6xFC8oEbdzSgpdl4
tZmFVt5mo5/lYvrSlQUjdsWcqq5k8C7mA82sLXeeDKsQZyThkiUyxkw2RqsOdZqxTrKwcJv1o9es
VJrTebmi4mAEsV1OoBCaLJiFrV3jrhpPzN20Z8LH9q9uKY9oV/YWnXcSLiDqdVLN8XbROT3p3Oku
cQZNQJ9u/PA8owr4MsSJCNB9NqEpyKrl919O6TeJqkEI0m3YXGEKh1lpK1UWRn2xfuwrBg8bVXH/
euwo9raXzji1Yclci+TU7bdBDT1PfU9csyaucimVqLtAFdl8bpl6+ZSlwxF73d7d5I5wLbkvXPXN
zto90XnnUbpXDeCN4zpXyG8O7pNiA2x4/Gn7pgjLAd7wBm2fa3W2Z6V2iyy0W93yrWb+qza19bR4
lnaQPO882YyS061FFBuI39YFiC5VlByyiDAZRPmiOsr0HFFauz7+np3nTArkvIJCSFe3W+WpbTc4
E3mWKYp1fF9GXTz7s5euzRmleNGGdhobeuBFc+M8l0mV/PvY/l6yA6EqngCmakKtbRKxmp3jdCuR
fVa6yJTAWKBeY2VmFENBG3n6YWipk38vm6qkYQaGc/JTZSlikMGeU31dUmGbgUAQrzutljDLc7mW
mX3xak87UonZ2RB+Ke16kzfgnneH+fbSSFruTteR5GSgM95Q2zi4OntGOMdMIQCdx8zmKI+RCdiQ
qf4wZVrkiTwn8611qQ/KITsXVKaWHGJ4EyiVbi4o1M7l2DsrBAlT63zSoiV931lz+udSu/nXhtD9
qCa8ZxBX8ApDlAD5zXvmMEmrJMUYh0pVNQHwL/2pn+PlrausPw1mLc6PT9VrpLkJEgjcscSEtUzw
N1F1HbmtPlVjEvZFU300EFU3fSikEitgxKL8rE3RWL11I9WGo4rG4HUa1hE0qTktz/ay6tbFGDJX
BKVEeP8pRGEUjKGIZAlsNLQNX12yODr1opzN0zDrWu7HmpHEZ5t2f0ZR2zVkv7+vFL8shKacKtq9
6EFJbuQLOIbq4hGfts9N5Bq93865MIJCOC1DEsz9OpdWm6uj7tCO46IeTkDB+0e6uV2RSi+RULQE
5L6LuZzp3U1wXhpGEPXdcuAj9zYbEL+FOyZOoz516/5z/mqiugovxewtYVTq5Ze+r/I/4MxSTyli
p//ldFHKhIAWuAkP++Y4R/B50CkalOukDU4QV8a7WDNJP81ufF5XpT74vr07Cr6eUj8hBdXozeFa
i0wdmBVTrpGqdkFqWHFQV2t54Jn3NowSvwViEaziXcqmIqsXN56tXDW9V6EUarQ3HS21TxDRZp8f
X5e9D/rVlNzQX3AJEBMhNubCb90ZeQ8gKCuenAqW8P9gBYYLagRM6MBufWvFttc5GSVTS5y3rZ9R
Fn8CNH6kCr/zoNHwYtgVTn7JoLdxoHmazLlmlnEYOUYPhEpTztAQphfo3PTnwm6Tp9jN1SDO8XmP
v2/v2Huv06AmeBrae7ffN6i9Dt8NN2yYl/TUceWfqjHXfC/jc6cR7bLH9uSp3vg4KpcefBpykvFO
wsKDjog81IFL3lyUj2aHzm1GNfCyxFpzgrs3h7BtOQIx7BoFMyGbQvxnW7LqwfbnwnJRvdH06JxN
63ga2sQKoUJ2grGy+qtHSfUgat25CgBodYSYZa3W8uT5/eV8Op3dRIrSwbPsltq7OrN7kl1n+Ibw
nXF5vKi7pqRqPG1hGsTbQgn9Wnt0c97fMk3dy2BHuV8oRfzObcZ//oMlcjzwyDzA1pZIR5ReYRU1
VPmu1TTDSUvRA6W/VhU/0Tmbjmbe7wAbuCqIZQjwuHsMo97xVs5xUvdZkoRdPwwvpqtkF8fMC8MH
xGZ/7iZkFs5Wsa7FyYw68w+zMpqXZi2K4mAv/z8/RPa+uCyyU3y7mXHdOE2Vo+KWao0RJFqTPdWR
GC6TXlfnZPQUcsBmZCm0yj0hwoJXohF/frz4O3dVegfeKGYjSML02x8Bm0w5WTMag102wHEvnH9A
Rna+Z2cWhRX7CGi/d6rIPSlZUrOgKbZJ9vJqMvWoQiFIkeW+oJqHFFqsPvmrZy7/CGa24805TbS5
KCpTv94WYudqbeqoqpVrWkzTydC69nmRSJ3HK7j7SYQRUhVIal9vvB0wAnuwckjn5jrtxsAaa+u6
ZNAJ+WOfGj8fG9vdLvIgwPLMr9yFj8mk2lWlw3SVjGNjncq+YucibQlrUWnBtJIXHBzTPYtQX0D0
TqELIeNNDFObzszbAnciDBgoQLpmMYBiEHEEhNVe+sDKC+doWmBv46hR0MFnXYln5JL/4uaaWiFR
y4c4FKngGhamBzmFfWRlz4MTlhFXUHm4L2tHcNrQ2SMUb0tlAIdhG2nz1EKUdEHZsH/T05TI0atL
rKfHe7hzYGSnGdQncx/AHzcr6k0Ul5JS5VhaQntOkio9g8x2/AjUwMHmaTu7B+SYSQA6U7Dp2fLv
f1lJ1OZA94oxDcckLtQnvUBhm1mAHKT+MOmt8i0CKmxfjEIv0mtpW0pzisqOQSwd8Fzrq0J1P6tu
Qhs1zozqmg3F+DUvOmFfhAV26SBw2FuZX3/txiO2ysJcRlfAaQtuJDCXEdGEqdd9hxz292MGIBS0
mlAJZIZhm/jlnaAlRYua+s86flHntTpVJZ1jQ+ma99VQm0HX98PBzsud3QQqkpyHCJJRfoCJm+QP
ya+2qVpiBqf0xMd+0haQZFpyGjJDP7l2rgRwr5o/2R41GAev+Pj44O0dBprIOA9qjfIZvD0MY5XY
/STiJLT10iiDuAVOywROX+hP8YzYrL+oznCUA+2EoaQHIJEIdKW60cYo8GGkcgcUPD1FT99oQwU8
fJoyf1VyjUNEiVXL6pHJ1OQ3KV9kmRO/xcgmV4wq/fZz57gWmc7Ib6jUkf2+ctSa/l+inXTROgcb
u7eykL2ALZOznzRlblfWWWxGQwvZCxGRDOkbQ3sq7Ex/smsql7HarAc3ZW9Voe4gK5KUnHdiWGIo
hMFAqgiTeIy/T11Wg7dqxLm1tMV5TrvBq3xcpnche1eKA+OvFbfNOXZkXgHelJCBvb39XGvQIprc
DSs7JGKAsEwxmRiBNiR5NiDbbc/Ak0fan2OcBEZPyksXJFF1vzX+H2VnsiQn0mzhJ8KMedgCmVnz
IKkG1QaTVCqmCAjGIHj6++W/ui3JWtaL7kWrTZmQ4OF+/Axxd29Vk34qRwsVdlu6U3e/cTAHmSqd
4irylrl9LIp6fkzGeLwlLMl2M6XIlDyOcdB3f3kj/nDQYHOGfQ4VMvwdft/GavCbAXRkUM12Hxjl
wLQnUf347y/enz4GHeh5PgF5/w1lwm6nJflCVJfdapmbGMlJ1vnR38Jn/lA9yfTBqpVHkJCrX/vJ
cAr2JYTqeqkCTFZyD8MTAsssBUHOBxZ++/drcv/wCMbQtOH3sEuFQPXLMbaSWa7a87Kk8Ka4PBaT
2tYUgpb7Gf2ZXrKwUl2Z8pjO7sm4RjUpuTAJzn4TCpQ36aIqOnIdtchNY5Z3j6wBNDibO4qLqI/4
CzZpkXy4JHExnfq93B41TiD63rerUn+ewxDhgN+RI5stQ1FaV0QNDZxY6yKu/XLpHjHS2Ye//JB/
uMU4SCGxhXkHyPJrMcOAVy7R4km65U7uWTGs+uSV5zXr0vDvv5xRv1oEnitYzPRP9WJE4Pz+pXbu
opvXvYZAWtSrg0SymYWTLdIeZdoFolyyyp3l21z7rbqxsSy0T6q0Gp2GZQTABK10ilNrHZ0FfN6D
pK13qYb835+DP90SRGtnUfVZFf/rHNzZjty3FXuHron5/W21HK3NTGkgxH/MWPnf7UDgDOsTnRyS
lV9ux+z3VUWKsLgkoMc5YsI//yhk0WWLu3cf//2qiPVCp3DerrIf+meFK8/bbYX18KU99/HRtF6Y
z/jrZmHbffn3T/rTa8T5BD8OeBbp9i/jgy7apd0RHV2CxrwJWceHhNST1Mas99FP9JoRIYww11HN
13//4D8UJXQvwN7sHuHA/dqMFHNQ2jLgbvb9rA6eMdGtgfv13/e3ZzdiUBkM5hHA/lIlxOSLbhon
Ho+yFhd7a6lDte3RrbU4f4vcO586v5xKfBR4JCcTjKVfW7p6tguJfIcLisvqqpK6y8aQiaxejMMB
ZFUZ1pL907/fxT88/gkMCJ6Qs7DsN7pzMaP2DVacWmozTnCjpuK6cfRb3Ef1Xzglf3hQzrZW0PXp
MX73d55rNxmpxu2l3qx1v0xcYqKuKoqpygZvw0xkb/ptu1thmoafyzJ2i7+Voz90OedtDEWZA+Z3
2sNsRmmXvY1fjO3XPwoLzP4Cl+fmixMKMSCTCOUXTOJBaomcaMJPllH4uox0vGG6BH59784i7E8r
TqDXUL7iiO6+LP1UFNi6Hf79d/nDw8DQw2KSE/GsAPqlRakjf12alm2aoiU7SXcL095ucXMLvD0T
kv6+qLf1L1qyP/5EcDSZJsGX2DL8s2rEqtd2Ea3t5RIJ76uT9OLJ9J1mLverUzPN7Y3k/nK82cHl
v1/un8Cks9MEZL3zkxj++tGgR6ZD3tyiqDRVn9YSC8AUY5S9yQTJvujKYlcIjGx71WXr2joeipTY
wxpwHaxP//5l/vROoAA4M8dpDllU/vM2zJ3H7BwFgtSTcIhT5nv3tS794Zypa8/bX37pP9QxTFnw
ZAGLPbc/52/z/0ZcpmxZIWMUlzABI1QOEwEg5Brk//2a6HdBI85uSb/5X5f0KwCHC58inOgRDq2X
VrbpDiXn4l8u6E+vGc0ogDauf2dI9J8XtOERO1hziGFSULSnScqozrytil62Vlce+4Kle/qvF4fp
Gzwi+FQ0c3Q2//xEwqgwi0waeekKQgPT2F/FSOSHmoO03/fwL5/2B1CCThj1J8BySDn7VZfS+cCA
VkEdideYNLulb8gw62TQPiPDZZLx5RQP2YwflXpMel2VaVEksMfNGFjmFHIQG/Dhci0OnQ6b6hAO
vu4OQ+fOBUba3uD/5x8EI4WzVpGuAy+lX6c7d5rQWRAvc4l74Xioky24wsZXXfBKtfdzMu9/+byA
2/3PgwxeOdtJODooh35LWYVPp8BdeiRRRFZltB1j1sTkbXbeGl38+y//P2uYXz+L7gOAFDAKlccv
53M5D2G4Yi9wSVExU14tK0GA4TkOLd2oU196xvavONkM/WmPxnrJDGqNLcUSDX2q3Q2qTYdZVuE1
pPTtSmxl8g6JaVzSMdlsZAyl1mWO9i7U+dpoTuO/fP8zPv3L92ch8r9cF1ijLFP/+ehGO9lL0QCB
qo6c8QGvmPi7LujrcBZz9zAbi8D/yeCYIIKSCRWojfzms2xbaW7CTpDNBYO8qv/S9Pz+BmOPzPMN
MQbgLfgVM+V+Lk4ynY9qp1dfnNoKU08nyWGVq/Oklu3l32/CHz7ujNxTcOmxfs86rC1ba7HWAqMm
5pGKtLy7pdkhNCUhoI6/N38Tzfx+uPLq0hWflcJ/4Mo0PiXeagO4P/Vcf9IVFO3NRr1nMHI5EQi6
XBCz1/yl//m9zkNxxhuCvGgaVnbq//ylEQP0SNja9VK19nDY40mc882ivxykED/+9EH/IwjT5SCf
+xV9DmVd2GsrksupHL3qiB9IU951JgoOiWOsKpXa0k6mqy366sy6nw5VsE1RjkvnikQ9ttZ30nE7
96xKC1/nLSjvVSEqeRcM01ZmeNCsww2iknnKdLeZnjXzWJVQetxyOhWmwGR/KOdtfZh0J8K03peO
WbgtxHy9L7ZEdtpHybfRFtarPwTyQXLKlsB4bvEal2W1p6GgrcqhHVofO476Ju/2tb9zZDl/M2YT
8ibZt+1H4KyYeNhjsHaZ1yLryLiUSiB+n8mqgDA2PZ9f4SrdgEWD4zAHlcn2JDLtAw754ovdyfY1
atz+1dn2ZjxVrpieqxhc++DU+06KwKg1Mc1L0bY/sSau+ssFbMhK40RUOlWBEvNnXXSov1Okka1/
0jpkdZJYi1HfytoDIzRmCD5Zdh9/r3UyBIeaPlyf3HoIW1w723m8aXG9cm8kaqkyX4JNtNeLtIx9
DYfc876vIqmtFFNvvf+gorW4vA/Chb3u7F2R1YkRt9INLU68cVTOg+iK4bMMrALVLfS2xH7ftyHp
Lix30N5t4/XsZtMVSpZLaY6sToyX8dRCTH1342oJM3hYHSLg3gve2Sx04TUDvDm1Zh+mbCHBN7rY
QJzWCxGv4r0q3OWVhTGdioTO8LTYyrEvNsH/gGdGp7u8mbFBSUn2iEh0hoKvMuAwPWQQiMqPuFOe
nyF3bPZ06aR4wz5E4yUoS83SYojjTwRqOQJGmKxehqBQAwqzUXydSRISmRtP9OSGwy6B4wZx70Do
rRxS2Dy4x8hdQNURY5fAucKg8b0osf3PHAeyB+z80pQ5PLVE5MC923NhKueONmb+Colo7g6Vmtrx
sIpSj+noxuuShsRMiixOiJjKxmCfPnjHg3yFXvFopgSBdW3m8MbqlhiqXcTiUfZO62RMIm3WFCpc
sjWp6kdrGombCsjxWtLIH5brtolFn/LP+FwOrbhuAq87WZ1U340XyuTktsZR+UReq8gSwq8e67nH
y8Tq3HXLePzbBv21b3vpuAfRT2f1itfdLcurvtnq7YDIhtD2zhaeyGebc+amGgYXrUmr/Ctcyeiy
baWn66VuDMzdqCwend2uXxOOUEGcX11+7tui+YJr2v5WWc2EOVJdOSZr3KL84de6wk/HxYEraxFZ
lqlFPrzJ8Ybq4gvlzNuzh7/PQ6KEt6R1X7bPW7sHT0npLzrbBxPeLRJmaV7Vsf7R+5Zx02XtwS/H
OO5x0JGLh9PkpBqC4yJZ23nVr2bB625fLf77khyaeBkLEk775p5goNLhyupoaPJl6rGP8cxUmx+o
9niVp6QOqrxn/ycurBlZv2Rldr8XVZJLDBExzu0XbVJoh/6ekY219nnPck+mksyITIpJf7K8cJxy
M2v33i89wb+Cbsyl2mOZbbsOqkwmS/dat6P4aJXloRrulMOva8po5insuofBDFWUBaZeXqpSTGU2
bKXcU3J3eUFWPHRIJAu64XsbkEaeFhQzmU8D8OFxxhXnObQb/TGFsXj2uqXdDnO4zkGWTGH1ECgr
LE/wydEFmW5YMLMRY7BA0QIIzGn4E4cupyymVJeWe/KnVpZHbJOmBqHFNN5urWu3VDqpnwoXs4O0
8+mb0z5qvB+1XZfVwYwYlR/b1sRAO2xfvnp711R5DFRWpwvhA0+TVRVLJusweAHfG+dDY5VYPyHL
3D8s9rxnVdsW7+nuWOal33Q3ZklpyYvRZ6jO9NA6eJuSB9TmIc9MkjoWbjxI3ppXCBZwwNZpXrc0
Sez5rSyLgdDurre/kVM6vwi4FjhmTm77httSOBxK4iTCNNEzeSNRzWdlTV2fNRaIz4K0KWr1oWso
RPkYhI08rOsWRdkQ2+LeRQ7w6KBK2LJ5q6o5oz/3nhFyg0Ha9RKrp2K2wxlG2tp9288EE15HxxoP
e9k19dGNlJf7jsSwrB3cecziqNqeFaIdWtNgswJSxjs95S2ZLtjvkp7ppPvoEtgCaEu2VNjte3SI
LR3BwYks6AvwVAnv8X1lLnsbh7LT1KuzABBTQW6Ku4H4Z0HbulbWKdeRh0Zb7jPwQD8QMqQh6C19
771PMkluESNhjxJhn0Qij+yXLle+MI/etqqboK2mKPXLEXITR2R7b9zRPPl9uz/1YuBZxaA+/IgL
+rhDv9NOUzta9wrPPbKGxFjGw9HfhsJLE7XMBlolMTSp1Uhf3HjDim8crljfyp6ykOqmwnkJw6Dh
afK9qj022Cm9r8D8/RXOz/vA+sefLjc1Od+GtmyIZVX8DQspgzVlfrHLQzdG+kOtu0eUG8Ie0GQ5
UQbtqU9uETkUZW4WE50ct5uGzCuCsMswYpx/Bl0hgnRXdlUdGzNHkresTD7QcGPO01FNrHTvOS0z
CQ2wSq2gHkTKDlp+LHW47vQWVQ8W3QvfpA60gjlzyrEUKVacyX1VVnj02ibYMiMIVU99b2heV7FU
P3vl6jUvImy0QLWt8LH07J73P7D8jo2TCGgwcO+BoMTB2g78zqm/dNP9HrvLlBla5k+FhTruOFH7
L5dwK5J8kwXNseIkcsEKzRJDp65JXEK5x6kbhsX44vq9u0PCKdsvo9kTceh6CLApKebxvcJuYM2j
reCZ7N15my5axGs/vc7qHloL34w0wOtDZ2UcqzbTTbLieNieqxZbDPO4lX0dXjRuU9/ijE5s6lSP
Zz5HMK4PLcml5mR6NP5HqoT9EC/WuNEUOObQL1Ild4zwzSOxqsy+oz/gEdUFBqqbwUFSZpw3hoq8
l0Id7NoWc6pKm2On9MIqwn9Z2PWNhcNGn85jj+OZRmzB+bhuileUav+z2+fmAXd+pn/Hr1yVkYa7
uxf73G3vibOUpynsgoT3Zd6+9KHpryvjzV9sW3IMEvXI/qEbpqFIe5cKm5FjKsm38m0Of6ttceWN
I3gH4ajDryJueMNwFfOuikZiPGYgfgRpMVKUM0fgJ5b6VrX2aen24S2zXL2lEcFJKvcbb7EPe9u7
Lg53A3Vx9LYgyCHpQCMSmDO4vCJ4eUICIhE2KqqiTS1t8GIN+sq6mfCkkKkappU/rNfkvhfs7Thn
ImmlhU60Pq0z6Dn7M0Hj1ZBW+VO5wVIjzKeJhU4pmyAVk8uzUpilfV/4bgURXZXzWUpVPlnBkrxG
k80hj9Va8LI0W2CfdFUV43HcZ4kTdug6Iwi1snrSk7fQ4oHvLFYoYde/rom9KpC7drnwzVh1F2Kr
vS9yXITH/OHgyKVGF05jsoxOd7QHy4fQHcDRyNlqELph66649+Mdb7PKZ1MMFykgYoUJS4ypMm6l
jxWrmhnLe4vMug152ZJaYdB+X9xuHy86v7I+SWnjiT1BVH9yzgSRLBjx60+bEPp4CjvCveiktbG/
I3mIyPtNL5+TWg121s7x+jbZTnlTRbx2WTt6YrhgTnaaDEkFJ4nFsNPSHkr/bvSLjt1gXDlX2liO
Pklod1MqYr18wSUl4FvbgSBg3oT2W6ua5kqHhW6zLiIkJ5sHtb0MkPbmtHLwzUsTlOJbVi0jHorw
7wuVFa1uq4Oz0IhnScdkk/OoOl3GKmn8UbX+ijl2Ukf4frmTZd86FkSQa4aDSKQuLv2MUqsrPw11
3U8pTtPuD1sWAS1I0slDGQ1KHnTT8ZD5BARrfIa64aGE0ohtI7Yz373FmZ93JTHU22g+Ou7TeRIY
5SbHfDXtDHAeby1WQCwtYd8MQ/15avbkns0N5/8eYpBznGiT/LQZkvLHPHjFN9aeWJkG8WDjUVb4
io8lvuquZ4/0PvoBHXZlh58k+RRj2llje4fNDQtY0wXbN4KsfW6Tgyw683s16dzQeX33A2d8ORva
W0dNP/Jq7c7ygd2VbJGULvG5SEszpy3dyzeMyrg8dzIr6DI6gLuCfYw+upaofzCibR9CCdyBsdzj
EfWlGlumiXXQaVP5FOFiC/jCWjt4tghmDDkBMRXefAujAbuotlPiB6Hl4w+/TDg1hE+eQDpU017n
c2P5r/7CbJb5W6RfGWgpZBQseJIx5fmmLTE/zYxTr1VOm4dvJ0lSOIrMuzBvwRYOKiU2mtkycHfv
DaEonY9Vr/OWt0EiRvRLa/9aF7V+DxYJlaORjE4p5BTrno49YHxdBlGc1kE6Ol2WeeNnFsFAJowq
J8QL8CxnTsXNfJU1mQfpHI02LpZl3FwVhPBSbcbWfLd0WV/37jY1j50DFai3ZPhcoRtvj0qbBDFC
rxLvmuC9WuXxJMtTXIxzm9N3KggsjlnVSa64M6TbaDxspcKix2V6cBcmZ+m7vNZyE5ldhGfAWJYc
4yQCjz+bdojbVJu9ZgYE+xOH86H9tlv+Nqch1KA2p0YXd9vg1R9hOPtNHkyW+LTi+Nzl54f6uifD
l8Z9CO0hQ1fgEiXaRABt0wx7TtM9fo5NuIzZpPVmZ1BCLI4/q13e22JHk5ZYex+kDLnbRdckg5PS
Wo1PZWziLYsaDChSaxytb4JD43uxhT2mpeVO2pdIFmp/0AdMxCFdl+NvTkz5U1aSNUJNL0ZEQU2c
8zZGR85987mx+/obNJnhEfsl+TaGuxOdttUZZvKCfAalKTSKE0N2mGJWu4wo/xI6cCqZcBiO28r/
tizjfOfVfG5ak0T7vqlWCqbuXRfYCjQeRw1ndZDZw6YfBH/2SdRWYp1C6ZivhZTJp2KdmyQvLIhX
vAnDyMnsA+Cn/5MIYatZbpdrU+xYp4kFP+Qw3gM317iOPbX0vqdExsmb3kOfOo5Da0C9Ix4xVapI
fmL5M7QpzeA4HpKx8MURm4S4yby4oqCaQssXukbnRpPbt6S+CpwpV5EzTcfeHmLcQxvz5mt3vgqc
cyTCUIbmnXLNsxLPAR+YyKWjSsIYLFMHCOB9NkF8v0T7sGde2NTf6Y8SPzWx1V0hypgjUIoFxgF4
wFBcYq8GjjQN9q5PTaIbIHu74fQI9zFKGGg9eWqYzLeLkWx7C418YDmHahLTLbwVY7J6juueg2kA
guqskl+/GZZRpJPbCY4zz+j42lLaflqqcblH8k0ztPuyuqFpZlwzlSg7WBLTKlPcggHs6t3y6Ath
+om0UuQ+HiTmqI82ebX4oLr9J71PE7mbCXHHaeHEW5/roopUuser7vCLiOM6q7BkvNsWJBXAZatr
DrFfie/YridvtjWPTVYNicNCdtiTJV1j45apigHJs2VR3hfPXvu3Zk6wV6vHWGvA50nZl8yNi6Zj
1WOdlfNoO1kFsFymQUzKT+kr5o0QX70720rEkNHRVdYRYSLbDnSQwaemCp0uF+5CdJMHwGVS3wnx
P2mirX8PxTpPablGO2d9Ek/PbbMVn/TmFUXOksH9OXE1d23ioieMHBE/bvW88R1lc1Yju9FbASVL
pm3DUIZzLaB26o9J+W0mPaTMZD8oTpiyioeDYmr/6Xo6rnLi63qOlXn19jRQHrLQHmLxXeFJztQB
gGY6OmeF3dW8D+u9JRpZwQeckwcVjgsF2rJ3gI1o9ObcAm3tDnvQWzwMbLyd1Ja7e9UvfejzhYsQ
x+MKNVssVvlo+U51SyztFoLobf1LZJbJz+yw3r7oxi25X6UJr6yxt6Ir6Mexw2JpKbeMQz4Krwos
ej8U1mzEjcKf+1C+AZYpfZsYNQkdhX5lFsu7CvQypgbH+Bs6M7OcJERmGsUajCfbOrXdj7Sxb10S
LtjUsIx/SvZmqRjIJ0w76f7jN9Ul4stKpidHxYYFLDzImFms3fv1IUn6pmLS7l3n4MtdhkiqIvsz
C0FrvOxmZus0KdzwTgSFd0WuVeKm8Voub5iEyu90cO6Hh2Mre8raX61MKw8fH1VEbUXHtjvjqehq
+xoNqRohVhf9lsd44H2rvcXErNCScsLEIQmnw7yX4/MK1ubSvJetOtALAC1Gy16TTyar4UPYg40n
cFfIH+tYUj4FmG2c67i3ePP2TT5MrVN9wNBhxnaHZf2yO9N2b/xKf+X58D6Foe9/r0A58WafYIeS
xFIMbxK/iNuy7Ev3tLdr+c3QMcbZ2Bj2gEnEMJbueKe+lHrtvu6tY7+unaM+j1gFvVpyGsOThj94
j14/+lbXZaFI4TBtkw8gcF2+W852gpcGq5Am0/25wwL/OuFh9Cq6TW4ZTkcMrnSq7rs04Pw5RlIh
z9zCS7LEXotvnu20X0K/wD2vdQtIJT7nv50mJIElqZEiGbPAxib7lIwgLLQt/fzM4tp9bKKk/7wE
VX/tDHXUXszStqu8xSrEzzSHyYbrr2fv7HedfUqN9ssvhTWYkj2c27zopLIom5smOrTvx+BnZ0UG
OJWVzysRAgS84JKufKDt1lYHdj76SoV6i2A9RPOzU7rVQFErvejUkVgWpzyXUJ65OqwGzGLfUIgo
b3XRF2xelbN+QCWkqtimipyM5VJvHblf520fj/kXo6KNeQFb++XSU5sOUtOzR0xV0m5xSuuxvg2o
BroU2UsMFtfQy6aCrUCXDqr2CdSdqTCphIBdszLBuBSgyxU/JwAG8GzHhow5Tl539OEWOpk/Lx7j
czUix0UmQmkcLMFIvCtMVtIAoNDkPehpCZVEiIelHQruh5Zhz5nbJ0lWNsN4pV3c3fiKzdrkMiq9
WyKXcfQkJNx+LrYx/JhYX3zuypUeY255PheYviM4YdD7lKfJSnJPiO7FncnGS7c6qp/WxVu9JwKE
/U8DVDLVHQlQCMMXdtbTz2VwLWr8FC9ez9DMWRecyKFUt62bLMwzgxxvnBo+xwX+eyuGlGtfvC3U
jks6w00eGwWHIhPh3L/7ddEQ01eIeExJ7AN6bi0i01K7X5enYdIVKCs1uzqt0bzc4iyNFryOyvWj
GvR5YmNAfAxMqx5M7UQdTgejp2n+G3mrleM+tOtm14cBgRZJh/1kPhoZetd9FZkvgXLaF8lTGhCs
NegHs3njt74ZwueORTsIWo1zb9p5zfIkoFv3NxF5zSMTkdCMlYNL87xKpwESWteAWYJCWg93CnR1
dC5EH3trCwgTmMAD2rdNP9uwmSJX4rTajhN24N3SRXQ5jaFztyEGt4dqdApmLgcPWTUI0Ge7K6Mu
teLNsfOR+vrUWK33EIOc0m5Axfmp8T99WdrJeh35Lk7akR1p2AtNDvJEpvX3aPZ81iuMyF4G46C5
msG0VF5N6owDUmXuZtsVPSosVw+HpuDrsNXYwiukEZ1/tCtk7O/CQa2c+iy/Z0znipVOJqGhxKCL
iZ7iAA1txsKtIBnmLth8e8tWI5PPnR624cIlGYpgAUmo0BlcsNWFqxniDoErt/UgvK586Sx4ssAX
I5CO2HUVZjYpQ01emWqfr+2wbIrD5u1RknddGM9pPalI5z1UjJi2ZO4+odgwDYt5M0DFjjQ3ok1G
/Rkgop+yJsH6/b2yRcBWMK5G+2panD1II07PKpuUR3s2x4VoeZlo008shgjhnBYGhyFUg8wHKQcD
fop04+A5nX2OhyltzLkSA8Hj2Atncx5IYV6hbnLGvbimiAH/u+Bs6qh8T9qHUDbb8xotc5Jr/HdR
MIesslIf8sV+z883uNkcsnHL5zVW1xza8nUdtXeRNGL40XKCVRcrzNz2GGsjm2M4DMm9XCfZ5rws
QAiNGw0VY0bYJofeQS2a1ktAg1gDsKvj+Xh0Lktd99Ftw6DwoxD+/iGG1fva447e543AvTndcGfp
s0SgVUmhGDsfQefT2aTAYXN4ciLlzg8mqJf9FdBjm253IPDw4NPGVGkhdPkTFV9pTg6rO3lNrgWw
TL9UkXzusSB1j86AFUYOKOgPZCH4TXlco7Hq73yjii0t9R51lxo4fWQS9U2U8V7QBING1+ZKev7k
vFK2mGgS/Jd5p2o9LmEqas7gu80m7uXBSjA+8VIrMdt8QDwqvtBVFeGlvcl+vO+xJe9IQg+Mm0u7
39/7Gijw23IWb55mHrSZV95mcVfVtnPwKHnNoS7R+2XrXImCqttJ5zjE5cJsyvPDKtXReLrVJFXN
/J994V+Fagnn6+TcdD+RVxtvPxphLRNvMMUnbRkfuV9TPW13WK8ulLbebkaioYTn3UbbFtZXTLuy
zZBHNADpWlcYhxac+OGPPgxUcgLKl2Um4on9SEU+xnpgN5E8Vyax4AIOu/vDM/60fRJFOC2HXrdt
klnrSos6DWxyM+n0tXvSygz6Fn9ZyzlZmKOLzCLFtz9S54aPzbNG+6iHAtuGmV3oUeyOfldlAw6C
i/qmaV4S52PlL19vgOCG9ugBYs5PUUUNOpm9Y3jk/jj3vY36LFMoFOhwseHxMgd7kfnGtbr6YlGr
6nLsepYbp6P0vnOwxDpj89Q5D1YxxF5WxSqxHnwaOIVZw76sd0mhY1aUvP/60emXUd+CVUf+q4Mh
SHSYtsln09IbV181JtbzLe+AM2dMmQqbzpkXIvd7VPLpuk6B/cNhzz3mcQ00f+lpIdQlsC7uAvDv
OURm9AgTdYvD4mIMZlXlQVjr6eSSdUUrmbjG/SKAh6ZUtppQo9YGSs8G02/dbRdNnAWCOXbK9dhB
UN/wrpGpIHhMpBAl7GvbWRtAp9rDxdxVZCYwGuGPepUAvL3vyrBjhps+zQcG18I7lgOJN2lJvVhv
umTgOWLFvW/5TOvTf27O4gnOqhpbnG3ZFivvmyU8ZwK2Q2dfwAkIt4xosPXNbffVzxKE0XvKAzeH
F6WImvk4tXvIFJHYojy43drN2eg3S5tPLquhQ4HhnJtXsz+YlzaWrs2y0l/CL8FEpNJVwm6VIRGb
w8yzOr542XTz0zhsBQqXHnJ7tiIy3bJpVuRp1WJdQ3p2M8/b1TlGzuTb7tfNAVWNy2WFO3qayhp1
f5foLvjEX84B2XNxz9OsJyff5yXB3oK9/juT1HSHCVJpLljyVS9+cT6OKqFj+8auNlsfVaLpLAJN
v8nGzqLNq8JSqqumnDkX28rawxwGyM72e448RSKLFQ7eFdnZ/mef8Rb2XTPjd5cCVrYdY0Ox7M+9
sQeZuuQiFawXOja/JHcVxdFebV89sYggBIplsSyvATLONus10UVZwH4rPIitgogI72xilV0KZ30G
hq/KYz9F+pI9oBouFZHT0LyDeN7uuiWybgPYFfElaEKoUkvZtXMdAH08LWsRgJVW8MFYoU4WBWxM
OpA5v/UJ5o4gHuLT/n+EndmOpEiWhl9okMAMMLh1B99iXzIyIm5QruwYm7E9/XzeF6Oe7FKnWuqb
UlVEuIPZOf9qArNPxdDNl1GlxMUXOWvkpd08soCbMneegWTZLeqqJ2NvDBsg1LpPhs+KQcyLugBs
DLKyle0u6bSbR0WDcOejrWtGXgkvVeyUrJrq1Ot8sB/CEvPkoZ7qwL6zCbrj6J7ACiAzIUgYd/AE
SC9mdiDNp0pmfzzyFG5dZPoBT09WVKC7DpJf614SoD6wtA/l9NKEYulvvHJqrcs8wdXGbZGw9bro
rj2g+alkZ8lCo78XYxJ0UAWcohXTOegN0KzNY97ZrGBHtwewvN+EU+SRhexVxqM3h+OpSd3BHELU
gdmL6WlI2vV44prDYhEj3tLxpU/zPIyvNWHUN31fBH0k8nGDU0TlEcnM8ZpbJQtN70tA7+fJX3IA
knwcoAn7XE7LgUyP+h20K/H3eRckGR3Envldb6OfEw9QGffcpj2RTBNGkJ9t6wwPM9TXO8725V+o
iQ0NMI6rPAAUW4JOa8CB1yANg3U3D67qItEWVkKSEAPxQgIylBfaAnloGoIDX0muQbCutGx+FWZY
tkvDETjH1pwHaEA48ChdbCFtUimL6s4vDPxrRMoGYVB0IVTFEb9pSTkPz4GKRKP86dC5kPSYyhbL
dHqntqLM/Z1tT1N7l5IpTrVbAEBzi+I1nw5+obvPsUcZBUJlcp7L0G4Iz0iXOeE8TNN0P4gNe341
bf1Xdol6eui9MLvFU9ynx6xfJ3nQQMRgBFMJazuEm9M8JWsZLAcStOfwWG7zZl1hOVftPNxo9W6x
5HyXw9WHx3zmENk7A1Th3qsXsVLm3rPFGWvIzaEpu/Y4IrJK95Ji9OxWQJbVUWJwCp8CgrFQ365N
uUaUa5l2r8XqbNGYetrs4Ra4qbnecwmf7Rprv3oqvVtotSY/vZkDEL2wzO5HpJsoiDLj8Sflzhb7
uTPK4xo2/UfR9On9hFsZDUzO7+2QA1wfNvantyzr/PuV37vZh0lg2LrTXH+dl0p8I/ygfHa9qv1M
E6dGcTFt7vZ4VdwEd46cAFvRLA2E1wB2U2DYBnrbzQTJfual12Y7OQbVAPRhhfkuHfxwO26L1fxy
KCRrDtWSjM2h6XPPO/IujkEsMjVVBxIjEEeNel3bo7D8cjn6KAmG/ZCnyjtgBBqS18mwJEe9614v
gma0v/Ifc/rbkUHV+Ta3Y+gdtbYcEels3rJDG/hDeFgLOnOfTTLlX9zC5aXNdZ98lEE4gFwsrvyE
5kG/VRAX9jKuAIXxks7eZ59iHdl1LHZwxAwrvOycS28DWFtGfUXf/Z5d1yYkFE7oHiSwRE7jj+qR
SIAeUUPgTcUBVn3hHRJZYu9sqWkk6rWxG0ICUx9EvLabL5lewi/F6re/UQu71R2VJDmi5RrHg5h0
Ve9pCAFb8+y8xcvW8Zu9jF6nsxOSLc3dP4FYvxpqiTpUOdo8+XNHLyEaHDo2qI6uycjS3U+IuSK/
lc3IRZ/4/uDeyHUchvcZnaSiWk8M7rHPOFkuwgLaPabbIE3UDXJCKyPmGutpwkJTACUtZ5Or8YWE
Xh5R6ojazxoP23cKSYInKyTQed+khMvwLmapOhULMQFR1k2U2bZbYrtXVZacTgYtbHNM2ml63sap
Zo/uW8JgRpj5MBLBCmeUWtUITJflVAS0LWstIo55HU4ImMwcWVNnP2ItAiXTWdeTJ8qemx1q1sBf
egoWSKlVQUL3KY/ej7JZ+nQnxbIJ0Mtp6c6I/fgQGCBaSuOatT7IbHSyyF9G94O9AqkA4Nlavxk9
ztzcZuJKMoGGzd7hCdHEJLeCUiED+FrclbrI37K5rMqo06Fjx6UyVI+pLml8vjQJeyJL+LKT7Yzu
TKJQbX8fkxnBDiJ8b0NKNU/fh9HaSFHocjOeUAjRlEADUhIANVL6HCmqvx5s5uD5Z9UZsBUjoeX2
sz3gHK4aK9Mou3o/P2RuQaZsSNYeqXyybd9mQeD1oZ/7fj5xJpUy5v8r+BJWtwY+x+F5Hrp6nPGh
5tu7kxVJcyTol8wz5HruGCc8qMC9KOy/FFVqq7uOFjQ0CunopPGSjWDndmj5l9UyLSBRproK7qa/
TqaEYXp7T3kIRVIM54CqqZ2gRIJ4ac5NRfNwNDVBukRo3jJuhboFvpradNx2SRuACjpaWW9rU7NB
8XF92FYwAHW12Mdg9KF9o4UmuhYRH7AgZzBplLsl5VuONlOp/pRDqn/bhhzYTIEZT8xvacmcQVnf
6zTl4XRessX55Q+Zn8Q9uPdTsQ2Ii7gkMxwVrfKvtGRtYuzYPlaSJXMjeETvtUNG48dYGZJfZBCi
ybmG5zxuvqiLY5jUtrpwfE5lxJgtBVdE27EJe5uNdog9PjukjIvB0eOL/23zeXXMtaPKjxUC5erb
0BOQv2PYgIve5aoRJ+iA9IIj3jJnzKRhedW/bO3erxf2egH02D1rHxR9Rz8f4N5QBM5yw7lZzHsv
bIM4uHrGdiNMgnPyCGytjyxEGS6/tMyqC4rlckGM6Q0Y0hUI24EnvCnvnGsAMm8g6EaMUT+5NP3a
32UjX/9h8439Amk2PdNsEn6KRsB2ZwO3ow0ubfPwIFC0f+d9aJW7EUIziyCAHHkowwVSA/S9Qgm2
AIDLZsnee88rVUw584KV0zRtsBsRzM0IlodZxKDtJWSfkwt042Dz+U1JlUmPTc4ZUwh88Kx31Uht
3eaSESAKO+jfvWuXxNSJTFjbE1oNELexS0I/mivbu6vQfmXPqybTqNiNWz2YPWqU/I76Oqd5kNvc
Q+4NtPAdpZXn1wD9wXm28V8SymflYnnqQp1iGrbb8deix2K+WcB+9QPDyHrNMggSxuHG1vYRypVB
xPXHTjyCSFGibLFBt5yuQfFVD3Pp7mQivP51A/dlkCpTMGGm78X66nSdNd2ulQMrt2Eq8e6Bvarp
QImA536xdLXJCDnXAmTs06R13U5mPBuIlbJoGLMs35VzMVp8TG34WLCYAVtDiNonhMzhh0T1XRxG
4/LchGG1IGGUcv1hpnDlDiw7KOcUBQ0PVTKmv622D6dnJOMQrgjuzVvvOd37cD10nnKAovlxk2b6
RExb9shZUe3tumnz66M7IoSK0zG0BhKd12HY60VNj5spxMQYm+iPkWEoxXuirY+1tRgVK0/gaApl
Pc2vAR6Q8YcPIIyM3J1HjDF6a5eXjc4Q+3EELEIuIYzrdqd8nrikUtRwT0KtrgsG4oVfG6eyv3Vh
r94kKn1z3fG6jzqtivBFJAXCcbHVRXg7221aPS6bvKJVQR50R4HkFn2v5MbatwKi92nLQZVu+77r
wlunVXAL7jiVLx4eU//eGo0ojkxBiYgFBY0JJUXhZIFxWUnPVuun+XJbeGBR8Wz86UfIdTvth6xt
Oa4HbTeHmrsbf7zjUPxVkf32UKBHrHd+3lIJ6TVswY8r4JGOyPlqkh3TRj0e3Harph2S2J5kTA/K
H9XkNcmA1Wticmk3wffPQEbkqbsl4171qwYG08LIfcrnTmyV6WbNhOEH7d7m0L2OsXgGI70qirFH
mnCXS8JrGO7XHPxyX3Z1oJlh2q6hc3DhNwzC1u5/0wwmRXbVRps17kPhib0DJP6Rl3M17xyH2zo2
KlPu3dBrvkd3ILj5jkwL5NNtKNrhtQKf3Q4r9STXJ5KdC/MxoPh+84emOrjIVFZkmOw2BSke6KG4
s7kIJ997d1pApj3TrlMfS2to+5uZxe3V6dt62E9DsVqRWVDowsZK9Mou2PXDRvmGdQg8Wcu4adO0
vcxOV2Q3btBOTKtyQp/JR8MM2uTzet8QmEC8V1dpklUp1S3YO4dmYPwO1wtekKJ6x+2sTqSFmudO
ZkiHlq5tv82eqn7DQwavFNMAhxuRIL3fxHZH63P5UOF6fpwbPfbxAkuButOs4rliGIbvhup+dicu
IvhM4o+Yj+Z+3CeVQPpsm2E6zM0gw1sgSkdFJsiGT96GjuuU9R9a3JkpeNBMoh91ME0YJdYeKdya
esHvdAlFGheswMseUdzQnsKsk79rC2lr7FcIKlgjA5ETm9sVrQ8XXS7fDfL/r8vAPXHls/3h4G5d
aT84dJnPeygM0Z9lbpLtWCJX/0AhhQFCrHXw6qjR7x8SFYrr47wWJRhLkOgHE6wc1EMwEWE3LYH3
LcvLQh2BOWDKdDrkF6nWEEPDkKnqxMU+IjtVqR0rT/V1jJ4V4dyA//JmY7pcUdkRLngZRJEJtrCE
P2XN54QRRtvuJVA156vs9fAx1ZawDyorONnZ1Tle0Q6yHpV55XffHK6SL0vmD/0+IxBHxraXyeBU
54z2Mf4nt2W+aTzSoJJUK5wuLVqywp/rH0sVmK/ranXmYil7PpdjOrnPZs1K6DG5hs6T3c4YecLr
hb4vB7t+8kQ1K/g0js3TxqEVISwvGty4bRceNuOxf4HZLll9cKzFybEuzOYxs6zmJ0kfbMKrbfef
1NAW+oBEC51yMU1A+rpptcd83thfaUwbslf8N/MXNhS8dEuwhjSJc2+ilpA2rpqee3hlVP9euf1M
ia02HGJ9cJVl2TJA9lyzYt4XaC2/DGG4yQPaYvmCOjm/VQjVxl1Qhu3NVbkBDiI3e4kq3fqAzU7S
imve7TLQVyq8z4USzrc1D3K1G6BLsl2/IvLAeZ1v086tqDDdgUZrItMoolliJxmYLtXooBPHco2Q
Y5aWAEEZVrK/RnI0Xt2tTmEtUEn8UAav81lN84aL2t58+vcEMvF9Yi+yO0qGteTK6of5foLGiD1/
Giwe7xrF7CTYtW7HBtcaWKIQVWTNkjPWWNrtuZ+ZbG/rGkYDIX+HtARBIfr5RrAXxNUQWEPchuly
T3DS7H/f+ECJWWFwtG9a5daYpAojpkOWh0bG/izX8lSpxe1uCH/imKi2asTwM2VLHpFy2zu/HMam
awEKTAgQfas/Sd7C8sUXIvMIZvQqN2rt8LvdoruihXir8vvNHqoutvwAZRdzCT0WuySDzEIZnLY0
q2GVGU6BBeQOkbuhme1HB4RZEd+sY3sMZyY0syLwzRnCse2ldIjF5HkLhC0Zhehqbu+UGoc0UtmY
qltfrs53uZBcDK86ze4RYGlZj0Mezu23clCD2OcTCvnLVSvWRg7Cy/YIzhdMkW+leLwYMILgNDhz
UdxtnaN/sCKvz5xoZX7ER5Pf0aVs2uO8pLl3g0Q8fCWcKv/RjLxPuxaNs4souOnp/tJNnrFYEuC9
q9XE5YymqsnZTRCd7rEaYEaCvE0BmTTL4oG8NLr8ulxyOSPD87bjXEyj+4ityskPiRiLW0KYtzEe
GHjL+4E949AYSeoWbaQ952Vu9b9p9HGLC7LD6T10k/zeZd9YIsSI46/Ut9V7KzFd3Qfh3OvT1tvj
k6oWWX7Y4BDbly2d5voUjGs68oziIYka1U0hQ0KphnORKm4Xjj/ny+KQebuv3IpzjpGfg5c70JAq
yu40kEXrNO7Rmo1rRTgVmmfg6/y3tibrR4uIj+3OwCUiHDT1N6tumBOVQ3PBCcbIz2Mvq0oGqGLJ
YpEXV8IroDR5Tzt1e9uDKzRRZyPSxdkuSzcuHWV5YPab+s7ADnXnTPiEmF+6couWBo9pXKkcNeFE
CJs8+Rb6kWNhNvGhDHqqyEGWXR1tXyXf/Zlftacgk7wj2LgHPCMIrcyCKOaahYOSZ6ybdTx7IN+H
0l+XDr0Dz1KNHa7pv2bFZAlInmv+YC+9eTl2YJ8dh0IdfMNBLJ8QV4jvnPCTf1VSlekBpW2XvTiZ
bVqU/dzS41NWzhr+Bo1pEhf1ss5cQF5enhyRCqZtf2XFROTe6MgCHX/XXeaao1xZuGC0Ul3fZYIK
FZx9iTaPdua1QzR163RbTmWD2hRpJAuUhAe8w3ahbUSx+Qb1X8uWWkl3zM1yshww7h0Iq3MSbeXb
qLwWvD1YNoYiIg6oufGKpnMfaJzI+oNvXcGYYQrzR36h5hOVMZ/PboMlY2JbnQxgoRFp+yKTBcrD
bNOIyJdAezwxs16HS6F0WMehjT6txG2HEn/DrHzkiLOnk5UhX0UaEQ6cjqYfXpGnr0zQXifSu7Q3
zXg/h9tm9gROb2gXrnWjEBcjjpfBYLQ/Auwn6plfqgG/xbiT7OfEll8SDa27b52cpVdlWZggxWs4
jMMMweBqG0znE+KB20RYnjo0WB5uypKH/knZ5Cad2NaR57NpIaHzO8dK3qtyMaCijZ5/e8gQtjPL
V78cLUheeUEsz6jpN6U8IHSveJCKvLwz2pnRpqKQf8U7hfaL51RXz4yf4Q8EjyWuYZWabo+hS7C3
Eg+avfpdln5DZaTWQ0uQp8cuQTEffi1XiUNX/2v5JCdP8t6Buf8Qc9vPO9S0xR1IUZ9f6HmoJ9K4
yuH3IjJQbiAhVP8dkYE8QLSW29S/QNkdbI+W8ovmVU6jys3zxzytC/wZilf5jTu6wQmALiC9y9BK
Bxdk5bmMTIkZFakkJG6UrGN3U1eySPbgeMHXjsip8ohzkKnGUNBKm1HvlNnFEbmmWpNaCOw5EEzq
KuyjMDdNYL33feUO7ddZl7xlQhREWhKWRgmC19jjGIN5B9UDMl2y9v1lxZuyijZ9WKpEc+tO1RJD
ArhJXBczQHdryeBLk6Ju4i9d5+SOlwyBxXWde7FT1zGnaguYXxIVcET4HjYlH6tvEA3OwNUfylb7
t2ZRmA4UYACHrzOru7n0t/e891DLDWXph/taJnBuYWmz1YhiWh9rfg6fCj6FnBe4ZRcphWryvY14
wIslvRtzXEtcgXHjuOAUOgXd25kendXeT4VbHhHjlMFB5EHtHhcLqpRErqY/2kGOuLYbVpmfXD/J
3cOUZ/KqHvOKh3GcE43CrfTbh63u8+aJ91f758Sx5uWMjQLQuHLNQ6bw0e51m00wT3yITOOEVwm7
dcwd+UBLcAnbvrlPV7brc7iSOYL4pdyuCuhpDQ71mHk66uFGvw81/HysBkv3+04BEDE5benTgNh/
+daNEv4r19ot4wTFh39sJz+3T+3UK8ZCOg9+S24+jBuK0qXI9kXRHCfjTvPj6OjSx7FXrW9qJpyf
H+HXAS4E2d9kJVrAQz4Yknk0f4jZ2yPC1p3ZUngIMh04u5sUQyKAU8flUpdoXXZL6Tv80kkBwQEK
V6FHti3/Z0iNNYSQWLJ8H/Rr58Q1mdXnJeSE3COnJMfU24Tfc0Ut/fBlmNLNh4qiPkm79uDuxj41
65ehTIKnFBbHYTpAsx/Z7pgUewflEYJmneFrbshnZtquvGHeeYnqvsF5wMuHTShZVN0MLSEfVA4w
weRXnlCLO2UspNrAZHzj5hBduIZj8nFSdXB6UP7zilYGdKpBX8qUVdoDqB/6uahTc27ti3Lg+kqI
dnTPy4Zi/OQtdfATcgG3FbhPkcZy6RYZb7pev/Ciwhjitlx3gbNq5ygbwmZJTJjc1w6Bob7V4byO
l7Tzpjfe4Wsj32TSuA61/ilHuf5Gj5tjEeusFdFXwHzsGySd3AsBBqe2AFi3Qz1CaeOaC4/WMmz9
fkmTZIt7KZ0nzRP9SNF58RuWPIwQ+V3NRkDQ/fu2TlvBL+cz7c7sFXhHprR7gI3qmAAXRC2UT8OG
M3r3fbDTycbBJmkEF3u8NY2OaenwELh0HDjRkpH7vmNuXb9OoTe+yM4ZPpZaraeKHKL80gFI3yii
0K4u1Rl3TUVTCkJdRcA/4FVS3HaI3N5F1gcN06N2WnTWnM08/qpbYkKrEqBLV9TqFMxWUEarzPD+
hDPRGlmAmuHYouQjs8HqAiQHQdo80gTWfZBnmz3na2l9OKaBwakVF8Yt4VeVjGc0zN4eZXtwq4oF
pwiVOi5KJ5sSP1mqEnFGIubTleeEw0NVD4COhO5ucJf2u0298RybxSVpgMQETOEq0Kl/XCjoCIH+
0BQ9j6sfsslxvezYh8K3AbFdjjEmMT45Qon36iFXLuBixPKq6q376rslvVIS5vTbyMG2xBVA8/fO
QtK1Q0WcLkdi5+1vPBJEg7KI2Kw+al4eSJBwr5F4m+dSFNKXZTyEZhgeKXLpUU3Lzfnhd1sz7HDq
I/fVirjsKN1U+5IT7yPjrjXpY05G1E/ua+VHlqlWwd7sSKSzTVV9b6DkFjTmnUJ4u80uMjpZwl31
k0YvtEnm9a3FlIr4NSi9kxLsX/sMYT0IkSBkeef3BFDshZNBXbhLGhJCkZNXNMLEmGOZ6inhJp/9
98B2ZgwssvYeUpWy7jhFKN+nRAlxNFotT0VepdWNnxThb19N+ftgtbzLNe/Wv7DQzURE2tVqT/ZR
9qa0LqZTl28YMlSqwpMVSjHfYwCjyGsKF4NgUuRyvQQ+slLmwwnIQ5d0lu7KcfE/1nlBCbCYcEyO
JczzjYMrL8eMFJQ2089wxYdxPLrHzdrWW9ONszkLPHZh5JfspVgK51DdQIcONS9hx29hGQ3ijBGz
KCE7CY2IPGcs2nsq38mw4Om1v5ScFs0RTRZlTpYs1+G59E3xWA7r9sPBznBeHGyTVyp8xW846S49
ILvzNtxHAch0mPih2LstF/258TvXRmtiESrn5lmZHj3CF+DdPVen0eIyQh6B3jPncxmW+VW7kzUc
cC36d9uY1v3RJ/PhIzcsD2Cobf2MYrOZd7PHB8djQBQBEhGfOI058bdnXRlv3QEWrMhze4ugtdTx
kasYa2WrYaFf01MKEBkLe4HEL/LacZlNpu7nKAL2gLHA274bZ39xWWi25Kk2tbQOEofAD7uqpH92
ZyF/ma31ajAU335MtrJGU68D836tiEYUgrOfacBtQu+yoaSkyp1YkIeGcCq0yrBG5rK2k7cdcJM3
SGGxy+w8Ika/zTjkQccDb/gW+nVmnQ0Y2kuHAaHY4XnO70dkwgVkT+s+OuDdPGWrBPQXq86TOwyG
OUbOsg8fBqeqliPGS0p3xZV6QSnTvVjOCA5lNyLMYm+sOl4fqx/NQzinSxqvc0VX2EC0uz5xPDFU
hbVTEZS/TBXdQEtQVjxPirCQvEEekqXQYJxEYyCPrXA9nJL/goLqq/UT9IJrar9i4L7x9DLxxNXI
lJiNMigXQloM2j8Hcup72WfhQ8H1RvwLF8mnj3+rv+RZkorYWhQQA5jDLGNFiEge4a1VzyLZHDTt
ss1q+ih69ThmHaf8YJjjrLrD/krmDcI8sAmYtx2kQSqjrUxa4DTRqoMNAYWIqcmktzeQLICMtq2f
mcOY1WZtO3jZBo6p4+bJ9aFyOEN30wpfNntFfp2Se0DlbfILIDCdZ/t8Qei7mxLakm5ka1fD1W/C
tPidtUUpIj888cDnzF3ieTaVYBjm1yeXwK2vie4G0hUyidB+yzlBDsRyjf3FZkl5TmdV4rP32hwV
EI6paacL9OZ3IAugpake3LckKJPHMd2SOxtKJrlxtb+pPaEa1hyH4ezUu211/PWmTV0C0pbRrn9T
L9h+WJlJ3lbUodu5JHLrNwxHTmNZg9ZhF4zbROx3lwF/OUlY35L/zKEr3Sn7TmBRpo6kxtGGuK7V
6rPhkHtwtlTbPSRZ5wCz++xWsdfD6fE1ZA1GJc9P5ElZqOQx3PsbcsW+6yEadOBEblN3+5I2Qe8E
/wUfMQZWkUTupgLUaUiZKdcoK9M8Y2owj2thpidZ64FjGsX6gNw+W7727nUFwSAyXQhbQB4WlLWa
bzjjEvuFpxGnhL/KZorawPOcOE3AQ3B6olDbsXtek/Xtcb5JggUxpGd5xGHC0tV7P0gdO92VdCj9
6qDSr6I0rMQ7kPnpwzgBEm9Wkf45G1s0+cTd3GiEUF6crHBtBDOlGM4SmeY/0844S4QmnGyXayiG
2G1oO5KDB7Qykgggw69eIrI3stj1S7nkvDi524yn1de2DdeSuTcLVZNiV/DQkO3PvFPEXimJjVhz
OzzqsJC30K9jc257sOyHxlSIb5Rg2SMrZZKfgryBej/NsHSnRDEax0PrsdOTrIfIKkuZZWIrdYp3
fyi67dDBoJhHfr3luedCIm3f6kKAUd+TY7zhIUAkyX3l8xF50Je1uw1vgRGWg07MWZ+GcFL9zkn9
gOuhMtgxUGggCHH7EX1fem082BcyqfNjby/IeEi6oY8DkEcO92IL81cwfN+75+GrCAIVvklip/O4
x4hHgRdPDRJqsEivS2O7nIl54V+duphMY8IICrWRb4dJkeR+Pk+MVKBCwKnkNdBu30/zWBwGcmoz
9qZsuhdisq/JAEF2t23SCl7SxF1f6+sLCOpQsLxWedLmFCP12xqtXlvepH1QSXJzwuF9gtJcjjXO
+fuaW4CStIay1xRCSXMfmPlzRNb1ixwE99a1apfAIhUkwT51kUZf8KfZ5DK3ejmTOeRd+p4ixR12
FTQPG+MUDyn7u/fpAHR+ddBdMiuhKAKoxJSpXnxRyTae+sknv4ZbeD9gHToTLzF1R/5ZVu6GecFS
Uwm/tSOJX6g+BK5ZPys1g1hvUxamkWCzrT8BW4MY4+4VqpE9wzL7nSVPCAXNZZIT+JAVdB7DiPLC
b/BiosJa72TXS4HMZ1wQ1SxfyVezX5ZBVD8sHpSPoV70Xeam69UMknBsesna/MB+b199xw4wGEBw
+CurLSrqYFb8Zbdyad2EPN7rTeXW1aNVFqW331D7FjtPISR4J++CR3qmXRjPGaHL4PEb6yGXC1Ry
NC7t/LwUxTY+a4g43FBhP77VYI3DNUrKe0c/MQdHxGGyQ+PTcDxS9ai8XdexeZ5mW1vDJ7S33ezF
nHftLXiFvmiGqu3Ywz+LOLNTC6MCAi2id+ole2L4EJ9OmjByNhuiEJTYIwq3zS66kZAc+hx2HYyR
Bi6WbXHctnDFJ9ZUTMytb4c8dFnjMhtz6i2Hmr2NV18PTvuAhrW8xyLTF7dzW3kIfewaSVWZygYN
cOGmsQdG3DI3TleGsyNb8YlsMwzpnpMHzRkNjC/3qK6Sb+RqpcVja7y+OFBwIZq4F+GM2DIQ3T21
zF23c3Kb3xr7jBAXESDqjjRpCMfKqavsAvCpGdYoHZrQXA2r/T4GrfXT7uZ8fXOCwH+y3W2k4bpE
nvejQ9J1kOmymrgSC8v+JqbhZ0FYkT6gliseHZKLiH7Sut3u866T1MhinaHQDVFtWt//D4o/3xrz
cT77wZRd6pGMvnsH3UHKW7EuTvQ/IpG9i8y1Pm/JRPOVUzdtQ4SO21TxTMrvckBVbmv+UxtiA120
66nt10bFleGCWg1fGUaIcv5LWuc/BIP6zDPEZZLWykpy/ef/FnULobnC3LTmTAC0vXc8LdF7oMgV
rJV/C3u+Bmf+EaxJ6AeoqU+0JP/7Ixi0uKZ/4tAxZ0PsQZQQYhTnvgjuV8Je9mA+6tNKNtaHkLEP
nhpNmWb4xthXyL+kaf5THqOSNMND9Chqlv6I+LR4mAHAbHMe1DYeDPmWxF7n0/G/h2j+Q6alrwh7
I0fz2tIg/4iXtFKA2ZWt42yS/oUvMP0qkYxfOUPrDFzAztRVGKz/+w91/vFTJtDeQaFMGdCfHSUN
lsY5AUY8z9PkPCJNCI6ucKy9C8VyYMgiiQjdTFwP/ha12BR2lJWG+3bWfyvZ/adHixiu//tFrhmj
//ZokZ7Uq97nQ57qmjQ95FNB4OQ32D+nv1Su/uPXiQSDgqdrUPt/JLb6i18ptzdnH174KAPp3fvE
wP0lg/off4pyFZ+WlAjW/vg6JzQnxkH5eRa0rQJGud5Jz70X//fv7x8fmn/7KX8kXcsx9VFXLebc
YnI+0ziRxgF8z1eStZpL0SOQZMSb/vI+/MNXRYWPTSmpYyt6gv/40yiED8EVXXNW5BvGXruO96ac
E8LYsPH997/vHz5FNJ4oZXwkSKTP/xFobghPQuNRmDPFcwI/7OgHBySQ5d8Cc//z5wieBlvSZuMQ
LfvnYZM1HOcIU3j6ikHe600gAd2W9C/PxH/m5PJTmCClizrjPxNkCV9E7+3x5CXEJx4C3YkvSbhY
y2XLC3EG9kvEX6rWr9///z9EBVHwLs0AtiIQ/s9nXVBdosgXGs4MB+Yt89gqrKIq46XxUyKSr9n9
pa9Jc0uE+EuQ7b+KN/742YoShNAnQ9wNqLn5442GR/lf0s5jN26lDdNXRIAs5m0nNSXLlm1ZDhtC
lo+ZczFe/Tz0LMbNJprwP2fjAxhwdRUrfOENELuiyZOdYmleAoAXKSVDccl3y1wUXmeDJ/Tqlkjs
TJ3fqshKNPO+beEbnBLVrUijfDjCyHmhw2Km9pjtITn45jmHHgsqIEPXk96p4wb3mW3SVy+Bbe9S
KPbZEXsnkK8ZGiYgANPJeLbrCXLMv25PVKt5GAwNxRa8aBZugpqbFlEUidELncR6RvgJYMIUqh9v
j3J93uZR5v3CDY3Z0eK81YmSGMC8RppPyAaESi8hC4bC68upubs91Mo5YATLdVwDSURkli6/mQr1
dHICm6Hwvz4mBoXYGQ64carXJoRpBY5wumVY1NUvR0EQyq1r18A0EKjQfmxMaEFT1+zgImy5B64c
AAqZKqVUEh6bPtvlUGCWc3iIzuAF5EbFLs169J7afpYoQpBQhO+QTQ1fe7cFTitSZQw37sr5318c
AofhNcOGgkobYHGBUTyNs9aoBo/qiELFMKMDW/RA7ygwPFSVGh8svdgyFV9ZX4eCn4nzGNcMTsyX
ky7J5mJb1qMXKxEWHVafHu267Y86Mjb//ikZavY9MHDkwBjycqjAihGFT9ibsTF8M8TQwteie2vp
RrYx0upK/jXSYtPISkESps1GTxKEfgKTZb3P3WKE8iI6r0K1hC6rY51un4fVQWdPAh1jHJWI43J6
0NzInR2IGg1wjJ+cmOAtK0lbnFxoj5nWiteRXurP24OufT6DN89gUXFDWOp/Q0QL6OEkvRfAXbmv
ssTCDx0mAxXpemNR14ZyLGGAtHM1gcLg5fzQkiY57cvB6w1EvnujglQUdf+1Q+9uvEQrKwkcQjXp
cvAW4Cl1OVI1GkXeaVbvxU0nn1AF1U8jZiBfaNZW7xw/AJIYqW+3F3J1TKx/4JLxBoK2vBwzGikg
anM3tAPqm9HwbdKHFMn4QzQghATnX0XOZwQlbpxvD3z90OuaxnuAv6xqzYYdlwMDbssTdI4qHj0z
hA5N+zzF0+JXkbXFfzqiI8HGd7y+txnQUE3eWYw7rKUJVs3B60PYo2jTKw05I9pwWRI1G99wfRRC
WoJnwWW6OIJak6PWOMjKy4oBQIgLHP+jG1tiYzKrq2dic2bxH4yW+e//SgUKApnEaWDYukrnQ5+B
A2b1jz7guIF65UaYcn0CWDmMbB3ecXG9RzTKskbny9qre8TQAP80051FrbI/hEgf/769L1YGs+ZQ
AUsv9IBNZ7Ev6JyNdhWF0kOtR3mQeBeewsHP3o9queXWNJ+ny4dHR7+T0MvSZkeGpa2X25smzQq/
8cqyqeQvxJ5J2UQ7pu9RNwR23dHY7O5hCvlP2B+lpNUaccXt6a7sFxSUOOsEEi7uxPP5/OtDIh85
+QnlWs/0w/adKlvQMpCWXm6PsraohEYuqSPmQ+byiXWiqcCbqmi9MBPhyZ+yV4i/2dE20F68PdLK
xpwvEpzCbTJlsZwPjYs+1Aa79qx4Uu9admNMfRwlafrZXXuHXqv8d79qUmJLxe1cuARLS3uUMlQ0
U2X1vATS/Jt0YCol+Cl9HzOzO96e3co6OjqGwyqpHU/68q0rC0wfdCQUPLVWhideOdSPrMl9EFCI
T7eH+hMYL3YngQnvKVfVjLRd7AyYiSGIHcSbDLiq2b1KrecDBT5ksiCAGPeNWRf/weTtX/FMEEeu
d/VZoEa+cU2vzJitKQROKTrh6PKhBYg9iErM6Auwx89I7NJsdaJGOY8ZTIDbU17ZO66OLjK3tGoC
v1i8f7adpVYbRa0XAUN7UPrS/OJXbQY/saH+hVolVjaHfx0S/yadF8EAZoPf0Tz9v44f2KM8T6O4
8XDCQHDCtI50kJuDijr7Pu+h1t8e7vq0MxxekXjAsF/N5esw9VTxQunUXqixX9HlKO4U5roxyvU3
YxSi+dlXTaUEuVjHFAC04fd+7UXSnd6jCuTcpYELCHxWpLk9oeVQfCnV5uzND6qFudciOFIqA4OB
VgEGUHfVfVPoDZBauzgFZvSvcdifobhWdAdpRPfKWTLFXxax11T1MDzJz8Ri3+A59jOJLNhYv+VX
Wo4079O/NoU26m6SyAIfjbDsT33rWwdDQWXk9tItX595FNg+KtUHjWRymXZ18UjfjaTK0wiyEIY1
rRddd22PVMQ+dlKLj4hXuo9YuzTHASnGjcO2MkkMxXTOtkb4RYZ5OckER2csllC2FEBH7nPFac/R
zIq4PcnlkWaSRHk4qWBHSNlWXWxFNMcsI+Jm8fLEhEqfQZuNUBvF7iYCfo5rzT8aEM3j/d/QS7An
YQxdzqqdFII8X1E9Wp3oLmdTEn+raxvZvNvzWtn3rJxO+ArWR716CDowS6OSWwLKDVazkLzjCSko
SX36PtOQY9gYbuVjAZFlAefCA8y1xVtgFhUAd4gSVANM+FJVHL/j49re7Unp8+r8/eSwelz0ZFNC
tfHrW14cQloxOTpYQk58475ERR5StzGK5rkqFZBsDiZ0EaWiIDzlRjNi0lEJwcM+IeYJ0LYTeyWI
tPAkndaOToGr1mf2ttbsa8cFil1N4YhZA9cqLHoalB+LOpfKAd0f62kCcURFKlV042T1SeR+Rz96
bH6EpegAikN8EHT58GO5H3yUYPYI3eThHjMhFZA73ifjxvO79oEdDOU0lVaOTR3mciMNgUAeB3FV
L1Sd2JugRu5iJS2okcCLu73sK2eEajDLjuP8SoUsjtHdQPZ+Qt0r7L7aGO14MOf6Q2u05X/D2G2Y
Qs8ZyOIj63REdA7KXPZZ5kFO3bf5pDIcboLIH01B9hs/TOdLgKHGHo1e8UFgveaVGbYqtyf6J8y8
GtokAyMRo7q7fG2zNIibqgI0Rsk6MB/K3Ii+gepwP3WKY86WsA7Se2EbfJhapfomsrY6QUCwniu/
EF97hBs+dFRCj7d/1cqX/lPWBkrPolx1IbJB04IoMXBrhU9+DmrZ3CNTUnwBBxhvLMD6UHTsaCdb
c7nyclO5xoTygmLxpaWKtGVRgzkyo/yxUIDJ/A+zmpsPgtoW9/viYc46UWH/zmuJ7gokK7S85SFV
wvATBHn5dHuslQ2sz5maReXewA97Ma1qJASJG2fyADxMyUtAbPdlAB3x2KaoF70JMSobj9fqiJAu
54Kazh+LEUMliwItySdP60sbSQCUL8HuYUjTBpSX02DLQHtZJeFi5J3UTZofRG1XmWLTKaVdJXL0
kjAQh0FA1exK8GAATjLwrsGbSmbyj5H3nzHZk1zERDx0VRebJQSNmgUmF3BuF5+Au0A9Bch8V/Rp
9P851Pz8/BXwyIK2fNA5ozcJJ46OOR4JH7MEhNNOSVUxbmzN1cU0ccC1LR3rxWVMgKKx5YTgWjy3
6bWHHh+Cu9ZI098zHeAcTGX5gnxvubFH146egG5m0JqnW7Z82mZoYdm3FGFN2FHvB3QQ72RZR+g2
QTe/fRzWLli6EQ6DGY5lL0953NRQ0nN3QFFA0HsJiuoMnxLlCYRvSCqIfnDvwkwVGPFG8Wlr5PnY
/P0d0WiNlTFnkuAr91Vmg+dyR7RPh9w9G4PW/urCBqhEbRX5xtDa2thza5rDhgOvs3xWKrPswBUk
fNWurgtecul34DLHqDugZhw7exxRwuGQkxb1ewugtDdCwI1xCvDdewS/HG2nQmMI905uBChxQ+RG
BW4cfGdXm1WDp9IkeijcPTJFx9sfbG1vUG8i+KHdYlxF4lmY+dqYJapXpU566l3FPqBykBI9qs7G
3l+7uAgoVEEcx721zJfUDiVqo58mr6ur8RQUYXPG1ac4qME4vQvDYry7PbW1s4aiId1NgnyTCvbl
jgDUrAcBGrVe5/quOBmt3j5mPUCep04vhONl/iyAoSWN/HR74D9tsOVbDxAGEgVPPZHyYmQr4J1T
0eLwCmUQ5WGSkfFau5jVeNKunBreNrvohKEYgnd9nYQIMVSQeECLDua3HoWH/APcmUSggB/Bu/IL
o3cO5RihaO+ghJCcGqjq6rmouvhLhmTbLO3jly00lLAO7mESTF/iqlMBXY2mBRAWOJ7xQwYQx/eQ
p+TbJKcJaQsHzNMBDlD1PPaxDS7bqQa4BS3SfA+I/OiQtW8vzMoOoAiNpJnLa0KUvbjWhzhvLMjF
A6F8O6uulVqqPMRJ2P8ANBynp6Zto+r072NqNsU42hd0MpZxV4n1RdhJhcZCgSDAoSrzkW3HzXAE
tutrsGo7ih7/y5g01g3T1SkeLwKQOqDoPdSMORq2z0fQgGVL7oaTqQzD5051Nzbc/EYt9hs4Ep5K
VaerQLvmcqejpKh3Plr5XpBhMbHzJW47exN98S080MqRMqiCm6RIlkVcsPiAbpjo0ehkg2cgTBEi
hqFqClJEGXBaJGUT3AjCaXoXN2P8entFV64pA6NpQfzMH/S6L2c49XFjqSYtS4EaOi4WKFu4R5yF
9O7YCVNsdGXX9il7VDMNDXUe6nGXoxnZgLQudDCvklOLFJNEr9SIFDEcbDkhrWKhs75xD688IXRm
TLYoyStFnsWWcYowkHpYTQCtUP98lMnMY7bCxALDmb1aivJo57Y+7HNH+htv9rw7lruHLvAc/msm
1sWLoRFvy9WG9NTjTqnOXP7pMZPgDmvHiD2Mb42zhbvWIa9jZdqVXVVvrPbat7Vckmv8FHRqd4vd
SwU4IzjXuBVk/tHB8cjDl+HnhFnM3e1NpK2NZCN1Ptd+XOKv+e//ihESDRGwPKj4roRJ4kMYmxRV
oU8o+QFBIXovO3fKykfdbiExY02T/6iaKj+DPXNe1CzXAVfC1fzJKais+wg4jvRQgKaOdPt3rhxn
nivMTQxBFEV57PJnAr2RtpsNk2eEU3oQrUSwvIEuvTHKfFgX3x3WDzIA1BWpci+jFkVoGB2iYulp
vPrpnd9lbfkAkDy4b7ExglHd9bUOO0iLH2z8QhGnCvLpO3XcAhPVIYGgAw0gv1PtCOqCDfP5V6OC
VUfwWeh4sUzClnsE0BAfRFoIogwpJo5kfjZCWoldN7Z/WkqD9i7K1ap4ID9Mx7PTVHhDW4ad9CDp
Mxsx41KOfKQoKfEJkFzW77pxjH8ORlh+NKIg+C1KK5MHv9cCaMY+PnF7PFXx00HQv77XEdELDpli
jTlGPr2419Umy7/fXskrlCTpikX1XpszQVqsyyQwNfGxnrN60ug2Em9EBWX/X4su0VeI4GHzpBqN
Qc4bdVb/ULUDbkc5HybcU0gbf9ug3rONB2hlo1PR5yhRnyMoXXYTHA09zrTSDE8vwPHvAlP7QpZv
PGGROHy+PfmVu5KckM6aQz7K1OeL7a8zpbp13heliQWowt2C8pys0P+JbayQAwn79RNthvDfExrK
KNQgQQcx5PKyDKZIRDgU6MhWZJZ1Jmxwo1MvsMr5NhqavdXXm8/b4qA4gJ1M9P7mTH8ZQoTNSOdt
0nQv0yGb6/Aw7moLpwIE4rOv4NH7U6aWH28v68p7wH6ieGwZ9DK0JQaK1NHuZB4aNOttYLVoMgkc
0J2sf6orl+i56ihTBVPyAJE72MJxr1xAjomLPQ88QbJwF9+0zybEAbCFBGyLkDiELZS+omH892uO
hxzAIz1ZjWLy/Cv+2jl9hMVLMuaWl7Rmj4WmjRt4qMUbr9vKUXBmoNOMRAWZsKyKx9J0fYOAzBtQ
6T+4yI7hCCeVo17QObz9za7altwD5ICmS67t0pVdwuMgFsA/xknaqzsbjryVme8MR0bHSDGnsz3a
I5XiTH4z2k4/hIoTHybsWTZWdeU8zkAavhyFW37JYlUtSBUIYcW2Z0Ke+prGpvxkV5p/Kpze/Iqd
ebDVgl6bNVhpY67rQTMnYrr8jk6TWiX0JWuOdvNnNTfh/0w5RFPXLA/0krAXHHHxSfoB0dgg6vGQ
nOyNC2911g5RPiEiP2Z5XJJRHYcwVW2URF3jlMAt3mPqg7wW4IVDodvxVsq/ckRclaK14M6fYekL
aCf0/dSK/db2YHHFDkomboKwrpEfpIMDi10aszu3E30CYoHAlaM2e9em3j+acb3rKPkekMl37iLE
cl5ub8K1H0bd08DuSiBnoy6CB61AKb9XFZOz6xifbELcndl2wcb8V65EVvr/jbK4IUyUnPBsj3Dl
SFCm5dn74bhSfB1647VDr/i+6aW+cZD1tW88g06pCoJBcN3FzkZCn5Dd4ZUt66xVdqWttPWpyIcS
1xaMi3cStxmIRynSBx9yFDogX5UoIT2KGAnkd4kqu+9oy45nzHj87nuUKga2FCJHKWhE0gU1EwBo
qEFCOg72dd8nn3yrx3QpEZ21pz46c/6VdHihh6Ng1BgEjYmJoNnYhwhszF2YSCTjdByK4U3iNoB2
Rx1r/gEDFdP/5PgDcKtCn+uKKjK80JY17Lr/hwvI1SnywaeFsaEa4vIo2uh3IXjdWBTBitE9xTFh
211d2Wp41hJMaXdNbbjKThsj+6xZ7YiAhADOC7cs9K272xtx5eKdmzrsQzgxoMsXJ8SNWm22pbG8
iR7DMbYC/NtigfuYm6kbp3/lsWQoauIzdn7uFV5OOzETeFOO4L0KovBXAl0LgeUSA8WgHh/h8A3n
Fh2Fe5r55lYQzb+8CA3ARlLSojA+p6eLSSYZ+qTxOFleMyFPl5ui2xtDtNUlW1tKup/kh8RX+JIt
dj4akWMSObbp9dOAm2OgZdxpsf4VRd0v//7RuNPgaDhAsogdL1cSOw9MbPSMN9nFkDpJouIVDLH+
GEmAFLeHWrtCqBLjeD2HqbQAL4dScqQQy5L9kQ22fh+YSvVsZZl4F5FuvxMDuvC2VW9EVWsL6ZJX
UZnhcHD5XY4ZxOjCxdilerYetPZRIfzK9pHZlUf0YeKNtGB9MDIC4OWEq2JxGI3arTL8hUwvwm6d
O6GYhda1+IwKlbFxAK6HImFVCRUtAUFF1xfbcIwiMzE6rmNXpNNDVY/oavvm9Lmcwq0q7rxElzt+
zo11fDMo5RJkLIZCryLhOhWmZ6ITALub5z1DlvF0e3NY10dam68xQMcz4uyqbOd2oR+KNta9PjAr
926gXyE+mm3Rhw84U+cpvoFu+zDvq185ThrILPOgomfWJM94LKrPrgF2cV9ncYWylhYLGuYoytlo
02L2hilEI7X6EPvSeRlsC+68For89wRZ43NXQjg4+fh3UpscfP/NSiFn7hQzDL5AfSuydw6Cbc4u
bqk67mCNKNre6XzrLW0TU7+L0DF8s020IpDzVsz/sBLW32qcBT9g/Or8lEgAF3uS126EVy9KnBkr
u7kL3bK1nyHPUdxKpqnqPjVDGucPSRChhZybfXLyu3L6hcVjnZ39ApeBw9gDBtqruKU997D7QR9V
wJb3YLpy7UQ1DmsaI817fRcgc/CWJn7YHYsxliidECo/JqVi4fKXVVK9xygS2UJNzdRda8+676ml
t9bGA76SJtNy5/G251SR2sbiQERSVbF3SHSP+BcLSZS43OCnWoVQhHHQ1ozHrtR7EBRJjONmaLmp
c4eqWP/Ek6V9nZzSrTdipT/B8GIzA5khgdTYzJq9TCQ72fUIWqq0JLLws4NdNDIlMZppCG8P9aMz
2vKIATXSHTFNq0Ix3ENohDGSSbpOd0lB/Ih68vPtra/Ny7D8UZTIoZqRRdB6XdzBU1agfJkWwjPS
sU2QPXGU/F2UoyfCbnODr/YEeuU85BGKMg0K7fE+c9VJuYdsJNP7rMyG+GREGSaaGz/sOgAjTQNa
p0E6mPuyix9G4wss61ggtxUWRYdwml/Gx3TsK/dxdNX2dVLcZNx1DSzoPYqTKsYFtLCwgzEwOnsR
8JjVs4JWlX7QsfItkbWQ8pXG/PihjLTu1+1fu3JPCRA9zozcJvpY5kEm7qN4ttY6bfJM/ZxgqTrs
Rx2tyY1Vca+/FqV30MvAixnNWjxjXQuzzAlV3VP73P2edgFOE8A3P+gEqWjz4KiToUPdI6A0NCmi
TRWeD9oGJOD6KeV1gcaAeAqFQ1CCl8+aAo0dmaOKO5n/+cxecxC0zQRyKUjbB0cky9xzCiByIwlY
W2IeAvo5oP01MNaXw0YlKlSNnCh7TZ3AIziL70kZxMYhXXnbgDcDBMABTKeDvVhgP0WUAJKN4VH/
x8ce1Rf3rXXL4KMBCjs+/fOuIcUglKQUDZlueUURz3dDjnK3V5SZ6Y04l3ycZBxsVLxXFo600aa6
S9cVmMNiSlXv5DEiv7pHWBnc+yoSPbDTqve35zL/K4t7BMwGOD3hUuQlI7j8PDmKBL7eV72XR77v
/nZ7YSUHuAsGAp0NB/Axp1u9MebKTjTgS8CcJji47oTnkzU4dgGfTav05kevzrgUpFN2NjJBhxId
xHdjgdXg7Ynq80wWM8VRwaTsAaGGUt18Rv+qJDU6vtrRoHdel+C98piJCpQc/gF0TQAy1U8sD2Zb
eKHKWeM2oLuNYpl5DMwmLGcle8hGfRlicRJlWawdgqGpgw8DdOkvfTTR4ZohGo92WuWYKyRhqT2H
ASHPDsD/bAqdcOG+6rjAJN9LnqpXRYZacU64MBogXCKyT32aoGWbEV0Hn1Kny6xdWGyzTdfWnj0F
IpPCj8qXv1wFO3R126ik9OJYHz/7OM/gaIIwIkAWKU4DlWs8XLSq/3R79Ve22dyUA6ZPZw4i8Xx+
/1r8MK8QoDNArmuwwp7SALF2dI3sPRxe5yOXldy4cOdbZfmxqU7ShSTBnVmvl+NR/GoJoIGQ4/tq
fuxzrXlDeCzcIwOBNmotpzcgNtUe9ap8Y5+tHFtyS+4gk9SBlV5sM7MUTenXdD9bo0HGDZG0OzMw
h7vb66mtLCgjcIrm2wHNs0WEXU1O3FelBekualFfkaavNmcr1oRnlb0VsGGLZNpVjqMohxQZpenB
bNgTn1tcUpMdls++/IUOeZGduOg6xNlELUD8FEr/ReCXbWz83pVtx21JR23mR12TlvBBwVy5jmnf
oV9BY9gqn8Y0xSGgk3rS7qLaT71ikKl7uL1Oa+NyRYMkAOwsxBJOUsY6Gjg4EXhKYZfntJXRR6Mu
MC3uEu0Dz2SDZmwdvdwedOXb/KmKU/Ob+Z7Lzn7XDYi+z4RIHaoNCo8qNlRO5xyHtnjxMcPybg+3
suOwIqQty/uq0o9eHOk6T1Sjw1vTa5oWLRO7c/GKMMp0C5ixFprTfZ2jTegFLhfF5aGaTKRsNFw2
PRMU9HToAz16zakwzerD+Yhvc1gbnobEcAdII4k+q0jCi7vOqEyc2YUxvt6e98q3tQlpdD4TwRuw
w8ufM/i5gjau2ngRHqD4jaeR/bFkH9/JVhQPCTJp4qilYfHvhZY5UuRY6PO3ver0TEmiRjQjoEh2
aJX7PgaPaRI0546w4Hh7iitxI+rQ1D/IbSm0LFOP0R3JVaOy8Yop1PZmYGm7qlbdvRpH8jTopX+n
+ao8RZylU4is0PPt4Veq9hqbij4Sdyk1iiWUI55AtUeilB5aIJN/EHaLulKOkcJThJ42tHsbTS8w
Suz2ox6lBvXVWAu+qiEqxhs3+kqEZxNDEsHCSQSHsLhXB7JspCrh7AxJOx4s0DnWzlCGtj40XVFv
dddXjjA3ONwFzhUgtOUzSb4LaEs2sLr6AqyeDNszaVa7czH6OaDin2+kvWuzs7kgKWbwtYmUL/dy
iIVcqbux9OTQwEKvah3DoyEfg++YhzTiw+3vuvI60o4lPeOhYmstR6OVX6ICWUt4ZK3ct4qGb4Cp
FV4ba8rJHlA4HjTb/FghbLVxH5uCiVw+zJRb5rCZac7d2cVnBNgS+0UKdQhqX8JR7QjV8aJos2lH
GUOl+QVp5P2UOv1nNw5xfCwMZ/yKPrnSH0Dv+dTXHce3jsE0OQ5K1qWKr5Xj9wgA9rLBh2Kqhmg3
YvOgHZC3Kutj06cI8TUBMJk7JymGWeh9QtE00H3td+ZikIMmZTDaOG+U9metbJR0NyHL9t5vNfN3
YmtKeDIH+gWeTs3kuQh8lIy7Om+BeDTtZ7dHUePkQtFAxlCais7HG3HR7Oze7VAttBJgvLimHUz4
iMgFhX7/uwgR6/Og60l7j02NmR9qtDL9vWZFWNrtzAzR6H1QhZa5sc2uPzxHGRQn5TKNnGyJbbHi
EYofqnIe2t+l8XlWlnB/4wHWhndIuIMjCbMalknMfevvCNnEFuht/QcQF1G2ULUrcF8VhHjP2Qrv
sWXI+NPUgKpBZbmpHgOiuTu6RfF7YB3NhxEq6bfbu/76TBMvzS0P4g8utWU3Lmrosk2JPqEZzZug
2uikqjje7XpUYU5jT1h0e7zrM03AQRDIUpPuIJ9zeabTxA4rzIlgGBhNfoxQYD+atfqf7Np+f3uk
65fwcqT50P0VXQ9C5BHGGjD/WnM8TIacsNHpqhPWgskJfd2cDTxWd7cHvQ47GJRT7GjE85SiFhGo
jEc47yHTEz5F1D7SnftuSOqN4Ibm8PWNQRT9p2ZN5/bq4s+zsZfUT+Z+eZz3L3qHXO8PtyoS/bW0
oVM8qEYo+jt4Zri9y6hGH91HpxuZ+xS5yKPRCLfyCFUSSlLA1uJdaY1yOuAaLHAlLrLJ3OmaLKtd
invZrAVYlvFD7KYUxQMrKVsEhUDVHrho2sprSiPtnogtJoFFgdP9Kg0fTmwYVRLt7NCfFBwKNHw8
q2Swu0MVNtytWqNJlMuhXCd3AZZ7HfyZUW+flNAmCgXOHQ7PgIGUL1YUo/MZpEEbPJidg/Od6/fB
b9+yE/tglKjtHqo2oudoWGGzm3pEFPcTJt3xHXX/8j297Cg9ztWlCR2ayPpg0CsJ0VGR+VtBkHgy
TF/76AB7f6r58Q+id7FYDcJAxVYTJ7PmME2UItATj+PqHVRmk8IzmvUvmtScZB9ilDYwPSne91Kb
4m/NhIfejsq4pNLuEwvwPGZ1+cOJW6f+KdOCoigaZm74YAZ4uuKIpMQvchxD/1BVTV+ckGx17zqR
6/IN357oMyKoWXJnWahbnx3cxYonteDIvOXUBGrmq5QB/pFWA4ZLTuIzXgSIkzV9G6fHcijb4imu
IKXt1cF0olfRUB69b5yap0VhYfS9ltUCgUYz79wzxgV+5HF4kUOZcAS5x3lWIp6f1Np4j5et4+zz
EPLdh1QCyAIRneNz4WBL4n+3yti6l1JgO0ZxnPK+Trn3m2LWTUdJXEuG53QqhXtw4L3oH/woNsoj
fIcs2dvoTzsvfQB08N1UgR98sdAQL16DJEEUVti1POs1gnKU+1V72BkxgqfvFOkH/W4YWqKriWa1
8VBPkRGfg6yoyacaMOQ7RI0VDbPu0YqwBZ+q5oQCJK9e6tT0ANTY1MuvXRPZ/dfGVBqxSyshXoNK
D5uHIsqxJwmaEIWmgftXPY/Ymg4YnszhnCv14oNpWlyT0C5t9YRrhopCpYXA8JAB7z3wIfL6IKnE
Rw1HSzPio6zxcweHN6X3aoFJ834qTfED/z8fVWBc/sDJpnL8iBoBBoBOgG+Wi+y0zv9aw2ORJWOF
SmgetvsEaMVP368takNJFpcPueMOv9zGjnij+pLPTqFqwLU9tE3FsyUkhV2KmWyEHSoxzjHF18La
kUHgGcjTLNJ90zlSw/nb0X/WJgiII50fevsYnSIilYWyyQ6BqNXokA9KlJ21rNUygGo+dgNR6cYv
BS7LDxb2czTFHT/9qJrSMo9ODEr9HkZPN96XrhY1J3uyfY87OOk/kElEj9ihqMVd2luy3uMvzsGy
w5Hm4hCOWfBO1WSvn9NU7T+nSEm9QXvH/tdI0VLdT6bVhoe+7wL8fUolRsbSqttk7zfond7hlzA9
jrVTPbBqLDodbFpZFS2obDc6aq4dp9jFiRIYitW+DKqs7V8QPVq8cpsWRzLeBR9X7Vrw9o5mPjv7
AQaBwMWT9SvHqUR7G4TavQyRzJ+0VGhfTAgywZ0wBus+owERYg+J+RqIxaqu7/gndK9zyLx2RW3S
skH5aCt4XenHUKucO5hzfu1elV+dpDSjOI0cz5dRUBHNhc7JyITxaqCI9zkxRv1HaZrpY13q9WMU
Bc6pCYTV7+zaDH8EXT74R2xL0djHJkHbyElXYgw0kJAWgO4vrlv9ihUJZ2gVSOq+X+3Z9uVpcN3h
IVfr8UHtcvPfX34UDTl4VL9BR4v59/z18ssAzz1ZshYxeeHHGh+QYccrlp599nK4yyPLfR4L3GH/
+e0HOYqarGZSS7xqy2ODhNpvMtqeixzFgSS1e+fTtzvdHuU6+2UJKd6BeKfOpS1bBy2wZOn6mu0p
qe6mO5JCH9/ruNff57qRvNRVmD8YZtm9q6BwfprqqXq7/QNWIjgUuywKHgJWiL4swSNKGAtZs7qY
38hDo4NALAPAsQMGXufbQ61tHB30IaHxnN8uQQcqZFR1aAVzpTi283EWJyXjUUAm332vQX7aSsSu
o6q5AG9RPER64Cp6E3HTYLug254mwlcjsKr7KXWtT6k/qRszW4kTgRvRxcBQfK7HzinBX1uUFrlI
uE5A3QUhyVHaa+/Nrh8/3V6/6xAYoQj6FxiKQqhCEuZyFH+0RNVpg+OZjaI+xHGgYIYa2iyiLM90
BIp9L9g9twe93h8QxWd0/EyJmEkZl4NaEw7tSUdBT+AAhcIkphQ0kE3g6J12/F+GomfLDqGHtzwL
mI5UvtrXlLnGKDwhbqnvQsMc77LYDzeO3fUHo+QEVImeKGf7CnKL71gUEtg5XhUCrZ+h6I9EvdVG
DeJ6wzMKrQCEaYDpUWW5XLspBVwT94btcZP76hG4ZpDu9MC0H5xCwRkedU6Ex28v4p/qwqL68Acu
wuPBR6P3dDloZtsF6lmO5fWVEyh7fJnM9zQtTWNPod59Bpcf/4YZZ+KmCIC63M3chXrf1H1uYdsB
Ym9Hbd0uTyi8KsWd5Xe9dujKIE5OndPi2IAFc+0cAtcq66c+k6I9gKLT7Kccs0TlwzhNqJRAs5ud
tCgvYl2AOEy/p1fveN1Uj+gzq5n5PnbKUt+4yq4/Kkk/8lacPxcixxKDVhXdNCI8ZXuyyuNziPvm
w6Tm7eH2Aq/c2EgOzuwkZHCvxd1cN+pKV+FWKVB3/tSOdfIdG82i3OlCajr2l3Z4n2eYHexEXRV3
+LpVX2//grUj6UKvoCBOw4FA4fILq3HDhYeRICK8Yg6buei0PbGWsrdk1W+UU66nCybdQkoO7Sek
Tpdd56ZpQonRk+m1s6vGDq2fIDz3VRqDa+7Bqh+GQXfwuid4x+UZiOeBpu5Qbyz6H8mwy12tg0/h
MqcDTkFhCblQmyiufWQKPb23c3EAd2Lln/ukrNsHJ6dEugdU7Wb7lBTpucNxtcH2SsXDGs5+JL+H
iOT2B6lgqXWGyobfmYogbfVQxb2tH0elx2RJw/JyixB9vSPZhjSeqUPOfeDl4qWTrZScE8OThTYd
o1jLcELDAOSf98N8gJF7ou7Fnph/xV+vT48pqVtHrunls0G0TGgS7MqIQz1VqdhSLJqvj8WH0NEB
5NakbDwTCi4Hi/GPkYEKJUIhJ9637jB+66bejjGLCccngyC12rehrb6LdLkpaLGynjozpDGjUi1h
SS8H19Uu0BMLhH1lU7YLRuye5WhuPQ4rtGWwnYilwZRF6gFc++UwqKE0dl21jof8rnyEicf0Rlzd
PzZCQfeOvGRUKKypUlQ7lXuyPfa2yOV9kit6D8VfDbQdoLLpFfoWwDYqrwEXQxFrxQ5pBZnhAzTl
WKFQ00+PThLX96UE1L3H1zV6rOilA0RO2vq71RFx4I0VOm13sHn91SM0PPfN0SQ6W9j36u/djCyf
9E8oxR7lHozD9SlHuhf/C/efr9dZ238uaAI9pyS2fFj+D2fn1eM2krXhX0SAOdySotRSJ7vdHocb
wvbYzDkV+eu/h774ME0RInp3MdiBZzElklWnTnjDkAf8YWKf7b7NfPy1tTsNGM7O/bUR3BCYVJcR
Kl1aWONv333pyIEZCqqLGEa+JzorxTqhwBeqnvZC29ZugsuEnJj8V9lj1bwc1IwQi/Em+WErH+iB
G4eIZH2nu7f5QP9ZZfVANPSSWkeo84yz/Qxqp8qPoQiG1wRDpJ2lNhJEslAENRYYNpnH6gsFY5xV
aRjZ515WRtyhJwwyua5w7KQ39ODUDOshyVs7GeJGlgN3ieO4QNxtdU1fCuYO+zSF5qUeYahjZPN4
lEe8LhkoCL/BCerD7XC39dkY61jYoLG/rmCBudyIQR9H65zyLp9mDMA9wGf2zr239S6XERyRldSN
ffx2HzoZiKF4QIqNDqTzrcSD3MFylL4Knm2Xqh2lMwZYw55Q+sZmgVynLyQ7ktKrC8OmxZc1JE/n
TOBdEldSeMakDq87J7L9269x47MRvRnEUeRCPFtXE0R3cHqF7KAzFRXUnKmh/pI0STwx5ckeIVPm
O+C8jUkrIDk0jcHtc3Mw9H37SgVuFSE+isGZ7m/4iLKW9S9ASe0L/SnnVYB/PBRpR0CcU+eQqrn5
sU7KQOxk/hv5jEXuBALIMQFNrO8vMp0SLbgyvJQmrXVs6ZPxfk4mgUIJ6gT/ROSQDp5bURp5jlqE
JOlKgenTu9/9onuDJxYJKzqXqzdhRTkkakDY506R58l1ZCmfQIFK059iDgipkRmVO9F7496mZaOi
+AWgAMGv1X7WjShqIuFI2AHN8VmA3/hQ4vXnDfHU3MVRLdzCiWZ3IN083X7YjfMKo31BZUJ/0a4+
+xjmRuXMNC8Nq7M+jCY+cE7hZDvn9W9wWyUmSLQhlUS1umSJq0s7gUIazk4tYeEgZAUzeLSoBgW3
UjcdwRi4wLnl37JkpR8SGNH4czlT/CxjlvpDVWZjfs2jNAlck+QQ/WTVmMVTGedl7gIxR762UmpT
8RBa7rCaCaVYOXadYgVeoyQyVkh96NDozBNt9gdorA8trEqUSvpMGd3WzPA6i8zJxu99isf0YciY
M7gDuHXjrgpD5RUmgzPeKaCrmW2Eg/bSjm3wBYWe+KVrikw9pLiHt9gqKVF3mmDAfpxRvsIralxM
yjtqd5DqU61jm5suDslDrItPZgpz30sR3xM4u/fKMxYaJtZrRp69DEWUmwdcX4vXgWwNh0q7ItPo
AgnzLSMGVuo1Im+AY9ad1R7ywalyr8NGz3S7UMEtz2A+9MI1M4DuR2wF57he1MxySlF8NMoI8ynM
JfA3t4tMqB+KBLEhIOMahq9Jak+XgkrlT2506p8+BOBdTbxjfwz7/DtylKnjCtrZrSczuP4Jy1h7
bfI4/8lIM/jWN2Hzy84wk7gkfTJ/hluFqZ/NozaIbvT2AyRaiFyJJWVHnM8ocwP6Q9h6IieVQWpL
bP1zLllmtHP3bkTuJfsGgMXgeSGAvw1uU2+3mtL3Ekzz+MskVJPpQKPYvq4X8c4FuLUUWtXIY5CH
kyWtMooag2Z+BomKXBTiI8Ir5YcCw7BLjD/tziWxcXYXSKNK8wdywNVdy4AvCTDEs88dE5O7FJPS
pynB++t2hNi4iuyFDWEsKD+K99W7M3HKKsrRss9YsEhf+YD1fRQ7cgxTRbMpmUq7HA63l9x6MHAo
IH9AVckkL6vPlbRhwoCPnsSE4IZkDcNjpsJavb3K1pciw+S90R5culpvV7GjUalj8OLnsVXmQzrk
4qD34y/gZOnO9tt8HiIsbPWFjast195/akDdlDLTjHgeCzvtO/wzMWitgr15+Pbz/P8q+up5JCig
RVYARKPZmXkpuhcnBkex18F+vbv96rYeiPuKtv8ic4PAwdsH6ovaTvElpMmh9Ibf0gv5t5Ws5Oe7
V+H+XZz9FnLaVcsI/2Y7k5rIOYftkPsa2nBHpSyL958iOIQylxKYOlLK1WtLEH7I8etzsDmIbYUK
bQycO1yxx27npW18Hyom+mrchFQq68jQyXOQ523DzKLq+1csPgEKqBq6aUzR63AnidnIKOhCEesc
gFYQ7Zcv+J8tV0ADSVtkIs4z8p3dYy4ZduUiaDXHx1So3SP5XdGcO9BeTQmvKdiD9W89rM5OB98F
puyKD6EGA+2fjsIKMkhwgN8PCrgdhItN257J3tajAkXGcI4RiUWl/fZRQ7Mgc1KZBWW0XySvVQrm
80FqJ5o7lVLVAUgY7J9FhL2gQt3/8fYm3QiPaDOzdSixSN3WsSrS0M7KZ/r+mH/nrjRJdgXIu9Jh
+VbTK4oq4c422npc0JDQgBlJ8d/V2ZszGoEJ4JAzUhTpL3DHGAYPbTAfGDdmT1IGBhRGiPzUDg3K
fLcfduurQtNgQIvEFROH9droosX9Ut0BL54vnTkYpFpGYz0CP9HVnfi8EWSgl2nsYioS1LxWi7UE
sGC2SgtUYGj6jebkT3auZjurXD8SehhMbRigLG3p9esctB63yrYNzg5wizuQFa3bt1H5LKxdQ5UN
zhxayiifGbCEHLq2qycC4KowJY+Cc1HTaDrQJZiiw9K2immjaPZnSppm9DDhNcdD2+Wt8Moc13hX
r/QCW2FdJz/1LdGaezDf6z21/DD68nBB4Myt5UdktI3MtoiX/GgOwyN91/Qn0qb6EQdnpULgr+10
T53CJnazEodZ//a22lx+AXLRNifYr8+QsEtMRWQlOMd9b+QehuPTgLAS6FNXCtvyfhhl7Qu4zCz2
uxFNtXdnOLpMmkljBrVwwtUqgJQNLqP4iQRIksM60iXHORRyNfhF4GgveZjujQo3am0uNOp6G90a
6u11udc0dc1ktwzOsob//KB3MFpNNvlp6rGN7ZVO9g0lwemksscPSdTi16mP1cvtl7618Sn4QLDQ
sLWu5l94PAxt6zTSORKj5k2OgLybdYWvFpaxc8auT/JygdOyJWYsVPrVC7bS1gzLsZTOqshkUEXU
85aaa//DLmJGjkIbF88ikv72HrDmrq+Kwl7eajIdZSXDF7MrEl+kiFj12MMcsnTUDrGFfOTtV7n8
m99Wt+QP+FMsMp4gttZNtqiHGBjMenBGcdj0alPTH8O+LjxblopniQnI3u2+odOtwzxfziprXk+b
sdLTcU7rnPMMPGWpG/NU/Y42WVi/GMNs5sci74svVtdpn9uh0DPPMlPL8orAjku8vsvmzwB18KNW
tnSXbr+MrSgHHhNQ96KrAZJ8Oe3/ST2M1J4zuamAhGRGmh+HMU0/yWaiIhOLLuCXcZKV6gh9vfgu
S06ou4jyFx+12FKbw9hbyezVUqWkO1vwurMEBJZ0hFNnLH2u1Y9q00WHpbGscxLLL1OfP5QIoJ9i
pzUuU6hkPunBv/iVz4cwq7Ovt9/IdbeS98B/qKEQrLgyWDQLNdLMnG5lqJiPfZEe0qjxAEJlT8CX
gN2h83l3e8WNsw06CSNhrk2baYz29hOE4ZBKWl07ZyeIAKA78uBHmSL/WynT+9EVdJZJarnO0FPm
Bnm7VF9N8M0YVp9jK1c9TWr6A5SzbufzbT4QTJdluIvi1zrxSGONJJkW0BmYIO6wFJ5UOFAdP82j
RrHz/rdnQLPnX8OkkrLg7SOhfqXqgaCED01AjWBfiwNiPIZrqsFeDbpsu1XkAAxOwOLeY4C6HtvI
Jax5W+qdc24YfXzXDVDY3EBgyuFirCVKTzZjkPDqYIefZDw09w7rRuRifdIsahL+Zw0wovdik2IR
R2Rbmg82xAR/1rr6UFpD5kGa21MW37gJAKLzwBYDY+g0qxgN/1VVpqWZ0LfG+EgxpqPnH+/NXLee
imYPJDESci641X0zDRJzCAqTczg5ZnwxQqX8lMcaYViurKD3kTl6P9aeKGwzTEYSYWPsP+LR2aoh
VaQ1ar9VuW0eqnwOHukEZnvU0q2zgLItijQ0frBSWb3DScp7Z2SPnkUljwjLorTc0BP1ZGSVd7rD
G0sxnUQvHETFoki6WkqeQeBok6mdI0uNIn8embzQsjOkP1XUprl/+9xt3Ry0hqF5LYELdY/Vcmmt
zOOMctIZZGn9Z8w1ZMjAPcupm2TU6KdpLkvxojXjjM5/2CBQMziwtw9pqjZ0gVvYtL6QKznbud83
dq0NaoMWGHuJbtEqxiHAUqd5iIRApkvNl1kOvwijkF5uP/3GIs5S1lG+IY51NamTo0BTMMA2z0ql
hp5Cp/IsTbALbq9yfTSWhhpQEXD03M/r1JNCX+n1BTjZ22X1UTJ7Z8ItLDbBG83Jj3gK9Z1geh3h
WHBRb6WRY6C9sTqLKRqbVqug9AePMPjYmXp+FLFTfSrBrbjzFA1f4ToVnpMY7c7QYfNRlwufHiLQ
8HUYb5Wg0xJ5sADZi+kEaq1imKWZngrhl0mo9n5VBnTjDYas3BsM4q+iTuqYIAxqYMHBIE6lCJS7
Zhitd1/tyA0tzTAVKWRywNVe7FUkPulRWWfI0/DMZC18KJr5p6MO5fvfH3qpNKqWXc/Ef3UN6lY/
pOoIIhS9bvVJ7R1g2V2L4m0jKcdZjo2dLul1msSkk04Vin1MrNH6fXvtNtaQRCbMLyAMyK4nZtz4
AqULb5ACcZESffIQDnqvDbwObmlhhZvcRlzD64ljWiBQOLcVM93GMQ9xiTEJG6ryF+35z7eP3vUB
BzUJfGKZ8DnUKasuMGCjnvVFcCfMOPo4tGNztitl3DP0uo7ZyzJcsSi+8RLXrORJ61DXhFt4V9q6
VHmSopQHKJGYGstqujeC2FyMvhcQ3uWEr9WZEWfWCY15cDfJZnZq+wonKLMO7iKl3kOa/527vsmV
EMwEVkBOQrPeuKLPKdis2bnZRBdpssGFRsiDWL7cp8gwNZPe/ZryahSHEs1305WbDC2k3uiKH8Xs
JIUfWkaBd4AQ9ZfCKPPfY0HT6djP/VTSacjKnxHrxke1HuvA043eyrxkrsFbC82WrGct5Jupbhhi
AOxmc6JbCC3FfeaVRYm2b66iznaY+zQMDlym0xetDurf45QmQDgBlvUoWAEoIbJPqCovjFqPWG9h
1JhObLait7rBq8agfjakmRZXPocRfpyzln+ZixGRrrkphj9zEjZ34JoM5RAVjtKD8eszCCfynL6I
2YaG884Nu7zwxb6HyTCdxnXNBAMyLwK8ly6BaMMDo6biXKgALG6vcrWFAPlyAjmDVFwgGVdhRo4k
JBI6IZ1bMGmfdbnSDtms9E9RwJ1+e6mrE/h3qb9qFax0BZe2I2QoDAN0iNW0sa8NjXo/F/keiGFz
Fe4B+klLW2Cd09Nw7030RWimjZlzAn8r+QX8uZ1nubrdkItBPmVRGIXocdX1rmanSQbbCM4MN1U/
sLrMUyQ1/ho4fXLRGxHvuSpsfCe63Cj2LsA7LvTVxcMorjVnTJ8vOKUjltvK1ikAC+hG0bBXFV0D
Snk4HULJou9IGr/eeaUyqTWwUOk8R0H9mcpS6w5LM+1B6ZJ5cGluDMMhzvpshGo5jxyVyOwumBWG
L4maiBe1EPInYWhdhBeekHq3LNXE9jm4xU9G383e6G3jkxOV0HlZ4i2fY/VulNlMRAeV7mzlRfJR
bvr4O+ROeUe2SNv6BCzhIAzAh6fj9PaGVMJUymrTgdhlSzEggCgcHe5kjRJjauDq3aWDsGe3DWLE
YSf8tqS7ENAAputKZ//IY0eLPmpFKA1ozQ/GVzyIYGxFSFVpd2mRNpPL/LOz/FEmeN4PKAalnhEZ
TfRRCURqIFaTmwkCtmpnnKQ4lloP1kP6oxD6MHntYICXRJmzIMKhcKj5htXX9THSjKCk1S0vWI8u
V/8MXazAvQsCdc9ye+srkGqq/EVdhMb129cjGYli4JtAHzfRI4JtPV20oIbQejuKbH2FBcmOehEy
61dRZGjV0Sj6IjjXulT86g0teqyUTOiuiXT+uzFnnAQAbsvVihaosy6JlAGREdrzwTlLhhTa46y6
hprlDyD59qyTrzL1ZSmoOHSq6BleTd2RcO8DLWA6McVC90YT3Yk8zWx/kufhoaWxdZIKTHxqYZq/
b7/Rq+YcKy8CeAQXGrhX/eEhQixTskfnXDtAJN1qSo27OKctgHZk7Uk2kpCqmQHvy43Zh/hQ7mSe
WxsHtAaFO6JUhJzVxhmVWeY6bZ2zUQTRZYzM2UONID/efsqt9wuCQqZpi/QBDL232xO9znkwAsk5
61aDxB5OOMMpM6Ls28IlvJOk8UczWq0HKPDdHQPeLxOn5TpiykFu+HZlqQQ8hpt4cDbGWTtVjSaf
BCgr0M1V8d6OAfk7Z5mTwSyN3svyqv/T/G31AYXBZb8GdpM+FKpc3Bd1bx2batirLDe+GlsVRMoi
pnzdppuWFh2aL+EFLfP2n1oLF8ZpPuzIB258NWhdS13CeJlaYfXuzDKMJqEjgKcNdvonVIfxVAww
fP2qGZ3vs5JrlqsZRXTK0yrY2TFbT7iwSP7ChZdJ0duXaaWSbXdMwS5V2Rsn+P/aeJB1GF+H2ztz
eYa3mTUQaHoBFOjMpOhVv13H6ea0YGwQXmbYhT4497s5H3wn7sQdbip7jt4bb3ShykFTpdXBbl69
0UmbYl2NwvgSaVXtZ5nlHKt+MrHzMZPPWq3WZ9XOm68dBJadzXlVYS4kGUhXHD/CHEO/t88p0tJB
BLOJL5kJxlAog3Hqsix9hbGr3Wdz8wd+frDTcPkboVcvFzApAmDYYzCYWkfwKTeBOVpZdoEaUQU+
vWUJCSO7DFvXGu1e+F1b5smxi5NSuwuE0g6XHEQdsLkhCr9kOAkLd0Kl7hdKAqrhDnpcVD5tfzxL
VKc33Kwt287VBrap2+pSeFIkYWpu4zSGTRgz5GcRaUp2aQazqy5t1ASdW1oddu0x6pv/2vkEl0Fy
4vNQ9Y3qVqUTP4HtDb+aOP5+DUJ5/BOHMgZhYQ3WzI06R/0F3iL7VmCTEPomYkTRk2HgBNylhv7C
gHZ+stiwiAXMsjl5aD3Xr7f36+Z35NxT34KYverv1k6h9GOGZgI9cuZe+ax0ipurzmi4bR5W5mmc
sI3zBJxkbedIblxVFNUsjGMrPYo1rga9mBgp9Ty6JFafdadsSENwlG2oGy9l2jaPbPjxpwRe+5m0
uFcf0JZlrnX78a/7pOzjv3tqyccJTqv7Kla0rB+1OL5MSdqlHzODaxs8JRN7iCyEJbdH0XX2JHyb
f7a5Ij4InJLkAxzjNvKU2ho+zYOWSDsVyfVYm5+FuiK4f6QHoeiswpUpxiBsO0JlWbTt4LNQW3lD
XcGsEQwhFdfJldg4KcpQdV471UbmGq2pF66d6cpOVbn1nYA0I2ilMcm5QqroPYAJ2gHhRcXC6bCM
Of2kmoKnLAPjFeQmzrBSURxiARsuZWj86/YnWh51fegBTDL3Q2/yuoAJpqEcGycPL4Xe1K4tTcZD
QFK9cw42MlEEzrFQASXHplzP1SebChCiF6uEVJrAntBkYZXjWM97oXN7qWV4ymgXtPgqeaEMba3A
SbkiUtXxu17oH7VEGQ9oaNT+7Xe3vRTNdh4LDvC6fq7CniwmCcNLko8dnlqyfsiLeXb7od+bCm9u
WcpZvL4w31zARm9vhGbMoqLEePGcFal5j+5N4UuBZrxqUtE+ibhEoUwuMk9GofTYCQWmmRZk/9x+
3s3jDONgYa0ujMR1tVvjaRZHColMr0zWN8acMTlw3VTPrZwlKKlgVpufRKpHYMpTwtsjTh7lfChD
bfxW6orkuKpZaHtW2FtBlh28GGPg8XQFj5XTfLaIIuGFu234iRS8AEqfhfJnK+jaeyQ9ITGrIxZ0
t9/G3/7k6uggWkUlQj6OC7quvf0kuF0OTBCl+MLUBQ38GsuWnyW4+B+lmORvhdrXL8NkZcWLmgwl
yim13MsubMMEfZ+soSh1us56QYEn+Twj45u5uTVLP3AlHAqvmHvlVaucKXLjoq4HV9ZGSfdQ0VH6
g21GE10FqWqOQ6mrcM4dLtZ6rFrYgH1ifcKTITMuGtxDTK6iBsfcaI7a74wviuw+x27xX8yGByr/
zKp8vOj+QuWR2fFQIIqAzU9Z8pJMdf2vlMTl6JXwEADoo7eCNlMeJZqfFmXQEhmn8kdrK6XiIqBf
owuXaPkHSkOp/Aqks7wHoNpqn8JZpH6ut3N7X7ci+VVHmfE7DqPx350Pch3K3nyP1RGpwsmeUo3d
ORrpD3WILX9qrNor9HS+e/dKkP6BzMMiZcC5jjH9ROE0kgddJh3QmzHgGFaMg3UoYmF8uL3U8qNX
m2yZaywunYyHrHWZUrQ1AtBSF1+G0invuxllBrNsysPtVTYiGeqj1ELMvRDQXl+IFiBYLA9EcqEl
3n9BCy1+KpwgPhb49uykmdfaqAAlSTJBtgAm4O9WAZruLHrCRphcRsmpf7SjPH+fYDb+I6M986mv
uvF5bKr8h1IPcXUXy9GIw9Oo9ZU/6nbw/fZzb4QO7l3eLGU90h7ryVFkgHAeavITsG/Nk93NaCBh
DXNk4mv5RpmoXx0jM3c+6UYRY9u0Y4gaIFSvBEUaJ5OKulSiS43Wlw8ZAnIJAsxPYd90Hh4q4ef/
4SGXQRxtyg2uGsJg/RzylJckjukxLWrpn0KlsPjbLA6+Mf0Xs6vThdJ2IuTW3rVBdTMDATRyhbgh
FiItxcz2ElHuxq5W2DNG2JH9cvv5rjFm7CjqlQUXb2B+s76HJxzRO0udoksTBVCkAQgOr7KeIRre
BTqya1WYfZDggP6qi0Cc26HKkHpr8YX1x3ysva6TE+VYz0O986G3TtXCjYRIwWa/mhOGKlSNpo/I
/lUlfRolazyNge08pHO6N0vbeNWL4B/FInnI0p16exdl0WAWZVVHFzUa5O9Wo2rHboaFeftNbxwX
B4FbeBQEC9zKVkcX++zamR09vNQqF47Q5kPcB94kJ5MXpFC+ekRD3h+ZgHNwzdLyo8W+DrWjKFD9
7DBRLYwsO+hmKJ9MhYG8iZDMTlTfOJdgaxG+x/OBFdfNBcTMEknOxvhSTa10PyR2/zTHiTR5GVl/
dyykUu13TshGh4GicBFIXtA/DJXffrYKRK8SKpwQWcuax5rM+1Nr2dM9sqbyJYqj/t4wW1tiwpdI
vX/7Y27szuXQMM9ajs7VfH5QZ9PKZZM2YqXlJ92Kvw21VH5Q6/r37YW29iauFnBjQK8DBVjtzSkF
ZTQsx7NE6/gZuNAPGbjBThm1tQhJP2hl9FToIq7eZIAfozbTiLgoLT4/AgXTyI80vdmjoW4dAS6D
BQADCu1qk0iGUsRRx8P03fCppg19YnZtHfUuixuIlHLlxQ3c7p19svWtqFVBijF3vMZhmwXiN3gE
EkkkPfjQVGPu2Qq+NGY57dlH/42Wq4xj4d/TyoMGRmBd1ewwNrQ2NKvsAolYBEe1b+vkGZn+/k+j
GyhPQh9BIU50oX7Q6DdaLjOM7kOF2gXg2Tn6liQDapZWHFQ/WqBCv+Qw7D8VWYfmY14YVe2OTmXt
JePXn99gLrNkE8glA8tQ3x4kjpDeTvmUXSrNxgqpDxQfreNqp3GwtcoyN5OXDtn13MZ2epJdK6RD
NhbxIUGXxZ/qtHr3wWQba3Rt+NQQya+CQh+JqOtqJCFnMzuy4bNT0yjVOW1gW7z3aDKsgU6yDIEZ
2lwVdI2dqO04JhdLAktfZW3lN2W+J2B1fWbgTtEB4rgoNNvX08B86vo87JLkInfoz7pqV8+dhz6H
9Rx0TGZdtRJK4w9ATvagGH9rsLebmYkUacEyJ4KkuZ4FmxRTKFvG+QV8kLYkIq1qe4PaN+JQwSiL
3ESZdWekyEJd+0Q/1jRdSRbyjypT+88F8qTDYUx6KJ3cpibDpqHNf9V5p2BiVYdoKkZgAsIHp4wj
wK/AxH/ThhTPBvqtpgcpQn/WnSh+qRUTvZZadRqQFGWuicPcKRm2g11nmz5aqRqQ8ihUpxPfq5i8
OJtRjjeCwc5gULd6A0NcyTvPbhZpmKzN9dgrK1n/Z9ZK6NqDYxByknKiANSzxkbMyOCPb++V6xjE
qzTI2+mdoaS4ni8AiwdPqalcj0WXnDIMxn21rFKvtFJnJ5hvbZiF6w//GKzOlUBPFUzRKGkivggE
VhnG2uZPPW3A+VpD8wlOCg5xon03FpdLkHksMZYuHErUqxAy9J2i1SlpMsgR5a6dILzIpYMlnVCl
A3DOeufsXTf+gKtQ0JkUd2Carzo6bdOhtFQkF8UujewQp5H+K2nMQFnIgClKtdxAR2tyitEH8WL9
UsMamfTb3/Q6/1jMPkh3MGzb0jpLolRqg4H8o0qKwBuCKXylF53dt9OYP5idXJ91temRteH376y9
tZ8oNxlz8NqvEeUNQKxJHVm7yDLHW/CPi4azjipvttfw3Yrbi9OaSR2ywTFNpZoSJ2c/BYgY+8Iu
qrvSybuduH2dPyLvTTKF6godIZSl3t5B2aTNnFszvahS7pVZnp8C+u+uXCMtA+xiJxdXNt4fnkdL
0cojXUtxhEmWSkYJhiZUexVlgik07xLQb692VGCFu0QDcTDCFt6zPdDNcZs6lR6GHFRRE8eZV0hY
J96ZI7JlXgBR/j6Rwz2xlr+wulX8pbO8TLCAgHJxrt6JCIl46Kpxl4U4E5xm4C8gYZgIYAvVIU/+
oKBuKPt1X/XPYSD0zgPnNZR+3FfZq4wF5B9MiPP53pTj8myocrfIajc69shxYvkmFLvkIA+xDQEx
k6vynNH/ki749GSDZ9uLH1WAEIzw88BsU7CZydDubOONvQXQCEUSayk90cd8+9VNOhnx1PMZFNRI
XvVcd1wNHesdDci/F9X6RTJexSwUpsPCl367zKzFFfc4QCPHbsR0ifFwUdzSZD4GNE8qmnsAnWh+
93FtKB+NqtQlT0sZX7itsVDZVGB5OWpi0xh4iSUXn4Jw1hEVgREvXNHLHS3dVsdGGfed0lWxXciP
Tg840UvCImu8UEz2I/UIEMbJrGQ8qUQ0GJ4YVPN73s/ai1FOo+YqwONiV26jOPFTVdjmIewloz20
GXQuX+lrUz2MA6NdOiyW+KdstFz3hnEK78rSGDs3jxX5e13Fwe+8CswnxZxwkLAAxL7GY6b9hL6P
ImVXOJVzHxQIR7sVTc/gOKXz8K2Zo1xyCeCoPGShlIx+3kOmfbBCOoNuOY5Sc3Cwcf5MdiWlxxmT
s/OUZvK/dlBYoyvpTfczr4eJswtuM0SHBUV2l65GrDwmei3+URr83o825HuDnGDS9kpdZeNGIHSQ
qxBMAcytu3A0C0ZFDWEfVnM+voASYmJhJFnLCEjJ9YdJQyQdak94rEpFvhdBqDZI1iuGB9pffxpR
4vdaaZCeHU1Ix9nu5U/h1I53TBqlr5reilOUSXuKERvtPMouMGW8eqYCV2nBZEZYNyGefm5agZY1
zd1DojehF8q5eF4am09Om5SM+LoCcn/XHzqGPp5l9epO+P3bClgfEeBZSwUI8OyaMRCqWp6Ok31G
5UXTfSccoupQJ23dPM2OqAkFahSH96njjMkp70hnsASQ0viuTURjuF3njM4JXFkwHTVtRLQ/t9Ci
SRGONlyDWYL9wJxn6n/LShN3HspS9Olz9vhnuTfaDMvcOUJjP2wgJAlpkMuXqreH6lh26fgzzyz8
FBCKV8pH256dR3OeTP3QRGbzITGk5Ktd4YgLe0RPc/5vouWXd/k0eVJrjYkrIb/wLS5nOT3mltyB
b59iKqk50tkosOA54RNK8sVlmPryMrZxjw8zEVEcMmdSnmVtxl/PcjgcO9FvI1OjGlqwSMQlMpnl
TvwPimaoURuaRemcVRlb4VrNa8ftKAoPo8IekNK2PkSk5jurbm06lkXRAzI8E7H1PDEoF4RxI9nn
CD0FNzGBm4xpXh7iqmf81peZZ+dt4HUt+bOsVuM9MmXNSWunPUzwRgLFjJ36id8CNfkK+IIofcKs
hh8CF+4w1un8JKmi8xmeGU9dLwtsAHLraBh7neuN219dxEBQz5QXpdrVtWMBdHC0atnsslMcgzaR
vaR29OOibXm6nSRu9Fe5WRly0rrhU1/1VkTBbFjHOOFsp6L7iBIRPsmJDWjcbbWZobWZp/PHJB7w
KLBqmdFrrIk+fu1Haf6uqag91KhZQs9ywziQi/PtX7dx/3LtQhQigaX0v+ouCTxqxkV7xZaazE/j
fL5oYsx3Vtna58uoj/gGq+UKmMY/yPMJVQDMIBOJaRxI39cpdZrlyuudi+hTCwtrI4r3UtftS4HW
IFQT4LpXkD+oBKPV1ZF0DoOsFb7WhIvKZO4YgG34RzqUgq5CSNsYpp/CiMVvYlH3wr5hGlykk4LL
caR1jm8qgVHfkR6n6iGwquHLBDKO6aOVSEdbNAAOEorol9sfZyMlRqyPy4G6GQjquvLvndlqnQi4
MUcyOydzHp3GSs9/J0Kkr3EuKTvrbZwKyDGLChSdk+tWY5TW8Ek61oM6lf3KYJfUXjn0zYeQS3+P
dbC5GM1wCw9u1BjWrekO4wBM80zpPIk+OdB+wiEGWew7ZOCM4+33uLHJ4akTZRZ01rWMZIn2HAIx
PBdDZOEpM3LZ5WRoh9urbH2tBd/M5uBx+G5vgzlPSDoVFdQHGbCTqp4zX6c9dApJhA5Rqe7h67Ze
IBcHHXDoaBu9VGgoDdYkwVnkZn8wyKx8CQ93FyWN9zdQCZKLABmTGAUb8FVTUw8CS2Th8mjx1D3A
SpWRfbYxHMuGeCdUbD4VIF1adwtH7AoW0I2MWPtUOuvVED/2kiPOdCzb77kSWe7tD7a31OqDYXSj
RCJMOF4Ishwt2aatBo/4cxjE71bVp6tOhDX5i0kpuIa3e8MC/zdC8Q3OCXZAkdtPWuNhNDPeCYsU
8/ZjbQRbWiKoICzFNLOzJU/+T1IhNZ2agCeBa572od/qc/IU5UNysIz5e91Hv/VWGXfuuI03+d8l
7dV1OhazkQpjds6KGUMNw1lPfCrRbR3I89o9+MDW89EqAK/yF+m8zl7qBV4j4zVyrmyzeJJwx7lP
61a/L8wW5dsxHLlPZmunp7b1hIs1x9Jxoae2BrPyh3PX9oGNv6ucXsyop+9azuoxNMZyZ1tuxBF8
OBdRLQZbaOyutuWEd6zSdmRn5SB1hxlJyMOodZj26XHsUaab/u39srXeIgi74NfQElvPf2EGB/1Q
oOyQ9kNyjLtx/ndsjW9616mX2BycnVp8401S6NDlYQRK5rfmmsdKXEhZs+BMogg9ZAPHjBzTnxOy
lnteJ5tL8a3+3p/XHFpRxnAWYRpcCL7jg1YY0xMdH/NDb8Mzuv0SN8BdBhpoiHWhwsE4fT0LMMwM
xzUzWJRPHeUoplzyKlHoBwEm4yQp1kROP0OqhZz21GhV908+poWnKpV0H4Z0u2//nK0nZ+Rrgllg
L11NobSa9UtHhViF4qo/QX67+z/OzqM5TqULw7+IKnLYMkEzSLLlbN8N5fBdQjc58+u/B62uGEqU
7IW9cvUA3adPeAPpkXKK6NLuIFI2jiPaM+yc5drj+tNfhpu+7sPB6eH14cM2PZRNEV20RFHP9RzJ
U91YT6NSpDvAk+UIrGpVEAHcQ4zq6Z06K9FwtckkovqTck2bPDp5Uy4+MIeod7SSN1/if1ZZPVmp
ZoWN3YZy7e00obTFUtNPvSrx0aQGuPT6F9sqysDmw3vlay1O4qsrogvl4qdIexGKh/MTQ3brOiBD
cexD2AE0KjzjqcIt7r4NR++rVgnTOSSzAYysCt/McCdRh2yxTCrI2G/KUqOmDk4NUrNyUmXQ2o4M
vMjb8/DYfL3I2y3SNdD218WfoqZOlGZlFDSGNQauBEDjWnH7zvOyvxjU8U6hA5AmLVzp1bsdQBOm
VQWA1h1j4Je6l19kn316/QtuHoRF8Y1Knqb8+opAhMCr3RBYdIjpiT85E+YrtsDlMEWCt5dJc+hE
vGMDtvUOnwM30B2up7VGCMAkbXQQ5w3MKWroDeoFxrS8TRFCGH798TaXWgQliG/8sy5GCsKnRLsM
7WrYd4dpEhh9NGp2DZFu28nXl8+xPt4AOhAIhzxyC+pmelYXakUnD3FYedd1rorcSifOCLimx6wb
0h+056wvbTT+RTsaYKJN8gmKZWFyvAxmw4h4DkLVRPG49O4K5LaOTtJNO8OHrfBFgUXngXR6mZu9
XAV3AG2wXI46oGN0QGpFvQpdFzt3gLa1ISkcFxUCnL5g/L1cxuk0Rq0ecmVKbc2RjzxVBYK27SfN
t7HHqi+hMxv/YzjGELWetbE81s3U13eZnK2lBTT2pc8UoPWOjucApV32RuwXcs7+qPlcNyc6hfre
GGhrmy0CztQ1NCVIYV/+aF2f4xEzOOWa9+oUzG4tf3u5bpxsZ9T+4sA6wPaZ4CFIeIMkRCOrHtRS
0hsoMve4QKj8xFa7u7LN+7MQU+5nRZHu8My2PsqzqyC6bXTp3dUOA9XoxbUK1EwJhx7dRw37TUwo
TsJSPtjuBFUBOtZfHN2FCG9TntLvWjd5PB0OjY5feuBokflJFHVyQAW8/j0584/Xg8TGyfWe+8es
QlW63tlZOmtlkwJxU3JUkhgnmPW9kUTaO3z3PKwtrSj7ZLdmOd8BK90rfDaOFbUpAZ6mHnOAdYRy
UoyXcJ+NAmsEeOtrtQpeE/Vdded1bq5DO4mm0oIxWXcuzCK046qxYMjXohz83hqc84Bl/K+3v8vF
fRLcnkp+tX6XcYaKxGz29ANRSQoYNCNoNQEEZdYbBkjetwcvgiKI3cheub/1gHTpyGc9MG43rRmd
QZfdhHQs6y7rPzLMqqCa1HuX8lbGQz2MdjriMw5ncBUGQzxZnKmCrhrHixzrnFSNe4SosOjrltNM
R3DIS+eUpV4W+tBShpFGaDwwd5iNzjkYdW6UO8nsxm8CwcAAGnw6d8+N+gETxCJrUNIOJkMW16gv
skPO7O9Bm3P7Gwyn8ntOyxLci5Jd5GjHx05U7WM0kvW+/vW3fwlT9+U2Ani8HmfF3ijLtNYYu0ph
1QfIqcmDlSpJemht6QWYo7bvaq028UW1pvd0ntTHuIYPBwKgNd4qfmw86wNxLXIn8s1W9T20BntG
HD4NahH/lohx+egsNBgRevrdkCp7EhS3+2/ZEUxEnrnwgAVf3gGRbNCat+w06LV0/mg5lXgfR2G2
cz/e3jTkMejBMuBZLvv1KlkS2lPEVDBw7YTJk+H+nrBZO3vVVO40D26jIlX8gnljhk92sf6UnFd3
dHKVk1wX5U8zLtLxmrmNfKeOoVciaoFojG9UzL86d7SVu9d30tbqCElQnnLhAJ1fHbNodstGVgox
WXEnX9GA6KZVU5y1eowvRGj7rmYEcdLjYk9PbesNc7suujJkHzfCMh2uGtMkIVHGqphOqaO4R5we
MUOv2+L0+kMuTa2XKSNlIFNLppeLYMN6hya4SKtJM0SBmJs2wBWsZqKYZYesicbPjJ5yPwfqdefE
4Fx9MG9vFlgkKV6sJzgekCJvR2pNOkA84hNPvThFpT2f53Y2D1gWJUe+7M4NdJtEsJmoMRaVJAZo
68gJXwu6ulYjMJ160aVXrP7BxXvwUKv1dBRj2J7iQd1jIW6gAZfRAD0pTIDhIa5Bwvjbw5KXFkBE
BojjaY6cscSrBe/301wVDHv7RMZ03wxRaIcpH+yP6MFjjYpxfdgfRqfUvqEyxFDedYd/1SGW1VEX
TGUOdZUpD9DqI3noc50Cuwa549z18xh9SLSxNUFDtOV9WIh5cWRPI2jUdVN8N2sUZO6A3Qnpd3Xa
/gR9W8VnS6vrr8DrE5OPTsV3nKSH8kJu2VNyzLQIp46uaLpjR2orf+dx6p0TOcRIYrZ4n1/Gqoi0
b7reTp/Bzjf1TtjZOI5UvJjxIM3Py1wnY4KUr2jGJA4siTVEBg7hDOER0IVSpv9Ly1w7TmEen/oQ
h/TXz8jGrkG5jlydG5e+0LrRF4daVecD4Gu9jAsyCO5WfYy7D9haMXPvo5qCTqhvP5gWQKvFVYTK
+6YqriTT885r4yDrovLkIRmMj06bf6t0Q56TWZZ3Y5T3h8bRslOP6flOQrpxlVgofizip5zPG01e
9E1TEXeIEBg0Uq840ydnFQWANxd0YKcXJQxMLBZp6NWFVWbge7A3QnBg7tEjg4PQHwuZjzut062H
MeDDgDkkK7vRb0ibmeshBvOHvkee+dkUZT/zGHLh6/tkuRBWsZSnIWAT0CjA1sPxaDSjiZ0PVDX2
rEcz180PtDWw7sx1cSyGWdlZb/OxAJ1TW1OgsEleXvfGAGgEEzSgjK1SBqnbyk+j7KOdc7e9igeT
y+MuvlEsYTBhdRFXfeDWTCnwrVStQyTwMNpZZ+PSg6vB7Ir7DpH5dT/USRNGVdj1BMaASaffawW4
08JB3h4OarY3LNh6KlZCbZAJsXozIo4LTU+zqokDifuQX5ehCLAYa3fS4q2YBYgBxh1pGW1e/eUX
UmLy2wSl0qDMtOxzUjfzqQS3dj+7oiEzH50jESVHaELzjq/vxa23CUpl8aAElXSj5z0reF6pwoOY
MtfRZSrURa9P6T6gH/79b1YCEEMBwN5fY3GG2DXGOsuSAPZG/6Ow8oonS5rPYwk15fWltg7YMinA
lBZ9rxtWVur1hpu08FHALhfHvPaguEl5sPP5axu3315fbOsNgskGXkY7i9ixOl3TNBlxWxtxwO3t
3A1xOHweoZifOki4O1t/YzMuT4ReMWhO4CSrbZLMpi4Ho4iDMEOZnxxius59bb99S7AKqSxpG5DO
daM8aeUwTtoIhwgvz/djwyDfhiTx0DXDHsh848aEaYoEJTpOHOn1u7NVYA/MbuPAzKRnBqkqZHq0
565mmuLhFjhjfPuPV832TqDf+GYkWIj+g1alMb6OwLkBv9UBHRGMg6zFMRwy7VOYDml5VGN9Or++
QbYqTTrWQNBoejLeXO98RUbIEVd2HkjUkU8a0gdHoY4S+7ZWOfcOenOJ5n1Gfh7WhpV7h0pqMWZv
YucAbpyKBY7F1IpLh9H1aqPSIa+QguyzQOpFdM3LuMWnOQrPVuaRmvXpXmayEdQQ8kNfF/kBZp/r
x9bVQjExBsuDwRjV+ui4SfxdHRU8jR0tnMhXEvt9I+LkOMF2/PP6O984KcuIZymoOZM3wO7KHbjC
QzMLmsxtGz5waD1FqtPuycptbGDsLcn2GO9uWJnq2dxaSmnxaYc+op/Si4CawjnljUDygEbkoamb
7PIXD0frFuYQ4pg35W6Ulnad1FoemKHa3GdmnV3rIa12iuqtR6MSgd8CPB5x6eXz/gfm0DaWWWLW
mQc5HhO/m37WL6HmiB9eWRiFjyuTmx67QTR3b384OjKL3QJMV675l8sCMi9b3BZyrJ9FdxK1g3x3
pQ9vHj3y0chX6UXpiNWtB1Zhl0Mvhc8Ks7UscLnCfvFHnTZFDy412oVibZwE1Hw4eXTdYfCur/eq
JS9DfTkPcA8TUyDVqG78pHKcf0rZ9n+yppAAjGqJip2fTGNh7bzTDYgk6TkFrYnUE2XCujIxQ02w
a1wZKPMYZscZ6XL8Y+qwhgPppSDxKqucLz1hI/YdEWV/DHh2XxHlGH9Vre6mByfGEdNXlG4Kd+7q
jVC8KKMQ+ZB3oIezutN0GG8CNXF+WmR1uI6609kxpHmh3tkjx24EQBIPeq7PUQlwy8utpdSpgK5c
SDK4qjxac9E/gI7sAHQtZDEoVztBaPO1E2kJQuCFbjlUioWPTNz2Mui8sH3XpLb1RMZfuWfg1pN7
TkZVmcHEY6xzbMo5tQND2vUnu6zoPTudkqrXORPGxW5x7D69fsy2XvsyBScPY0YCrn/1Lsp4KLSR
HVGkVvZbQbD+IJUIt9TBMneS262lrCXnAyayJBWr5iaSEXIk1VjIr8m/Vmh6D27d9WeDlsOXtz8U
Qg5AbGg8LoCblw81DqkdJrolAzGJ4jipSYIvLd6xGa52O6nYczNmVcSBJNDwV6D0vk2cgdlaU5xU
WdDKMP1nQDv+QzvIOcSc1hNXbfDMO5u+Cz5YaVb8LiHRnYaWps2bjw/CCgvyGUmcBf27itKplise
gndZUBnaYB5yxHzFEdUnIokx6fX85m3j0aIng1iKPPpRq9NaAGFy1TiDkbuEzUJM8utk2z/nPDbe
fMmxEqwsUlHACzct8Z5bPQ8R/g50cD++pYbztSrk3jT0tq25rIIICLkntCV72bv/ueSMtBINNT+l
cUo9buSa+3MiLDY+GO0ZVwxLBNLo4k+MwtN7R0/jdOf73d6y/ABgTYtVN9nSOjKT5g5G7ybMQ6Td
fGGjqheySPwIFdyXfDW2u1OvAmnfWfY2FDIjXbzlEVHlz3pZQdKQVimUwxoS96fQS/SgUFTjPpkT
0FW9kWj6+fWzuQSUl+eFFamhGQXA8rtlBBT182AoCYYkgqA04NuHMoG2c9NtvU625bOy2kI8XO1P
DKl72QwU0k0lo0uNH94pkXL8UHmJGfSqLZ4Qk8vfHgsYyoI1eK43+Wt1CHHjaSxtpohO0lz3RcjZ
n70uPtCfnD7VdZP+O+Qw5LWuludBUVElGxqR73zSrRdMmIUp/wysWEeC0jUHxj3MkGjgw+2MvfCe
7Gmv+7J1YOBYLw0yG/jb+t7oengGHizGoFSUqcMNxPQuCtnD50hPbe+st72qHmo9lh/BiSfdQQe0
8/T2nQT+mwYvXqVUNKso78k8Qv86ToMs7KOrYeAtNajNvNNy3DohHE3IM7TNMNFZ3VodL7lrF23M
xXH9MCEw8SRQNb02UfQrhf/+F4H1Wd6FSeDCRV3dx/k4UfVbQxyoGtFVqQ2DYT7mpNie74lRbJ0R
wK8ak2Eax+p6t/aZbrD9nDgQsSyPHRJS92iLUwMmGIZP0CPb6DLnU/f19c+2geCkGYNKyAKF3YCD
dJNSDmpBsR9ZqHkeBsF9JSvLeoicrP7XwtK3PbTmpN1ZWEV6vmD/2GeXmdMPoEoKU6U8cn+//pu2
zszycdHYxC/ppjOadWyvekKWpRkS45eI3PzJRJFh52Qul8gq9JEnQAZDjA1k7jooKViCIRfLRMK1
2jBwhnp89PR+erRrNT6+/kDPc7j1WoQiUn16REz9V4eDYhwqpEdgT0UCMZZcvnqosgGL5NmomupA
dg+6LHJKoZ9T7vDPgDCz6FcdFfEJlarmG9Lr3Xu1bbP62NpVb9y5DluezuCiPjbH6CT6pWQc6+dj
O5Rnt/WsE0CDsrlTOrU8lY1rSvoZVfK9NbxhOhj4JvYHbZzVHp5oUjiHOdFjA9Vgpel3ov/G54SJ
xDOCXQUBvY4MaTGQbCouwgyF91nrpP0ozbTeqYu3viajUARdaKgz116d1MiQeita1Dp6t2+PMJYY
RehzdW/1g3p+/WtuxKBFHOR54IkG0/qk6rEop8pFi84cVO2ogV59P7R6/IicpP4zV8c9ma7N9ZYR
K/sUiMb60Xon15XZMRMgEWr6BTer7/lUyktP0/Q9Esvuzr259bmAJVGYUswR9lYhVim9vrCSWAZO
rXaMBbXxFKVor7z+Ere+F8+z+BPBBL7prVfRrFFfOyJYdCPvtc4uj4Wio9HRF+VOV+G2zqfVtHSd
4fLQrlsjARA+HEqI4SkFpjX9FqihHDpgAxcUBrpDqbjpgwPA5qlNd7E+G18OEt4CJSK2MkVY5T3o
NjPTNEwRiGHkbI7MKDF7wwXg3Yha70+oFfle5rq1JLApLhG0hmAurZIeuzamWI4Ut4k6Jed4nIv2
0JlMrHPRKDUepaa+U0hu7BdoDVR3TH1sRkCrhxT4deVjUmbBHCvFAX6zcYf4wp573sZ+0UG80yZZ
mt+36ssQnfN2RpOnbkya7FGcBNAc7APWAHv6altLLTL/kBDJpG5mt1aMGRgw7SxA73D+CR4zCg+l
W9nfk6TL/7x+DDZufbShgPzAh0ebfh0be2K0mWItAldjkI/aOEz1Icwa/VMS6knuj1hQXcuwkDsh
eXtZmnkA7TBzW4eUDuUlq5xQ2KjdEUeTjuhS+j0Sq6d4NBXrUJu2G0zq4O2BFbfeLTOgRY9i8aNY
n8WJw9LrQyKDYewwJAOd+Tk3wI1no6p/fP3Vbi21NH/p76ORfROmFWHpo8gcbgS4+EdMDTrhO6Up
T9lgALZ4fbGtGMO1swg3kkncmGwPEEyQwkfnSB0s+1sjRw1pJaNxrrasLTispXHRys55THMIsztr
bz0orW4EU3ipJlD/l9WyactqMluSC8sFE1lUuJyqVVKdk8SNds76VnT571KrWxZddhmhu0Vh7iLq
n6ducx64RP5FacTzTbzf3z7oxcAbTOZzExIS5mpBQ2kQ9shlgtIIQv1mHz7IJtmDinHd3OaCy33H
dqFFtdgCvnyFrdsljDuAbIVlbJmfM6qcufAds1eeMG3X1bOck8bxcfUR7UGoodUdYqeyqZqrSPiW
kefZwdE6ZbqzK9cucSey1A9N3xjfHIQ0HL+dIsw+9SgbLSwuZGM/4X1Z/yvMXqSAzWvvcySsPL94
tmgEIOFKg8KIdnfjKwOzWalpcOK8TITqIc7H4V9bRdTdHwtX/a7Zuacf8YAtP/T9EH4UvT03aJTq
OFtASESd3kuj/kEZkXs+V15qfHex7O6PJjRJdI6lMWdHybjIOzZW1eMlpVaKAkx7nt+NuoEMdjl0
dnsYlMnLDrgJit9WQ335MaR5Q8wIbaHd6WXdaHS2ZvrFPa7khykphDy0oeJAOLdaAAEzoMnRpmJD
eTwl8iBsJl1ZkmQU468szpz4GNLjAheTR+PXMRrFF6KUM79vPIf5mF9nrbT+IM4yTse20eIfTVol
wzUr8bnO+rlJr4o+NNGJpF5LUbFRXXkKVSnsk5pFpvBzM9IN4lpiKIfCSJN3M2gFeSzSqfkf0WO0
73U5JvopUpQaVNaQ5v2XdKrN8IgHeZY/zUXVfNLEFD8kijP9b7aHsX5C1SYufVnb83fXEt7vAYGO
szcCSPe7BGb2RdHs2rnL1SrrfG/o+3edAE3yODRDP/h21ETukepyIMnPLBEd8SVBakjANJ4vaoOi
oh+pXHp4lWSOPGpTh6ZbOdijdi7pUDUXofZa5keyrFAFab3kPp+GpoM1JbzvCL8O7qEdc+tL5VlN
7juLN9GjrgxDYJXaIH2uTldD6SLJx0sfF4g90WhDJA7HVGwV/Bb1euyJ4hKZegk4q7pqIrarQ8ld
geh/H7V/KjNEmi+Uil35PYZzNrSsKVPvy3a2vnZKGIM+s9L8ILu8yU+2YEruT0DsoqeekrLxM9eu
lK/5WOv2ISoLO1Bwuf1kpIVwnnI4CrNP5pb27Elv6q+YvtVf+qmxWt8sW+NbWeEWejYzwy7+7eCA
Z/AKM+RVXo/sG1cl1eGiGuKCvrsZSpdijIRTz2lgdZnxBAo4/OxVnvsbMQX5qWq0PzW53NsjOgg5
KCz0jfh73XYY07GZJbogQVl5xYcxHqerpocDFU0tzq8/3sblwVJIjwO2JsyuBz1pn+eRpwoRhEOX
40QQzT61pnXWMQrY6d1sJIoGGQ5jPQRdGT2vCosknoEfujmz2Gqo/nSZMv3WOqZYb38gLI2QTybb
v50hRknvxWkkKSwMzGT8eh5T7+C6qfUzbnEB2vlSWxfHIr4Ec5lu8Q3ZyGxLA7E9agsRDfWDlxjD
Xc/wdryzjZFUjgbneDX7XDsVqjbubc2tbweXho4Rk2CwIasXmlfA4eiesDWb0jtnLcK1vs6611xp
27e7bIFtoZB6duS4pZnkdoIQ50yLUddSD2Qq59Ztx7tGid48PCEdBrQDZgegAKaZqxKmESiUVPWc
B6KdkkOzwFzLRElPk2L9en2v3LRNGbM9Sy5Q7jJvWGMhRmZrKjSWLLAbHH/c0cs+REZrW8fCS9vv
ZQ8ZrhNNwbUzjV8bw033VFufYa8vGkMLbnIZcwCz2ShrdFuxMX4YmKsjXjAcl7bp/VR7za/ZzN3/
2bHJdaVmrtD9rK7zR4FBrPs4mah6HNtYceU5HGXyQw1zlcnxQHn7+gu62d7Lz0MhF5tkRrQ3A/lR
iSczib0swK4UfwkEpRbf1gEP09L72UeOcXLdUR7CMB92CGM3mSYrUygAbaeqZJK32tuFlsRDVHUZ
VUg4nhQjz06yLPs7Szjzg55Y016X5eYwLQtS8FH26RQN671Qex2mtjEL5sokgmJSRyJI+RE+jNxp
VT3H1PVHx2Jxod8xsbuhW+IPj7H1DL1Y6HPY+/oQARcf9cGK4AG1jLmysEJQj4SF7pysclR9hymt
/9FFWnxQC8P9rFuJOR3nCbblpe/ygfI+sZr4YniV8yVrGnu4jkMp/gG1IH9IPQRCNY083gmqrDaf
hsqYf+c4h1qHsg/BWOhJr0mwD3Wtf+V4d60P6nbsP6A03skTYh0GZkZqXmQ+aY9Naw2I4A+kbNET
ohpwkoOTwFdC9bTEeSwq0BvCM8sTn+optENfQ3Po2+sb8+Yu4Ws51JGQ7biUb3zX8zy2xzivaXPw
rCe8vNovVrKrU7e5Cr0wpqrMIm+QfaqT9nOsyixQZasT0hPlsc6qPceDWyQaD8OUilBNDQJacRXw
kjSVtgTQGiBOmNxJGQ6Q+3G0GpO04/tr4SGWuvk+TtrkvtDRM4lrx3g/MD4/vv5Wb3Kd5YcwDCTz
wyUTCtbLMsgeQiQ5DeAHiTCnUyg17jWlYUSuIj4sXIU9yT2wcxy2YgzLLSLPSAFj0vdyUU6aNy/4
F1ogUf6/yMr6a6pEruNTXjrn0CzMfyCnpY/hHDvNzvW9deg9LAiBlQODIAN+uTZbq+SQlXlgd9Nw
X6uyB/aGg1zce/3T6+92c6nFuxXeFUHtJtFSSqq9BUElsHOgzYmHbdFGvT+K2d3J6TY+o7uYx6H+
RU+Orv/Lp6KKiIxJRdgP6cnibjJFGZTCsU8aA4cDfg/FveqE+c6iG89HP2lR3uAmJXldvcraqGwy
8zkLQrtq/0GOtb5L6q7t/ESfnT2An7ZxPdAuM5EXgjp8y5Wnb0YF0bNpaqpGv+4t7WrX6GQXjUxO
ZgL5Fa5AeqpF5/47MDA8lgnQP2GrzSWFwYPX62xdaYK1p6iy5sVmqdjJQzdyC4a+NIMQmUHpa91G
70sr1saR+ySxHFBcOtRJgmUmxjPyvMXnxEib7zPg5fMoBO3ZWZHT5fUdt/mOlmEpR3ZD3h4p+wQZ
ZqLXrOP+hd7kk8yr8dCBoTjPEZTJty/HdIdeMMNLCIarXVfaVY5LO7lC6WrKFxf/p6NiZUiilr08
zc60y+9+foWrexR0AohhukPQu9cFBZ4sqOdmLdBZvCffAWeKcNks49oXlkh/TF49nGXVlnBmc2/6
HLZpf4VoVezkSFsbn447KhSM94wbSIw+ouuTmWB9MrtJ7jOoV0d8nSq/VbI9sdetL8p4i0n/kouB
YXt5sDOpzpUrhgzZELtFAT5BPZMmx8UrIwebp9r58fon3Xo0Wvsm+DxwKTzjy/X0eCyxQOsg40Y4
gbGSNR/mITW/WH1fm3+xf9g+HDrmTiYC3y8X66pyjka1EEEzZ9Wd0MR8p1V6hRyFZR86Z4z/4uGo
MzCEpaO5CDO9XE9quXBCFLwost3wbg7zj703jqcEZaGvb3+N/11p+az/gTOBLdGimXQoaBk1H0Gn
CdpetN200N7rl259MeoJpOEXNiZijC+X0pvGij2N6ndqysIvgBM+yqa1/QTq3Ze/eKoFukozlMHV
OlmYIN32agRGKlXzNkgcDvuxQOyTjrBO1fL6YstOWx91ChEMLhA6vgXrC1plKl2iNOjiqDsMrjHd
x6U776QiW28P7vmSmltsxPUdPTR2YragcgMlm40v6RyL09ha87mcm70Wz9YDUeBQblBZLRPClx+q
lx79pIo5XRNJXMPoJgdAePaAdMulu35tVDVcyyqzwJsZyCg0NOQrAyV125KXFo1t33Sn5mr1Nk43
Lt3ZpOqxsDC1vVC19SrJ0CGRAEe8HVpntgRbwKUW5EWaIKStThdoLeIgsSk+v31vYJXFFIvU+ZZB
0dijnbmxjcEKagvHeGql7/XOHsZy87Yhm1p0ciCe3cw545Jw2DhLyRF63Slt0plGqRp/QsE/PZNc
ItU89Vp7MsRMr2LommOdOsUOReYWvMzkbSHHwKLg4rvJWENk8iKKHxmYXqtHp1QP0WKvkGE99yk6
CEBL3AxKsgLL3y9yr+7uiiLLDF+ILnyg2s4yH0BBdyXn3uvvbW02Yg6/jKNzixmv+wg7CJ0ZQA5q
+36wK2YYtqM8ZUnxawixR/GGpP2nZ+Kwc3NsnSVCA8UDddott1gPXVsxPMyHRrW3Hx08mr95dFaP
r2+zrayaWx4ID2Q5+8bEyZOFnosyywIncaLfWTdG3z2lnXxthGEPkGhcPOSqu9cX3TpGPBIhnZqM
SLu6Olqz04TbpjKwMkt9zLQpK/3Qc1rTB5il/3p9sa0P6DHFRE3Gpd+9RinZNWrkasZi/Bj4vEYy
lHeIVYTkx3Vs3k3Qgt6NlYpstlM119fXXh5kFakWyDT1JYgTOj4rbbu4lJEmO+Ih8yTzIwrhf8Qo
vX8Lr4mpgbt+z7FqY8+8WG91UWL6p/feMgFvpYZif6630y9v1vdsZjeXgYgNnYWUBoT2yzBP+Idb
GRsC8YBCeVQqyNLMcHcyma3QhPoDSr+Ul9hSrt23+JoqY8tcBn2s9/3FjEGTHSfchI52Im3tqNg2
xg9W3tm6H9dtjSRRBxDtmKVQjXYO48aO5bcsOPRFfPpmwq86oib4kTNWRfaPYYn6MrmdfQB7Wrz9
tsZYEOVhYjLap+spiRqatZG2LTyOLiu+toVL1yovPDzjJ/svMoPlIyL2uMxkblo0PbN9o5M04lxE
Lj6VzuKAnpbh0Rl7Z6ds22oHLU1BQg1NCU7+KjWYCzNXbLQeaeubOJjqk979m4my+IWAVvkwplp4
1mRToSCANOoJEmePcnXeaf4AAm8n6G19zYXGABfZQALD817u36mpS1fRSJLRQIu+dfWkHZB+rQMp
o+n0egR4fSngUi+XKirkIPCJhMk9hRhVdV11dOIqe6cYFM6vL7URyqEvYLezWOEs8JuXSzVGm9DW
IiGPhQZkyYEmMcZpcvXGVtxVaNddpngPOnEbCQAuARpkv1LA3eg+jnpStWle00ofw+mhCCPrM3Wj
6u082m0cZRk2Iw2gJS9fl2xGHCF47NFL7Ht3OiXw1x+bQcmPoZLbD0nT7KkYbK0HMAvEN6HHuHGy
0UVVGLNG2yeJS81vSi181IdYvNON3ga+NHZvLgSebTbBaTCUXXrALz9dbo9e21TQZXGgcj51Ch6p
rapVO6vc7kVkuBE6W7whyWjWYTsxqeVtFBmCgdT/d5VV4VngsPdoqGJnznF757ISBejCH6e6WdcB
wmR0N8Wg5yCWlL9nb8rcg9Oq1p0bjgwFIiGulsX0KXHV6M3cBGibrLkQQKh4UCl4+S6BcUB6NsDU
FVbhXJtx1B6SsdzDk27tkP+soq++mBnGcTbpOTvSatWnSJ/EuYyn6Wxr3Q8F+PNOxrS1HFrpMBEA
thE+lxf+n2I77UjM4emj3TqV7SHHQDf1NcWI7hO7a+4a/s+OStjWF2QETMaLqdbtsN5uDA0pYGqs
WqtG344dEDYIOFwMDvonBQQ3Tck+/dGXjbcXx27tvPiCsI2X/bMU/Wso8giqv6OgygKshVqwIQ4Z
lN9qBWZ3PfORz2UlNKKoChLFCLtAjJ3yUAFTPrRaGX8jn7N/GroUte+OWYr+nBb2O/v7ll+w/ET6
+ww5MSO98TN2dWENDBvgGYIF+RiJAkFTxJM/I6DUP0xJNF9AeOELLPPCrzJX9TM+6iHqG/dRFk68
c7Cf9/TLPHMRkEIbB1jZM+P05fawVMBQSdtDf0dXIPc7OwvrQyoMM8DW2a39LrZw6fQimU1nZSjK
4uiOipf5iWZI9wCqycSMMaxtF1fHaJoBXrVx8pSmdeMc2j6de9/JZqBXSezS4R/bWld3HmE5lesn
IMsjByEkgBpdDsB/NnhcuXGReHYWeNR+J5Mm0rlD3ghqqls/6iHSQh46+P5UDvnFQfRyJz3ZOF+W
Cb+SfJZx6U1Fgk2PN6WxngduXyvvB7Vvz5olrbsal6wDPaFw53E3klsOMwr0Cz2FTvo6Qs4TzH2E
PNnj7mBfimYaj2DEPymNmIuDpqZy8LXMUYZD73Tqu9Hoqq+GVPduhJu3DkCXU7YoBKHBcXOvFrkt
m4lp5rWS1veqNrMnWPj2Mna1LnVZZ++NuQYFps5ywWNZ1zcmLMynng2+uGYXQt4qqJVFbyMJO9pX
T4ERUoAbe8/sqH9k9DCeM71kjjtHexzw5+jxYqc9e3bTllmogYtNzsudNrre7KZq6l09E83DB0O3
oao0gzDFvWkhx40znovClOwS367d6qnvStX2s6xL46NAU+w9vTxVuYQoCxf+HIroU87mfafaYxrM
ZjPfkz3oe/XHzf7kR6ONgL8Knd1bu10a1eMoC3wE+ir+lhqIjZlOJM4NigNYO5nVTta6sRx5MepU
QICQCVrXzEmkN2EMUPqKVOT4MXSa5sCE2PRRplZ+uVX9+a0bAUoq4ASaapCjbuoQFwun3hxxuUCY
2mCgJcLuwej174oMzacMxcwLQNB250q9yYZQbEbw1SXDQ6OEnuVqH2Rl1VMbeVdwVdPVNSv3YE5I
Gw4DyoqvP99NlsxStOng2jFMBFO1Cm59V4xR2IxsORsRwaOLtF10McGA/Hl9ndvPBlMBstBCCeGF
rodVPbIOI70q51oN0sV7DjlkpwPJFM5Jcm7Las8J5TZ8IDTD1Ab2DuHjhtnb6oNbZXrjXq0uqj94
omgvFYCKS4TrYqCNXu8rTlG8c8eoPUwGLgqvP+5NwbP4qFPsIIRHX/sG3FKZ0sPJQ3OumaGG76FS
yx+MLTtWtXLrH1QVuZQ9p4qOry97u3FYFi0wLgsSpJtkvcOsFlyzaf+fszPrjRvH2vAvIqB9uZVU
Va6yHSfO2rkRkk5a+0Lt0q//HuXiQ1wlWPBMDwaDbnRYFMnDw3Pe5RzbYjllwIt9tE3do2I5b+a9
MC1AeLx7Vi7dTdkhKiIkD/UB1wKpfAafrZ3HRLGPtmaXwVBP+ZfXZ7axfwCd0IEjlwA1eU16QSqx
wE5R40hYzVh4kL7af0YnS95NVZG978b5zXgo0BHw51hE2vprR/flGZyxQwTwwYDOWDofhawVL0Vw
8huoc7o7avPf6/Pb2DCr2uX69CessW9eDtfnMfagheqew/VFN8K4fTdnvfqkCxtPWFftz4ui98fX
B73JpNc5opeAAMbK2da0q0F5qNvO0rjnDkPU6BSZpGieW6ywjwWUUXZGQVJ8N/NS/VEVTbfr+80f
//K6Y3jgGauk3BqGroZHCLYfLYtQ3jDp4+zo2V3IJHeqVrcRboW5IIHJdbk2mdad9Vf65qS63mML
6Z5lI42vEgHTS5VEb647YmNBGRf1Fnj9HP2rq7uIWlx0BRRaG5PyQyta7dDX2V42vXG+X4xy9cWc
xjAi6vwous1ue5BuDXIy1FHbT/S9a33js4FTZk9yJ7A61wE7qtj2RoScr90tMlD7WTvrvRPuBKzN
UVgaoN7o091QvybsD0ZBRk9/tljO6pSBlY8WfScab302ulW4IFAOgrGz/oq/toAaqWohm1XZIi2/
LF2Yn4pGTXxp70rT8QK93dQroJGrjjT51lYJb81RmxIMw9vRsZ/sSkbfBlQsntRFQTWj17MY7f0y
MSZvrApk3sCFaPmXcjAh1odDb4GEjGMgzMaY3KEr0rWeQVHyKRZ5+l+mRVBAONIgm1ciWfaYWIiY
BXHaK/8q2AH3HkwN7dnu8FHzS8p6MaCuwXiMnSKfvcKg/uxlpLSDl4lEOdgAjBPf7ZJBO+ZqJ7VP
JOWF4uFHvQy4O7s2iWZeKGlQSTePMGJN6HXNdmW9t5asxM60FnZ+EKPBzeb2qvPLcDKlhr0Qcd9k
zWS8d7B4QbsxWtzFi/GUnd+R5Jr3ZtsgVzlMjvKjmtz0vzjW7Q8QfaMwGEXqxp41qPVvo8nLZ3zH
5XIqif5PSDWFVTBaNvhLpReZ7g+VK7+moqy+t0NfuP5omngs5EMdjt4y2/GnzIFYE3SGWR/00Bn7
u7CfrEc5iKm7VH3S5AGK9/q3tIODQaleXzE72K0fxl6fIs9CBFIcMzWRD8WEYStsfZF9T9DNSu5K
1Mcmz27Vxj122BqXvuMKCX40QfIB+suE6lmvmfKprGJVBuHUabVv5IU0zkuLthSyUunXqkZ2/OiS
dFEMSJZeembbOZZnZfEg8Ghw7N5PK/7jOcKsn1BMFlkgQyjDgUXaprBIlqAC0XEBv5sbMFD0imb9
3i7sqXkUWjG3H9pIV36X1aLqfiaR3fQGKRf5Xguz7JRa1QyhhZqV8MC6NP/WrPPgj0sWpr5sSzgj
hjNVHxZ7Gm3PxJaouROaJv9bFiePzw1DshQaZBrPTJzUfW+ltaY8DYNFaYaHSftArEVIASRcDRrL
zu0fYqLND0dqKNLnEFpptcN6uM0UqM2s9T3O5ioIfHXYEfRHtMustbMaRXnvxdEUJl/waNDvxjJu
kx/VGO4RnreiGG9zmtUgaWgbXuUKVoJZHHS25DJ30Xiv6hi7m1bZ7LxJt6IY+r/k6hq53Q36aibw
T00mkFfpxySAULTQ+sbTssHhYycx2BqKJze1jlWsjQ7zy4AZw76DBoV5mlhE7fU8dsBlJNmJh1e7
QxbfGIqsDvo0xaGN1oCitdVophIrnLTTccdtimMtrehB7wZ3D6xzuzV44ZDzQD5AgevG9KUzrUpz
QFFf6Bb0B2tWsoNZmfkPUUT5w6gaY/Pm19V6e5LkKIxIU+cqq8uh2mrVUIb4o7VTULSlDCQne6/k
t7H/eBGTra36+7ciXB3w5NyaeS9Kkrcgl73ru03T+A4aG541asa/Jh4id/i060FhRdX9IOefQArz
IFqs8m6std7vmmq4ez293MhpKfyiNEe6vjqlXGVeNGVyPV4i59xaNcYDkRsDjZfKobOd6rsxW+aJ
FHAPnLKxnxgUUDVyvshCXjNLQ2LgkoNkPveUaQMsNuVxWCL66r2wdyLN7VCsLT1mKt80D6lUvTwl
UQmxdGoH9ZxMoxM0iFEeQg30dlrKIXj9U96u8ApdWonVBLVbsZ/QAehpIEt/5rVi/jNEYfeFVHlv
FEDg19kLU+EBwl9rBL3BXNR9LWdH0odJjcGRB5lM1lFTotDyuxidA2+eavu/rOxUbsW8Sx1PMQrb
OepVWKc+8vv2Z40WWBRQMEvCYBojeJjgaybupsquvEzXVq/x3s4yf6wq7SmBkT4FMblLGSDqa2RH
0Y7me7dxy+yUl3P3PQfm/FtNs+KL6c6RdsKMBiNzJUL+/0EnShl+QQOXS8idtF9W15gtYjn5+M1G
12++q9HTsQ8h1bN/SsOJEqi+ebscOz3Pj4s6DnTQmsq0zyvRuj6qbjo7gTUgo3Ev+pbrPUKmxghM
I09cXxFjj7YDti3hIa4m4LUqGdX3Ap5tha1FIVMPTzjdDBJHdJrX4BT4sW3hCHM9O0AA0OWzVb8K
ex7k6LjrNnLdQxN7pCJV6AnXmjXPyKNM/WfCEbACOI5HtBdlevrTTJok9Lk5s3+xTtaNY5m47jdR
O/A+3KjM71vVDZtTQ3ZQ+blhtfGxh6L+MyvUMD/25tQ9q1ndpxgVJNXklXDWcq/Se/1hXJZxuddr
N44e3Uw4g48HuPPNHBOL3C+20Ysu3Gy5j5V5zAMHIZTOH5RGF57Rh9WvLsxY+LpC3S9QkzATUJv1
+sFx82zwkWaZDS+dIv33khfF96zr9HvMUKrxoOWYqnm2nUbyLs1a5a6kX9Z5vVuAmxhL8UuzUC10
1Mb8Po+uuMsGLf/ZN6381pTYKcAXeEZ1purDxLjLQ939OGf6nB7aiJzusAZA2L4Wpu9evKTDbxZd
PqZ6v6jvUeW3rIOjDX3+YSnpTBwHyJFNIDUxfxqSCYZOkQ/DSaRzoh+MsOiQMqgT9wmBJCGhbI8J
fQdr6Q6Fgw7euez1sPIdXa+/5zlEYs9IGrM7tu6iZHe2FRq/q6l2ZcBLS4AEi1sjC/J+gfc2ZWZ4
lEpUY8/ZGX0SlG0fsQUUMTWzN6pT+xzCfB+CRa90+aBEJNteV7amHYxKqGdekibwtKdFdHfWkC/u
HeV8NBen3i6epIgNToM1Pi9V6D62laF8nGP6gXd11OWJVwxW/pm+VT6zmkbUHGTnONGptfX2O1QQ
yFA1bMfhR6QtoxoUrlTJ1rPZlKc4AUxfJG2TeUsnq9iPVaceA6ceirspUesmIO5qz50am8s7V0zt
P01luT9tDATE/bQMSncfxxEpuYiS6n6MrdjBLhQLJiCzeq56EAi6pybTc6iOUK/FaRZoUcFKDN3P
Vorl1keEmPiUWsoO53wS158qsobuIzqeSfth0co28vuc9+CFVdGAoS/d1xCNL/NklEv9qa4aubw1
PCNCwX3JMlNIvcVt1/EigES22aVkfd+lqJp+txPTPbzxElhHMbDXAaux1r+v7ptiyERoCyu7DDzE
wU03/QVsd/7WW5tRVjQRTArgNzfJrFMgGA7DjIa/TPwJuiOasL1xyJMGav7SWoehejN/Zh2SyAjS
eBXruoYB2xW9QTAMwOyLcTziS1wc6raJA+oTzdle7CQYjHTeKQrcXKnroKALV91QGnvXOW5ZV3+0
sSEFTm34pdcy4wOPuz0lspsc4c8ouPasIiyU967WbFD1ZGmQH7vkkyx8mqGqDwVfPvdGtSf7tSbl
L8ppf4aiwLoqf93a75EZUAdHzRkT1WxIvLGvcVppMqCLaCyEXocpEdimKj9mWOV9e31rrtN4OfYK
WYJZSxKPjP3tCwiIa7mqgSHiBe8nUtLh4JiU9hNZGp7Ly3Ans779rtQrlZVLTGOW4t5VZj0q8YKJ
K9z2KEW1oVtFO1HzXPwI4uxOAXFjbuthI8PjSXmrEWzjjAvBEq+2IpLFnczK7NDkXXeSlVL7SF3s
tgFvSkhrLZZzwHuSpxfo15d5Jc160+qSMbsYXZLPgUQwUAQZRjYfCpEuzW9NzUgbYl3DE3zJ4vl9
OeFgNMSzqnrznCKkYpaTfdfbTbccX1/n20NDRID7Q3dylfu9rgqGBhbvsRGtbnFOiymTGn7AMLB/
/l9GAXDNAtNIuc7hXb0hnmYONbReqwOBevQ7LvPh1+uj3DxP1vPyp83KlKjYrXP9qypYJZSe2x7Y
H25ztt/WnU1PyJgOud2xpaYkEz6JmPL99VFvN+6Kt6WrTouPGuH1xi0KfEcxt0G4pU6ch1xA/ZW2
SL+jHbzXhNoair4eQQf/LgLQ1T6Crt6xDwgIy2Jk/jAjUq/qRRn0eLjsnJHbfUHJmzcoHVKW7KZN
qjtha0w5rjBaqT4lPDbvG8RCdt65t/NRacNSZqGtB4P/xrmhl2ZflwiRGWa1PIRy/pXbOJmWiZ4d
3rxI0JzBf3Mv0Ba5bv8b6bi0CGBmKJFDTh1KKn9wpISnxfUe3OKmUbnucibDtQ7S9Qbn0IEVUgwZ
EbUr1P+ivrH/cWEyHnM0HL9WlWV9ZsrDuU4iSJ0CeNPOI/aW4LD+AIBwwEtolHIiXh6DYbDNqqrZ
JXNny+lUlInlerpU3Ppg12EZejr9H/tDg4Xgb6er1SzoXKrY+FWGUN/zzEEtoost24tUYb6ZL8yP
o2YPDoRtdevxgIaSq7fYW1+MKFUv9WIZJwq94lThWrkT2rbCAVUDfKdhRgMcvfoOKAbNpAsshBVW
cEYLNX9nlcgHjiPQAi8OqS5X7bLX6t9afoCIIBrWPtwNa7VDDB81cVThDSHMA/R9QvoorZPOm/XU
0e35jKLy4mdjfFLjPS+i25uNVAEDDSpHwFdvormtjxjZ1cQiKczqM0ZgwotS0XlhoWeZhzmMslPs
2/rGoGThDAFroCy2fo2/Qi5mfEooOnDzk2mGX4Y4Ej6GMKGXdWPx2NfpstYG6p1E7zZsMMv/H5Sg
+3JQSN8k1CkSeAtC2CcT9en7Ua4MZbmru70RBmmlA7sjeyaHvk6DwJbK3oExehkmjYIBJc8nJcya
HU7SVqK3WkWsGpCrPOO6rH99RT3u4d+GTIjGi/aMe2txbAez9NFkMlSvmgrrlMbjN6G2ey+QjU+p
/nFeWrUaaf5fXZlmB9WY/B1FoTYO/dVK0cPcIf7U9dPeJLeGwh6XVJamKrqJV0OFGcY1GeS1S9hp
6eM85eaHsFjw5u2yaUx2ssmNdWPB2AZgfKAAXEP80CHQ3WhEcVqzMsUf9Tg56mqzRw7cmBIvgFV2
kpiO/vtVhJktAHT0UdNLlYvvWVsWwSQK7YwW9LiTQG1EFSSZwNmwRkBkbx5UEiSlnOfoIjNt+Bmh
/bOwLxqVvr4GXtdDM8yVH+rStv/V51Jp7lEwTfeAwVsfFWYKpf3V+fZG3EIddAl1uowuiMLN4Dbj
6GiIao/3uDEKVJQVWMRFod48BLqlmnia0KpIUSi4d8cpNn07rZ29KLI5DiVRdIPc1THgavFAZEyd
hbQdbOlEvThWHj3lMAJ3YtXG0QbwiDcSLQprbSm9PNqqk1naWAhx1vqi9OnRul4xqgv1L6m9c+pU
82OU5d9HIMd2gsrG5uR1iNM4wEegGNfJlWbGypAgcXxJohCpOlOEB/TZnaCPlnjnFtj4lJSXCcqI
j2Arew07ifRh1Lhk8etFuOB9M9rqDxOc8M4oG3cNVQx+IkP9IWe//JTYfCe96MPoUjmYWR5UGWm/
zcxyUfuZ8sY5Qlipp3MV8Th9c54KcmhlY9GmAyJ1DRLPy6GpHA2URjdS+XPjrAmSeamDqRTx+c2J
KlHY4RJAVhb80NVVMKptkoNjQ0y+TvBa5cFXglGMkiM2S9r/MC0u7rUnCOzrpjeQDRmC5zh0omYY
9Ri85LF1N8NBpa2clOOeO+jWfqRnxPsXDDKk93UT/XXJjY3pNiJpk0smScJs9JmCUYZm4CRir0+1
tR/XKgJYPZuXxXWNxtHUzsm1heJFGUaPlErnk9DH/15fqVtYtUXblgYxlCRgVTfJVuU25miRXV94
ztaHVM+aDyhG4fvejPphSjsZUN1zT0kqrEOYjCbCnPObgTD8hlUYAek65He0635knNh9qoS8oEal
kOdcl+pJH9FUl1E77+yWrY/K6V5lB1UugJudKRJXSUu0VLM87u6cKZ1PU+YkO/q4m18VHjLoMZr+
CBVcJXcUFGngwiC4KLWqBXGl2cdqKRbPhgbv90qfByOCYn6FCI3XzH3xQYbGHlR9a6vSl4dyyiXE
W+7qECbzPOSRUidQaavqmFCxAnBZjR6gl3znq24NReGF2AkfHuD11VAxFtx13zaYyU8RrmX9bHvN
NDXf53a3Gbg5FCxvIHO8gW+yTGnrsWHCMb9Auk8PGqpogT4l8KAT/c2wVdRVAFlyOFbY7E26soqL
6W6uFnDs++YjwBn7C8IkiCW4VmztpEbrF3pZqWQsEj3yV/oYN2KHgtNtGyWSLgLPuaOiKL23rBRs
rUnFSSlr5+fr537jMzIew/HApjd/nccqok8jTUEzp6+XIkZ7WOsedJ7N74FrhTu7Y+PKQzxmHWoF
jt8QdAejHuEsrJRHuvxpYJLrBSgkuCXCCVnB3zCy9ITArf3x9TluZC3wU7gR6IBAXL0uWCpmpdeI
x/LC0qrl0Gh1QnxT8id9aBU0btOWJluvPJV5Mb49a6FjjXwlhJX1nXB1HqaiEJwSEwmEbpwCM4rj
AIvG/DAVu+bEW6GGPYob4yrOyCvvKtS01oySV46lOd1qQ3p2Yk2HWlOnY1paFux9XZPHHvPbiyYA
XgXVJHvrXrp6//XNX3tNDakR/7FZuI4BtTCTKNdEdnHDvnmMRdb6FEvpW2fh70zDSljBvyaYJlhm
rw+8EdIZ2IIYs8qe32zlKlv0ubZ43caF5j5CFTceuzpNDq+PsnFgKCQS0dF44upw1k3+18VfRrnk
jqLcrtGY+aQq/XjUonnV0tjVc92c0F9DXWXbWJYO9kQr9dJNtRW46pIHttLvVfg2Tsdqi2zwIlsV
Vv9wCv+aEAjXuG7Xokc2jsUPaLvRZw36zqkm5zgbaZmkMAjNkh601ZefX/+YG9HuxdhX50PT56FR
KEFcjKwoD8hy2bSfeLoTPVQv4dvubJFbLv3K16eMRhFtTe2v78JKpu3cCkSlAH5GMYCIKD+nXeZ8
pciIGeHYI2fltSCWAmUOI2bu5vqDGVXLI6qBxR6gZWsvrZIF9FKQW0Yo5eVeSo2F1ccZ8MLVj1S/
TYf40QKXUXuGPvaf3v6tobjDcddNME9/4sdf60zBdtJdIBroCtXfS3psxzhFQxqSYxLk6vRmoBNf
GqWS9V4h1N/0L10UjECnztRiEre+xIbR+qltiCCOLHOnRry1g3mRkjXywLZvvL21WIZjrGPqqzcg
RYCLhvGHUVRopsc98J3Rjug5NYkVTgGQzOzte5jsYy2OExZucx6a7vNkIid4UZLFAnYkfyszUjem
VvcfUjvNd7bwxp5BkAU3F+5QYtD1laKOujPnII8vQzN071GNMv6T0Sj/qQfR70XUzbFWZimFf+sW
IeeYtO96CyGdzjanhzK0zLMKku7cm2hZv747t4aC60FCblJ+urkpy1Ch8qUSVuNuiN8tYlyOVlQM
n1IhtdPrQ22EVXJcIjc8Fjob19WnrBwtpQqpEuaTmb6fAAbfAV75H9aJtJQvp8Gc2linkAaedJS1
SSjjf+a2k34H+Ohx6Ft9Z0LaxgGgI8t1y3MGSsz10RZIyKUhKg+X0VlsAXi5tptDNRJKjhNwocTX
myLtfbhmYMa00rZ+hqWBwG/a6Mr3MKI/4ltqH6M7ZqrZp7aY+FfibrTwRhFDi45vHvH/O3M2oXOO
JMJ2UTiIWvVohx0mbU4H341dkQSYDbHho6rQf2OrPaZHxQwxIEg6BxTS66u4sWFogK25PySotej7
MnaCTOvdqYDIgIyqPMDomg8ugpNPcTu+f32kra+LbSQASpQ0eEit//yvwCmcLGwblNvRX9FQNgZO
esKMNDvh0VDh1FYUvt5HE458Rnh4feSN6xGUM4tKj3TlQF7Nsbe7Jiy0CmexIS0OKd/Dk1k2ntIu
6ryiVIadmW6cDAC64CMMbqRbzAnghBnPJiDcvWVEh6oKl28g692ddHxr5f7wxddGy0aLWYvjBTxm
cgkX+HnpoI3PYkSYDOHdvcx/ayjQCtgXAbXnnX+9dNQJzShSKCg0VhXIJGqOcERyL4Osv7NWa953
9XCj+7vinuBZcZmv3/bvXTJDule0EHMWIxXjyep0+U0TiFj5bhUmx2JKiw/QTOvofzgHK/gDPTAS
uBswghxVe4lSh3FjQI7wpaZ/inB614e2fH59N25+TG4dYElkEDd1BLoCQIhNM7nYIkpRmosMH7VR
w5/Vai/J3tr46xaklk3F4uaS68Y/bao5QftnLnwLruyPPMwV33Sj+cGWFFBen9ofT6Tr1bMxo6ZM
YwNOun60YCVmgVNFAcgeY/MbTQftqwQF/EEBofvVrIv405RLvHkSu4kHlNhD7b8KsMtHB2KN4iu9
LWaffAenTnuQ5Xly6aR4Totr3ogNanfsU3v4MZitU9OelhM0p8mURdBolXlvLKWxZ6e30WGhdsBE
0DPif67Lk9wVg4FiTHope2cAkCCKXzXv3p+VnTaDbyyGQ/2n0aZgoZP3WR+ddtm5lLZiCTJAa9lp
ZY5en4fWdCa7kTbM/sWsvuoWyLIqi6YdYMfWqQNBAgaBlVsVoF+eOkhC3WCuUBzRzCWgy6Q9TUnx
2XUneQfwufFdTJPvXt8sW+eAouuKrKeDdfPQXnh5tqFB62+wxU8oR+pjnaXxnZZ3/U7BZOsYOCuf
mBSM4tP1+2CJKFCQcAFnWhTx3RGG+kNv8yxC12ypHsa23NMa27rqXPBTfwCHMASvPmfsYk1imatx
eNzUTxyJ2XcTrKZq4RieUo/dF70V8yHP2buvf9TbhdQpZkG0hBu1gWJrdXg2VUWk7twxP+DDPAIA
d6aDI9FjmXpcLWVhxju753a6DMo7HjokfaUbsNMiyWDSFOdOEXblnSaMn6OVYXe7RBpGR7n51IaV
GWgYYO7UhTZQLYzMyVzFqulZXJ8OZzb1JhlxTzGqOvtGYzw3vTFZFliI2AocoCTDd06bDPGBzhUj
ccd0v4RtW72TeDppXksKq/ntkMd7ofdWoIe+F9SKlTuCqNZNGQX9c03jUch7xkztL2BuSrroyKiH
gakO5W/8xSoTpoRIn9q5K38W0UJCZHSa/k8GaHTx6BwW+c4ldxtM+E3o20BX4lVJRe3lMVerqRJ5
TzKtFH13pw/Im1oNnMTX9+DtwaasADx0Rd2R/VzXCe0yBaJQkW65YWFeBpE5sV/nidC83nCLPQOd
rc3HEw4IJcWIVXXr5Zx6tUicXhCiszgR90VuKp6r5NOBx6RyKhR9PvZRZdwbyPvspCqb8+QxBT4Z
4dIbnyAoNDAfexr9YIegNgwgpxvJNSZUNJde/6Rbk1z1tGEHsZVu6i1Sb9MCJiW5XhQX5xgyS+KX
oSuMwMlFiRncHDpfZNjW9+mCZOvOtrmNn7ReSFdQ9VtxU9f5c5RGVmqwghepz60/50n2wY7s2Fuq
MT0ZWhbv3Hn2VhSjq0p1G3GUVZnn5ZoCTZsTWa1O1YOePiZaN1ZwgOuygzTSIP+OK2PRsLiwRPyl
ciCn5nQsf9iZ2zoH2+mn6gzdZG6eEXeD/bLoDuzZeEzGd4O+dM7XIRlFd6BmlhaPi61VRMUeNFTA
+84Ud42VTeEJ/+Ek89pwVt0gNnC/O07SbfVDMQBKRso1LFuPUkWve0s3yMfRGtIOW6zQQvVLU8P7
IhugTVTOYn2lG+1EnhLLcqX+VMZjWPex4gNkHmpI/V31nNsJqqLjJPTq4FaySA7NAtfDs/OGmlnE
vYijhZEPK1hMR2dsoPEnmHRSQSACRI+7WD/rk2/O1vDTBCatBaM52XQ4myHnkCfObPtlu+Akq5ld
A02vFeUYLErbwTCZhszy6sUctCBvQ8s5an0Sq15eK8XE+Y2N+iJSPOGPPWL48o48Tv9clLXSPxZQ
V+pAToPyXqHDn3h9aA1xsHSjqj+/fgQ2YpfGMUdljEPOf/WXe0IdTCUpHO7UNM/7Ozs0kw9uYYTH
10fZqGwCEoZ+h/gVBUVIeC+HaajbImGJ0nvqrI0jp3CPGHAaONXCZ28Hpzzbbg2PkoDuNyZE8Kil
I2lQKdg5BFvRZVUpXbXdaFpfn4EeLQtuauAFcxrpAWUsTBhJh09y7LqdpGFzqNWmhfiJxNP1+e5o
zsvEyoEXuEtxJGA3Pvoy4X2LY/rrn3crkqwD4YBIO/cmzzQh6y9FMtDHRdRC9/rGSp95dFmnbnK6
n6ZU9sDRG7sGqB6FUxK8FbN31c3p7GUAIyXhbBd2aXoijCQGloLQsROht2YGY5Oa+EpHZYIv941i
9RZtE9zEFyVt/JH2c9CrsvOoQA48ZuZpJyZvrRmtOGgt1LtJM65C5BQa6KY7uAbpylKfsI+SQZUN
7XNPL/fw+qJtDoX4F69ILDJuRE8iLtZBKeP0Yin9cB8hh35Ra709zLNl/A87kYyB944OrVe9No8o
Z9CveTrxFcvSOKBFZ3gyiptDbEA3efus1qIXrVhrrTZcHfTOsiY9rhGOnosJ2UExTukdsmlhyHsT
YffXB9u40NApQG2PctAfAa6XuyMx1BmBjdXPUHcyX19cp/dAmvceihT1qUMw+x0ljT0cyO3rlfYh
pCQdvDMPWH3953/VUuq8QmFVITUqJiP5SYdKHjJDlY7XmBNO4jQyQlozFqwr2Luu9TkSvbubB99y
jYFn8a8jmEwDA6nKlz/CVhquIK7SC4Qzm+pUKcU74Y6ortaxzB/QnXGK5wg+dIPOPzBRH0ef+nOh
KAWpRoI+zc5SbBxU4JmrX9Ra66Wf/fL3TGqhDVZSIRg+VQj/ITbpNWmleWbcZAerC/e4NJs3CthE
+uWr7i0Yp5cDunIEPGaTPcVaqnnd7E53sl8cL61jO8hMmd1ZdlUfjWiJDtmypNSd+/CyOHijvr4J
N84x2CQqTjQHuNyufwhSdlVlo8JwmeYpClD643CZ2eLjr71XCNr6yGhyIDlHzZ4E7voj1xiaaTWX
dYbVqlcAjPBnvsO7lCTjlxXZw869snG+cCwy136kq6GddLXTC7VaOiGT9JJXvSZ8w30okJ/OvVCJ
9F9DqbTPxeDUO99zc2WBrJCV0AVZe74vV7ZokzApoNldjFDqg6dUrWPC2tWaX+SI9RMMyvRzlfTm
nRnPDyPK+Dz1Su3cxu2ezP/m/FchIkD+RDTr+ntrFvNdapbWbAU84Tgf7ulu9e+tPulPPMabL1Qd
pr1wvTEs+guQAbmD4HRel8eirqNCR0X1rJYThoTV4sSqr6NiemwgY5U+rHzkg9raQb7x9b28MTIy
anQL19oYf9bVvV7bUWsNXeaeDbOzj1pdlmd3tKeTMKAbp2j9YC5T7ulybSQTQGZX25WVwXNTDdSR
S7HjkkETfByOYGTygzVQ43h9ahvHFLcvWjJUJ6g9XtPiIBI49AlRjk6BrgZCplHQGPqxhQ6+s4E3
5oNLH2VoAhDFsescIlqWGKgiUbAGdeFNeqO976JU2xllA1GDJDCzWcGIDHT9QseC1ewwVUHjFbOy
0R87KZ5T1WlJk8YoEd7S15bxqMBwWPH4taw9O26r6EFS2EnfnsuwdCT2LsIXbNqrfYO2bGiHShdd
Qh6LxwoFhs9jZptebC970oIb815Zx6CSifrr7X+VEpLq5mDeQHlbJeaqpRsuM5ebqv5stWKRfqq6
sjvU9RJ+TFadC79M2+HJ7Rr91+sbavuHkCJyC8ECuulrOnKIh56HzQW9iRAzqSrxcb3VE49CWQjl
tFWPbVzPvpZoc1Akk+ZpoWH9fv1X3G5rvgaqI38otvDb1834VzIyy8qssf4V516p0Xfm9yAU5Vi+
RMtr5wRtTpiNRoTg2mXLaS/HqqvCiIfIFOdsNSrz9UimupdUOq6wOeiJOyQStO5UxYpIPTsczPhY
mFFzkY0DEfX1aW9cEoAdmS+FUWgnaKK+/C0M52adaUb0ztoY2HZVWx9TdN7eFVE9/JsKPcHBaTGe
57yZz32FzPUBc1BD98olRqPr9V9zmxG+/DHXH0ZVuI8XGCNaqZTPsWmj6DWqs/0g03r081l10EuC
6uc60fsaXbC3hwLyH4CtnED0E9FmevkxZFvr/YDy3QVFb9QkDNL6P8jon5g3kO/lWe2+m4cqPKLl
twrcCffCtxDlThS4DXwr1JwiAvRPe/Vae/kzUoPNGFl9dMlMu7srTGsW/pInbb8zzm0axJ/N233F
LdJauV77qrPdWIwqbBJjgnRnp+Ayzao/LqYVe4iiiQ+vL+/WGVv9RCgtuwa38lUaFCMqtBjuRHQr
ahG0Uz2dmmXoPWRT3B3exdZQK38S8AzTQxz25ScsnSEqnZGYkpoi8SKaekHkLAj0lQiN7KTsm2OB
yQQpuPq3/BFj/Ct02KlZFmWZRZcujVuoaIAizVaZwJaZe+22zaFWeoDDM5QmylWUKjMABFNsoXeb
K/EHhHGMz4U1Du8w+3K/vb5YW5twxUPbK17Hohz/8gu2ocBo3kphbxnDeDDqUBztLC+Or4/ibA2z
smOAkpJMUAh5OYxeRGYVjnN4dpN+So52Yijd44yKQPS+M9X+a9JkueoX9kL3eahl9yOBuZOeEJ8q
Mz+u3Mr0uSDmBAyfm34q5qlNj9FArdiT3az8mhquTq8Op6pF6KhJMnxfutw4NWQWSzAsM5XLNrai
/xIjbWqPuwgXmlhPptSvmtwegq4VcFEX20xiX6PC8l+JMgIVNdOc3mNPNIUeZaF8epJhxXZW0MPs
/NHVSh6KaWPbd5GjSMMf4tgquVJz/YjmRiFR5uutJhi6aXIPPPSzAS8GsESPirY4n1M1m4oHbHw7
hKpRxDzMRorNYotH1l1ulwX4ELuO07sls/TvVo4ZgBeWfRQesmkolpOdj6I9qF2FYmet1LnzQLo/
30URWp3eqmPzThcVmOh5FP2XxsmL8BzrTfOLN60bH4RSZ4+a7CSKUWOBCBC01a4/dGDI0bD6P87O
o7ltJA3DvwhVyOEKgAEKlmzZlq0LSk7IuRvp1+8Dn0YkSyzvznFn1ATQ3V96Q5yhDtmjQdH4gzok
T/QZ4fKnCZ6z/qBj9ebXtbYghDX0NMsyxWxe6f1n+ZVAceEcgAbahqaqZlFUneQuccY4WEfLJ8rN
qbwlruPmWyZAPla6zemV8739sbeoAQrgzRiGUI2Egbf9mP+c77jvGyOp++zGs5Nsxzxh9tELX8Nq
VcUOSYiwrkqkEJ302sLnVQTIGdoOWwPNgkB5Egek3kijd9z0xlSL4muO88LzpE05Ouy6KyJchYnF
ok3sK897IQqjDmHRmdn02KHqvH1e10hj2RUmrd20GR5cXsoR1fmHyXTX29wzfzLWVA79PNKIb2R3
5eK+MDOlh0dPGWIQsAKEXN6u7lmrZlZCZjfIiNYeWmFje8CXiWaUFHAQh94cmxvELfXBR9yhegFn
JB+l4VFMItda+LPWG4csldPx/Zvqwpajwb8Nmlzi1xmA2qmSas16FdRUg4smoZP6MZdzODMUu7K7
L313XA25dKkCCCsnGy5DSk5f8z5FiSizoZSuMii96rdqJI2fS8/bMTO+Npm/9HhcwSYuq8iVInLw
9rWn+VKVkwtREYUFfc8FokUxAmt3uaJdE/y+tBQ0FIpIqvNN2+LtUoUAfkaCxbbWGLdazH7CsddG
LLHr5fD+R7uQ4VAPM0neBKs265e3S8WT5wJOMQli+RIbflN6yd0km1Ewds/FIYMapl45PReWZBy5
zSM3X0q6xG+XTHBpwXHPTXAZa9MdHgPWZ+ZPyd5LEXgrrFm5cmAubJZtyMvEAkLW+USoyY2JDgYS
2ZmnE6Ll/FT3ZfMCLtsOVq5J35qW5f+4mQAn82Y3shQ005ObqQQO7tizR+2YdTLoR91+UJaa4nke
ygDdZRHMbfvP5o18Rc2mQY2GlUFD52RRGzlGd7TJ6WarQfQxoQ/pBDEHwvk/PuGWjZCjUpMCg3v7
CbVkaFCtW5XIwJTaZ4qRBkbeuOGmiXdoslLZvb9LL+RAdMKh9GxIYpq/J+vFRVzljpiVqC/69sVx
axm4hXVto2x/5SSMkebTbmeERlfs9Ngp2bjmTuEqUTnU+mFaZB00a+0GQ9Nb/37sGAvCz7HZlJT0
Jyd8mRdPlh5LmXrS3E8KhI/K8L7leefu8Pa8JsN16cj9Z7lTQmkOhtlmPkztnnqZn6aWdliMWoRW
Wuo70GnXevSX3iRgNIKjRcffOdVsEkY6LE48e9FirpOPMF1zg8CzGchREY/vb41LS23sY8jOmw7+
aXNqaaFxaIh4RsNSbM/StEeznXmLEjb5laUurMVR3gBoDHXP+zBDz9kqnBRPuFqvjzZS43Jvx3Hy
RYxIHaZFg9fxVPRescPGOv/Vm7Kf/InWM0AluXAiTWNx16OoDdS8S4pn+0nNvFV8RnbYFDsTHxk1
QJo+7sKqWVXrEdM0/eDWhfWcm6KZAgtszm1a1vaT06zWM8qu5O62vZbGB5pyTrwnzDe/2tKoEAgd
XXEfUwslP1wSz8WH94GzVzYDLAtmXUuz0AHDrvqTErue35pA5H1k/oX7Y1hHoe5gsSYvGWYli19a
k2pGbl+rUxBn6vit0PNJHhAssr7SjyNIUaGgkm+kiNeZipYU/ugMC9iDxcn/VLTOGRe9/zEu5Jy0
Ifhnq18JJNu3+k/Oudp2bmctgtSpXti35VTE4aKhtL5NhSg+KJoVQCK/Syi+V87uhV1A0xXmEAR7
JIFOr4lBI4FSceLFD8Nq9hP/RlimA/2exZo/vf+QlxphG3aAFBdVUNbbYtt/nlK0igBnZiiRgnnf
caG2hSKmFAv5NTtQKRfFJ3hNQZ/a5oNZG69oFHUf3/8R58+LmQv4dMYTJpOn08ZfhROitGogiZVo
vcAGxhvEvbN+NkSxXgnV5/f8JrK0TfbQhoYsdXItVpVZO4nNfHpi+nUku1WOZdHJP+8/0KVVXES0
XJa40GWxVjA8bU36jqmjdtcskxmhyKtfw3xp57cuslgoKDHPsjeA7EmiI+YOzShwVqD1XPlRY2r2
Wozzagfo/pVjAMSaFjrKGOKBalZ8wV1gPSwZtNhs1exXyKvZz3zqPcDKavp5wUbgOLGdv7z/Mv5C
g99GPdqsjJyQTSS5Petv0q4pdbee0hv0t4ebhl7N4qsyrf6MipscKStQhtShBt4tdTJS91br52ot
pl2bK05ojY66Hx1pP4ypvUbv/7QLG49pDdIcjGuYcVgnuyGVazbjC4MOvDuMBxwG+6MVY29T21oZ
/vtSsAaA/OrUy6gmvT1nruIyBiuRVRGKVEO1lHgu1F28K43iqojRhe0HHB0mBmEELOfprLMmLQAR
Rz6aQPp+HWmhVn5Dm7E4xIacXm0EM9tAAY6S+F4/Dk9gXsbRB+IjXm3aGuJOJEhfzOYwmkDC6PaE
8+rpP1ogXrgvu5BlfGRY13mfJqqgtac0XeF3ozF8xr0xe3b7akp9A3TUcdHnvAzzJNa21kszv3gW
YNxQtaR8bDcsdmjYK5rwg6KhilpVM3pyWmK1FuQp1XgVzGBo/5aN1fsjMeTPPDWp6wt8AWwGEkve
BTreITHd6CZ76tLVuwbaubBDNkglFTbdaEZC2///n+tRYeJVDCm6KpWbjYE+r/VOB7b9cTaaa3id
bbOdHJMNu4apAxMHrEFONqP0SsuIPcq/tc5fNGmkh1WxROBWRh/q7qA+erAhQtzoVT+rxXJlf57X
MPABaTgw7kOMhwHm2wfVgBm4sqQx3BuFGla9J0JoyF2QeB7GwvBCgDV216R5Lj2yQYa/ubciu3V6
KJLJqQoFqfObWc3dXc/8JRL2sI3n5RR/quN4AYkSV/EhbRv6Cp3sgQi/fy4v3aEbaWnLk5k30AN9
++BI5UyLF+sxCt6iYN95ZRUxBoq9PwvGE9pPj0aT9EcGH5EANZkdMXciKK6M0ZVdX5v641Tk7ld9
ra0/5tRMiHk5I837dVKuAf4uvS6GEUD36Q1d6Mt0JtAtp4+jyl7dDsAhIDIEtzNywJbmle2LLNMd
uDvr3B9bO0nVL1o2mO6VV3bhegFLzU4FIwOuWj1JGepMpTIqetITw1uCSbfLR7MW7T9TMiiQ2I4w
Bjam6mlFJorCGdCeV6KlzdQptBQv/TQn6NEFzdL0+h6t8Pbz+3vhQjhl8zuQkyDTnHdFkpIcsxhE
HBkFrp9hr7T2YajGxdsBzvGeXIb7X95f8cL1AgKG/b+BVqFFnWy+QYuBng9JHPVciB1J9U4Y9Avm
sqiu9M7+9mNPrhdyeRTFENHbhk0nAcgqurjIFqFE02wr92bqlY5PMbqqQdbO8w823IoJAgAkEMht
XS1RkWvZj4neTR0qddu/4jdgdD5sO+93bKMf7ZuKrd1bxWQ9Ym8yT/6gdbkWrJo6I1BaKeqw70el
tm4WvaVr5gx00H9rA3ougZ5MMzlA3CYezgxz/0lOGV6m+jLHYN0Kvf1iZQNNVYqktMILhlJyN47d
CAQhluIH4xakkvRZMT+P2spwqW+9+lFhUhp59LMoWIRiep/IStRbzMs0LTRH027uub5n8ZFJFShr
V+bVGsZaCe57NLv1o0nKrQRu7RXQcKta6Y9ZUaPJ79adloaK3pvYq+GqePCgo5YfSf0B9OjNglZE
73qzFeB34Iggk7oqcb9u5UOnir6ie+owPE1L9YuES/IkkXXqfSVVxvus7NoE0Rmu5GCdgTQ2lec+
GQYFFcDt0flgAAD76mpD4wKcQcA3zBqnM/cpU1Nw7ms+r2G9rnPnV/3IsAtzy6QPBO9l9NcERya/
q+PUDd3UdrmPqriUIW46uQxhQ6glgiyrB8Fkbkp4J3qiqL5TtPV3mBL4MiF9m399f7OfXV+0bklH
mGiBsoXtdrID7WnAKwq8XTRotZr4jjUa31pW/ChlFT+XzFNSTCeSnkMXz2APbBo+y5W76+yIb7+B
T77l/xvQ8uTAaViLYFeyuNECsmEzMiPhAcaOTzglaK2oETZqU/D+c5+HVrxOofa7PDPyvqe9irEX
lsvM04pUmug7oejZtxIZ8b1ajSiezta8x2LiWr55obDbHFY57dSvcKlPY2sqKOIsq7ejBVU11KHM
zkTfy2wWi1ksxAbfNvrkd9kbeLzRlXXZinraL+UtRK1iuPLpz++5tz9mCyn/SaOQX2JTKg6qBkWV
hDU2jLvG7vTdrF51ErzwtnGShKZOP4/R+inB1LErLpRJNyONiBFAa1BvpNWkFa6dq7dfuSDuhYGq
2vvf+MIDAqIleeNy3QZF2777zwPCSBSZrEYjGgkXh9hWuxBJBzgp0zWF/Qsr0ZAAIsH/eMpTeeJM
2Mjp55gNSYDqYSes/JNQU/W2k1b67f2HunRYeInIIG/wPeLiyUNNStaOeuJFra58WnmtN9o0fPaG
DO3E1UiuBcNLy+HTxGbYWi5n426tNhvgWDnWrvgM7dZUmAFJlBZ4eWwEZrVesx09e5PcBcwJNh08
ACcA9t4+Hm4vqRWrK9jE2Km+xKOIwZUpWLu29apck924dPnR0qNbiT7deYMZY8TEKpFTjKwiy+Jj
DX7KCspar3adbg8yWJcOn8ERh5WE6JCWD4Nc6ysieZdeMHnuX/anRcJx8j1XnTEMdq5O5DKuv08W
0ykPI+SUjpqmrG9bQseVjOqvptGbrIN3TBpnYAZBpX1WippErQpAkxelhWsPx04byjU0mB1CiIaT
MQImw/el1jIL7p8nayPUxBj/GupJj4QjIW2nbpF8abN0AtfRDsWApEAprvX6zlJafiaNJ8bZwJ+Z
cZwcX8VdCbsKBrgd8M3POqriv53R+Gfd320VJB+hyBGBqDbebjhPh6WHvwg+t3U3v7TVYoMtW8A2
JChDfXn/7F56oo0eB5SRtsvZYWoMb4pX5jgRKi/zjlpA3mZtpofvr3LpCCHw4hFIN3ml0yNEVltV
FGns6nwqggI/owN95daPPXrJ7y914YFopbF7KQnMTZn97ctbEJ8nNdftiJLGDeu66o4GktPR+6v8
hVyebFgqLOI1h5SL4XSsZvaaq+QqXnUJrKp2CJt1mPodcTZ/qhAUELucQtYNtaEbBDZYNhKe+IeV
/SMKpkBo1sxqugA3CcV66TF5epQxphI+EPEkCVRtFcsHD1mc9EPspM030VhCuV0lwljB4jnJr9E0
K3JspV73yO16Q6BaWJ2ZsYJhmMRwBOOuQTPKqJ2a+KuonfyXK4viCRdsww1R9lnco27ieRRMfTe+
qM4CxmQ2p+nnJMzmGoT/wsffBJCBfmyCDvQM3n4RdRpdp5gwYXPcvj9oajLs69FQ9o0o6v37n+Us
qNMPYTRHtEPVkABxslRdLmlvK5hwL+TaAWAQzx/MNA9hgqwHS68omZAR272/6HnjcluVjiWzTubx
ZygMWrhFayGbGCHRo+ypy2vKAeY3T42maTcZKVUS1Mz07uexsx7WoajuFRoaD8Iu8sgePYgjwtTt
Fw853vRKPXfhOFi8dfRqoPHz606SaS5wa81begG6Yjc/Y8VaPy7J3P0/751yAmKKvhG1T1bJjcER
Wed6kdKgUZcjENQEcZma/Z0DoUFGuTI0P7u8QFD8/Xd/IVwSkreLksR4I0+/3Vu9XvZtn49xBDCZ
UY8nvHCdvThY7LzeTXmj3oi59HZCS+ZPGPX+MwqWL0/7gSSLDW6e7Td8eZcCBwSPJMuSUSu8LFDy
sjqWvWxRs9LKu96r5G6Qk75vS0u/MqW49PQA8pjHeKQmsCDfPv2i2XmpdRmZkOv2Xzc5hwfLaFRe
vYNanzbUYaeVg08BOQWzo15FR19IFPDO5VrfRGH4BdvJ/082y/MublyXcWRu7F3k8ob6MXfLXAuF
XPXHedWVmgqx737n65Sy8Qrne2el5i2IjklDNHk15qNgkPkSxybBujaz5HGGHd1e2SaXriAPzvnG
6/8rCvT2hy59gcH1SApXZ333Muu5A1ggX6jDJyOZrgS7C0cOrBvkdqaOWy13chicZJ6VPiEd1kG1
MikV1h97VuX393f+hXdPHQFAAJguzZrTd1+nWqkqSkMAKlb7iPKW9iVdhNirsamogeiucb4uPRXz
sA3RgeLuWRZcGKJvpz71oqmo48OAkHi+cyrZV1cqpHO5C2jDYEwNHfAWo4m/lqP/2VSrjhRHnFP+
15rA3aTUFtulByGNF/yJlObJi5fxx6CbiOMSCMSrXmYmTjueSe/ZqbP2JnfabPz3DfTmR+lvNxAe
pQ6unZ2L8We/7NGKjz/q+B3vOjVeryQw5xX59gJAKxDJQEORXLxdqzNqp29a1Y1mM5aHKQX3lMHI
9Z3Ga48Vt00A0cLwOTIZLqszTSpZl8WVTXzhxHCxmXT5t+4Age3tj2jzbi2UdiDTJdzem7YCH61v
4htUe6+5+V1aamObMaFEh/gs3a3l2i9Wxc5qTJH8GcQod1iVi6+O3Xx+/8xc2MNsXLD6G2ucG/sk
PdAsOmkZ2LlosAZzV8VJ82kdUueKlsyFk8kaGyAS7PJ5e3h1GVxaPb0jpKjWr2oq8uOEW8hjxqtO
gsKT9o/3H+tCGNgoSBu5n1BIS/rttxJ5JZxErd2oGYAp+87UZS/l7OTzt1SrgFyZjZe+rn0pP80l
vNxgREP12gG5tGs3JizOS7D/0eU7+RGINjtDV09OhPLn9MJsLj70fYvBkzsade7HNNJSHzJfvTKQ
6PtbMALrzeJiSXPl/JzhMWjXbS0W4vE2pTq9fpc1RvtKqlbkpbQ/E+kavmZNxS7XUDmu2lJ8XOSq
BBZSQlfC8d94e1IUwJbgzG76JigEnhwaB2skZ0o6O3Kd1ll35jyY+w6/V9fXR90Y7xC5bHvfgF96
bDwj/pwKJ/6ce876YRmK+NoRvpAM4ym0IZK5RDZy49ttEdOoTMsytiK96gcMqfg+/gTxIbSRRdlr
bd/u3KpfX9/fjBfOGBKJDkqCAIPPWdFc6IDku8qOKmm/dGtX38JFSK90KC5cGShKg3mGCI011OkM
lOZsCaubRxMZpqaVOnfohi9y+YHBoN3t3n+ii4sB0mD6AsAbo5WT95gnm0H4Ql82r5qoRrrlZjO7
Db1hMv89W6cTC06TkfY27zn5ZL1a2XFpz1ZENwN0RtWK/aJaxZUTcnGfkrRCIScsIlJ4kjXPamVM
8ZJb0WrOXbFz1bpC+acq809xp+Ui6FYtv5NZkxcBFp7pB9kCbfLrecLduVYrFJn//Q2jkrL5jdJG
PBtpe04zDOVSsFP1Jr0dabA0/gTvrgjV0TXlldB2aYfCXgFeAeDtvMVGz86cV3ewI4XxXiCYJQV4
GpdXSqJLuwbSLYBbiMWE0pNPaeIyNNYNqzDGh6xnWFNQmN2yB30j/4/XBwufeLbhopC6fLtBkTJs
rbZmKfgAhV960xx5+eyFcdJrV5a69O7Ymtygf0HTp1lnmvXK2kIQjVRHqW5G1gPpOF+z1rsQTBBZ
2Zpg9MnxBzttGXi0Slz44By5rPJ+CWzB4yBehZj81V6QOtaApv4iR7LROKrWEuPxpi5Cw5wYDb2/
Nc+DOb9kA/dtMrJk2yfvdkiYmLuZZkUOIKr7sSjGlkvUTkYMr53qTl+Efq1+uLTkBn/aTsLWXzrZ
OTaI1SwhRYx0mGpHeEubDAyUq32CVdvNbMhrXc3zrUp7AFg6H/WvLcNJ6KaZPFaGmzkRBIIxzKs+
2dNPsnZ1D6Lw/dd5cSkaEgjHbU3U0+myMasGCEnLjkoMsGFNq3jrIVm674ZcvUIR3V7T22DMUzH7
IJt2yGFP9ZfIwBg0Y3wXGW3v7NR4HveLGF+1bDZ3Re4wWEzdGOmsDoOGJb8OutvocGfrU/9t/H7b
Bs399lSquaGkwH+caMaZCAxE0j/hmKXdqmOMr2qnTYfV6BvpFzgvZb5Rp9MHtGquYRUuvXDuOrph
QFbOy8QRqlxumYkTqYNW7XXIFYFpLOVR05nXv/9tL/TBNnAhX5fYsnFUt9/y38qtAWEM59uOAF0j
oIoAmP6zzNOFosVVPpcgGA6KVXlPfT/b0TzXmeZLaJp3a6lOt71rdAeZjfknRxbzn/d/2nlOSPN5
SxQQOdrUqU5O8TiWlWamhRZVTmVGhZLLKRRqwXTTWNgL+E/Hye2ANt5dLh2tu7ITL3wD+PIoBTBA
ZWR1eptBm1HLOGF1r/SW3ewm2SO0iMpv7fwaSfPCUkwzSXqRiqQtcLrpURuvSkVkZoSC3xQmcxEH
ThwPx0W0/0x93qQP0AKGjK6RZp8e5cZQkyadOiuqB8PaxYhM7rFETD6+/+UuXIabsgQZrE64Pmtx
NaKSqmwmKwJMoaw+iMD26zyN6ZMRTz2YdzX5+f6Cl94gk272MYwZmCUnx3Y0+6aaSo8J7UTRoI1C
v5tqB0mDsrimqmQ6+vkdwaWLtA0il8hhn0YXM3c5kCCRo7hIvPGVoqA1P05WqQFto28q9+2g2o8r
sjPDE1QzAXx/UZbF32T/tP2cyh6T39rqkKXJCiCq9se2VeqhvbMK0yoeKUOHbNdV/HV/7Ocm80en
6P4AsHSb30tti2TfacCq74Ra5/pd5zF6/2xllKm+tObJvdGbMQHDtqjN+j0tvaEO7MFEzFCxvAWP
J5Ch+StItG4KR2ORxkFxjEo7ClcTRuC1sW0GiM7L+I+D91sFDGZGITDglCT5/TBOPbq5aCbM4YiR
ATmS2cjX0k7zYg9NBGBhWqGWGCQKojdB7cpKhBRdDIwGNJ+XhzTXRzAZijeU/tDn3Y1csin2M4gy
s4+3BKqKCHPpj27WMN7qhw4ZpKJYtCrQjWygIAKz7wJ/m8cfvdWMdpDpqUxDtZP8l30Wp4/oOXby
psg6LT4mcafqO6wVIRMMiTcNXwtpVLodOkxsnNd16rVkX5uDE+9aA7YBxzxb8CsB2L2Wz2CG3PZu
zjOtvp1ya2n2fUmd+mNqqlkN4FzYY1DPutnssloiVdagRdt/VMtWKRG/XZeXvrNqM4R+VD4JrBGU
HxhzNx+SpjDUEKmH2pqiYR20VvjSTlTzvlwwUAo605jvNsIeEJ9RWD8cqVvxo2YPjGCQXeyeLbsb
ixDNaxCNmkiBBkL311UfzT6kqBHDUUdc2GL9K1oT6W/NkB5lgD7Pd1UHg/hgt2yfT7DCq1fmbk7n
M0IqUh/NIu3bEuvK8ACDcNb8XquFcQeEx/hgjfY6oVtm5r8kmrrt1zQpy+XAEGS6Q8GsqR5X8pR0
lyWWnvv5WCyDLyx7vsG5aYz309qMX9En0r1w0ZXpkxZb1q2qFspXb+EfhLSXhcQwc6pALmn8vaHX
YPlqHxdjOIllRabD02rH82XmpGsA96l5rRi0J4FptsZjT+dtvLWRmUJlc+EZfaOSxhK0RocfXErQ
++JMtXgVgyv10KtyxmkqIDJ5W8R9ZRwKJTPkMRtl/Rv+HzdwLeriR+XJovMLz+oNv6VHsl+Fnb1m
aNm8VA4m2L6tloi5JcrkfcmGVNWANBWa9JNRzh+VVqFAyfM2G3zPYnLqy87OtL0J2tjbo72JEZFC
byicN/5Pm46ORuMhq+pI5IwnjoVRtTE/0szuc+yif4nJ1bpQ09r5i0wWOw2xjXIfbZQM6zG0+9lw
Ps5aXJmBkcXS2gN9gEPTm20qaBlITX02BiQeo7K0k+a2h6YTK0FvC2cJDbj8oE1TC/hf3W4g2d50
aPpMQ+rF6LRMFuWINAzlk2O2lXNLE1h8qQQQrld3KWAsLYOM03utzzX765wvxZEKCo5H1qQD8PGu
nCdxOxeJET84epb197nVOk2A7Kl3C4xB5LtE8Zb71lPnH2O+0piFzYITRq515sc2LYT6uCK56XEV
IljETVqaPzXmckUAidqbbwx3MMcDGLPhbqY7Zfsl9m6J3yBGhLQp/ALxmOUz8N547LDpXGEu+bGh
jcAh+7x+njAQhYVjynVC84CG8aNsh/KDgtlAfBzjthh3kjZnwqarFgshwqz51Da1Bhh+4Y111to9
DV3RTF+1VMblLuF6eVilyB04WIr6Yrdu94DKszB9YxhUDcGBRkC1ple6+Eiur47vCuE8Okj0mZDQ
0Mi701qkXz5CKxXf1l7hfBiJ29/3Nnt7nxIPQDD3hRuo9tzlARL13RLYBpZwYY3A5vKMJ1ux7BMD
jOVts2oZ5kTJnDXPqTII7WAim/CUyqV29omb1vW3JcFC2I/hQ7VHC12F58nqxp+gVafpvl0cQJLo
FTkiNLJ+LRAxQZDSL7NlqPxOGnn6kHuDdHdtTYlHhNNkuTN0TBpIkrVmb1U47gVZMoJIHAvd+inN
WWjg/5UBcfTZ0OAoQAzw5wUvO99ZyubTDCzph6bI7PeqtIgkTNIqn5XUQqIqG/rpl1o4dh62YzI4
/gTfRQ0nuZhPzG9y8NLaqkLdYgPyGOVQhZ5slu+e1sVPoz0Pt81cL39m155BBJaL/DLSDeKiqGch
fDw5u+dJX0sst8la+j3pZ/3FMYb2extr2RMTjhQbpqJsd4iwati0ZKP7YhVMMrBdrrMirBGU+mO7
TKtuYjUdm0iTdZOGJD7qQ+MqRRehOp59WKU72UEBzyH2xYj7YUC+ln5BDr51KJXZ1kGuOlUbCUDJ
eQim0V7uRGNbzymArRjLEumoPtLy85/JZY6Ivht2Zi4U1/seWW7Tt3oL7evStpI7s6zbwodrleIe
sIg+jMeBC80qnJUBhRADHw3Q6seKKSCzd5HMa6DUefZzbePV3FHq4nBlCnN4GZNGa5/n2a2+MvGe
FAhyDVJRtZVy1eL3pTiRXNo0cvE/abg4DO9lGpf2p4m3krnjLqrU78s4d9Y+7mMNB5F0Uc2d6Nr6
g+5U/XcDIUii/KSLe6n0+je6XGINLGOQs2+MVNV+o/P3Dm2zZHbYDTOgJF+Ua+veODD4DRiLw9j7
RV9miJWg4YvUvt3UH6c1mS0GMlUpg3hQ44gCx/lm04IoAhq/8We3Rl45cJdu6B8pbHQCTJm1cMm9
3GvCRVHWn7UzqpbfSKx/wh74KR0Nx16Mm1nobh6iILFou1kpZ/Wgj1Z/HDThWKHS5GN6V+rO+qkf
m8484GzKJgeUNn/tS1C+gRS6I4PU9YqSL9LRBip6AOMAxSwsHEkY2g/YC67L0ULIlk5UEq9fRJLy
lB5o709Vk01aYNoTMp7zYlRKClM8Xu1ftRi6/vn9DPtCMbYJusPnwLoAF6uTfuo8QhTEdtDkIzda
t1vRlN7F7RLXRxErwwE1PhefIzHVXEOtll5z4jivKLbxxFaI0RlAu+Ekwa+KIauTpgEYKRJz76hZ
fKuXYExNb1RDxPSWf+7potgEcZI2BHP6swqm1KAQwro3onVLRejzD6E+Jt614nt7a2/bDSzDNJ4n
orFyxvPXnJqz3eVmBOxJwv61huHBq/O690Ux1b8ZmdQPy1BbhyJFOc737Ly1N4KQji6WkX9//xPT
6j/7OZiDU2y7PDCNydOeZEUWuY6uriOrmCqvLaKOMX4VvHnfXnujDPpeqkUg6nEcA7ty1dUvhmG4
62JDBdFd43y4WxKoxji3YIjNt8rdV33A98nPmevkvpmoYxf2Kjc2F5HRYL/Uqd7rYvQrmnSbLFdY
OkWCia+pi2czGZX5eao7vQhas7a+jWphcgyUrADUvLY2CtUxOYGKknqO63wFi2jtRUtYHhHSIdds
M2VX6J6Ib/gr8Xrbmts9QuKo9WHaMo0qUPud3IcYrM3yaegcN9spY9W6h7kr08e+VRfzpdeM2cC8
S0cbnnxFS4KWJicqOCnXZxKWrQd7W4WUFx8aoWCDjFpVf+N5Q7MJaW8OYR/ySpPzEXiJjqhJVs+M
lrpKsQNVFbEMzcxARNTNVUU70Dqfi3BUEsveZ96s1WFTjrVEnMbummM3O2R0ia7n7YfR1hAvgcHR
5V8ctPUU30VMNruFq921O6c1W4SWsEYvdqRshf3FpEJ8WGd4BUFuC0MGrczXNUgMVPN9ewDTQZ9r
UR/nyh3Le6Dc1tNqeXkTpB5M3d2YJlq107ykweIcsXsA5QxEzGM7NuvrPK/a1xg1Iy76qm2TO0Vz
htpnpsfNZlZNhZZMVmX9AQZA9yi9Da6GCkvlEYX1efsXUZ/c6dj/wGulwZ/6S6ysLpPPpFV2Yuwz
ETjIZFEKSysfgrr1ho+K4VY0gbglxV4RHe8gKJrF+Fy3dikTv/LsSXCMZNl9qOKs6//ka18/22pm
k51a5uLeZpqb3MGRjK1gXM2Gd53piXXwasVFcFMtm+GumvTBOi6KTUoMM7366tVlZ8Na0S2OAJiH
53GS9k3bzrp3GBYth0teJcuNKK2+8dvMisfDVOXaGgrbLb/JDJIjuoujmfrlXBhP0mq97yTQ+dPs
dfptwtxVCWRqVeVd6wKO9fumVrwjggDyvjQX2KVTsTr5EXeAIQ6GgrnIXpQ5EakCg9yEWIzK1ueU
qshLdbr7oUiRcAKLXCOdNnRJ3Qb2WDWvpok5IKev9H6aSZVOHJm1NXdEcZXxa5LAxkGGQVsDHd6P
hUhkM36Sam0Wd2qJIgW0zSV+NqtqrTAdcLNvJB/O/9g7r+a4rXRd/xWX7+GNHE7tmaqN0IHNKFKi
xBsURVHIWMjp158H9IxNtUX1WFf7VJ2yxy4PRTQaWOFb35tyz8yN5c4BBfg6LLW8BHWUT3fZMlX9
VkJd32G9rq3XTKck22TNYL6Llm4VqMhWR4uhNMrLashrAc5raF/yoV6ki3l0+tuxxMjWHVB0y0Fu
J3WGamm2rG1o9wmNhIIkjo2AmvIs5WY1I+iBF+kOWqEVZCgY8zsc/urSi2mpqq5GakOxd6qy2SZt
4Theh+u48OTZiWSP2rAoD1MCL88bHTnhZfUdOuvF6TXhxpIWBklWhY4rS2ad0enJNc4NhGfzUiVj
o41xD5ijhNOhV4c+9cBZpgIBdAWCb4luvBuSxgbRddT2Lm2EpfqwKEzTUwzqeoC2nKBqMrI+Rm2k
q1ujjiY/TIcKtzVAq9jrolbeZ402DUHRNFLvZTNkrv2kRoQvKEOYXnOaMx8KtY+bEzviXwsAeLP4
mMq4/dGMPaat2QvZ0hYnzT3pRuLcCTkASKran9FdsW5opKRYKDq9a+tFtv3xvvTXXWn95FVsD23q
r6Bcl9etarWttm8b1b6Z+kmhkJuLjd7b5eWohNIJuOy733SNf4ahhYHocTNRjzE2HKta26/NTVc4
nfDtWks2eSgeQqcwP1KHFnSEmmHz4y/61y4mVum0MFeuNWqT45azlA7oETVT3Zt5tOB+ZfT+pGY2
vQN5PvFRa+/8uPDA9x6QEy7amlTIz191/TlAZmlqRNoepsPi50UbXXRM7CviLNJNpoF2DqZlej/+
fn/FIeHyEfaMDyG2NTRqv/3QwZxb0S+pvO/0ut47ffhkzPKpuILvjBaUGDw+EhgJXjqGcKshFgmG
+vJ+Ujqz9ux+LD6TsNtd4O3u1EFrJ8YJMet3XhujBfUK/4M+dExnTcyeyJBIW/ZzxmoiG3GCg1KZ
bHrJLk6QVf4Kj62ZzZA0HEpgWmpHr43URXUQRq/syQJZgqUx1c+rq9gWWZd+1mDG4IFoNPgO9Byl
cE49Ua9+59niEGVifIHhA9SKo49P4iy3cnri+wEDuKAZYO9mZhpSnS2p14/6T0wIKClrNfritXFM
zSkyQLCik5f9oDayVy2ZwAEyGfaGMeQn+F9/9cWDN8DgXFk3PGCK/m8HZ2OYY2n0prwvQsHMliWr
fVwDX2pXGePmycmJycETSysrN00dKfUAOaYOkWijXPZdnaH2s+SBhOTJKX+HU/7rafo/0bO4/n1e
tv/8b/77SVRzk0Rxd/Sf/7xInjj7ia/df6+/9scf+/aX/nk1PDdd3zz/cvFYtb9s+vLLY5eI8vh3
vrkEn/SvO/Efu8dv/iMou6Sbb/rnZn733PZ59/Jx3PP6J//TH/7y/HKVu7l6/sevT6Ivu/VqEbf1
679+tP/yj19XseZ/vb78v352+Vjwa9vmuXz88nj8C8+PbfePX1Ei/0aeLH4snF4M3FJWxGZ8/veP
8P1aRR/ryZE6gjWnFE0X/+NXRf0N+1pOtDh3QPjFI+fXX1h/Xn6k/MbhB/s8KljwR5bIX/99a9+8
rT/f3i9lX1wLTl7tP379dn0AzOacuNqsY8PqMHXt9eev1tqZhbCs8IvztZRh0+q1GUjK0O6MqTuF
1B9lGP/+Wdwui9+K0/ONv/0sAOJkVMseN954iAO4FWJfG450keOdtZJP6Tu38wMem62nwvAK4knd
zGNUXeerSrUkwdm352lwdSNKvayrt2S5xwc1I47FLJZ2M+PoQkErNsUg6MJljePS0q/80ka8ZRiL
ejYtVryRZ6kKXr3wfz3V10/x21355Zuh3jLwPcNSgsPy0fy0ysh0spAPXSQl33Q4enjK1IpANZoa
dp6uu9AkTcq1wjixV367bf37k9mz1iEG53X9+av3Z074WTlhiSBFKUkkHzBkXWT9lHj5Bc7+c0t+
+RiQbjhHMLVRQtlrr+DVx4jRURLMJxOiu7Ai9RtDroKsjzFUcUorBCIaZI8jDS4oGjSw912YRp/m
armvRzjxHq0X/UNc7U3SDwAYJoA7Ixfa15gW4c2ES1jpKvrY9H4yiMjB5rJPD5OtpA9pM1k+dmWi
cbHD1w5anXV72v7T/cv7+/+L2KtFDPnAq0G9LpLfrGI7UX7pm8f29TL28iv/Wsds7beVAAuDyOZf
JklBf6xjtvMb8ZprhbFizpi3MrH/vY5Zv+mUAmhpFPpzLIIMnH+vYyrrGDOBa0GBROek/5117MhN
BbXC73GtBBFyf6vU9NsRCtmyz+PMNDfTPM4BeVcsE6Vx6OT0RsOn3YUE6ZMAJ7uGjU9xfR+OtXm2
RIW6HxBXBEoY+UtZaJtCSd69eo7fWRz+su4ZGuwkiym6SjzRVhxXJlZL41gfou3CgeBTHpYhQYxF
FpVeRfdjW41tNAWW0RZ7rO9kDtfs0pmL2jrey6E03y7JTFtf69s7KR5aOn6i1X0O/GJXKeNyrXad
co4wJE6uU7JmKsCjUB8IHyzUz4mZyh14bhg+rw4dTZDGTYFjdBYq5yxLzf7HX1VZv8rrdYKvCsUO
pTFvAD+h4+2kjRsNQGoKN+QXmHcTzjbjJsSpz4MGau1MvDZuE0Va9gAO2AgDpHwqjArXiHaO19ip
0koupE5Nr5IQH0c7dOwvq6bD66NTK/aRPpjxgjqYSpzR+fKvYw5ubNfqQGMs3qbjMl2n0Hje440b
NDHDwjC18WqAcP9+iqdmszSDfrU4lb1PF0v4megi2vW9OgHcieRgLvN4YlU/oityd1TQUEag7MJd
JUntaKs0xWTm9pQam6pqu1vR1ZMPYcb2RgUtWJFkwwd5zq70vA7PWnh450Y7KifKeYj+xy9TRza9
btWrYhiS09GUKluByWcTaRurNaX8opyiSDuLCrvC2Tb7GKV65c9aPnttntKyRADh2bLIXCt6v/RN
4mdNqRyyelGD1hrlc8nAVbEegeqHBQPxaBDviDfGcEtI884UebYxS0O91hJj3E66knhV+jC3jYLo
Uk4/CGOml4Iu8gPZmQme8LimjZBtG2m8i9HCXtQjWkx9VpfBNZU+uUMzEEuuGalDuR2E9ciBEjeV
PFPzTSiphqDVNJS+GfYxgV51vpUb+TxRs8V2x0FfNg690RIuVzTsBa6XJCTMneylZF7f9yHBMHMa
wkgp8AdN3HyonA29/sBR0jvLyia/lZDiuzhMPY0k5T7YSlbvUPgkONV0pk9StoyROsYqzOU6H4Mx
N1oacvFYPEsSjvc1plhekvN8x64JXQs/OrqLTp18wI4dUCwyx90yFfWDYzb6pVTk8yGq7HnbqT1k
kbBJ9rExiZ2k1+1jaLdeSl/33LaXblPPQ3HWr4aAKCxTVxh5sy+IHMYdHo95ALDzEp+WrTBz851i
kDZfDRRLM6lNW3Ck8pySNX52ujwLcOYacLqobjWjy7HtGj6WqtZsbCsct3I/Lx8tnAgDdm3nKq+d
xk9GzmXu0jrOQzeGn2x7vIYFNNQeXVPtToxZ5Nn2cJeMU5X7sT07d+ko2V+jvErjwyQ55qWmFZPn
tEANlkqtM0hLURIfwbOf22S6jNQY/2HQueLWnKvBn8m53tLoTLbT1N3ORSU2mVWHrtJGtQuKlNNL
dPq7OE4dP0IT1nuzTWcxBxoPHLhPtDdEDJtpwgx7bJNnpZ0Nz5HLPICV+GleBDCtGD/lsSM9S3E7
esCU8TVqyYcpxnTOFDzkhVZnAHodbhEqPUlzF9SrdeyUj81VOHeflVpVvYm8SVBWeqtiUD2RRkNg
gCkHuYn7/5KWrY+V/lPRTuphWKSbuE5v0GC01xlqdL0x+32eLZrHbAzpOoXdlyw3rg0lXLZjHV8W
VTRu4jyxn7HZfJKGDrHOGnCnhLax4cieeeh3eGNq0niqgBQRxiEsBLVVD9MQxl81SK+XrDWy40p9
rH4aF4gsWKKZGyUUww5LR9rfYmkUgmijed+MjRFIlfNsmSY9XSPqPMbkeFXN2bLJ0qS7I0vGcSMg
x+sakl85L0rgpPngV41RCCSms3Zu1E1WuHQp5IBdY3ooysn5rBW1vge0ND9KaHcfYP7o7uzoyXlY
tLLm9RhXkaEdOfHOaJd3QnWWSwjzxRZvO/PKrssn7HTvoxZMmfXOOG8rJdrRq6EeBTH50GhLexvH
ZNuF+YIdUhHeZBPJSF0xap5wzJ2yDImXhrOZwz1S0x0ArIS9dgrG7VYi7r9mzNEHWmiS7Ya5Wlzl
0RTtVv7mJu/GyNPmdD+LMfeVaEm3BCk5odumU3Xfl6m2TwuIR0aun/UA/19lYxkvhd40gQEqsAQi
zOfUjdB2XzttK3mY7n5Mq/m8CRFHxS3LmK2FNUxGqz5bWXEBwW/ZYW6l7NJeIvM+oVVYevU4lQcR
2vrG1pNPrcMRqpHidxIkkEs9ivLdMuR97BZjeaZg9gRyPDp3Y7ngCsbDeteqtBpltW03phlTQsEi
dxyXQJLKN6LkCpsHbSOs5F5AaSIQQRrayi+GfrlJdbqxHXAZ9l6l0mzTpTa3AivHM1lrE19O7NJj
TBQehw+BBUmUm0RP5jc1DXC/top4X9Dm/zimSvJezkr5axUt44WjFp+x1UkOpKZXe3wKjDsMH9dT
oqPuyUn46pj1bY9ywVWc/iMKbiqqOKrKTVwUNQ4kabnPSpMOKt5ZF7UFN2rN9rhKzeKmWLoPqY7E
inbTLdtUfIbJmBJwPpn2uEhtZFVUZ2Yznqdme2XBvAjGWbusEkdxEaUbXpY0zd6qChqkeq3ssmSx
DiQonoWDfFP2NNETeriQgEaUdU3TSTcYtdv0qubQ06Az+nKTxJswDT+Xc2j5cUsoSVGb+S6acXLo
h+q+qSPxqNR19T5RUyxV9V64jsaxLOt1Y4uuFBeuXE8PpalPnqbH2s7MnIgJquN75AzxXo9r60bv
7NiPlzrfFDm+qGrRY9xsN/pVX6R1DtOP8c3ON+ykcsgOgorv/eyU5EMV1pdJlS6aLnnfp8rkKXN4
XQ9DFZDWkn6d9aK/KHWzuEhDK9nZdBs9qwtHmANTYjzj6pl/taBuXdZDDWGh6nCWILnFHbDmup5S
p2rJmJIK4au1HC3Y4lQpptRDOGVuGnUsX+sBnFZ+RAbFObyPvtng49rahyYZSiko7cgsAYxW/kYW
DqCW3TAJGY5bO+Xa7ZzA9IxAWXMkx0tdQ4CREvSuRt/BHc0NQI5tX2nFU8nmlF/UQzpasPe0mkgX
u1zaL4VmpZWfQJCVPZkBJHalUzX6tsLmNrt9UXAo2J2xPjk04wbkxN1lZ2nC3EV1K81ugZFTtJfR
l5kbddSa8aYvwUQhrEx8t8pqtQNOUcoF5+Hoa9/MQDMOztO3MCpb/ZJh3nOAaaptO8XlueG006VV
TDwPdZ55QnMfaiMFWDqc0yVVCx/tc3sPyqu875sq2+rw1i+r0mbRJcfDt9DCPMpZp+0aS2hBiec2
LNZhgb3URfDbApqOoJUkGHQ4tJmJp/WxHkD6yFV3gApYeeg5pm2oFBO2rvIwaX6jikUE8dxGDRns
1lh4XdcBAmd6Ll0Xeq/TBDGj6z4GZBtmMHlWGRkjElm7wLpWOc/xF/lkJQ1HFQgoWeUP1iDmII4T
1ianSduLaKp00jO7KjwjKzk8y1SrXmkWbbmH6DXeapjqnal9DzVCleHzxomi7vArnz/zBKjT+hL2
IzFC5jtRIz+Ok4HabClGqqdJ2YRLOXyuWjU5Q9KpNF4TJsm1qobaPeIg7YFaWwv4I8tnSUOPCWRM
TImQhPWM53xseRYslFurGG+b0Gk5d5UfiroRfugk9wnPzQthEptqeplJxn27xLa36AhnKUVjevPq
RMBM+27A0PZclHN3vozW4vUJRLOulLFgUc26fBeyyqa7lKygikOsIspdhWmop4Bn+qmUD41XGmFi
eJ0gTrWIacUEEPeG4rzKFxI3whAWgJL1inQRh12r3iSLE6eYbjfZl9HRe8wRI/NLE0k10TpD75eK
WuybSs0/xqSeCLOVXLpoCSi1Wd1JwpQwg4jqs2pwWN8t2bmShjTZU7daXjpX4+KmywxLSiEzZmtq
tSETLqvHpCot8+q+rJaP4zi2n21afx9jPUfdZtXteZs185c8TT9N2YBzs7KotRuLSnjQ7OIHMnI5
AC9NFvny0qmPaYh16qzW4ESgILskHN5HdWO810if34x9dNGWU/VRGSgOyolqwTerXjxKXWyGnKMx
SCxtljWvNeMR+J3g78XFXwcenqbm6ZeiKq7lXEovmb/FBWB6Cp7A7UduRV/DB3iHPbJEBrWNaX8t
Msf0i7E7G6phW2SZfCZPcpwGDvDkRUaJHMRG3V1Bcy4CnoSR+6hnIIXiegGMP7V29QUxreVWhe6L
Fly30ITkuBk+1g84xOLgbHc3WhjxK2VmD76cluF9pusihRtnd1tDZ9JYU19czeQFlOpCOWKxpcZW
3bgizcmQHgYJjqtTnNt1Q/VpS36tRYqnNI7k6hXG8rCEr7I23bPvssqFZfc1mRTwhMoabGfXmzq9
4Qb79sIj8UrsYOBFaZDnNAk9a87qbaR0S0tyZ9Ve8My/YrA+l54zGzuN6Cmv1LCvJRzKtYvcG1st
3kP+724cubgZuyT3s8y+j+p68fS2ppjUmkcA59GVUuaXMVThXTjlNxl85ouJ4PT3trrUBc2ebP5I
YqcGgd/R6UjWTrEx83wCgxILZmOZ38+j7HJe5PNyBQJ0NRqQljijwhGN9xELsB/G1F8+lFYaRzqx
caWiYVpoSuyvTkwPiWrHS1Ir/ZCPceoZNSUnxTcybFHEO0q67KA3kezWZInemYa+z6fuvEEzdosk
g8GeFzO8NJPDHPB6+b5axOTHmPYOLuFxBvRgXdJuuylL7seiV3Hw1OWicadGbQ4x/AqIOazmzqwY
l/BJVQ8Cgxa0qhZ9YseBdp0O6hbiZbcRCcQzPO2sR7knXTc3rUszC9PPRVa0h2J0xgA2TkzJ2u6j
PL3VJTv7FMZDbWzlPI32TqOlT6D57X082eMmMcfoA4WtdBBOr5xXsG8f+6VtrnCOa31ZS9hwubMs
xq4m0fSgLWFj1YtQn+QxGmKXSDB7UzSmNXgym8Fex0vmHB6dSs6zIg5JqqbPf7+deycK/j4Gl76B
p/4z2Gr7LFacpz2+1P9CnAqx3Kt+3V9avOfJ5/kbmOrlz//e31WN31bJJvgieBQCLJNG7e8wFc1d
ur7WatNi8iP6q390dzV6wiCuMl4R0B9Atf9s7jq/wVBwbERPwMHrT/9Oc/fbRtTqAsW2ijmeRiyP
uSb1ftvbbeGP0lmE4U3EXe06XTv1gV1KybWlRM2t1ZjT30pewd+A5iWNN3u1G9DoxR213wxYjRk9
D92NJqI/GgWwGnPwz0PZhCc6fce8RlR1NMexuMABnC+HqO+oOwz5Mk+h2ZN4W81qpAR5ZYaxfMve
IpGl4mn1UMIOwhxEUYLIwa98iX27QGqYK+us4tSWuEncZQnMEyWNdjMEOtuzlLH9opHt6YlCWqId
URuydZ6bWnVpSaHqhRL5xj7Hley272xD2tBu1Dofb/5cO3cmDJ72yLOIU4nRaDiBgMAonkgHKaeN
IUYr2pLpbfJGVBkTm12ZcNTflCkmiz57Xtj5uW7TUWkLu6BqtfqivRammahBJ9EKuEiraHrqEaBQ
tS+V9Vikk9AvOKxa15GRhCu3P3nKMVhKKGYUVllDbasZupHlLDr09DRqO8Nd4CaLqzyVwwtcijOs
2RKLpsjKfeRZ0ttrDDhWozIL+9worEbzIKbmo6/EEjs9XCaz5sEwvJ/glCn5pxKCpOY1o8QB6DDB
06j9Cb6RKjwcggrlYMcI01FGTAJTfFfPlIVuQISJpjGzDYf6QmnIKUGftjkE7rTCFd3OktSv+0qM
H+s4HesLI5LK8s4eieZA+CQgC4B31fIgf7DGKWvh+6vamqNlJSFtWapjg47LBr8sITWuOUll0638
Qy2GBCjq0dGCTKbK0c9SKNaVddURUVC0N4lU1FbuV5ic99j/jSGEWLfQ9bmiW0O27nJtdbWCwh0S
v2YVqEKsXn4XtmVd3Eepky5tAF9ejfwKKl77mJckLTjMPHueb/gCwKB+lbZkp3hZobdN7RlVLCCx
13Js0BZQFWOu31lAFsV1QffqimwLqd20SjLgUk/ldl9HM4OoHlauVMWhQfJ5j2aJbqHHGjpNmhjt
UEJGhY+0KS12AwWh7U2KFUYbzPubJzzo2iXoIIoO20WutOgDzlGCop+ryeyo89D10RV200nkDWpI
q1DiWXOshMEck6GJfSH1uYPEDG5wt3qKRzb+ucRE7DT8ogtfrqOBGquwtSuLIpS3qaU8sBIQQ/sy
KsZYnY1tYYhLhVa9dp4jH8gPyTzEFPRwcyXLk/Ulnm5TrWvbXVjX6x9lx6aMZ1aol6aUyTBVp3g0
jQAkhWDRzKRe3FE2Q9VIIsusnmWR69nOEP2Mmti0cIhuVaX53PYIT9DUJdM+6SpdPqtI+MIvDUM4
Ds1nTQ1dApO4JqN/7gKjLP2wCafuRSFvTLh+dxl0ri3GO1bkdyF04y0CoLl0ux69iavFc7Xj5GjS
YjMrOsOcJyh3YzXm+NmjBxU0m+o2A2hHEzg2BKvsMOs0ZbzxQXehlnKoCzSpy5zrDH1Uu6v6YrzL
lEiNLiDmTzbsQbVXEMbg89YGUk674oMQ4WTutI5oYDLXIFzWlP8lDXHJqxxksxemXaImkCeM13dz
m3KA7XVVcC9mIpuktMVSdV6mqUyBp9p5vW3GMP5Cn9BcvHhB7eOaJO4knurE0eUcNTnpIkJeAKTy
Id5wnIF0WsOpOUAK5Zg2LqMxBAMBQYOvsiEUfgYGPt0yKkfLn2Nc596PkDlHDjfwRNGw6tBkh/IT
eHUFzxBreD1dPs0gLMq7ELoq3qGSPc3iIS6HWVU/KRLNKsblmDKbIWsXkNkbDlFoR4QZiG6BHvYl
qsuyrW1v0MNQtJ+p0cJEW9uJg6SP9GHitqjf//3q6T8rja6q5/K2a56fOyg9/y/URzKVw9tEHiDw
6JfD+o/b/wHj/Z0atPJ/lPX3fq+TQAx/A8blLyYHdmbqH3QeGPm/ocmgpqJGIkHtFQquwuZZWXEr
1I2OAi7XH4USP8I4zKS8goljrb/3dwqltS75E36VVLxn+Atq6LcFkhzFBN80g3yIjNbLljOI4J56
imD31sWPqq8BOR0yh1E+jKZw4RN+qJJoz3E/ePWsvwOTr5f53r0fqWcGq5utLGvlg2OxLkMEQq7x
4yt/y87586nw1F+TVmy5SuEa9ziUR0sAl58OZEs7Qmzn6QLBhJcMzz/+oLe+whE7ptTAcUJ6WFhO
IDYFJKtPfIO3Hv0RAit6dVETEFoI27RdgDtVvPqEvZywk3jjvo+jGhPNHqQRWfdhhZer91bF6eGP
6fOdV7pOhu+9U3t9I6/oQlKahLNcVcpBAUrViblCmoFyTGLrFjsjG64w5KCOojsNSCKp9bVFCWF3
VBgGonbHuIqUkF3BPth1d5HGnC/lM9MEW57Gavfje/yWsfDH4DiWE4nKsAdLyPJhMlKk5bILzohz
/ldHL84UY9j++FPeesLryebVg2BnWS0necJK+aA1SOHSE7PmjZFxTLSIiAlp85YZb8kf5gy2yLQp
7BPc4TfmzUts+6ubjiYxdabMTaNUDyotIH8dyfOTFV/JjboLxYmvcORZ8ecrOJr5USdUS+SLjG77
eRXA1jlmt9hLzDmuC0YIdifZZ/jd+IrIz4RsbCKlf19kZQCX2YvsFtxF9tG4+00Ybvuy2kjWclUj
QCfqHT5CtCkiCXSkBIkY/RfBSjg2u0l2KAjzYKikDWWCu+gwUSKEzAO4c/Nhmu+rvkPLbBzC6qKk
7JGQeBkEp89yedXTCrLrZSPUHNPx6ZKanTsxXM04E0Ld5HifKVEXWFmzZeHxE6xryJ1BCzNeSv3D
4KyC+C8CP4QhmQPAWzcETFmQaYZIFFYLWf1dumiUms3NjwfgW+PkaA0sx9SIbWjth7m8rZsHPT1X
xClNwovl83eW7mNWYAoVsIDNLh+Qm7jIbVy94zBajJa3tOlumvdz1waRfp3osder8aYqDZhZtj8m
8aECrjC02bVz6Y48kJ3dYYzhlGcze5kvQfCc+1Mhp98S1P8cZ0eraAng31eoAw8rSDWqHzMJ38j5
QUlmTzQfFygfmX4qRvhFc/qdZ3JM1WZaojeTOvmg2eH9nCqbFi8ERDqhrHFgJVQqf1ZSi6ll4NZN
PF4nK35kWgctof2IunDoIi/v5XtMLKi4RexGDPhGMQ6VWbu2hog4r3ZkG1DG6t6QLJ5QbcwczhwU
/5b+iQOAG/fSudKqnMm+KlykGUYPJQkxJFhGZEQEFWJLIJGH6MuL5NtRofK+CLWYFNU7O3sWWGpD
2Pxb8oo/nv1KcX69AIYSRWyP485B7Ul9kicvCU9cWX1jbT1unAglhwMjkbSEuMwjuMLrAfLkKYjh
3Gar5lmipc2+X2J//2DPO2vB617RfbWfCRV1kI3eTwAZtFPZXpTzNLkpTQBWxQxKtTsVmv3WTR5t
ACYR3bVlOvMBLvsO+elFKj39eGa/sYEd6w+cJO3DqlTZWmKAQC2QdC/RvhBOoBTKifrgjcXDWr/U
q42gGqM0cUY2mU5ix/5A31eTnn989289l6O1P6OLTLeDcUG3oCau8VQszltP5Wi9q/KqTCuF65os
I2HfQ/eZ3LrZ212805vbH9/8W8/lqN4z87IdlJYPGUPaWpdp/WSmJyQfbz2Xo7UKVoC5iGiWD3Hj
l9quM/wf37K+3tt31iXziKJeOzVmWMMkHxDAI99qtmQhBeYMYwJqDzyWvZV8auhyqM37JCUoK/RS
od+NXedbeI4nUusrOvSqJHTHJtsNQ7JxWuMs0QvfUJtNFGobZJVbqRi9OlMwgDD3SX8NL+uGODHV
iNFBPrZ6GUjznpjTqqv2SRQ48qaKkFKnJ2q6Nx6eebTYSIM1FXAmKIoaaaPVGwCtn7zyOtxezQR0
m22TJMV6SHmXzueayE9U+G+MV/NofahioEtdMZdD0ZKsNpLNhTQiNm+m0EYdKp96+2+8/HUgv7r9
ukMAqoYZS2W8ldR9o5+YCG/d/foiXl23L5KUGUcBkCUqEOj5kt4v89c5woOw+HtGoX/sIMc20CCb
nZGkCOTz6KlXDiFa2RNT4o2HcrxUYGQ4qii4Dk0c0OmDhPHj676xOqxIyuuHMkL/s6xQXQ5mW21M
ZYSJGF+Rifvjq781xo8WCFLemhYjJQZMl/jdsNGEc+J5vHHfxxbIEYkLQs6cBZLYLTQzl46Ta6AI
//F9vzFUjtPDcEKO9GZuKPadHDLJ3SRfY1jkpezZ6vjlx5/x1jc4mqUJOFFvTetnNIDSkE5IqujM
E1/gjQf/4k/xaqwnggiOuWemosWvmaOnzvhvXfdobsbLUHQ2uaoHrOpSD1vaHz+Lty67/v+vbrfq
bCmpHWM5jPIuBnZe/J+7rvbtdSeniaYm53Y7bAJG5bY1T+x8b728o+koqVVl9OuFo+gKppzCGUy7
/Ll7PpqR+erjN4w8i7LaS4Mfi3c/d92juag6LaK59dU5nGuWnXEqJ+6Nd3csJ4uKxYm6ar3feGu9
E33wU7e7gsWvhwTyYJAaXMFYrS8SDVuJ7c9d92ja0VN3xqblunh1TtpDPT7/3HWP9sYuq5IQhJaV
33qcsosY1+Kfu/DRlJOnsdZz7FkO9uTrECNPmQK89d6O5hyhYNCHUQ8cdPNWXW67UwfYN9bOY4Oh
OBnn0up4EGl1Y2bdDbAanTDITw2RHqX1k0/laAJGXRwmqeBTYhmPE+lMEAv4c8/7aP5VQ4uDR1vB
84uDbsao9+f2Qv1o/hWQCPlbY0DnO4i3qfNzE+XYNL+Hc9rjdLkcZg4NPcYWP1dFvkTAvVqTtUWp
JexuWJOLs1KH43ti6Xxj3GlHE3DssPBZMByE2+MDxc3SiRHxRuNEO5qAWPAJuxY8h8V5HJuv5Ltt
5771NAynnOZOj+pN0l3/1BA5ZlxkSqOEQ2MtnJNpJfV3Svn5xxde5/R3zj3a0Zws6rGygEiXA15R
nPNxQZvZBv6eDPeP4lQ72g2zInRyOaLWm1R8UnLcaR9+fNtvvdKjyZgSHwqZmEc/NIFp7cJ+83PX
PZqKXQmFNJxsilPLdhf1KvnZGz6ai/Oa5EYhw9pXXWvFvu9PBHS88SDUo3Nrg1tEasW8vzI+rPqE
eE5PjO43RsaLbPPVbGz0qNWcdfVw9MaFb+H26nUZnVpNX4xDvjPwjh3CMe4eYRSwK6JjRt54Te65
F/ebeUB8o1iBY7zHq86tsxabVnRMeOREyrtc2c76RpMqWPXyLoG78OPXfiQs/GOgvmj9Xn1ZhJcC
JiV30w6WRzIqRM/enZSzHvNPh5nRpYnXW+8g1f/cmr+ioa+LjUEkfMKqTCO177quxFVzYtF/67Ud
TehpaIy4wsvpYPXbFFc1EWLc3J2467cufjSfuxboCo471a2GDA9Noi3fJpJ64i28JI59b0wczeqc
nMP/y9l77UaObNG2X0SA3rzSpFWmUt68EKoqid57fv0dWfecg2pupQRoA9XoRu+mqGDEihUr5pqj
xiho3Ms1tRS6zboK2ZSOzyLuPTTDCFaOoEjYyVO3R8lsZxo+Bgpd92pgt6WBDEpeFVJ0xHcLvYx+
dvXYtfiSfT1JLi21RWyYdanRs4ElHIp0yMVbtArfDOulJy+CA4LxKiVZIepMkDa2+Lt+/cYXPtcS
bKHOhd90GNXilrZDh2arOu1deHt//fSF+8H/WzRLT6Aqrs+W5jx+wBE8itNVMjniSIdPGdODOK/H
WPmw4iext7y4/5Ub92dbrIHPdDaarP6AfN/36moqn9Q58xokyDq6EGAnbgxSGmTWtmweNeH267c9
b8qfzK2/rdn/rPBajBv4Qdm0LzFbT6KbhiajTGodTGV+9hX/tuD/8xO47umqRhGnfYF4O04/pvZn
MX6JeUg11GORmE97kbs9DiY/PFr/xUv888KzVCQ0qVC1G7gnQdWHmqn+2Znnr2PPP4+O0hJFfMxo
T8UenFLef/MVL6wUSf5v2FQkWv7qTiIA4XAVmINjpj8spJ2tGP6NyFWamRI2ltMe1eJc293T1/Pu
0hsv1rbVq0KDt960n7EhPQW196PHiot9H3eDdIKKNu2H3NWOP37s4gxsxUnbJzTh7vv7OaLTJ21+
f/2+F0LR0n6q1MqgrVsuWvt6EwsvmPV7vpL+7OBwdvL499N1eLVr4TBOe9z7uTOsf5ZkLl0GcCw2
2iLnsSMSYtmufvi255nyz9oY/Tbg8/FYWnlv4/Fn0WdJBxlEAeNjFKwkgies1V5TAR3nN9/uPFc/
iZ3iYtXVuvJ/Vp3fFI7Uv1hszRrUssJf6fNWmCebFpQbMa5tAYWpVqCLbC0vNN8bP6fRCi8c/04Q
ylVR7C3zhonrTFxwyPdJ/aRXHKZbHC7iyZ6KHGvRaovRKc12v4da2GrStDH9jdbdtsNOhx5hbX3k
4HTy6R5dKrS8qc5UKWgcMTBu6JpCxivisRxKjhA+1OLz1yNwYRGLi9jQakhqTWyU96rhNLrj1+7X
z/0bDz8b2UV0MKwoqqZAHPcBuhrduAuwq08kcZUNz75wI0Z/0vRdyO6q4UnrXwPSn69/7ue/z/+w
ZUP8PP284qRt0hKab9TpG3OMS89dhI8kGvAZtQQqDm99sZl+tpvQf/HfFWNYQAh87fzYD63YIdb9
ehQ+TwlMaxE22PGkKT1/VT9+0knm0vlW13/7eHB8/fxLo3GOhf8sdCWju9xUeG2Y8NANIvWbesb5
1/7fSQPv6r/P1VUaOWX8Mbjazuk+9fmjQH2+1fKXPvsuGb/08sp/f4iVtgoZOEVAqV8DX/NL9+tB
+XwjQAz63+dWhojVu3r+ltlaF2l3xLteDb67XLr01ouFmkxQa+jlYsgRcBTbodx+/dZ/Kxafjfli
ofppiaas7Uju/CspUG7kaRcMAGKmezF8CBFjzeoAPFFbpUV8ijDhEKSjZAmrKAztuKk2GqauGBfv
ci4ulSDxqhJzsMK4keD8CgKnFFre8/eu3NTRvYgTSy41zsAF0BzUuLKM38xIbKk+nztLTaPaS70p
K5zqs0Z352DwuhL0AnfOQ/Un9iWnoL6Ejw3Xw5kTiqaXaRWdIKGbjNs+NWkEB6/2l/9z7MsBSRrm
Cmq3Eui/T9jYa93DhhwxT4BKTXUVpFv4Zl/p+dWIKW9RELCTFB+Yh1H9A2oCzc2zUQp3qtSvNEwh
iuSX2D4CzfGaEcfeAFCLoK+UvPbyPrIn9XcZXYWhgKJFX7XFKQyf0hi7huog9bN7Nus1gWOJrIn5
pk/xw6FvobBiu9ZQ+ZsPSpm59fiW0ofRiy9pLjsNhslhLXKmrB1hUu3RaHBZwcwme5i1k1HQB5QY
awz97dz03SH1ZvHBp88iC+ieF7Wjbj7S2pAUGOlNlmtNlmcMa8E3nTAWT8ChnFGnl1OW7CL7wD3W
C+NXcA6nBgdvhS7er6fmhSn/Vz74T5SZVajKlXa+ZVEcbsj64ru5cl4zn0z5JdqMS2UTyAK5dlne
0yJk/imuMAEw6W2eV6W0CZKtX3yzvC7MSmOxuiItCFEUcpL0013fYf0RrvXq25vJC/Fyqe3oIZIU
AKqpcQqQfuo3gzRj+qCRq0zv0wIz262v3NCj4FjG7ya4K8phlzZ3Av0bGi0PtNX2ek03K6116oFD
04bmiTux6zYhTh6DAQKkLG3fvK2D4jEEPQKzVW/0VSZLjoyiWrC8DG8BNGgD8rrOk/MKcdrgqvIu
jB8j4yYP1q2xBjv0s819KfNoVWP0J0FkQoiJ7Qvcgt/8aKYtzXL9tI7o/mIcM8uJplPd33/93Atf
fymHnkMsUapzYcVsruJ6N8YbYfxGq3s+Dn0yh5cyZuThlTZlbJU9kK8g+VPhuJNDscnDeNUTsSe9
2uGy+M3ediGhMBcJha9gYg/ndwROddKa+zqB4w5Nq//ml7n0+PP4/bPSTSkq555ep70fYY0iRF45
vTY4YOjf8oEvrJSltLnpwDR054xFzOGFZ7ZlwjXcMXX15Jvf4UK0Whp0y3kr0HzFBs1RTelWuHt9
PYcuPXeRVkjpuRkO7s0+0cD0raBY/ey5i4RiUGT8t3QqnnqyhRwXaN8cAi99y0XEy8sSRlsdTHsK
qq5R58incVhQTx11tG/iwIW5v5TaYh/Yq+b5unWoHtPqVRWOdTLYithwz3OmrZ0Fx98lFheGf6lj
LfSkAz1EiWpscyytzDVCs59FnaWOtZuqIlcBnO7NCVuGPS28X3/ZC3PdWCxWKUmVKTzfCkZtc5CG
aVsUkVN1EK7EdCcK6jcxQTnPwE9C0FKIqhdR26cy0c1QrmjXs0caiI3KmYGjFa0DNmtdWr/a6SSg
pTfprlRHW2yutR58VoU9iEnX4QR3SbLFuTrb8azryHLGcr4vq4dcbddzFNtm/p5kB3wKMMqpV9hW
gMldfT1MF6q85lLlOupjrpg1Kytvn1PggBVEybjjjI2TVh7+ivFIG3UZ74wWjdhN6V+n+o1h4iZT
OxVbXUxjoTjDPEyq/UxdTbAst49XLZC7JryRksdscjPjuwh8YSsxFqeWcRTM2mq5cFQTd2jdfq3E
PyrCmkslohlKsdCdN6mg/tWNnRvX31HFL6wdfRHW/Za+uLA6TxDzd16chOHl6y+HsejnU29pDDC3
YtjNFgdcPNlQrhZ2UN8mw2smXdc5dbIpeA24EUjL1xvQgZ3mGuouLR+l4FWBS9fJsVNR7IA2tlbl
yAmmjwEjKjF+TofKoWsAmdqLNBRumnpNtY5xzVOhPQ74WMit5vWGir2kZI8BJJRxeveFqxSfjvhK
zG6l8qBl+zI/iPMhxUtkem/rTamuJOFFT+6i+SQ0DcyG9h7qHjBJYTqYUnBr1CYzvZawc8FwizZe
/WUargN8SDTzta2vat0N+icYL5Hjh5Y3Y5WVzR9Ge6u2MJnCw6wPECU5oKgo3jWngrWNla9Nc+kh
bM9EtXtjuo/KkzzcV8Pt3HVuF5zE/G7OoSRtReGY5JsAn6DqeqruYnWvK7s5MvEIC1wj3MPysa3h
OpEDqscPibovlT8NTky6tIsmfx3FvWs2fzC780TVwHGvecIw8jXUn8KhdxrhhldXuz9ff/lL332x
CvpAGapCJFGjsSRuj5HwwzWw2GTVTLeyYuS5g0wzygHfhK/fd2EF/H9vksylJrSiGSQMwpEHi/6K
a1HMFC039G+CTLBD7SGVXCV5jp9e/JU2XwnGi6D99gFJzebWMp/06F0bs9uyTm/APGl9sgmNO1CJ
K43TaQECT/mZMIqG7f8mYL7YDmUkocLwSwwYjb0YfLNUz/WxT/aIpba0miMljumM2c+pxl27G1br
fnxQxh1GNSPx/ethvjAtlhrTqFKSrm5a8veK+3OX88nPnnveYf/NS/U8V43yrBRIroBn4lb59XO1
87h+NiyLLTpJ9fz/F9j0dKeC/PQs4y3sVzJbSi7gTyDdjsFvxfhdTbsSltDcdO5Q7LJ8WtX1xhjp
l206x1C4nOwxNp1/1dORkgZWHnZbwdzFJCs/Cs1R0ekgwk8txNwLv0D5Q7ZiSGDvglluuxyuESaz
qbRLRgGDsnkVRBgIlg84/KS+13YHI7jW4OxqK2jwP/xSiy3B0gWwyT5n+qq6TaQrLJp/+ODz1Pjn
U8X9KCWQlKjqyZ7+u4u+SRIuzaxFwMH1WhGycw1CxIYDD1KfytXXc+DSkxchZzJBMneCz2XJbyGQ
jqNRfyN6vZAp/G1Q+2ck8m4MxKGZUHyYhY19HK9930NP+Pq1F47f/y+i/Z3S/zw+zEMFrw+Vo6CA
l3GIxeVAM1UK97JpwcAp7yYXmD52a44G0zNLUtIVbBijKj62pczWLLwaefQONOtnsXspmp2RrsMI
ZCAzvf2jPIWK+ufrX/XCF1rKZoPBB32O0TrKddvwXfm7VO7ScxdRJTDlqFRqntuRzmLF+f6z113E
lAgm6BQn6GNk/akWdz8UJZvqYskWSqZXQsHrZro9mqvu27uPC0FwibDoxbgrw44XxqrQNowZU7YH
MwNsnV8lRg+z+iOfOFi0blwBsQ9vKGTidkzn6Hibm7/DWLP9YaLfV74uYrpQ0udy6u8G2ijb1HfZ
ZfyMjj5pDVDCFnGraxC99c+zfJyLU1Ct03TTSWtclBylvR6aZyUQtz/7EIuYEcupqFQ4IO7VV6Xc
Vd95xF+aNouA0UxjPEczwyUk10G/Fptv1s+F4+LfxrF/F3SvxFIrKdzjq9eDNkFPKqiPYA0ZqWZI
evnD1bRIMYJBmTqa8QhLco65Z7tqjPsfjfdStVs0syaWxnk9jZuucY0f3nItVbvgtoO5MHmuJF51
z8N3/Q4Xxnsp2h0VpQtmo0fdXt/r9PbmBXekENS9orn72YAsIoFSyKUuBh21wTY7dA0l2O6bdO7C
3rJU62rVJFmazLvrykuVz7asXNWm9c3WcmGCLxW7iparZnN++Kx53QTr8pvnXnrpxXqUSzVoq4gc
VItfdOsj5TqlNkLvZ2O9WJWRX2jjIDNJ8OoBOqZ+99KXBmNRnjNE8majQPXQrtRxk5frn73uYhWO
1pSKesfrGv5bIF2pwc/uapZqXYiftYWzEzEvpRDnddXP3nep1TXnkUqQmBD0JMyYoAd9Iya9MLxL
kS4I+anB0ZmK89o/9Q8/Gtz/1dpqtTjrPLS/Arjyswm21NNizWudTb3/villn6/f9G/d+5MDyN/C
yj9BH8M3zgDSOO4HCLVxYqIwyfRfg9Q5hdrsQC86ub/HVHcVp4qTYEITZdx+5mdWwwnfMclu9GJd
cMKIbwTEanl+qLA8Lp9TNdgMeYBR9uxGwYBz4OhVmEQYKdYLfudobTM7qSLvGiwPtOjBhF1Dx0m9
1fqjIlNCuQaojhO35hj1E6zVbaZQno5fUIg4uTgr2yTELzXRgWWItMY4o2jgHF9u/STb9kWzC0Pc
JcapPDTtEebYDmPc1r8dRwoq+zDYNKm8lpuuwb8eY2FNC7DmEtzSj07zgCOpAPFi2MjsKIBpBiDB
89Yqhq1l5Ws1gEtD33KOOb4V6djNhYG+KXA8/fqLXJiQZ+Opf88vRTBHEDQKrooS14cJov4s+C3V
UxU8tng0OA1E7VUjP+tGgvPED0UJS/mUFXQRPAZWZ6n96WRYG/dfD8aFiL1UJTUlDnltOtNdMa16
U/LU7rlmUn398EsjvQiBTVYPkyYHbDP0McZupH5T6/n8pTH2+u8XrLOpLnuJkQ4xJoTbkGWrcxb1
9Uv/1dr+74I1rHOB5Z8FW0dp3WKgxD4zCvasSG6LAbkiPtYhtJG8d4AUAJnBTC6T3c78EPTnEt1r
0kAg6fsbVf3O5+Tz0TOWiqXYxOM51gn0ovksFI/Zz3IWYylZisQIjDdqh71cPjbmtdL97GvLi81f
wv4/i4HR7ZVV8DD9+vprfD4IsOf/+zEKjHGV0Iq4FFoFh+mb+XPOzv73CwMz/u9D1aa0qq4Pp70x
W/Bd+KwtChkBeuB3/ZoXMk95MfO11leqoaI1Q/H1VY4NkqiNbkq2HzX36fT8o7FZSvMByU/qGDPg
6bY6/PCOYinITyRfV/E6Z2zG7KHiT/CzVHkpnhcaESIQdfh9rLZeptyWNFd8PQ6fhwNzKZqvuqEe
RTqQ92297UZY2Wgpsvi7FoULM3CpnEffB7Sg470hYDjhHRbO3+xDl177/AP/iTOyMU9w3IiOsfFa
CfONCbcE06vsm1G59N6L5Zj5VTPkEbOjmq+b6Yix/9ejfQ6ynyyepXxemIoxEQBw730T8i8qNS6F
nIQumsxPIFSI8Ckir/6u//uCutVcSuqDrpj1vuFWWAnXc2m5LfAnKm2aOK6HtFmrWe9gJemVdUVR
lluZ7pT47te/6aURXCxiRS/AJkTEnuSWK5tv8sG/nZ2fjN9SdV/HiMyskuADR2UPRrlNCrszteuc
irqfRm411Ztc1byS3GnKCk8UBSrVWP2jOsnz9WSa9Jy88ARnyNeJ+ZiJ13OxSwL6lfvH2Oy2AV0p
gFJPvtT/Gvq3pLlLmg0Q5a7qV6NhOrX1RzC+s5b82+jx2a+z2C3jTJlyRavnvSJR69mpKMaLMvMG
LNDELt+jwlGTLSA9uheyRnIa6SaSb7/+PheC7LIfIA41Wp5jTptZeOgCuFrztpGfUms/ADr8+kdc
mALLroBJM7H61skVk8f5NvlZpXvZE1CDWElTxRz3KVCizPDAyX/zujL/+3R5GkufUnVAc5MWOdmt
1uM1DHHslz5cBeKz2fweUBdmyibor0G6Obnx1oeQxuIdGhI8QWunSwy77zdhcGWWQFT8p8F4MvXd
ID0zY20xE9amVLgNcIUWuzVLPEnNlaFsFf6T7pT7KOo1p1Pq9Vx0awGBH0ge/F03DWZobbiz+APz
blT9XWmVe6n+bVi9HZWJA5XG9ke8VtR3GDxb2bgXavNYtKgo1SMlds/UzPUolms5wgWiiFx4Nbfz
iJtzuWv90yDllB51F+qnKwo+wMKNb3C00kv6v027U/JDYVVuMDQeV84OrfJuHd9mFCayuXRG3Mv6
YLgNS3GlCY95+V4aEhfa/JO1HizDSc3Uk/27PNhBHdv7Q7QaldM8XyFsdvLKxa4VhNKhKHa9Kjkh
MLO2/5iEKzmMnELaqHGwqtWM0Rzsoiig072Lw9swmqBc0HxK8UfJEOl950Bs8gTxaGUbcYi9uio2
uDnTUFWPmF3j7TnBtJ+b9SRiaSi8D9l4moi6Vf5RibukbTaK+TqclbdRQQl3pXGXFstPWbm3hvdI
3DbRowzARMxw2Q5DdxKOo9mvsXh+bPzbBA1/XWe3WkbzLwvY4iobqB1+CO6Q6K7WfQwFkGfAp1os
r0XtZMUwtpRjlc62QFiyh2klBdYqDURXM2pHIRoJfu20Vst7/07ig4r/tWwqoOINuM1QpqPZVY07
qmZUjOwGu2pgfYB4Usfink6W93Wd2H3yblTRUZ2xz6Kbc1COMw6IZqPBi0MCbb2l4xr9sTvU+noO
gRZ2mcdGihqkEd3K8lQomncALxvrPhjv+/iqT0/9tBr5x/b892dP/ipxqgpnyYcyOfLXnL/299a6
8+Zqxc1pbXlOEroxdXOIM9TO141cw+Lg5fpjjw4l5P5OP2b1vpKf26lCVUMgzj9M+aVJfivNq2mu
e/9l8l+k7iPl3xnSOsH6LjIyJ00Bc8denB78+dWXN7GGTjhzgv40ptdlepTTLem0IzCgEiy7QEKN
6frDIcsOdeQN4q0VibZOJ0slHH20FHFYeuJ0TR1nBVtoU5mB22TPfZyzv9ApRXZRv2bxNu/qg59O
GBWOgNbyVVshrqDpJRSsjZmPmwwSKx45rXDU+sOgt+ClvAETbSl7M7X7fCpcAwbBVHf3I9ZlMjUJ
XPIO5EleK11nAS/c7OpZcLLkaS62Wjuu+mDfFbKrB5Udabs6hy/OJBUSyx6JOoLk29b5YrZayQQi
g16/2LAbNUGSzZAPcQJZzKI0gsBkHh1TbtzKXCt+AmMMNUbaHazopKnXhnjKTHTZLoJ07sSkLsQ7
4c2obyR5vApU+XZMUaHANBSSx5i6KmgFIedul3O6md8lbbSxajg9AsCXyMsF7odR4abdbVb+qcfk
pJvaLk4L21fitaLc+iYstwTej4BJCBckY6OgNB9wntc4j3auNdxb1mSXjeoZ1YteJ3S2oj8vMYMP
xoeUYkpX1G4swdagPKIOgOAeugYNFGvPDFTXCkfHMI8JI2Blb5GG8KaC91RmG+74HQGnj45mZkW7
0lH6F/WDKqHLa6LNmG41+s6N3qXfAKFV4tbKo6Xf+fJjF9VHGetJUJzIkENHVsoV0nqvbF4DEK5q
3jzX4vhLQtFnwIwfGzaBfE7P3plQqTLbr7tNLKZOoLTbmhNTn9CDIJYvBRL4dKxsEZFEl2puaZ69
m5KV2txPVW5bnb8C9eDWc+QaOUjMaduk7b5MV2GwagVKxPo6H+/mnrbU2Mu7fdo8DzDyqkddpoEf
GMITJVSh3GkkPPw/RisD+P6ahzcDM6jyLY5vZ8vYzI6R1CfKtcSMkbu7AIv3Wg5Wer8Oa88sruOB
QtVjHN0BU7LDvOWqfufL1p7LMSe3YldPXke4gwRrcO8OAAgqdCL6a8krxdtektfwJ+1eeVCM27lB
bJm6MIrsqXoqfHo9Lei6/XYIDkVeeGqlUlYLPUMe7yPlNa93kkC5FpJjJlCNo70MlRYOtMLw2pR/
NHmrNCR95bbQbsrgtzQ3rIgrTHQ2cbVp019Su4t5pSLYIZba6n1LRrjvNdn24/thWgtAxCb/EQWR
VEiupcp2Wa5EA+1V9Hukyc4abrTGDZo7q3quAQWNEMR2nRxt2/aWYg9baDoNv2dVsvs69mRBWKcz
s+hFz98azlKhVFOkM3Y9ITYuMVSIt3JMV/UhzyVcFQqSr3oTFJD3ilU6HYsutquc6BW6jXSSkmIN
9QMZxbzyjdiWgsCLtBPNgNs0OM5UsNNmMwjvAJRkRDvQjTFCpvBZO5QJORlpOPQFNPjlOeCODO4F
8WYuGsdv2vuOTb65yZLVFFyroAaSq5A2SyNai8qazRjtGKTIEnqaK0pvorgB76qpkJOvJfVRSk9K
2nE9dlPB/gppYAac58vXvWmuJO6g8MGI2Q6H8KmFoZhvuErC1OE26h8E9r7axEm9LfE/nmuKt/wM
Wj+sPLgOArTUsbCv2zd4nCxMFdhxvYXQ6sYIywrR6y0Ssn5jFN3BTBu7bjNHNckL5uparv2UCX1M
M+4hyFrgvLjYCztBuyU8H41y3xGdihJCFpzK0GrWwqA5sjGQamGrmveeTGt8V95ZQrBK+kM8NGsr
F3DI62wrWtFHdgopXoUN5VmufaPwQ5wApu2z4h2rSEE6peGu7e78DAJi9dLOvhc0p6giBo+HMnqc
Iyxx59o1Fa+lbH1GnGZPsbxKBuzmulVHf42ZEMECtvcuXhl4tRTwwCCF1vGGRiUnyiMmkeE2nGFm
IsD4ZFn3qbGZ2yPoDreKtHXagcDKjlI5HJMAnRbGQKMQXVV4irXo7YWI/UUfDU5G73Qur8eiuS2r
yil93wWUuw778nc7VhvoRQa/tG/VTuFXV9kw4Ix7Q3JIKDBXqG309E0+w3CjyJ1a0ENFs5Lke9Q/
dh4kzgz3UvslS9vMP4+rcmp8cIysoaZN9i1DoHPCiIS1Hvf4Sa9zsVzlye+Z/S0je5nJ6RWTGgST
WCHDrpRwNSSaK0+/BDY4HTfgrgaP8VaQTIs4VBjhZmaU86pxQm2+7jTRy1X1vACssNsEjXVoaXRS
tD9G3UBYNr1AoCvMz7ftJNpKbTkV8yYui00qvY556eppSyLggLhsFdvXZA+Q6EqKdK9vNnUNciel
mVA4e2Hsku6Q6N1drH/o6snXb5PsRAIKTmVdF4M3J3srQF4iVUCTN5jEOHoH9mDuiO90o2SHVNJc
NQZpq2sHtUhccHInq5A3GRAfCC/rImVjA/3dVLSDaRJLo3BkwnOrMmqdTFuVuu41qIh4/YE+dXqj
fFKMozI+lNMzOcOmF4dXYBD8eGUfSIlDXwrBbUC/BW14LQaaF1OKnfXjCIdSkknnOyYjaXlZ9acI
+h34xXxoXFMrWRitI5BQdfqISHvgQDCuJeMpzJTV3OVXfa7ZUzhi71Td1LhVhrV0UjW2nKGDIZ7s
ZQWKrml4QbyPKtenFmGlltP0plNlmITpKhVhKHbQ0dXadJoIVKW4rWqyxYQHZAxK3bhaspqNEVfp
8jR11xW03DJpDhHw4MwMN8jIHQH3C5OHGugzAPAwtDOXfOZGKZOrHsNvhWGehfkK+OlDo2ovKQG1
xl5HIima5Y+WRj/dN2yryLbNsNVGQHF0EI0WGT5GNLKWekC+b5N5WOcsTrPoMWHp7J5MfkzCkymN
h7nFfEPRRKfN/4BfvZajfV28NYrv6SYcV3Fw9anZGA0q/fDYFPQ4mfsSfjsm1B5Oepxt6XMr1lgb
2/5H70eu3z52urURq3yFfflesXb8Hqn0BOAF5vnKGj1FGT0f26FeWU+Z+R5Dpeqs3EsM6H0Qks4d
01fdAHZvWrXGtaHw4nT15QNC9a47VqXh6cOtLMNnpwZUiKaNE99qjOSbusyuKkBWaL4iweTgWLqy
HnI59tByRAz0xyAsnApxPJljHPieGRQeNGHaVYdtb1YfBt7g9tAS2oyuOZTlHe4t4EVvuiL6lanh
aSLS0AWZV+toBpwrXmUZvsjjVS71JHfYgUtE7agZ822GsUyrFEfL3Gv0iWGwYw96Ts8WdB3B3Pjl
bVMfhkAnOj5H1i+M+UrolyCIYLobILC1qEXCTxTHE1jppONgUueZ6wAs6biSxMJNauUw4DFgSIrL
2lqX80NOt2TAxqsNd9goeqWJVblf3A/aeC/i3w3R2+HSh8bGdSOtU5UfOAt2Mk5XljB4/WCsYEUg
FHC6wfeqsLP1+F6CgWrIljMBSyw4SA7x7AwswdHPwdY+Gg0pQaY6ma5vrFhiQ7eEdY4IMiNUJi3e
+/V4soDc4tDUuqB2HmGMOpkWHmfVcmVxKybJyao+zEoF9lPYjTK6M+3JM1rzcVSdlsPCZDZHdbqf
let88PfQST25ZD1qe8u/mTmUh2ELZYpTcFC5cqs6cGbWeQjvE2YvJPIPFVd6XPqr4tQqKyM/BtIO
T2jbkl7k6LEPb3oLDi5UyYrfVK2jQxVT1qg6lNArHWt9XZzuBdiUPoy3pEhPXHORP8AXNsu1Plk3
UJI2/mRt2yQ4qNmw0gL5T0KGCu3uajAep77itoqMAR53jhQrqpWVlUFhozU2TwgeurBWrHAnIsVq
+okDOQUGfNswh5ZtRcGBJwOLylmCS96V7gt7Xz8qnDQag8vk4b4zZvg0HPuNWVkHyqHXacA9e9kX
o53qtSdbBXjj0kmIdmCTriMhPAxcGQ/gLGkFE8h0soAeJdkVZEADk/46mh9WGu6BUdlS9KvNowdu
Za6pimDeIO3ykB0u7Yyjqdb3TeuDhMIwXz+ZRXFdhjfxeHs+mDoZyXAE+i0eDimwvdyQD/owOaba
kp7NnIv2gV4fSxjr0/yGLaJj5IotQ5uezdczTWxgFVE3Qo+bhlyR97OdckOcvxYpbevnSk5429Zv
MeUaXVXJzFK3Cj6gX1DXCpyGtdZgVD8pbyPCSJlbX9367Rvhndkzg6e11pkbveOoUilXYaK4pQ7Q
5txKA0o209aZ5dW8mTF8FIYOgdzYaOWRiqMj8emxEl8H5ibMDeBXvWMJ0Uqn9Kb2Kgd81gRYgNak
R3s8B56tEjQb3Iq09snXa4Lsx0zgbGn5jP3gmAn9JiBpTRXOE1KCAjl2ZGDeY9k4SNOBD9ycyyIS
+9igtnexvAEsz6UbXTBYm+XvUfVmNf4+Etu1BIpWlqZTFWaekX4I81rLtJXsbwGprcfQAtdVr0Vm
bayQf44aALRNytlYUmbQ0jMxT1S2INw41xZunAWbLO1PufWaS92xoBqlaYrd9eTqgXicebWW9tYG
FENkPGfzTjSeeiQ6gfBeTCfKGpN5p7mJN0R/atm8sqgKJcZxaqxVQk6VDwld3q+y9pb5u4FKe70Z
2nzdqKuGXmQhOSRkcn3zDE++oIihdp4mHvyotVtksUP4K8dIOQ510LmzXUfqap4/RhKWmdPliBm3
0lwl0uBVFIhBznPUbtfU15BtD9fZIDxBVN90SX6MidNVCjwhS7dhRUeLNdtSjBytvMn70U0ixS44
l86jm3HSRvt9FUBHNyC/Z6RwmR7Y1viatd1e9K/LKKIT/7oITFeoOre13tRGxTUrOsRcXYi8byDq
jH6/BYF7LWgVmfFHZvZO64NDq8j+isZN+t7tgwiuj0+58sGf/f+PuvPIjhzL0vRW8uS4EQUt+lTm
wADTgjQz6gkOlUNrjR31Onpj/cEzqsrDykl2c9ajOAyjw0Dgifv++4uVZS5Nelw6qT6BEW8TgmdT
17ZGaqtM2zYmkhoRJLeezpHavvCHjVXZ6ALs0oCbTpawEEMtqRJ7gKduReou71nELVIP/WqeZT1Q
k4T4obMTqoK+UEHsIKISuEKIoJ0XEroXlMpUTmX2XjXpneFN1vThFUGDc1Fj1dAtRytcYtY6frVx
/LCwfbnbdSYDJYl23nDo5fgUFv112aco7VnEQmGhSsGyzVxwALT9abeKWKpK48nQo1kB/0VluMgi
ZYgQcDXWDf2+RpclCdKxUK07DVcX0IlbVLo2Xu/7YrRuo7Rbq5W0r9V2P7j9soJKS2LhShbWSYzt
PgDk9OuhKlCNp3ODHOq4FdZsh/JQ+pwxKce8dl8PL/3JrJUtmbqPMiGCrEiUj2638Ig7nOkZycWR
cPYbILYSPpoEOKL58rVYmlS/5cgGjyeD0QarbihfRStfJvLoFCKSvUTdJJIwJ0FcWHbJ0+iqWw26
waARXRLN5SDyUEAh/hc9Z8ge+wpSdDEcZFdyUrKQMenoH8mFn0XujeY9eKW1afJoi7fdoz+yclvd
shwHWwuZIPq92RJ3I/0o2vuCfA7VN+ajQIhO7c79KJ8ncndVlXE/M3T/xKEEdoDTphzUrQe/Njed
nz73hJTSBdkPhbaWohJHCVGIZqFR05KiD8VBqGMhikJ48B3ja5h3qmAbxU6Qup1S8oyHszfsTOGq
D3llq8pPyGL3bkNjnumU+VZNTIGJVwWhfI6qlYS5jKJdlEcND7dGIMFRMjR7dA+nIhh/5OoyL3Oi
VATQNyJL8e+pFx3nft+6FcuTEWZHoSjmViRv0moAvy4WFbY+ngIbqj9blKtVYW2IW+dsxggzSQcl
IHWmB09ddU4ALlxL3ojEb8voRmZ1qVEzjZkjqIcwWnuQtie0buGV2UqWj+p4IAp1YXadkxHSMFfi
grzS9qR5yFja9NmclI1Rs/AtmSZYs5h+JixmodCrKvhvTZNg+nnSirrZOB8pBjvJnOXI1Oognc49
uCVx4aSRKBFjPCXViY+9FrFrUYodIZOMNP9oyA3hmz5YqvajdzPchbCiIRrW1ms0Lfo1ckYnoq0T
bbsEEKaklO6V8lxlxrLvyllH19ntyZZswJ+sKy9QHBHSSyMWdj00Z6JcnnML/UGZ2k3y5NJy7X9o
5Y3hvo4N26RgLGotXxYqcDBeH23+ZuQ3hbFJrJY9t5qX3b7300XVBHOludJNYWHw6/n4zul43mr5
pqmaZWWpDmavaCisGQXAtm7IkdoXZbj0hqd0WPvaNiGwO0l3ln5XEGmZd9LMG0VHADUIxbkpotWU
ZDvQDaT5zxVjPwfileixyRZ1eAZgPKClkGB9Sf4yEMqHoJXviCiPmY7dEujrlJgbIV9Fhjfv6vWg
jc8iZWfZ1xhNIYD01m43pYyuGgFjz1Rc+AEoVdMsXElbiEyEgYfd+G99lD4HVcIMix1B79hq38yB
lODevCO8m43CiM5mSBp8BJlegH82hvIeQ5iFF0nU1pu227JtrBngy7oU16XEOhC1P3RWqazKV6N0
4xFdonP/BU9/CBogRpe8TFN9rusWplxwtDx9prTs0VqKm1YGgDSO6SptzcQxRNXpxyNBQZJtAff1
/TBPlWCHa8uRzJhdV0U7Ux9XfiCvXUFcianJqU7d+UF6lCBy1XW1dDkTtIm6KKJ2pZI/XtG2kOK9
p9xGw30Wvlrha9g9e2wBEt4m0a5WnrMOqL2+8rRDpx9bzmwpXsEeSCSACQGk82h8Dafk9fuo+dEj
t0qHg9quwPChCYrmAgRV8bW5HiFT2E/t61IidBfESj+RmMwVrj35aILKWOJaqDd9d4zKvZcf1Hgv
+ftA2ovDa0/YrsigBzhv82jRCMIRU9CUpWkUQzt2ESZH3fDgI+ysjEOrXcXTDnhT+NFp0DmQFsk8
Llqbh/GWZa+ltsgV6I0VO24/711r3gc2K5GJg4t/1ql3NUD41Mfj03MKJbdHqCkYBG4MlQMYWlll
o8SH6Xg5EOEqXJUN6FG6F1zlNCrlTmNL81RagStsyWm9LSsN2TDV/3itdWs3+YFJKXSLXSO+SoK3
UhQmVLcPw3kl3PXBbdnbsrQBKkhxjYq6yaem2sraMlcsJ8mGDcf/2Jze97YxlIMQHKr6SlOxLqHb
SzPNA73cdtEmbUzlMRzlJeqibZw9yb21U5qTWvV4MacibjTWc5M1VxpJg47VPmviXe1LC05aC88K
SDwk7qqep/ULa/5x9KyVKij7yR4nbo6mf580ENubWyG4S+gX1Wczd8Lc3Kj+xqQ0X6nGm9Cdtcc0
XAtlNa8GdVmJBym5QspPW8OulmYL3dSbey6GPZVyQ4S0HbMed27BuD0ocXsMooNR+XMM0pex7D7q
/tFnRRA1DH6oEWkYcPAzg1lqLMs1x5lEV+3GPDdCvBYUzj8iX5STzHQDU3IuNqCSwjn33hIvebWK
bD621k5UvK0ujzs5p/VcVYpdGHB7MWCNqcOtwJxrLN9BsdBpPpKEEoACnCOOpGoaLrqaCJ3abOal
D2/JVxy5vSUXEJ/gip7zVqxf5bJbwJuayUAfMUCGlohOLQnnPn9DflVUYBk5n6ThbdNlZ7M5S6Iw
/w75wbj0CFN9ryqbDqJgXDlCSv/+C++x35MqDOuCmRT2Scb+x3XNalFY+9z4FjPeuLQFE4NAzLSB
64Y0MpuV+F3C5AVdMCXCTM5NGGBDiZk0r+gLJtUHAj/DuiAYeUmh9HUisCkp+joMnlqhnUu6xB5L
R1ZWl31U2F4sLxLr3XT7c+xXsxz81bNKx0Pynr4QZv3FvXzwTi49vVD5a3E4/Y2FRmvKib73qi9t
edqo080o45WIyWGglUUD/Ftj05w4Qa/PpyD1KsKE/4c56lYbJAmKIclpwnnwFeHn99RQ49J+J1BK
M3Jl9M1sNgRSLxXzwLF95sbjF+SfDwyqDXOiA/5y54Ho1UIbCB0upsB1hd2M9dLLqbFpjrfS2gjF
WS+QQagoa06M20Ajuly+d4eYMvQqteittKzDICOSmx3Esr2qky+UGh/e2jQ4frm1uI1G0fdgHCeg
3sTFolVf4T3g5fkuat7oQa+LZpXWt7B9VH2fY6Gu42IhFAY2DtEs5gzBSYhUwJ2b3Mja9+S7xqXd
D68jA0ywsKlNHDBnklK/N4QmBtUvf21hJg2J7DBda1qzg/zefM+Xfcqb/suFu6zMjHLkwupSqGdk
+Hzvfi9WC6OLJFWwdCwbZVtUOIY637rupcePUapR0QUltzvIjgf7UAMG+d6lL8iBJOLJ6digREzr
rRgvgv57K/2ln49PnEDqtcOwlV7H++zt85tVfs8nNP6bm08gC4Y2GCzHKuwsaB6tNrnRAp/0Y0Dj
Or4KEoUS0D1awtSzxhikpL/YxbtcfaQFIQg7NdwEVBN5SCyWrK7pRCwiknKL8S1tsZXt+sPUnQ9E
a9lKD6L73BYnSxaXunDjey2EqI006tgPM5kS6fT5nzU96/9O0DSMi/XGkENfkkH8t3F3HvAq6cqW
LIaqe1Ty4jnI+RN9t//eEL30+RkiLdHjgqFkhFdjuTDMu8//hg92p0tLHiVVm1RSA1Z7b5eF01nh
8+t+sNobF0uArjY5Xps8m1bIWIhJYRRcgCWTBPCvDGJ/jsnfPf+L1aANRUUsNOZAKPv2mB7TbCeq
N1n7VMcWKKNLA3ndKrsq2xnxU1pdsa1n6X0hCBDdohkoJtB1bGfFa9I+WcLZNe4D+ZF4dX0AsCVR
gyT0aupaCtjseEA7WbzIineFPilJ2Lqcs53fBtGdFjhwmWcmLZvQWkqYLxmFb9fGXm6WRnctgiOK
L0F41KRXa3wEfbZb/0rqr0d9ymK7TkrrIJTbPjwEGbSDrKDJ+JSD7+hFee2lCrxIGDzeCTtDsxzJ
2M3OvSo6eXLXupsCfra18ZovVN8fcMIN42Il1BGF1WGDJ9HkzcFhEOITrRq8NYceoF+H/GjZmieR
uJE5OSdhFfDd8vxv2c+RLPvX5b3qrUzoEHpt+2LvuavuKyr1B4P80nNRzjzVF+APbJsf5k3+xZ7+
0aJ2abg4BEJmtgV0/bS914gXhQoKPGbjuqV6KH8r4LimXPSe5EiDPhPFkYRpOhKe4eTV2o/WnPa7
eqnFA6AhD5uuhqHJey8bH8SgurLUFLaBfjRT38FZcCkBLveBvvbGVeIptp8EuwE8OVJ2CdksgfKV
svujZzVN6F/27lqNu3SMJGqCDQ4E3fdcaIxLG622optd+lw2ONCNC75yTPm90sO49NCawgaiJGHE
uBptuTeEEyu9/OZeeBneGVRdUxZ4z22DEQ+GeRJ+Uah+dNMXa6MkJCiuc67re4lttSAdkEm672Un
GpduTSJxHYnYYFouvdId/d5p49JbqRLktIp7tCLGg3ujv3y+R3ww1C59lSLdq4QWms7kTVKFTvXN
E9elk5LeVZnbTU9gfBgPXzl9fLChaRfHoqTBp111E2o5q1iWFnx0OEiGCE3CrJ3vPY+LqaeGLChd
rPTb7Klx0vfvXfSiSAlxYxYDk8FWPhTGHBTne5ed3ukvy0RSBhy6M+pEWIy0uazHzy/70VNW/npZ
WfNKoZNljnBKszIgACdebhuVslTirwx4P/qKi9kXyXhrmjBx8ZWnKfHe6seQoHor+sK56INS99K5
qBFDXxGkmvVz6Ha9186suNuawJmDfI2Y53tl+qWBURirnd5HOOfKCTTzlVV7i89fwAdz8tKISC7U
thkqCU39nXcjfG9gX5oQ6WpGw1akRaBJ7hpQH03753f7wUqqXkxK3fWw3pxOK0G0iiA5UV9lfjr/
/OIfPYqL6ShbRAonqB0ntLZr14PyzadxMSPzIdRAxnnEVbUYJr747PP7/WDkXVoRYWFQyPiHDUTC
QQquMa6P4MwdiyGcu+r4xZd8MHvUywmqR6ZXh3wJsOjE66C/oML6UqrvbTTqxexUNPJCvApPB72o
gpmuSk4G3fDzB/TRC704L3iaKUWNyQvVXNzgcH74omr+6LoXRbOJn3gyDNyzrDndqxAuP7/dn6fj
35xvLj2B1LrTrMjq+q2IJmzAEzCEk9Z7uxB3VqF/G70WxiO6ogqtxlA4Qi8i4VrrcC5FeabTzooz
2FxXumxCAEbmUfjLMFdoeibLbrxV02Hq9G99U7YhS07uoEru31qJOjcHfZmNoLLKUtJbB8DMVrHQ
cNOXSR0hRCJUhaeRQxZpDjsdw75+jLeqWEPVPFdQuwOd/jlusonxTIt+LnHK8oD6dFoufpwux7hf
y3U5r/H3M1NHGPVd7A1rK+Tj5l2jmVrfjpK38FEmtcl1hZ+/q55MGWZCIqNHvcXADnbBy+ePWTOm
9/+753yBpSAVliRq0w7n7hqt7Z3b32rwjQQIlJl5zgaej/vUhcJStpT1YNWLOio3Q6XTw9gY9UBf
vlslxj51cS6Hn6riXN5btMrzWWu+TahElG1KAzGRnC0nC5JemUfQADxxA1Vw6akIdvh0GK+K6C2U
n5E+oHC4SWkcpupqpPfcN4tehccyetgbOl2ROAE876B7zdB9YWFkq1U1iyELG32PDmilSuEiorsx
QkqKadRrb6RG691WaR7b2FomZrfUfEASGNrDSya/hCSV9N06hJchXdXxQrDg3dCzLSS7zNe9/AOY
3u705jaq0qtcqLdDRFOppVOJSLlSMruEUubCMYkUPGC7u6GCKd1eD1DmvYQnER4MenII1OBI4YIW
YLsvNKfKL+CAqavYV+1+EE5ZDefzWZKGWcNhM/ezRTRGdz3533Fwl439PCu3ir7IRHr1+Dk2UukY
fNgldyNRyJ3WHQUU5IXKP5aDFoasIDoKhPFmkGdMg1w/4IM16/OVntezsjoSoGGnQTNX1Ne42GmD
5oR6aiuddJ9WBTJFOOncVRsoLzo27kRNrQIL1/WubRbiSLI1mpTEr059kU/sL0WrTkNbOyZKikYW
HHgbyz64hjdtJOk8xqDcECS7C9p1CwvfM2KbWMkxJ3bCH9cCAiv1QMCeE0NHt7SIoAzTlrgFja8u
YLK0HlSsqcE4l1XXUd1yLbnVou10nE6tjYTU03J7NFXJ3DfqVUOvrQ78eQxZISr7ZaH/qFt3EQTW
KsVbU/aV19SDOo1Ay6NBaybiXA9kJ43PQ6lMFjG2LmDtW8aHWH4LjOsBKQMgqQ0cAjXVIj8vsU2j
Wde+Zg+T7nB0IRM9xFZ+NEc8meigaDMBPYIg7K2w3uc0fot+nqgPA/G7Y7AzsL9rVhyErsHLrsyx
20nWSfLfew+1pgQlIYfZrmV2r96IXbexoiWIEn1Rd6nBt+CrZ723oEuHB4dtwUGHFmRVRDjsO0mE
LpZCwizmXTzeNCaCoALaqKjOUt6Ymt6X/b3ISIQa1dMkcFvXTtwMqlQyqzzBLgc8SIh9GS1jpnT3
+B5XgW9HPRKTBGbqmCw6ZSNCc9BrHzobXcsctm+MCOA5ixRkhesiVGa+oZCTiM1fgrKx3AVDv8AF
CuvBeRido8SEOPDeKuaMhBqp2ggp4nRwor7lhbe6reAXpIgnDdU1wh3sw2XssyrtqcqShU83wwxv
kuFUiRDMPcvmZcCx2soohq0Uvr3FOAaMrKN7ISlxJlLQYsiruDOPnmadW2MLfSuB9pwHmw5H87xf
6KW+b1igjepBiNEERmhFg8oRc8yaQ0orHLdom8Cejf1oHtcPvcb8bKDpkDjSKu84NtqyiABrUJ1c
ey5gt9b9Xd2nSzEw6L0eIxPbTHMFOUiqI7vxyY6cxI9ttMnGK4ktTAruqwZWfPhs6eoqz3XohuXK
MkTQuXaWIeWMtXYmiEw6BD9XenLMIoZxr81MeP2itRqsvWsQ11YZOEZndlvfmhLsTTj2Thb572IY
bzz/nNBfZy5NG2KnQYAy7tUuZYlM52Pt3bt0u2powYmV7HXvyfSgwjPgavhzHfkwswHSUM4UFc27
EKZHSoROFo3XeiHeJnDihwR5cZ+yLofWUyKwIvp9VC7jXnf0urdLDexZK7PHstXXrbiDlOrjFoPH
A9JhHEj1dKEE27p9kcp9EO9l8dHs+kWYsSv3NCWryTK328oq2/7bUBfrKleWUXiCazgf3HTPCcBW
eW+kwZTRWcvxZEYGWFvwa2uaR26ykgxrX8r7tnwp6Mh7nV1jXq/X+Bh6+Xww11rZzwrjtjafwJac
MGidQr/Tkh+Kfm7DR3LDHBUpiUfR0aQvBjqGkeQduTKOZXidV8SleOewvEuCBTNq2blcTYuDvRcN
1x2ZYIGwiToDLh0rMBxcvFVtOi4I8bRiFoUVmmBzU6Wi3SWQB5IqnDfhyc3qbZui04CLo0PzLuBu
6lQmHKZ0y3p0h5MYpfBwIbB4/o03nrkNR4R0JJrti9K6u1I8CuptFyxrMGGkVH3QrWNhY7hgwtY+
ooWUQ2Kf7FKSwXhtMnac9j1DmxcM8SJp+l1tIHWzmL/Fg2tJ696ny1rB7BQYrLEoopdxZxpNuinS
Vgh6SuGOQu2kNV856H3gaWFcerz5hCe6CGK6rTUc6kpyAtbmqkQZXvxQu3CZUlrVEF2CMiUECjk7
+gHSf+eeLtidj/Yt+DHKySly2dzcc5kkTqJ51HmykzE9wwzc0VzXTQvpCsF7UNulL6zKJoMVbqHV
PFsxzNA0W+g1pCqIwZ+XXKr2Qcn8E1P9BT7Iar+Jcr8F6W3hK8ao3jGvKY6+3KwqoXACFmOUxqtO
WRb5uDOlx9J8gwM7k2PdMbJ25o9oLxFi5bA8+lBDkX1FwshsRBbRjQhIhXmhNltohUF/DPN4nmM5
r0fXTYpoNZS31cQlzClQafXVKqp4I7fj9CaSjjXGB2PdOWamzEV3cDirviWIUK1oXAQerlQ0DYYj
gemLDCFnsO7QiQX1tQaLSRnIIBJvW6wZDcQkobuP/VeotFrebjr9FLJPhV069zhLmo2xDyMYaaD5
LpUVAjb6DFlETGKHdLra4BQkzZIiQFK+KJHcd3SnS0hBLAdj+TQWWzx/qISQKxvZvShgfQ2UONnQ
NsJOK7xTzcI1oAToq4VV7C3tUJZOHRzlbFyJ4XrgvVeouVwPVrGQrRTZsyGnURds3Hzpxmu5q2xd
952R5Uwz4HMitjBVyNlSPlfNq5RFWSyamVxnrOJQPhESKc9qc+qSk4/+DBQ2m6Dq4JhDlMMxwyqt
RRBRgJpLQUenpoi7ID6MwhNbBozMzlGonPL2NIT0Sb2F6O5HNs+yOJuj6XjyUuhn3cmo9kU/ztyp
1yJuvfEopzeGdK1F5Zyw45lKkzxo9o3xUKHLjNc9y5pOuaxJjOSJF4+fQMR7H4MnE7OJCNl/dXa7
O1E8+t5LW26D8N5FWx0wFhLGn6Idcu/FKtFSceHwJiuDKfGaWoMF10S6T0uLfAXXM699VDi9AW+Z
ILR5gxCxTMSbPj5m9NUNkgcg2s7NRF5bsrQwdfdEKPc8srYEYZhRuchz6PeyvKszf51y+nGhiGex
DnOK12MNtAuKu6x6StxzFdxKibVBJIQhoHLj9s2DIObbmCmdGa+j3h9bsj9JXiDmzUkJPqvAn5rs
Rq1ZIUSEDH62cWF/KgEPALV0IHhnCF52hUy0FdkEhmOWuESV9bPWPQykd+Yw3YpnVzq1cjYrEWJY
Bv4F6q2GQW0SoJYVo52a37bxsukfwmhwsmaDXdkUFErZCgtLZWGUlH3KVFTyI6nDMyYZGnh0zEQ3
MNmfpfDUUF6IvH3rFn0XuSN191y6W4WusHwNXEK5P5chEtfjXlN3QdsvTdNycACpxe3A/pGoTyFK
h966U813iUg/PcjmXpudDNW7TRFrB9iM4IFSYwPvNC7UeJ8dKOL86eHtveR/SjGmDoO/TKRXtx7m
Zk8ZACvcLtWV6i+HrkDJvpVoYsY6Z9/qPgozBNERvLkGUTs2DG11awrVVswIjSn8mjOz7q5Gyuus
qR58DLJ1q0GD5S9VCyMDukQ6GsS2hueZ1HMP1UGlFjd6Y63x1D90qPqNAVZr7CQ69mkSwjvJsjsi
dsLpKN5RCqH+b/RrDfG/7x4mFQ3mKa65qHuL3hzLuIdaGWOBZPQXCJoKzgDdVMwRq2cJ/cKH7pt6
vWMimjCqTSDu5OyuB0BT4gGhyGhHLhU5Wg5JN0/5SE7I9D6tYZm2q6pdT5uQHBc/AjVeha5iIzm3
zRJBhHoegBAS0CYBSdYYew6CDywr1kEDDVpf9f2mCs0rQ00Q1gZ7RcEkN4ZUWNRz31uGmK6YVXJy
JXVZo4TxyubgqsoG37Tl4EOd6gh7K/vVqJproxG3Vcx4ZEUyMWLutEcB2Y+bskBVJw+Cf1k+taW7
MBL4zTdk9uSDuxtS4xxH3UoyYR5ihPPFdvYBfnABFKJc4mGgmd4OCAvRRfvl++cX/uk39ztk4gIq
7KRW71S56LdmU9+ymB1cbHp6nTpUwRiCjKiB+t9MIH2a79g1UIPoNuKy7ShIV1FvrsVqvPPNH6Hl
HSz3x+c3NX337+5p2tJ/2brL0Srgz+vYhsXqLKIImijKXZ45n1/+p/vb765/gTCqkdm2RUxLLxcV
px7F287bpDJRRd2PQDh7jURjfi11MI3rTcee2AzhITYOxZfxuz8N+X53BxcYJAblmc4Y5C8ERxlR
2MtDgh6kmMMk27idheqClMnsqidHIUDpXLFXJTK7TLqr8y1U1x5XBVMWv4f1KxewpY8QLIhojG99
YSl1t2PwBb7I7vrBq7wALg09Rb/BfrVFfD8ryNgFjUOXuIIacebwjDgk3VIAEeUR2yld/zR4LWKM
6iVHHKtzxo4y+qpTIFJjL5irSKV7dAtxyvH32OaPiqcuNL1ZqKO68fN27guPKgzxTDGvrOyhy1t7
8IJ5ktwVo2F3EWq4fF1VO3e4S+vCwd3IQhEr1VdlGNoJpiIlQHPhXivmxmQ1ZU2zc32H8q8o7iOx
AV7D26bmHhCUsbpXGYKgaLSN/BGrkNhFzbapWxy5RQcWSJMYFI/I5IX63meh7FEc9VkyIQm2K1Sz
yWWgaHKqiufIp1iMIOpioBHXKEN9c1/r/VpQYfRPTh1zM95Z4hwRqzoiVywOfrauBtfWgAhlcIhe
SVYhRlwRx4KsRkwvrdU8mmHohkY1G27DOnPKxl9jmIrT1qOhULYH66jY5EBsRC0F3vPY/0gzb5sj
9Cl8+NOoGHFokZWl1u0s7Kozcg1oke3GMTiUQcBuTN3OrtpJIXMlcbweBXiHnNFbugtPk3CbMnjV
SF/7x1CV92n2Q8mKVWwOTtxM6v5N7t8E5fgYdRQ/OrpBXZpz5LTzgB0HmV6V3rTRXo72EEUxd3LD
hTW8KIk0H8TwZNTvlv+qyr6Td5jHJQbAR8hZK5qVsmj36UrIT7WRO6OS/+iqdFULI2e2R0PdQiRH
7lrvEkWZ42fCQV61cVWatXpyPSIm79AblW2/6DIXACneIXj7mTDu+fGjCbHAj7N5kz9EAMTNJK/E
SNEYQ2AkY5tIB3/c11SP5eDdasL9EJZbK303fFS1WuL0SjEf0BU0nXVQfWVTe8pLoIBAQNywxHeh
VdAeE6tVadjW5gSt34fotnAXa/KFhb9GmqjXoSF+0Qf5oJkjX+wpRRS2DBm3o+poQQ3Pvec7ggmF
xEcdN37FcPhgLb/05catNZUxEeq2dXSbEDOsVTsLWevnK/kHZ7xLe25rTDmkUEltM3EVegTm9cNX
58ffr1vyxRZheFKggux2277aN+2ZHeCLC3/Q3br0xNUtJetSA6S8wR6idUecwTCRI+w4Fb/a3j5o
NvxkCP+yfWpGGlfRqPFiUXLkUU2GoA5ctgmxLAnCW19cDqnJOhPYlmran7+Jj17zxTqfjpJoDNOf
VfrPijFVhmj6sAD4/OofPLRLs1wz8v1kbHjPniaSRL7t5RoBKiZ03dvnX/Bz0P9mQ750zg3dGiat
prAD6sO0Uq+DMjhEufoieYD0RPMGrKy19Gq0Pcfb+JC4D2bJkWRKwkNwh8uS0+QYh3nDKso50YrZ
i6Un6xq9Jc27RdlK8zCMtynV9Bd3/NFbvmCyifrgiW7e02pEYaj7tBX0bNfF58h/7PIHr69xWfMe
Ryy5VEw/rAhPH0PA0qyeCR2srhxpZ4UYycxEWkrPqfAaYgL/+b19NC0vul2VG0q4y5lgifAO2UQG
8MHPr6xN8+9372lazH4Z2wXnYKlRGQl1Gl4n2rAsEm9u1d1a1odlhixNkPJZlcUOxvW4/ODGkWZ3
FgIhCVDbS1dm2Nmh/iSFMCkzZUO3aeb6cFJDOzNevJCVOzoXk1EJsKYkUWaQCSqiEO7wgvIq7LRE
LN3caFWZ9VzxHyP3OdLyOfq4VT5Ed9nQryLoxnFwrdDMT4lZbawn11XtylqmAdYPY/+i9uqJ1GhQ
AuWLp/LR9LhYyYfI8r0CS/6tFGeAILHdYxhM2Bud3D/56//22v9P7z27/tcjrv757/z8muVDGXh+
ffHjP/fBa5lV2Y/636d/9p+/9td/9M/Dc4vwPbv8nb/8E6785zc7z/XzX35AVxbUw7F5L4cTevS4
/nl57nH6zf/bD//2/vMqN0P+/o+/v2ZNWk9Xw0Qz/fufH63fUJxMLvH/9uv1//zw8Jzw707/+381
6e/+yftzVf/j75r2hynrJtxsS4GfJalM0O79z09kyZB03RJFXVGNKTI0zcra/8ffBVn8wzQkA0aX
IsuaaE2M4ypr/vWZ9IdiWromKqpqqqauKH//j5v7ywv6rxf2t7RJrrMgrdHPXJBHTXxAVF1UdclS
VFE2lMtNkuTZWg8rt3RSI/KFA1KELrPNHucF0p9E3VgogyB5OJMkUzBLa2FQ58oDhwGpVBG89qk+
FnPFtcIRr7qsx594TK1qTTSE0NltUdP4MCQh72a55tMCM4tOCoDDyI53KkWkZauVyOrT0hAo830r
pbcqDaihpMQo3zw1JLY+KRrlVEdhXuLongOvV7GFMU/QNdVKJRIJY0glf6gaPXv1hMB4UdPyT+HA
/9PAvsrf03Ndvr/X++f8/4OBK0/5MR8P3JumjKq/Padvf7Ofg9es+tu6ivmp+nXs/7zEvwYy/hB/
SLKOHlFhRsiqPG2z/xrJ0LD/UBnlsigrGHahipH/cyjL0h+Wzm9bjDFdEc2JY/nnSOYj2fw/1J3Z
kt3GkmV/pX4A1wKBCADxesack0xmMkm+wDgJ8zzj63uBUtdlHmbxNK9ZP5SZ9CCZxDgAYnD32L62
oAdCwJrwXU0U9QcT+WUPhNbaeFqxZDz+KNc3p0nqbM1WEHUIFOSYdu+BMIAWGAlp3ExhJdzFf9EE
Xr137PLzTy/tnwX18wJ6GdL8M65hESvpKqNOJePL7BVjZQnK+qyvHZ2qzQNWnWA/RMGtxu/Henli
/j2WtoWrAOHzsk91pbzKfhiGOTxkPiQ7P4/DQ0t76pmYYQ0N/n14/j0KO45Rwl0/qH8SrKEb93LX
ZhS2tXzftZTevcDmUEM2BjNiym8w9UIFcGzaMb/8/RO+zDZ+jO0KoRW8YCM974dC5qcDXI+4evkZ
Y09QaGi2VjeNtdyWAitK2cT2vqkQq/x+yFc+oMs+JtmhpbT9UyWjowPSX5GFa2cx1sCFcHi9kK80
nR1ncqlX3iwbreezHCS66NPORgMbqhkty9pbbYUyAyzDjiQlvgy0B+GjnT/pVFz7uOldZJ1rzjzn
Ccb973frCBacBCflyVPlnGu1KWNri4bpErsDmDpHgdhtkw+Rf5GPxKiOXDxKMHN/iJMFRlMH5tL2
gc8u6Qccy/ifRKzPvJPXXr9j29SEmNdSn2Y8i62jtiwdi+pNZg5uvcBZoaYK67qvD7//0q+9ATpK
XOlopdjETtsw7DoZ40zFEdRiU16XQ6C/RKVPa85Q66d6EMPOcH9aEdFd9umNVedi6/QBLaj1VB+W
oVve4qFhn1MynmQVPz6MMca2tS8UXqhmjeF/nvS5qMKuVWxdk9MTY2YIEiYx++RjlbG5dqaw8IhA
zb5zhsUhTBxnqFtBMN+Z0hmvRgnrqIeciWW3vZJZlbtsw6Ko6hvZywMMf3w3uzzctY3P7UVofcnT
iQaOKPKQT04xJXR31O+CqTPnuiJO2p/XR/MFwY/LajaOw7x/+WipV0aurfm6TeSlB6D+/bVnkrwl
CBeT2AZlJFaoibvxZwvMgKM6RERmHiS3r0XlAeiI5tt8siDdVkNlnvO8dWf4X2EU7XFbLPe/nyE/
FI0v9z4OL+Ep1id7rCdOcpOpDjQmGDqg1yood12T9OAxiyLd5LrJr5OotB/aLLKJkPKiv10S5b9J
JI30m2QOULvaNXdwnnJop+jJQsPNmLYd9yUZ/6KTxoIhLi26BX0VvqvKZYTAKqK3DSpiUpNy8q7j
KNVv4slkD3GmaRAv0NsJ9P1B36ljHaFy0L7WD7Eb+NPWbilolPaM1mYplqfU8dQTLWnma6eoEtIH
lpzZQn49f4zQgoOaQqBad+mXXxPqyKBDRwUQx4HlZtUs4P/V+sz58/oovus5hljCnJ5y1RIlgYX2
eW9Cv92Ncv5eVu65SsSv4QKP4vEsNiG0YaK+fBS63Lgh1LAPbTDoO50s3odGOjnykiLbxYNHalaN
iF6bQp454l4Z2bbXYNu2DWfAaRt60nZmjmVroOM44FKjOcVZALfyuSHbDD1uG5roPbJU78zH+1FL
ezm31z2G6U0EoR3v1G6liVyAgIlj0OgKp0TV44OKHZr2s2yTFMRxoy0AaMKirXWEZSRmsVyUU46L
XJ9IylGT71Ug9MT8jXzhph7zdicDdo1NWmDCGUjQyBCAnccFKzlqhEURPVhpkX91M0vdO5VJ3kx9
GpwpIvx6pP69ccIFtZ11cr78jlPl1HNVCbOPKjMcFIiWd5WuH1qojNelh27VN+rOd2R05NrxXH/P
66+UBecKXzj0+5+k1umilKUERgJlWvUQfSCvB1bRbAur8o5JWg/3mQU4tprHYGclQOEde6XEYm37
JsdseV8X/vvUg1k4RQH1KrmA6hJecQHK0t2blvIRPmtyV4nqe+hoMLd58zmLq+Cuk865dpQf3/9k
frAa2KtJRn3hnRY1uQS2h2jwvH0dSjDobCebQJn4Oso7G3Xw2Eh41La5jLtA7TJdm8spb8o3QdOG
73+/Db/6Uxx2YtSThg902hQ8FZnjcOXEGmnShgO5bz4PPa2nrtO3l/5iW/cUzcWmVmEOfbwBPzp7
N7bTdA9nfsi6o52+E0JgpY12fbi4J9PL8DWzsUW7M9TNDeRVWEtaXNqOG98QoXEFSnIN0zG8mVtL
IWWkkGMn1JeqGLDx73/LKzPdYYYz2VyXeOmUtxE5cOksArt93ZbOUwjq5tZlpSKmBImMY6R3pCz9
2VA2uba8tj7ja/zKpuzwRdgtyeGUe5pelXXQeQkXXPvJBMFt0Br/4ADB/jvB+aM0+/+tfnQ/fG+6
vvn+X+Ti7X+h+Pv2uaMK878gLbfXlqb/OS2//fztc/i5/fq5+TkR//E//VNREv9SHpk4kazAJ9hZ
k+2/83Dl/IucgtWrbGkL43jM1v9bUbLJw7WjjFnzurXexLH03xUl/S9XaNshUPsPEvGXM8W3CQ6I
nvgJEKOlK049Fv0q6H00MGuTOW0WC7DYDdbBxZkg4WWi6FNHkzyM4ke70qzP/HLf91l39tQmYMV1
fR2J+mnoh+deo9E3eGM0qv0zj7h1QAdNp1G8b1tr+5QgwRXqHCQhiX1nXHEfzVVwNN54bhM+fXmU
VSjC+STemq8rTvkiCV5f45zMzZa4sN3NopVH1TrqzU8z6pWaxcsQhGeh8Ggc4WjqiJ7m4Hz58hIr
9TPQaitMGO4y4pkN6cGBO8ub2G8f8R38SgPEP2v7RWn450LJehb+eytdB5W0mjBzPdI8RfHy5aDz
Eobd2FqYC7iI2Oze7Q5eNVt7bcn5phTcxv7+Idet+eV4jmMQfLJpSuGT3r8cz5tnEfhuDRfe8T5w
xno7hlvJ0emftcuuT0Y4Rz3CV7bvuGQPL0cK5qaUSTJBzNTRdDUvCjU6MKczz7P+KSfPw4sjUabG
JMmY14/6U5YIbylxY2Q426jGgeUqmevAYjLW7XRmoF+WFvmxZA1TFLFJyE9neqLMEC6R6WAcY4zR
j2l6NEMJuT6InUNllfKvtuvyi99/rVeeTvseGxszw2GWnEzJMpXOSMwPPtVzYW0bbED8vjl3E/zK
nCAjBRCvNcUt7ZzMCeEFLgZmWb/tpCr2riomDLyUdShq1MZ/9kBGENrzt02KQYZx+kCCgILrP9Ry
CbD8Y0mjFIhJssPfj3KyqKTDdsSiYksn0Ra/xPR1nYnQSNCveHHTgRoioJbZTf6cB/a5RutXhqK+
avhGrkMsZE52XL2IopqmCnE7dpxORP+iGQxg8krCjkKicmZCvDacdDUGj3wwuArrhPlpuuNwqfx6
1f1Qk9btXvgF13dDVGfXAzxfQGoqo3zx+7d5Mgl5m9IlORJEV5THPLX+pp/GdApuQnygPltvdFdb
RvMurXX7xw8meYFM9DWgNL98ssgO61YDo8DvYmwvQ5GrS+63kn0UQGGeRqc5s5xfe6h1+yOfXqt/
p99N+euhklvgxh07PvQeYvTMhNZ/8FT+OogwLnHiKUqhcLJ4rmwfpQvcfFSQVoZBjkRDutrJiA5H
gj/+VJyTTMU1mV3DmpefylNWv7CY8XMJ6Ipia6YvyK7+DG7lMyH4RAQx/LVGG78UbOcyG/Ts4iNX
xe6uG9pmlyLrOfz+WU52pXUUj4IkdySamgBV75fPQiLRxv4yZ0hYQQJxIzfv23CBEuw455gcrw2l
obhw22fADYrToaQdestI7x8Ns+426tX0rrVRBBs5J390MfLj3Xm8ufU2iH8Qpwu4X4Y+qxbQMIEb
PlZ9AIkpBmVMLtz/8VxwqKZzucSZxdw7jQUDYXdxH0Z4LugQxfPg9hakmtL7Dx6IXV1zflA+4bFe
fibaujzUXzQeYgLV3i6WWOw72df0UQFUPgf1+XXVEkevwQThhFIsrJeDjUlR+42HsFVkLUZAWTzc
ChgGZ2pRr4ziuzbVWcrOyiZYfzlKbomReic2VWNTNfukXT6qOfPOTO9XB2EhEaUz09UpkALyYRIF
NoNYfZHt46JR92FXj2eQTa/M7PUu/L9HOfk6sgrTuMibfItzYHThV5hHLF2NZY0cvXd/ul4V4YPk
8pJbT67hTy7I9GhNcz0goNAjRy9wcp3uUqmT58zvrTNf6NfH4m6eDY6qnUtSd9qCb9I0laMS3Pbp
RF2nnofEdwzjz+Qq6kyB4dfvpLiB4WySBCeMdfIGx0Ba5VwyVMm+Ctl2xi9G2u2ZUdaJ+1MYy2an
qD6ybzvcFKNvOLnsKBJgXhQ3KXqGFRx+SdPbhyxMfTrt/BCUciqtzD8zA38dkyTHJSPVBH5kqCcf
bCR5k2MZ0pxoO6s0VzQ7K6XrImslCYHTnL32WNfNy4dEnkG1xKVQbpPvnAxY8nXsqKyhDvQmaLce
1c+QoLbCnJDqr//eGt21o5j9sNnQsw1Wf04q8VG2Vfuhs306cIOkD1csggzWXsOov1e9QWZvu+mU
EXi1sjkUC+7MwGSH8Ux6+Ouco9BFnLzm1sLY4uTXN0kbhlyu4Mq65FWxyZahrcg6luCLlQVcS/zp
amIxkcRzd89+xzt7uQfhT1BNTUWgN+I6MB/yVMunRtVds224HIjOjPbKVLCF4k5KcbEgCGdfjiaD
OKEVZD0AhaDLMB0rmlqKIcOUYQIvNUC4L5u3v3/C9c88mQ22YDTNduEx652XY4rQXSIrddGtGHGI
e/f7vIh8mwq4avUqw1bju98P+NpDsn49KQlZuPA9GbAX4Bgs7GHW5gC8u0Ln2Ux4HWVxsE0znDl+
P9or04W3SS2Ki206op11X/k5as4Gx7MaOmpC8hTusbq2erTmOr1MVOz80W3xGlRobz0QNQvIcckV
X47lV7oBa5QVW+230z5yS+s6H8IEe6R22f/+sV75ah6iFt6e9EF1nIKIiqgIXT9YqbSmqnZ1nXpP
0m/FvkSdgfqhoCV8nsMzp9ivXw7pCmHTWmrW6+J7+XylL/sF1jWLwW3bW2z2gj2mbPaliRNAPbZS
hz99yLW8Tti+JsXKP90ZLWlhwOkTpPXjNIJcL+Nkg5dsf5NFo8CYNJ3eWPLsDd+vM8ZnokilJbfd
XMKdLMJWzar0ekZtRowdl5qjrE5rXJO77Nzk9HlhL9ceG5izqo+4gkazdPJCHWyjsqGo8m0iVz3O
Mqv8TW0aUWwc9s/32ZKiiW1rzA/iue/PaUt+nUOUGpivSJx+1KFOHjSLOQ1xQS/AqTTdbZnlUCgU
tVGwSGNyZ8HlfgwwbzoX5f9yknO7KDAtZv0LksxTBU861PNclAnnncm5pfFD2kOcyD+z7l8bhU1U
OWR83JmfbmtQ3uUs6pgMPdfVzkvpwePGtj8zQ3+ZK5TWWAjrGzTa5jR9uSK6bkIdrYke7WaO9mtI
trHn1WU7Gs9xu18dinoK2SJ6Lnl6EmVLj2Or7jFUy0f3QgJN2Ckx53uRWNPx9+vulXdHiLVWvBRa
J/2jLf2nPTO3Yx+kzQRRs7I8MD7sNrugyco/rFr/KExKSYGI6U+96zQQGWXbJ3mxkBq1YxXiihxl
nzBp6efd75/nl4m+fiWKJ+zQ7MrEWS+/UmhNTatDDU0S+AYSaz8YrK1f0YuYTrZ1OZWWbA+dnKsz
x/mr75F9z9XoBagEnSQw4H40zJw5h25h6qsmsJLPOnXkn/HJeaj18QiI1rQPkZ9ZZ85PnytslqSh
fQHmDDeQmkJyPMBMoiB2ZlqcXHz+PRA32Swmz191M6fP46Vl2S98L67WQn9GuR8+ZhEQnVxnIKed
i4pW4qwYJUJaH7ov7TNn1ttrb/SnX3AK4DUZCJPetUkJe8sdKMK69KqpRT/8fsKcG+ZkX3bbeJpb
FhfS3Wm6zY3/5OBMdqYo9fog6/ZBB+wa/7/8bHIYFmsM1lhrDulz90VYba0cbcmZz/ba7Kf84Cpi
OyqVp4dM0cRD2tcyX1253M2oJlRCSuLu7BDxKVrj6+DGjnDU/g/eIXoONkWiParNLx9v7jWO8iXD
qiXG7T5akuU5C3vnTPj62rboOBRYuBZY6/Py5TDusArAa+K7QMBJrcpZHWavo9CiRif4s46qdQGw
mFdR/Fo9Z9mdhK4ypn1j1DwTkvFus5RRBdcibuiz+NN3xzgEkaTxaN45J18+lHYqGkXouts6iw9G
ph1UeNRTE5+J5359d+TuaD4Fe6JEnnIyjFdOqpIqHJgJmKomC+Y2aGTMxrfL/MwTrZP5RaSjCKkk
s487SuqIp/LObJ4GyyWZRE2UB3B7rPpYNTOGOq5dXqDDac8gL+31t78YEI0wgmfXJoJbi3wne1Wi
Kz1Lq5+2SSLT5L7KMl1+zgjhG3JqnNveRroSz4XXmXKfVl4m33vJ3HuXxAxW9e73n/OX94xihTid
K1OKJVyEnLxnVFpJVJXDtE29Gv9sT+RHQTnjbeR45yJKXuvJg9OaIRSpIxfsnKvqNGgO6qIIugAT
6AzsDjvlXFiDufdmpdoPhYN8NNulsDB7d7MgDwrGLanvstw36Gy7o+LowJGKQuxjnU5p/DmZW9g5
cR6WqCKXUt9lZFoPmrtLfZVOYqLftBrtaT83nvNBJWnnQifPDbLQxsHtWjZTHWJc33g/7kdisFv4
HxHuOXsMcgc0iHjtSkhfuYu0mRBtQq8I6Z2C30NgJtUl266fguB9LjJz0eaRmmCyJWkcfFEmA+Gw
55Tyx2oDci72MVAsZydJAGh7lfOFThDY19vZJch4O0ep5SGXDC07o3/Db3JqcKbx2vy6TBHc7vvO
duGkjFnoOLdtjMqvxMCujfp9TZOJd5MPaRBme2OaHM+/ROtiCbdIsfvkm11GeKJHcvAoUxbOPH11
/DCnRWqJ6lFvkmIaQHqH7TjF9FUtefLsTE4EP3+KZ6zPvaE05rIJmkK/KfvReAcaopz2suMDS3zw
SmPv3UrN0ChCVTgYx5YmqY9q7l1zly7ZDPyiHabqJkjrer4fsUW1nqwwl+11MHTN8OjPpQPFI7bF
1RBGK3tuwpXte43I6zuQI0tirTXmxdaP8LC7qj0nW25B7CTNpWyKsb8MwzJo9nFCKfiDAQKjabXB
XwfsfxB+A/gscZ5YwlSJTVKrIrx2ximEBkQ5MIqfLRUFchOyKZebgSb4+WsxO6gGNvTvRsknVlsa
7IJaF8G7IMh898rWle8d2lRO8mM+2XGyd4qicT9PTSRonh+qOI8S+vJkHQKKbH3gA1EziQe6wXo4
exh2ufdFKutxDyxL8DxjYf5qEL1/b8oMGKjwXGxlnV5EcNxw8I72Iyo3dQhLYd1jBsjZUbVjPD06
fRNg69Uq2p/lPOjmex0H4qPjRK2HpTG/bbPIquMgqOMCOy3MP2/EDKYQ3MEolufGGuqVbxf3CbHt
6HXY9hK8bOwmjT/IRgKms9tSq02rg77e9ZQZ++0UhWW4z1QhmNtLCigvEpPz1R7yvNhos1jF1nBB
Fm0KMyU+87BM7tsusb8K2abQA4YZ++UxtaZHExR+c6nxDmv3kfTEBJO7LdWWvkHt7vKsqvWhqIT8
HiZOB1oEXd1wXEjENcYPyzQeAnpVPnpJ7qjbcPYZeF6gHm2Rmrg4RocWAucmLe3HalTRsCtVacYr
r9LkXA3+numVH8xiRvVYhF/HkjRlL/PVyr6w3e4Tbee6e4oJhntoLNZIxpu6REGUgOt3bVGK+dZL
Qwkuhp6OiOrr0hm864baS++qUgB3LHSqccvFvV7s8K/Kg9uoCgB+hkHnt1cJDoVqG8YJis/UWqLn
JXZhJHhJkkCjiAvu1pPOVk9s/NFzZabggb1bgkVAHR08Uursw8vWrxGZjuyZfzVCdR/1kDdAml2T
fKTGGefXsxj7dBO0tYtXeEJ8vxN9mn8XuKU+RQNX1RvusEBW6VAO1pEyeg1IahWUfxrKIRZvISrY
7XOOUvlBQFq4twF0FdvRMmq5Zh8q7odF9/jB5ZUpL3TQgGugFlS/q2AD4syRW/5fw4zh+CVNqn19
NEkv45sqssVHK8IW9wgcKION2Q/hd7idtC30fmvGy9zUGnPgIqE1OCJi9KEz1klyExajsa/UKPSz
GwnoDFav5IdEkLD7xPuRVbPYJz++onvXv7bnOV9uqj4qih0sytTa+2MIXNANohE36mCOXJrayxYx
aWBF9i6t2xwuFqpUfw9idey/BFzo17dtXnrdxumjwdmzl3jjJvByXCtbK1neZgsltU+NaMUnyFBh
+oSoKrXxhbMAIc4KdNCmDrXTbk1vd3Jr9ynelewlA95lfltJXCqDxbV3dN7NmCs6Ux5+yOwp/VIN
tXx2s9IPQFtaOUIIJ7PZG2LOgGY/9eMAxIt2hvohsPAzfcxSpzHPYVrF4dHLWK40WpOKbHCUkw90
pgi1lUmgkms7MA541KjJm60QY5CAuKKJcLdePtU7lWUC0yoEmFi6FkOVPbuoSeUxNZm/3Hgh8rSn
ouWHY5Hett/TaMhyLKBLz6drN2mgukXNiBXmkFji2MxM9Y9W1kfuNukGWEtWCKdWLXzBPd6CWJWi
/oHkZUw5pxdFPi3lXw2X/tif90P+eYw873ttXL/5OqV02PDHoijYY9wBXa1aLGzo8Wl09Xv2jh/O
4EEmzFu2rLa9KHMnnK4qFqqzjecuCajMTR2G1DLMmuBZ1m4dv7P8XgB1nXy6ImIx+c1xve4fHvCT
qsBNVkEHqqaEzrpsc79X+d4fvCJ/9MVSGrw9I79nqixJXN420QhmvK0ak12EoTLo9xaQQgE436Ru
ngsLqhOM127B+RW2smNDNDRc7n/WXdiGD/FQ5e1XNOUT6ygOIn1H67X/XZXBwIkvTKevYtQbMMUS
e14uZ3ew4n1QsjcfA7dLU4QDrs8b3hYlUNT3hEc1c7myisG7mFwIVI8qnYV93+QUFJ/dPm3DdxNv
uj/OQz1m941aavvALWM0HJNwdjCzdvrseaQ3cX6YBwc+Io+f1F+4dAWcZtJZ9eDzZC0uBViLkS6P
HtNle/acK93Gc/uhihYKc9JOMIKn9wmTH7GM/gU4Lyrok20KiEDtAKeNnUIMFw1NK87O9mO7um/n
ZmQfquilBVlLTwuHSST6Atxcnlrj0Y7qcDxYghFulIxH70Bymdm4ocdgKaduAqZCO1IiD6hRaC/P
w0VOb8LWSuX7wXWsuxpConczcKvbfa2MGMY7HF9KSi5equz2HcbcDmzBdpSgoi2vst94RZL4R9Ep
89nqhGjfe8E4FkjxKiPBUuJ6q/ecUZRFLXTqWDyngTtDwOrGyBefq3AerQ91Gcacp3M+P/0I3v9/
qH7/l7Xg2mtR9H/W+t7F4ffmhcx3/e//lvna+l/GIPWmdGHkmnGQXv0t8xX/AnqGMJ4UGYUt1wWC
4sk/Ol/p/AttKru68rkgofRMsv6PzBcFMPgQ7vhp31k7mxDm/kG7rfejQ+bf6Z+3dgGjb6MPnRIG
SrpTaXzc1HMc4pNKyC6H6zxZStzUBPX07Vg3+hspB9Sktg+EB22HRbot27oTV5R5AuvI9bC9bKN0
mNM3NPsMGYw1uva+Rf4c129GnzmOj8WSHoOkKlaSRx08Z5VPL+LkTsVXPXXRl5boDOxsgad2rzM8
mt22dq560ZThl1ECy7uxpL1c+UAij5TLA5xUg8EjpCjwqwvsXEyAL/LGW9jKRZqYS3iDVXM7E8+3
7GFt99QQFA8bdtsm30gUGZh4txGaDB1CTvprXiq6DtwBCwXJBlZBj3C9ZF9x9xHCSEuscdklsMUB
qqC7xl9U60F8L+rM1MWB24+BUnbRlz54l4UAWl2AQ+qcPTv9FHzyKZbi861nx7lzy96x4UT3CEBJ
4yJ8bZeh4Sbbs3TwjVuL/rlO53He1IB4683s41+9Ngpju+76w8PshSPtPPWs8Ejux+gNEiZd7Jze
qm7KUsXNSsOom03VQ3rdsTv0FY15oF5pmJYPaw3h0HEiXAcuwHaSpezDbKOp3ZSWSe662fLpkiQm
/1oOKgXqOxXROwOpaZNPqRGbsZHDLlc6+cR5BrR3zAwILruM8QMXVdNcBjWNltvUyIjweRZusfp5
q7sUS9QK2iwKyJ1K+o/2iPhmS5R638po3KcEZMeYxPYAPsB9iCtVwXsyMEQbHA9BXdnFh7mzIxiI
rgEqNnnL+4X7l28EtXjnFNHolvvYF1Z2wLfbBu3NZdce4bp8lzv9IKCgluWyWoCFvCt3DLqUAEOH
5WM2dE61A0rq9Z/CupnSG1L30b8pVOeDP+i1OzsBNstu63xGxpPTVMndabvc0diWzlgCd2Acmxgt
y50lCUfXdZGWB9Gq8nGZdXKt6gYqauregFO4XUz3V19yC2/gXRNqwQ+NsvgyHDKura0VJRkTaYra
dPvJ59quHQV0yaz4kujmcW6ItPwwFLueFilgDZ7/FaVPvXPwy96YOik39jDoi3Rc/EOjp2MoYdJG
UTbAS5qWbRVZ77tMvE9V4BxL1bWHBTUw3D/g6OBXb6bK7ADhpYeOZ76Ys+ooW+99IJw9rBXCKYgy
4C0M3Tk2DFLRTKBUxLd2Kj4ss/uldrPruHT3y+SG5DCgM5dMfbPAvkHNemPNi3xXNMKjfXKB51mm
rP0g3weVlDtnNsl2TqJsl43eN/B0iCRm3A84+MKdS1s12JX66Pf2/VIDHosAqkGzRH0BWTf+MvC9
r3H1PpKl3pi2ZtJQcnyGb/bcleEVyd8nVXvvxoR2LhqGPxndBTsKoD5ZUH9XeUn4scLzGoHQ5ZJA
5UrspIF831wtXlZtOxhpYRTApcyeoxBTC07vYkeJcNy2UgRPqZ27D21VPelq/GjlHdWElIwRF80k
zC502d+Sv+RP7Oo1QWRX/uUmtnUo0a9sZazZLCZvgpFZAfQdlx7w+lDCrpwglof1iFNrP2ybTEmA
pTmw07jQgKQE1JnKHZZtMEF0a6oMPLC7on1kX10kWfeJEutwSLT7jRA4va0Xkd0VZnX/G8adPdBr
ZgeuuaHTijfiETHMuvWRvbk0Z/X6oWnt52wUFB0d4PeRSt8SGl5QFiTrAJbU0p6XTMFHMqEvhUEV
UyVG0LI0PXdT0LFPQMkMFyJqSjLRbYH+tk47Lr5dkVyEw1BtLO3scEJrrnTVkgXEzq0Tm+Y6rGVy
1Xv03XqRhLWbDuBs23de376prIQtpIqjXe8tX5HuP+S2rq/cIWuOozd+yLIwf9eUDo4F41TvRpHB
fO6kvLCD7kLaw3QHv8nZhd5K5QHYFzv1TTepfScxQKCPPvkYg4ZuVPglH3v1OIzqHgnCruyQM21o
1NontW0u8ij2d8BYqws9Nk9wu7/lbnmbpvF1sVJl67l/T3bzsfUtf8tmY91N3extmHIwta3qbRav
4F85PRH1Tweh7CsxAkNYN/oxO3p9QDpGn8uSukDnWVGbzAuOMfjjtKfk60bcuJXDQDG2PJba7LIZ
V9+utt6Qrn4rRU6SWd85NiT3RViXQ6Hesr/ld97CM3d+RwUulrg76OrbXExPWhR/yXYGDB3t57oK
d1NZ3gzxbI6NDax8Kay3hMHg6UzDWp+sy7xWV9XQdl+iYdxXQT5BrCQqpuUgwcwl87ivqL+W5fwm
z/xyG1bdVy9U844KWXGtmhiPzLEmAG3lIRXhA64Czs6D+pIP5hvFtfuuy9RbDD6v3NG7XVAeY/fi
B7RlX3C0p3ENpSZjuyuE7uq/RCfSx65kMpLMZiV3Mskg+AJmdNTBKZcEgKEnrPLrBJpKcaR4a8IL
TsR+D+9uPgSh19EDGdmSOXVoy66evnpOs+AQlHWSVpr9YueQ5Z3Qc/oKqINPLQT+CI373qPfp+l4
0+V1cokKKrf0tuh6HbtvpZ+Xpj4IkuO+/EvavVfmlzVbhlyg0pqI1sKgTQZ7G0chKNyEH9sSOUni
+uvYHsPlkxJ1N3l76pqTbx8nQZIrj+Q6o06OgVNKEOv0akzWEb/34sI0apBPfDxcl+/m0ML+ZY7M
G8SM09u2jcUXmo5ktVvbaXFW4WCIpneNp9NSX3hW5MpNng/OoW7qJdTP6VigIHZC7neplCnm0NtM
sg6tfWk5I1Y8KinDFjby5IGccJckT6qdJVQV5h+CGcEwhPPySdj5mFn3sWji1r7s/VR8pPlzBMYd
JZ2/XTj4ND7D8CnnXql6ukmS0efSJojrSD1whR/s4ljnuP2kKFmSY5WlGqqVE44tZjnJkuIMZeys
32WB00ASgKBSS4rTmc5pmswrz+f1OksBJTyAiAFJs3SwWNFp7lDMAFLEvgD+K8ruoqBp2jdtIBo2
WZRp/lsSodnjYqfOj1MXorYIjd/GHwu7+dRxEMRPwOFK791kJ114ScNBVX6JFRN1Twj1prH6hPNk
kYHXHIKmC2+j1nLKXW6aAcrwGC9jRJmTW42oGI7t0NWgOmUWdi48NoqZ34dRzPGbMfWn7kNX5lN+
GQxiCuAdE5ahZeOlKxVjUGyV2bQ8+iGl7sPQWiP2vT6UZX8fNw1V4G4kny/iIYiO6ZiTbCbekEx4
jcj2IYDVj4NO69ow5Ooqw954MLW6i4YpKjdxNsfjsZgyARkbk5X2CgCoexGYDH+HKBCJYHnjn4Xe
5f+wdybLcZtp1r6Vit7DgXlY/phyZibFmRsESYmY5xlX309KrioqrRJ/964jemO7XFYigfzwDe97
znPy3BNItTDdRbIosg4B5YUxYkcD0CkmE6BSLIG+hYBMMGwhc7ddTXiGVkrRfASWWRg+Xdw020gI
ItX7aDyXoYuxKVNSaBes9JMRlSUPbTAp4CtLTVUszphflw4SNVjmR4xbsS1PVLUxeGTbvEOO0Gtz
t2qmanmQA6V66rOkZ6+mlFljxd7UajJF3iSAACcA+aumvHeVaOpIiWo1h9OBsJ8sg7QrPVX36dCP
60WlNCS0Rv0Foc/kaDOHarttR7c7Q631ZTH2y2TKayPToq1oMm1xl4JnRa3pGo0eR3YZtOlarwPW
MYr9O5M0HccIspZgDr28bTOhc1rRxCdQVupBoLb10iVGv00iIblPJkPcJ3owvjeZYZFARHHlW2Cm
xnsDVi6lJi8Lr2bfk+ci85ZfUVRJPOKsNGJY0jOotuDUIJVmz74nlv3IIG00VVrxdabcLNg508g6
mdH35XUHyzk6N/nK1wpDqQ2fLXAgKpinGn3qK2fWiJAswi3qMk1AbpfkK7WslZuGEpWvRfOrUMIW
bNJ8XmuNlQAxFuj00EoEtRIyMQphCrwfBIWPztp0erl4ZNnJHHWeqkd1HmD6UUZxKG9F95WYgxHP
up3Vt52rZCK+ibTieHJWMfhWz3wDFV8ZHqwz5KyZY8ONOEI5RIyp66nuvlGDBqOkReX1ONanvBjy
Pa0VgzOZYjipyVpOAyihsYA2g2K4JbvyWKt3U9zfBZTlN4moUpjNdR8LduGW4aB7YSVKWym0Zro1
cfyWN+eDrJGXh7yQgIT0UuISOZLd1CHSY+TdhAuoQ/XAnbBFna1+WJX5MHOSTPQN6KXlCtZCtemD
xuDGh2mlnNMauJMu/SH++L9KzH8BmfldJebwgs2h+/ZTLeb8J37UYlTtDwyRmD7OMiPURiK99z8t
19of4ln0BLiHvyIkoN7yL8u1/Adi+u9WSnS4lEj+XYsRJJnqjgkSDLcZ6gO0wX+nGPOX1j9ucOSN
yEWR4XKnZ33KB3mSUEvUHsGt26ViEbGH1XtPmhK8nVQhTsD8m15N7pOyj4KdDIU7tsPLKGWVFBtW
IByTXcsWNJ11oH9a3DgffoDTj0rSR7/wX/UF58to+EUQ0VO4Us89/w93FWXCUgtZZ0HVsXTPGOpw
mwb02BRuazeTQbgK2pZ0HqEh76kZzeEKtYXs/v5bfL/Kv8tc5x8VnpyGOQb5ELd7KRShuy72UwVz
Pa+a8jXBb3nN27xQjn8vKV9/bftBpVaQtdtclwt7kSIOUjBAGq9o0uqkG6n8TDGJnmSOC2GVBDFk
gyHPrnuNvnGvoRJayi7dxyi2EeiVmbSTBNwMhM6mRLpbZCr0U6Ny4h+ANjUC4oE6EqlVJCL95FpJ
ujeqX1pEfprB9dEN+2Uo9880jcbnpZlPqgUvRK8yyTEzIu0sMx9vDeKUHUloErbTJmkLkjE2fyrt
/28u+S8dFzbFV6qzzAXmWWDLC/ebKm/ZvJdZ+idf8eMU88sP+rP8qxvn+i8lK1WlrmQpCJt/TDmY
Sv5AtwSRRMW/j/yW/+efU45s8odUwIAmryXdVAVF3L8oD9YfSObxIDCT0YECfvY3yr8XM46FY+P8
Sej9mddU0TjLrj+8m/AHSeMJ6uih3wJ5z+z2cfmb8qK/XOJCXtRJStdIC5dwzbvwZXjMjgOaAHt0
i88AbBfiocsrXcqlM8MoU8vkSnTb16fsb85jPz7+O/+MWjkAJpaVj88qLPoiVaMxehgp+9n91fIQ
+OJtdRX/WLz/I2DhO0ztw1T1lwud5ZAffhRVAnJfscl9KFRHiejr2YbPBsN6jfzNYNPX2nbbahec
epdW4mZ2myvFmwmrcU0/3ehu6eeWLxneh7H+q2n8l0/3w+1fTONZMuF/ISrkoTHXhGala7/8Znm9
33mj27xM98PzpNr6Z271i+wMEiLPI/TDZc8j+MPDiJpApojHZcUtlexbSCScHW3hob0bdtI2sDnL
DU6i2cV2a9z+D275bIaxUMWB6/nreiwkupp00YP0Vgw2AZDlc+n0T7TS1VsSC9UjIU+yp412+vr7
K18IUb/f9McLX7yWFpKXRpTOQ232QJjRcF7u38r17y/y3eh6Oc4+XuXizWwVJIwqf3mgqYG8rnoS
a1Y3O43PF1RLu0edLyDstX9/3e9C079eF3omJiqgspcG3CEuE7OQrOiBPjb0ks4Pw3nxQH5VwIWJ
P0GPSivC0K9zjdP4PG0UcSC8r9G7HQhiPC6xAeV76JENRFN5oKl8ZdF6JrfOuEmE5lk407hyDuh5
QHMilqZVIQvv5WxEa6NEtCnRs/YnRXbRRD0s89J60kIh7Pd3eQGp/DFwEX//6y4vpotCiox5EtHM
kDp27E7hYfoSO9IVQZf386v0pNjlJ2in7xPQ757rxbxR0C8fBhkFj3ID8R/gpGCrXu6FtnkU6KM/
mvJnv+T5E393xYs5IZizZmhqKXqovfylXgceeTa9N/nZXmTf41AvHk6LTfqUd27JEwrltpz5TGdI
1xyTR7iK62iVbdp1tuJ/p0fBJU/sk4nr/K785TtasDuUs+sMMtrPE8hiDmJU0EF6aPbkx13lbvL8
+1/6DPj+yxXOqASJ5un3c8DPV5i7slaof8QPgDsdfQXG7JB+Kb80X7vKXuzaEbw3ElPqO/Np2UXu
fOweAHELXvxM/nF/6Exf38wn+UZkOq+c+SF0A4+Kf0ANdiP40s10qtdIYYJvxNI/IZH62qguHIZr
0a1P/Vf6rjbduN1sV4jp7PD0Mtqf8SK/81Qun+HHO7wYy1lUS2IXCdGDZvdetBnc4ijYi08vmBg8
V/TGL5Ri0210Y25UyjU+DQpbdnNffaWd4UTPxDnw9/om8nrbcvvPVubzRPW7r3fxE8/zvBQqGsmH
eZXs560YOe19uu5Xw5qCIyJF5LrTlqr7PtoqJ2sPCfH3I+AiffLHu/7x+Vy8B8iTRnEgT/ABQeSe
jKKnzIW56DS78ZQ6t8Y6cUneclPnodm2ruWcB0W9BUG1bQ+R3+ym6+L19PI2XWOr9zMncR5BobvK
E4JNyyUpOTmUD/KXdkdPkGDiXf/Ja3w+3P71+Z1pOuwE2ddYF88vktNYmGQUqJ3bucWmkV19Zb1p
vuQWPoESHnMybZkbqtnH+Ct5u3eh+/77J/jLuQvfsHamP6hI7S+eoEyHbTb1JH6I7+V7+ZvwRf1K
jnC3Lc5lG1ellKvY42fUnUubzvd19uNVLzYXSxuSBlLk8UPiV0dtLdindt+tou24++wV+vRSF2f7
pjIqKIRcKr1CXZkfmBHI0d4UXnDFxPkZAPc77v8vr8SH53mxg6gVqwTaW8QP6LK2k5u6wRV5i+60
n1wmpKvpVfDmJ3EDm8xF17VpbwgRdeOHT37VX76YH77FxQ7DmPNsMXJumpdyNa6q9bLKXqNj9Gpd
hVvNU7zqQL56cgiuRObO1e+v/t0e/ZdncLb8UlVhaF/ap4usmKQ84Bn03uJmbnKECLvLXPKPnNgh
MOoJJbEb2NVW3oVu07kH0yHK4/dfAsLRr14uIFV4xmHqgGm7WB16KwQDyjN43Lzmdmw/3hxe7/34
qrYLlxGHFmJX2q+bw6th71qb3YmbO55se9sVOST2aaM6uXOUHdHJt7n9qK+eWzvx89Utc0jkf/FS
Z72PXB8lNZ+3OXkq9zfYr/ehf5Pbx2DDKuz4O6dwGpcwMvuAXsBu7efrg+HvytXzdWofF/6sZvuG
rbnqSrSvJzfbT/7hOLij1zqB62S2s5rd0zf/9PTlzZuPJnnNHjG29uEoOpotO6W9G1x9ezyo3vMt
rRr7PeVOD/fPbm3f3tf881vjzs7xQO7UJrfXpX2b2VzflnzFfvSDjeDl3x+A5EOzcfnUlk9d7G/H
Z1yV9jX9FPvmara/Hp4XbsHdCa735Wg39j5z+Nob17/e3pM1bB+4n6+NHft366+hb/Ll6FLb67ve
CZyvj4F3/xxsYrt0ThrLV+bckKvplM6RZ3keHdPuld8jtFHqcc84A+2NZl8fbtzBPWw6+3Y12c/z
6nnnfAVxzb96pnrL412YNVnLLb55uzo+c1Jjz2U5fu6siL7z00Nnf6Hh6cwnnU/B5uXy3vl8fmd7
qg139/wPb57meSvTdqat4jg33vZKt9PV5uRP9tP6jq+qOKvB2bT2KbZVxu3+4epmlzlX9mm/MJz3
663lCE7tetv91vuyN+2t5T7W9m7d2zeNt9G8PRdx2GnZDtB/+/3FdFuHHSnqEHv1pNoqI+4Uet3W
tJneD719VdjeGksGP67s9M7VjWyvvcj+uvgaD1TZvkXuCvHjVtnasv9iX93Nbnob2s/I3lc6D877
wt8qexuef7vEvrdswy3swon4l/tvhuNtSQjeeVvJOX+zb6Xju/RJ3cHRj1d7LsT3dCrncIxd791z
t6tv542Od/X10Dvb3rPsOyY0ZEknr/BW3xYnWdfeod9ez85hcAd/cCW/c9epvT4AwHfk7T1v98yw
OhxvB9fH6+I17t394ajZj2vi/uzBRVe58tada9j3h9013zx12ZF5lVPYs73rveN96tql+67YN49f
Gcnn18iw33PXW9/dO95pOzMAr1ZPPL7cfr9fP442T3d2k6uXPT1t++opdJ5mf/K2XndNg9xevMET
VqUb2ckOERXPhZ+isNnE+WsedrWN7NDlU8+f1ztoiVzh/IXuvDu+XedtA+fm+vF1tHeT2/JAEA84
io/NaHN7L/KL6SsSCJ1rw83uRDtbV1fNtnC2n2HQvvvR/jLLfpjfLhygsmDqsVozvxlML4/C7nFx
Xw/IdHiKvcMLu4mcA2IPHn3pvN6uOi/fvFE2qDcPpr0/710Hr/YV5+Z/tivE7MsRF3QfvLufJ94q
CSRNEJqYykGxEb2QUIhVtQnRPd0kfkcBajzqa7O0C09xCgbc7yf+C2T+n3vCD5e/WIGtiMa/WrTn
PaF8/VxeTRuDeXAVe8pVsNaPul9t02P9yZn+V4cdDOJQR6GcariMfr5nMUrpnSpj/NA2BGlGWnCy
5ITDhlS/FGhJidAmMyqcGuOzKt/5BHA5CsiMocbOeR7G8nmL+aFMk+dmOUoCFx69ZSO+m+/q0/go
P3IiqQ7GSbj9k/v+t6rS/49O4JmT/VL8wwYh/NL/o3z/x00HQJgcmLf2fwFD+Czr/c8F55sm/sf+
pUhfPtaaz3/kR2nZlAiXQr8rEYUBwx8l8T9Ly4b1BzVj2lLwAn7mB1t/nMvcsPAsgDK8tOcB8mdh
GZ2yDF4DnfJ5C07Qlfp3Csvn/fq/x4Nx7pPxrb6PBzbYIEJ+Hg9VEegyStfJk5pBu7b0qd51uoQQ
qE3IofnwVE4/PvVjh+nn8/ef14IbAFwCMg8lpZ+vFU9ZWsRGMXkGYlMkXkJxWKoqXwdDFZ7SRP6s
Jvmrezu3ECFCQdqCKPjz9YwJ6FNhVJPXlm3oohkjHjtPc5c65fjJyfLn9/nHrYEP4JUCNUlH4OLW
1NgQWgKbRvw+gXWShLZ57YO5vzUQRkt2ncHwbhKznEmGb9rPSr6/urh5lqFzafpnl9kKkxBb7VwL
qD21olgrRktsaAE+9JjIGE2AILYnUU7MTZIFydvvf9KfN80/7hsqNDMZiHSRG//5EctwqwSkuZMH
CSI/yDgFgbKjN/79VS4OZd8vA8cY5TsaRMiG33MBPsxaRjajzC67CebklG7Loev35lgiP8prGckU
QyqMi6q09Qx9u972SCHybj6hFoVB8/vv8os7psrMeDpjKcBTXBwTMPh0yYSW3UNGfRb76ALKmrL8
xMf+84Hsxw1zxMZqgL7szBL5+bmGMq6cxOQnncWJRO85BgIAmBrpF2KkakQs0RaR3y16o9vwQcNb
CUmG9MljPy9CF3MDcEfE0iAPmIguyeJq2FhD3PElkHqwAg95eI/3T90hHAnf4nGIyLCTrS9///kS
QKBjLgeThFXr5zs3CawTKvoXnhgk/KxW+I3AlXD19y/CT6ecCe3n0IOLi1hdZYDk1gZvrOLATs/6
FGai/8FQAcepM+9DL2QKuvgRmx5P2JiehwoygV2fh1i/Az37ZEn/xYA8m1IomZLMQUzBxVZCRiuv
D1I9eVOK7bg1o8ppZDpLv39ivxgLRCMyvZkoH0iduFgnGqhONO2D0etak6RmKRxGzBRxeYevW3Tx
hwgr3VA/I33/YgYHTm1oZwqGxCxzcW9KGnRD3EAeq0dcEWpWsCkamG0QpymfzOAXla3vrxwjAUEg
7xu/lX6xP87qSgXasAxeHwuqQbZ7rLyYZqniI14aUbGlRa2L1SQNabwSYFxhJDDm5Ntc98qmVJKw
8XJIdzERrlIafTJef/Ec4FdD02LhZ0BdjtclmZU4lJXOa7RO2uajVSAd663tSOT2Jz/09wns57ee
H1JlLUN7Qaf90mfUEcvVlhMNLexIsNyrFSvLbSwMW0kM9wTGRecocS+vol0qBPXfnV11Ln1uqTO3
Asy/DN0Y+kCaJVNovdHQQge1Zu6VhDd9MrGdV+OfbpFePV49xhMWVYhaFy/mMEFJ6OKq8xZB4dxc
1bNNG4/D1xKOK8UUvN+/O9+jGi8uyLoFu+uMTFIAzV3sRMa+XODXJqUn43cE9D5lmA3AYmsDntAu
IBzMjOSv+TCpqdthwJdRzBpxvBYro0lsfRQjBVkoo9GHnDyHW2S1hWxPtY4DJZfkam11Q/kWwOSV
3N6cZ6rTWYGXPk/bVEHU2qlI6dEQzWdDgpDZcdyGiW2UAYTqoIgM0AuJaqCcxMaB4CfMFUgeQJgc
w8xFMCKmhhTPDKLHvM8kTun06lK3x6ge+l1msnFrJaUnUxlKoHzXNMJEeSzSTJzCRUkesz6ACzkV
KSyb3VKUOsLFSQ9ohlszT2BUk+hNqmZElOa8AFCM+7lcF+qgxE4xWf1Ni6T3BmXghCPjHGVsj4Jh
5TfFkMStk/OFcmxAhaqFbm0OTBGViXWS4AGpy5BM6WHhIPvJjmYTp2fEDSohyBwCUdC9Xr9A2JQN
RyTOVXQQJCc3ZVQHxAppRvISgB8e7CaI529tmCelk0AH/hYAB6LEzqQrroUQvNwmsOp4j5p1GW3s
CaXmCfinXbSUeJ/s1EzJUEz7BSEvtMGw3NXYu8u9ZlRLP9u6OVtwNcJaULKrMmxUzEOAGcgvswZ5
cBYkBhS5ehYO19Dgqdojb366GYSgFTcyeTnPutItJFnFKRmVVdFYr5BNpAjtrpwaXrnksd8ogdht
4SjKV7IyGQ9YogYkXJpB1p6YMlC+IDMekq3RycK1CTpTcoljYxelTIVJwaXNkVGmDXsOJ5WQ9tuT
iQzL75o67u3SDK2XSrf6DHFvhzYNnmwz2oPexcIW+7UKt6WfyVGguRcc1AJ//24e2Ow5ZA8KW4Ju
oJ2WmH8S38K6W+6UgXhPV2ba6d1pDtRTGoZKsz1zEStb4WneztkylVuz6LvZIyux6YieUvsjrrdI
dUNgb7glDKF6SJNplpFhhZHoFeEkH5Fdx/spq9vWFaK+eGcPMD8w2UXFKiYX8SmcCxUdcxXQuO7k
XtH9KA3qcNXQpc5thfjpt840EoQExdy9qFmlSQ5mBqziwZI37xkzgOW2WZXdxPrEZ0xVnchehLMy
WRtRV/taK9b6zaQIguLUppnMrlzy03qN2hnTaQFikquAOOBCOvrYZtfo0tlmsQHvjVNUNmF4TWAe
2BHRbAXNFQdigh25LuF8d6qYmZvSxJ7hiMwMozPJWS1gGMyqHqsHeFIcMZYl2JbeV3eVXurTYxQW
7fU0mCJp6kyFpq00UIJtrQi1eC1oDHfewCiyHLgXDP8Ud+qm7Ar1TRIWCaBB1s7pXo6Cbq9aXfAA
BAUbBvsciMKU0+UfMNK/VUv4/0wr+t/mWz4D/P5zgeHwkr2M8cfqgnT+Az/KCwoFAWJUdU661M5A
MVHy+aFcUxDEsuIQE0COlWRwWvm3cs36g1AJRLZEWsusR/IZzPtP5ZpkkDyMaO28dSVm5RyZ8Dek
a5hAft6+oMhhRwGLFnQTAlzgrhfb7TyAUbLIhK3B2jASB75Hvewx54l+kAblfVSII6GnojZ6kak2
/pSZ2iZiM3aKrV53C1POd63cZLdMKaY/pUKzpc+9uEVYSfvWkmpb08PRCZcWeJMKoWYbTlm5qapu
dkGbOMVY7xry2DU9l7/J1vyUDzS5l+AL8ybak4TppxxMTKcY7cSp4pAjznyTqbZlPFUZV696yenG
8ag0k+bOVVFvhHNydph1vS2kleWP87ATEdgjrBLeBdl66MsUj13vtYBCNrPUYvofW7uv0K5Pgl5t
K3AhdgQIwlssJEoDnoQ5bYLbun6ZZ8VOp1hb93Iy+aGqc/1augnz1LeU8qqDceUDNL7FUbAKq4LG
87KugnoNMMK1mnldYgpwerxJ3jC2uDui6IhDiWWsXdxIVpHl6AdVSO8CwWvbnKTxzDpKWfwQgSKv
ceiNWUy+HhOpXj1DJaAT0tHiTRT5m9i20RN45cIVO21ez5pEgmGFsbyvM2WDiN/EMmo5k2V6xhjm
65ltOo7IKP1SNNFOZfZkI53vEP8Rydu3kVPUKuFRvfimdGrE7uNrVOnbSBSuq/xWSyJXy31If5jO
aSxl4/jSsP9ccagLv5hSc1Wn7bbqHop0G8xW6iYtUGnOfDS9xnIzdtIjIwrEjznsZKv7UsjFvhoB
6CmDLK8gbZ2WYv7WEI/qKm2xsYZpwA06vYbjvE67tHaNIN2y3V2cZsm/xnH/FqracdEZSw22lxys
mpPEQgA9aHzXGFtOohYb4LIEtWEZbMVF8Uu1x5CRZa5gaInXsBzZ6SCKFFuLJjkmYlhAi8aMn7XL
Xi4MdVWMY+yD+fvS6JnfQjDMEgVrXRCn7AXbq3ZkwVWz+i3okbqV9JfmeaOkWFIMJl6cQKzqEqKw
oGPTUIXJCSvctzbWrqVmeZfHoLeNkCpKKcXf1EbxLXkCMwZsS6vwTlADvzPV7g6rxBWOihtV4L/I
0TaACZdcWQaeYk6ERAfRplzqbaQXr20fLzCdQv1lUJtXdRgeB0tJU2dKIIeMoMGs5pbMXFcBp4Ui
TGNXKDtJ0H0NMQrJ2JUpTt7EzVScasBGtqJA0bXFXsIOLb+lkSJvI6ExXXaBSG5IJXUTIdtC63oB
uOE1CC6bHmLVvLGwIA3xaQl3Gu0Dg+W9iE17ltYBG7DGkr7qs7aVA/hB/ZaNC2uXPUzsFwGF4QRF
HKPHja3n+aZoVsC1nXxpiFMJ/HlqnqUzdHE0JbIheRfGbHAnRdwXGavdDRGybpNLdkJpkVpbYvPK
O2n9MqqrFlOpUT0Mpv41yjKw4yV7Hv4jWAJVzeaUE6UFVKR6HrvxnAjSFKWAjT6Av2WDjUpCkDul
1kepDVxl/mKKJK5vh2YhbU1R5lh705KBtEhfZdYh1rQQYlPdWERco+JJiu/s1NlIi2tRb9XiaEiU
yp5KQGPSOorVIN5a6MGIymwNTHlrDILz7PSAotIdtReAB3geQ9mlGCfXTKlRxJfqQuW1qXLzKFoR
EANJEIbrLuqBl5A/Vm2mpCwsoqvzQXMokZGsYnaJGa2iWlUesjSbZHucIRCsoEbob6GIi9xpCnKv
PTyXA7NzstSdYuvYqumQNgmJnFnBVs3RQyUZ3BYsJunovZAl/sJ6o7mt3E92hTU2sOyiU0S0kEpW
nhZZw6HZNuYqIqXxKccziv6NF97UOHJFIamW6lAciNHcZLzlbKfSR6BM2UtLvkiRZEcSfIRD2RbK
bRkooVOVQSLbqj7fKFKl2pTqu6eyMQv3DPFTLNJw4rH/ilimWne41o5SN/Dq4K5rtMoxrWldyGxe
88ja1os/j63TTemu08YDZELbikMn1ytH75lEwWAMSeKF6cCDL0+jQrfTslapwu9OApOAqddjpp3X
4bKVxqJzgtAvDCE/DIDTABt1tzEGRFKbgqdWiT0rqIz9SLnC7ttvi5qtz4c5DAvROo+N9dj0dk2j
yJ2SGPY/adF9EtsI5EonE0bEwkTIbAUc/0HDmZgjybNBXgSePox9k0aY3MJbtNHD/l6PUFCBfnXU
eNsulTumdWBPA6+kXEdf9Dg4mFVInHd2A9CU7im5BLfhHOX7acZhIYuCrYdIqkoh3+BT3uUNp7RY
nQJH1wLyAcYA30mzgrpB33Xm+JVl7yBEcQ42UryOhrnC7J9mayWcIf4Tp9pk2sTOGz/XxLu3jJnH
yTU/jfiKYc69N72wJyARDFLrpo14ZUZPijq3wPLiHbavU1doDkA8J1V6e46TVR8ecd4O3mBa95Ew
7atq+QJmCz1K1Q1u0+QsOoB7uypdkb+zNsTmXZy7k6Hk2bHgwu6kLqtWakxPmoT9oPVXRgMEskk5
/Nq9Xsa3ljq9BOMxSNNzbUWwVmMu+VEM3HnZN3ru9gWdcrZLLKUmTnKtu1cTTHwVkXubDjswXk/A
Q9Gk+AYuFK+a6ztOE9slGpYrpExrXWzCva7MPvylU3f26xYWsCdhyk+5RtrcoCa3S/RSDPR8494f
lhEX3CgRh9jbQVVtgyl5yhfRmRUT22HB8lL31kbqkh3lMYTPPIHKiL8AOWE+pgzIvDyJ+bo1OYXH
nAx3Qhq9G8oCA1B4zZqSZi4DqZK8cSK5FQZ3Z0EkaWoGAAfFdJXG830l1/5chm4oSuvQyJ/CoDlU
ZbSuObKGomHPQvEtGYA+YXU9F+PYxmDYLdMHRevWusa7GBTHNDvzScTQ9E1tKjYKxA2lLtdzO/lj
ZL12qeGqMR7jfQRDu6prW5hBUwC9aazbFvrkAtkir+6GcwK3qK+68aFW2jVAxOwewAer4NFaRGuV
dySyBcJalgV7EixHyVtHM/QHsX4ZcuHNSiOW/j1kLvFbnJc7OZUdtQ1siqbYpK0V9ca7HAGUFyaG
vCpSM7/H//QgAUm44Z0EVGewymF0PJSauAozHUKF4okdW5raGpl9keSyVE5AVpovcdTWM/Q6/MJa
9SAQauRoATbreSxWWqkG7KELN2yYCs0ZRhYotVa4yhOFW37WQ09Od218ncfQqYget9t4iZwyXsLT
WJUPmhlf9YmYulqnrhhqWJUjWSQAqN8N+KRbsXyZ1GpXdeaVlUIhr2PoJlPSrFOq5IsTEsEQ2TMz
mJc1rZ8Tf/SIhRgPZ/NcZVbphrWE6nikAmusYJzFziBeqR2URrKTzXUg18FdMgZrK15XxfS45Pp1
RiQ7PRj1yapfB6zjvRyth3LuvDkwrmHSja6oiMwMLZg+NUCnCIrHx7SLJ3UcnVibHTVh/MyyzXH4
CvfRKrSW1o01sWZPlDd3ZNFnhi3q6vJWmaVVMHvNw16ZhsTt62nxwQYB7JCF9NAWY+ZSQ75tOKXb
UgX4FObf0yK3yzvlNjfuYfFJSnRIGENe05+sbrxb5pqdtbU1lnqTaVRTE5kYFol4wTp2kzncK6RD
DZXuN8XoanXnaWpGwGZuCNfwJzrbAr92n0XLbX4Glgrzru5AYxZB0zsl/t0glh6EQN81RrBW8mHT
dI2bmdT/csPam1O0T2KLOCWSEQrzoc+nt6pNrqLi2uq1V1Sy58XlsZ5wlOemF/S9l4CY8sag0W81
qRDWiw6ZrVXBOYbNWicAXEqWAzIGidmfLHccIU7cF96giTeSLh/zsfanoHAXQhSAqsi6LYt1s65g
M9st5zsnhI8zasapMgEoqKprzd3bkJf6mtMDUuGucmo9XLdt4lRqOTpDxcNrNb3EY5DOa8mc7hQR
llKZm6pNBN6txSKLqX/VyMFGGfs7NoLbvsxLP2hVdN71vI1H4hWlB9DuFh4FTT4WrfqmUbcamb+C
In+1CmCq2K1XyxxTQb1mWbmllug0ag8TSZE7u2lU/IjnMuYQ9Ntq6h9SRXD0GN9RJSWO1kjvYxN/
CycYUWFy31v9vo/gvhVS/Ki20wF7Ne+2tZ75WfRg3cEZqsrnwPDjhjOByva2THTWV9HrgBg7CYc7
j+LuQ039/x6+c7dXVHOt5sbk1FkP+lE8LjErMt4LpOYJZ8JQGR/0SnkuMuAAhhVfZZ3wUi8xno78
Lqqn2Ulyy4Gl+7XvLMK1a2PbDseaMEFYCeu6qUVHFGC2VOrJNKLmBiCunzQZTUiZ3Sl62eusNv1x
od6lxON7uBBnAiulZIogrQuobW2LFjMWPmuvnuQXzJRQJmflaxBhaCm1SHOaKV8L6VQARQL7FHS+
XpQ4qEwOH4ox5Duih9klqv/N3nn0SI6dXfqvDLRng94s9C1ogmEzMtJnboi09J6X7td/T1RphG4N
xmg5gICSVK3qqAzDuLz3vOc85123KtYRx+aEbyz39qp9xF39wPFe0UtgfOOMtrAZhNiUBcPZPrc2
eh3fTaLZGJF6N2VxMFKpTQY0APH1VfXd1p7mezNqXtBivUIp2CpxRmK209oHp4BMMhSPUX2s+vJi
OQboTAP37Qh9UB+uWxy3ST4ElSrp9CxEZJ26tjVcprLZW57bXcDAbCbdkbR3sTkKTgq3wnKSzzhJ
5ZFlu0homRfrCemTEIFcV8qOK0qqQZIJPmA2JG5ST9ougd8QLKmtPvRo/beysspHasoYcket7hVy
Kp7LipJVEoTyrrBAU3awmvxoXU9tyRZXbyzTA2gK9ErWE07UXMApo3vftMB2rKvouVfIG/pgPyI9
WRJXlmNll5cKEq3RztvWStF2x+hNUpPqkRirxIEuVj8YY7TPPXS8EDbouHGg94RV1NguANZ+p+ei
vuUIq1wiTZq2UWQa26gdE977stU2SWJrjxro5skD7doCo4gX9c5YIzJi7H455kgITQ8RtzKgnKSB
VqnSKXKJVZb5Ah2XXjE8AagUeX3k1pK3oZWthT9dZY4+HwTw3EQ5VxAa9mVlp+VGnvLly8RS43UQ
WHasQPUu7pNlN4LQ3q9Dxdlj0MGDdTGCAUyGRXZEICfW/Jw7a7kz4De/9I01g7WCKe4LnuadOc/T
T8R+CnSaYYWVNkZbmRqoM+ys5Ss3HA69cknfWF3Bquqr2HY8K+MUBHvCqI95FieBUjdrOMCU8qwu
tkNQStl7zMg9dIwl/2AhR0YvkqBdR3lLXTw1Kdyp5m8mW83LADbG8dTc1B4mc1i8mUHIUdNmuYFu
oUfb0a4ZI7XktEuO6n3WlSyZ1y69tSJKJVrYpNwPSzcBD74RvPkwE5D55Rh2kVDENRlkjYbqXvXF
hqXE1O4RYSIIWqtxY6qD9TGrZfbAQJb3i2hPFjpyI20ayFsPI8aIQ5012rGksMEvFZmRYZq3QMhl
zHyg2qGSyPVwsfRGfouNRLwmliqzpg7DerEg+KZAicriA3MHm425r8kdsbvdWu1gwmqBgdbqM4fY
0kgBzcnFuLhpq01Mb8DH7Voy8oeOCdjeIMV9zNgevQz5tOwyoRkHKU1j4nSRg4GjVtVor/FT3dUe
Wn1T1J3Bdp240DPnpxosKjcZwIq7NK2CIVp3eJsuCpxqn3HL3SzqdzXqwraL9lPexSHYopG5jgIE
eMihee+GaBjwzfcCBaC2atv2IOMtB0AgLCMwEjkqQU/PADRWTmjjrPA5yI8PpjSpfkeJVOpanOvB
4g2WwdmjijbOIMngOeQmhBUJURsSYnRXT1USylcynLGMfsN3IGSAHhdwuAWHnXiSolDi52w6u8G9
3idg421rereH+nkcHeVWkmedfUB1KLTpRFEOHte8GPzccbKLAk/lxGD8Do88JGLw83M/hoO2DmJb
t+3IkGQS1mm2gKz4XdGL+7hq3vJKuX5Tp2TYlWkGTAyURmO5UtOlh1ZWjSIYcpZUUMFd2Mz6hxEN
y4RKZM8nOIDO7C5FaR7ZIStBtUioraWmVnjWx6HdK03duoLxSWh2zpx7WlM1X4W6onkCIYz5RKH5
e6LqLpPMVltVOUuxGRHja9KUC+gAUaysfpGwXUmdW8hGjN+9ta26R6lvm8W1+Hv3UdxBSZGs4rha
Opw+Nd4NdMrCtZLFaVIbOwDNqz5o+nrdepBi2026UqApWtGyh3dPnC7Lmx7InA4CR9GNo9pEKkHR
UXE22sQJke/WqiCqDLBuujZIS46BlZCDMRYQka1RfCgtlqp+4jScmQzYBiigjjlupEQLRTsda6FO
d+pQcroXmgwpC+KWa8B3ljgw58bK+dpOmF1K7Y7jVfsNHiHZrHYPhWsdY1B6zL5Oc5nMB9oBkEtU
NQEfCi0o3ptLfYtPsWHzU8bdpXA0FQhjlDluK6hl4AwJsy/KAOQrrNhZ3o1n1cImJNrHvO4RFof4
oowKwz9JNf12rT2t5kCP3KHz9jJIq5WOq1u7H9Rw7aLplexNfSw0lDZYUHuVtZajTfqmKVKynYru
1SyzW2bAD2Ok/LCMeBNvJdtSzuHSzdhZZOuWGrVGn/xW7l/sxeJfWaKXIVKKwCzsCaZ1xrVU275c
m56kw7tiy2YU8cpVGpXH1npVa/0eJUkJo67VXafQbqfZWlx5qsPSsLw+r6UtRI6nvsXFGK/6cEFn
uoUkvEnRVjP5QVsV61gb+QfUpoNSdOi9kqG3R4DE7UWSENN7AxrzuvBBugObk5Fvki0B/bPQ65Jl
2iRqpL5FS53gF9RNeiFH6zHtzICpH5Nk+WFBn2cIa5/nnp2D4ZSfEAhvZL1uPHbYAg8APZtGtmwa
Q64/Da6VhlUZBGlxlvMReH4bgdDR/Mma7gtTH0Lcgs3dKGQ7UPX52ObQGVftsx9MiEePfcRIkegT
s0gtLKznumACQYcFmtNQguHKm8VXjHdA+7yJqfU4yc5pmcsr0hPy5jJ6qIhE6WQFMSXr3WaY/Bpt
DLjn7YjKN/bNdm6agJe6MVgRIqYv5SBvODc/zQveBKvURy9qs70zwQpLsd8huOp3VluRVqy6h0mI
c+RgTOEAfZwoC0hlzgtpocpBuhTfST9i6x+su1Fus23OPu2I3rBlbp1CgGaTB3Jigxk1utUUzgWK
031T9FFu17quaOOz72hhZ05PWQaXiHGPm3a/NIjbbWo5wSArnJKnLTMd/UXUoPfy5qkwkw3notaH
BfM9pdkUFkkDLGlKMvkMYFp6hIJS7SYnMstQM6VXlIMD1AJcE/b0ZKvCW6153mLEubRL/dUIQf4j
Avg41eUPzg3kLflnrpRnGtszv9agGOl6NropY9uwsyHRoKg8TimquRy3l1imugD5eT1JadRuyinu
8VKVjWeZlvDbXjvWy/xmFsXOiRXeOdQwMnz1A2o8uadShhWcXsldOlippWd4xDBjZ9AlVet9a0G+
MupTLUzNd3LTX3vyGfgNfFlpeecirx5VIsMQ4NBy5pfFyGO/Gp0jhgj1JPXgo3LJni6zUCRvkDnF
Js6yWdZaDzgZLKCyAcHWlAZxz4XN3xaXqEntYI7VB0tt6aaDevkmjGTaypNs3mhVHKfQ4ZfsDBCY
zAKAZlwleQfl+8vuemO3SiArl3XMX7mRz4e6Tj5WuK6v+hrbN1Efbakt7NxYMjmetNfxSBYDSyQF
au3pCYmCNLKJh4sipt5BuyJt++WIz1jaaATV9aI+RqIKxdoEiu28zxhSvpA9JCQpBmOOtpwGQ3Hp
fvxWWZfbIn9JmMPUjIe8cc63KyoOK1pEX00tB0kijKunVoOGpgS9nn9ho9lUVBcobPNcawKxrOWP
bTeYO8rYPV1BqFZyLZgkiQ9JZU/NOS7SHlNJmqEEwPO1wdtmffuy5k5ydKzMX2JLIbLPTYUdhqtR
gx7i7sFNkO0rWO29YqBqs0QnnHBTZR3fjFbqgjGidYQyjkegXZ+jlR6kLNsrGQHaIg+dnH1VDiG2
7rcJWVADC8UxBRd4M8kKjagO1qNGZal25Gj1GWksLt2ftSenDotaxotEu6qbYyvWnQoTkF2rMLaK
A/HXKLc6yEG4RJIEKFQ3PLPJH5aofJa0+YcpFi93PcMFIhOmX3cIyYuDwCREQRCs7NjqT/I9jbSP
c4cBo6mSnd4Cx5+jQ1QpJ6Mzw4whlsvU75Dq054bY48GrGTyda65GWix8jOdo4jFdCPLNRRH2Tlg
QKJFfjWe+3Xgypkm27VnQ9kzDnmQHBrXRNN7uIVfI6bb/kgxyynnlWxqs5E82ggy1zbYt2lPdfba
Tz9tz7BD4tJPlBU84Joa30NsvnXD7HaWfq0pUBhgVQi+tD491oZWXjGtLvOaG21cH+o0fa/l7lWe
GSuUURMIkKVTfNOOBR9ray7uCiN7k8W27TucMB0FaLAmJDdie8a2IVaCmh9r9MplbDG9lLwPWUp1
Sgz7FkB/K8uHIdbLbTOwOqw2UkMO3NRNJLJplRwYymYyW6/P1q1TXpu+6DbxACgNPsf+G7iJil8Y
eOLzdN7P2PPCpNTtRwtQMbc5hcxnbvVnaqA+BdMO+InhdcQ5Sjh0CSokfpsolHM065uR1RcaPqZ8
DiBdyj4sYw4wRf3Q8i4c11xhAVfMByXn+S0Zt7yVFmrcS4zTnmquO2OUf0z5Mxu76WNgfrgxLOzc
+a1sUhDZ15FzY1n2pcOFmFvaOftVqtOUTznsQld3II2b4z19Mep2BdvvOOKdeowlcwtnetIQZLPW
RqQezIusxmBYwNvJdYimylADOt/scGufWcdl5U42Uw+DRu6uXfYI6hPQ46T9mOum6nnFrg7Uz6+S
+EXtsg1V3kwWVZBYJcPGeVb2bbzeRWxBdDlh7syIJC5/YqqPUbRT16RBITQE21ZuNeeWRd5qKgyO
ht8K1a0dDHVVFh3iqTxoLQhFazUFOfxyS+XTzmm4V+dyX3xyQ4m90dGbTSX1YZ2irvd13fmO2qLP
MMaTo5JmlwllGKPjHWchzzQZykX1qvtDp9d+XeCjU63pAQUYuQsIMo0VrqJ8sfGH2iudqoazfWYV
X3E/ncyieyZHwVdPc7wxuWUi5I1cyTkuZ5f6FT9e2mPFprCEgix2SsQgRbPR1EyRPpUKhPF1icEL
K9GdnTefk1bc9cS4QTjJO90cEB/Tg9NgGFDil9xigt8ozU9ZY0dYpDgcuIV4ipxeR2ULor8RL646
pqcyUT5EDk9YpUTJVXr9IMcC0KmGl2FMAqealjdTLrvndB3GcJIQ/yxEIZ894xZq+yvezqBKWiQ6
Y/LxgUAnylbmr/leL7+KLLoZKkpmFkz14/yQ4Hm15em+VmAkqcMPWifzTDniixUtj5OdpW9irG4X
DqtTh0DdjEE+ShyH7PZgD8NBbcRttb7GMrFReHRyAw+tsC7IdiE1XaGI0uDqjFG5FiOtw9WMeIed
mdW5tzdaMe2KgTVJW3qAZenNMGIlHUf+wR5u+oZbM9Rl7ApnxgO7JlM2c619Eodg9aN2txrlY8ca
77R0YfeXUe3ZZ2LpqGJx1qrWH7WnUsRuzODP0e8rq94Pi7xPkutWAMgVIBuTEyC82oo7oi29gKtn
rqyMh96acP8soaJd/aX9MaujDXdZ3x5Fv1NU1ZPGrWyXbCK59lI7HJbkc+kXd6hpU6trhi2Yblnj
ith66NHy8zoqQqEbG53SQ2aId2rfPicLvIc8xrRnuxB5W5jUSvKDJXZvXLuAZjPfccZ3uxKQ+oql
KQY225nLqVdSvlnq5LZ5/Cxjl84VpJXywnZz2gDjxRNxxXrSl9ph1tSlh6HsAwDOoJoZ7a6cG8Bf
9p3C2EA9CAB0jbkOPgZlVNxyQGY3NqXalX7dg80wxnRLRBB/pu7a/RoqETg86h+i1XSjonw3Cv15
tJYzmhtpabR9szqMXbutHG5eRptcpL6KqEqSF8JYMh7JNGuWbxCmKrNy/WdOKq9YeaOM5k528vvV
2DvV4C+Fep9W4w2GXWixFMnT4dYHs5MOQQbWZ4Z7zagRGNEocY62ubIX7o9B1eY3WtGujz3bUxbI
BMEVOUWP9b2xVIEtCs6hyvrZs3FKu/zeKdZ7u5+2qbCZk5fOKVvt9tjKIrvBkrSe63E+zOrKVif6
+pOr7va3A/zPATXlavz+/X/vvv7+t19GNZUaD3TSK97xf0m8NM64RnnFpRHVlnFeKGXBGV2J/Kuy
uuK5nSeE1LSihWIeG9jbGDMGNZgKRr3/F8v4vySecPNdnXfQ5gy8l1fM5NVS96fEU0ojjlkOSuVi
3+vfnSLik1bQBAuQqFV+B8hW+kK2tx8KUff39qBNGwaXEFml1cy/f70t//Fd/g3R8k9XiP8+vP+P
72pIh+Xmvfz++99+9cWkf4l1/nrEb+OlomOvtOAJaWQ3sfbLWCh/Gy+vvktkOXhkJA/B/13JWf9A
BiraHzZmTSDYQE0sFgS8kP/wXep/qBa1sgStLAydFvb/f8d2SZ73LxfzNT6hkuckMGIbCnXh/xoM
sopepcgjorEgS5s5JEmG4KNxsHB2ayEvNs0KMR2WNDnmyUkM1sAJdWAyu6OLws49xg+5Q/dcuTZh
k0/xdHY4kZFRNtJWTd1YtLKN/U6pEIPgtKoFi6Oay3QysT2jxKyUoXflKgGGLVWdmeFR1FlzeKQZ
GytBXFNGGafRZLq22bMMOYh+nNIkpeY+zkF8dvuixgkiSDCcMHZLb6uUmvDkBXNxKPnWctJ7miPy
LCXDAeoTnaEycSO6dUkHKHCyHCR1bsdWs8WOk2B0hLcNfyBS8U5oU+ZAujDnocWFaU0otWnCVEIb
GQQHppwSv+aGZi5bHUf4iwNV9EZP9FoJ0FPjc7cOznuCK/eljgf7C0GP5u1+MQQHpa4f8WwJoZgv
kcqPfI6VdoDPoE9zeVrUwin3iMrsh6oaGLkvDMKyGF+qpb7X1sxkzW/WSQ1ya3V6HGRUmXKbSJAJ
M0PYTzX7H+XeqBPmRkbGpM0xI5vDzSAVsNvTXqz7grFQf+5Bpxc7NRP24DYmc31iT/PA9mmaX6o4
oje+dewET+o4V9FTneAmYwIkJfg2gE0TSDBbZnZt2rcfHeX2zCHZ0X5i+iMcIauL/jSVxvAqkw80
AqXIh5CtB8a2pKnszx4Wdgc/P2W8BIuZEY+M10x3K9tAo7TtuDtkHIoRek2xGJsO9Xrxcj3FJYu5
AuxkJUruhjMtpFlo9OZMCKMVPZQoVr0EKhzVJFOa0kzXJ3cSMfMfRdcfhzTGZpf0xDO8YrCbBvOk
nd6LCbwOb1DeEopRcBxJK2Kha66q9kzMkmI4aj5L1N7FMO7YK3OGHjMhY11JCm6xY2HimY/UqVc5
I5fzy1yRePPmVlSfDOvA8NraAI2PYfh6aQsTyuCsKIybVK22K7eoRupGCHh234laRp8RraRni1bm
jxRpAY9nTPzAFWhZgFnGiPGnOaYT1YAqxjtZyGoXRnLEvp7mBw3U31yt77pkNOdRM9hE0SM0r3hK
a3vw5S5i42Mnbb1SzJJm9V4dOjxkqawSJ4iNXsOBEOHBw4XI/falyOPos5wU3SJHW6vVwbBF3HDp
lk1/X8UqjlzGIyl+skHNb5XMUO+ipcmPeP/pZ0m6XP5C91fXDQhxJLl+zOyXzIjNy2AOzkttWb+q
TRUr3dWFhkUmmYry3KJNY54t1AiiSsokjIo7O/6m6QKkj9G1tswfTisYitZerjSpa4dFNM/F45TE
CftANVnFY1YX8avIrp+PU2SpzklLsWXfXCbWuxnlD+OsOePrTDS7ZXmi3e7ksBt7lFV+WhBRjPy0
LpOWnMeyJ0JLQbbI71C4usjXZMkEwwQRfku6rp1CUzWNIYg7cy4CI5s6jJJtzf5ckwo2ZnVrdhS7
pDreWycqY85MDHlRfB2BWqBXyhW3P2aJvEmrOBFuXOfXV+fQSehLej3S2FBwuugl4LKo4UhJJA3t
JvJtUjsmzd/S+CrJVv1a6i0xj2mSyKlKrRqT1ppTJAiMjddzp8DY65oWTbEFVpSP3h66QzPHKy51
x4BklS/N3Pi9qWt3XLDoSagmhcNOFFQqMinlQNhe2BT5DV84uksZ7ExepAvqTRfTzqbAspomOUeJ
nECSF/nK+N+ih5DaQEbh0So2ldqyJrc6H4G9FBLSQdz25Yk9aVUfEIoRE1ow0iJgHo2YwAAxKzfw
3gcnYAJZvaV2y0Uh0niuqE1xrLs+kqKV0bSZmD7nEQJ6iTqnr2nKxNvr+kpGweCr9qBzqGPmQwHH
PipVpQ/y2Kb0JNapY8Rtu5Ju4Z4hOndpMTy6AyVAMV/SAlNDwV0O4Emmlk8MRTCnWANRCrRqg7mN
zBT1CVuvI3mdyLn4aDitEq+oSuM1Ga6HYmyAqd+Z2cp0FrGpQcG39C92xBA6ucFnr7ZBi1e106fe
mKYn5F6+0K6ZdMrXNJTVjVjXFOyIslo7o8/LMYyo0fzJSO7cGLNpPKpSur4WQu0+E4m10Fvq2vxS
eiFF7lLL8tNcZxi3tb6rf3Tmp+G8WjV61Lq+pYqKbz66khySCEw59rasq/22Laj7SdtauVtoW3k2
DQbQ2IEA8qJKrtZLxPy0RuBQ1ztgc+tPLg0kP3GNYNZNGRRMBf3QXjJazllXyxTiviwrhjt2eD1d
uU2wbQzJqOwMQUwqEFNusjTypWEISAOpdm2+MB9yulCYIHeRRdsb6kW70bO4Eb4+d+iFpObkU1K0
yWc/Szmn9bbRdM8o6NC4UDZBg1f/q82LphWavaTYnnDtzb+bv/R8JLZLD9qQ8MB1oHgKYawkWrWW
xty4pKWFfYwdUrxHM5ZGRHMW0Kh6MIsUoZmDtc41kFtztBXkTOQJw0Epk+CQjEK+4BuwFc/SOypM
Zevac8bcvTnZVDEUh2q42lloAVY+ccpO0xd1snF7rAkYMrb+1b82/+piW6Y80q6PXFYPTi8elkLK
Jk+TlxJXoGLqaGUM/OiGW+dBhgyGKRL26zpIOnGSvsoehoWYI8fZjMKmKJ1iaupMVnnFY6pMzZnz
q8suWXssG0IHGxDI07Xvrv5dfjf+rsKrfxfjdb9a8tqcZcyVbE2lPQ/lnCq9EW7NMLmGjT535IwX
LT+DQ+XNTc8C0W0GrbS7E6HDujtFv+r8Ekx/dPuV7C1o+mOiRO1fgo3YOsR5hpEahb2Oj+qoF/FH
3UmUriWIznxMmVEOHqZ0nqiaiGjazpHQtZkqm1jTv8Q8iGKPKXrJby3DQdG4tsFIYfWr3jD6VXXI
OXa1tsTdWnPT/upE5DKtNU9bzVR5IoqhpmHcWux/uZCN+dEeswrIjmFMFBdlasvUz6FO+GWO4CuG
NLdGP7KAl4IbM8NOU8Q5FsEykpEo1JWL2R/GUgwbux2tYVsVXY4RV11y4S3ySCbV7LJ2OGcsPMUh
yVTxTSP4dLLnyHqzqkW2UC2WPN0oHbY3RIPRWYKpSitIapYSrV5NnMnwmbenNm/aWN80zP1IywpF
ZsRsGjFNi7ww8gWSpiyuzSYbbbix2g/WBAy8BmkiLnU0LPqitWm0z4Ml+JrDiGBiobPtaNmtiZiC
J0yVIjBNW/5pNTln7+5gtSB/sLZaYAq1RSUkvhP5JMVmYsPLOBQhGwT92q44094SOQarXsN985Ew
whUMTCfwA9V1abIRizVg7ZomnZRupMxmgEs4u2u6JfmpVDPLvWI0BejMWV8OA+b21u3ZUg9+jbQU
u3XX08BHEzVdAJ1TmvYe8z5vcWfJybOk4DvzhBnnsjdoXVZ6lSGu1vc2l5NbTXSx2FVGnV5zHouo
D/pUtDSsJ8xUvXWSMsqZprqhb4QAgu6OQuTVqZ07RrN1YbcqEaUaNzmxUykJRmGNRH1qZZIoVOJT
oP7MzI1AZ9qPTZy/rPCpOUrgNhLGgPrXLJXw4qlfLH/KkonRMR3Vn6O0osBTaFl/x01aOEFLeWT2
0RSNvnQ+NVQcLqgvkQUjprIfRq+trdEWpLEHs7vGRwZBIm3BkzO+O82q4HvvkMb0yCUqrxoU9BAr
hey7aNRGN7HQioeOTLoTrtWQdZjOqad7toxpFkSW6FkaGRFXmdY/sgGlKhrpDp1p/U1V+I90QMEJ
J/f/Q2Szrt4/679GNnnAb+XA+oPRDJgDCyWAdhPlCiz/rRzwJ1BukAwgUl/bZBVIAf9QDnTtD0AY
tAlA38DvrNqc9/+ncsAfqUBTHNnSfyVA/63AJvyevyoHKF+APq65UE2lbFZV/4WPYCWysUQjxtRW
vfSth0/scCH36K0bbCT+uD1xZQv09vgeEud+Cuj7DNPQOq8QhTNaUMHwPcHpoIDOCzVIcgxUl5e5
c/diQx6CMcYLRUT7EYjhFG8Ncy8T9KbW6OYJl6dbbsutFdibtTsuXcuCEpTmlv2ZvGwpImvIhgCo
I/BO7MW4Y8gx8sTwvUEStBWQ1hz94zcDdvFF8CwuACUDqvjCZGcGSZj6fJEOyUWbPHM5igODGuE+
EcQ8yjfqpdjhdN2zmdmo++ZohmpI7+grDEuc1IHky8/6ttsXgfoBNCEQ2yeci/eaS5MZP4FBjXXO
Qesdyf+lQYomfze+qqD1hHuJPNDlZyxrhvu0vzyBWDwdrv+weN0RqnbwhusQLGB37I50ju5zbKju
gf0zyM0HUI0fs98cB18E5R1eNzd/ahvgDRVhF/cgh4RW+TjS1UPbFU/Mh1PIiAZ/3VvqPvBeudnu
igvGP+dbn47LyReqg/vRvbIHuWOxdatj6cY3C+MAKtTU6i5F4wwzzHCCM4ZVMRW+tJ9rKO8IVRzA
oWA9qbWNwg/hcUfjkt6S/wh7AJbKeVhHQBVBUgaE7Xnt/Z5fpn2erNvuBZKnb/vpMd5xHTzBNgJk
ar4R6OO40WwUoOO+ZZHWvWVfXtxy8JR6L780Hzpt4RwMvpszznj929i0FxGKsPCHT5NFMHcPVcrH
phmAPplcSp7S+guf9Ti76/d4MojohlAw+hD76HPVEBV05UeNV8Mbd8JZogbdW7wji5InOwZMye6W
wfBrN++SHxJmmSAwBsoV5uZB3pFlPHavyxvCCYE2BIuO6V+7TTCOjLE/xPSzhq3sW8ceA9f4TM2W
Udw4F5oQ/Ca0n5tTclRP2n13nELxaELc+3A+6hW3BK6C0XHh6fMbeZ/fMAk9k/P3yKJNUyCTFzrW
tIoxBeC/CS0SbGFLwpGvCaejtatmfzU8skC64yOqq8pJ63fCdMkbih9UPo4dClt8Y9M8iHdq2Yzj
cL6GYwjKLnvGWERrND/aJ7fZLjsaggdF8GVBRK68W7e3xz3Pn+nJfQuUF8vJzC7fTV7Q8JoHKhc0
jTOF1/+Yb+apPCShs6NGp7gS1bV9vpG4wDgApFJgfPY82vaV0E8CCwIpxceb+IJgMeCYnHxJuPML
Vx0u6vRZuc3J0bz60uJG90xqN+4A8XUMxVY/jRrgbRNu7CcvjPjfhu3G5nbZqo6LH+mAQsi7wy5l
9JmKn6NHacNwl2+wrD0uzwnWcNntP3hezP4qr3kxWDcsb3yJLtltfJi/TDtovyXGfQwCPISYnhrG
eWuEVYwt21OXh2v1/HY5VRvd22DuDcBpDLvVP2M0P3xgmjnxtUkP2Vd+Y+4ldufvNNK6+XdU8ZZQ
TGu/Fh+l5HZb9ZXCAecd0knnVtmteqeReX/Ust2ovpJrHTzlop3UV/vYdAPSAc4E91PeKevJPger
Z4X2S+RKp/JI66jbfKi3O+0utGgvYGJ1Y9+OHrvGe21/0+6ybb0hKE+zp5Xv6I/Sn/SOF9TdYB1I
tphz/Sx4f0+2NOs6O9m9T7b17T6DuPkcXPHGN4sfGBc1CT6pY/Njr/9Sj/zOlX39pXp/JaEYMDsC
wErNiPAxsL0LILJssV3Fg0wVULTrUR1xvFE3igextnvqwVqc1z0vgXmRV+7qo/CHwD7XO2rxvIbH
or15QE9A9PLvOGFB3+qNsZ98nhC/no+KxzCk3rKDd7SdDprkZL7mOz3aDz+G4fLb4ucVR/b1WdwM
TwuQmkMRIgo+WQE6LQdVMnD9sT1OG4bhIzXP7viTqYDfSZORoQYJuzGRm/mfKwuV3x6dcERBR0Lo
h71kuNGZcyCIGQWPwkb4PIb61rAwNhJYedubuTzlk07Ula5vY6MF8a0RvkonhdfggH92F8yNIVel
b4WYLvx37f0RyPb+3tv+SDtcfOrBPNibxxsKeAygqLZrvBtevuu4b1on5Yby7+UWToiPlOvTMR1e
/zMEEsEnT3rjHsvTt8Jr18BD9U6Leu+E/ZEnZb8gS95MR1QrwsiTm5yc9o3Rr/Q16ugfvhkTvzxH
wQWS7cTtix1/eh5Rwxruc8ZrwVOWGD1eqx03jbTVxi2t1AN25Hp/lUr//dnTQ13y618xofT0fNbN
0qVxMvxX+F1fRzb/P7BElSv38n+/cSTuV32/Aznq+3fxl/3j9XG/948SUyQTqz0QUMiLCCxXHNvv
DSShiD9IXICBwtnGbwCP/nMHqTCXsg24d0w2FUXBY/jPHaQiQxWl5wWoocrs6d9qx2Pz+uchqgVY
hDEW5XzWtcqNolX+/E+jS5zUy6hE2ZkBv0nPRj/gQ+7USg4jHkQoV+oe5aLDdvSnt+n/YXj76+fS
HuJAPKHoC9Xprz+XJsm6HZv0nMQEb2p2h6xsJamObvpv9s5kOW5ky7a/UlZzXIM7+mEFIkgGm2Av
kZzA1KLvG3fg698CVdeKimSJpjcuy0lamlIIAA5vztl77Us3LX/Yhdz1ET0hCAVPf3/pdUvuSrpu
wONfAShvbhm3YVuotrum+ESWROLildMVUcdkbaJ9tlv0YlezUDjOtYV4hCyl1X5odTI++eCX8HaP
H75trvFl7OBRHK5v/+3DV6KPXXtOrtdiMw0LnCZtKGJUjhu1xGLkcBqYMNurpVCh4ojtbbKSfhHy
hyJvOPD6yYXMDDZ/rtuzU/rzr3tnZHCksRmwQNCCwDrCoFXIJF29BIckGwUdusKvuq09deXjrAc9
E+NZpuoS9y/Chz9feP2L3/T116FhEym4+kSFBGjDwH/7VJzZt8ukjq9NBsFXqAr1V10H7jainHxe
iFJ8nlDp3BhBW38yXQSff776OvD+cXXorOsdWzT2j45TpWn3rtMHBxiBySd6JcNXDl7JSTzIv+Na
grNb75MwOhoMRPe+Qn3e3qeVJLpFzXqIEst89EXfnolyFKd/fzuE6ICzsz2EEq8hK28G+1Qj3I4j
6xBHdkOqfKwfdWxiT2yH4fHPV1pniuMH5/MhO2Ataa8f02XzMfEyLNnXmq/mru3d9ton5fzyzxd5
7+0AUma+orfv0tH/fWyMOb6uvkivSbqa203rJOXepItxl9XD/EHy03v3Ezh8lCvckDb/0cdZKxVh
h8mv7Q4y0ITjqwtLNGT6g/H27mXQbjOP2wy3lTf9dhQMgaLylqfXXpAvD1nZxJf9WtX782M71sqs
Y83BtmtZfM02Ew6r09urYAiPm9lPrmsqz8a29dqJ3bBfJqAEqvqlxx++AA8bJLNu5pd+2DUSp6BL
IfCjoLJ37tchtNFDgsHSYx/f71K4tUOo/aEfqm6fx4t5NmEm3f35ftfbORqLTKuCHEqJqMN7rZm8
GfVNWTBzt+Ig5YTRZQSlM9bV56TA5RF0f4V0ff2M4d8i3vBWRiV26N8fLWXTkhKRPuCzi/ceIGls
7LHz0VKx/i1Hd0SiJiOE/hhAzFcw/ps7wg9HKaqQh2Ce5Hm5Nv3QgSeYQjGPtLaJZplIv52sZ46L
Emfgk+MuBqS6zLpc6EDtMbCuvKohu8fzPUEmNjvYkSjB75wxqD6YdN5ZOpi+Gctr+K/LJuX3R2KP
smkRmWA57IzrpZ6ar9TIYUfNyLHLOTZX+b9z9+dX/s6q8ds15e/XHBJTj9lgHzLJbwqbwSBAparw
7fk4fxOrcam5FoM3hcIpMAH0rnH75x/wzsBGIyQdWoXoiegz//4D0I1TU3fkwYswFk1Gh4ssSdIP
Btux1Gz9kPlsfBJ3XVN67mswzptx0NeiRU5uHthTWNZu1NAEtzIRBAvKJZieHIyCz01esPNfDELn
bYxkJF1YhYu80yiN/KOJ5Z0J2eVLozbqroj748V6EZJNCrDMXEvnVAhKMKmc+1MxpAVmWHiKEB/T
T/QpOVP3PaIIFu9VluGIXZJOKf8WBDdppMVP+vMfgd5fd5HHX03A7sVk9ePTOQ5QmBYnUH1gHsY0
E+deUsssLPJpwjLf02FzNIKTrq+f3UrXFx0MLDBRA2fYtO1nRAns3Hdu3Mm9bsCWVaXRPPz9kCHM
wiKvcd0LWEdj1m3G3uRwcDA6pzrt4W/hU/DHD+jk78yFHlVhln/b5UUdL5nxLFba6HRAbYWvt4Xd
9liaGcWmBTz6SYVBa//nu3pvjHqOhLvOLo7qtL+OmTdjtFkmdCqiP2hzHC7EAEGlzzP7pXOVvFEd
fDDgF7Z+MZOANpWdCn1mO+Z0Hy2W+P9YbfgYqZGjKHEp3R/t5vI6qy2kaocCj9BuScefptTFBxuF
d++XEG62cGQhcmI8ut+hkqC4kv5QdtIJ6Uoj6O9eIUiJdZfOHRUyD9ALu4cIC8c4YwcOsRMmZGB3
5gfP/p1lwlv3Ki4UycBEmfT7o++GzutSozuohAMC8opnUAk/lA8roA5Cd4Ft5FkfLU3vTHzgFFC8
8P3TgHh9PG9ed96gCXTq5mAhNV7NwiDwMsw+tggQ3NiCak+DaGqWsFyXz8Y6Q1rjLSSv3SDql3jd
bfx5/L37e9bZiCHvsM84WpAXVERTMFSHYIm7PcO7gk3ieB/c9T8vgm3fZsV5Xfsx0f3+oI0q7lRX
t3hkZPKIxqV/EAke1b+9k8AhUoAh5XNQwBz++0VqgaG6ddShHO3um6Xc/Hxx8uaDO/nnDM5FfBsk
/UoYZYL4/SKVEdSG46rDYCp53wzLsIdFUcUh/pfyw2zAf+4MOIlYHqEiq1oaQe7vF5tdM1N2QoOz
QJm9gXca3ybaST9ZvdaUHLWvQ9lk1iMmlXGvOa58mYVMzm0TJZucl3Zb9YExbo0qqfdDhlV/o4Y5
z3e91Tdq++enf7yj4JEj7TaDtTKyRg4dzx2OE81WJA+dAlm1nTO0tKFJyMIF/Mi0Cv3egfplBUFJ
u8IFrLkpCBD4aAk7Hmfrj+BswAcWUKj5h7Q8t+CrJu18cJGYhuw/c7QauF3+fKfHQ2A9hQqBTAqU
O71Oc30Sb77gGZGnMcTjQVWYdzqV4eox9caeq+zw5wutWurftrGvV1rPumxdwPb7R1cau9JSA++/
1EN3uxguSmOI7x5sn8A6SfsUD+zsetAJktuuwk0EccT4gT82OEcxsTx88GvW7+ft9uDo1wRHbzj1
4tgF6XxI7b6/Yg2BbCnVeGOa6qo1MDu3kO8eCyxfMLGXczcZ6/00LOkZwAJJogAkqfmDL/6dMefT
Mf738wmOvg89L2nWRd0B2QOqNOba71HRQ5ZWbg9CxcuoX9vODvYcctym/WhSe28cSEdYxDpKQdTG
0X4kiBx7MmR/sLvhq9+iTKicCK1B05sffFrH08D64NfZJmBzgObeXPcsbwZcWQGiLExmTxCG24RE
r1OWb+yTuJN8vF1Py+QnZx+87PXRHb9sC22oR+WU6oF/9LILA/VIMLSHvvehlmgl5WXZz8u9H9Q1
llAxjFXY+iXttzm14h/G6CZ0vzAYavxMNf24D37Pe5+CgyFh1Wm63qus4O0zsLIKlWTRc2CJg4tl
KinjpTjsGwgNxtOEGhBHoPD2QWUjYA5WsmDqmyecCypcR0375YOf894rYfNiYYDwMTkf5xKhkfJr
1xqwj83GKoEDsC7S3vPDha1lBpkjUFd1O/ftTlMEokEIWlxs7XZS92JOcXwaTRrQ67f9iR4uALLT
LJ3RhfGexYRrrv1vowudgvhHffPrzf3m/3nv62V+ZnpkYmTHczSXsICYta7LQyt1+XWYkuW8Bb25
Wr1tl2Ruc/HFNlVe4G1QvBvUNOAHtWHQm8PN6MTejwQ9JsJvR0ynf36W78zZr4c0IsEc0/+Hl6Mr
Rg1CqjkIA3AXaA4TWbIoxo8Sa96dTFGmkJFMWgtI8aOvqPCtitCo8jB5mP83aFBwMeaBRc4o2V1+
GOVlva9a/PgbpFtLGy4JRls6w2QXpFEMxTGq1Pi39VM+bbJIOBJKQrzWE+rvnzZK5lgufnDVE5Vw
GePHuJ3AFLykS6Pu//oxkz0CaZzqKSeo49nbSyI7R655RQa93tslHj+dt8YHBcf15x7NGpQbLctF
WUMXxl4H4ZuZymOjHo3Sv2oICAKLRcpBRd34Ns8bvHPY1YsPpql/LgBYivAikXlC7YrAt9+vVy3R
VLLhuOpT2T+ZXQPjaqlU1UC6HOGfWCahExfUIVvFrKTm79UUDWn45wcrXw1rv901GzRaTkDlOTRj
mTqaKzlKJXocmyvspzAlczW18c6i04AuaAmeHGtQjyQl0o9IQA7pb7aNnxgLTjv0N5oKFoYUojac
q6yMMAaXgVeBkYqSYNyXQbzkp1LUi4HvsveW87ktzHNjtHoMpuPAQx07Z2QvtZQx2DV30AexNPl9
mzntNzoC9kCfVoDD6Be/WxW8lU1GnDaSaedAWvw6YgC8nXAmYhVihfw29GZ8qJWeAav0MWbYtuhh
OqSFd6ZnBLh7SO26vxrcSauTdnTKb/NgFdAtlFxWWkc53vW2APIAYM6D5TDKaDwxkcQjsJIy/+4h
pI/BCQrjDuRXXYU4aNFYmGxl9nlWq+emsuZ8m0oDnE6d53BGvMmyXoQVw46e2FOywC6Lf52mVt2G
XFzmIcrQajzXWTCS7K6t8WyAit8JzE8JbDXk/yX1Hi2Yyk6DJhDNTvmIzRG6dqlP6EVuVsQ9xKwm
GD9s1hWp5rk6sXLfmMM66PzytJxWETko5yR3kHv4HoiMijUYLp9hjT7IPFc6V5HvJstmDnSK5GI0
An0TVJN/akU9fzxglzCe9RZsnypLTRwOloIAhIOGFvgQxapd0XAg9fxGlfEm8rvlUFptXoVycEHI
DbWQPnr8QvMCc/DZmwhIVPE4ZKoYITfY+YOcnG7cBhMScgBpQNm2keIUumnx77Q7a4jxUkw9b2e7
BACPjNJi+ZRuIW9dha3kALLRY/KLJnjvJZCEYrf049idCV7uM+T02A8HmfScWpOyisJMDnQgjWJM
+g0ievGjNyjpRouhX6A2Fct5ZdazcRrbUfetdvN+ObTpXJUhjoChCPN4qO8HPArEf0OlxjFjZUIA
lxTODc5TbKC1TbSJUkNUbmfh1oQZdQHUXIB3YgwHCBKo783ShSriWIQJ1HMlYsq8IPA3oPZhbiKP
xbgyKkLWCFuLyg5uCWC1y3myjAE4bxZ/sYcEGk9sVd597c76wZphkpzYaZZMJzS7dLKSDPIHUxNQ
FHZmnmIQS/vpZorUdCtqmnKbkcW/3KU6kN/dXDfipJsCuSuXdLogvKI5hdvN96kAYNexlVj7yOGv
CVv4OBulmgyh1IzFKhq75CFtK3GJgcq4AAaaQEHpBW7D0m9Gd18b1fAwjEF6rYeoxw6XpExqOIeH
T4PpV8CmdRIUu3FRNrMH7pQYI/6kx1/7sP8Tvf4nmvE38/4//LL3P6of8ZfirWrh9f/4t2pB/GtN
VjMDePA228F1If+3asH7FykknMvo3iBcoHLwP6oF918uRSDbpxnC6vGbakH+CycoZxvWavS40rT+
xjF7vF1lQXYdbBuS9g5Rlq97ozfrck0CvZ7L6NaFNvfkdlbxiOBWIcHSY2qF9uDrr/D+o7/c2a1X
pYhKZ4kHYLqrFPi33YAfzwzp4HaiNIRvqkzv2zlOP6gnHm8fXy/CBmrd2/ocxtaDw5tba2XU+hhV
b/PYtp9mr+ux4AB+/TXu/9ft8/HGZr2KZ5p4500ug+X496uMftSypfFvyzEp5MaXsX1r++nEvKLo
z1Tey5ux9c5u/fho+Xo5QhwZMrRUKTX9fjkQ8MpbRu9WwAW5MLV1HyvhXPYj/O4/X+i9p+f9z4Ws
o62LWwWSDbd3C38OFjIs643ZGfkHO6T3Rh/TFp5/djP4xo9ekQujukwS9xb7THDHHwIvoNWCm3cB
p4k4lzgJmwnvg1OzePededQD+SIJCjWPLotNJp2Twr/tS6vbKrsDy0I9397CZ7FOlhr4w9gF0a7y
4L6R7uaewBuKv6YxvMmNFdGb0eSTXXhd0J6rpBDRFncc590/v4B3nw1HH4tQZEHr/Hhgdd3YBpl3
W49tz54jX+yQ1dALS1SzP6W1BDcNpeQPts3vvHXYC4ii1lY9p66jJ4PnKsEaKW91RuSi7FSwXfA+
//2HiYSCj59mOtPOcXEGF9SUzKN5C48/D2XkoxrtRn/358fHcZtP4e3mm1BiEh19h6mXsyMHqd8/
lSaJs65riD4DJOjssHyppyDzi/qcjZtfb1M/yEuaUxk4uEmKMduJip0n7CFLjGezabY/gUBG8XZB
ZKVg1thAfrGUZZTVFhJEtlmXRJduyyFtq2ptoCQHBniXq7mAnRNYEUm81WAQRTRgQQ+CtHn0sOo/
dnbpkhSn2+5nMvXDCH3KNycU3BYb6nhZvdnSaKzPeuqmCr31gPWtgdGJJU3s0WERiBmbI6JwE8K6
3NISA3E7sEHY8MXqy9hQ1m2j/UhuiSHMvzgiS3VorxY9sjtdceq3lvXI/g8v2GwE1l1ntZYmdqex
UEaLrrxdjXDLac5/kJtZdRwleuWoF1c0q+W2rXCWOm1TkibVg9kJ6znlj7TUkH/YSdXCahSD8S0e
pf7ZZZm996sB5JqjsNyFPtaie55jsJe6KolTWMoAl6PfxxduW9cIYudkeDCtXCI9r4ZoX5kesP+m
B262AYrM8SnKa5Wc4s2fVgxyn/8koAMje2wAJNul7bDUl1KlqwOcKQwMTkI4Dur8zvjRadx02445
4Sxw8wy03WgrorV8R76QCI5tqgz0UlOLMYDxdACgyNgaquDeSp32JsbYe6hLrgDa1CseqswNMNH6
hv/IohJDCpxgyfmNq559Q42Xvk9dYdtaeXezTL0D+DWIvySBB0Qmy5JKnLqdzp+qFGvjSZo7E7Bq
W4+XoPWmfIfcoqP7xVk/OoVLnTdb4PUq3yaBAsaWmPYE3sA1jBPPJ9Fmi3Wu+pKKif4QEY+cAMWi
mq8YK7GaAmioD/grSd+wco1lfQwSPPFLxolrMy95/M2ZNLYDukse/Iuqm7+ZiqiLTdl76c7SUDE9
tpnldkkyjQPD9lezXqusdtvVIjrUOVv6q1YpwLmlo2q19XNf3Q9pPly2Vm39NBmh803uCHUh41wd
6sxqBbADcArbvCrBAOMHRZGLZqsoifAOwCpUQNcoC6AcMk4yZynwMNicWEI1dGjqJ3CnOlyG0bwj
zqfiEzM7NYZiUjLCwVlPZJhA81igLSXeT+VXJqkvk++eQF7ku+lbB3yX7abA4IrWhO4fWaP+lmph
P4L+7V/U0Kb3nvJKCFw4Id1Qcq7+otq5eLS90rmFgZd+DXRJSmRqBz3Qh6DO97VmNO8JJ9CHVvPp
naaVXe/Hsjboxcx28zWVihe0+E751TSj+Jlf0H+uMFO6oVst3vkkKe7h56mDF/irEU6ZqeMc1gRD
iWKQ2MznqBowXUuebbwZ4gD8kGeY5lWRm91Lai9KoD0qSeflNRDOKKrpAVlB/c0ls/bZr0BVbGqM
wS9NL+xP2gIAtcmDjMT0Kp7MDcwj8FwA0zmEgEFwrLDnjd/4dBqNjVF56XNkJMmV7OGho3iJHITW
akncE4hnHSAeatAxLkaLcDYj9pzH2p6mB7NYxyAN7E+6z4w4nHvarRuRNgt3oNvZJMDOVp/wSUa3
7Qzl8BT4xpCCRsLYeIogyOrxxkzJlWmllO49w3dmaFDYacM8giseUlER2UnupILEgZGojYRpWW/n
ro+DLQtYOuCfl+oG1zTl/3qeYaQ6hrh02ao3G2ciQmk3Opj41xCTOMDcUuUAetVU3OaMe4y6flNU
Oxjpzk2vSgCKsK+WRxGDSDmfMkUo6UJl9Uozkzcv5djVFHpsmUbGSVAZqOs2bY00wwtXuVZ6Sa0F
WAIqYvyJm0Y5JSWa0euUde+UHSiY2uzlAXocXv0ZanW5NUjgkecGjtP+qi/yzNhWQ8WX6zSyAarO
v0e79avQnLR98G4eVL91sYs7pk3qFVtfLWmBjsaTF8JKvZ8VEQr2rtAZGGhL4SW3Mcb3m8Jum5A0
hwnTQjqZF1T5JaQ+K3afu1XoYzemTzlmcSeCZaG3fp9yo/8Ekj5wTnraLQMARTN9GcsSmmBVTD+M
xBE/2H/b5OJUgDBDCn2J2o/k9WZbo+4LvSOoxb5tZJLARa8pg4pPftqbD+3cZkTkzFRezlpfxyQW
OymW18aqgUQbSTdrzvHljBVKF0584hEX990hfW0mca7L9ZnrgAEOtZehmFhUZOoziywyY+f6nXco
eh3DpvMLiMgzwTiAemG2pbsJtQ/+GoATn8mP8PRWDkH5OSIxZthMXoYCI8IeyyVocZI8Zq8jy3Zb
OPRt2bjexrYS0mprTZHBqir3C67+vNqBUMGYYOc9bOkgVlgwOneIitCZQUicaHtFcuuhpz5huXmD
TSazVyX3OLoMRVO7euMnRfQN5Bl1EFVgP0yijm8HgHRLGpUPI2s3g4gE9AeB1AoptxCRBXgowSFb
WmDFnVSRzJNPC7UbstcmsUk5VtDvTakshSpl1O+8nNoscjsnt1GPF3EbZsQTmEQDRH17ZUqthpNe
KB9UQ1+zUsGUnrOzNKpc49Is6ik51ywFAfBawmf3ZV9bn2lc+ns36ctpOxhu92SyVVAbMibjKHSI
xkm2U5z2EYjsiNyh0rJZf64XAalhU5adc7uUwnuRrUJ3SNDwzP4EFEDoizwCr7nGTLFjInMLugYS
2TJcrBWL0ovZuKZuBcbC762MEDfLZeOAGxyYXh9NNhWdEW5NyGo0ZiE0G3w0nWdTaIMTQ9HNI8dF
bWGQiJ96tMbxTL6W6DQVtlM545O/oRdDSYkjOwU9o9ZYQZTIynv3V7VvhvkXtr/KgH1Qy+m8c0wz
eYzmNZPPdpagPCWQJSb3jEWkOimGjsBhnw/D3jbmwKrWv5Yep191yERFkqLka4ES2HxLtTJoUQWg
URsaTXgZCKz8es5wyem8Op/gS017vdgk4dBOJ6FKxRKUycqZoAYXYRqEKdU5sCixiYepoZuOqd4p
RGiNs7gcGxc0hMtOBQO2AOYUDuhoKaYZLQcx4gnc60ywvgIFWIrHfAmAYJHDaTAvI4AHxAHRd6f9
xHjQiGi7i9KdpgFUYkC221Kk2dOYTl6xf93n/1/d6T/lqh/43z0z92RRJ//xXz+79Bs9yl8EtxXo
9/q//So+Wf6/KEwgEvZpca5Sco5Av2pPGGZsWpyo8385X/7ttzakJAZ31bmtjROT4ycnxP82XNOp
/xdncGzalDuoPax/3V9E5Ipfp8k3JzTXRliMM8eX6xltNZH8fkKDfcUJa5KSvboocdix8dw4sui9
ZmN7w/gstQ26dzKq3rtE3L/kbWi12ks2EWAnhFJice1LtxzX8IWm03D2bXvmIGaRDnUADj76t6q1
1mXdWYY4usttu5suKxKeqXqbTdCdLZCIT3PHjomXV82anS6qMQm2qWur6d5dTElMyFxVbEM8Qy7j
Nh7o3X4phPCUhEpIoAxhgpER31Zjv+itQxat+2ISxcLqjOcdswNToo81b8EhpK/peemm3tBtiaad
6sp8eGSBcL2wlXagcc/NS3Fd1mXRcQBr/ewembkDo5O2X/kVDop368SVa946o2v7527dEgVm6dqr
tlJoVpRyash6Kzg6+g+gKGqHDC7SUHKK/6rCfhkPTcbiFyggtZLc8XKfuekUXE310MktEGEPxBzc
P3Ipt0NJlcDZoDaDpCz8dsSky+3V87MzBMZyrnQ7ND8wzwQtfsCp7tMvRVITvUNujALBYy+CNMYN
uMtenuVJK7A1C7ZnL4njpf0hdQ2fLFS3Uca+bMjh/umPbKLOBDjd/secewI5gbby1Ma2OinLkNsC
bUkRbwt3qCyoa51O2eoN7lIvZKfySn5qExbZNq0Wzg0RGFleG7AIm/b5IJqATENlo+kn049ICW5w
YkbnzMaPTXkQKLvH9c+T43FNl7m2DlNQBcuTMQYDtVCtU/D/e9Boon+xteijJ7KgdPuJ+LG6vgFm
BhQzaE+XPn1AHWBf5MrKP0FnG/axClj7cu/Jnt3mu6jzSINtnZ5MP262ES2+14F7m+Rwm21Xx1sS
kNSyKeFjdAClYlYmDQ3sJotrz/ps0TgZn1uOKurCkVhkHTbHytz2qQn83SduefS3HqRch+UE8t5D
oeuKU6ed1SfZtCy3kTE0J7xUA6YWcm+TbTXVla0V4Abt2QMkQOg4YoRBmrnPoNRFtg+IlQmqsAxU
aqJRzjvzRhlBxGIeI+3otvCcU6z+AqwHZ9gZWtVpSr7I8tUlDmqIdo7OESzmHJSW60I266ESYs5z
TgrdrrUNXPMYT0rrtAbTc8IXFj3zR+Vp1owWlHZbtqQ0x/xzFRRJBztBAKgKTbObhjujWXIQJrCp
ZIHsqabLej/ktW08pdPcT19nThHquw830d+bbmk4Z0ZTqPSK40Ytf3ammWMSNkAPnbuq5TCYQDsZ
NwvtwmK47iB5D2csceWdbdnQW4a5BV2bdG1uIT4llc0e+87cmZNnr1WWiTPjOBv1M3TkNtmCS4da
kJC4uxyaiG9GeC7gtiXgodKJNoAYcorzz0j4QlmJbcEAsFK2bhh4Q01vyq+dUAYjpnICPLPLfA2k
B3YPHfIiWoZyOUP6aRMBQU8PEFUT+3JHDHT5NJUjXv25C/ILw+qmm3ousedaWeZSbmpsInAKy6me
RlkuP6Ladi+EC0thGlP1vZY+xetauXdl4j8tkTPfEdpkk3TNTWPnTjjZKNnnpyW+NmIrFpAXumX+
5IcY/mbxzHrvtak4xa8AYw2FH40qo++fdaBdHO6lkX6LI2V8ruwpvh7W8kXu9umumK35zql83Mo0
DE7baJwvK1mUD3FWqtu+InfuPPJw25vuQBgnh+uT1lgahLlB/QjM0gddNgj5k1IeoSwddV/U0eDI
uyX11A6Gs3iAo7XgJ66m+Kc5WN6TV7BXJDyKXng6Q+rphjIrzke38wgR9J1Ptgsd7HSJBD3wkhPT
RtYyv0Th47F7pbtwnQSGt3NV5Oc7AYiwIE3a0j/GbnocOhdziIfi8Qk+fPvADLDCCGw2YbsS+8B+
RKf63S+m4JD2K/baqWDrVXK+gkUavagkWcRlUQ8KEE/RTfQVVHbttWs52E703i2D/KVvRgHfqIZq
Ofnc1KaKTbvbxpzm01ADSg2rVojmrJFu91mx2NP40xK4r0fb5a4wKOkPwkueqLFNV/EEXcqMhP3A
pr17BgI2Amxy3RNiYNK7xia+sS00JiPPOMcABfLTah7MXJNvYFOnuZ7p8Z51GYZzqynVFKqOrKcB
E8ZKLzlL5QAk2iRb5mycK/PcwrfySJLtV06d1bnQ8SWkOQergHKGT6JpbEa9aV959nidz37x0ECd
ptdLgv3YLclW1/UQTml0OdTSDZ0RDeRYADwKlnUrYDWyfE6j3juX0jXuQBLl26Gq62sy+JKtzI34
OUgnoqtKj2w+0zF+FoskNClos7HYNCRr3mqzbiEGUGba0IN2qc3pKT4xzCy9LJbxJ7Hd1wGIx6pt
o+dIyBtPka9ht62xy9LO/sx5khJJ2iDPHa460Y77LGlSqih1af6M8gkyxBoN3/Um1A47+WQYJrbV
uN9SFCXPOp7YLvT9eRsYgCFNAv6Ye0z8SbqTVMU40j7A0ndOWPm+I5mHJOB69UrMHomhyOqLRlUn
FVnrUMd7aNb7RnbQVdqGKvOYDmvco75gk+OfMaEGl+WSGaccFpxPbIMM96Wtuyn+rt0ZqZ5ZVO1d
XphWsmmAWW8BOOKpiwgz/5yltWWdd5xZHhy/7svthFitaUAXdAFHGofN2lkZsym5I7lPec9FIKav
iU/u87afk/ksJe5vqwbXxFcvfoJuSucTJrnyR86Sf/BH9zPhyETwdgnTc90uZDuaZThGfdxeWA0o
8GgIxHYyU+IWNdWRZ2xLwBg8s70qIOiFaIubE498qQ2Jy/lliW0PBOxkzLvMsJxTfvyaBpAU8UnN
VvOThkdp7ItmnbVHEYO8HkUK7czr5vmbTowV2TWh1bu27ag9BRvVfnN0JXd1ChpzEap4maKMXKDB
dKdt5E4B79iQwUnWe/0uo/y3I1T4mhwmSJx0faPQxpq75WA1z1Td7fIS+RG/J86GsFbLpROpNj4p
m6q6nCNHb4Jqrk45T5J1hJJSnBiCxNgoNwyA4KUsOOn2zKcbF2LxiV7kuOsnS11aiEXCJtWNveko
vX4Psry6r/K0evYxgD7NxmRDf0uGOx04wG5jj0SIyZz9z4TGDGfTlFcn5Lx9X0rPPIOkWGzjzETC
JaryqnZVT/V5Kb6XSpLIBU72LMkVwIgA5qRE8HNNfGdCaTobt33cp3cTLQdKioaAVlSWj9Lxl3NH
OuJz4jWPRQq9BNiueVpny/RD0mAIdeH9qBkNp7D7+hD9J8leCa6iKZ/u2Cb0LKapXYZtGxAw0bf+
jaRVtc8WL77qsHawsdMxa60ZXZHK9SMtnMwIGf/gHGy7vet4m9Z5T/Fg249j+dm2SoPypVmcTnWR
fIWd6Z4ls88H10uRP5LzXJzaPfjKWo32C3jd4qHPSojNnESw3xgcfk8H3bA9hXaXXNtr1DjNJYL0
IqyNeViR+RbmHN5ALY5ExYZOJmHUOOO+WNYjdK9Nb0fNGXlKnnoUhJwckBws5WLcyUa5+ybH17Op
8P1sA0Pa+45sl2xXlTieyWXrIuPc9xfQspH2x9N+iORjmSXArBdBChO5TyskFm/jkyE756fjzsVX
2Y7qKgVFu/WoGbzMspI0u+AYh12GI3wz0BT6gjShPBcVCWkuqXE6nBfb3MVW1Gxbo2un27LwkmSr
3CVmS9ffFFLZh6nU3akw82BX4ka784R0sEUIxnZfEVsRUzKC8Q7EEY3M2CKCoRBz7soFZkhh0lUg
5dyrvK0esjG/amEJhmNDEUuAokdXb0wGJZMyd7a2LJAykbh6iavUM69qxnaxrWbZcUsYHqyN2Vqc
BBmx6hCMXv6gF2VGwHWSqLnQDtk9Setbd61hzmdEjpD/M3WpF20Hx+4fFV03IKqZFpSt7dkJR0+A
F+hRf+rPYz9fwXcgEV0Y5FSy0TaTszmprB1bGOfGiibjtI1t95sjlWmhnK3HG59peG/P+f9j70yW
41bSLP0uvW5cw+QOYNG1iHlgcKYoaQMjKQrz4I4ZT98frrIyL5VZUuayzdqsFlUm3YIiAnD8wznf
Sa/GYo5evaYgMTQyI9JZM9jR28EV5JBmZBxDrk0qAgoCNEaAWnM9n0UFghzqaULmqNdlX4zUpwjM
pX6MxoZHke0ZZYonzO+u3xbAZcP0aHDKPUedSF771Eq2VZv2n3XVlDedy/nEiAZpvCNxp+g2Nm66
mdT3oe1N+EB2lX8KnRSWEC8YiF1qiq/djGRQuOHEZIu4AilrOeZ14mTedVC5w4tFSblFU+e+9Wjo
qnWZChMOexrqm5xD8YiR2L3CW1c+ln5QfgEXSjlduy1RlmPd1vc1kIadKvP8PJmt+VVmILUIapFH
s9WgV3j9hN/culUbqwiHB9/Rw91cIntaTVMzqD0mSeLtBFyaTCZvgTlGnyBEQ49ljH5pmURUK12Q
3jaRRH1vMfI7oG7swCOWXnrFyM4/tU017GssdYBzS3FS0p+nDaDy59iyQmKk++mBEWD6LlucaYCp
uzPTY+ygZhu+QYBuVq1o4mtZjNm9xaHIi2eJvw7olu5iO8i5wcbmpQrq4C6Bbr2zx6DZSouML2l2
V7ksolMZCLa/yOrNNRHc6sF3i/Br26riYteahpv58VVcJLzHiQaarhny1oYtDnlYIg9tQMKP66QQ
zlcRhsVZGk19BYLU2rKGe2hmiha0jla1C5w0kTvObzK1VDol4G3D5GRFXb62ukRoKlqdf3LnZmDZ
QdwgB1pebbyCnpDzu7DuiKNlcaW8hklwNQ0U8F2UuWsrjGb+i0EGd/hBqpoXbT17TMOBC6RMTyiq
o4QfG3kkQfVA11Ytmqlg47E6fVG6IkpubIYnHEAFrrcRQMI2Upb/ibW8C+Y+HYNj24k6OONfStLX
uQI2eEgVNf5A6BI0JDdT486kx2v2lMrf8qb3NqHZDLc9IVqs3JX/3fTT/kuT5GZzHme/S28qSzBP
IhB5NlfEUOerVGevjdDj+Jj2GQ/uaCeEpqgheg7CSR6a0W0eGHyELKpGZJ7s00xxdITKiAvU0XQY
Ri1I4i5EYiDVcMjItaOJEMN00iX8JBfS/0CC/VXZlWa6ZRsYkNU9O86O7B84cZUS32Rkqj17bljC
eUw1vvaoptaDFxqbDBvAu1ySfkCK28SQeMWwbjCkZjva03nYco9bS4zK0LfgBe3pisFOS6wwMnVS
slwqlFL0iPsn0wIBataKVDA3gRbFops0X2hbXpEUb0zJxamJoVx3nnwg7L7f6G4w3symiOl7GSoX
szM+xGDIryhQnQ3zKdj1hY0JN03SOyufy709OM7K16V36Qx3fGBZlV3zSWnEjCL7Ijnqm00dTYSm
N6yNVq7lZNeTD3y00ETJ8V5NI7j57CdmMU0XRXCkR3IXp8q6SglqF5VO72UFmp8lOmjReHJtVsRo
yW8libsNqZCVMC+WFzIZzCzCtykGRsc7dXM8m/c6D3rmbqqd8jPTjsjfZIkNbjoZO1BwFBAGxLq6
qaJbI6w7+jburKEAKpfFrnx3i7krX7uoSAXbR61atlE+ahP2OwR+fgLrLX1oyhnUl5UfZiNpnCQZ
AE3vlQyNvV30cRcgNSXkap+nXsZ2kWbcPUJpz1AY9AONDEyLIDzHdj/NWx+urXyPW+FdgXT2vw9p
mwZfR78JBfkBLYfTlpAEqa/6sPBu6Rzc9CkLBsmSakqT5uhWfurvcF6F/iWkrw3vROjAocvpGobj
PHBU7uaWhcomiQpyhemVFTyvNF2BZ7fJfHPKIsX079HZjkSsu6xXJ2GHFlx5jz+HzG86d3GR1vmB
JYHRbbk2keYEOljbqOtbaLRxm7Am5jVzrwavn5E92AX6Bp4mcelht88EF2eTeyA7z4kPzIcK75zj
fO32zgg3Hfh6NxNvxQ6YizeGafgbnw8a7ZkUTv0xCpqivSUwFzmI42fxtE8JHAGCR/J8cWgb2zBu
06RmBTNTvzgrOTV2dQhcds9XuTmWFMm0UeYTs3TJsVumHeRunbrDKkNhaNwG88h153ZmUPu/G2/y
lYkyckWwynSFZKakOnZfAtTyp8YMA0hqMSL9jc/K7ArC8Tivi7if/J206a3WxmCZchWJQt42YzEQ
oCgZMYc2sz+1eG+YPh1ml9DYwdAUSC0ZOAilCc5EGbpus4C6A6fGK8vyaNtrM3xijFGsbFN7x47p
4ZFoaussp1kfwy6E7G/TxWe9MLYxXHXZ2sna77rPURV0yNZtdWH+6j0K6NY3fU55gdjbQ/REHtKA
rLj8pkKAN36xUE39z3oCwYgJ7JTUDXELbbjq5aKVCfpqS9UFUo5IZ0QZmb2aUfKs45aJVpzHz3qm
4uhTspBTBeZyaA2Q2u5cbBUxB/t4bIyD12taYZcSrGyDVZYN+8bx5Lb1sdnUYiaSrzCnFZbobstg
3LoVjSI8y0YDtE36Og6PglUr5AGbXDZfcIBPrhts/dJKXhoc7DuBYHuTZWwK2Z7HvWNeZj2nhzj3
zkbfRIfUqYqtSxLhTtkkqPniJZH5Im3hiL+L/NDa9+hxjhK+8zGeavuxzWT9fWIfeN3QlEHQA5py
m88+7y4lOL/qqruwS1Nf2G+3a9b7+ZEaH6Z2zeW+ImqhbxKlsyl4ps5RosbvfsmKrRQND7ZMMnau
tSVfiSq56ucxZ+XeRs99bUi237X35oSp92oWCSNLvtjPXkPd0Tdx8gCHPVlZo9VfW1Y+bTUrIkJA
6nJbODA7nb4P1r4R6Z1Z+e7OrGGtVwSI7ltLmRxiaqBysoPo3ugkwXcyeXezUh4TNd04DBRXWe89
WWVcb6zM4KiG4MwglBDJYAy/Y2JJj1Zc+ECn/BQeboUdtPg21Y5kxgw+aZ7Fcydh6aEIRVs6UK0b
rQrPvafrW68YXyjpjTUiAkYePHgr1spEDfuTv5E4G6C6et0dNdhrwUO7qsOAt8+Y3uasb1YUKcMO
bXz5ea4yXW5z12q3dVKrh6xNBsTx6Zjfz9V0Z3UzEMmRxOnZGOoj2WwGQaYlJNTQtDbYA9DSONlD
GkOsDFWg9Sbkkd2DJ6hf+sy8n1uHMIHpCdP0QZYW2462+oz8oDqnkHsJ1Y4OKuO+Sp3hS2mN8yXp
plM49vNWOtCr3bh29yh02nM/6or4eX88WYJxz0Bde1Q4Yi+qjkeUMsLaB9jIrxN28BEk/ncV4I/A
UGgvI2Af/KKS3dFz9FuiWV8phlwnT3lq7Y/VgQwShU0kyHemot5K3WBP2+humiyaNr2MSIZu5GfO
0P5LVw8nFz3HMck0CM2OqMdtpxCNsxRvDm1QnUhCMzaQz3Omi4VTMoS1QCW2du/cYLzOMMk4rSjo
oNzyROdWxhuL54UYYLR1ZycMCaqV3Lb1nIyHAM3eZu7zZ/KReKfq0AKPh9uB+UyxYb1UQhnB7DIh
BYBOVT7pSH6ONHdmRtz0JndKjm/Pei5sVLH8WEvHlo5o/vKJaVjS+AnRcvLZyi0MJsTZZQVOxsYl
eJhagITNpBRXRJwZ34icRy23RMXUg4frMq6e6oyfdOxYd60t5njk1Tb2SZLzwoxFRc9zllP7jV2z
SzwwLHOWKkJzZPGlZ3+41cY0biI8oOs6ZdlG45iKO6dphn0LTmIma7ZeXgRT9I1GlFrDho4+ZpyN
nIM19zF4KSTFM4x5v7zqyJD9ZOma9IWIwXUajjyUvioPnpVEvCM8Y9yakZCHLur2dDMJbXHbuhsW
hBN86iG56grZnRgOcobH3Xos8+ZuSlNx5jcs32HihwwYSpoUM4mfEJ00VwNZto9xRbGBf2cs+Whp
wX6B4fB3MjE8pFdd9WRPZrLp3MxnaMLqaFNg2Mfe6nR8XssY3IuuuWWPniu+jsyQj0ZQVy50pbhp
t6OH+ToAk0Vh2NkPkuXhprDG19g2yBftDB0ix+sRcG6IojAB+peurPYDfhp8XLp9DpmknquJl2Xi
x/Ud220YqEbiUaIzSkMTOxCXEyfGCwMMimggyLQ81sUm5OtpDgkHR3bBTauSb/4kog1DqTsLI0K7
ZG4slaIkfCAj6JRM0g1QPwbZGbAlN41bQjNQ9FCDKKQytf+WpIh7C9YR4RZflUInTH9fr5SLHGlt
1zC79RQxECb7dC3YpFHVFvYNci740p3b7PqkYyo0OmSHVJLAkEnXw26abc6gNLcJL5+maRebuXko
XXAOTWDl791cnlJCCZi8m9M5aSzjhvNa7qeJVzPFqrHRfmg+knfTEu2E/fEvAoPfmw+ksD2gZ/gd
XDwrFuz1j/t6VUSD4ZSTXGV2f6BD22VLMADFufcb7ftHGTqQGcdEFQCuc7HGLO7XjxcicXzIvJD8
SO2URBoXMrHH8yRmy/yNFeCjRvxP6w2OcQskiGUKTLbLn//FIxL605DWaPe3DttUb0teeJuu2K6E
X/qK2nET8KWiIxVB/GhFUvzO4Wwt39g/FBB/Xh8jj2MDrcR8jLnj4/UH5QdhJQPY6aXh5itCxWnL
RIJwwY1xI+98wwvqz+gn0v5idrl1a841kwZXiXDDQt2IiXWpzeCC674RP8wZ/5GyBgQt//NLCu0l
eWNmVH1vf/m3/h9i1dqLX+RXupviJf+Yj/jnf/FDciOsP+hThfCZRwd4txzuqB+SGxfaLGAvj0Ek
YcM/xDj/nY9o8UfYlHm2iNWyMC78Q3Rj/SElYAOszBAX4BzAlfkPRDcfHyyP5pqbfSE4QRhjwyh/
8kRQ4w0Nj59NmsekX8lcJrmjMzni//KN/IuD4qPB5m+XcRZ4G7564f5sIyGHrQnD2bVXMk+bKwN9
/1EP7bKuiept7E3ew6+vhxj044OEuAMRLfAdCyydsFFxfHyQwqxlLaYNjAgBQlRyt0FSoGyg83PY
VRZ0hcaK3VAXqdVAqY1OomHXc0qw9BD76FLfKKKQC9neUb4U/sm1RjfYYcieKn+foXEhaZeyJJtx
j7ZGaFBlJOnQIjZhQNEmG8ONHSbLI3HCWC6zKMc7sxpqo2PR2BKmzsM9zZ1r9RxpneclK68WLKbP
us+m4Y01bd8zn2dehPcOdqoX9OvedFCTbvIAY/4MD4s4GOeLLospgYSVmG7EwMU0Deb6ApmHVGjz
PU9brE4TvwgOvO0jdtZxVjrhZzEN7fzJU1aOSHRsmNweMDnz99a6xdm9B/65FOQtAiAmwyzbyfha
IRmaRnMjqDP8mrzrVEbhqqq8jPQ9IdDeMqpkIs8CA77extSILe1tzNqGQhueghgFPpiEftU3XPoU
il6ccjRfyvbxG/i5oe98nZjxqeh6I2BGzgcPV0VS6eJcwPR4Zlyl5DFCQEg9R/pLhQ9CsBv52kRm
0RxB/Uw2alDeq9X3KW31owX62D4aaJqSlWIPRtqlcmK2JrgPAtbhhW8/QlSrSTAuo7Lbpsgx0m9s
3STp3abhmXu+c4OSzHJ9vavDOojfhgzu83tZzS7UMW4zCzk/UeHFuVWOZWxmB6+Py5TT7f3XDINl
tqsTqGQ71y6mjIWGPUu6mZ7lTQEgZ/DwiaO3Dc+jO/bFfT0bBghxrzRQZ7LrrfHxsJY18itnLLvu
oabqlZe87ljETqzX/xwBZuZ1PpiDc64sEpzXAJSMEbhORjG3Ypm0pIegf5VYzu2hdx18GWZSgQXC
WnyWbaTkzRjFqAfW7LPq6mykVUDXngjRtkdrwk0g1n1OduV2HGj/9NbFA1+wzkrtGqVxrnKPAAM9
NvOXoHcwK6105mLGKLJGopDRvkv3UvCz3WLFt4NrjepsWX77WfFgJE7SXQssr9ajq9m+4QDzS+NI
6F1xmCSmdCGRzsXg7qJt2bsJE0kUFnl5jY6tSC59MkWSL31ir40UEFPOpY/cgVIq1wi5mZWiUMr3
rMLq6agYhssT8aLzdM3einS0DrGdtRmaru9QpgEMiKHWK7pdixTmJvEOtVVL/SVQlOx3EauQnKI8
AKH0gLDczRHZGKpipBd3efa1IsuvZWyAgucpRQfFIFkxoCInsnNMVfPEy9QmvClmNKPm+6EfRTMj
NQZrUvUPbuEaun4AY+ckYJJR/0JH0MyT8w6FVlCO7Bdqb9L+69wyIZuPpY32+7GjljamB5YJLtyD
xHHGjaw0A18oBF6UbhWiRfpy8ASq2XqpTBfrGvNEyBexjOW6t+rBKVYVR2lwg282QbA+cfMFuPch
TDQwBs0IK5Th1BFxNCrUe69pPRPBQ2qkp9koDQIumtYPqTVFaBxGwmHxAqVGQuaTYXb1UXJwWE9G
ZijCI/LEI9mFjbd7ytpanxGpIEfMXH4OdGcWLUjuuja9/UQ7azBcZkYRAJV0wKtSyutFrr+iL3J1
+gXFGpqmcz8FPW6OoPT1EKJcKcKYkdnAIrL7UQL9j+bej69LQC++A18XfjWZUZakKv34VpE2EgBk
sqTBQLpZlDsdOotczsnzr99f//I6viVsybuSpcfi+v1LGcp732wZVRDEldVMr4jH6h/SSv+OlfTx
tczHWV6SFO8OtQn/yz8hdlPG0l7IZQxlBPI4FyO2NHVstNBXBP329u7XH+un6pqvzzTB7lHDOwL6
W/DzS7nyonGWrNCdGd7AnJBwSxI7ofSlZzUbHHUmYMPJfMnC+ne8t48+6eWXM/m4nCLw4Pnp5E+/
XGVOvQyRMrKUC/MtPp18x/7AZD0ER/LXn/Kffzw+pONCw/KxtSJk/vjj8bIWRS+4lNVqhFAxGrGw
83/HA/rn73L5IDYDMqDqAG1+ukW6aUIX7UB9cIe5Adk91nyYsBCfXbcFoleBNSmnND70Tl78+Bn/
o0bg36vyb+r38qHV7+/t5aX+uR9YrvdW/S28ovmvP/8YRNUCVPjwf2z/DCO/6971dP/eoLL873p3
+Zv/7h/+TRD/ONVEmr9haGiX/2/sF8sPWvklauwXpX737eWf//7ftfWcjpJCfsk+8IIFwP2j0Let
P3iUMU8j5oYm5S2ZaX8r9FHX2wi5bROJPfU+VcTfC/3gD24ftllLvwusgGL/P6nzf9bWI8/HVu8B
86LicDEF/0x1cn1FrdLKz42eO/kYq155/jpC4GrqK78s4HZF5qDTmEH73NT6q9sOhk0cQUiBeZgc
JphrPVfhTppjgP9UFQhNiIF1g3gmUsXFz7EOa8dp7WsHH19p75BMdvEqjQW1LpQYaTeHrFAdZtFk
SPEEhq1s0ktHiLDcNOHo2NfpiGa4ZuiTlAPp4ZVJablTsrDiPZoGX75GGJumbOdDcGna3YBRPvMO
Hj6nfqOaHIxQLp1Ybllu4iIuxxmBBHGMgVnt/UpWBHDjYUuiXSemHOr8HI1DlpGLhfU3kwb77i35
ntSImlF9k2zy5bc8GaoW4ltawnq4VAKG0o45TGJhQ4rdMtl5dlOIJayYVZ7q4ABAx9YWyq20rPvV
7OL3XHs8jGBkuENa5NF1e1FVhM3VF8NE6lfRpFn93UGvUW2cWRDRsNjsPPWaspdU1zKKKk2glxBl
yaZVwxVSiNMQVZVYNqgRlV/PlPqj7x9bIPPZ96lyS4a7Cfy77syCtsu2xoC6jOoPSPPKh7r3HFrt
onRHO3Mk8HdGmxCZJMPqPFe33eKNXY2B2z3wc4nuCeNv65whN7KNW6Vl51zwunbJRmUzACpbjeE5
7SK2/xiojHYHfH5YNF85PvtVRe6o3udYFL+J1gvydY3lMd9m3MDkJnQxDj52lW15KkxSwLexxV8k
V6FkE0tir7/22Fay/cicqDsJOZjPeOMpCl0KKTABAi0TfEsEaXcV6fCM2Fj9I7uFIjRi5Gt9vswS
SFW5CtqZD2ypiU/p9biKGQYXrrcxqGXqrZ85aCxBe9ti3JSRxV4U3ZSiQCxyiG54NhmFI6ep7c6/
kXWW4Ce0fYNaCxZc8m1gPznsPVmSE3DsLTE6LxFmNAeXW4VEnx2vUUfpOkC3YB/LqpmddN9nQzgg
adJERnVYKqr1GOGw33RR4tyUAQEyWz37VbS20oh/1JxUNWhMV7BJw02a6zU69nqiFcWPuxohWN12
lmi+uZ2GITWni00xCnyshZNT43ceJolB0Yr66JYndvzEXcvXOJhNyXJsIoh+bfgD+nbAY3jAYsjP
1I+hxsOHaD7YLTneXwJnoIasQHXtB6NnbQBQof1Kk2w+eHT3Xxdd56da6QKZ0OiUV7mOKuuwMLCG
K0ASnbdqahttQYP9Z9jEnRyR47kpN1te56xVhWbytwqK1pk3yvSD5ORBLGKKPcjqiC1tCVwzx/6e
blZ/RsgKTqqeYlzOlMX8q8sQkdQSS9p/US5HDP39lA8HVFtTdaVnY955g8j9r2NMbY2zgR50vGlJ
8WkZz0Yx3kh7KFSMxMNv2FjIRHY7jqrJ2aSVLdqHijlJfinBUU2rbJirIlhHdSlwTZDjirlolVVF
OpDWxtBlfmYna8T3RhsQUA7CbWBYzwPIEIIF60i0xiVyeEwt1IQIoTbwcBXZd3Mtor0dNLFncZdm
ptlv3MG09HHk6yg2bOWXWMXCUvJsRIbbHrNKqOYCpsM3zjy3sXcaUJT4ajMEqIPXhleZcm2wBvbn
dev3JSrIXPZV9Ib9Ku6/jkFIdJ8YUOoyUK4sVPh+n9pTvMlrTUg15IlxwjkQu15tvZK34s/ZscS4
bRcsqx3WlkTIMgZ4ms1G3KAU0KieIs99GjBA5FcRZDhnb8te630NvREpzmdb9RxkASYuZyro6+Yp
Nh9kxHvCd882tot5TbA6euImy4yrvrPr7r7ED1Yfkb6EEx7Uyo4fWJ076ERmQCub0UnIhHVYXTNF
iSFf7fKIaBl88ZC876OiMb01Y9X2DmUkqGFNbEW+sgsjHffBVJMwrdKhuA57xhAboKD2i29iKtkV
qBuZW5hxQdgzS4elzsdrGgXLLWkmAj0e7ZEi8W+QZX4RNI0GGzWJxMIA84CplFyM6x5TGi/TRrQJ
EYqBsG/aJg+nPR19wS4b4eEt9HLcufhbhulYuRphN5YG9d5IWX8GBECeaABk5NJjULlEvJuWW8M0
TwW6jBzbrhmkhzkLZ72Kh2Y2j/jieXtWvHftDTkjEapno5IRWo9c5uCn636Kd+AX+xfk5/W3KBj9
7GJom9RolnT1QhkPWKdAvrcsFvnDwC0TNegj7NAl53SqUo0siRdAtcoQhy65gEaZ4butAjSADKXA
awy+SDa+F1nnxFFTgnoGYMiSpAIqR2Mr2oVlTTfD67vlVO3zyFzHfo2eDO9ydnK9CB3tNM/YeQW3
6yFrg2bYRWnNAgmMC66mHDO+2vqe1aILrtikHcwmb+d7qRp6Wnjyzh73iqxO3FCwJRVeEyKz9SAf
fDpxpkejGX+TYa78tdG108lGM+dvam371c6p615fd2WoT+hC7hEaAiAPioEIywAj7graX/lSdE39
OBgNIYkjnQXcPZrD0rmw4+ceS6LSYhfMoCfe1A3m/0PY2PaNK12Wko1KrfQmj7O5OqbtxMlP8RHf
cZI4X5wKzsEBJEnyLviV+UKL1LE/963tdk/oJINuD9wZHKI2gtg++b3bm/vS65U6gFWZOYMATuC/
ZSFgbVtZqNq4G0XttN+SEt0Oia+thwJjMIP5EiL0eI3VGD0ohxhnNISW+RaOcVisk7xD/VdVqui2
E9/1PUvdmhzIQYOstf1YP0r0Kt80O0LWYHEEy5dZ5fxGspfFMSsKVjV+k6M9iBHuvmQjNC528TGt
5pLbcDZRQPMLNxNIR4MqZtjanmkfRcEXsZKlmxQrlGT9JY6sJuZ3q80nXbbWsPIqRForVPHUiagX
rATxXDQtk6Em4Thuc/7xqTWr10JHXrsKzbh9CayqPYEyIzC7L6t7K5aYzLwJdS+nXNVfkgqHK5qe
ljLLDSJZbhM0li26YYg0TWoW33sh4qvGa8Pv+D7Mzx2lX70HDij2iNYYNelkHhTslyXTojV6833o
esnUUKjwExvI5nssgip8Vjp1SIow62LcBn0W21/GHOHXI+u+jCTbKO5Kb28nmq2WkdMrOL+ZXnxs
95cWwHNoURbqPXh9JtQfG9OgVwwG+VCrWNkV/gW/zvNtZZnNXeJlbcGN2TMu/kuD9G9M/kFXCLoO
FlpQqU1GDR+vyaZE9D6DtJVnZcXZdWp/P2fsqScEUNsM1f5vME+LRfgfCzQ+I9djkQxkdbkgi82P
1xMGIIucW31VTdGd5H2LbQD7g4U8aQuMHZomEpiNDXaZFd/Y3/z6035s/f+8Ogx+yTzFB9PFuvLj
1fG4MOm1MqrnSprbAMXberTLb7++yMdRxnIRxIaYspECSfp+/yeWedrWJRRZkkCxa8h1PUnlcgaj
/owQOP8GX/2vryWZnAAdBmG/3FJ/GUSFFjBPnVTk51J0kexrFM9qCMyrTqdd85sl0U8Yth8fzOVC
xAIwkiLB7+PFDEsNcz7Wkp6G00dOXkndWpjzQaPKXBdtPmxrqu6NGlN1gmbhvxrwErexoyg4a8aC
vHfc5xH94AuMlonZZK1/h/f751+YtZLHZlgSoofK4CcKWx9FUEcGvvy08qtt1yf5wTXS8P9PWJA9
/kkjcPnG/ucJy9P8+p4hUvxpzLL8Rz/GLJ7zBwNEOm9XSJOyy2di8mPMIsQfQcDzQF2yjFrASP19
zOKKP8gqYijDzNZb5oD8UbPgEv7P/3K8P6xlOoNpj6LAND3/PxmzLL/+P04f0ixYOeLiX04Ah39h
8NPp01J8+DG0gUMRMnsA7KyAYKhhH/G62WJ7tx+HyOlu//IN/Ysj9uORt1wUYidTQC7oL8qFnw4d
p+0ZxbtecpDIe+ic+oDob0Y987Sq4KO4K6x2+QW/bMSRkceNRI+Zj9bm1/+Kj/PIH/8KzCHMHCyX
Q/jnVA9wKdjmcxoChbwfK9UqtJHrRDM1B3XIV5RZj8An3n59UX655Sv9+JUvT6ENc5MJL3Pxnw4N
7HbGZIim2hsCenYnmqvJX6zDTGDVzO/gjHey7cL8HEotvtFFN+5GQXVee1a3uGtSENa6HQf3a69r
+zlKvXrAjDg78mmM8axsmWV36BqlKDXKzNTOH0QmO/vKGvt83yp0vjhcS9gAukv2OXSJaoVI8tZz
xLXCmA2h2TJHe0MLWQ1ngg/btTF1DnZns14LXIgYuPNAb/jtFCH1jaG+tjllOIOAGW1kWaUu1bzZ
RiCPczuDDx6X71mdEWk8G+6asctx5jVxzKEFr6hiqfPD6A4pQohuxckPxoAxKq2jYG/P2W0ddLfB
ED9nE7ow3KjG3TTi3VoRrvaAx0Ed0evWN5A10NPJ0vyeGwW+8b58YLUiHyI3p5KtbRpm04KSiG1l
lXqpvSPYJsNjMeW7ZpxvULwPYoNH8oul9KsKw8/G4gUaCmnD1XaobjCFrmyQDmu/xW07ZAgVI98A
VgzzjCmB9MuTIFvttZ38U1QkwUbFfFY5W+U7qUjize9xlrotxdg9277nwkv1NjAcLFx1l+4GgxoI
9t8IY4fWMTl0CASLS9eV1Q29BTTwold7SxnT+6zqtjkOFBIwpLreyjZTABnsthuNBqJi1to3adeL
71Uu0ATKHA3nmb883AxoG611GE8tv84k8U1iDnRWMR4S74Qha/BuYlHoAG12RsuPsN9wv+jRYuAI
+L5QC8Jj0A+CH2o8MJaLXrvAaPqLwkYz4UkP0Bhm7gSXDjQ4kU7L9gbBHkrr9TwOdXcQpe1djBE2
NWqyjuVgBJbiESZVdx9naA3xoc2iWWPCjY+AL5CFM9QhCQ3/CvKO2E/tcu/F1L6rWpUU+FksnYNX
oWk4jn0aIZPXynoLRq97wrsxQUoq0O0tiwWfgcvQC7zKeNGHCNAX0XkXYiElLkdAUCy/XVyEK2Iw
Zzx5bjb1r4M/wDVZWTqygGWZfbML7QzffjqIId9OcVXfZygexYZRSvmV9RtiSIapubENjZplrJvE
030nw9Y4Bl5m+psWgWm3dcc8OU5u0uenepwkEep5phk6di34VQhJNgNEzZh43Tf4uNapH0ssrG1a
RVsLgX2FIzyLH4fAYKrWIja01wU4VXOTQ5m1jy7BxbDfnCBTD0mURogFa+3sqlSqChH7MrLKidzs
Tm0UFSa+NKfgIxKJduNVUe/yDwB3tZopVEL8GlDQtz3DJtoFX7rA+5whaK+gjacAKhXcAZk5+cM4
B0G+SVLbf1RlOHxCC+g8MDnGWM/kdQTaAOOd7zxOhL0hVyjJvvCAtynFny0QgjvU8LtkMtjLNzr2
gwNOqPKSljmSwYjJziLGTxseZTjJ7hsjQ0JrzWIaPdyztsNqn2q5OFPJN8fe9hjQRV45AJK3K+y2
ozkF3aMrlHqnq6njs9bkzawLlaPfRM1khysKYE2GThzMuzQfhrPTlPG9wNFAILz0yZJyjYD5g6h1
+QbHEUZbaYaMcvCCML5hadM9MY3U/rbA5vkA5sGHZxLWuXksWydbSO5FWp55iJ3wakh0mG0R+s73
7ggNjTGbgIjWkoRXXdtjMSkmLvZwUlZM5gBLZf0eYMTSG6Vj6yZUAv0eKjsBSoAD6c3s3Q5zcSLr
x0m7VvGttoW8FlmvzLWCzMVoSzqIAqkP+xcb9al/0hBdcVn7UaUYh5n1OYPnOR2yoSjnjZVn+BzG
ySvePCcP7irLaxrCZ4J4XNelMlex9MaXPCeMglY4j7cGYmb8EKb3f9k7k+ZIkbRb/5e7vrThgDNs
Yx4UmpVSaoMpJ2ZwHJzp139PVPXtW5ndXWW1/8qsVsrMUEQA/g7nPAc5VhBaz1Iszr1V21PDAC5N
z0VY4bZiE443zZVzwFwaygqMubE7cEtFCjYMIrTT0OFA2uskn8xDqXlGXIRiYHnRcdzolcesMzt0
bcaOFU9Afie9Oq/3VsuaYl3POKXWHdofFjA9YQG3hVYgyWReX5mdpYJxMV4H4r5jyiM1fOQim7gi
ErGM9xXi/Y6P2moct9kb7I7TupdTO0LWm+O79Lpr0kOjk/t+ZtC3bTwv22t+kXeeo8kd7l0kNVZW
lidZ2Sn+m757YzKBsKNCYqQdPCxrRVMnibRgNsSp5jLJS6MZDzf27ec8cdXM8ZGzCiVH4KG2a/tl
rrWMd31JwOeWkKxErnJsbs1ONSp4mXjWl6594zhC31a2VsNrxJKILAWtLETYYWNeijqx7tVkY/9B
ueLfGxJpBZd4ijt9JFK73rR+Z3t7a5wZuTkWm9m1O5vyqqCZzS0H7LUiGshNPxeuHcS7tp0tbzsm
dh3tvWLC9TaomE1uPJffZMnRsSmJ6aj3kucMvgcvTLKjtiGKnOH3d8D1lJz5YY8YOSycTWGXVnjb
inl6jFqT6XOI8Djd4fhz+51XeAQsNLgR9s3soWnLS6H1pSFrgIFYjTz4jNSw7I7d5MQUCp7XfGNQ
O9yEhE5PB8NCBVibaOWFI3yMtm1ngg8YRkhK5m5BYIymfrFvhz6Lv5twsKuzyZop3HQt24idr43d
7sD8JIxuIjF+z+chyXFXJWUCTyAkcs7BRR2s5vSafYTWocQ5wQZjXfjj93rgSx7Q5nztA3mXKmGd
GzxzW4cpwnvUOWBUxWvvudtIWv3JVoFm6WXKTRdptlA++5JQ9KcxrtKD6DuRM6Nk6uQHcEvWyKE4
I20L9yP5ciq/Wcou/IA4Fa9GrLw/uKriUzGm9VGNjXcYwqU/1cCyNqBusU9avbh166L/7gfAWOeh
jV8swuM/J8IHvMKB6J4VycHBOrCHAi1FKb71adWeIAlPJ4JdOboJw9o5UZ69o/yzX3KpHkfNjnhF
borF8JmiYRTD4xJ1t1Sq9Q790E1MwAkT4nxbVj63HO3tcSj6bmNM5BzyOWnWudf1AAd7TITOfGq7
wcYMkAQblFT0AUM/H1h+ZOegF/nW8q1qHURWvs1Cq7wtw+qOuqjZsEXUO+JAHnVfUBJ02Fz8BH+Y
E13aCBAmAsmTFDXeF2bL89zKTVjWB8x5h8GTZ89MBWaA8S3E13LLrrdnHRfDvOx5vnssO2EI6+hS
jTNAmSEYDjwffhiAuXsZaIR81ylDHh/sIPpkt8yq/DnfMrJp7oq4q7ZiSk/8mfg0d1p9TZzirUl4
PDdZ7eyLOT3Dbj7otNt1UfVA6Yzr3LIfYgwsXgTo6boLgFvgcU6lAu0Sp9nKYQPEHqfI0K1XW/yU
Gixm5p/ixmjc0/m9gomzSvvGuvANxuvWF/ljurhI61pHAr6x0BxZ9hIfanfUa24lWF5EXO5YA7M+
Uuqe5Ch2P/0wkmji9IZi0JIfvUjhH7e1/+w6o/+RL3V6OxTtu1wGee+mZX9jQjveqiYoT5Zn3Tuu
mTadjJ9xBfGkGHxGHlBk7RlsUWpftA6rA+0Rkw+87AxS/T2IIo1VqpEn1wJQlI3h8mUoln0L1auN
0s+OuSrf8njja2ePHHbblLF6Iz2cuwgV78WoRe2VhmsFHvSCowoP15QBKE4f2XwSEKOmY1zY5JZ4
UXGJ7G+hk0HcBANcWSm6OfOssIaCKw4inMMQWAKvuvV9yMIojl8pXWZrVY5cfXU1+W8ErH7Kx1Bs
pxKcOErLvV8n09bgwuQcIq7FcJnP/dnFv7OG7OWu0LW4j8RTNWcScx/mJXh0U2n21eL4t/5Yh18k
UXSbkTHSLgzbM9eoefZ1cYMc+0bVcX2DK2SN3P9Su161RdMAaMMmczIp5HzssPEd4Yu7W9xxsJGG
nWFNvdEYDu1IgCgABo4djc3myYv03gOghFpiX2RDfeg8k5xttw2+YsNI38JxSEBNaZ/qMSrf4As4
tymeDUCec+DdsheN1xkwXFb5vngorYB1PbnNoG1cIDfwg3iKdZzPuKy/xW6Wfaoyiik7ycIbQ0rV
xorsYhcvI07AatmqSKkThOxTY7MBpUoyD0RssRZMl2c7ssIDJKPg8yTcmk0aswEVNAHT86DHSDmf
vBaPJtlf2akuHPegFuCzAZsVGDQxDiNo7NXHouynuR29Z+Ny3I0hUwVYNTEYcv9ZI8Z9HPIR1S6z
3dXiBPA47H7CO5c1m7mIP+WORmOGW3uuIEesmnqE0ex7zAvmufc/J44fXxYe4Gc3rOjGVF2ukENm
l8robAd2ez/y1axtAPusuGA1B77ZkOeKpSuFjUdWrI0YtBZ3JKbwqIdwAXvGivdZVLDgMBAm17Fw
zUrMOGfEfMWuVbU1fASIth/Aorp3fgYEgvMST55rJWfc0u2un/IzHWi2kfNkPcdw/AsUgLX8EgTT
QwRC5sOTfFZ0myYJc0KCVYhTisp32BhgT8K3Tw03DxV52R8ngkPWtm7lK/YicRkCAJUNXvhLailT
resg7MAcJtUOeK3ZtyESWpZKPYD58gYdJXLtomT/IzDYAZJPT8sSF4/a+PXJr3y0n234qhXzjNXA
SAF35uAfsMhG61nSE1RWXJ+JT3/t26n/0RnKBxSp9jZd4gVdfA8jqAHzX0DdvlSZ/9X4PCuHxj4G
vXeobXe/qHw3lXSJ+FVRB+BrVqfrLvRU1lyu3dTMy8ZGWD0xXXD7dDVCwIueUpjynYLrEbrTvUfW
hNuh8EXNQz9qu53/mPVDgusFM1zqzXu6ND13G5FoHwSy7hygs50TFK1FhLjsDC10JFtwttXsw89f
4oz6Gdqig7Q7HGfVfmHfywoGIWsJxGozYXfzcfEuvgp3tstkkcMcukfq7vIe/en8VYwiie69rn3p
x7obtpmTkWKOqZk/FV5G2zZOuLXloM1DpLBvrsqSLf1Mo5ThEXpDWO9U+qMw6ITqAz7czu+PUWk0
02qR6TqrdsoHmjftl0WKId4PvluFKHmMO2N8dwhhysoTPnAoxWZTLQO2nhW94uRauzSOdHjJ6RH9
XSNKop07FeNB9Zydm9psYcNSh6SU5GKDykBia0y6tUKmG1XOVw7dnoi1XD/pNh+yVUM+ztZjC7RD
MXQt2oG9sJv60ahB7VDXJ+suaHHyqiuJolkhvLjTxjrlrY1zDU32GuUCbeySexviPRceMEC2Yr7D
z1Mo9BZlEmGfGcE3tmzNQbslCP9cDNgcjMuKjIyjt0p2FcF0nt4laRE8ZHCWLkgYaRpNmR+aEcFC
lfhsPklrQ8UrLQCivX/Wi5dBXmxt7qd5qVjrcJL0fv+Qmc7l7XSTeoV31CzrmKhEdwWYAxyhamme
JmHBZ6vn4rOw4nzdxz6yMi9o2q1uLd9tAbNk9cZ2BNcrWZbAxhF1lzAMEo8RxdymNMDwGK1pxSSS
WkJEyjmOaZTuJSKrYaNmKJxpJqDJJLJITw5f7SYnsgxTQxbRQY/li93kAVFcerpp0QtsShToU+cV
x97o7y1iinx2UI7oYYcMvN/YZYhxYm6Pbt2N2xCT4zqGavrgYWo5NJ2GXBrr/gVa59rSJbVGuaS3
haDrWFGu/hDWnBSkdDjdje4HcWNZ1iM5eO4eAL3cdDyGdmOZXsawsnZauBs2jvWpTMtyjy7DIl1c
l8EmM5LZltWMwaNNWgfopCvs3u7QmruT/2GhskPQXrrHbvA9VKiJ2MP/NicSFl+VG6mjMOgQmM++
+NVymWWH/8Bgwdjbefvgjh3HvFncG4CRP3rgJ+u+T8ieZnO9LTo4SJ43H3Kc0g/NCNYfaPl8R5AZ
lvMicvbKV+ScW03jT4fAda2L6VB1bEYmGffxGPRYd7gqXhnUxFucfu3BqsiTS0lE3lg5ukfUu/Ez
tWJ+9P2Mi96xmvt2cB6RYw/bkk3lAw6IgIInnk5lbEGPdZtMbiR5LYQZEPyGayGBAIwAg1j6nuvZ
YjPEyDMNLn6qwH6UwxKfHOWFeySS47xlVxns0dlkN0nRWVvcEPJJIZEzaxvR3hr+INvnuhl7ogWH
z3gT1ScwpsFeoguBQy6Y5W0xQV4amNr3+GO4L9nnPhEGr9F2WcCFyYrdMdcQWEwY0W0qW+V7j7QT
ZmxC7Cqn3Sq/3QHj678YJFErQPjxITcNzYFVLRs5xeNa0CJ+y2kxroK+emNsme57mxbEE+DfDaT6
HbZcHv4YPV9p2SUuWXzZQN3WcFBjHN513dmHohC+fsumFNEI02WQIKq7nWmxb8hED54ZbkxbSYv/
3vtMKdcymT7JuoiSVWF6eqQWCF9CNMm6TtN2a/XpdBCMpodR6FMs64nQSD+xPs12vfDpBs22K612
HSyLt++mtj2JGNFl76GYQGuznOAHim/Oon8kHUUy4+Nabpq4GvDSyMeZ4M91vxTzBtequZBd4R7H
3uLR71NK1GPMcG9OdpnnohrPvTc2EehelpZAGEgSO8FYgDqOEzjM4mAPAMoh/bhfDlDXwo1T986m
X+rmqAGK7KpAGpw2hMm4YSn2TOqiT0xgsttAy++whOt7N/NKdISCMoRa+6sa+mFXupa+Hcpp2uR2
t2yDGreS7OEJwOSaH8a4f2MUtXdKa2MiqjoZJiecLXgvzDBu4lozetD1oyTI4mgMURdbISlgUErO
OJqKDF+XJHiClMq+fewtPHK6DWpUfom3Y95y0u4E6hMXzac8AJZY5OU1PZx3Y0dTincvCc9oJ+MP
nKk/pOO8caiTcY4kCtlj6D+Wjf8jxPv1zmM+23VpzEMoBaB2vUzAsZYPuIo5R3pR3DIdy14DRgBH
hDnNivppXZRF91GBM1sYWtxkQ0tp5uTOo+qw2lut+U5jAWeAcMdVGKQthX4oGNgm7rHwusc2tvct
84+dSX24P2OOnwI8T1+H8rts2uRsANKvCCDNj3qp831eGiwy2LKmGXwJy+7wOLfTZwbf1UE3LQiy
6Xsk6Y+0lX/DRZ+90YI8Z/pK84PbgwuXfNMEtAlYFSPsT75Ysn0eZ+mhnuPkNaS4ybe6CcHDYV5D
HjwhJH+Y4xZ6ASFRhvp6yPZT2x0rHtrt5DwxNK/JrdYv+BSDHS75/vPoTLezsc2hMO1e1zUbEE8+
TPbI7ZPKpXXXBprVJRWx+gLjgViCgtRZuQYm2xU7dqT5jr9uvzOu6IZ3AgqWck/Fow5sGIIjuAgL
2WBEEOxMayDONvNnuOJEwhwlei7nDYjQZgmIC0AYnXyjipk/jESbuNjXXRcCt2qLsnuL2u91yCva
/umGiQs2IuCrIGlzddO4styG0iPBFlncAwLLhgHoVJb2XdpQc++CKN20UgT0U06LKc2CpLs49hcn
yepdHPXB99mtEK2YBq9TMNW3Lcy855gck1NgYlq13IVtNraWfIg7hI9FnQnIZg4ipQGuEaGXxGqX
1aCPRchTACEpjhQ3n59q5ah9pRfx0Mip33aBxWmfNVyzFTYKfklSkx493I+QLwELXEyf9weiNEay
tkYWapNgJlvaXnM/WWXzKjhMVw6za+xTraYjMClOvG5Itr3wDARIN31m2GOALuGzwkofn0Fla1x4
KQptsoourLOiK2fDeYSSKx+v4ymM4KU8OXnXnmYJ+XxV1r45BJkb7UsSpB8GjtDnhvcNZlnnxYHa
WG0ixfKlBF34iCzovfNrcFuho0hE7YYQxn14/VgqPYv3xccvvEqzmjOM34jOqJfzez/o5VUUKHUJ
lcKqUy2aQF9c+LtlgJTnN/TC4WJYGuWde6ChD5mHgxc7GTexbgSs2FMuvOGmyN34NZ5Ks6ZJszd2
Y6Mc8/NieO5N0OyjHIA2VoD0wLWInKsauasKi4yPFZZXuH5bLK9z8iGz5tI0SPesWU9bQjsimhok
/L61SjkLeesNaUY9w9XGLIDHTTG+AtEDl1ExesRVR1/+w0w9ndSa0p1BHzTk/ozI1gOZj9KNlJ7F
scS5wti7yk1rn+dIR6w62Ob5NblVWVVzi2v1NJtuOZSRiRk7SQ8XpBvkO5+pze08tvW7q0BKo1eT
qOcmt3Xu2sL+wuIvGDZ+2AB5m7RzG5DThqQ0oBJtr26Gz21bpp9GS7OGYNMDYtLKhYZ2HwynhAIK
Tr9lb3s19d9hA6X2Y8F4c8OwdHnWhUPNjFVsXTs+OXQeScZN+wQWlwsFSRKC09sc2KYaokdlWJoi
9tykS81TLHiP9McSuerSj+0hTGNDcjBX+KafvLMP2q60y+LUI1WVaOtVvTBuZsu8Dxm+MkbMT2MQ
Iwou45sZLv3KTyQNNp7FgkKvdOTG99IH7RDdkttzs/MXjM2m6dYhEldkfd6K5Kl7adVsTGKbmU96
m6hmZwjrW01mcg8ogR+niZVbq6G7W/hIIOH5KzwknwG615vCJ70rk6wjrnE4DEYOBJNtkyo9W4My
uzEq+Tn/wx6x1iyyj452V56FzzMFrzRayGqrLB5RhaXBE9ikZJun051NUBFZlAiWuUc2kGbRY6vb
zDa3ALFglpjuR1TX9wttC+icNH+w2FPrwRwdmV/KQWJjzEjVCdN1S0DLQc92cI9K6XyNrQfCpT4L
u/zihuGdnB3Gof5tXFbtJkyCHy5bihVBot5jkVXJQzXbF3SDXzGujOxAmMWMfNrKDfaVMssWbkS0
CWGrn8pKVNuFkdwqrmmve0ju50x6Ys2YIKFRSIMNC+n0kkRIP+nf2JfUhMi5cVvuKmaMyWKI0ODx
xlHmfl0kc/7CuhR1/lAR/gSomnI5Zhu+wizOB4nxeu3gNyWlp3vl8znMQ3oW2n0lPUCRfOW1wVnz
CNlTXsacKey6cpITLuGox1duhAiCX01WdzdwhS7exDKlB0dHro301lMqyGdtyzDhVp7dO5ploZlx
z+yYmAlHzko5ASljQSHsW48qigEzlGpVNTmajhprgzDxh6UqZ3sdhqxYsL8bz7g/rs+vNZyD4mvM
ukefiFqKaN4Wir57rBS6v8Ss4SammKM/HrU30kWOreN7d0E5N9SKOkufvMKOCB+D1AaxCKdl3jHn
bKz3ei4t8cx4w6a5su2X/9upYYRhYxD2plJ3r45TA221inn69OdyGOdnhSciHDATzC8lU9bfaBO/
qNPyAjJVY6fJAca1fR+kKngcBfZx2nE4pJuJ6LtgJQSqtRWEMObdLfKDq7QOwEltGucOoYRnrWOr
LIP95Ek5Ptas5Tt8yMxMKInwUm+xW035dqhGTAoyqslqiNOpvcHtzz8ye8ywjDugUUliLbaKL9/5
XSj4v/7D/4NM9g/f+L9FSz/jFvrJrnj947/r4sQ/sBxi64tE5IRcVfJf9kPL/oegPRNYfNHHETED
UeRfyjgh/iEIH+HH8mpYxZz7L2Wc/w+BvdS3+c8n91ci1/x/xst/itLwbP5X57Tj/yzUChx0k/hV
UamFPvINJLI/qzuVvcwyyH8EWeH5+3osrZsgr70ZWU6D3UAHkV4+KDln9mpVJG7SbgKrO2ZRems5
ovoRpA7sY0RBMdGb03WQ7Nrv6VioF5Y/5L87DrXGdexED5QmtlNv/WjoPxrLaUl+GC2Cg2wn5VZA
HYeBm4RNc6f660iri9I+wH8QXBFm7D/v3dLTRH212lbbGS/HZzF23vy1jmctXgkKi9O97gbGP0lO
4MzFD4vsSMxeZbNOEX77UkOli5K1xTLwhZiaotiyugx3kJ5HEPxlU0xbBu7IvdZ1o4S7DUY1R5yB
KKaOYPYHtc+hlojdBEguf+w8pT0extjXYrip/o2N2uSSqLzQuxzBDgQNMJJIjjkPv2BqgdkegiQ2
LDKa4q5h6sjMPMiy+0GArSJyMRYY8LAludWyQ0IxzIz4qAtWSBrBXqBoG6BamhSj1twWkuM8Y13C
4C8wz6WQpEFGDk6E3dLOuMcYr1dD941+mpNSWL56kd0kb7Ma2DFJgGkGhwQkRmIemNOIb1GSxRjz
vLH+gU05OQ9VgCMi5wm7bXsVllDBipHdPCa6CgFR8s2L4wjTTyC7As28x/rOrkoR7lDwIUsYOeKe
2IFHcg8D9LqgaanWwSBQMmJ7ipb0GMVysfdQztqbfsE2BLyM9fWVRkk5J+nLflwzBDhqi56rQM9l
DPoDU9e1LuWRviJqoP1Gldyl+5HuBllNjzUBb1kaYGFneFOvuraLXoBys6wm/BYYeV7NwEnzhEFf
whr4rcO/T4hmCQ80kOE5i6Za7bkjvWFVx6Z4YpXEG+sKj0CrkeQ6JgySCpK1tv2KI6VrzlelfLoe
6OKvQ8gxePFdpmtrNkhOx/olSOe1q5Pqm48UAXn7gvCdNXg8KdwaOsHY6iv/Fj9s9n3JwjxYd3XW
PKAEy9wtdsTmC0fseE7SNCoY6VvkTLqV7Dvw3WX9Nkmn/5InIBrWTVoF352BoOHjTNzblyTCdziT
2orlJcD/tCYG52quSq9BBIPyZ41XyRBXlCsvc1dozBI21gmYO0g8eX4esywl/lPizlsDpiGsr5ae
2URTTlJl7vYj+H7QZxQ9KSlzdorD01gTg2uQKi4BkL1toduCS7yiaijfXQ7Vz1bfkwYyAZPtwet5
+gtJMhUDyirsmaA0iGtQ5ASUh8QnsPdLJkrOMHMi0C0i51ftLcd/cnMvthEcqv4LLsyoRfQDMn1H
UA9z9Wmgn+Y9BHIfjjaisTmyBYuluKddmfreeoFeySxgJJLkO1V71O5ImEr0zbLYcH/Y4fSKBIep
eqBlSi9eqax6g20h/z6lXvGSllFKtAHXPeWbqqrHBAemwTs5+/sld4ZyPWi7/DAmbd+5YiYEXBBH
mkPNEwVCRhKrEyh5YEvulPgvSAxaUmab8Iqyk7V/9eHU1tkbYvl9/A34hCnUv2mEQbHslaUifa1L
62SLhF53h2AheWjVBMNgeKBqb0/DUQ4bSoB0X9J/gj5tXBIIfzvW/veE54Tn3Pvv+vfnj3r5qH+h
iV3/yu+nPMwwvF+gk30YGowaJQXgPyED0T9cBwdddMXk+VR/VAb/hAxQACBvx/cDWC4E9yHwiv7r
lLeoABgo4imRnsNxzz/yd475n+0RIdJ6Hx2T60eCMz7y5C9adB68TtJb5G6ZJM6nbQ6d95C19ZTs
//Cp/AfN+8++lOvrBIIGVkaBzeQcxtPPxcQc+XOLQTMH4MpBuIKqar56y9K84iD+2zwPXus3hTn4
MtxFv4r6C0fTQjcjWWITdCBTkaZG8kV58+fv6OfS/fd3FNiOpE5Cwh8Jvr8/Om3SDjQ8xRvvaLac
B9m1mF8iJ0vvinBJFXgyu/oLxf6/fYZkPVIu4raJqPx+J0b8wdtTOF4XtprBBKIhHqxllk0gW3Mv
40NNpsOfv72/erFfnBGtPS/j7Hb4REU4T6iTGvelQDIJRWBK2t2fv9i/XYV42wiEijCD4AjhOvnl
s+xtuzZyoFxUrfUAXxoW9yj1X7zKf3hL1OsiDELoVLYMrz//w+cnWD73TgobO1Rzfi4yt9/rAjJb
B49u/fffEOAa4KhB6AGG/PWlstI1M7QKNvRKHCVvBkGTHP/ipvpPH5sHKIeHhcsT5lcLR1kZCTN1
LlZaeaCNDeWYiGV++vP34v7cCHCl8+3Qn2IWR/rDhPuXb8exOH5J2QNgnqSh2kB0Ij+YD1Gl/b6i
LAdVuvRDd1GDbD8SZu3zTQHuTDAZv+LGqqXS+pkswQV1Vxe1jIQnE4crpDflZa6Z06wEEnu8yxgy
k3U/9T4+TWb3hOC2DcDxOLAbi/2HSH6MhGTACnaXhlpwyKMP2N5Efy/IVRaCEaruMcrttj1mGUlx
Gzrk4HNCl2N+P+7+a3N0fcf/38Py+yfChcqGORQ8O6+4xz9eSTwNWDuD11hFcxFCPEOtt4qCpnxo
kOA9+khEVmVvBOYKWxLYZ2XR3/It/vYLwLTCuWO7HrSpX3+BnhVuKEbJjBKIPhgEfY36Hq2/uIr/
ww0DW/WKgAKBRyv4yyMOupo1MNgtVohi5rUzOPJMBTds7Lbwv/75RfZvT1Meaba0RcDbcjBkXK/B
P9ybQHZ78HUo3Tyo39+CCZkk0D8XVQVG4OypljERRH/+kv/h7kEUyensehA/AVz9/JKWmrIGBjHT
dFKemNxNww6g4vwXx8Svr+IQ2+tBwPVCSbPPwvrnVyF2QWeuYCCOPhl9FFk+3QRAcBzCzd97OxA+
+IqkfT2QnOtl8fML6QJ7RGrlV/mGn57YP4Md8Lrp6e+/yu8FQ4ivVXrX7/EP31MDUjpNLWS+YTS5
K2MQ2LohvdLffhWHyQdfDK/Cvv+XqqQaBc2mA2xsHv3qjGoAQspQWn/hw7t+9H+8ix2mJNfjhulb
SCX2K5ErjzLTJhnZAFG3qIdMVNXGMs78DSeBg1l2qlNn++fvS/r/djlQs+F746i7vqxP8fbT51dP
jNlHws7wyWqLWEKbnD828jV5GyHu+PoYmsh/9YCJxhsnbiukrpz1NR2uQzIto2NvxQTaKQ8px5fZ
DvQxIXJ2zFg05a0hRMFzx3DbES8CqdRU8xe402OwFmQWQLhodPFjacfSAx7fExgcXtXJO99dcia4
bt/pjW/XCXJ+yGvMmBXcwZVwF5a0CKbo9nAWqXW9BCRuzq47YoeaPPRNV1wF5jyHZRpDxAqZkjse
tFP77qrpNQk30DEJYCnB0Xyf4RcuxGc4hGjE44jBgcWlWzKwhxq+olcsbDYKWIvpqMr0rSSIZdmi
4MmJag1b1WzKVmjy8UgQA7SdCuAuUDLBEETaFcVpMUR1rtmx+cE7pknEeM0QglqrgDe2NIhpugMx
oe1LuHjBF08xL3qJbPiGq7wfPXRIRLGSxbXWooaDRRinb5YTc+OmWbWSbvTVScEw8htOPHODpc4U
2aNCqn1at2PDOmUan4FCdWxSK3/EgjbM0C9XHQLXDu18iMAsVnBYADwOU3BICLVgWaFq96vLRYCS
KRyw0aVVOn4C9xF/BM0A7QmwIhANV4YzyXm+9W0qBIs4U1Xt82Byz/qifHt59ihJsnXftcgmGl+M
T0koh4QAdyJlrwh05KZgKFrrpQ3rCfirlYm33u/Sd2tWUExUxH6jTWomPgxNgi7Z5Oyzi53nFGwG
MJ2hCLScagQFD6aEIJQ8Jd5o7bSmdU/MtIZ85xlrIHmFXKL3oKh6b4vlPU5xFtEa7M2iEH5Zfglq
D6U7UjmrSwBfVd0CJ8bKx9xBAIOsZxWBcn23GoFysPbJE2RWhhaEqF3XfSSnLfNJk/Lb/hvCOGc+
d5hGrWMo24yxgl0mGDYjcIy7At7VPZ+7yF8dDjn7qy7jsn+ZoWF3BwNKFzQGnTxpETGqbOYKMeOf
QeVPlTVn7rGeFR9sHZXtcKxQjHirvBoSeyftEY11OxfY8vIuU8EPv2IzwWdGgtPXLiC98pb5EPIx
B1ttdmIa0ZNQZgyOUC/1B3XNAa+QSNfaLG0EsiVdDpI7Xn0DNUFgAeWi9jezWSY2Y77I1MOMBbTe
QnZD54JA2pGrQaKd3hSC2DFErJ4WMCKA0m/auUIO6CReu8H8U9Vnhh9hvFIRqYpbiVwlXJEOSg3c
eCqrLj59FNqDLCvYj0IuHBMkOW41EsLd0dBaE0p9Rl0K/k85zVvch1694ZMuilNEBN1VPxcwSUn6
pXnHKeIcEQlP5p5HDpp+BzpFOq9IGZHYpMI8lvozCETT9991ZmhkxIqtm0TPPPlREhaHFOHlUnyC
iSaS9TRO2d0wlNfAZKJVloYgC9BaSbRdwDaMxIE5qKf688LyC6FAuZQfGA5IeQiUNtNWKSd6JugM
JEuC3TJAdNW3n6ZwAM85VlNCQmvjlvWuGcuBKGcPpflaX4mua482gcQAyxXgRaSmUo1Sze6wE5Y9
rsOCduEAJgpbGpYh33wbF4aQa3doTXfurxFUpAhnLiNMImfji5dQp27R7ZA/qBhkk8+0XKFVYJts
70ACmZ1t8YLlt9i+OLKli8Fyi8gVPG4WdqhJ2iZUrOxGN7ovvWSB5NcLfvucqoUcpy6vnvpJhuOj
jQOSO7OJ22nvy7jtVsbx4FnMipHT2lfKfiB7DJGbQiRFzAFp0/e5X1Z3dORWTTUdZ0/8GxB/RvxE
y6bQWVecmzLk2SzmjqDE0PXHcD1iyhTHpSO7ZcfcPHzik3KqlWuN1RsMD5JRReOX33uMsRksN0fS
qS5xlK156JAS6TZhfMVAzGaj6CSwBcBwttZqsNQXC28RxgtSL5/JLO/NbkJBZB97IUijj5nxXvBu
YBzpuywhwoY0n+vNUpGOEvBU+dQHva02dq6d52mq6SGVGJg0sgCllegqksy3y7z4H4qjk/2n7RB6
k1pO8141PQEwAJ7bY9RmWAOdjk4Iuq3haR0IsXyyENu4O6dPCcrI/H48c3NIgAF2rS5ezrB+pZH4
kEXjkLW9Tu2WzWuDeLpYT7rqeJO9TF5M3oFtq+oRaQkeQS/9TkbkoF/4NSWKs2oISi4gK5dvSzr7
6txXdmAIiegR91QoVcqt0QYWl7mChN89/prZiK4NUG52YkzA7oTLuIl84+GfTXtmnsiAneTpf9g7
kyXJkSvZ/sqT3oMCGAYDtg6Hj+Ee87iBRGZkYh4N89f3QZGPXZXFLgr3veGiWJWR4Y7hml7Voz2L
wTgwi4iqDdnSL+6DVM30i8o0qbYE3cD2VS7tSVygmahOJC8qkip1A4iwEg2mdrwUoFeXmAzgcU6h
Kt2UGbHGs8uDJwkmgek+qNA/7Q9bsC4CzjPYGR1WLe9k3EEQpV6wMOLtbDrB/9KNZodXtuMUyvkE
c1r9xsPGzMIEkVW593bU1O23MK6clp40PA17qnzs4hDxdiBGwIM5OSzKmOHhZbUQG41ni3HwvCZ+
btliNnyrzkirr3LDKsiTVKOSAZU895NoTnikjqQXNxC1+mjTWA78QQ1PmDqlaKlA6DrhjSCfE1jp
yK8lL1RmJ2xjutkTrZlKllFlztmfWg+L9kr4QbQmFsLuxTEddZdPV6PCngT8OIKxNHmGJqRR+6Ak
4Qiyiu+aGSYhcHzCyM3jPpkYyuZYs3FIlB7Ovgb979omNk0qA2MLlvuF99a+p1Aw8dNJwkrnMesi
gsfRszQ0DAYJT4rwDAyZ1Ar3Ptgzulcqj7oX5QFYdkTkNwhFbCso37S2BmDr51g3RuDYprIJysJu
x80/9+vnmzfaS1Es3CNunkOASu38NxZfBDs/TzR7b7Ud6+NIC5HjY7BKQTVOZs+2w5xfejVot1DW
XGcrvBYvIV8ahpJmySuWGk6oB0MowgRDPKLB9BPGlf0eavSLPk3xNK0V5syfvoYhct4Mkd3Sqsro
92pmof09sfW6vMnqnqf8olO55MMImeaTOZa98K2SshhqjaseXnpSro3DBtUAdh7TctTX68qnzeMS
ugZBIuzmif6W9hInruRVyvyJs6fYaWUvURxAWT4SVTLbI0A89kaqNQpSnq3kUC+LnMWlGhbb3nRK
eu6mIufCDwLh9pQD+/qGWXlMaY8FiE2q1yG9WGVLZwEQ1RwZCM+d3HtZouvsnGhQ8mqXKe9AI5vy
wOyTDDN0LpoTNUsxFkOzMp6crqpxCy5Z+YldrOTz6SYsNLyIW41O4obKtbXXkkNmC+Z8w5mAOD1q
jPnVNy0LFAwbVknYpjDw2fdV/UYTDpkIh9Qq4iFO3pk2npaQjOEsxDoNPeZVxPE/I2pEvOW+N7nI
t2LoZ913S6J421wZHtFnrkmxsR1lvdS9HkHod9L8THCOgIOtaiqhO2sgnOtUyXz/10cp81fFgIMU
624Oh6B9dLZwv5wRdZvh1FigYAFtmYuTxc0R+1S5hlRm0qbs7JK407w9wEBr2cpkbBJWhst8t0BS
ZZbP2irbzeCG522MG5/N0FRYWEKduqvucp285IM1sEb0WYHZy84FYieOEazFd5KF5RAsE0/De47a
JC2LucQMQ9LNeXd0N5ZPxiLNo92Vjty6fR29WCKdXkCUhN7t2kym79kFR84ey4kG3IsdMVmyduyH
97/+jP78EdkCezSocA9ZBcjOHw+bVKHXYUTAZUN9Hjx3+p8Pq30m29hFqj/n1tw//fUP/FUwQicU
LhwtDOG6I8jl/PEHDnMq9Wx2SsYxPf++aC0Bc+Q/7H1L9+9AZf/iZ8Gt0dmQWASOpfWLOJU55gDR
AYCo3epW0DSlu6OIOzouTlb+m2P7nw/t8IbcVQS1DeRW8YuG45VhouyCnXPo1m9eks2X2U3af/PZ
/fmHOLqwftsTrVsfuf7/v1NWcBAUjTNAuy3iPv0JTSG+a4t6PP71N/SvfooUtEiv94wjf9Vv6Ifk
aMMhZxPTwH6gETjxyZIU+7/+Kcafv5z1z0dSka4nbF3+ciEQ2Mo8W+EyW78k/P4IyBMjouHATlSt
rflur6vmLkwgJjxjqdXA5XOUWwKO7KwvxUwV7A1vJvIjNFTN8hgbEfSZUBaTt/3rv+u/+kSA7Llo
gKzUDPOXz53gi2ZxmOZzl92DifHjqLRK/pttyr/8IQJeODoqSvqvKqAxeIPo6hk1U3EMYa6t6UzE
XIft/69/mz998CZ6NFfpGk8x8Ab/oi9lK1qypSFkozm0t4KRJhKUNK7mLxa4p38j0/35h7HcXFdt
6wpCB4r+x0s2XnqEK3uhwtBc2mDJqQTNe/elFSQx/vrX+pNUx/MLvxO+J6h2OoL3H3+SsFqZsJLq
qbGN+g184HEtqExvEzDZ1OES2up6T/9Pb/v1oUl1Eyr7usJZMfC/vyMjt+0F0Wd+aFGHWxiX1U5Y
XM2//Wr/tzr/L57Ov/uW/2SOe44+y6/PP9jj1v/gH3R++2/42ICIupAF110dK5h/Ls5taVomzB0L
XInBt/KPvbn1N2EisINylLg3oa7wvvsHNU4zoPMzMHirdc4G+mYZ/8nWnJuW7/732jErecR8LD94
fZn1Vxve76+NMZ9TxR7zgVMuTYlt0iHAcn3GI162SbvMUfvYEGqvfY2Ufrupa1tcbMhEGsGRKn7X
RkrTyY/TIblpcfwm+w4QBifH2ZAY0aQH3DpPOdRtVEGFO8xVTEXbmILwNz2vyLuPbkppn/ubvtF5
Sfg0dN0wBaKhJXqd34pPkrboIlFkLc1NY+lNHO6Jn3YIJ5mxDOG9tyw8QnL6dkpl7OAvl3UNxUNg
GaGWvhaGX+VMVo/jHMX5ObIVmtfgFHC37HHmrzqiHzm+7NPksbUih5hgCyHMH8ZhIMtBM3McTBmN
y/so6cCY6AMiGXeSUbyNvSaJ7Q+l3vuRwGkHHyBMfxLZtd4a4n3XbCro4IpEiMltAM07o2n2Arj1
kruOr1csBXc8KCZvM7eOA1zGoTgH8jMMceIatX7w5qKkd5egwnf0qJZWxXqhTZfsVW7shlE3P4jB
Ns91ryJ8hPD6d+4SNtQHRnBlEINI4pEK4fNoaBnzzmClpNi3OWU778DUs+8czXKQ20uzqNdkHEfv
Xeha/U43bZZtgdrAMZihJCMbGhjlpq6wX5kQl085Qe6A21vOgjxLYtB3iVUZ/gSFMdl2tNNtOAoc
/BIcUQit2cxuWvJNbF4R7onESFot4Xo0FVwXQCO3I0tl6g+46mOa5SeF5wqv9Y10OwE0D5krO3BA
siayBqxYUeIMCNmOUiZ0F9QTDZ+eSZIBR7e7bLi6jH6XFSDKfa3UnHBbe4MJlc62FmxKuAcpRKIB
Sd8WJc7mTTZV8GUM2snYOc0q/mHwNmBPG7Ej2MBaBZGFi5qkoTtqCJke4cMRHXx0r60QGJqheIHR
mxB6YpAOafbNoDvrjjNPXuzRUCn4VN2IK80r4yQYFCfEpJDiYew4XZlbgN2tqAP0Nt0llAB8gQgY
AO8mfJ+zyMt/RlCu6B4Wo7P0xyihLIMuNXfKKIntbWdVPDwwGFqeud8jF4bPptc5Qu1jLrcOggMu
y9wEKhhEdDjYFwQ/C7Wo6oc3+GTOxasKo96T+h7x6GOItwNZaEMHDQAgOC7NOVlTxdMXB22JytBj
qn6JZAIZzZN1nB9KLMD2cYGovGfL0n3Diiaf4gX6CrJFkd+DdmX1gqrVQfSHtJedO+SoJJix0x1E
LWjeaXuP1NRiT1d37eHYFVmdHix4auO+cKPlacQEC6gHHfQnWl929cJmmS9Scxu1bU08c5SIj+/6
ELc8uhqvp2Oa3cbLqNPcuY2FLCwIIE3Qq4Z0ihGTj/ZrmqluqjJtmodqNMm5mg6b2yB1y/rdtiNR
Ya0czPeYY+BrU5g6ugiE6cQnhCPJvYe6czcCKNDQA1qO03CRIlyPdvYMIQb4DNYg+jUQjfJTy2q2
3oPQMKdd7koMtUAustk36rigErbr5p91ZaIW3di97AdnJ80MSZsMxVg8YPXEG9fD0PrE91ORAbAd
HCUyXiTR0XgGdd71xSXtLdZGqw3X2pslzdhRt1KVw14fmx1GedNCKGtV6Ie2m+r80QkDbWmBY7u3
9BjSQZtwhNosNMRTs4FVQG21EQn6wBTDn1N0WQuxv0WHRy1wJx71VpiM3zw3tbqdQ0r2e8Nz/g3n
NQ3gZWE8OCUF56bi7BSgRizqrrJrqyRfhlX0UGlVyEk6T7zvbCDWSKxcsvHkdqvgMUfERbn803Lc
mCH5mU3e2MvB8IbQC8Cx8XFMpE4JZ7WD4wRp1i8fnSy4JcjuicXv4TiVsPzWWD/uI9kH07wm+4Sy
4mgb5n3DxtL2MF+Xhobm3mcGOb9KH19qjMkuNm7lnsz1I6D4pCUfiuFMGX+fbf9vUmJSYrT+302G
m77NkvLz/+0+1R/jBOt/9vd5SfwNLwPdQy5ULg76EG3//7ykwdI1TFCRrvF3HWC1cfxjYjKYslxs
CfQLmZzUOLP/c2KizojLFF+Pzm5c12kb+08GJlID60T0PxOTZGpHtsSRbngmG3Bw0X+cmPIM9alv
BPMG3h2jG5rlahae+aMDdrQZyLZuLJhKwOQ9Z18MmXgvo3RHQ8aBpjOyWhz8xKaZjSAOuwB+brgd
NeQxDyQZ+yFPnhfYnqxfM55is7VzZi851OhbZHQjC/5Iq2/hZOFAsp7btjsR9qt9+CNJwNOlOfTK
c86VSh9jbdmPkxrqbRiFt5DRMNh7zk4HJtjiPb/UxBMClxX2LSj/3geySP04BLyS77B7aClMgy4R
3uPKeg3LYZtqPHFIAhdxOO4cg1Axs1rpG7K8meHab4tsIYRAxdpbMal4X7PhZ59qJdtFmZMfOs0A
El89F0Nq346dMI+w74qNdIqfRS6huTSjuqMoe/mJx+hDuHOOldwAqFZl6VEk5pq/NMLb1Outc+mO
2T1JD+NYxPAbS08Nz4ksqnHTg7U52WGks2entujBIkDtN5F9X1NUOtfOB8s/44t0B4B+lYKG3BKY
0AHRlkO0bZQV3rhiqg1+qrVcmm4xL7hAywpgXupAIQ3dnw20uCCOTRYKdifpvPfqInqvXFJ7mJ6F
ugOGKV/zJjRpeEwQ6aomL64md0W8QQSBrxohqCnWXM2dWqbyQvrxp9fl+PpDPsIhEB1dHDMP0j3d
QQ4FFqpD5QWDJqPR9NOSsRFhOklJVY+Ob/YgTrYjm6M3kdLN/U2pCC6TavTbujAV4Y0hF8YTKWVA
ea28B5NhBcVioJ87eY4ziYLSinDVpPHZNdlNlXD8rVKzpM8on4rTJHLndvD4NuIsqYOoS5bbsK2v
llibegm8TMDbTFIuDQinJZIvzOAiOyXCKveVAbyuIszLRDrvolJ8FIya0Ol1v6Mg6zUJBU3lFfzT
FBW61u19s9gm0UR5hKGz3DIRx6d5AS7Pv2JG9/WKjij68hqO1g0JuJs0I+jPpjzt5jfZpJdoKYLI
Tc5I6O5Wugw8MKR69tlsS9BsSu3AoYSjR72pXekvcWtDMrObi5TZrTnIPblslqI05xbqSa5wW13k
+0kXLUug6Tohj3bOsTMfhuqxgXJZDzOT/ffMXHjFzHye+htSrnros/42XCt0rWbP46jf0f+w0UNx
zluLkxU1kWa5nSriFDU2+zoVQVcWQ+At7oEi3/CQ64m/tPToRJp3dknAHPmqdmytzzmxaXyaYj9k
EID7aTb80TGPyMXqRBR/ubNjfm6cIpxr1KrBTsjrR26bGyO9myOxcfWPhILQWC996r72SH9+03tH
0jgbj7MftLNbMh9+jT41t8uZU+s2Tn5aPFXkZMRHRdvN89gCkaDcdlNQam9VktEKP0wYy2eZh8xH
qrB5zqmPEMvhTQx0EWhUAsQY2GVaK6IprHsgM77VzfilhR6LNO7Go7D6M9iNLZjZa9koWq+TvaFN
y6EzjW9zmU3RhdWruR0T1ZOoKUMMihklx5lWYRrW8WPSOrSXOpLghnT5FeulD4MviY6qXNjcpXWo
bVOKL7BYkNOmW4sRglltMNmNeruooSw2zraaPgfwnB6jjI2mpn8DPswjLnaz+2IZ/WUgThUOC/sv
C5OS7LUHaw7VF5LRA3Wj4UMLe11sIqFd05i+pCDMAaVsBt0bLnY4Z1s8Gu1hBKznbCQM0yiqjRfs
2CR9ClW9aVU5+OhDYaBREvZASEXR8mssn1nL6ssyk10Uwr9mq4f5pWYmcSsnJcFiXRyhP1LIyuo7
cd8gcvao1ukEW3pgehr0mxaW2yk2a+/kckDw0fDrm5CiU8YsjzZj11d18WTk4x0GkS0+X/wDS5ff
NMR4b8OS7IoWP4ORD7fAwJmGK9CenxhCfDuOHmUyw4yt9B9u4hwiJ1zpVgfM+Ey2xDMroJPnaGhq
CLPNd1J/FzfrvxfTCkNTVoWNK7tvDeN7A0sIJGzPy8dIDgXYJH+UAmwM0Ssi83CeODRCWaEvTWLu
DzmAsFmD0OfNJd17EDV5FMJ7p1GOjuGl/g75PNvllLtNlBR9DWPu7u2q/CKjehozzjUyyvyCnG9d
DOAQ9HjNC1znIrlt1ohe2s7SH8o4yCTWrqbe1phiSuvFmF6W5V3ZCAhQG8mpvbWMqetFp2T16g0j
xWO81TorDbp+Otjae6KVezPj4OSI5VW62T7V3h3CLX0zXuBgPUXaSJ1e2wCB8qDW9Swtbbnv9fK+
zSEyVdNxiRxuB0GERg53UVffohuek3pY8MqXYOCwfWKvuAj6l3rVHsfS2s7Ykb3Geg6b+C20tBMJ
GjgDGUV12Lq69Myhl9U7ZCwz0j/CNr46RX3kuO0X8rLI/pUcwElo5pNGpeNGttpVeuWPZXhslIyJ
imMBRTKJNsNs/XRCOzBTex+KTxDGW9CtxoaUICgF+xE97G1WPwuZH4YiutB9vKG/mCexnl6r3DhA
CkMJcZM7ji8b0cd3OGstHx/r6kNeg3McmSn8Ba0SX2LzPFLcHRT5dxh+x6i2A6Fq6PK1388GFBdr
hGjwkbgQlvjaN/FkmwHcn4sXDvum0HBV6eqYu2ClqP9ODSKZab6J1Ws8RWdzfp3HeE/obzdNs0/o
M8cQMdYnXbBgw6HxMDTeYVime1wYVCF6EBhC74ubdkt4Yh/mivinDOcje0odYJT2hUnlGHvejg/M
59Lw5zw+VgUFTou7BzAXpIO21Z0nW2s/21jfmykRMB4bkZ403IDtNdR7Ymrdg8DquFoKSw0+/pD6
kua3EEeU0XAWrXQa1tPsspprNktevGfqh5s716lUb8KYd30zH6zMhni9bJcYSDVuCPhe+7FLj5HE
tpsvROituPVQhEy+Xt3BmNZvcS/zqLJu2FTdzDrIJd2I7jmbPnNS1rbF+L4UkOKcvDqYQyHPE4wI
flFvPnXFF1/lEX7jPqxoR+NkunoMJpXCL7BOjgpRuIbs2jb6Wo4o752hoCa7HyGz9vallnRZLYkM
VCweojpETRLqoWHQAEZ0p8W8FumOsGNi8QubeE/HhjiqvTFBeBhh1prqcaK5dlsB0lsZAfVWlU2/
tfBDY7Kw3nB7lE9DaZWBaSvv7GkrxIE+s001afYTRaNvRvXkLdO1q83HCsKLTQ1xr3X3MRBPR4gb
2Y2rHsjEaXlbq1WnbjagTTT3ViugMA0HCPcfGCfuOJNDqwKurkG40Pe0Jm5oAIDtrm6K0cXdCOxj
0TvqJkW3K7BX8gQdCLV5hd92zw3F8fQgkNbD7ZnV+Hd03tpeTC2ja+GaK7Zy6HZyfsUISRoUyhCq
Tb/n3MrRd+M2CcSKOA50mRjBbNtc6rW7pSA80GjBiNpvJbrBnlEdspsFwrgQ/Qsl8u+4UD5EPoUn
AqAByzAeAXiJIoFloaSYipZmIlhrISbvDJ4Lw1J6Pj3SvDmSzN6YMvzsbGB7Q341MWkynfgSywm4
nADe/E5l5ISLS2GGVyu6hslHyb7dtW7BLO0HWteJHb0rDJNFjvVLoDbX+ocZYX1EbOhCaI4RpU16
FdiVu6mXUsP21e7ogtt24PzZeOWfjWPuqdQI3IQvxNae5EhROYa/2kn2HFsPGDu2kfC4eEZcSLXY
l+WK56ScNU5Zu6KsBFklwz3UAcw04YNsPlIYQ37plnK3WA+mW5iB3ZBSGDN3FyL8NtHsD4ltHFPd
HXwpbzjg7UK4Zwk9gr6bZy/N0G2TWR6Sybva81r5ln9DT/At41NJ627GuGtE33PdwekWNysq6NQb
r2YlPm2ooX25Mp4AahfIPTjzqbygAI7BEtd1VTbmRxwa4bsbsQ7LSjeFUTlCgl1aDpKJWG2+bfvY
TjJ8iauQVDbEwPkCrBAOVVIzQ+DFAAKIUbgAdr8RFvOViUNgtRyfTSv7Rj3a28jzGek9xEShrZek
MwQAI+/EbH4rJplsp6R5NCa5q6pxOXmjehVN/DDaVvua6tlXur5LwwwKYLERxrhvl+Tenjsi83Vy
RZ36Uo12apPC9J3SWTv5tmnYfjUWeHguIW9yL8IR19yyApVnmu8pGk11OnV58wcDeB/EenWXehz3
EN+zC9Tu9Fpj8TrMWBuZTvMWsifGy94zNmlaADPD1rsbSs88kmG2H/NOqJ2HDwTzsMw+Qg0UOoUC
2KssoW4cIkl+V2vLhxZ1GI6GQQsIq7iXYdG8A358zNWGqAd69cLRgfO+aDeEHPNxa2q9bmw0yaJt
axSL9XOo43rYQB0Yr4CI+lvsQGCJ7cV1uaEqfOHQHwFtbSKjjZMt6JCRVXMiauOmYs4dm32ZaX3l
HdJqIgMYdllkv7CFIDS/+qLbvYb7m+1hlOy50opNVK5O42QVbBdG8Lt6HDIiCDxysYOFydVLzJHD
t9YdO6pjAJ1TjLnJ8tg4uaJFmAcgGTebdqEVgP4QC1gzB46B1i9JUe6A/IHEwWDxSucNvjE7Q5r2
KWhxDgsRCsUgF4LfzxdFGiXECEf7bWTN2FMot9iNGcPGSPXbliG1OzhpUltXCWOcLtnUSfBjYpna
KNB3h7mV7dnrc++pKngTAE7XSkayCgYnvkSu6KywCMGXUyWvIf01GBpJkIPBaqJDz/S7Gdq4vNBm
wy/fu1l9j4SUz24wKm1Mb11Ds51dm6llebItjMNbdgIaJ0jPizezZyTHgkUt61ItnF+aEubvzrG4
l1oYTYydEWwAQDnqHC0I8oGUIQA5HweLZnx3eS3j9pRVSkFyJe0Wmnm6ZDo8CJsygPqiDSZdv9vE
5YM6hqVX5jfpOOmU87WstGiLXjB8siWZZHvN2bOPx3yRzvSYkpMzfnCAi+WPpMTsNIyqtE6xHTrT
W0Gvy03XWTRSGk4BG4UIAq5NNzkIeiSNh4aGXiTgtDfOkIg9nky0l877skvzcG93bsteycoRKhqe
JjzP6tK9pI7rsutnp2dvB4RXSkn4R4wEXgTEPrUcvgtnSdXFUXRpbrxMw1o3ZJn9rbJNK4I05nX9
KZzw7uzAcITH1jbj0DebabD3RRQy682dnRoUp+jytp5cqD8ortqDo3LzR0lp0DfsU+J+Nib1o+qY
UHKPVqGureP9VM7qVOtD9V4bLC42U2aL5TjqM1j13gsx7RY5fYulXZf4LsXSPMQ4hE9DSktRGq7M
SLdZ6Ax1pqjdOclEQfIMLs5u4uQtyVN1HiYwh73S6SbRRzmzEO2QsTAfcX7IIuNH54TekbCn91h3
tvvQJG51EV1v3+usRDi7lSMQQ7XCrpzC9l67MbXvG4zE67E7zUY/t1XbbSgOxSFYzOl8coqiXr/9
EU99ndjeHecn25+0ND0qAxJxE6+4KjvMpLWb2Di/Tnbc/dRbl2sdqCbeNzIYjyW8i1skfm3XZLM4
YwbjvGDcJDRSck7JmCHY+BRHWrp40k2tDlHdziPxSP+y90bKu4aYVkWPwGyZR6xRsSHrB9Q2m2H8
WsAreFP9zNsbaBUIL+oUWY9Dd9pj8VyCVCnjeyZzaAPwX4uXNJttZMZIMyExxNUVb3L7w4jKW64j
ANv0GvzUUhKAuOSXodqLjvUYOhPEYcdNrnquI5KWPF8Y2qO6f0ibgmIcU0UWhaWKfXTuuI57A8DD
eTWmmmkmktRG1eZgIP0A8sMugl+Fy4voOLmXCV9x2cXjM5rrOLNT0/EOees6oQJqHVu3pkO7t5Gb
1r7WzVAC2+6hOE7kLJDhsMLht79rDZdgyWJWR3P5iNuHkcITWF2UeaB8zpC5H+VAXKLhLjyZzkJN
OCQDm2B6xfisGckPI1sYcSYjnE+Cquq7KHKtx9EsOSBYi9qIMlFP1MRy8EWCVruot6dLvmIxZVQ/
LJQzXQ0KPleMn3u2MVsf+Ly7e5MnDGNHWwbj9GRmKAQCieGQe43Y0MIBMivGIEuLccPxptYnOkEM
9BcX9G9upvQLmHQGserX8b+GKKrdtR/ji57zOrXTPbdVvtXb7K2Z7cdWZxKm+GzyzhOolBJ2qMqt
jcZoIxXbYm8+wERkqAgZO5Yw0EPYXqNLxUXF5tCvrUpwcbJdhcOJnbNqh4sFVuxktbPN4Sczv5yi
015ZQMfFTq9G5yXLeTpBkB7EXdh0yRv0tfNMiPzbhCvvQo2Q+XNkcKDpGpDuualF9pZX8/wjB5/6
TgjPOoWztnWnuA1a6rqp/CYq0x4GcsDescPwA6Gvzsppz/VZxMcB79NbLsv0C8M7SfhsMUn5g7ng
oawlARVQgJUd03h3Kq++mko3YYKnSiM13Mh+S96E0uisxz9J+op8kjfcziJa7iEEh8jueud8S1sr
O+Hcb3f8S/veHvUDe1vnqzZyeRMzIRnBKLLhs+0s5Imxa27NMoci29j6Plk0yZlLLntaJjaaWd5D
NuM6Cc/4zUCEd7HAOD/Fb3NbGPsxJn1HNKz0i+o24hVIcIvkEVEVKuKixDvSg7RTPEwbnfU2L3LW
4ARffP7MbhcvzWUYC4X23JBAGaIzsharcJBsVDaxPBsiNN6FsN/LuEzBVALvF1r8RXEKa8KKJAlA
lCDs++5QhQ7IoMUGV6nJG+mh2Ee2R0hJcZjt1HBQ0M2YFWAkIYhKG5BIXoXPjrDSPXbDFFRIoW+m
GsinA+39TqrqfUraH+kAoZa2uEg0+Hmtsjz1SPHEfKeKYFF0GrriRaPQC9Kc+UleA2EpTrWdQyyT
PPCeNEF4rF2QdUjqz4bDhd/C2LvtyxSlRSvaHZoW++qOkc4F94vA2946tf04jLR3oD7WbItl+E24
5ZllBO6HbtkT9H5vgMofqmmCAMNl7IGt9+HAYfAyZeAOXylubnBG4lCXhOzmbrgPIwcSCixm1kiF
DHp3eJ2irOU+tq+INukL4yfOcHsAE99qe8yc5KYj6uJK4nSumW7ZC+2iPK52w+BVgUWk8FCZg31c
g/ckQnpu5bId3meRF4zWLWIF5ve73H6z3WqvemqnkXZpyOVwYzrzvZF53Y7anHM/m9GhWyYT8GC2
LBu9hVg0FVm0zXJKA5Qlbs3WQSZOqCfKuJcqF4e9XW4dhDp3/E6cw0bw0Hccrwl5CPBDM7ohmTzj
IY8pmdNlEYgI3w9VrJRCRB+0E86obDUTU9+90iW0bvabHa4SdmmWPd5pLl7xnDnM7zSykXqI3Wg0
JtqEugNu2t5P46S9H2lxZbLFWUANO886J90BG8hvijarH71Qv3ieMo69VjyRwrgR0fQ1TfLU1LR2
LPKGNf6L95vUN3aPTPD6pqiwNNS4LL+Itm1EGrdXNuLaR5pk8havaI5GAcGL524f2Hmen90CvG8p
+GXGHoy6I7Jv3W/GfO40apzM7erOgrGRRex1omvRxs8AclCnKhB5SP1a3R9J7OClyO5ZER4KVx5i
QPE+e3jeTjS7wPM/ZKoNlNbflnYX1FP61g0LeN+m9812Lu9T1difFfG5B+qSocuHPOmYlvT87K39
cRTzWU8TJwE/X1uRx4X6K6cqd8TNEdzYsuyxvnY3ozRPAhHPH/TxqkLVv2A7iW9DTe3ANCUPRrkg
uXVkGfp6Itw7QKKKPfezaVgrEueaxQWfO6qOGsKjXlkIYsa2y/WPeWmIoBjRBmS9QAgc96MZGbuq
N596HiXbKZraU18W3bdptYo5NHBzUZQPJiB0QNw3eGIfNGV8EybdQzwSQTH7fKMnk4I04T1mJVub
KBk3eHCOc6ido8w6ipL53Ks+6pnISTmcR63oGMTbbmvVVRYo2laoM8mR1nmwe/lEM1mtfwcuuK2x
b/gwvb5I4j9QUnMmGUmlOlVMaQIhq9acPael+eDEerwbRP4yIz4OsTCf+8I79Qh5dJblJF5/kwW5
EaZYqJcJF97rVGhB1rB1cWNVAz5cwZwUGZ5l27ynUXwmGcCygA334jfd1O/k1EQB7+XE1/XxTSr5
qorqkeNs/syvQ3GFPTZ+7R7HGt+VhWI8RfW2T6Mb06aVpT6nCEh3Y68nRJ7t2zT5EoB64Y8rdJlm
HnaSiNbEgfA9GcT0rW0n+3bA1/OVRGPvBCo14TpO/aqkw8ENKXyULKgrbY2q4Vz07ouSepZN5k7e
S8QRRDuzIddAabrlexXZ9qe+am45f0uHf2m9n4g3EwNhbmsV4RLRbOtCywtg5nPHCFPmpGjJie9t
MaI6h2q4hfThbt06hrENZ2PZtpKFlEU48LuMGTHQY4ofDKMRe8R08DuZ9zzAciOKzpHJ8hIx+Ic+
Y01kDkq6atwLBjM/7pz03ezHebyEljkjblJLpbFApBonr7r5797j/zOD/JeDdeN/94IE3/vPr6r9
vW12/Q/+7gKhS+BvBjKqs9IhXXsFDPzTBuIJHLWegaUZ+6GARPU7G8jfeAOuNhDLYDuJteyfLhDM
I7qBVwMOpUUVs/0feUBWv/T/OEAIWxGS5G9FV7hwMar8ylsg4NrHmVj+m7bz2pEbSbf1qwz2PQc0
QQYJ7NkXmczM8iqvkm6IklSi955Pvz9W98FUshKZR3NwGmih1TJBEwzzx1rfUjZTDChYYvJsejy3
v0HInSWDc55nuzZhU/TMSs6W3YZMghVenfPZgTiU+i7Qq406jCccEftK3vmqHJUkabhKQlCbXyrm
k3zw7BIp4qZV7WLdDXEGZBvVXY1cYTOXRlYfXtftX/f7j6xNb/HuNfW//msOvN5/DLaqQlij0uUI
i1exkA57k4g6FcXxJiTCjoqsBbfmhvRni+CeYJ66fUPArO8z3JlrS20pV/ug9h4IxEMsovEBU8z0
y+SmnYCPEyHpqYR9UFRCdqvWyp1WBpw3xgMHzFmMl5o1iapRnB2E/sLSik2y3wXTVwR95nellYO/
w7kJc7yz7T56gNAzaVS3Z1k/R8Glt53vhHEL1v5czsRKukO2XCUrSoYhoq9yfpsIzzjrMye9ufdq
TaIdHpNpW8D8NVl12/4OnGdkugmEA7FFdtNug9RXZ4+sYV2Q3ZL1u7A0SxN0dBZ99c0UdYQuAs1y
ibqMWJpD4/2GV1OhelKXwbbwog6ksqYntQs018pdbKeAJzJzcCLEZx7GZ9bpZbMKqCSq66jLM7IV
A0FhQHjj9NPGJo3d1KtL5yLmXAyKQ4qqHFEF2hk38/vxS23g3dpY+sjjFQbb8NUEJJ4wbluy2vMr
h9SsDNtmwLRJTYwSa2I+4eivxvWQ29bzoJSZWPdJrzVnvlpEN5qiM5sc703I4JedyUYDj6LKAQGF
ioFf/+AaUpBfozgZDTKCiGiy2HbeEHoMiTon0w4wMBrL80aJqG4mScvuWQXbfMpz8rlD44rCcaLO
I4Rqy4UTDxEPIFDN0jZ5BYwJiygpHhz7U867mGQGN6pQ+hQ2+aDiLh2k7dTb4w9Bm41sH0YWExKu
sDGBkaurM4gtKXZTPSqwFGJ10wNIfGzjkvp2UCNeatPqqu3ajGwnH+6UFjpgtQliU3qYlNJLOZZM
EDgGuCpPeGP2HT8Yn8g74HAB4h2sNg3r2P6LwZAO8lIl44lgB86VAdR+cUyrejp+5wdbobIHOw13
kSUWojp/4KApakPN1Y0huxzDLNkkHgvK461o8xvce76mgW6Pl6wDHMRZMT//D72sjPBVchiiuazy
7Funs8175G7iTSOrq51scUOi6wtDs3CLOcyqKePgxCi96GM8zv0rWNyoreUqjJqYmvqg/ZYiK7A2
Q7iJQirFVinXvQ9CJCrH7ARoa/F9fWoXweXHO/dGwnVCXAtuF7T9xVRYc7aW+F5C24A8WpTFtiBn
+heiM9ynKclkt8cf/WJ2em8fSyU0aMoiCGgXTx4dPqG5QlFdOrW/9QSBlkFgtrdQeJMLORrWj+Pt
afsyzbnf8oqFjmUAV4tkdty/4TBXUk+fLHV2bxNsiJvVrdVCB3I6qzDlEJ2bSezcdYXS3UyaObzh
M5EPVEKH5sTQ9rlvGzjlcFbA1WVJ824A/tDpcpXBecR/5nrR6AHp0vV7AXXl7vgN7zvL3u+XLxTg
sOTxchQ7d4APrfR2rhk5+GKSdNXosXFGjj/jQT6aAaaHETUe02WQeNfHW/18b4IFlY4TE38Tct1F
qy2Z2jGWD87lCxLLIqCEmwlR3okxaO6c+58tzjWeEGoojR/F/FF9uLec7QJRUZ7qClkH2yEdyl2O
duAq1aLk2/Eb+txPhUpxz5knIjRqcrGomeyANRYKY6rBXX8NxiB/VgaImID6icQoyBA+3t6hW5M6
Jh/QXSrW3MUDhClsZllH8jt8mnJndkrCqrKPkMKlwYmmFl4vk2GZQU8nQl19X1jPJrWPjzGQVlWo
MYW7psT1v/E1mFArszDzH4Rkl906pzxBlKVddohKI9Gf6WqNmn6EYjFepbJQqdT45XDb+2AON3HR
qOJ6CCWVHL9XmJP/6MlwtayswcKCTpOg4IzFiqD1G4IV2PJuwsQbXKMZqeY1EfFPnJ2d+EL1xbzw
V1s22m5VY0XPD/tPRpvaqc04Ldm0Vqt+p5CJSpRIw/qpyloH3wIyM301xUFicMJKRuYaZou40GQE
nYPsG7VCpxvHhAKFk/OaRkwuiOQ8m4CDwRCPNU4I7Ep5jZmJBCNgL542Jtr5Hz8vlk1i9ivzuNgL
7N9DHDuDZmZwtbXRsK8IqrUvJr0aL2UXt/fHm1qMNfPjYjRjbY/Ag7iepQsYdF4dV5xsbEQTaLtJ
E9OdOXk1C8uIrbuWqd6jWUbtiRFOn9/4h2HgvVkDzCETt2AssBbfZt7aKl0RGUbKCQlnQSgU13HF
QZdWEZ+2aSpOTdeUAIbzJh4oYMM70co11PxmWMVGnVnUMCuNspk3WRchanOi4lukpmaVcl7acZhN
NGuvJ+Yl6ewy29mmTUXZbuakoliL7D/j+87fo8RGAIpUZfzEUbDo4QSf9XWvskvRK7+5dtrCcSVR
Xe7xlzWPIMunBp+PF2UJts3va6IPg6dXpH3Kyaq2QRiXXFlda/1COWr5lDzs4ALTGznpZj9dQd9y
HhGNxSemiAPtwxDCumEJ07DFklabMunWpJ8xevrZVVUZl4XOkbUsb7BIvqWkopAAJ5+FUfw8ft+L
kXx+uvhBSHFTbdz79pKeXGaKHma9am5SjgM38VTV52qR9IDsynBDKUr+8XO2GawgNTsMIRh0F70z
FSUnKkqubwC+znmDRgJ5hRh3Ip4QhYqQCC5H0ZWdwCu1lqEgTOj4DS+XPNwxW3++DejXLLXebcMf
x3cvDEWoy5I7DnrvQUogCeRMk27MFrfBS5BrsqMKYWkUIPPYMiIsqGHr4HrvsqcytDiQOH5Fi9XB
fEHsHuhyVAF4ODNO/OMFVQFLNKUyBLoZw1zbZfYbBGNyopHZDf2hg7PI02hAnw1DWKL5Z/71Dx1c
mkpTIxWYafSRN3FaYpk/ixqLqAtXi6PylMH9NszmYIcE04bukndg67seGcVvayiSb1Jz8gRN9jDB
BeSonu28KuvLwJnCemtERLxTwuHwCbHklHytOQ0E4RTb1Ep95DnBKoRdpGyPPzpt/9m93xWHWrxG
iwQUBxfl/l05vpcXGUIkBEzptsYf7eqRBcSyTa2fAPUGdYVBRvkejohEkOZwkNXkEU5iov8GCtgF
HKEwM++ErcRPxy9tf8nClQEbhf8AAYaLE0BrFlem8LLHGN+jjTvR7RqilXE0j+Gd7Wvm8x+2NWOh
ARdghqfoJpY1praFtCl1XbqSmdmtbB+TQDOVa+QPw4nP59NtzZsF6A9swiXgkvfZ50M3cgLRjNOI
vop6knEVDz2EIxF0O/SQ8sRmaLHP5xHObVHBhMPizOkm89j1oS24SzbnhrQFd+1m4qoYkFrUk0gW
fjoGBS/boIYEMbPdqi1azAAHOMlUJJph+Sk4O/fFif3h57tn+c6kzsw675rei30frkhvqszQasnd
K2Lc1loDvsvqrXM4K90fP+j9phajgsRYrGcJTQG9qDYjVY1ZNcBA2aA9O9599hcq83OmQKkxLrDV
twWMnf3nrBOIQh43CK8pU7vbTq3GZ5xtyv00jPZdV6PBItLcODHhff5051aZcem5KsyN5YzHmdsY
OF0kWTn38gEJq4KYUURE9dT6GTl19pq4oXplBGO+sci8uGJMJ/7LCqtfnVbNUEzH7O6nhNS+44/j
wEtmW2NBpaZMjC1yMaZMWRfFWdxIt+dQZltgcXM5ruy3VQjO7M+bYiNKhRhMBRilxaDcEygl+hRu
VArw8szwa+uaI534BvJs8nS8qU8jJewKOi3D0jzPUDzaf8mTVsARAJ3gprUlwaQxIqv+eGp42C/c
vHclThJByLPg1Wln0YqlmMDpkQS5wSCTaKtHmvkNIVKGAiYyiezWnfYLx6bTpd159YluvJjZ/2pc
f3+YAuSQaS8ar/14wr/cSncifueCSnq79Tkq/GKlXuEmaeCgYjDNZ8oaZOkBWDxn5R++kv9dlic+
3v3V3N9XonPQMMNJCASZu9iHcQKosleQIkRKdzwm1wBv45+1VQ43JG/WZ0RrEoie68WT7NX2sajb
7PL4uz7wQdszHIV3IN+n/P3m43BSoyZWcCqYynCZKqrxPIjW20ZtQ7qzaLdm3AYvx9s8eMskiFm6
xgT0aSZGmzwqQNXk7Noj0xW4sJuz+T0vAlv5wfQ6Xk4CqVtfEy8RpdbweLz5Qx8tpSMs0Wy35u63
f8s41OPIGUrperZWbgPbaG+RXnjXja63v443NTuo95dSfEof21oMzWqR95WN1tTtzLRCsdaYF3mE
x8VX2vJytILqTMbSoBo/dXem7L0b1R/ibxnEuOs2HoP/YAyhLsK3jSUc9NtioTEKLGFhT19Tx7J3
m5JxVPXz3yyGhv/HlpYDo+JnSKxpKUtQ1XoU2jaZhpgF+1zpnnjG89/17/3Y31/Qh7ua38GHLyhR
Na9Lklq6WmH1X2bqLwbSVP8SYGUskJht7CoH/F1KL1nXodFdV32/BdB7al94sF/NOwZqk9T19fnX
P1xHS6FSMB1I1+jGyp1MmAh63xjbQQvtE/d8qCnDoK6vibkEvAzeCOBKaJze01QwiF1CMuNWLwfD
TSjvnB1/vPu7vr+eLv0Fh7SwNJtzi/27cpLCVqyBxWmfcbwIpjr77qhVeykckW5xFzUnQkXEgbfJ
3MOAKMAEyuWU6o8tGwTiOfBkaRL7S4jzVNeHExPAoSHI4FTXopbE2dCy8gHCJNVLjVamSUOn10/K
jRFQq1NUsmThXSJSaULjOhVGdmPASzkx6B8adT82v+iyg1FLWXXzoG9St09q6B5JbKW7oDfVdcx6
eXYCRbvjb/LgkyVHh3N+POTQ4PbfJMYGRHR8BrxJ8a7rS84JfItPtHKwa0K/YtnLwp+K734rEA/S
QkhuLUpUezfj5HcqZDb0/OaJh3hwcOWbokBAtZzi5qKpGICyFbPPcWMnoYcoJXUQK2yGswTXHWjG
cTPoXY7X6KyJ2+KlNOX0ymE6puSCeu6JHnXwO0GFM980d738+gtRyaaCuYwtmj2m2lfltUgN5xpZ
T+m2fdOe/wdv80N7ix0PauZs4LCfmw8ccFQNUiGd9k4840N9htIgklA4fioT/v7b9NJOyQ2VsbVG
xXqvVZEPySZQ/4N7+djKYuRsQPNo4VTwzRPDsEPXjRi3mMLN8Sd26JtnoW7Mh9HwHD+t+QaqlxkE
RzdMyupilH6orOIy6r91I8dn8HTDkuode2Y8uqWmkWxFUt7xSzjwcXDYIqhS8uYYuhdLD4S+MHjS
zHaHHtdxG7TTFlPxrDfVxPPxpg4MMSDt0PMIExzdp7N38rwrdVBymtL97FuXQJWbqBnVdV58r5jC
tkiB1e3xNg/0FtoktxgK7rw5nK/pwwxYD2jzSFW2XT8sJ8gQkXYBR/HU4dXBVnS640wAND/NSLKz
JshbBIC3dQbqWM9/G6WRnOj4Bx8fkgH+QUDBHLt/K0lttKMF/cwNDSImmRfseDNHBX3D0K1/ob4c
3xERa5xo9eCtUXpDqEp5j43efqusxA0LSzTBLdQmrqm3ikuSNn8cf0uHxs05UI3NNKsUdtaLoaPW
p7DFN8HQ0Q8x6WCy+oqoPN8SnDJdFaRuPkIknnZlpiKwVnt9Fxf6eF7rCb5UpSxPlaQOPmpixFCf
qfMYs3jUnZaomPTZRFPcJSG2D7Nha/Sk2iTF2DB0p/31KGBOnXjWB4YDnsK/m9X3n3UQBhJkzyBd
c+yRRxad9zYphdzEjVO6qV9G40oapJr3toltccC3eeI1zDv2xbqV2WLWgMwHpHyp+xdA3JMPAte3
XUz88TMTHHnbWmU2xgoNuHy1O7P/NdXYioAMqNpjrmfiVUk4Rl01oJPzTTGZvkqJS3Iac+LSDj4b
KhuUeKDScpa6f2kNDDJjQLnvsn5FONKixF7puDpu2C3bNyGp6C9DK3ZRDfot0j1S6812hDtnjY9T
L8RbXXnfJACTtULC7nnpAGxSSav9ElohUT4Bdp8TJaJDHw5HdJxLMHTNEoX9Cx4B0dupMG0XtQvu
V4humDA868Qcf6inYtiCc0bPwZm6eGMlST6ceEa8sQTSCRAkZSDdDYCTZvjDzgHe6K8xJU3miXY/
TxuCL2MuEFO2Ze023/2HcTUDeBVJh10EfCm4lIh7NhWgim3UFL57/NXPM9B+p6QpMsIw9s/or+Wb
74n8aB0Eby4kufS27luNVMkeqyJyJdtINzG0iat29heQ49MNpxRjxvyxL9tHTERv50bRmcw988Ot
9gVZ9kAKQdG0XivWcVjGb3h1WUOhNhQ3UaI7+MFb1boyo2yYNlbTPyhqylFpbdQYZ0QWTNYGcw5W
dlFNUb/SlZREpNqCDgSvr4n8nVp24jXEOQFMZyLrd8sMqd/Yo086gi7Dqt/4Uq3uWZrrd3Nh8rX2
O2VaayQV5Ns0q+EO5Wk5fMHpiZHl+PP/3JGFCrye8y5gxnDbFlt0h1NmnShsxmYz7DcYtKN7eH9/
XreklVmXwbfCpLVchxSEzZGyjT88IBHHteHjbM2pe4uBqZ3QSBzqT8TYM75xekgHXowkNjJDp25p
Cc1qcS4jQ39SWyx8RlFR5FOGtvytj82mxxx/6kzg4KMkXM+EdE+Pfq8qf+hKehMT1GBSNWZTB3mh
H4p6w7wa7gx1lC9e70M4sopi5duy3nYhU2HFWfUlg5q2IfcbOEDs3ZmF198df8UH5t95e8suYVZu
8R+LVWBTm8xxSUcBCl+9wbFTrT9YyEEfOQcSN4NZ4CGZSHD6OfrEK6yqxkY8Odl8hFjIFL9cp1Y7
/nEdkGsCpM1WmIIVZ8v7313oWYFjOaN06ZX5DU5yEBttN/3SBKEkQzlNyapM/VMKmkMDGykN75JI
rJdLiTVYUT5CYbIkn8iC83VczeyjfmmDZp8YQhdaHeoYJksLHegvo4qOKnRxg5Wn1Y5DpdMtVTsB
3ET0S0Gs9j3DTXsV2iH2dyys+vekqdNtGwEAyTNbUAsuo3sd+t5PuxTBr2LQ1VtLGYgdSmpofMd7
xqdpd75GOgZyKL4VbVmf83xfwRVVcI1mMty2QA1+epXnvQL7mPAaZ0Ss7worGH63XNrLqE/17vgF
fPpkFhewWIpVfWYHBHkpLi5d5OaB8zR1oE+ON/JpSJgbYQPGwlojhUL7tMjFydgwz7iRrVxxlHcR
JwbGGMW4qszushHmPT7uE+uD+e3uTStzm6hg2XNRV+K/9rt3X4oCLmuIY9VilQn9JPUZ9qyK3Wy5
CzNfeTl+jwth7N/d7R2QyZEku+fFOG7ChlGlAi9Xqq3n+q1vulHtDICSI1H9Hrq0/JHljom4D5Pw
WKIjtNJTm/dPX9d80ywYZr0GadnLPcxAPwt8E5N0iEp2FTDgcQKqmjdt0RYPx+/3YMf50NRi/cUZ
p49gho6TZYO4iGRwP6Vacna8kUMv0eaMl3/fBX6LRkZJZAxpK4qr6wn0nmwqJtKGS1vdeWmtfh1Q
uv8+3uKnBR+7WZ7SHH+OXBI7w363USAJoMIqHapJXn2p2QmYZHL87hLohbNJN4IVRKbjiWHgVKuL
oSr2Gr9LxspxO8fJt+QoW7/10ve3Ze10rrTM4koZa+/EdPn5DTK7IAqcDUImGonFwyURcbKwzsHn
iEJ5KdTMutI0Pzk//kA/f/u0gjaFJY7D4nIZ/9EzvNiT3nlgJ2CGOUGH7j4gtPwqBKC0QmSb+rs0
HoHc51ESnug/n1UC5tz6HDZP7Vxlibn/OklQywYg+Z47Es9+U8/brHWXNeWjZdRXOigE8pXK4hxk
uXwAnuW8skVTtxZn+RejXRvnorSTPx4M2WDBr0BHOp8f24v1LlSKsIJX57lR5dgo/fL4bACt8OxV
cNmBFOXmdZlZfeoC3IhWx18GwogDwyIuEZNRAinrJ0loT/I5Fo3O3wRGY1/6s6pt7Q/51G4i1Kkq
u39WP7kscDP6EENW7E4HrCJhn+CxLXUoEuTLVgA9yWMxd1lLgB5GGTX5itwl+MoB7G3uGU67gt8e
ik1QwwhdBTH8q7Xj5WQdUpAew40X5uIlaFsHBomRkyrt5HV1W+KiF6tM0XrwU536pZ2pr3DkUoy1
MeWLnHReIO1wZglGXXFshl66TQ1ESYXK2yc3qTN+4bYYfmeo76+cKa6dTSyr6OvQmGTrZpzyUmcf
JvFgFGP+DNkJNpZfjOWzGUv12uskTPwyccCllobJj5k3cZg1ZjKBIIfg/efUDIQ6mlajEPIUAcbC
6JKL4UKqXUc0q1eNAZmHfYGdHu/LmZMmpbmWk022VmAVrX+lmDoIVU+tyh+ORca5a5VwB5GqtF8J
KmzBHhZGaLhWYefBHcm49Tq1o9h+jI2xirtN2ZdQKqkl2V23NnEzQ+px0GBkLdgbF2ZwJfUnjbMi
NkaS+0tLcn1lUvZrk+CSpxDT5nUa2mr+qAW+bUNNkA3+UPg4FRwlg5goPFFpn2y0IHaM2RMeW65p
tVoFTzngpEQpVfnaDEH8HXq4iNaR6gD3NxJBhpj0IDqt+jbugZuaA/v+CbJZDeI4HN4601DvCg6k
34I+hh6sWqkKUE/x/RqoRJ1MzzX4QMjIWenFZ7UlAMVMIN4KaOUcDLmk8VghMcY2y7ZyrLsHrc4o
5WgJxSy3qE12rXqM3xuWZdVMG4yq9XTB2tkmkl6KJFgRsEMWgxPg19+E/pzz3UyD8nss6QOD2WmU
V4Rf3VJpqSiaAr6vV5DiAoXEWq+hqxuddWObIDQJtlErTK65mayqgjOcPIG1syoCZQTHJWXkjob0
70uDsYegNU/edsgZCdabE7PZARjorhQzjV+w3rM86Co9+cLy0r5rxrKAnFpCQ5hKIiPdVicFYSxK
wAq1PlT93Cv7DqxoXoOBkorG34+YgLhZNQdkwJuzgo1jDuo3nY/tiUpP12+wlsM/BIJZnYeVqkL7
NUl6dlkfDT84cO5eDQz8c1VD4DFUQCgT1Awc82GmQD9w8Kl/N6kLgiHr4px85XaqHvERm5CWDLjX
qII9i3y/NlR9MPsj/C/KJeFbY4BmiTpK3asaItKtJ/ShAQufphexUtTZrmbWJy7PDIbKVQOlRzfY
lxHH5D4i8JJTQv/KrsVwr1Tk/wKONW/NWjbBGUnDGBgTD4YROGnIdQG7lGuhRNMAeUzKn33rzEQ2
HpR6rihQQ1doA6PUtUfMSuuU88yJunggclIejLqF9WmIt7KJp+S2UwwYxT5oi/7MUkcNMCp7Ogi3
UCzDc7hV2bdSL7JvwLuNZyhbI9TKsurilaxN57sd+aQ+j7pXULoo/GRYpympF6smjDOiHJTCZ44j
/BMumBHs+sjoH60h1s9qM1CwcTqgIYrpooXT8mMYEZPBgUiil8BUQ8BJBcxVQgPN6gfBw8Wjj1Re
Wze21bxoTWJpZ5YpIa4yMLTWGnZe8KT6lvWkR21cb4UdDbU79mE6fKNqhum8G4QZb8Yw0O8GIp6H
HR+Fx1WHhtr+DKsy0QmyQ1ENo5g4ycvQHyGdeUKzjG1SUZlaafXAYbdTe+8JXZ4ktVVBoLQZoa6H
WwxSgN3VZlAvLFapyYooGV+h7hyr3wsRT+3ZKPIUAmKiNAQwaOxyVhEgydGVtQCVPbRFDhcy1HFR
ZKoJ+NAuGvm9G2r/WZg+wq+pDjyPpNgWi9k4qErtxtCQ1PM8ELBTCx1J1VmcSlI3Iyuy19hB4vaM
hGTjWVe61tsV5Imm57Xs2mIFIimAEGmoHj/2vi+3reql4aVukUEZBLX6Gwc/hkIxqHF7lZjp7LOP
WFHDmxC99xQ3Sp3dGjrnIDsQdjATJAJafhWPabSCeRGMLtzU/qWVJuCv0QxjuI9GWcNsIGU1eCJw
p01/NTEphm5hD+SAplZdXGqt0+98K7SeAHdML4IVqLFhBAVPExpe+NUyKhy9UY814iZusC5tYsgt
0Q9PYdZZaZBPf6NIcDgYVduEWq2hjZA8pqIl5lIGymun1E5KHYbShJvEUTVAUA1CkI3OcDOlUR/f
07V7CK1+oZ1FWqj8rIRo23Oj9XLIA5YWr3EaT9kKihfMKM7Pncm4CMkuyoErKsBe2Kv0Ytsj8DE3
iDBRE+A1aAC/j9b4NUwb7VkxPK9Y+wRdwpVlHfIKwcK/EmFckVQZp0zt5GeIR7DIyktZC3DMijGw
H4ACY4AjoErarCMAjxA2JUHReVxnTykyIt0t8077rZRd89Yb0/gNv3TPh1eK6BLctmTJkI2yg9ot
ZiyZohaXUK6JMc48QgKAYITJuWnW1rgaskzcUkhJvusy0G8qM9MHdyQDvnkyqii8boB2VK6TT+VN
ze+CHg72wtqoehD/CAyNUHQow6m5HseO5ZxlR90bIEcma1/1LPgoxKO3edUqq0HV4mbTAXMr1nY+
mJcNKJzmPAynstmJIiYbSUsyHZ0JEdZEUwNesrn+yay2GG/EnQiy4cGDY1PtZEFiyk03id52rX6G
pFdm60hOFejXQMz9vGQmRda+YheUBe6IZcxbW0o3vsZNNkf2RCCF4B8p6rUicyTRMsczjtU8yTvS
Y4cLTydptjfSNwNIUrguSqFcJwbgdHfi2MbsLdzNIV2I2YYaUrcLmjy+TOyitLeq00ffcr7HZt21
ShK6WVW0MDMbobzYcCScldkE9Ws1AhNcd+zgzY2lFPZFRvwpUH1CslliIZ97zQZ7p8IqxsPO9a7S
VNd3UV6p9QzW9NVNmCaA4oRNyi1YU2d2pLJBIHW5rD2yeic5XRhRTz5dNCn9JczP4AbtWBa7aiPF
fRLGK8qMgNEJPeKu0zhieSxKnamk14sER2CXM33n3pQ3aGAVYGjeUGTlhjCc4ZLsLdWDVY1wYEOU
OslxjPxD7GqmDVY+zctmbQVh+UukQ/vbVktWRJlvpdCWA3TDPvgknO5jZKnYomwlhZJKfvK60qcK
Lv6AAZtgWgp1K600/XaNVTOG+GoxcK6g+kr87aaZ1Zsx4tHMmyz9VNX6/Vhgv76CEYYDGH6ci4hL
dWpaoeZMiCp28aQEWITYxxC5U+XFJSFhzsqzRuPC6LyIkxIj/mLLpr+F1lnCrAy9h9DKlXOlltOZ
0/ryPp0ck8J06F3CVjJX0JmMXd6ScxxFQl/DUyPEIWkRr0+9vYrgTearonw6vjU6UL/BX4qpGX+N
CpxiaZ8vp24iFAwk/qzb32kWHGYBV2xdFMK8tpw2WieaF92wwA7EesC6dVO35Cscv4rPBRzM82zo
2Z/ND3dZKJaD01dAE4Ej60mzJhKuvWesYTmejeWfb8z3mlrsQxWycss8otJRZ0pwFsRa/aD4ZKJl
bCJ2yYhRYirKR8Hy+OvxezxQd8Dgg5fKJG8Gc9G8Rf1QpSc3ruo593bYV1T6hpi0cqOA2jixzT74
JJEzs8NG/Qg6cL8VMqFjO4nAK+IQS7+mZN7UpNaz8KTqdtKlc7gxttPItCXsg0X9hhxYXP0h9RsR
QUyrcg5JWXneOyP7puMP7/P+nQ5CMeP/tLR4eDl4K9TnvDUOxIazQHr5mT0O4MlNiXLXL4i3DuLg
8Xijn8twFMVm9QAeUj729+OND2/MbHsvKJIWVCXmP3fUZeyG6g35XxoM0BM3OHe7xbjCpMNhK2V7
CxPx4garzAdkJ1PH9UpdvPVObfauYTbiIR8a1U26MHsMMiN50VuYf0Nu6s/H7/VA76R0as4HBprg
QHTRb3rLY9mtUzc29F4+kz3TrqURdn/ZCP5/IIu6t6ppq7d/XL8W9T+Yyn+9NkRR//fc1M+cuTv0
g+Z/9n9a//Vz/y2fkzb3frLJGqged+1bNd6/1Yyh//Pf/EV//87/21/8x9v73/I4Fm//+q+feZs1
89/mc1kfWUQcdn149POV/P3nbl5T/tz31/RH+PrpD/yd+Wn8E/oq7lBBLdZhj8Vr+jvzc2YX8Vnz
/9V3sBGd9e8IK8X+p47KiuOU+Tdgm5tjWuu8bYJ//Zei2f9U8YfiANAJv5qhR38EMDKduSP8u6Oy
O0WKxKn5bBie3XlL1EkDMLpVREvQOuVbh3BrLLUXjp6Wq0SvOe1j60+5wF9pleX/ritt+Fqy/HLg
z4caZm837GX/azCikWnOzvzywklVdd7UdaH9ZmIlDa1VlfppcJOQc0dljty8/Dl0PLtOXGINCbaI
Ikv7rjtDnNymWPjgYEaaQiw7tJE7bAWGf+4oM4zH8yYwzqjfWKkK6r7tJm37F1Fk2bidlHa0yTTn
2GtajWmcjqwyIq0irqMZDMv1sQVWl+AOIU8WWl8PrLTYDpZ3VOBRza5CBTb5Ri0t3960ed7CMAwg
veysCVYOuxz/ez7pGCd1y7kOmy54nBStu2RXWz9AVm7WoggHlvZJcTE6mc2F1e1DhfluG3r5N1HM
OTl8E4mk7kflrL+kJMbibRSNS3Ro+Spn4CYomunco9h2FlLI2plDHl2ravtFCYm6T3SEKhIu8Fpz
gnoTo58+y2AIXdZ1nDGOGd/GBtyCV6j2ZZbW8lZPVQ9AP+E1VtJSqivbMypN5mYMjK+Q47pLVMzd
RUDB/DchGc0F8SbGLq46dV04pFGWNfWbHAUrlQnZvJip7a2KZjRBKHmYSdaAZnHTskbORfOFvXus
Z2tkHSW4OcWOjPhpsAhG2say5kWtqkLNqzsFxLbzrSdHp7504po/smKnpwPKr1rpsD7n5ish15R6
QG7CLPS7L1EXUlOJfCr7lt6fVTEhmCD089uMOqu/sa224ETFiqFN5y10SMzWsU6thBgk+LmUep/0
gtEdGuRjbFmAZiNqR6oNXm7A30ZuQgWrOIX161UAJ8npaQAMC/6EyAScd6C4tnMfhuRfbS3FaZHF
Kp07eHp/N7FNJSCps0vjIQgqHTqy2XbfusqzxZlRNKF3MUWBEV3XgPkJz6xBQ17BdP0BEFAV5+wZ
2/jCnAMoAdpW32t08Q856Cy5xbPUs3vjZKo480ixOUvs7I41Mzu/oGjeJrMxz2PTEs+xgBIcFaN2
m5nkmrZjdsayjywUJ9PSy9Rms6Wrlaxdgnop2iWkeG5bX6FSPbFLrH/WLDjClREHkDpJfNhpvYym
NXj3iXBETnJmFHpsOee2R+jmrRUUlCFDTe/m72C6Ep1/bxCyVLZTshNR84aQBdwsi+yVnpfGVyrg
Mn+pbaqAl0Udz4IG0nguFM6msh/o1ALq3okoeleOIrFcFk9meZlI4tTdUCZIlChY9tHPjrWVs1Zb
eaPkbBDgIXYmuZw4QrO1yDpW7WxtvgPjgpifj/JnmOvncVcXVwxQePzTqeadBjam7HXhl2F9zirB
/CpINRPcZwaIvlV/dNTPLLJDugpxbTMawy/GgkLCvpcINm1mDjhdCWJj4t+GELJ+p/cEaUxGV1+E
TggdYPBqpKN9FlQ/uqRja+aRNFZuOjYP1GsJTTBXFnaFnINV23PO2NMH0QZmAcFQRStWvmOZV02m
aXd8vAO1hTS/Ro3b7go/BBzqJ9O3URB1v2usXlnLjtBaWMO/RJSQ4QOcel2XQj0PlBYce9dPT1Ca
vyg59drQKGp4htq0HdsEkrocL5mP/5e9M+uNHMmy9F8Z9DsD3JeHeRh3+q5dCkmhF0JSRHAnjTTS
SOOvn4+RWTWZWV3TKAwamB5MPmQCqQjJ5W40s3vvOecz9kBLA+q7wbkMdeae3Y7OSDjmaAb7tKVS
8fzOPFnuqLs9TXnX2Qed9PZBNP4oU269Vpnrt25oXqShvD1RY/pcdciMmPUFF4sxhV5afu/SgyDr
eN8n8LfXxIeGm2WiuGRpuC+TSep5o/MF8TtxzFOtZkBs7Zw2G8Ao5RX6iyX2klEeq8b8EeVt9sB+
m1xF4YJwHMQfVBKyerY9c9dD4Nf+yauprQfhL2/FkLZ7wwyWN5fo2QqeRFJcFVVTnfDVlfdh7zZn
wH+32BV+zl0NAS8Ik/Dsh0l7VQ/dcp7mcdi3iWc/lEs4vnY+qZDstOEpL1V6DhVjCGeuUuh/wukI
ZHfht2s53WIj8PudmMje2Da2914qL/rm6CbaRcBp7yBTFPcaIpwbJvU+sDrnSCnZHGECGEhYy5IG
/Iq5m3zeRCLg6f5PgX81q+GS51VwE0zyqUlqw4udLpLuzl28n2E2P1AnuyfaMOrQF8lVplU8Juso
p22PrbDfhTVuLV/eGfUIX4PzsqYZ/mgTEQ7b654YnUsaOtsgkPOeUdF0gbS4AEsT7ZYB27HoR/Cx
ekg3TQVQzcwhh9iwckc+tn3v6gdbs8drZiy9S9ZsZgZrzSl3vP/uc+ROfKtpECQQuNEhy4P0moBC
c8+pv4ZTV8nZn+thm7pG+uFa43helsU+eBrwdKaC9toCERW09J7qiFlM5elPwqen+xCsS59nT73U
67TNvkV+dNT41p5GYkqBYRk+mSxpthwSZ/zZqva+RDOVSIhKg/Mm+z5Oi+yMqnxTZuC2ihnF+ZK9
pBjM1Gje5r11Dmyc/YMPwTbP0+uicgCz9MUDkRVXUTGds3ApdmafWnix22eySI+Z3249adDaJPWE
pnF5oTLVpxkdsr3JZaMPdrt8LUjhB9qm6z2K9Dt/Cvld5j05ESaSXp+Tt++/MdglfHtWjK0Gkhs2
i/Yyshuzkn3JNR+yMomeyoipHCFLGtZblz6TqpAbW8eVetkjt7SZ+6nClbGgz+aQYpsP2WnJlUHq
e5UxS+mlX73bznIrICPs/KwmW8fvnRhyB4jQceExRNCXfdoT0/RuIK9suLZKh7nVSBzvRjlME7Na
l/sc4zWbdWlesiWpX8Ip1DEslgSWOYQohkBBnfsHniCxt3TtnEI9EBFfjPWtXMYM6p0rxrNN7/Fb
36Dv93odVXFPxx7uWWTcGw27y0Za02Jt3AFf5QHhyPyutA7rlXRjcJFcCsume6ObDtJJiQEqdWwV
vChytKOdNSgw6jku7zvTHoZbZIkEwNCGvh17jyxK8D2EDk+6o0OPjKkAmLcSldwqaGEdWstdVGj3
RmQdE4fSIddqLjvSzkvweiMful1bEaQVX8cyqdzdMOXmrUD5fE2HBUl0XfTxRMv3mXTN6n4i7qsX
tnFbpuay1Q5rd+G2f1C20ET4e/219saH3Ji/deRE3YdcwbduW95yBZyv3JE5PrA2hkYzGS77StSP
qWSSOAwW3daif6aa7mPCua5sE0PK7GY1UkzXjCG+pLfcWogNCJqbSZoT6Bmo4C2WbDMnzxnQ5o/U
N96rwMrIZFkn60EOeMU4Sb+Y3j2oQrEnQT4RUzOc5rYjO97m4ESdODVPfKzqW52N8spIo8/ZXbq9
6kR5bKX3IgzZ31ACOadppKVu+M2jZbJQGfTgEy0FidVuy+4K6Qn86WZxc+id2ZJdhR7nyVZ5MMCr
WTl3zHOWx8lbyrNDNBf1e3hdWdo7eHA7Topx6cbLtX6q56x5sRKRHCY/IKmjsAgCFXm0JzTa20XK
4HCNhu/T6NwDwxWv9RrWHdRQpgbEe/5k1vdJYoidVc/pZ1TY0VUbLuarlw2Q1Fvufn7XvubMdLdp
k4YECDSPZt7Ur2AOvxuzearCIttGfaG/mVLtCzXlxyqt3Q+a+u3ZI8b7YWAOvWv6JP1gHBR8tI43
3vaZ636Nyl6GGysJCm4qiffYTDxiqd8Oj6O5VBciwsCjuyoaf5KCpveeUatDaZnyYAwBZ5otjYNv
d8GbtvPxlml5s0l9k2EeoaeE3rvVk/Z42SEBsY+mAiWTj/bBFK4FeArOCzkGxje3mps3WXbZrtUk
BZFgU9wqYUZbIqvq2yrU5recFvXe9Ks+Juj+RaG3R/2goAIRHd9O2cpiTSHbVUxqCRIaiTiwASkl
S7KF772cKzNoD4u08kOHdjUn59UO2JGiPrnMiaUOAmjafTQOcdjDqASLgf/YJyvxriTrH6rDmJ/p
ppdfCeFaga7IN3hQH5gsyjO5pivzI7nPNIHqbTZY8VzQXZ6CjCQnLvIxQRo7lZO9bQblriBB45Vh
snU/9O0TGOLuQqLXdVrTNCz9MduE1JpHBCblbWs43k70cFeZrUbvnsx43sLxW+jO2V1tpf5FLJbN
MN/JGPv01rYkMpgQsBSKbqK/Ji2ZrAhl4TZlzgN6Ou74hkk2qzVXsc/kAFBnDyo69aKcSW6in5Qq
MndXjhacgLEB/2y5FHyag+b72qPecbXN7xBzZw+U6VSXSRDJGx+2JtBXqDeFIwh0C7P00rUA6JrE
MM95J+WGEgaYCABN9jtDsIO4y12utLoYaHuvRqt7UA7YnGGyqH1Ire3WHJybsqvS67CAgp5SZHE+
WiszDi0pwd3RER0D7wbwkzi3B7kvSuE9NOv9J5/AJrq2+ASKyBOK/IEOI7i0xMSABCorOE2gPDa2
6My908vnAgzRxs9S6tBhEtTeoj3qivSaTQPOauvNTLjT5hWamP11QQG+aTqXQD5LIwHwR+9sDL8K
5fxVUvS/spxPScskPCARdV/Urn8wlBIdv75fn1xRVLuaRkEfF5FOUSgDhIwh35CijnGw3TDSB1qf
zM7ZLQuPa3QaovYorlIVhofES64xdDzYNnzgwjTymzELv7a5ii2zjU4iCq8d8ky2cwc4bipL3qkm
uo8Sj5HpqJLd0uXv9EmAQbTMB3xduhciy45EBS9kfi4nM63eVL1iTLpByltlRoArcnu7WFlwq7nG
XkDmCo20H8xY9ZnZTXrMvGFcGZD+0aZZ8JYEoGpxvKCCrpeDoaOLGHvxaADa+lDr6Tw48240RPkI
Y+uq8gNYsMDT9qkb1E/dmmXN5PBZMr29HTkHSJ5FlkR98B4K46a1ms9GZs07ZPH+qtIlsUlMocxj
mwp/a5kNhiujlHQfl/AcCLCvxE6/ZGafHwL0lu+F5Xuv8+SaB6xMVxXTty2bDKwgeyFTD2o2fNxB
WUeK8DenZew0usOr787fWSIJj4XT3gpJhNacTOZV3rQwKp10x2it2HtD5f6ESoYsgabOJiqQSzC0
DVZseo/0EUEMg9r5OBjOp2LEPG/CWuax3ZkeFHBVf51VObBvZ/1dIQl3oGTzYw5eIxYjChYhbAKX
rRTIIl2UHbGX7TbyqmHv17CYzdY0Ys8lsmdxNVPzyOq+dorWCAxjF2HHtNzTsa3OorSpgM2fywxJ
NbLMdN+aPA+xKAz5KPTyvWA0uQl16KKeNvvrxqg5K8MORgN2qh1TqxmTlyMPrdn1aELUfLGXyDyk
MOiREl5NOnjhesSl3K3ljWjBPA1gp6+AdLfbtqnQKQKgCd6anAI4EtnPWXOWr+D4WCq/uSJeUeyC
JAqu0PpW21DonZl5z6hXu80IdXMjasbA0TqN9TAaHhhYz+/VYM03kuzro0dGVtzVyyvh0cve0WNw
lS9FzY+mGW6kibE1a8O9r8Zu5ulxkthKh/q6zaQfw4kMzvRt7ccc+dte2iYDVnOt65wFmNwYUhN2
wugPULZc6mr2+IA6Y+eGwX0nJsDihAohXQjro06W7tTVQCWtIbK2fW7/pAOFGsYrHiUJ/5tq8lac
iJ1sAqbO96pkLEB386etiujSKMc/1nYwHG2rMLn4w1ioo/7OtxGOjNo2t5Ofe5yBsj5P3J9uonCw
gQBLcLUIH8DVTzQasSUYVExQe4gEWG2sqOPu4ZQQMF5HDe06jHp9TeZ3BfKsZVOMknhxsDMoOYNe
86ALCfjIhqHBTSdDgDpKoFHwgTP1mfHGiWfsbDGZlxAk3ym1J2dPCs2tbuo1laS4WOksDn2bMdVN
Au6O7A8rSj5E3eVOzS4socIVM50lkjesA2qOOS7BDe6gE8ldTe4lU+BnndJZpL1ov6VV/0Fi+K1d
J31cL970PAyRXNeWPNlWPh5ogt/OS2/Gpe/+wDQJT7vNyt3U++VeGIyH0XDM296furMNFOIqAWy2
E00R3KESovOaqoNM5wnaMdxQNWg6iG72Pqskcc7U7ENysTU+so3qZNYeiB4o1ZU9QMTD4+Z5e7Q5
43KXpHTiEf0kZhMHykZHJZEPr/nnS3GFOIh31k8w05BYwBCdvlmksucuYMZcMglKNzoqiuZ1xr1A
BW3OpJqhjwtfp0WiOBA0cV8qaxJPuWK9bbpGAHkabbB/cZ+KdoSZNFMThpllziBxHEkWZYJCkLoy
nFaaRi3Y8qRZUaVMungUJvFTP4yBdt194E8Tecx9a6OlapyVyM6PH+z7QZkU3EXnjEtskWQlrp2p
t+1zZ3VE1HKhtbKL0B75hp7Vl23MpmktZ6PwbRJcU131Z3fiWdosmY9VqvbNEf+Okdi3QxHon4ps
t4rmlwl/epYrZjWntXxH5z86BjIHYtKkTzWy8b3SPte0+joZg68MkpetrGjApVPVPzSpd+5c6yMB
0wFqx0IFUpdgSubguxqs5ZmFMH2lfwvDiWBtm0tdpV8QeRKpWdDqqI1o3st5IXHFRjKDsiUU11Eh
zbTZtvnSrNfysBtio1LF85x0/XBvr7FCtkYgikSVRjJCT9U85DSQil2qgGQ9Nv0kLiYNoW0paVvK
Pq1fyhHGyKbGsXc9iYWxRGYdQdx2W5mValutOAeOzvZ5VuqlauunmgCWdzRK7sOIiuNBWLrZ2pm+
mkFVb3xgB98Gt+BuMXiPcFUoC9gkMzYluz50o2ju6iETpzIySOcbaZk/LzIJTo4IvX1X5P2rvWT6
p5M0mLrsvNAbR/gA3NvkFS+ThoBHqL+jUutEA8CDl5kUPyN0NnqbsWOEzAxaaV2Hcy/kBq2q9X0m
vYgtZBGefq994mSOda4q8mxdugVHBzVXemDRw5DKc4RTG3AnszzlsDyRxaaiI5Zztgsv32EPSTqi
Azskta3N4IcS2W9p4jauzcvdqKjYRTkbwqaZlWz3MHPrAr4ec7an0vV6dM0bXJCmp3e6rMEAI8/V
y9Id0wwrItciQqmmq7Cb3hkFJXBh+Wz2wxKhNFow5hLE+zJn7R2t6XOqTRB9mRNsAt32R2uhU1uj
zzw1jJQo2ZH6LJM2z8wocnfFsXPr9AAwENjk7Z2UNrbHbgfkr1y2YxpeRwryOPOOzUS58i3t+9sK
38+2U3N9sCc33ZeV9I9mOxu3KI7aWNCU3CqkMMwRCnaSrW+p7pQIwTBeyNq+NGT4vcGfC15TgGFX
neXmO2txpresI1l1pkUKhDejKwtAgy4vSWgw2qLwGHZzeh4zpx73kxh6weeTS3i/Nqe9yFJMXxVL
hmhbFwdrkJl2sQVYZK3kxweoA28LQN5HBgPkX1unSWeC4fmcTT+Xvp8PFshJnoiqRI0vmp2y/TWx
hak0mB5tbzk/xa3yeHQ3S7iayuhU7QM1OPTjXY0e3qbl87LIyMNpaNDGRTyqvvmd/CFbesxk9/hX
whHlltUEcKzhDlMIu70e5mX4UCK8HSYKLqL8hz039Ag28jyfw5wJ/Cat7fusdW78CHhZP+hDqPKb
rpTHXvjRxfKTsec8KrrbCIn/tct0AIBJBFmljHqimBDybVslGfusWaYGR/QThqUbph0cihTT913A
qjRpAj5Arrr2O6Sci3fOGef1+BlqRpooYI22o/kcvHuCPrXrMmXKoiJ9sHTmH+kCZPdVULS7iFCU
gz/bdG9RmWb4WqDJR+WHWEBxRuq9EbDzgMQe8T44aE1mDun0vhbm/Ml+W7+oPph4GoGOoMS9dQ3p
xWkwhPXWoEMQ905JFwnxx3Qc8ZU+kn3jWhtkm8XJnizn6BQzyIeltJ/oyv6Y/PRr7ZmMv3jurjxY
h8cgnZZYh5jsohpOBuClu1TwGW7y9a5QeWMPcqoOT93MrKmHkxlXZP1tyPLQiHgd42a0vD62LFFf
gHtMu8xlf+aBDo3HKmy7R6XKB1gBHRUsqHK0x80mswh5NwSE1bTyCAkP6vbUjMFLg39iY+oQARew
tevasCkCEzQ4tis/0lUvaY3pDbrydtdbfbCjgCtis3Z0nHObA/D02gPZOqpk5PpWtM9ZCWuwDC2A
n9b0TmbFsg0Nbu6xzopw47OFXBqnqa/TQfixm/qfTeAxpMGm+AQD2946pbr2PexWC7yUk5Mme35B
2tF+8atVdtOYJb3jRu/8eTLeADAYG8GmdQZIW8fWuNRNjKo1e1Iup9ilhPrc32jJNQlhoEz8S023
P3nrkbh5u6GCf3XpEvSpSlku564jt8k0Ya43ZudiToLSIxLcdjt38s9+Utv5VwYfWUGKHIXwsdQT
8jsqwqz7SJDmXPrET+CUjrYUv2mz/jM0G+JH8zj0P34MiDb+LM34v1Spgbzin3Om3vL64/1j+vFn
rQZ/5e9aDSRPCINQXkTECq6x6b9rNbwvpI3g+vSIGg/Q1aGb+ptWw/K++HheSVZgFI4feLVm/U2r
Ydtf3FVVETJP5MvIP/4VrQYEnL9INUgYISoWRd1qr8eb/hcXWBeiio3UZMJJ9T3E5+2YDM1jKhr2
wut5WQp03j1Y1esiwVjRIaW+AFrpn2YMm6DJYZZiMLX2DCvbbZ3kU3uKZkQROa56WLhiRoBpWg86
CF8Yol8CvBoHkgmmQxd6a1oEjaOQGHQuav1yabJUHbk+bTjHvE/KdOaaQj4F7RTux3F+BkQXbPsE
S8Q9hgKk7mPQzWojXN18Ogi5T+BZrWPvIz8nS7k5Fbz8Iw+IehRumI67yWnDi90C0bMR7ONgau0t
F8x246cgZ4nOo9BzxatrDR+jl10cv6b/aZobNYawgMMy4SYigKS6ibrwQ+/GwtoD674P+vAGS0ux
dfJsvAQ65UKjSRPrDgsewvynM5sa4XrK4buRbWIBj6enS/tRDufeLP2rnB3zvVMkqzExarez6T42
gA05fcvpgDjW5jIcRrumbqp9VpnHPCgs8KLeGDBG1c2+nxjHT7/6pXae7+dFfdbhMOEp0gLYHolj
Zl2wlbNPxCA2x50Jx29TyuQr+iW9ZbhfCMZ60JmMFoB2lcm7JRpWJJIznywzk7cWM+7NLFV7WSFO
23GdVljOkJ4KYxjjDt74kyIPG/EpFsLPHhH3fsql9brUyl2jHZ03umDGgblFfcx4/04hHVk+wHww
Cam1HYr/AVrN4LJBRRhiYjgEJGtgfWHLxr4yJT0nPqpgbAiTPiK8EdkG37Tbs9lRzXvYcp5wccCs
H1qatkXg3ddhZhwD0efx7IwUhLRzL6GWHCiD5x7SauQ99O0ZKLesgs82nNtXEn3hXYa63i6Y208u
GqSnAuvbnttVR/9W4Ymry/acpXZ/iRK4pxz9XMP4rW/CnKtzXrhpsuHehX1gtkpjP2aWezXRwbn4
YG8lWToSImGlPeuQ9FX7rqdJHbRnmNzrF27F9sLO7XShqbZOwXE7RT2uqiiBq9gPy8nOwLUXSwgZ
Umov4l7KwYvefeNAff/MlPHBtegQNJoKtJCT8RxVVhO3QzQfkrGN3ttGdl8N3BePLJyFlYJeUXrl
fO9arbefZWtusmCQn+niGmezSNVDXy7G1uvzl6Z2g4PXeCP55aHcmrQyNxOO+Kups+BuJrVDMQ5u
AIlmj9zSNHYzLRvcbKbMarxQWfATi153iKLGvQSFvsd2niKnafJ7eGQHtV6MR7Jm+7o9SkxgN3Pv
n8UAiIXYwuMwdc1jsNiC4UR2E3j+YxE179QQiBE6Gnv+UBAdhLhiihSzisi4Xtr0wVXuB8FA4LEx
mh+yTlc01pzy0TKioN04uXUT9tZrABn5mcj9Yk/E7Hi0e/eogvq9ZLS1t5vWupmrytkWxvLp9Ib6
mFR1u45K27Y9IJPBPoX+K0zS22xZvtaRPCTgVOtRv092+qpV8DWhH4ySuN6HAz3MgFhq6csdcY+M
mfqfBO6nl9b0Xq1KfQZ2wkC8m5IdOgCq3u6WKO/sLcc8vGmXKmCwN2c/El88RFlww6UZcctsvLS5
tV9wumHZzWLp5xf0JCc/M14NNaHacg29y/OO0SXDKKoZ4chs24rsjqnz2RGBsW8a82yMjdi7tnVF
7v5BSYUtzxF7I0+LXacdtosg4F4u3Ed/sOWhKjRbY0Ag/NPced5P4XbV3gjSR8dNmI74+hJWvH+w
AhrK7ugG4IpBw3omjntBRqUDMJuuNft0JKKZyizchfV31ynF3ulyyAJ+dh3qke6VEVVn7bf2uXbt
myhlFiQMdGNKRMuxr7wrcNgLloXqkxbJD9jVB8+w6fi7GYV+d87pumxm1xBUtdlnOgBb69KnUDW4
2ChOM3fe5WFy7bS0PLOJM2Xogx+EJQ00Vv37bJqe6iq6zDwZG7o+9uto8DyNeXFbq0Ae5wy5Ad6X
+8l2drg37gC8RT/LNKOcKgd/nw1RuWl74wavmI84gShNrInNfunqees77SHIsSukCyErg7sIKsxc
bTrVEMe/BBdG9YqO3PLVBI+z6fFVcdo24LYhKj5mHdZfDSMe4KDaJUVY/QgrWT1EBh8a9hv6UXaL
y1IWw3Cw0F5+hn00b/Ieswr1W/99gdITQ80eDpFtgDwKDMIjUzVlxWUKuiG6HwEGHsSyDOY2c4do
2hNQlNzAxqZ7kKicznTHnOBjRJX5KDr+HfdmU43bMBsVtYemb94F/v2YJe2OHCUqviHzaJvTyM7Q
oEOnlwk+uU7talVsgRGUqGRyupFLYpBi6eZosOgk82F7N0XYHWykWgej6Qgfsrty72su/NYwz++d
Wfs5wfoOkIa+p0Weyk6AxEFfNp/lEAVGrHKp5qfa5xg85y1G0p1d+0OC62hmXHE3Fznig3KB5tGJ
LSThel80K9gyyY8pJkYyWN+9Mdt1zKMQFcDQZdYsym9mh+IyU2a6ZdryMpMTfeKNuTMlzuZuxPpk
olzxut30i1Ke3iRuGUcVHf8s5wTYihllpJtbF7PSH0LpK5+mWwwB8F4UjAAy4d9ZVj5tW5OTdUjS
CWVGx+/YIRpNyhpzjLa2QYsdh3S+OeYjJJpsWqI5HvWEVbSq3gsfNcCY+CETf4y43byjM5sz/rOf
+mZ9NmFosKu01d6bjA/dzgU547I/1JHz2iKQ2YwySrdk0aRMKaca1pf/Ne/0NRIbPNydQx8nwFZY
GfScE7MWu6RilbqIcDdTqZc48bQCUpI7tIxMhQ3TS3Rcuul0XRppRorEVB6Z05YHpBd8VTbf4GPR
AgwmH/h80uY5uqchuWrRNt24fVXFoWcUzxODgAsc8uFRBd5bkHXdvmtIUNFq+Inyat91vBQojrFR
T+rENcx/KyBu7qLCHbBI9hNTjiwC7QOZnImLNRCQ5c8vJaSqfTWVRIql+L1zPVwiw3/1GHjsSH0v
nuqaB74HusYSaEPc7oyXJq/LP8Yuyc+6BnCz9QN6JB2q13fcyfGA4JrLDaUqBxvOOkQx8AlCBtq2
wM9Fsb01hqXmDWhXhXCZ8nnsil/KYXuaS2TEzS9NsdVxm643zi+1seuKpb+0w6pCdrQ1I0nOyU2h
+Uz3ArGyU7ZzuJ9mpDTkeY2vqc71uDMyA5VznWGaug5/qZ8V6u30FKyiaCCM6KMZaMp+X5tLXt0Z
qXasN0lr+9QRIoEips9RED5nhSzMrTMgcL2xhGkixp5dHfwQ8EARaSOkSMQ5qoJpONB/mb63Qxoo
I/btqogYjUTN/GKuwu/ZSh0UynPe48rkKSqQh6d2lZ9xUcoo7n/VqVTFXAmNtXxtflWyYgjHKZ6J
yLKOy69ql2n0kn8VaxEs/HHelgb7GS3uLsuPyVo0L6Z0z/1aSI+/amr5q75uftXa/lp252h/KMGr
X/X49Ks2xziZPclcyJgBQb7DzdqMF4yK+Xwe88pChuSE/dEGbMqEpI5qfmNk6Rz72DshVfEj3sNA
l3DPaj0iIKKnW05X1iIK2nuKMLUbz9eKysQ2enXCYFs/oWv0PiJMgSannxUKMgv8Ytw5aIiyTbVo
CShudBcUc76Lmu2uUHC7Twz1VzHQvPYNh6yRb402fC9u/RA9DBM3iwn/mAv7dUqlwRSs9332owY1
R+ygaKaZPkGgFsd07mfjocx6Jrxo90L50OQInV6sQLJhO4HOzb1ZMRs78IyZoLf9cRorOn44ejao
7cthI2y0DXGj+s44NG3bNFwBhtS/DqwaOdBs2VkFFi4fqtg20E1vKnaO/rujhonTB597wME0e1fY
5hfOvSTC0Yx49X0I2X6xzSb91zCvdB1zNNTTkTCoB3OwTPAbmhSFa1Q88piT12F9Dx0VygMDAVOl
28GyKFkIRiAmbFFFe4Oxmk4mj5g/nVsGlkwTQqM4uFkfqmdDDqaIi4LEiTuzm9AeN7WmPCaHmyvB
IOh00nBbR3KWt2Pq/trWof+Qm2V9QqXpbYf1zOllXlPNKkIZFMZGvymiXVHQWpPOWt4RrX8KF8e8
CzqzvENMzYRgivhce5GgShtMu/sGNte6g+vhfkuy7Ct1E+vTGk2kE1mTZFubh287WlH9Oim/uLVy
NWa4yg0ileDMK4zjfoJAGf/3e1T5ro5NUlY3UgQD0gru4i9UfIMR90R+yrNgRmvGGXiaSzc3xIfY
stujUhjsrd9ZSbstk36IzioKmyoWviox56fvQ2n713kb9fsusdALk9ZGmM24q/gAmnS8ZqQ5wWws
7mXqbhkbiuJcB+OM+Giyqts+LciXKGTMiLGM9prONKZZ6Lhd5zKJU3bR4kkLx3cDY/Vv8Wf/v1v1
bxZdpH/erPofvO05Z/4fm1Xr3/idiu7bXyIbexmuIjKhGcP93Vhk+M4X2ycfN4D8vHaxVpvb790q
zEM20BfiUYOQcGUonX9vVvEli++2pspGBHVGofuv9Kr+ginhFfkc/eRFR+RQuRb/0Mr6g9WOVkIz
Sj91Y0StVUz2w0saEciKPPezjYYP6u97AHPWMbNLcZYK8qx2jf8wqPYv3iZeBTG1RJqRAo510v2r
t8mtFP26CZnAiNnqMobqHDb1D1kUT7MhL3lhNIgmEZ+1CEgkQX6HP3xid7+ZqP7IRf8VCPfb/z59
/+//tr4LEG94l0PCCVf42V/9lLoXlhw7N66Bb+WYYW1nS3BEdytq1EXcwRbcMo5hLeVGU2IK8s46
A+mILKf9VNGQHuopx0ZNOI6gGVRksd+NaGR6hmBVhTo7/vWC/zMetv+ydj6sbn/4FP/BzkdR9d+e
3qe8+uOD9+vv/N4ldvHfYfulVUwM2Prk/a1L7DhfLCIhffrHgGng//2v545GsMk/RKNiPOXRWOMi
f28S29YXvg9fJDkVqAOezf+D5w7Qn4fnk9xJHMPAElh0f37uYC6WdrjQAagiJRnF82foVC7MzX4m
glwkupZZ1AfpluCgAc2wl5LHgWRaFT72GOaUJVO8uve8h399Zd3+FxsnBDY9dmYBKIcirAj08fms
/zc79of+kf9x1fy7f/+3VbTCfX+fLQRfCEyHaWObtg0HbrXK/223Nn9bUOyjLDQLN/HfV030hTBI
DvrVWsxOi3nzX1o1fKM/eEDRibns0abtcZYQMvcP++ScesmE+vqNlg+ZH66q/A7UbZ+aZPnMJTsb
BanfiNPUGOETMk63ykkyE334IEsPjNnG6VUl+rdWEiNGS5XckyDuq8DUKamlmRt8/r+/mqx1nvTP
V8/xPR/+tHp+/fnfT/vA+uIDhLYZPQGCDPj4fls8RuB+cQMfFz1hC3hpsAT/ffXY5hecxxFTKVJd
yCtdj+Df95zVQ2w7AbGQLplR/BnvX1k9/Ig/LJ71DrLGH5iA1Vk8/GddXH886sPeMYhHDHaNUtO0
ycFXH/IyjE6tzt2EC2qEkU0p4wd6quEWf0Ja/HZs/Wbo/nfO2T8v37+9ApebxnohInvtz6/ALrqy
7Ts6TCnK6H3fOQ4zpQaYbpn8B9g8blX/8LtCbeFuY7P5c67/+Sd5/5O9M1mOnDmz7BNBhnlYFhAz
IxicmZkbGJnJBNwxOUYH8PR9oiRV//pVJVkvetFmvZOZpCQZAbh/w73ntp2RVgg1t+gt2o0JyH6T
IzP6N3/PP3+ifKa88Q7FE1WLx0Xyx080D8kVsEfX3XIcm9euWcw+wQqRcXibJG3v7KocDi2xtvdM
xLz3CUmo2P3h4ftvPtLbR/bHyoUFH6Q0DpdbTXJLk/jHXyEK6jaQEinW0qEDVD6hfeWSRthO+mo/
+16d0AYbh3/9Q8Ei/NOP9W/GdlJxLJPvM/rTN4ntPG1Ls/O2pGHKLG7IOoB+5pYO4LGcGcyWZOsu
Ow6dpdckj9qaNhSBkWC3XjTXbDDcVwUhiS18wbS5Vn7poQPx249CDODXCS3IIDF2kXPXWiujNSXX
AjbSilEvjhx8PbHIiYSGclQzFOM3tYZ9F+buixk21bwX3mxjCQ3IBvgl895oEcYatd6lFvys3BHy
G1+WfApKx/0Mi7aYdgtFwXCoJEcm/VnkP2VLJH6swez5j4OXl9WrW8wQiyOPBusQjob/HV9O6t47
ZZSPrwUYMTaQckV7UReMs8iZcZDUDdX0Huhc1FsLiI66T8fSfs78oAYjxsLxdfXX0dqjp3bd2Nd5
RInbuT4KUjsdP0gWs346mYeB1K+0c9cwKKEYnSN/SlbXHPykNSdqA9eagks4rv2y9QI+dlQZecqA
kpQnlIghBWhS8VA4u1oalKIKttMtBHYeqw0uK1vFVaMRwg2Nyo51BzRn61cVUcOUMNVOhAFiW3dc
Vra56ejdh7mYXzLgcgTXVtjEcUSs4TnQFQuGjiCynxXzBqRMIRndiS0sAtTZAu1NUaRMeAibYEjP
izLudam+DDb5z8hmsO9Ns9RRgkei+t1GwsVjsWCjifk4pwcwPZ+NZBoXl7LBSdCFXp7Fbji3P1Mg
B8DugJt1hp6CbeoO4rEcgvwc9X70DWd6/qU7wV7Uwchxc4+uzrfSmdq96lH0B64R3sGDDaY7aUTu
dxTL5YPNCFZhA7TdE2HyAaTJ2bEv8xyxIllXK3pEhgkF0hezDxFpzmyiHRtRbRo76LcpWEX/BhFy
12QKXX0/W/mIPq+aa4vhNenlsWcb+ZsqpvxRlZCctsJV0XjI0hDiJOsGzPIynOVbNfGhYQ0SQDFP
45gj/lVrix+WZNJ0PUfFDBtK2RW29yC62TmNqJIJZMZ1388s1RJ7wZqFv7R2MN6Nxrpu0OL6zcHV
7MFcFKL4MZmcqxiGYOhDgsDu10aN/EnYaVExjVzNaqu8aWiYjfiGc4UhCDN2qdlw4zjqm3vJIG9O
RJWuT4yCmu/hsNoshBqaobk10kf2FeE1x1Huxxa2z9cWfACTLW31X0ET1g+RMF2EmGWP11ZYQ7ZF
CnzzK4lK9juG0t6ba5jVj86e699RPRgQyNpy+oE4PP20MnNuOVys22JI134b94iizIOi306v5BEt
ZmzjEgErGmT4riV2KivmLC/DxDQx7sddU/CeWIGMHvwJ39jGnmrrPa1Sp0isesx4Biuvqcj0I73B
HIAlAFQbrJHoiGXgP7eGSWqFPfLFOCDN7J0wG+VubE3PfyNorYjXfCaXEx7ADziC0F5tyGRyVyOz
ZCfvGLazayabRdoow86mrXTyfIOqbrHite4jI+6MtcyuOMNlj1CqmgCshUpXezTqLOsNErHbBA19
ae5ZrndlPPDusAi0WuyakVXnHAOmsDlcJpyYYEENch+aQLHUmRV/2RA4BpPtCIrhlsE6ksJ5QlJ3
clNReIkCGllvdBHWH2HmVg8rTy9rqjaHUel0zXolZrO2kjKc0p/RqKS743Ubv5dYpl7oj8uUN4Li
GNxp0Mu4M20tk14qi32Pa3YgD+rFCTZRh1xwo/vae6ka1vMHyGtMX2s/nJqTHgeezLno/Fcmcx5O
DbNGlJei27f+za12a/L/eJX6JkE5tzENSbGMIVwK/D/e5mHDCTTWpbc12tF7LPvHxkq9k1xL9eRi
a/7rvOx/rIX+u5/mMPQhkJuCjKrwH3/a2ui18XvpbUXZGA/artYNivJwh1vXveQwGv7Nlf3nEQvJ
GDRIHuFkjFAoVf7087quXlECdO52WrPxMQ8FYpUcscucmF2EKZywE6dLWFRKzaZkMetXGxBcukHP
PkAJjkCmwHAl4wR1cO9ezLHuibvOkOslxlQv+uJEGf6btgRpnhADKoavmpsviP/13/EnbBpxSqbJ
YAywjkU8tBWGfxpYWT7ogwHMLplB2sgSt4ds9knod89FRPvs31EroTJpZWX2mxnP5Q1wYBtouDmt
x78WgP9/DvM3ctJtOvYvu6H/+J3lH7Xoh49/QDHx//lrR0TfQ2/DDNN1LAgN9K9/b4l88y83YlKE
VI5X7a+jlr/10074F0R4fNG3qQ3tz3/1QzbtNKC8kG8dGtJ//ld/x0n9rVSGRPU/voH8/H98KQLi
p2mkYTMRkOUgOrt1fn985UeVsVU2jBTenZZnwwm/8Kw4G3PVmENzPyk9fWoH6ANpA0vCmPLvhSvN
HcFZiWkv9tbquubSQEUoke0hYec0HNknZcTRJITfYXJE5RY9jN4IAaefBJYePSDkfsCo2EPXzl2v
NflXWhBnHTq1orF/eqhBul+Qd+e7dR57411FIBzYLQzVt2kIpsvgBp/BaI2PZY0OFYIOSeyYWCpd
JaRobbMRDgwMlc3kDilwSd6Vx9xlf2XFKORqdSHoO8Jbpxu2y+UQ6gFOhwjXg3CrZGxUuXFCbP7Y
Hm42jNI6TfkwJl6Lp2swxEOwzthYUtyupmjvq9uW0Widuzwdfyyd32xGFCWKokhgZJmqc+/VAt06
fJdNCSYJyHznI/dnkGpZNbx2547qSO7Lgq0/VvSblicyUVUlxo2Ms0Wz27z1sHNIvtr0vdUkViYz
I57cBZDu6lRnyye/taXoZxUMW7DNSv9aDajGzMr6jf3iIqteP2dtdd+NS5/dq0ovFRzSoHvriFny
ABWACiItOfZXv7COaVjwcxczz692YXPdwfJmFL1Mrpe0baH0jkyZyIrnfMjtDRoJzKN5770ZXYeA
C5zvmtNy0fXMMoUrYiOzbEYC4N6Wxcqfx8gZ7rpcv7VCKyqIkYhb1r1yN5quuvP42B5MqY4j4YbZ
pB6aehy2XOb2prQDe5N1/s6a+o+iQTPnWT1aJ1JzGD0BXc7LsdtPkR5kXII5sEPPutbBiEavsBvN
tpxHZjppepmHLMxyMzYKR2u8Z+XyGvSW5W8Woe57Lzik6Hka5Or5jlUieyIkUpCb2GFC+S1Grg2U
Og7byVBf0rQ8Ihhn+w/fWqtHcs3X/KRyi2KYRZNGs1ZqKmVPsthlx4dMEANaDAvHi1uSOD3q/UDs
eyM7jjMi7chmtyjyfkqmbgSpsYL9pvWWyeya6/MMC5kA3Vmbm7EcXzA1BVc5wneIOTSaX4zExK4n
Cz4erNq9OuGMRoMgAEv5d5pLbzMoYCa1O0NnAokjpup37Yi9sppTpoYzutZNVUSffuHMu4KlHqCp
6BxYIn3TOYu0SAP/ll7q4Y0eUDl69VD0vExCIZPxm3TYU0AY1ZfNG7XjwV5YahcSI/oKCIFGvN7l
RV0/s2WmDQ7mcbysJFetcc75U5yaqZ0fWFHQCBkYYXEXYbVasc1jU5szwBDzKvuTYZvVU90FwXM2
mWffVoC5UmUsp7Gb7pCyyDvwUX0bN21UkscyYiGLBaWts4P+BQKrd9CTrU3T70PYaHUiAjMv97Nc
uw+wNoO7Z0LV00719DtbV8zeKc0ivnbSdux7nLbqkjUNqp4e7e2DPbaskNUMiH4/UFV9Yn7Kil3Q
aSQVIDkC7DekGbiZG+6kUWW/V7n4HHYL+vkKq96qC//RgN6K0dwof4Nult/KaISWPQkiCMkuteoY
9wUr7DAt5q1R5+JJB+W9xPBytsEKXFjiF4mROc5LUeb6FBgTG+redvYVhv6NRAhjJE2Ln2RrQDg/
Eq8WmQekmD861QynaGntu0AtGby2Iht07M6l3A8qxbPrMp3SO1KScLO3A9GmOH0UnzU4slLrj6Fk
ie30Q7bjM+UxE+W2aaZbqTE3WPRVN3Y7o7BqgoD8rIMyU2Lya8agupcBamgZ9BqfK7LGgpoM35/o
Dn7DyDbsx3wzey+Gn4bYb/qsIsdi7l4z176WivLXmMKDL1GYxzk4YlYc3zhfu1Mvgul844y65lT0
h2xRl6DyPVbbEOVRheeKqFaY3ANN5obAqWHXzT7tdO/ZmwGN+jlfgw4Zsr56ESI44Gslpo7FRfmc
VIyd/IMSwn8sDDQZDu3Q94kl1+s6MgWNW9v+7kTt42jQf9S5wrLXqVcecPQ4U4CN2smw/ruPPurY
m6+xvaSR9yWX4pcdaCYFCKzCDRMLk1AwthtxlNUzB0XVAI+yyeLwEt069UGG7hNXVIg9qGRozT7k
0pqqekG7B8TKDastDX57VhYRL8mK8z5eAW+TIzDa60ejOiYedOg93ZuHJwhJYs2Vy1zgpBvMMjb6
qy3LhQq8IhR41XVOm5A5VCOFN1Z/U6ari6sYlVna63NjOxcaqKcUu+Sw071bc8IKP03foTVF7kbI
isOi9qNdatT7coUm0NpGdiiFKIDkCWv8sVpT/TKI0DiKwa6va4uGHjksobCxD9pVJGKMyjXxu/ol
DcRNxpOvnJpRDZ3kkU0kICTTKZwkzVqMd2gJ5ccyqKpKqsHJu70rguWZsQoHlZA+0w/0ET+ngHd2
57YRY8HQb803FKIog2q/3i6epNKYLKc9DYO4J52SiwUDJPbzvkwQKZrn+SZadXR+nsPAQGWV5xD4
pMf2E3HW8L1AC4qvntl3uOujtHrwl9Fxka6Z5WUoEAbemVD80U7O6hy19vQ9yKCun+fevscIKx/6
stnTfxUkmYAskOZGTPRCSZozn6NTbIeXVRREWfhWdPbTpkpjkxKRzNx5WWM0iNmeMYOE3udEL844
z14SZpXP7VjWO8yp+1pNszi3ufMkUjscYx6TvN1mfRU95CZfDgBIylXUMsgvM4s8b3DcFhZxYqO7
ASVlDzg+hFDYbERU8XcUtotf0fctR+0HWosxGdgKDDAVcjy42YB4q6ynx5RRMHMwZwgWUBZUVhu+
wcGGE8WO/c1VAXmbxCU03S6qwuAD9Jh5URDXq9ilKE3vc6KDu0QAgyDkpkRzHjN8RNp/c7L7AL8E
/buJ31XvkHb37X5yDf1bWiAxOTuNN1ERlrzwKB2M3rR3PgUKaSADnvldDy/hOtm8tKEDwWuW2RnM
fHiiQx92opneO2CJO2XZsbFwmOaAySJihCJRQ2bnSdsUs18wkFOSFwVRFV9Vo97nAtojWivQopj1
zAcI6+e6sZedIhbpDj/VtDPS0Mg3dTgWM1OL0TA3OE1NFMVVPiQ5qepwgGbWVVj51/XohzAZtcxt
IwnT9jCMtt55Jq+8JcqvUrg+hG7HvhfgEy/pMukWbMIYwiHkAv28zUO3zlr2F6Ax6LT9fkPukHzM
ZyzzvANLdiJo/i60XbGvxu65TbnLlOddFsfL99FoPHezKbLNFAjwgUaD0lN2r8QtdAk1bP4TS/AB
mVK9wUHevwW6RsaL/9T5xGaOXDdsrN98rQjBSozHkTYeaTjAZ4pa1CEVePo+KBiCheFEP9rWMqdd
PvfihGA41K+c2+F4GvLUPi0ekaFNpcPXnAuaDBdTQWCQRaY/JwD1r05aVj/0qrHLN86wT6eSyW+m
HOMIrKz8yHEvJoO5dHls95b6uTa1JRGKe789h/JlW6PpJgKViBLIG0Lt19lbyvPoBJyTss38dQND
v/y2zlP1q3SCaTmRLeCW+1qPa3QMDWVsrRRjNuI6mnOEr2PxwgB8glkfVPzvQhum6k0BDCotKGc/
u4T2yoece+4IDKSoUbIS/I71NXJmzXyRISe61OwGnVg4rMgyAg6U6rAfNvzvJucZbyBHBhq4+qvm
WLQovGGh2vFS2jelZjTYENyYViRD1UYJmewQ9Y1USygQs/8picR7KIlTcZHSU+4Rx8oLhhk+K0S3
PrOR94gwL8HRxG7bHTkGdFUzeVTjx1oPlnUYAScVKFEEdMtKAskYDSbLnVe0j6Up5l8F8nUIeG1E
DcqSwHshc1BQVY4BADfVlty6y7xcqtZ1+xcuEfgfpZl16dZoymcLhmlzGkBrTSSDzRaRJyNS03mL
YKz/1eZmhAlZq2sEeSdw8urV7Jb+G00uGShGn2MKsyeOddkBluKS6LvrbZx7l6bC+6yYrcF9igb3
++SWTHFzPWXQGKAMDjsybouk6rqHDvkxMvg8+hBMZrOEavhxXlsrpoAbhm2fcZ7AFiLgFek8c+Bb
WQzoM4+MydtWpURaCclEGDuTmyuPLexF1t5EAZykXKkwC8geyQ7NClMisdfBD3atZu4UM2z3k8zQ
hYu/PLP8H/jVW+BKZVsqlniD+0bWiI+Yv1x64mRsVISohX1cSUXDxQZuQpC0iSMs8Sc0kjEmu9uL
WrFS6FLPL3dNJK1XypeO2HG//tRMIZ7SKmsIwAlCMkwMYb4L1O7mV3sr5KjxC4mruDJ8lHxtzZNl
VoXGGOBB/IWZPOCWHiDaYUFTvvmNlDEm7VxwVBBBLprXOssXrGN+CBEPctcaUHBgLNoFigto9Uwf
G1KnnGtp6glXSO1KFi6LvXCuauaD2zbTVSRi4TWl8Rj1NXgDYU3zufYK8d1dlvERYl/02wIj+eL2
at3SgTfRt7agkjv1AafZDrmCrRhS97i6nDo8OSDOnyXQ2XwY8hDJpfmmJjU4jznaWTA0S1nMF09o
9kp+bkVfch0AsEawuIpjD+36leQec9csJHS/FAjPfwDOpjPR3eyQ9aEZdi4bNnb5M1GGzbKZAfvS
i7liwdFlaV8fjckM5gMzDTVc8pXO6aHPZCQ3Bgi37kRGkvyZQYOAU5CbKdYZwYfRY/76HrlpgdJq
NABbyNDe4gqj4OhKaTwuedlzf4QGSKNoefI7Op4xNMUmxfxCkSLcezuQ/pEZSf/QlUUbI9UmYJWH
4FvgEJNGcRACr86cZ4zn+Y8ym12u8zJkX0D7zC3npER+TPmE6jhssGUkoY3jmzhj+zwpsuDYmDVb
3677kxktKxRATUs+i/shNzXwm27apLyrG1znC04rB8U8tBrDWp5LBQUpJ2TGuUPYXFaHiFTgQyba
ADdRikmZRqiObuPwzK8fwkGsUZFAdvGQtg7kx0WfNwsBFgVK8OLHpCt17lpeimug8HsdtDCiCKti
PR7cNNyajk43zJeepWqezVC8y8j7ZYyp+a7h+WIZb1/mRjFaMTpIxfxTZvmozexQhYAXw1Qu15FK
7FlRBKMf9y4p1k3whyxY0+xtgCsqa9giU/VJOflhyJaHVj11tvVVWfJsj2YAyaXaNv38gcoboV0w
HDN2RxFw3Hjoyw8gQMhqA+/dcAR4XK956MLmMbSq717nPgvTuOoSMEOTIdf1TefmaGqu1dyD5QPV
DeIpBoH74TXN9wZP5yYMIKBWSmGz5ByN88r7iWTc/lUSzcQpFGF37LKP2S62TV2cjUgxPImYcJSM
xb2RFfSAlYZxjn17YAZgKfS5ZFERO89+9FAp8WJWHQXHSj3I0070D0+JNdlPOb54EIEnQWARS08Y
b72JMSYTRd8dDUUHcjCl2XjsNxvgRq9RzWZvW6uFLUoc+J2bvRKMhi0FZASX5326kM8VOQv4gHW+
em10IIT8iXHLBcAXch+flSHDiNITO8xzEEaWZpOuBUZdsz9qbIxAIOUuMOc7o6/vHarrlACrePUn
g4gmP/FLLIc+FgbW+Sa3dnM1oTkngz98L2cIs0Unxl3RiuhoS7ZY0axgFuPyNGjUcwgecNRDQoiG
4ZWE54fOisB+Odm5ocdBLo6XAWo4gK3B+w2f2zlbixue9EQDmmnd3hnFf9Kw5nvqIBvvS3DAQciE
C5OU9NOvrHbBuqXrB1Lm75Zf5FtdFsdGGOLcN9kDsoq9nu17IETuk1P6msaACCJljtGp5mk+9o1R
Ayjj4vABMG2CMXRiOhJ1hyRbHF25fIuI3VOKX5CrOaakPHGg6iQlpyex2mCPVfG+s7wZ9598arw+
2NDesQcFWHFuDK93ts7tO0/pHhHUfiLydmPbpUVbBJ9mU65qU5HqF9tAeY8ADK6WIZ/XqmS2M6nl
GhXT8tm74dHP0rcR95loxlPl+MHeKZYrfT7rxcZ5IgUuAV8C7HOSVKugcxxleSRludYZQyxAxcpj
1wmqledsWq9oINRBB2ovGhKAnVbzOHGCA86p+md+jNqGK6/HrdU9sOP/aEsqU3z1MBUVnk+8lebB
70kU6Tv7Utt6vIaMuUDjgGPwqydPpt/HMFebiOuVUoCW3Uy/SgYkmIfJGqZqTAVMEaUQBsgxeuzD
rj4RmFZTKpDtGMGaHPutxtrNWtrx8NOYeIJbeeVe+uGk7V1jeT+agEhBJE3RrWgZMe1CBApr53tv
YEvOxHofBpiPF6s/Z7glfkT5VGxhhBzb0j2ZQxsi1y+G6FplgabDg7KUbgUx28ahH6FiHJjAM8Ks
PT/D7V7bbfmriyyNxbyIzsB/1+ce8CpWZNyIXR46L/4q1/NUYx7vlPke0QBtcw//6ygJQcZSBFFU
94s+wAPt32ePb7+elmAbiI6UN3tYnvo0JwYKSwKv54yTGVMK8pUu+BwrRg31yMhbUbPkUnHTTHP7
LFN8cx3izySs8jtIPMUxw8e+Q/VDEpoST6kUp6ZoXsJqfXQC5yWjBo/bsQ3upq5aDnIZDyXVIjrY
PaXWpXbmjt7ITze5wBfpRQu8fJkj7nCCFxLB2oQJ0I3jaFt3rTmAvsH0xZiQSAZmMwUzM/hu7Xtn
wlUpsGQcqiED4N/LFXhrUG0tsR6cargEeJsIsRLXUZqvKCIOZq/UxmWwdVfkqv0y0NYcsvFmM6Wx
gSHqggdkpbjk87GOxqMOsBlWVQo2YVzOWSatbhMUzjHzcY2yoO+/Ka82D+0q75HQHSSAoYtT6mHb
2RDJxTT430Vb/nTD1SOtAKBWEA6vq6XzF5Y0GDOg3u502J1mrHv7LO9fuqCqE9IBTh1jRyUmkkyd
qn63RTDH89h8khT5qXrW4Sm9NnGjA6ZD/fsmOGgKll+xAYJqJ1xO2pWOjlaPhL6adpF/tbAnXqWx
z3Zl5naUdoEb06/+kjeeyTI8lJ2FwdaD7uSWv+g+uODxrhMXfBjC/NscpolnLa9ZRZoDc+xX31Wo
j9bM2fHs8cuHPeStaCouBE19rqEG4u6t+3wOfqSifh/5QEPL4nduW3s/L+roFj6k6/RC5teXbQI9
q1pdhRstQA5v7HnMjqyqUD1AW4vhFDguJAo4eO28CPIJ6ibbsPdKsWw14xuIiG9y8IZt2IZvQUrS
WpD9dtbxWsxi3bX2cE9dCCDOwbCZjQ4uU7h5dc4shX/zmTxJupGUr67r1g/X5QAaZRs8QLXctY17
mRyA/myKXPujlNhvEJE5c7ojZJUk0KbNKPomEnqI7IDVQCISoQezTxiSKJroNgkLrjof+DZD9iV2
n3tnAofC7TwYe2YjyBDzqPkGPse/RHzLvzwz7T8sw/sGRAKMEfqxBZgkrXt/9dgQGawCvZT8uMqM
7qm4auewgruzCarsZnQymo8gSbH1vM1txohBSsrkTJ+mrFZ4BeAhvpLigJMWvqxF2FZm+ALwaKmi
iouvnJrrRMef8Rl7K1GjMXFrg3ya1nbGFGV1MN1oc3T+BLAH0qM3sEhZvCk8dRwdvwvm6izltfyy
/QE2BVxYMb96RTmZnAhBfQhbpz8VGNHKeLQ0Cq0Lf12QX/PWFd6pZHa6I8YOXlReDA7KwRHTZUlg
CakGXpKK8MdSVZcCZ3eFFpGLlITbSNlL0kiAdJ3X7GwCsOBTmMzDYf6peyP0LlVaGz8Fz9qD1S+M
mRi/dDZkPYxYDIEhRTYrFvnVPxiEhxz7gVzP0W6ui933TBktfe8sfv8Elf1tNjrnlDVM0QkvmC9r
OIsDGC/90OQsBZdRX9tU5jjaMhykaxTulQPbCZJfWg1qh2Q383oEP57B5Od37purIc8DLa2Nk65y
Gk054YATk2lJ5gbci55CoO5BE/FeQ5D0gmLdjcwqs51yMaiptSg+saW4U8wyGFlRXjf+dvQhcLrp
/z2Rwf9rwv0/aD/+yeDxH131Vf9jYBMq07/KClz/L77jEMoEtAexDrbUv8sKXOcvLkpcJr/0ODfF
NCv9v8kKXOsvALosm8Vj4HoW6Xv/JSxAcRC6JqptJrRIFdAW/J8Irel6b8rf/60lwjiLkcg1YQmR
z+YRrP0nWS6T2GExAuK1qXnELutVjhUapIBac7yOrp+xVYL0EouAWE8O3z36uh9MIjdSFJccI2cy
B2+QW49sct55CU49hOiAfrrorMNAwdao9qC1cAE7z+5uRr/dZXX1VjAAumPryNWcxYy208TpOn9j
RaL84VTRcG9m/S4o10doF+nGrh37NBcWu4zsg5wQe+tBSyHmebwV9cRUB/NnliKFJPGBjXxrZzHz
puc2nA5Cws5Zx/6NeHVUOIpVcutJ+yHvrB5f7fo0DN4+mzJ5AYgfPvmyGh+1XGVitkO5Za5jHYCZ
DlDmAXekRnMdm+c+bV5vmgmHRfGjzUYurls5xukIj2hOIx1TbhwZHTU7SWRLjOs2eu1NdSWS2mN6
XtyrkQyMhbzi3To75Wc/mTvm8/I4BSN7VqKeUPWljLgMcdRg31lcEc/ulJiZQW1OtsVq2wKLbeGd
LAVOa25eGZOvMN6hUItVGr72rkHFCsa76OUrbMzuUDmTdeNb+tsI4DhH34zs0qDO+95A6467WwYN
9XqM2S/YmMNyJAj0HdT+l2OPE5PJyIZK7Lkb4AobTe3dmMPe06z1yF2Gf7eCh2ZDUJWct7NSMBy9
8dkWNXuZus8aKMPdK26VOvYMWugwGMxvGA8HmlTzNQqvZpjfL1hXfeqlWkVPGJVPkcVoGq/42R/w
1LsMhuIsS5Gf1DIZFpYNrhZtTO8zvE1lGN33vVnvbtzEyhr0p9vY/aE2yleAeU8GLfSaeHJ9qHDi
bpsQXQeZ4Iz8KKtiLqqz3cOTdMjngCvlQRQBuljCpYpTe2qwARgPcDK/EKHuCwKMElX5J6ehfw0l
8Lu2K+6RgyY2Y3WG3eOnNN+aTr6B+GRhx+b/M681a3r28TFp5T7DWp1e7Syl8ARbvCsM3R+COZ/e
4CBAB4/MZdvySO66onjiujYSUhqyB6eu8g1AIvQdJqLH0dfplyh5YkQ6v+KkcLYCZeS945CwHfgR
NRhzo01Yr/Yh0x38RzddnkKPGUFmVvOORGo0kSmeSkQYQt5FLSrlAoHPZbJYqq8AG0fQHFN6DNol
ugCwhGPela8r+YQJ59ctmXafB9nwiPxHfQPxN5PhZZavwcRcNW8sHk4LLtZShjwoXpXUTlZtPGN8
mrqwvXhZVm+WoK0ePXv5xIuuLyHh1yfCrNlSWFJsMRDB44CEDQu781cmIVyf5casg/YiPMDuGOn7
1xEJNjWKnZ9Y/tfvhWdHDz3UOytZcmQoulELMCRv/HmjKhyo2lWddNIrL8xN10dOTLlB0EuBQ3aT
fLWM1LoC7wqmTbWkNiFr62jfHhh/xh4v5+tQ+/oOrUj9FLB0BSyzhC1h71HLzkKwH0/AbeRdjEJz
3U+r7W11G2jGJjlnVR+k7g9jzsVpVG1HTMyE8hAV1hptvLqrQEI6nfMhkL28d4EqHcJN3Gbbo1Xe
WouskoWBNWBZGKiskWdiuv2ZyrduTBJJ5j5/q0b+GOo3AsRN0zj75bL4sZPy0QspvIsEjfow29P6
s3eYG4lyHo+rJ4ZPSZpYTBZ7qkl0qqMjA3pOGKMtPt0Rq9ZAotm9NZMDHPu3xQPibj+9dE6V71Zv
jBaAmf70Vlu8qT2sqDHJyNgD+ckUGdwwQQOqsfg1NbJux+msu27sqw09n30023x+xCXhP80t3Dg3
9/RXGxEZAx1O51hFlH9DRiD8EeoGRLPnKglITEZGJkd4REb9a+nz9mAG43DuMJDsKkvb6HfCaGfk
sr2rLXTEFUfxve0Z4TemceXWqEEOCF3jUlTaI5PGuHHE7bJKP1qCW2Btuyi3pfbDq21n+GIKq3/M
SrZ5uTeV+5QjLrFbsCfZaKld7uflK044Yzuu1nj0PT2fVlWku4J7dd95LsyjebEmwdRj8L7YzFtn
kkjrH/+LuvPakRvpuuwTcUAXZPA2M5k+y1vdEFVdEr0JevLp/0X1zECqT1PCP8BczE2jG4KaSRc8
cc7ea4MGAc2fG3G8yTOhHjVSrddpT+ib2QRIzTv4XhGjHr0qnHMrx+YSNFqUrXKPoHRolaY8TPQu
1qTcQJQxu2aHMJzdlEliUOpRC4+AEmgJlHa06bTQRPcxN+cyjWbKxsg56aXbPeORmG8xbqS3cYCp
P4gMouJ6ZHEZMih6UsWWuA5701SawW6kdOnYR837pMXJQ2jJCViHaZ4YTvB/tweF6Xgcqm3niOoQ
webk3WeDs4fYW23ZVC9QkQ6V2dwPV8j0HgWKOPrrAv22G7Chduz8lpLI3bTJMOxGlyjDMme1y6pe
nVGyZyQCIc+Deuvu9WIm9hjA9R6j2E9bg/WNfDCevZCoGM1qiVjSUDnIcPph50Z+7kzaA1bt3Wpj
3j8KbQmQbprtaA2+UbavgKaGVTV5ETdjC/N5PPSBfqit/p5UH38CJ7JlQE5jTr7XTKNm5kppgETd
KN7L0T2OeYLTx842AGZMiOoG5hUX2hjugI0dLhs/RYCUVpty64RiF/XOC9PBcVU6fXDBk7GWontp
ll6oPUIO6oiwlZWZfe+bOb3DY5M8tSM9466Jm5fAcblgWnGdTw5D4MSwLsA+9W3m2vGzHHvvbmKj
S5PLE37pYFVBITqsGATpR2qIO5u2fDpQb8XCgkOL4cdd8gcT9zq3o22O2n3mZdykA/KpMnK2maPd
OfmSrq3su0izXydda19EmLzm2micRabifUyhVXV7KzA3UjRbm43dIZM08C05r9FcZ9uWCZicwVYz
mPihqXwTRXyQsVuliALAqbPTRm3VFGvHTvZ22+cI5ABvlDatBEcBj5a5ekAYW+1dzaWISMlsgJrN
FAFdz6S+S95bKHF3Y37fuQOURueV+b9PrM8VDWJUkE4Ig3tJKRO7zvsYy+kONX/uq8FDyMOiv+kZ
Tah6uIpIiO8ouroYpc6g9zcNX9I06bNtWODNycZdq+hiW2RdOATNbGLcvifoH9tUZyxlNt4j/hUD
Jcr0Q29KkOVOhkCgt8eNybSGCjVh42y7r9IUUIodv6CKPoqeXkWMoSg0+cPhvuqx15A5UKkr2zK3
lRh/IIN67HQxY/pnc+kZ1Yo16Gc3BnBUHqBCIaURcCcIO8ch4EaZ3k7EJoBp0Wkveks8DuAlPjdN
uJsLZ1dOAsMTxm47TOe9ps/iTsbuqWq6Yd3YwW1p0nAAAqfru3YQ0HNsNCKxgSlOyOIoGi5XUTFX
jif7BDq9XecRC7qM1hp8Ygw9RukbKiPVtGR4EZTT/WS2xDw65IW3UXjOXESoWjLvML78aEcCqEKz
dw4t1i+G46Vco1FAMjEaA58OZ4b2MErofW53QYWKdnlmH0JmOYSmRO6x4rlkXeXI2FKplc9DzZg7
HPPhIGqZHfnpMw3mzjqUdV3vsBhoxGcYwaMesCfvid247hAJrRMJ3ZF9f7TxzFFbSaLNVpWyICBW
5cKMZMCtyujaJZNj72SteWMwSL5YrgfboOvUXVCI6MXm87Y1W30+ZTm9L8Q5Mqf5DoDFK8bpAbmc
qnzkozmpqIz80VPP68px+/VoLR6fZRZnD3RLGqBia7umGG0MZp1ol5L++4AYZREf4a5T842aVapv
LLMwrmBgSN8F5XkcZGCgrgyCdaUKtD6Dbj6jLEvP9EWTm4Iaa2MUbXtVMdzxW43ObyWm5NYFxL4y
rUx7YQmQ37o0FSd6cMhJXbs7yZbLM5gW0LkpfQssSmCGzQwrXKXtCbhLmYF85CHdG1Db664ynmRV
7JIo9l1zN80xjELnKOcfBL2SGGH+MPV4oCnMpL4z6dp2+blug72ZhJfAZCFOEVeQCruTCBtSHOK4
E79TbTeHcvFQufbwWmP82dZJi2frZjLmveFQT/XltCPAaHlNpxQiZJAQXjggHw3kLMnBheHd1HxX
+yHtr50up/yHNWS26iZr+9byQ2/OfKcOh72oxvClzOL2OORz6AMOwscxips6Rmjt2lg8wVFRjEel
9tAHWRLwYXDCD2xwld817bxJHYheVOFpxQ4md30rnrPbuIuc61jrH0RRYtGsNcuwV7VpqdfORJa8
ytuxIthBqffOYuLgFXpOUEGjXhrNQ1BmlUGBGXCMd1nT1T5qjOG7mWvsn4sq4DmYhuZsa/w24pKC
i1YlI8lJYYmBz83OpiofUz1p782U1Dn4soyoi3BsIIt6fCzoRh27ZmD/ZzjWMnALPDbmk+1OI7QQ
Hacr2t63uOl00LkR0h1lVAg0JYEqjhrkj1Ha2lZ2Nv3rmnbhPnXzZle7g+cLBDA7+Fv1uYjTAYtV
1e3wABQHt43KJ4397cpISvd+rGAWNXPf79O+7XctCNptEgfBXiGjfEcWG55CgmvuTHKtEZXZxqnP
VFQfe5FnO4d142A0iQX3uiKiZXBemHQR6xdz2XSLQZjAxblqtFr6iqTFlx574V3rlLOPDwD1nlU3
zbAejI4xI2jEt5lmdb2pU9e6ihL0+sJyJ1bmtH9uWCm2Wt3Aq036YBsEE5NT6DT9NnbaDskaxWRW
xRJoHaLN9TxUNZDI7Bm3Q7+8ocarxkg+pwHoIKFGRNasa6SnbMqQ/TxilCDw2c46siBz/WNhJDN3
aZkQmnyiTwSkNCl671C76nXIimCw7MmvmZIc8zG7OJNbfWc49N2u6gTQHeqClD9cW5lbXGJFOnNT
M45DNO1M7A4Z9qPYmLZ4HbQHvL3Jjzjx4PC54bwrAilemRTwMdDa7Ba0o3ky9Sb2u1DvHhPT7p1V
J5zFnEWgss/tFuxwU6LjPEVCHePfznnNDXibKzmQCOowbSAoy0MOEVPlrtCI0W8iwuyYBmI4lWNL
lkRvDd8q4jkojHTSOhftQvstMqvvqd6ZN2qwwp1te+rieVPqgxlJXpPZymY+RHbMgxANF0cKoiKn
6c0M59deBDfhTyuyVp5aInEm+u//+rz+Xzir/j9reppfGqpWbyQEv318b6JfCSXL3/m38+mZ/wOM
hANWnCBG819o1L+MCbnAIqiPhHDpcS6bg//d+TSXdqkBmMLGPAeowMGM+L+wNtiwXNvzpFzwDNDU
/zuNz989jRCcoFzxjFNmYcOjn7l0RX8hTOQhyiVMyPF+xqVNRMyUMFmz3LUzF9kutJB1/dIQ/p+O
rl+5Tb/DD1xgFrqlCyg6YLKwA3qfjldYBotKQaLaFNAksY0meEBdlR8mMDmXSUY6H2fG7l8f9HeI
xb8HpetsGPSRaTAbnzxjZiOHri/tcN8qoZ2bLI348DvWinTT9C/n9ztf4uehaCJbi29Ox7jpfHKk
Av2b5soxmfijMjwTBqhtUP+BmtVT8BlgNtCwuHwPln+LpD48fn2mnw6/wLAkW2x4SMwH/7OJLQgt
R1ECkTFtqQyHDBh1W87ajQlRYaJkw9dAAWPD4ZXqvcC7sPv6+D+JJL900fkB5uKbtrkSrsM/P3lW
iXIgVNox1D7olptMYOIjhrj4W8p4chMRyzCwZkf2qTIVYzrV7ZAPkX8SjiY9tb5tjHsXduVOGt3w
MkxWFv47mfk/Ogg/Pe8/f59pQoawTWHBHfr0++JStIAXdbUnPAYFJxN8uN+js5dZP/rt0t38ywVZ
zK2fLggZBdIQkK0YVXwGjmh1y+SzJWcbVzjeDtvoTGPFmTkouwj+uItKldwlyNJTnTyNXJptgGXL
JQKpTNPW//rXQLz6/dcIm28877nLS8AM9vPrx6Jf1mjH0n2PupD2Rx165QqPQXNUpsHU3KqjBHUc
M9a4qz6cuGh3cNpnv8kmm35wIKM7aw70b7SUQXygSwhpjlix/RS2XXWol54iImbXoIZvDTZNg+SF
IyUzPueF0g4wVwdaRrSQ6CyUwULE1L99fYrWJ4OoXE4RnA9r58/38PMbCGLWIA0YlYOgX7x48lVj
bVqgsY8ZQWnkpFbjU+kpqv0Je/qVnqEqUGxQznVnY+4JRHvAqdC894bQblBSZvdEvejfRlQXi4wn
u09So3qVSOMPbtMlH5aRkfU7t+ZbN2uAUEaaajrekd56sunDU2gXMzqvvMc8ijPr/uvTXaZSvz5e
P88WzLtDMWrorvy03sA1D9jnRdmeTCdmvJ2drgHia+uvj/L5reEohr7MzIwlJYePxu9fCSlSiJX8
rj17tPBFWxpnQdsc+noW3+Xi8Pj6cJ/W6+UWonGVxrKQ0UI3PxnG3bFRESEAGaqUMrzA6Tjyw0b2
vGP/l+XgD+8DHwZJ54BHBtTX8kt+/fyNZhFaTZPt0VSHF4SE42NCXNv9rKnm2Flxdp+TtnD39el9
XqSX0wNY4NgsQyxBC7Ds14PCNPR08BJIRWgPvdPik2xYUygeiLJL0lvdyLGeJgR7r2m7dB5q/M5/
uaF/usLMU6lLhA2AzVtu+C/nrQ3LHlpftmTAsil99ZLnpiviCcR1Hly+Pt8/PD3cyYWy5jlUNMan
g/VWgnA5Des9IYXZvU1yrd/Gg7srqTZWUda2/3x9vJ9hLZ9eCoviyTBZ6nhsFyTgr2dXCj2JFYEU
e12peV7bDIqQzbslple7LfsFPpPON4bL2CXSkiDcBKWMz4wG6Zr0USyTQ8ns5FIEcfPeOXX3npsV
6hUY/rgyY0c7Q6ypXr/+0X+8I44DAYuVGYPfp/Ezw+TUMem47RnOCrb6VCaEShYnL7TVw9eH+tND
zyZ8KR0NzsP5dKhCxqpRnBLlUB1cDPwll64ZB6yqSuKtSYtTZPXO/uuD/uH8LG4HtjMALo4rlh/1
yxM3D7ZKzYJGyWgV9ta1iuDCLt3ZFyLQzl8f6g/vF9QCTzgczKJU/nz7IxDgM1YtbNFDVGxzJ0nO
uTVLv7dVc9u1xnTA3NUy0O9KcR5kHv7lgf/TuXJ0AHHkHSF0tH4/106f3YE8zmKf2+h68pYzNKbK
u0Z+5V19fa7LuXx+1NEt2NJj37181X8/FAU6DrJozvc236zjWKAYapwFv0VehvUU4tVONpJxx1FT
f72lf7jOKDLQ24CipdT9DDJTMsUmOTjVniTCfkfeRXxHtAgmzNHNgksyT6xd8WCSj4KNiXcvw5r5
f7F+uxScrkC0YfzHrZ4bid5eimpvR7qzD+n3HsAd6T69ots81AyxyszsbzXdH24vK6YwqTA8R8eo
/vs1l0g2ddWweIaJ7V0FGjIEGtSKkTR+0mT79Q1eXsZPN9igF0A2lYRFyS7t94NV7JBkOkhmR9Rq
VyT7PPZkqPylSv3DQWBp8Ky66GlMyMa/H4SQgxoBW8SKEI7oJ4wKZ8dKC2mwfH0yf7hyps53x+SJ
5aw+X7mMphbOs6Haj46yn9KYudOqwue87lOL2KOvD/aHV8PkW8pOyvU8tiSfTqou6W2OY4tNmzPe
5ZEXmxtPp6Kd6UOfIk1pN1Ar8IUMmvP29aH/dD1tJEmEkyFaYgX4/XpqCSVAOxaQhFMHujjpO1rC
V+/rg/xhGSfA1+PhJ7rsP7/hHtZpd9TdfA+3icdwpmgg2bc5YosHqpAqWk+xF/6tePnDx5x3Hfs4
Z8an6vMGarajMZqyIN/jSLWfCma7N5J+1gPh18k+cfK/veFL3+TzC2CxkwVoxdfDoxz8/VqGwjHy
bAaBlhDZ6+zHqScnO4m16Acvg/vIwgBzq/O84XGuZHDjFbilyBUp+34VikT9qGwjux8STMabmkzK
HVoKC3/tEL0LginTbSrawSJJmfCoVioPY0Ck+n2pzOaBwqV6/vqm/eENsBcSLQwbQ+jG52+T5ehN
axO+vTcrTcOojrVis5i+nple9n8hav7hWMvCyIfB5F6x9/z9ykHlqRgGphS3jhZuWriO27nWaEsu
vYj/9mkJz+ILBByLQ37+DE1IxMC9TNn+Z8ejwS621rEMb+wgSv5SSHwif7vsDuidm7QZWPEdeECf
Pu9wImCojQEv1xiyo27JBqVf4FQ7o870b0VrQg61kbfO1y152GhnJ+l86FGa3TfaUCCR5Tm7mbD2
nVu3AhI5j6j8uCXxmhlG+f71hTGXj8Hv67fNGkSlrZsIFQ3n001Q9tSICZPWnkZ/eKoGq3oj5Fo7
M72A9zbEcfje6VH90Aqcg0AXyG8vaxMpAmEu18lsh+vI0NvbumxRweFQvCuzrt9ECMGOgGzk7SCL
EVLjgAYgcPITuendXxZtEynkf5yEy0fNhPlkA77WP1NgZVFOVRwa5Z5pO8NqY2aAfZUgsZdLpnP1
kgprXtJi2/yeGXZ0X5BVuh7rMgH2B8Hxvhu1mGcvaTdM+BnoT3WyLjonPsdmd0lcnZz5lLFS6dwu
WW0FiTSpQ8hXp4p9nVvfx+pbX+XfZVdsbDgTpagbX1YEOPUlRZxH/Cf2h7A2GBx+CFD3aXcuSffu
CZ/HKSRVttZ7IrmtN9OKfXh1t/Qi/KaaHhuHPOr4ziPabRbBzq7f+wIjyoTnIsv1g4fuQunlq6aZ
L3r4AlSWpKbaLO8VNFT0TtZLwljTKyPhk/Ca49GwHvTBOE1p+JyJyM+c4iH3sKIXzGlotzjGbc3u
w0113w3cHav6DSIiZONzgLcbYUEWkqpFChzrUZ75KJ/Po+Zsc5AwmOE2Na43RqBy04aEtM5yN2dQ
VcuoudLq4oIJEmsSOzhNhWua/3di8rYN+vMVQ4xbGy9GKKq1EUTvssFCq1WI1r0XGgibTg8OpNhf
t2m2iXMuRUESU/LqkG2IyuyJv3LwUn0NjBgcaX7vmjnZajCz4C4snMSDTgYHclVQGPpDyXS3mAq/
1gj8AHV7JxwkRuquNjSCo2e7X5muuC7Ia7NLjZLQi/y2kWeGvXdOZR6dSuc2/5hNixkcOgkQUkGn
rmcpDi7gPcbE+OFt1DaN81QZkDI8mqkGGnNyBuwtKJofE4PSupM4gM39xK2ajVT42SShKRU703rB
VLruQvPGLYqN6KNyBYgbSoHnHsmg3s+6ftvm1cYJ0gOk1G1TFFceuAnPQew1FvhjEID4g+1eqrT5
wKgDZSZWKAPVDaAOIEcQHi0nAQDV8dQkW3JnkJpoBxJ6Npgq8NGoqx44AY7TY5UHOxN3VjbquwCI
gQ3LqT4NKAPHNtpEIRVYoh2mlmzmyjzPjYVYAXBHJBkIj2tt1l+LEsIXatnjbETmqjC7IwnWL4MZ
rMMquERe4GdYRVxEomWNV5AHdHaIVm/ugsrEoN+dzcok8Ai9nku+FIq0Vzst/2FIcOmr6FQQ+tNy
g+Bx5Cc4aBdRYkiWlUIcEkwr1q/HZFb3Wh8imdL/adpqF1TYrNrgO9NCcsHamzCIUWoEt45wVwiq
13EBSCEZd1PcP+GN3mte894I/R8vZZ8kk+JAybGaZPgR2m9pku7rttg4EYKo6aPsF9xw7VcIMT2y
uouMJMoskqduAoXTMSvlasDqNM6SxjMEZ+fQJ9HWbgQ+S9dCJta3fim8M2F6IHca35J7Qz8t7wZh
UacuH29i4pqJCz03kLVMMr4qni3Lmn4UDVpCjI2VSk9ZyrIkY49fq4YNzzArCelOpChmZWThwBnp
B64JYXfrbTmUJwAAd5YiO4awyBJOTCI3pC/SeBXPaHveyMqwSCGLYZIms1xHRVvcZS5OHjWVVzB5
3kesakQ8zqeAgJ/0p5sUJ/1GZGdAOW8ywRGJPsNifr1P2hAKR+/uCOqptiBEGTeWNonvaVWucfTt
9Jw86Lnf9ab3KEXxOIt9p1SPAJpRp9MtWVYjjBX9LoOAu3jomvRZ17Jj0423U9tuTUjISJfAAwzI
cUlEmmsoKZF4FrNrHCbTDqqdLE9VXWfXSASKrada3MN5o5Ah5CLw9axpHsK+JlJMkOZ6TW7TjJYT
1/u8rsE0EIc7tOU77OZEWyL5YlLD0EDIyQ7RdCfuMfBS99Hgwq3czkbwbJeer6lxH5hG449k9LTg
CuAxxPBMPyC/MEtuk6z/7jbz3ZwWP3SDPPJmIukswgAST6nXoTgJTdqZ3fymj7V2wABoYzUt3avM
1Ga/RAP4IOb6wwPpc7EIXN3T1AWKYTMBgkst0OJaWeQcTK/pL0pqc7cDHIXGokiy6zBSGTLViVz2
oQi0B1VO8ctkKpDYJXlh+0iM2g9hNvg64Ttg3UqJWjuLOPMeYmUF1wXaJ2oGuyh9U9ayWleQTrZt
1YjZ1+B5EAFfIVYP3L69oFSFO+B0Qf9GHl2qb3vGwOuxGr415Sjep5mDr1qSzV9r9JCHJlEawX7c
410XWKgpZe0IvyAE647ORYbtIOtfqV/zf4yxxY7GlBIZeFY9eWEPc0B07cUpyGMFqpPCj5JD9Jbb
wX3j8mbnWQ4Zwp49eOo2Xq1VgkHhuhkIdUpGUu4g6cxdv4KL4lmbLM7KbaTDYR/RSBL4aNprWerl
jaaK5hyzi3qGJ4DFvA7io0Q/ddCsAigcuS+Xycsh2xRlK18dW4MW1iySPs3BEjX0L24FhwBxTnRM
LPGR1L3YBkTF7XN0Hajz5L09lm9u2+b7gmr8vu3T+kGwVuybmUYgrqbRWpV13l/loP5SpOJW5LM2
9MDolPlO26i5BdOiVoAG0yPjFPMQKmcRThuaP9NNPOtBBJc7eZiDPiEsc2iPzMxqlH0a4u0iMZeK
YIYSQyaKHzcBGMIyHRUXyfHiaIt9bAJ/rrBwApcGDhMxUiQ8su86vwVlhYbAJVdsLScdwrMEMrNm
I7EzWk2+jypOaTeBcUOXMK/TMUBaWsBeqGYJBQhA8bmb0Ta6btRfIrSBIGDirN+EhFof5tmY3NWk
dHmybBg+RWx3WOSFhFWQUDCjvNoUVYc3g2fcOOQkcmor0Vvak5yiC4aB+blGMLUbx9j4HqNC+hGE
InzUdKd8n9VtoLlo8Vqq153hdeE2qOzkepyD6uwWMOlZMNrYXdN1KtfCUfy3O6ATRN8IAW+oroDH
6u9VHY97crLH4zBr+l1jZ+G3ztBMv8/Q00zVOB+RZbgrrxZsRYbK6O9U25vfkTphUGcCtmn0sd2K
wnxudFbPPXmaDjqksYWO3kc6X2q0VRFwnYrLVZZVt3YqRYTtoHXPdkqrLSwc0ftiEkWOX1rv98SE
Tf9I8A4oXUZ2lOmgqwyZC6rHVZ6QwoSi2rqehLQBEeb2eFsE3vzcxaaxF8Vobka366ub2MKoQeE7
kmCcTOibdDNCJ9LnT1XEx27Ew7hWNc/aBiXfuCmsoE7XwFqI9+uLtN1FRZz4AeX23mZDeRRgQx80
EYl6RTitRd6RblY3orAI7pyi3uhWaR7Y21BvU8M3GlyHKzGoPt6yJ/XOI4F+W71DXxyHlfUgKo+g
TO5zeuDmmQpKZtXvwjTPPxwaRvc9Nq33pvgxDilj3tnOvjMfsiiw3ROZf3AZ+g25k+K2sVh8Ryrg
dYQmcp1lunuvjNw7tW0nqVYdQFhi6FnMIz6dbw6g4Ou2Sgqwbz2ss8rWgpUrcLE6Qz5ejByqPpXc
SdRhts/HRF8XhpVurZoP8YR6Hh5ArXa8tt3W1czOn2ebcxVmR+JCD20ld2xK/nb5grCP+zag5EgR
1A/OPSIvL33JNGyhqWu2e8MeMI12XZWvVDt9F1rVXbQxsw9TNlWvwnEZXINGvTUrUe8a6Vb3mSkA
LbBp+pjsYn6Czp351Ca71jSz2861n5qarYuuDcNmHkb2NpE5TqxepKM3a1iUnGlAi/N1SRu4dFKE
QAY6B0txSiT4iD7zICbQpZATLAOm1wyqtMJUC2GvMNJV3WhkyfY2TsvJqctj1wphIuHWxcYMRzgl
Y5SFt7OdLHYW7FC5VvJlE5RX/CQRP5iDq2+D0Bof6lKTuyCSvS8Fg3zkuFea3QMtxenEtLGIW3k/
u6UzbRgsBdoqcyr5ELljfkuyYKXWFfj8eDe0Bh2CxrW+R3odbsmeaPRNMan41jFEtIGNoYxVFZXh
Kpi86iBEWm64+tnZ1rX9xMj3Hdild0C2nrB1sEW/cwKCwTdRX2fnfpqbjwjSebSeKxHOm8xWFXPo
gRbZJnRxyo0osdZ5mBU/Mq0zrioqy8feK8RCH+3Dc5/FVrYiIhJHqFf23QaHGJE9ZeF0txjUzP0s
y/JgImXFwhWbp4koOBIPnOiqmqzl0e7mU51zmhrh9grrF5yAxgHGANHmraEXs5ZaVqwnrQkWfpue
bgYnQ1moRH6nk7Pm2yKCPWpXaj6xYH2PLK/wSYhwT00Rqn2Z9MVbP4Y88G64qUqtP7St5+F/Uf05
jBn8WomVXVNyEUZg6NOaIPcEcIwFO2uon/UaRGZCdMVL3OAVIO/xyYCWsCZLg6IuzXRYK7prHeIR
Xt1U5um6KLxk78xl5If9QBxvIbR9PEzeBgywdQ4oEcxhKLHK0b5bh6x+wF/47mtMz3E7qOgeKUO+
S8I6uswt8kv+uC+IQu6t6zSF6Welw3ylVdPA+uURXd+5mN3A1NzXaCJaHPh4CMtcR8ZCN+HAs18+
RwSPb9qhDp7GRDW32lAmgPZKt9zmyyVq3HTaC2xmGzd26r1bD6FvpS98/VjFCzM0HmwjnWm9TGxf
GcLRHDLCIr6EjYNksgiPkDjeZGTWK6vBNmE2qb43CjhkiHXxAWk1oksKnB9QV8pv/VzUpz6qnzto
n69u7b3TUejXk8saCJVqP6QCP0ttfCNFpbyxWBf8IsznOzdt0XoGwTYxtfg26uZsyUoJp11IGPYK
Mib9lc5hV44OmCJkCRTw2vyiO43n206r/EDl9Ul6MMCiMvO2iCXXOdGlB5tN3IVG0A67DY2CgEBc
RP5z+FxLYL2gE+9sK3/IJvgfPZu1I7vJCWtMUJw9C5oZ7wDdjsB+7zDnUduN2CNN/kGx6Rdwc17j
AidiRPG4MWonAO45lxs1R9LXkkYDZYhNfXRy0G3x2PgmVCAKzfoyJR0OyLp98vQeAqMlOnBLOk40
3Qjkmlhn7CIAoT196wZI96FNPCZTPkMA0BQ7DdeoQBfioFs3ZCn7theUd6bqX4y5ZCOTa9oOdx7W
uD53LwWu+XUcW4LE8KDEsGZK7oet5dhqbbnpQpiwcWbpz5ZM5aoJ6ZXk+aCRHmGWuxTdP2tKGN0m
MfskBMnGQ6/mCddvlVzhsgcdzmYSBlA974KxGZ5izYDvjNd+J5volqScYD169WM51gaudCLroTPo
W6i21SYt3PrDtidvzb2o2Brb0ZEKrliVPeSQGWPNoRpMtUctNO/NwPW2VjvdVM4wvLL69nDj2spP
a9H5tF/DO7Tv46quZja0nVRbyHXhbuAlgKJS3UNYg1ex0AgqFSekjAbedtbVUxBKApWr+WmAebwr
qQaIgq4hTs/sxKnLW7UqMams0oEvqG5EiR+FlbbLhJ7v8CDujTG/BtlhvoSRuDBiwKcpyo/ZVBP2
U7P9YagEAjDOW59WYcOTIWj/RpII3mnKrz03mN+LqRp2EEX/aUapr1q9sP3GCVu8NAC4ZVBuJkJr
diKw7aNoJRuEcYzYp7NIpl1/bpjU7sGqfTMLOISN/Zwvz46CDwxVS0FLIpA8rdUPw5o+knikCVA6
R+q/jlIAIXyWRJc0oQHIdPLOS5V7MHo2TF1cATfgK7rNEzX7mBIiDIA07co6vZvawKLGY3M9RrNa
EFIwRGB7dSiz+2zfEld8RBeeIo0abe2R9GdSeursheE6YeK81ae8947erMZj4jTwkWpMkkuHL42x
CNFLY7etdshMMIgG+n2ih8epon51q+A6KuYjqV72AS4u7UMd8X05zvuJFQvCQZjjfobbUM9sVx3j
sbVJ+Alm4ru7+KYsJ0AzIRYIDY/lehict8KytZU567hXkuXbxKdrAllUu4QFmHEyrBR0mI0WUHxY
A7Y34VHy5mX2mmf9aghL+ylTfHR7TMrMy+p1Plips1qyaWh/zNf4FRSPWg+IoWGr4k7BcOadIeba
6P5p8ELi4OOd5g6qjZPVgE5j2rf4n/tNBxDdx1qAYUhqK00ar41RzOBYausbTymyHxsPRdRsSWS0
/CwwrlQwPRtZqR9Sx1jg+QT4AvCKaR6oYKcDgGdFGskZTzGedkXQ+Xnj2BvLaQlCoXe/69O2fGj1
nM2rUvw0S4kI7xU9eGVYO+SBxiEO+aJXrmqPNZarTSsDAp270tsR3i7WlsoTPyPx2aeS5u+6VTx2
a6kmjtxK8zJY9INCrZiIQRbh06TPr1lqXkJpMFOy3W0BWAQEf3KTWwMUahdGl0jslylq5botdDxL
dQReCOTZepIyu9XLIrmaMq4FHnney24xTiXEhYHNiO37cCryj4YMEvwA/IwBTTm8gPEuT8A4G2lH
w90dAG41Y3uVybl4RDnPIsSO89Fgwb2YLEBPgIf0lbRDdSYkgPlYuoSoLzxtWgLLpwWoNizQteoo
2ZogGN5xkjhXzQSQXykApEz43R3Iy5qf3GfHcjaNGwos3d1G9mgcIyss/5lSmpldzk54PWSjpA02
xunJweW5chZ4XEIgDh5bXH3A3vT1PPX5Eah0gx1Fdtd9UY1kLNvZFqIBbWO3usxKs2HTBljrsGOH
XfNflJ3ZbuTKeqVfpeF7nuY8APZNJnNSap5LN0SpJHFmkBEMksGn7y+3bXRvu9FuAweFvU/VllSZ
zIh/WOtbwBkrXR/dwF9/BH6816hd7zyVfE++v3xg60gHyLj3CS/Kq6mVguvXDqdwreUu4ayCdcqu
/X4YLui5IQabExaLddU58z1rJY6IWsnr1ZXTvRWG75QcN2Mv62OHcDmdA2nw3Cc2PYAdX7uMlD90
lX/DvNw5UN4+LVS7HehzMb0AA2iOtS/KnWOXGmIriT/XcGaevWx0z1VXfEiWKdti4UOSQ0NPjShh
eU1jcn3ZiW064jaYs7o3fWh3GBQqnhtoa5cPVIFPNfcP7cpua0Pm1tNUQvINoxj7G8l9xC3MkLQw
KsAcBLVdAsY9xY3pzkRlPeZLsN6sYUPZHLfeTQYtisAALE5VOePtlol5832GmdLHDgUpKDg4uNEI
HVpviERouPoD1umR11w3efIFOYfMgiEON8Fif9SmUrs6iV/x1Wvo0Nmr1y6pGrlTfaZBXw0QgA0b
RlK+5LDcOqPiw1Q8lkVCWACcfNx5JA14so/3y0BRwCPScBtHfybdv0jBLTR33UPmuUyAVu9idfdX
KDyzwS1p5iW+9nqa8800udOjWQKYpnk7ZOQpxTVlg29kPe3CgQiQXeAbIuUmu4gkXX+NSU25hhlm
g7QEGo5xltfLdVBtBA7zO6/pmNb3VnZwLlDcgevF2Qi12pvMWZO3PBfWleAgwxyegD3GXp3zfoyy
hovNr9NmNPG6s+3y1kHyhWX+yqkKF4uHau8z+ocrHH3XsKrjc55FFgkBXcyzipqbnIFoAyIgOKxL
w0K5AHfuFj6yKqym8VSzB+uJD/UnxuplCaMwT5IbORgMr5cdBgRv0pCvkQH2R4Ul5CagomPeheuP
LrR/sSdfgFdY4F5nwKp3dRCId+Nkw7YNmEkIOxx+ZmQbv7FPVg+VNZktMMYcm1ZfHBD3yysqwmdl
+v61C2Hx8HJH2Fvb1q2+fVu6RyQG90nfYy1NOnejMemeHLtuTpHlnHMRvHUqxhrVYi8qB/0iHIfp
u+9NxwT7WxoM/grXKMavvJKzgDd+KSn2Mmhive/jGFUQCCmKsuDpkm0HpyMktiqU081MRY8BGdL8
Piwts2vsxWcRKwsm82rqb9wmU7soUeXPZchxD5aMIKJ+StipWfmVFqM400ALcC5RclR+bm3lGPpX
bbvaNAaj98KcJvkdxcI9yyLEq14a50Fkxfjdz0mylyKmudGm6/dkSUWXL41pG8rgw5qV4f1ioJ+u
PF0PQS71pcINzmqZyNaLak//hpMA7gWkuB9vFl7KJ3v0SmtDGGz4VSJXwrSmSjig7sICRhpaRD9n
bK5zBS+LpYwdZ9F5GMO+3FyAAMdIBN1VmIhm2UQDQ7OBDef7GhXiVEWTfeIEdF4dBnf7eq1hQ2d2
oalXp5W5AxLOD5khna9K4OMOb8AONE4LjEbNkL66qHqzY08+OdIfbnMtaWSailCP7eIMUFDYucpL
cEDNgimvoArlwvC1ZTi1ecoKaIFHSNItIPDlz1hghQ0Hci9qc1n6ZWKd71bLkryutXtusq5/rgiy
uHNK7lxDtGdPUE84nWuc05TA1aihMKxJRFFWO84XEdXyusrn9tNuQ5Fsi3Cp7idTkDxyoTWG1+0I
KmQTD6K6hjmBjK0e4Cam0VK6bz6cuR+lawjzwAy6s0sMXAnlIqJ6UXJe77I6mJ4tt8+eB0YZ1zas
r+FGRp1FxOQchOym7OjLEJd3vc7F8JMbkcfnaUFe7ng+M/rFcopsqxNnAmJVy+7chxBk0lJZw7OV
F/5r0rTjH2KBLmD6LK/ijRgRAM25tLnh7CkFaMmPbIEMPQfRoJ9qP/JeG0reH0hK9gdvNNs4t0w4
BFz22LqowPwhv8mxFYNig87hWWhcUc4TC0CvzGKkdo9Z4blPPVkwt6awvXaj25IqM3eFTzHeIsSY
7VGVGxtXmpcW+uJ5SfLlpVtj3ACk/WBC8S8/l/YySigFtLTaz209/FKcxqwF64lf+7EkMIQwCaa5
UXIHlTC7CcjbYO6UFNnRLNHyIjKX7Ly5NckVvdg6bNxQ18NN3kXsnjWmUAUqd0YNmNnYwiPK+h9y
CQr1NEEgd/Z+W/nU+kSTpBOk9SfP7vL64tEvSuIUWXKndi0Jc1jbzoMEnviMjMga4ENUeTJVqkeo
VlsFjoDWINYmYLKF8aiapwECzqFnkRhQm2heEEV4ES0uWlqK26B3WFCzFXL2qEEQJrYKXRLJELze
fc7YaJsBL39iVpS/s99gNJFYvb/XzmyT/RypKxYTFcikqnm1l4pCOwGoAXRQwI7vzPhHzXq8dUCU
E1xT6fKcoGW6ZdLNlwcshUv8IseJx4Rnlbolg/nCg7l1Yh+VeaL7XwQ8ZTdJhe8Y8jgX0TCRmZqF
aJQ6cJ+fjpVX17ijEexNBBVNO0lKIiv/wuafaw7Kaduj9BCpPRnxFLX9Um1LVZs2BSjDu54D8/6y
Vcw/Si8rAX94HlX9JawEfD1FpGggDIskGJ6ruRv/YCh1CaCNPZjELp6DQHjDM+NiK108Q2hdGddQ
0bHvzC/S9uQbVla5hUERv8ICCCnr8oV2vk5uhOQKlQPMHjhMnRVuIsWZhSaIkMPMvUgCmz7X+6qo
kEKrwN3aC+j5zchhesvngCCIhak3FZBuEOh7jqG35bPNVkZ7MS5MGAv2O5mgJVKYEXk7o0GeLDlV
/mvM6oOwn8HjjRiqgG0PbGbeTGBf56nEe+IZqbJH5IOJPjNlb+9KrBvpMMXFTdIkzX0ydlmzJzTJ
h1W58KEHYySYLLeAm5DnmeIK9XPwSjvCQ6DC/lfjjuFX6OHhKdjEM981M8cDaRbZDYoVAirg21MD
EWdUGZY3Nh+eRlxEmMwFfFJWmiB5LiBboDRKeAKtnpQzCKes5PYKAE6VThVKH5QGMdriKXHaI8O/
+cUCmnS0Ue9RavsNnBAb7OvMg8vVgA4hCpsnw0n0TPVXkMkQqOiLDm0m22Ua+WyUI/4aaoPVumkS
S0CXGdGKHyALA34SPpz67cqA9r0hFRAdiOhddXJBcz9yHQ1gnWSdVSdI6NVRxlEur3M+H+12Znf0
QcQWzzdrwVuw8OPBBIRYk5fGqVub/J21Hy8n3kzT3c0qNtQfRU4txiruEu+FKkujrv7BhyvAumQT
R37YezzCMM74fI99pIdbSNeozqDb7y9KTUKy0IwwK6pnznu+CV80MfNb4yXM2+fElU8j9nR2fBmJ
PtXlZO64APYwopdr2OxQBjrRPxI2sbCSc8ZlV5TI11Ud8tuM8mGMknpwE9qx5DXA1HIPSkkEH3Uj
GzhRVREynWZhcRn98SYRc0fIFcglbta2DeOtcauwuSvGZToM4yBONvHCJE5Y9tW4FrwXXHR9SAha
zPYgksrbBwu/gtKnFeCEL7O7JoBKhI7A45wLMsEhYg+W92qxFj+QLDKkQW4Vj0Dvk7vhgiyd8V7u
xiKYjlbusIVcHDxjJAXxIhm3bMdzNAllUvQ4jLA7i077yrR2YzZC8MC5JGERzGrgF7guy2yiWIYo
ONmMnw8Fe7BrNtFrvCHnlZOki2J0y1jM8O6MenhGfcNn8QKdu5sugH9eh/CYDQm8Y0rgIZ0lQ55N
oIIrwaKGyUeMZtZ1+uCZXiM51BCLc2ozEfxuuFAIG8DEfSRG+aZqpZqu2TFzZY0hDprOR9pOAVEd
kwXrva6WYF/lAY/KxOp728eslKB4cF/YhZlffHsMqR0ll1QQe4j3PdM8UWxZ1UX9wsM7gtc3+6KP
XcY3UcOFSYXonv2p1ndmmJgH9bTVm0IpPGrV4tyjM7nTQFchLcMlCIlM2zL7wd/T079qPasrtw/5
2wSFl5EShQ/2uIDfKDdtNHHGTxz/Dxq+68RYaFH2uUp4727XzLkIymYGlrtlcUrrBknHJbMCjmiw
YV4W/Bd2Buf/ojQMQtwEmCew8f0n64TTs86147hjjA9EqWHk0m8rgnyI46JFbpE633Jz45YcC/YG
ufNpmmo9/aXZ/G8Z2Z9Fy//++fLf/IGLJsu8GP8Kqvzf/3ZT/pFCiZ/x//mnDt/i9jdpg//xD/3t
K5OB+W8/3YWp+bd/2XUYUs2D/pbm8Vvp5l9/ivxbXP7k/+9v/o/vv77Ks+m//+Wf/gjdjZevlpfi
bxGgF7fo//z3NM7/BPe8Mb+79rf8m8ed/+BfPe64A/+BtjXEhRE6tscQ4t/pnrjfHaSj/AFqS66A
i3fw3+iebvwPtPkXixZlho3rAOm3YkZV/Ms/Jf9IWIQHlxhSXIAIIcP/jsn9L434/ynCtXmkcIck
f/lEEizSf1dCF4HuIt8XuI1iUNgpUCKaJlzgbvRfimWRxP5HsWzEIj2Ig8hlCR1iFPn7N/NxvWNL
6AA35yurOeWu7rq33AkmUrtKRuEalfseLRWMUGzcJGg3fFSRnhUrgQhuafvbiKXOCPKpdx8NU4g3
3x5obCoK5z/27Mt37vUe/GAM3ordCrFYKMd6rnE5sVvZR6SneCkzkqZM10mbCyemiJi5MHqfyGDq
ZXfQxg0IoKgJfkyHsMjfC8G0k4kG7yG+3on1SdH6zqEVEyi8waB/kQEjZaie2LiODZssBGKdgJBJ
MymgDdVNdu3zw/xuCw9NkiV7+hcxG+ubn3i2QEI2wxO2x/mbfhGeEdo1uG3Y/7ID39W5XhovlPsM
rddvZ2yWfWzqsN0Dw4BtrFZT6HRlMR2hd51AmSx1YSOMbCjvU+Ll/T+Q3BLwoIG2N7U/u3LbIOyk
SIMifCeX/oJSh0FLych7flEx9vkvcmMvOXv0QIDycgnxRZG+JrbV0E1vfZkNeJvdInyWNjqtDbJx
0lKAw8kXYrnUq2toqIqloaCWqxdB82kWAkqEHfAjFb6zki4wEWfUsWAgjj5CEJcKu18+LdzdatN6
mcecyPVBpc26FXeinKW7cSJJAhqrdS6mppVWt3UZcp+h59SUc0HNyo5gwPZr8PyFLDwZrQ4xNap/
Jwi1ew7EoD2YQfFfEuCqYpaHnfBuitASMfjPLFSWuR18GSmgh5oq0p9KDvZ7YPfDvTErVJqZKWux
VY1CLkGRpn8iZM/OJm/mhJW6MuWpkb6ar2LojsHJZJ61fAeDg4qBTs/9WabKOTVlKBgquU5jbccg
GtGmz675XmfDMmHSQ02I67hcSC2TDM+ZN60IFElzcnaGHT1LHpZx3OOxhslVTkvco88DgoSrI7RP
xozqj4JwQ9qdk9ncYFmCYHzkLsSH7dPksR3pJ2uLU4UdUt7W3t2Qs51Ke8vWj2Gsq/dRVm57JW2r
eguXEOl5NpW+hyxHxS7bOTjgyBBa0mBJ/+D7ug7kMoZLJD8e3Ny3kW2HZDYiUukrFMGBoxlFR+0i
jkFOIFjnD9MlqyQOEPSX/fJo1NAjw3Yixu481N0DqriQD1vSRH+iCtf1jqU4H1xtU/7giLVhsqJ1
iSVvpWQbR0y7H6DmWFnVB5fsw121tAtrCa+dP72pgYu7tBbLY2csYKgbGV8MafbM6rycS1RQONm+
hOcWN1FMl2WaliVu2IiSKaqFQikVOkf810jDHCixnZU0GVZ61q0VKn0bFhHIqzW2p57Jv0DwOIc+
x0bvBMm0ZVWLjBmZ7K+cIWxEhxFlLAQtW9FbJBBeRciyPFMXXrfyiSg0jh2dGbPEb+R5EDTcRYxY
mL8FznVusfnrQRY+J60/xikm0XLdZv5gsZpCfvAyzhfdC6h2shVA87FpQrA13doxQpadGV31pRZG
iifD8QaIoLbX96yugUtGhoo6TZbZehmacMkOSYHWYp+HrixQ9EM/2nNyLuNR8kQuaYgW7o1vy2sK
mE30KXmXxUHzZjK6ZcrWbIWrXfpp8nIfco4b6wUpuVabC+AemCZignZHHRrdJU5SIW4VAxEfBA7F
87aAZPSAaswMSD2QCW4MkwEAUlnZsj8tdIS4qYOvtDH2hJYsCDWIf9v0xEMnSApeYsa+1OmqHz+T
gu3Ixu6tEK24VMTF+rpXYruooEfVF/Wf6BZ5rsewQblTtOIiTR4UkgozJ8Bv9ai4ZvKqd5pLTgqH
dEG9/bHWWebsRk9XN23EQJJwlrA6VHPv2/uhnJLmRC2JtCaKnfVPPClx35k26ndW4VkNZ3JLDPDE
mbbuYw917b68tCV79JcQmUnuKtQJASKz6xAcgtiowe29jUdK0gOtCXuR1p2XN6wCktweUAS/IpDX
blqh4YQPRa9RAXJdOLgVORHsJKg8FtSJPBnIpibRpbym7WMctn2ethy7KN1VxcS3z50q3LhLUHzU
S6Ley7YDSDoWYUA8hmDJnpuKhBiyEN3fa8lEhhM/GMNDMiY0wVVVTD9gbRTi53gJSEQcdXuCq9N4
V2Ve9sm5471LUrGwJdsFWJOuR+FVDp+9fKTz7xOfIaFs2P6FQYBoNRc56kDiR3qUcg6hwrGOUQD7
q/KBY6xhjyTb6tm1ZMQDRqmyVh9NXdUyIqoJa95RQSfeFhxfsKKBTPjJV+3aj8KqR540wcAVaqld
Xy89J2fa60XDXsxMVm19jn24GOB7HzyRuN1WIWv7lUf++Ft0gzuduzmHnTj3Q6ypk5qh28GA41jD
uEkDvHDm7lBCVa+2yWysdh21ycYBK2nd+V4xmysIdx0CziZjjOnlmfWZw8Qo0O1kLUOSGZnMLmSM
rXdcDRK0rRt/Eh031LuV0v4uoDKyT+RalDbm3VKGO5wVIa+MqrKfMCw9l9HXOh/9Wia8f40enmhe
8omgGTW5CPcSCh4VlwHEunnQ5WEV84QAfWXAzBB4Jp3CU65mf7LQO7AiC+KdypGKMBd34s8JZRb3
MoS8Q6W89irr/Iishbo8oyQhN9Ah9g6mB8qQb6tzzYuoOY5t0X+Go4+pVN6APWXXMzF9YBUqYvkL
8Yz1S2G/20WErZRKEv0KTKwPquKE7sre6lLuO6Dwe59VMBcwKsJEJmBPm1Md++MVRqnhsqBe+d2x
dezvIATrDkgyQrLl/kVZzUW0qUXo+6nr5fXPSlrVVoPPYys5E8XK3ChtuiyoQfOuE2GUXM18jCwd
XNNxBc2xkIJLOayAJW9XcOdbDvvwxTPRsdXJfT0xP2DzHu20LbyUedOd1Uf21slH4lFC7761A8UW
QlMCbXSnDSG4cZGTU4QZPC5Giy5zDBPaUhYLbbFkLB8czrmhc8NHH4fOax8B66NYkczIw5kpgUSr
Q+/AwH5Chb9Ulww0Ym22blI6rJ7rYMvQevF20PlAJkDYZYUchb/ituNQt3ZZ63NRuH03MEYwex6u
gdjBweHlwSeEFh6Y5BwRf+kt6AXzxH1rLcTSqqtL0qRWO8NFA3d7iaITSWvTcmzJeqw2dWD734xq
2tsBlu3RsbBbsGf5663lvk3bZQFqM9fk9mlIs6r0wT1nJATfrEUOeylZCEwL8zz5GM14NUQWoewT
FyrSdlQNk9jEmHZug5X4GJuZXtOKaAts14dHSed/hL9jHepCSMI9LV6kclz3EQPph7UeraPIsf1K
0MLt+pGM1fA06Lw+68ljCbhCzC/L4ZFoQE9SCdYTY/eoTsF/wFaXzZAWWQcUiUY/goK5ijfhswFh
Z5AKZPiosVTrvioJ5oaaCO0/Hhjrxibn99lbveuh1yt/MGoZNVj0Ahcgn6PRHM3NSUN+eljp9th9
daE4GbuyDr1fp0uGSFMLS6beaGEBD8IdAMFb7LE8UCu1yTJx8HqrYooBnG+ztsEPczcA/Xo0j7Ny
PijgUQ3YzO+O9CbTQVkZmPO846UnlmlMg3WyU8pt/bLYbfMA1ojqru6Tvfaq7DhaHALaGfqfYLTM
jS9JChF2BhBq1gKSNiIeTuyM03SI5W4Sk9qPeYui0CIhjSO4ZmLfFWh67GI+inbYVXELEllxvuQW
ytDeO9gr6pBSUoza8Le21VqCi+w4HipyGtkJEL5XrHcxGqRtgeD8jG/4kb3Mg4Penywcz98oD6Rp
aFrrMGXOgYP7zUvKqy6XX4oA85Wgvw3L+35XOqF/sKZq7xvdXJnCPNd8rDC0qLOD3XRjh2ZHAN4v
YpxPwiNvz3c/ieAKiQCtrZ5agw+lNyBWxSwL9LVHNl0MwY83z8wM4dnv2gA848gTeAPzutnF/jzv
3SzMHpE+03xEjUJc4zB0H2Oy00Q0LxvWhBHq7pmUg8nS3TXVnXvqQ9Pt50Y4G3eu95PfvmIqmU9T
WDCd1gZy0urBcZQj0/gJpUO+CggaKMs3pL34h3IKL5Ot9dNnqFoSm41Lq5Z3HEkfRTQ9h5qR6TYv
2FOkpuw8oiiYqd4QwU3Gg0J72FKOIpNo+q1Z/RXA4/w8dPWT7qP7sXQeOombyqZNUTs9tNltGYX3
JA5Y+9GtKLU4C3jePPd7Ja6ONU9sJwS6dx+qVefIVrzWNR+vpERiyFZrt7goU6LFb86WM48fDEK+
yiiRB42hp6FlByOal9d8drLNHOS/YguCbDLdixB5X67G646eTwXBnpyq6SxdyPgg3S7N2JS/waJd
n/wof2eFSvc0ZN4xdqt5XzpW8lsTttVu7LLSSIFQqp0aFdE0tw45broOI/5e3fjWquQaTQotsBfv
GS1+r1wm+AULqdJQWCfd+1cTAj/g3fE9BV+eImPcyh62eBSNNF4OWHem+an0/JswqS+5DsjVkCZf
BTbOD1KbWevxfwVtaIPmjMVOavG+kixeYdohQRVJcOb8cp0ieiGS8mqYxWnxonDXaGuhdqBOOuMX
HvfkBSepR2TyzsKpgB45o/nqmi2z7/AwSt7yICkOcxEibp6xxYC778MzgVK/smVBHR2Ff8ZLGJQ9
fyVhZM5DP97FLjxcSNlJcrYs54HI5OpmMPgl4c/t6Rf20schKFpci24dwS8z5a2bewcJI2AzrMQu
IRmI76i3Fd09pW01Wu/4L+dNODdyF5fYeWq7eTRR7nMV1f67R3F2sUUcM2M/k3P5sBogyxLDcgtu
AJCxHPytwCXhuNVPvs7XgMbyg4u7x3CVkUcTzIZ2HDViabDeNqWk2Qv9hb1xi1rdJ2Eidvv5GpGY
l3ar82ZGXeyo1xzqVysDC4wzSx2RT5xR1jsKBmkyf7iR328V9r90yel3AqGnU+FVOJ0nmePqZpoU
p0gYk7u2sbvrtpjb96rP84+8mEzaIpL+xdOk37WKBrZU5X3ceVvdKRJX8ja5XRkgT35PsrjK14lD
fJW3Blc2uOV22ptRVA81vQtWm3iwH5pi+nLaIG0T1LiEtJENl1Hkh3ORDl5OoMf4SeSCPsyOddPD
bk7ZzIr3vggeNILEVx7ga4hZIFzJXr3uQ1QQIqlXUn4bctNWj0cCtq3PNOGBQMFNogxHEyEa8Olr
vEv7avHs71pjCJkbMP/ueOcttKHxOrPRduJfq12jmXAxbhUVGQVZNOwJzxvfWZYtAV1EOFwxsP5F
rvMhHsPqPIgJW8F4U6/501ihj10zQr91P2/wYxxU3n5msrtfQBFUNb6izhH3iFeC93C5RBXYLTLH
4dmzl5ludwXITw8y4PC/CUh5J8YMhHkITL8t9XeR2eOVxbwFExRJJv3V7PjvtTUeJtcPDoFnGJMI
tW2cgKdViYvrEtx0VS/13axj6yXB0G+xIUpjRkzkPkhEL7PL2zKNMVaCljBL2J20xks+cnNZpJME
ds5ymz6jcGvYjmX2i5q73oxF+eBdEhBcXbzZjm4oa+14I8f6ZiAnQcb6aDkYIulUe4zTROIW1Xib
6fmD6f43U1qib5WEOT5TrnVs5VOrnQwvWFxyy03dZ14Mw56V/w1x4KmVWB29c8+0AbjDuPOJqXxW
McaEdAwJDy/ppIiri3/qmS1i0rFJ6K3ysjhFD2+imTUT0xlGeGS04DkZrulDf3Nt4vJV1gf3XbcN
FN+av43vXtt8b+DlfbQTjn03khC+ybqpvfhoSgADPUMdrOS3XTIgY8YOsiatQ5eeIFkx9pHNnthn
hXs5DmRenHEacatZakdUSEqB9VxHKIHTOY+m/Ezy0vqYN96JCJmCMCWNwT7wlu8oHOa9FfNXg/B1
m0lCLMHIndxgecb+mrmXwWuUOsGEj04c25VXbfUC5shm7Q5TBzUfWwShe8VwP7vaszaTRIEjI+jl
EStiguWJyr1AY+u08mt3DzWNO3bMLz8+stxCeDv0EH46OVnw3K8cUEsxOls/QftW9GpN4zK3UesT
QXFj9+X1EExPhDKkoHgOwtGp8ELzTe4SvDmCltsN6Mt4lzPq3sh2If43pPZgEZ3zorJW2HEgkGGR
B1RYM5OudGa8zjiwM4y/pklUH2ZwOnAD7cp1tfCcVbNER69ZZZJXVGDTVRqGQ9Awn2ztq9DLr/qc
WBhCkH7sjuUsMkuh/YNJxjfFmO4mqHPrZZ3hqM/ydfKnP1hRd0nGSXppGzmViGzFZ+6AV415TzDo
ZM8yiB/ZbsTIJpyBva0AJoi7dUb13OuPKTZM1ayaGcRClOpB58k5nhNapdFn/pFdktvDSqMfVPQm
tpVtlVfAo3bD35D+17Po5h9R9/tOxM3WB5p30kmMMaoZvzunxzY7188ouA7TIt7WpPjE2LVuMAwc
M1rG38alnGoRR8jeqbGcSbXHj7xexXb0QnLrSVbmqu5Xj41i524n5aQzfvGNVQzIgcnreCavqNs2
1IN+7zOZr985HJjX5c4776TZuZFzB6192xgazcUjREYQlbVh0uUzAqgO7qjOhCKN26GqCHUePeZT
5C2BkyD9hMasW8+JW3hXtW4pADr5Q8gg207Xdt+b/K9DL58k4aA+w1BTftCl2bvJuBPubXPdzuod
mCic66lAPQoOgFz5fr7puFUkmZ3EwCZnUmIQnfQOGT3YuCg7w7uVscGTkNj+WdnfQtgCYN84+g6f
0BOWQz7FA8z6knSxXHOXdwSU25ypqA3uGRPeleRSbkqsyYcLfuo1i+wfXXXHCoG2MfadYbe5AQP8
OghyCDmA3W2g9ZvXJ2jRkvYtiqfoJGGXbDhCbVYU4lBJVaGDrN+Nz1kz0jElM5EBU07Ydsjb4SVi
fommnlEV6zdUbCHSq0QdDfdDODQuXTauJYzH9WMyYPmkkRjw6K7O0cmN2svBeyB4Iz7Heh7uIqAU
eqialzbwxZeSHuldLjIpcPb1vkwGQW9YB4xIw99cz9gVEIYWW1uYFu0EYRWDqu58PY97MdigVQNO
wbYXhHZi5GSUG7TBcGdlFFR7t06+YozkdKnWMVji/Ha2pcPYNEl2LfsTQtJKRE2YeUjrWZ3d4LCn
yNAJ7NZR4JauFtTATkNKaTvv5nVY0yRIyjSJ5y/W1Ml1uLg6YKSZY3Rvxo+2H3rsnklM/O6oJxb4
2XRgTADu3mSEYjXfXtigt5iPSSI/l5o59xAq9TrgEay3VkwXA6TfJevCV/GAziXz7F2BmR4lDEFP
Wx7Iut0UY23eaCEATIUtr9iQU2sG1mKtBH5YMRFT4cViJSCNDVzpn8a28RVW5H4sYl63sx7ME2It
wJROEPhnBiyM5lAhde9+SM+d9fbwZw3nHLS8TW3I6NzGs0n5N9NaoZtc55Ok2eUpMv0+w7Z0qfRr
1nakVs2P3H8aQbasD6XTPom4S7boyX+b2iO02Y6WESG1TzZRmrAqKrchMuuQ+DP0YEOCH4JsIupa
Mn1WOy95zrr12ufWTI2i2JSBbH7cNX6vHMcj6t4jt1OvXyNJoAxWva1XkIO7hmP7TLQWAdpA8o9F
FTm7fFXjlV9cUDiE536RkhhgGGDMB0xqfMxxMqVY7qFO+OgRaTf1bhlbtAhRlu8lwVRv5DxvlVN+
JnlMFgFo/dxxduztWeFCyLkNKukcB81DO1kZcuc2Vhsnhvq/M52jmLDiRNhPRGE/gW3xfzmy+S7m
8rfp8ocaCDA4Uqk2hPMdpZ0tW5KoeqQWpCkvUfmztiij+mz+E2biE3dJtbfz+AmxksAgsrTPucry
j8wpnlkP3hEG9NBUTUgUvNFpU2PRgkH2ypKQN9JaT53w7qal4RyYBnAOOnPfROe9MXhTKfPNPys2
eN5idQgH2sYNTozfRYV6b8AEzQWG7D1YEJ6jFuV+DFDFtgRr3DgzWz+CB5niDPoD696wA4/62daO
/rb7PoDjQ6DYqZud33GZ1Xx4gV0FpeGPz/0hDDtap6S4zmMPjkFblW8CoqKqqkfJFjDFoQxcBg0k
VjsSxiLXx5Pv8QHdkHBiEE2G1u0FrtJEdnc2uMm92N7Xmkloa+99Xd9rM3r30aIZJgIj2UeLd2WH
mkhJewZLyfxO8RqdKPxOkwrvcDeSYi8t/GiEsS2v80g4dhDNyaFLwLgSHyW2XYxRWBg/3NayJ2eD
K30fZPI8gK7bYIP9WariEXsey4DBJzvDp2rL40c6+WATTxRs8IMwSvCcnB1hHZaEPJxInwcyQrKt
lfn9FfpvGFW6n551jSPMHssT/AVNVmKDEatZ/Ifyku1drMeqr4ZjXF5WNWiirpC1eWSGkiBe65o5
V8YuL0Eg9TgsMSnV0zybj4aF9K1P9LHNQmuD0JuowqX+X+ydx27e2LatX+Vi91ngCkyN0/mT/qBs
yZLVISzLZs6ZT38+uupeWLK3vH16B7gooFBG2aaYFueac4xvPGeU1EwXho8J85QdQDL1MliKIReQ
I8RgXekeTadSh8bLr9FTHWwSf/CVFfJxJF4Qg66ZQxEn4AU5n0nUOJJrQsHQ2uNet8NPKijDC9qI
w21e1uz+fGo0mrlSWmfI1+pbftbuxWaaicmzsjDZOBJxptvkz24bGe4KnD+FjM2sMN8GKCeZok+t
xzalpCypnIHZgI82aTWlREbi/zPrr6ZI8oF95LKHjwz6k2HiM0kvXTbeRG2c8YaOx2kq0ktDMq3m
a0xbrtFIhwvd4FCCF4tHodHfrJLVi6bDZ6SXS0qhNi9RpEG1KxPDwbdVmgaLBe6tZAycm7Ep8Dv4
dqOfVR0Bj3EmJ/viNUW/Z8xGByfjBSRTCYt94SyRkoGzKXJ9XurROLVR/qWdLULhVU/cfUHWom1R
c7pRVn2YZfzgkdK4DlMn3ErP2jMI5OupAgpWMyNyK/MSytcxRuzO5t+P8/Ie7sP4yUBM9ljr8dO8
kMAilUXhyuukdcyzmSIONRdrfx9PSAjs2Aov6rksSuouZAcrEtEhfCSpQTqqTB1ySsem/9hMgBgI
Wa0fMQ4jCauKcuFmGEHFyEPrW6OQNGkkg2mcDyEKaEY6sfvkJBGAqyYt5zuuCsvN2NNNJyGSslaU
APrXmFLzT1WlaRv2fmyzTw0n0siK+ouzLD7dPJ5FMa75xuSvMyu9TdCJYT0Jiv08BnQeNc/Phr2G
QURl6kUvoTlGLssaxq7AHy+tpjO2LQLWdaaa8igTXz8wc0KY3EwPed1kVzPZdfyMQ8SKqNR5Hwep
uTYKl7uUtmol29R6tHKiP2FWNExcxvmuDMYQc7lZbdAaMvn2+ZIRfJY0N37cBdedXX/0/ZylpGYI
DLPJTqILDbbd3MpkwNYrwu4MVSAPZpVDaJG9gP/sBQurvxlrmqxmeCCCGuOCUcyEbQ/+SU0GFcww
1xvJPuyigq+ItZGNDeK2g3Z5+mIR0csgv+XcwKJKAzbx75CRQP1PpnA+xHZVXQjEKUc7YfrTaG+P
3SRfsVhHe5kA/1sFort30lIwfwfXYvF1I8nOeI47sa8H81sc+N1GGcFN2Js1Db0lBtgE07BBSFw+
1SMmch7fpTeROew10y744Da8QVQo6QoYhPkhEZ6Pad/om0+JgfsgzZsTFDl5KXlDv2LtDx6p9V0U
8jJvuAJhdmY2khSNvIf9MbhUo1YWof307aG4x0nXbnIjCQ+wnsFiDISxywbtQ+vifcYUTidpCi7r
GWWRZGBmtdm5YTAW06zFw9bt5uKrajtjzQi9xylBUpFI6U5i0exObM97nIEemgGfWTd+zl0jk+k+
wQpGRPsw1Rt/TKdNOUfDrpY6vHIdd/gSS8ZYVshkqPb8ZcPu+5gzy+650jjs51AND25sK7L4mnGN
2Dh8DPp0fKArH7900rS687hy5nUTivEOdYx1jBOwwwuQKvxIdjzeYOe7D3l0zzoekHs30lhpLeAb
a/Q7mNdaz6zW/ABknA0k36JGoF1w3SVkrxGBzGQ6ZrtIz8GASuo9sUGu4XQJOFwQrRJ0CdG3PNHc
rxww/DZW+PxAtYm1GgHnEuqTrDuy6L/lpeg+91Ma7hNqvRUcTXUZD1BB/An1km7vjKx1LiADEMRH
NwJEQkxN4c6KVGlWn4mB+oTqN2raeDsL0kyRH1vGZYc64c5DuXNv6IiBqzGN4EEg1vAtmAW6JV+3
l2M3hhlDZl9+DP0oRoIlzYYw3V4mVwYSUt57BBAnipvZpLQbGX9G88znKityAgeH0BiOph6sT/bs
LeOqmsRXmYTJcfTnaB2FLB9rwlrQc/Vhj5HInmbmg4lMw1ObteWHuinYcrmjh/o5wBOomRzjCrad
fAaWWCGfFyMyagahebiz2KfbtlEd0SZEQM8aRfVqN89pOQ5XYSHG+wl/6ypvA+/cgGq7tbFRQC4Y
3C8i7vsTsOF5XA1dyogVAM0q1PIJPSyN6CqnVyyDB3OY2ovapxsRdO41GgqvYw3PsBXUxgSXRXS5
5nxmbxtAAThPiKGBN9UuI9S4qNaxLQvUI+NwkEWA1D1rHtmy1auW7QNBZBGf7to+lp1mfEgvEhfM
dBX6yS1xUtVR0hlCMmbnNO30FSKiDc5Gkqd8Aw90gpZn4jkqbk2T7p20ibtYRfZINJU3u8PeqIqJ
7w82jRW9P7Xye7ZTgl7uus47AsysFh81PY41iRNPDVg55FoSeQtbto+MIJoz35zdb77rkfSlC8R5
K9eArMoTngSfQ3Y+NFHcVGOqCu9i3WLJ8JiorBNs2dbS74ERlxIjBu/PYz7Sl9aJMWu272iZgeCb
nHEThZ25o/akBkRmgmtkBpZnYdt8gFtCfTWMCuKlQoF2Z/gNtvusRjrQLkqhKo6uTZRLZzXZPJ+J
W4gebLsyHgQKCb22vdn7xLw3vjQ1uSesFab3kR4u2yFZ95dhGwh6FukC6RKtFiE9MnQdkT+oY+Om
4iEcZXhLmh2udm0OgDbpH77Q4qxPgUhseHjeS24291GE+IHovq8JAv/9gAoOv0eerloTN1wsmo8O
QWzYtOTGRlVW7gQTLWQfKnkmtfG+YthEz1fdsh89tV18PiH6+NgsZjvAfQ0bVRt2heU2ABS9DyVt
88MMkaOvo/BycGglOcEL9pv+CXjXixKtdx0RjIKOsAd3Y6LdY0iWb3vYD9qPJ8zz7SPFmXM795Xx
5BFky4dvCSyGbO8SUWPks7lzY/+uRJW/1dIP9nkzs0dRjQsnCegZiH8eUoWZDTu5JuI0tuLnhITw
49Abn+ZMfcv4cB1gZZWQd6al5LublNddEZUHSXCwju6I6M2HL4gfFmQfvEGEshj5O+sSs1/14EzW
CavbJurGI/HtNDEmzGl4YBDJITv2SbIqmSXXDCPZBwK8PGczOql1nUx0TGgl0wgYNaSsQSxhl2az
tzwGE16ZnE8xuXTjmGEXBmkbgttqIQAQ3UESL2x0XmSfMAu1pkzIP496mKG5dpdI/a/4pucvSSP8
Tyws6GeAjcW3Ay3TQxyU5Q1BgPzEMhN2Qb8dIJznglyQQrU0khIVOdcaX192Rk9dkmOf8tlZwpmH
+ZjkvskWhLdiZZLx/bGzFDiiOjXCe6qF9OgX9bemsMKd7WeGuSLKRGFTJgQiXFWOnK4ip2g2wPHD
R0Q7+ZU9hgJGw1ATBtjR/pzBYYC9A6LIppeX3LQu2gqfoKTSuxxUntxVMlqiaW2L9TerMmTC1Uj+
K6rLlo6CUZ2isAEi+1IZxaMqF6uMVRrQFtmZlOwhcPhft+VwCbptO1cdNsAOSWCpxokw08w6BoNT
lxeIm0fYMp6oh7Uci5BGxBCpZhe4y/cshFLR0gCIcXxgXAa6xaLK+CpI/f5LZIxsuFxCJaPnkv78
zNejL1nh55S547fSSKPsELG7YE/Xz2Z/bYVOW5NgrMr7itz3m5jF03pSZVZ88IaovSeIMmo2QR9+
t/9L7kM/OQS24Gqsq+1QpPlN0+sOBEXp5/kLqJ4wXZZcOzpFvQloUSaR2R+iBB3EzmzF7B/yppTm
1ismdhXswTBO63iE+0jkDR6hOh4db4ttus02NtrOfGdEtlT4UDyvuMibheTbtIktD/2Y4UgKZ/LU
LtSY0wRL+5aeJQCa0P2IMMx+oddv8KmvdMEtqerpDskgI42wnaHBemHStF9B42R8Lw3GbrTDYPk6
O6efBU1OuK87eyqku6mj3nJP0J0g8hi96/RPMwb3HAhumn5opdt9iJKaMb9b85nlW8OQf6PZdYuT
nUb+tEXeLtVdWI9EEiKOwJ8+VknrraeAidG+D2Lh3dCiaNlT0KW3Nypskc5hiOG1MNCMwysjRdfa
5TIvl4zlIJEvkTKsj0gxiQ+V+aKRTHxhEjTqo+/c1PQAzZXwk2liqKfZtaiA3LT1GHTeJxtpT3SR
BGxp+Il19qKGsLpwGhGaiF0NPey6oKDxTkap+pbG6CJRVbjJdWHSHOU1nZW9T4Y24pGbJ+wEJf2i
9OjV9feOAbQpJJ2TxY436dhsQggEwDBFaJT2kVkG7cpG9Gfus7B2pp1LM6nGEp2Y1dVYZeLBMgkH
Xc1jTDZbAf6KtkeXpdCB03JK1zxEOJxYKRoXNGCbOWvqN0SlKoK/sMnIhW8wI0VgJNceoA0USZEd
2BsADW30raxrWkROq5BtZWEz2HcxhG7apEJF52nZSUANPAby0BQlqEAmTTN6cDWRbJkkc9adolkn
5aZk52Zf5QwQjKs0mqdm78l0LrcD89KSxaaoXFAsOrH2CF5HiGdVqJp4PyhJDnbEGJLmYr5QLOKq
8h5a1Tv4w0GPF6eoCiq+zKgPNdg1vAEnhKMDRlpsJZTdFLwACKBGrLNYYN9MmWtJOgJpomHoRHUL
ptq2CMZ0YNGvZgvr1YuXWY7bsf2pY30B7yioHxRRg9OnFmajj/KoDs79JBijA/LGefxAAVBQjce+
2y3W1T6jcnPQg28CndkW1kvTGncG30x51nPJ4ktYoh0PryFagMO+3ZbnBYyf53LohNi1iJ30Zohq
aNtJgSTuAckrcTN2wYiHzytCtDXVKRaQMp7qdEObOvgUeiiZEUAyFb/nMRtufD8t001flsm8lqSF
O5dxHOvp3GaDCpikTIInGic5PuLCiwoovoXzrXfFqB/cunZKiqwqLW7CKkzyQ2LW5tLTRpKJC1Bz
FyzbtNQFmlnUfIwFAyyuK5ItUPkWsa70hwUNZ5zh2VRYRquyQbZZmASOYxGBoYEjUQdb5nlZeJWG
rA00iQureyhTomg2NFvkeKwhdUy3pULJxxeW6SPF4Yh6l9YOY4jHySbS4b5E+jbs47Fv0guda9Qq
Fr7waNehwrS4B+hfz8aMKI8VGmsPW7UbNC8WSbIwRMyKCbkxhD1w/8ht1AHmlh42tKuHG8TRY70l
f9m77APdjJc0qTvSxwVBVXibUVp97YdgLE4CjNkdUm6GZ1xLChjDtElvC4PI924GYJvpmTNbqC1t
i1Jk3UdhHZ7RTkqmbQsWAeadqthKIcFvP4+dyxbBshcRagTLD8kP+in3WAc+ojI8dNbHkiIp2I+m
0do0yh3T24ZN7ehtj2Oj31tlyWcMZBQfaYmGfyAMueh4QPjk2uu4radPIRrXaj2HZgLcmjSv9gwx
8tjtrKIO9TEmmk/vYGimVB+G5RPsheeAFgfD4q/sT1FB5d3YluvWK0W2VWYwf7ER7oZ8p0H0bnQ7
uvee4XUXhRRIKdO0EtXl1JFweuA5TqJd2xT2Z21lKt0KWEQttV4q+n3JVvoLl2msmI8m7nMxqeiL
hj+EXFgb1jWyH827zLHmKy9qmrPBG9SwBZATpVcRTKNpS+u76y4QOaUOIsGRPQhqSaluqchZVf+1
eNj+yOv3nxn5rv6XhdYuvrR/7+aDE9N+fuX+W37//wusFVKTRIaw1LWEZZNpMXxt2v/6F4G1juWa
lEBSsQ3C7fejmY9WMeJoiWSMPCjBH/rHzLdk2WLl5B+bHA7sMX+UWIuq5JXBzpCCXFFXKe+NsS6g
c6Pxg8m9ZdMvKDAGbyLlJRKRepXtQzeqj3Jha9Q5xtk1/Q/aGZroxGlpt4r2Pkrd5KNhWg+htmJs
516JlCVtR6zb6PrdeB1bTnhDMF+f0phxeoCGNsowYIGy3IR0Mj+NogyfMJfZt65BrprDKI3glUUF
I6KVLkogqENDH7XFVhOc882xjg3ITiZcjsBTk0KZXeWIE9ZJbLZ0ByArI3Zgt3C0ehl8rFzpT3uV
4/lglxf68L1lVe+ELqdbu4YweG3IPJJrQ1UEuBu142G6mKcYCb89tdamSxukx5F287skE/Gyz5iv
0RoOR+Uh/PJVWq9NXYFZmu38gn5W+gSbYjpapKmdS6yHe3vshjV6TJwgCFmLtcDJ9ex3Tb6bluZb
Vc8D5UJYXDRhNp6CLIXDJeQZ7gZNYglt68rJUECKFkwqXSpg6FY1yv0wANrLqR08arZaI86oXAR+
jOrd/WRZDLNSO7I/pZFR7JMg0OdwPqoT+4vmhs3Wh4ox1d73gw5/izmfeejEGUzQVAm0dUGQ7/jF
Z8pOz2eaLnXS9Ee42IB9EkPfla6TX80WvVkmKxCnlW14hLX31QMpsNaxStGfrBBnOoepMAKULqWT
H7IEml6R9eKKLAF5b+L13Dnz4lgpkvlm5slkbU7SZsuCBrqfj3xzixSG/r3ol1Zg47HLgrw3n8FK
LlajkWqeH7M6VXG7J6Y+IKOjNA9041sQCAm+gcDUD44iC4jv6YOBiexEn0gvqaHBg9+Te2LOLNSr
pK/YuZbVBG8Vgwj00XCvlyRj7JCkB2T2Q8wavkI7oPcOzChmvTg0NXs0By2MwfAJzmpmsA83rAE4
nF+5/kBTnZOhn1nol5ZZHxaEYCoPwFWj7RS54syrNRaq0tbTBV0B46S6hNnk3HUMTZOpztjwMUGX
eyhGwCXYuHbXg234t9FsQTmaLcHXB7iX0HytKnXVTWNQb4MwBeXeptJxaUTDZdyUSEhOeZiJi8AZ
5o+OZTjuZYGbqNx3QSDO09oy7yLPNuazKKdZTK3FYNJyTC1ua8AhDqMnYj6JpK9i0dJf66XBn6wC
uusJJPgstIrjUI7jLg+At2+U0MaNDBza91I6Z6b6/toNlYnC2Wqp1OLyIpILlDABlUgHVwwuU3e7
PVMI7LI9X2jIboOOL4xuQDZrDvkpZcuHCQgJPlMbbhF2fF2FO/CGLsYOAH9bVE/GvSlUfpH2S3d+
aM1bbRWSRQm9Pm4alBXkOXjDwbZ666AQVX9zJs+/CYSf1ZupbOUdIpqWyjxtpdiEApTJ1kd/UECr
8eurynJFsAIgTYwkbX6ZnBlON37pyN482C7y01XTGuk1orvp2GGe71fA3ZA1j02DG1oqq7iC3Wfc
FLZ0dnR4UPJZYdCcmajiUW9TBeMfGICq4n2kCIe4MA6sw4F4at24QOfjDTkzPZoVpnJrOlvR0v6M
B1df83BN57KCLU4vEzwm/cjaqFZmHXvIO6VEQRIxpmqorU4Kv+J1m8Y8c3YFkjlldC5o+/TyfOoT
E/ydm0DULbHgnXlN5hx8oLro5YckvURU7JybfYUvOqXJwsB00psssBByjSGcB1l1GUjnpm1xO7bG
AR9HjX6XYMwTeOvmPHMNiDIwMibexx6VMHvY26KR9w4xKB9sLxs/la5dPbtUjgi4LEPue38cvv55
afIfYAj+NwEGbJJ8/31N8ulr9vVVSUKd8X9rEkv/ZSnl2rbrSoViSoAR+Lsm0eIvRFamMCmSXf7l
8mf+AQwsv+mfGkSAIeB/O55HHqxDlfonPAFpv8FUKPAyFDu4802qGrYKCwPghzTTsu3Zm1gQUAvP
CI0zguLq8npONGpVdvhEZFAwY8klrqEi/fwcuEiGCneBUTqzkwYHROgJbSotjeoMS1LVEYszt+Um
lRnvtJPl2Sc0bsph7xxMDygJHBKnE2Yhhp8UD64iYXDVDQP6P3bRhYE6j5ZF6z61vSpmNjC1ixF6
XddWXgXYRqeJvwQ7en8v7AAEDsnrIdTkqKlj41uSdjpjS9aHAqSSOYZ4ngmgjaU4YvWQC9MrEIa7
HlRZJOcu41S1A3ITnrdmZwwX6bAAjwg3l8POSacYgLya3ebaIuBEH4KJdIkcNRzly7GcqqT47Lam
GyFYQ4sJGdqJ3HArHIMvUO0k8JcmhJKhxG6aDT7BPm1L5gCWQ2ZijHWtz8BuXPPO9yKYkqg/cB8h
BbQinIOnuI6L7COp9lX/NI1Mbe/rZBjJvKhBdTEayH3yM2h6yXhDKy0krceZbDVdzmklwxsPK9kT
TL2xPPgjaYAXY1TYZDeAbFMxHiXLmHxrF3AKsVzDqGKBXQd4XTJgm0ui7sYPSgArtZKVRI5fDMRy
E+UQl3WwcH4FO3ZujEN/H2+7XIQ+/TcTACE5YcxEGXFsRE7Gwz3LWGYzwic0GTpuwEiaD1uPX161
52lVJPwKm6affJE9mfXsFOPlk521rc7IX4RF961iMiQ/BDrIUew4GJwtw0vufbNkR+DYMaNIhPwb
LyeXdmX6cXqqoCSRedymdXbhhINJmz53rEdCIGuFI2VG+pgP9Af2TSjBRxa0gXCbeunN4JNF1Gqv
uikpNiiXwwJZA50lcaOwcR9a2Q/bys26e1kO3mNrZuVzbMdXsi6dBzOIkZrbidI3haqzLxIAHZ5o
1dGWk2ZXP6qKps7VGOv0sTRH80MVsNnP+9L7NAcyuAgCSdcPrppVryvLK+oV4JPdEBkf1EJc6Ksi
PU1RiiZb0417GqyxxF8w6Cep6bHSSVnGvygCgo1Iae66A6751hjwVFAJn5LcNHaNwXwwh8jsh6OJ
PAGhuItFAGOD9Q2DcrElU8Ta0Aq9Q+XfML6W9rndxvwVWta3gZvf9g1llkz1+K0o4/qE1gWSFPsY
RII62erY7JIPuIeYZ3nouUgAklWJEySJM1wweWLaJ4deNk6S1o+TIyxixztFsJXUxqWR4u56Aj6S
y9QUY7xVNtCCR56DeHiRtuV566wZfPMSwRMGvwwuk/0piNF2koqHsg3xS2pZFJGzj8ZzTjPjch79
BhUjOByc6wYk3q1sB4Z2xZyE3xLEVZCnqX1ue7v3rscxqp9dkbTYUPEUhQQOtJLp/xwVdA6IEzqL
pQE3kyZ1z8NEVA86bbMXi+KiXTxik47ldTPQMFkXVGwNPB9UvwPtEuoqoaoarW6pGRzVcbJghCGr
fc6aMKmPED5IG2UIhlI0tVGHUmHRuaLUpvTtHxSOvZFgkh6/n+qCOMSgSKTQ2h9hKLS4LSs7/eoM
uYyvSVtgytYquKekv9Ehnz9AZ2mZzFdUHac6bzOuTuOqBQ/V9yDgfvjC0cyYgiL/P3Ror/nh2ua/
/vV6L8tXZFEILynCkhx2pfQbMg3xVh7xTtpbUZzCH+lDWB8QEhkU992xyM2XPz4cH0FbkaNmSYvU
6NffLWQYKiobgnFI2IoexkqrE8xghkydV4Cjm/Tp/eO9yahVyqQnY8JDJe13+XLzbf7xO4mJKTYr
nKYrBzUxe+3gs5SM+uxeXOKAyVEIZL854tIE+AH18/cRhSJ8l2GdUs6bCxpA7o56cl5X6ASL3exU
IwjcRXyCWXX9Pzg5RrGusl2aZ9abIsDSedOnTGsondlUJAmOSJtYmTvHrYvdMp+6d5oBXN77R/3V
CTK/18oTio25eJP4XZMZMgM9Y2shRE+abUTYApDiXVOmzdn7h1pO4PW1pHvhwlf3kChDT3pzLZ0g
yH2WeH8FfY/uvwG1vK/Q5bx/lLevAH56TwGsA5zBCkIB9/oZyVu3SUaUaIwx+/A5qRPjzBNZvm2x
YV5lSJ7+bvlB6oKK9R+8ct+P52jbpIlEp+p7e+mH2i32A+IgY/YgnhMjgdVIpUnKmh57FeM90k6Q
/Q8uI9dQLu+4cKk+X59gKEeZWE7HCWIRDKHUxSba4bJuv7x/IX91u3gsXJfmGGHJ3psngwn2ODuq
R9OUieq5BMXwLOqw/+OnnotGpi2BzJ5jE8P1+myImMaxTgQLukFP7RVy4R3uk/y2QcO2qtBXX0w+
H773T+0tF47Xmsh1zYaAEl7I7+X/jwsJqV6eyyoMiyfDpoJfnJEunnwMX84cbzsijM5YDvBXImOv
Fh4DkvuS/ubH93+On18+QWo5wylqf8of+80lhlfixKqxEJDlwYNrxsE55TTiGXeqD+8f6eebKU2Q
adKWHoQlT75ZqV1qo4hcU4Mch9wjgdAXO3QL4vz9o/x8PgCmpAsASGkctvLNo5mDz+pn4opWtsc3
r/FkQ/Bo7p9PjL1/s2794oQsWq6O5srx0nnyzXMDJTywGFmtrNovTu4kXsIBx/0fnw+9aQC04Nwc
TRP79UFS2zJbOrneqjKY6K8D7ftw8t32mhjsdvrzM7Kl4FmUju2wF1zO+MeFpAExHTCUIASqejSW
cSK5XNFvnoNf3CGbvabgxYbowsL/+iCI95UR6QE1HsvTQgHp2uQEBnxm71Q0Vb95/wL+4i5xOBhP
lutQJ7z9YNvTEv0uOKcE9NNO1q23xbeQbt8/ys9lAeuGgsYJk4O9vFxO+ocrF6GT7B1mBnReCTOR
OXMDolud5E7LcTjW2JKT9YTR0fzNHfvlcamzAI8LTFjOm4tJR0cg/sKrXQ2ZvmOiLsiR9Qps/1b7
BTBV/8EoCPp9/2R/dUnhGDr4jvjq/LRmoJqcHKMhqQuXCdaDBjDdsxyq/Dd37lcPiqdMJWhHeNST
b84tXQLdLC2hrMBhOhBa80JVhrPMQ4/w/gn98kjcEhouHMw139y9PjbrqaoBWBSmQDUsY5zlC7do
b/UCh8T7B1t+7Nc1CN9NGiGC0oDVUL05LbBCdSfshoP56Rk6A5vGrvNlCFRzRgvj+P7Bfr5V5KyZ
rCDaotFJk+f1cxk7Re0DIfLorQAvNEmR2hhW4f3mlL6XaK/PaTmMx2SdT6gCSvn6MAt6LA2B1dKw
nQHbdPZAbx9kWUd8nlHg2Oonl2sa9074yEi9nnGwNsz3lRE6JTZlD0KO9KEIrfBimM5vHqRfXoRl
uTG5Bo603vx0FjtNv4EMtSI/tcLTgeBysrFtvH+pf34VLbieC+JTaJ7L7x22H5YAtxyIE8TzCZ0r
Mc4LUAjXgYnpWLhN+WFy2uoxQp1w8f5Bfz41hpmeYzme7bLRkG/u72DAXuvnhPAvLutZyOBp03hp
ePb+UZaP5qvbK5TJQRgY8IZJuKavby9yfSMxRoDj9ZTXX/BZJQbS+4ROVCQzmEy1LxFWh1Wc6XPM
k8r+zaX96ZURin9QzEhN1Y6F7s3x5wassl1y/DKrz7tgpm2ha4FQPcdzCfkryrbvn/HyN745Y8Er
6iD8sUzTdt+8pJ3nl1HIMo/IEIfzPRExiNSppgN9mEU8ePv3D/fTbRSKSlB5nsaeq5nOvD5BWarW
1Q6DCNEOANx9bC5FMf6ubP/pCV2OworKBx6Kq3Df1EZpPfRuGSI+SZOk2am8EGdWgi2JDGnE98AL
Xyrf6n9z734udKGEWxbvHRtKDu+9OWqO06fuNeOixEOHlIvxMbLFx9xzLmGn31lZ/6z9cK2d/o7s
rd/Ra8WyH399I+2lEUFziE27qd6+IG07t4MgaYqZpVVvUTLPB4LoOxJ1rPHarmijOVUb31RNN5wZ
jWz23Zq8WP3yR/eXglQoRs58Kqn1l63h6/sbi4LsSUU0eOwA7C1bppb0wsffbGTePEXfjwJrj4VA
aQl/6s1ikCYBHu3IQz4+MlAFsVZuXOJBfnNDl5/1hysKxZo+C3fStajdHH75+lyinLk6rfF67c29
F+xy3/Y+k5OBld+Qqp4++8iJ4l0TViTlDh3euc/vX8s3r+ZyfE/SomZ/zdefd/T18S0ZoKya8d+r
ODBu+XL0coXFZJQ7o+5o0f7p0dCFmOysHboGfNqWa/7Dqm7TIgtIjmzXbcAYIuHSh3R44w5FtjO4
8eb9o32vE19fXM3Qh7fFhqnMYvdmpRtR0wKaB0XJqNHAQkCiXw5/p26c4aw3yTQ8drHjEfkuanu6
q9CKyK2d05k/s73UqC517c0xUZtMRuzPeH+Fs9F90yKSXMJCMQwj0lwx9CuTG4yMo8YmJzqHebFt
Pk2prE0IKgKemE3UE+lyLb2E4nEBtsV/38X/L1P6l+KB/PcjQVhu+dfoR+b48vv/YY4L6y/afJoF
AgIxH3bu/t8jQSH0X8jf3e9b9eVbz0v5z0jQ+gt5mTbZePCAUlcK/tc/I0L+DIseaBNBQ4963bX+
ZEb4tsijO8f6KRWtGI8OoavfvAoztGEo0EN2mKMRU3Jwb2A52CJiwkPrTR8HZNcrLz5P+gPK9+Tg
IO3dz3N5OXnx0w+X7Prv9+GdHvPfPwnyK6pnalrO+/VL2dEyz3zwsocyGQ5oMSBlSB19IuLxd4vd
L0+aa7isqMta9/aFhAyhzDCDjEo0JoqGfEvv63z0bRpFdSh2JWFyqyQY8PsuKRBMCnDD1Gm8myXi
Iywz3vb9U2ch5+R+WCKWk2fZQ46mpEVZv2jZflyRItGQVGV5JB5XBkrcCQaiv3c9kX/oIQxsk3A+
JV0bAxUQHqRM6Vh6UzBnPnkoj8+EjrLTNAImWxHmc+uF1uegITa2OvQpiZRNs2uifut78WcUiiIF
dhw2L/5caUBKWUMa5nSu2zNqxHbfVRJhOPaZyrAfupn5zrwgCrvsSGMVvNR9h/4TJKYxXvqQv2cQ
wxc6PnjMYL8JOeAJ0W73vIgkWjO+7Hyj3unGkMTazudMxzDs4gvO4rtuPIXeJbV0toW4cjDc+MOc
J+FKBnhw/XS+LPqO+XPrPxczNGaGiB+EGNuTLozq2s0wGLWTsK/Dqo4vJjskXb7HPcUnpNqQiDI9
h/OcPhSRs7V6EDjWFII0K/ACVdlFZc+E8DoMyeDXkPr6OFi+BAXsks+mwGE69oUdeuDePbg+GRZT
1160o92175T3gwr1FqweKvcYLc06nqIkXGcyhIfcNMUmz5pqXQ9hvbXC0V3jR/NPTg3gk3UATEYJ
54tYkcom+i41d306P9HphXbVV36OAA1epjEMIC1lc8w7cyKYXDwUsrDWXW0ea10aF0Y9v2CYCy4d
/GgIlLwXpw6I7QPovkL5HK9HyZsck/93lqGxP8MV6R7tNNSbyi/w29X40bMgQYgVZfa69BbU4mI5
Z7p51aTQs+Hln4HC/RJ75aXKeDFm636axTE39UHJKNlOWfbESOMjYZqPWFT1upmnaeVONs5be4j2
ObGr68AEylCQYH6agZAgouO+hk1u7iczQ7o9Znx4C4yNSe1WF0mb5GsEfHeQq5j6WEZ47ss5vi0U
wjaSTr3nIQyMa48gZMBg7TyxNRrco6Pr8Evjy+YKBLwDyAlIwYodunpqgtg7BdBjjvyHjf7Hd8ID
Ab7NSzwbwYOotH+rwGyRW1JY0zNkAXlJEll45Zm1tfGplm6j/6buPLbjVrZs+y/VfqgBBHyjOmmQ
jklv1cGgE2zA+6+vCb1b94pJPfJqvFadxmmIEpFAAoHYe681V6oifpBzqQuOU7g3bhdiUU4xtGGJ
1zBeF7r54kryVNbFIDIScIvuEuLGsHMtoDuNmRb7RqudXUNjBbWa0l83Rj3JFV34ckv5kzxn8Tj9
hOfgY3qHuz/q2augj/DA3qV6BjGcXbIb63ctoTfX/RD0R1kb0zFS4afKROmOLTHvwaInHefAbt09
qws734wT8zPkBPQfz+n4NttiVMe7ooz0S/hQHQmKI4bqoH9NaquUC2HL/j0V+tFqs/BmKjTs4iU0
a/InthqEyRAs1FAZykI3i+a1NNW3tmmL50xtnplVX8AcR49UrEOYJpu4VLBayS5q0EBCVKx/ZD1r
17IGNuGGxHvJ4T6Rhr+ttHZ4sAdtz2javpyyB2v++8VEqEzbIjxMD0Uayzmn907XEGmRhEUSDHxP
xThqivlIoCHJkWNkkhE3G/aY4Jcrx/gx2qO6aYzyjUuiryB1rkH8tOvUQGlXoOIEJraI+oR8nqby
xICis9l35eDNIbVZc+F301YHUgE9HA0q9yTW+0Wr3KJKOAi5MXG1sNJq5OUYL6lPjG2jubAQo5U2
eBqGPPQxYu8AmGWH/lCQP4SoREZgMBmo+H23o2GzygP9EA2TV0DV6UN7NeVeXzyU3QFO1ZKwDFz9
yQKqBdRALHZm+9r2mb0gDXgzlQoY0Dngx+vFNmHOpZO53HbtUWByieO9oDMRxDYslFlr8BwCocrb
cBuoWbgVlNrbGiAJmpole065NEiA2oU1LoOpRW1bFttAb7eTfoOhEictOYHdT1oE4XokHyIoG1KP
g0WntocA4nZP9qgf+ZetUW3MCsNhCOwPBP+qm0BVWKzkjeSTZJEFwwINTxeuY4qYlMhhjaFIqdhL
hTy1SL0K4OC6eqGtrflNM02bdLy1WdDa+CIujAP610Xa3aZh9KI771ZONloK9GFTgPNZ+WF8Xg1H
rHY3ylDaa1gj6dLWlMuQEcFUTM5xwK48BHjBc5/4G4krsLBgPKMrPa8y7cAC8k29ZqonFdv8LncE
9TFWBZJVdPtkJkL/IexIIU12xC0vujxi6wRRyvDTVcnSUVTmfZYRPmDmyjpI9iQkiXVjOI9irHFq
DBt2jF7dWe7a1fJg1/SbtMGNK2WWnIdEay+MTKDeKlfoVfNVryr5NUN07bLNyppV0XgB2H1RTghp
USs8+lTQq0YF4iW0LYQ+iD8GQ1irvouJQ1tiqOWZIrhwRaedrwE6omoY3RVsUNw1trOMyZJaDcI5
R1Ir1r3u5/dVYxDI1HbZk6gVvBZxvh/18FYlF9NDG/KgdMYSpuueqCtzWQlxo01ktbpOEB6BYR3d
wcCfhGHJDyE4gsxbaEOy11rFc1CubmE2ka+IhWaJC2UEZ9De8e6alZiwtXLpawgfwB4FGURIwBoV
PRZvnE/dnkraRwOSNhN5TedeQ1WvF6U2jCidU9aEbsHmDjO8Ej41qXIWYbcP3QrBCXuVYXTPKwyi
TlTcqZBDw7YHwq+X2PQ3ef1qiV5ZTErkb9Fh57s2J4kyUCE+DzXhqrnYslF97MbmIkrEexKPRL6Y
FnBNJMQzAH1J7wFcJD2NBZaRbZHxKox7/S7gFV2p9YviQ/msy3yGof+AWY/kvkSI2yCvwn2/kq0I
uVLshyuLQHWzDR6Braqbbg4sB1gJ27mGk86s9aaqZul+VJ4T6Zgu6IlDoUvwbZEVdylMhjGjwV/I
rXtb4wZxcZiv1Ug6901rMZ8f4x8iVwUMTgsRdzYCDS7Y9E46+m/pE/XQ2SDAciH2BBtYy7LPHs2i
ey5q27jLK/kyqFrpAR5MV0wfl1nXrh0XWSr8KVYVfR3hah5VsekVnOSlOqyzkvzW8tVQINwk41WK
5kYJ2cThZAO3GeorJWz2hJtpC15eh1DLQOT46goEwLWviKtabRvad8oehOS5Cg7PyBvuASDyatfQ
cMMwRBPxeoo12NBRvyKtcuum4l5M0fWgW0fKg6XS8cIa4gcnqw61diPcbBcMb0EozlJBIBpuqrTD
I26u8C4DAyKpYlqZXbVz/OrI/n5dQIiMBGbJMCTyDzUb4JPeWGcQHkwFihOQicF+1JHG48Zai5Iw
mVZd1m29tOQZyezOgAVQ2ynpcJWU7r0DZh/sqhvkl5j7gWpvDPPdhnKqDyuhHB0zXuCO0o3knL3B
WQGT0grPZzBbW23Grqd8IRdwWql419ThB3LoFq9jmbRnbXmRFJ2X44eeyh+mMz4b4XPRvingsltw
b2hA7fitUdR1ql0G2l1Fd0HBJKCKS3gAq4HEc4I+txiv+uAtzjA2hD8Z4y+AJRXNW9QPlAYkusIl
Ep3nFHvs6L+cda627tEFFtw8gLwMqzmXkvVHa1ZExiwUXDHze4Pu2lpxeep+pMPKRiCF6X0/p1hz
dd16uB4MHlG2KlF/jriT8oArjDGlysWKwNVzBfy7UA8G701IJxjXjH2kuiuF/VfMhj4JuGs7OVvB
luAY2dJd6eWrKSd4dTNAdaNM/B58aA7uQNF1kOic9QjjWFgQvjASNv4KPPhqBjgL+icSzy6SJNgT
W4NcCrcEJR977JSvzZL8m+CGTdi6cxwip4oNjoPVoMP8KTuvGDsii2iX+o9Sm9bttJ5ceIrcgek8
Xxn67ehChCPtM6nYmYvxYInnLqhAgymL1lXPusnZBygIq02pVveWny4R7h9FnFyoWrceTHNhqmej
rLCaI+KbQK4k+QpK7XbqjDUCBAYc11gtFoZZneHA2MP8XFnWAezcvHocMxCJlnERix+aFi2l1FbW
mF2BRTi61XOfXQR0rabg1cwdL+mP0VCvssFdoaClePKxNJ/Dq9wIvKeLegLvJ7l4y6olBKI0U3dD
D4V0LmYCbE2Lc4hoawgw6kYmEYNN5wpe4W3kkzMyYjn0gpY6gmBci9+C01MPRy/pumMPl3lJKOtq
ImHZG2R+L6vgJ8Gixz4Ip32U9jeDAbjU1xod6kYi90U3G8VvEXv81EV3WUF4dq2NQut6FSnVIYfI
NTTORgXBQp4IKCklfSdTGG8tH7KJAPpZsWPca3WZYl+Qm/9TW9j17cROdqVfVecTkr1jKkr3sSzB
BQVE01KLSQX7vpGmHLoMPNlE7g56in6pO0P0I9F855CUZryBCNR8IyzTfo0V/tVKoIcDzwtXnE4b
l3clEoaPrYSiHBR0xCLYFZiH5apHW3ZNbdjghNAc/rAt9v5cn0wOYNkCqeNlqkEj5KwiFq+5pvHn
6kbOdY7/q+Rx5uon+1UIxb+KImWuj/y5UkIaGl7AJhbnw1xHoTWjpCrKRLlWMKsBLRnqN0eJwdJp
AzYMXOTpvq5q1KHkG/+okf2SQ4CT7uhoYXMB7Cx8TRzT2esKewa065R7aB6VS5PQm5dgasRd2yjx
dSFh9oIQ4/HV2ttEpURLmCIdHUuqS2uuLae5ypxCo/YYY+E0AbtCjT8QkkrjYFKuCH1qX5sk724y
3X0wpFAWOX67RWE8krPholQOLpOGvDcT536Wds+ThdffIBD6MOTkjNidD/+LMkfGawB1NC7AOqot
MfAhAjGgrAHvMBGyijbZqqnthyGteC/p3WMCkoqbE71MvMM92j6GY93ly2pI7fUE3zJYgOJy9yAX
NASJ3LTJ2lFU0lBmSPA6FLAIFqNbuvWV5Ha6qeeSLp+Lu3wu8+y54Mt/1X7DrzoQDXPOW4TisA+n
HBDRXDFiOuuO4VxGpnNBifmvP87JqtftXG4ac+E5zSWoNhejoEqy1476FAu3v5VzyTrOxSvihXL7
dSPsZAwxb51tWoA0ODFgYuCcf/5bY96GWja6qpru/LwHO2S6j70jo3VVGDss9vZK5sQhNqp19/Vh
/9B9+3DYk0dGQd2tjeWY7voyJ5DIZF+lJbWOe9u5+vpIJ0PP0xM81X22pCGnSUWQVRj2L6AGNz6s
Jkxt9hssoG/OSvtYiMwrASo+7N/ztaTNqZ6c1r9WKoa47SGdVxwededgzKtQM69H5HG6hFr0ARm/
rFYQfOROieYljABpbZPM65rai+wf6tC/GhT8G6ahf8/y/L/IWjQLp//fY4Tls3zJ3yKGLu+/glB3
b//1H/O/+J/wUvs/kUQLpA6O6erzvPwfcwRV/CcNfEegULCZNDvcB/9jLTLwNKv0k9ADUpSatJX/
MUYgupTRtI0FGvkxKjRh/9UYYZ4P/uulg53QnVvpLnlIloXy8HTW7Za1hPE0tFseHkjaWDVWrg2T
OhqgszB+qM5Z6nLcDCaYT0uSLOCk4f1vF+sPA4TZu336IVBrcTooJyDe4Z76sHpkDlFDhEE2W+g5
MxFEZXoJUxxKRzja4Ibp6FEVFt0LN3QK7KTp4Zt0EM+WVZNFdzIB8vP1R0LOevKZbAaNs7zCmdU6
lmGeTDVcMxhQXCWA4Qs7Vcnpc6gsC/qFlBNhKR+HfsY+ZkRq0fQiboXwRlRmES6ffjVgzyAl0B36
ctlpwu69RFHqaDn2JO8992YZ/DQ1h9cqqS9Uh6Dg7GJjY1Zk8t4ME0nkeXtWiaB97QucSYvMwJYJ
21zPnG0TOFRBIhfpVmtQ6B11Pxm6pdLo7uNYK85Zalfvhi7Cn8jKic2cbyTzysDtFKyjlB3tCvRy
P6xHx1GsfZbksM6ZQ5bxNtJK51x1O8y4bq9pEIATZwgOWtBbcpObQwcqKKPjtICtkSOrm8hv3yep
0N5sh+wv+u+hyylVvGPWwvBlvW5kpZcrtyXTehH64MO9bnAzMrtMWsOLvM5LoqjHpH/DIQV4A1LL
Ey4LDKoiJbTG00JsF+TEmrirm4piSPoyf1QKCymkW7uwmsx6YkHklxJPRlO6XJBxijpTCUI+jxm0
nbvR2kLqC0OqxU4wQAArZQjYgnbpDM+03vHwx3lWz0A8kCKcw0C/IWNkQrQn1QtFA8/0sCZOrnqZ
6s6A9KQ1VbRNCNEpzmJdk8Wa5i37iMqsjB39gqm8rDHJRkvXr4jLFGkvLtAFje9+pDdARsZBhUIa
QXrCHK0Y+Lp8dQeQOJdn/RgYT301dcDoO7D0BgPfVeRkFiAUpKL38yat8cDhxVeT3+mvFazP81GB
CE3Dspd3RgjUEJktwyaCHQM1WWHEUc4jV5XGcojpt/PF4Fb3srSnKRNpWImaQVgHYTBQo/DNZXro
fDmY9E/bElQflZCxiBsJjbdiHP7Slj2JTSBalYhGMQedNzotqCe7vy2IKuesVR+ci9WN1UZ0QnVW
vYWZbwkTJLtlNSMMyvVph2F0ghW5bLj9gnitZEZj3E5FGoizaMxwsFW85YjYZK5OXkGHdZhWddYz
O+vjkZ2gUqAQj8uBelrKihgjtpgA6YawX7qpFVKdps74kx7ndAbMvgSZ5UAzWqtEZOQ4n5uO9i0s
XZ08hByCnzu0SG1Kqq+zZjQD82pg9zYujIFBzFIrkMvxeXPzwQkJoQHVel9ISoS4f2cRJ16BfNB1
S5P9GULNTdzi37PVHXOjFzhN3U4HRXnsc/HaoBa2qn3rG+KYgM4CpUUArwMJJRiHnzbMyKWoVSJ1
LFl5ldsv2B6vRr8fo4XJMxUl1gq+/5taDEdIfYuACzSa0X5qai+r7GMBBI8g2HRlyeHKbrqz2AYP
42u3OXEno0L5Clmbz7FoYiPxGNAstDyi0FO9IiyiVRjdqm593SYkHgPCHpjqntnDtM+LHl8WwhL6
NOAcVlqfaz+byBgeHZADQuMMHDPcYn7P25ovDg0qfk66B0Be7IHfE58x69xXNqginZAXAmVM49YJ
6Pu4JgQwF04vglz6VjZBCrnNVVZbgkIMotnDMV8mZXXQOjVdmVUIh1a5VvOqXSgYT5vJvcqdvl5n
0UivQo6YrIfhRyUJh4qd4krLqR/C0XyoJeEwanqBCwTWed8kG2g3xEnUBW7DLJkOmWFcZOLR7DGu
R9p2ItOvSjT1baJGFRgxR+qjZZqTIAGNDuIRNOlDaLf1kfgGbZH0MrrX3OLOL8xzt049BTH1iv5q
u2oxgBEENDXJClQfpvZwwKIv+52pgwKn/UeMSl1egbu48yv9yqyzPcSA5w5pCaDR4idM4WStEVP7
5KsDvScjEmsQBuQ/9O20gEyUbnRTuusq0K9li2tft+oFyLebOiD4LvWdWwUpzigJiwsIubsh6GEh
cvJu1X49aoC8PJpgyFuKnwFpfivbGK8JU/LcEcJXoUFvpkULKL3Q2507jBc1xogFPN1V67pXwJwf
+hiK/hxHxbJypuviXrPkjT9HmDCop0lG8EdHr3ip1UnzPE3RuVVgzzQyxQvHV6d604hWLuvq6BKu
3GfFuKl9N8cErOfQK2MQbrVbI37vtUOcgzai5751C/+iFi1ISj2aupdxhNBpV5G+tGr1TpHhpu6y
c/xm4w9wKrTFClU/y9qJmA21A9LMrMdojxojoCAFHZpr5rRgF07NSZSc52LLhFasPXRB+eSSsmo7
V1SV9gKW1VmhB2cp0CDa0gZcvGidq3gFBV1O23jS1eGsTgxaQ+RZQBTM4F5ORD65GQ3IqMVOCJih
TNKz3g4uRlyD+8lwH7VBLzeRqHqozAEhqGpSF55ClXilRk313hQ0qgAoNNlZ7OceqIt0yRK2GXL7
zodge2SOcSZ0rH22WtwRqzUtG/CUEz1n0L0grYqoizbkhKwcnGTXpQHpkU+uVAio6tusaEzoXXME
b+746a0CkRxY8OOkuDtAeE8Mx3ddR1pCYHUWWC4NOl1lYsD2TZJKLasVV4NaXzooHchTUpVC37Kw
6oDHXFr29y5eYPpRGh3+JFxXuMlKkclFFbkb3iiApIOdGkOO7P370VKJnSnrrY525dAp9Z2bA3eU
NNHrQWnZIRGXS6zTZWX7JgO56aDwYzNCBloX7E2xaNPytIZj7Kt5cpBwTTDombeaHacMTaJ9UBnG
kglb9EZe2qGtchj9sGbUaW7wGk6wgnOb24kRLYvQlhuo5iFcfVIViajNxFGMkncS2djdkiggPMeB
HyGPsLRXTvDCqqTcuLqYeJebd5ketGxdnJ+lUtEQ1WE8LwPI/SR9b+BXRxvCVQ5joe61uCYCwlIu
2I7ZDyIZ39HxHaqSqJ6sU45+YDuXQ94OW+gyZyy/2WVkFuWr68TVYkj9C9IGyJ6qMg9B8tKpq3vk
Gt4UDkRcBC7RewFrA/tQeOvtlpdXtexcdN22j6hkJMDCzH7Wdbqiy60a3RmOQDZFhOstc51dGviS
BDhZW9xGWb/TYmthJBkvFjE+x0qeXAIcuMQaGItVVfTca1iWsGK+jUSVGsEr6OwzOw7XvWz3Vl7d
Z7y+lrrRbWEJvY2mHDeNZmx6sG489NMe8upFUbnhY0ZiSKWym7ELMOFqIZSlHJtFLcPguYVSz7Jv
7tTGJGEPhP6+TpzDqAboSHmb9zK5s0PHvBkB+rMNzeviPh1KPNiiHIjlIuIjflfqnNlQrKR+7DUy
iq/6agyLJSgFul8yiBve0Ymub4yaru0izUuCjczOtkeSlpTyFsGe8xTbA+ImbFn1clRr56JqeuVn
XMJT2Ko1TzwRsoA/Wr3t6QIJJTGWWR2bw06yY2TbA0Gu2CSqHbHfgsyMqT2vp0cnK+SjYw2UAbrS
PwXCIQeEWOkXq1HT9yydhrvSZ1ZUFECYFj1GhTO91yUh2WNloJ/QbWNWahQt/Pm4Z2nsMqIWK9UJ
k5Xb2MZz4Crs3AEMMxu3JkvfEelKUGg01QQKRAkTpc2o9wUJIi7TXQOPB7jPpo99OFBNuLa5tMUx
s7OU58UO53zgKob80xZ1eZMgB68828i6wCv9oXwmbEB9BUGFKAZ2cPSgBQYQScupXAx0dOF3Wawk
F2PnVhexi11r2WppqpxLl0xiDw2EIzZT2ww3RaG6d11DJtwy8lXCBwI9EQeS/JIB7YQkTLHDk0eE
2gTKdp4Wk7NB5M+wTIKGiDUbrQRjxSRQbbzzDnOIQXWaS3gVBbtkRQRiiTnAuYpaf2ALReuKOZvv
lkBB1ZE1gy0SAABT4b7LQ7BD+0YPpwcj90k1QcypvENUqMxlkoXt1RgD2VzVbAKZKREuDU8aRhWx
KcUwpMspVlr61uGg3MAef/FDXZ6puUu6RW/sBkcq1rqwlfYyNcvwjSe9bUm2tit/KdUyIEa0cuKX
VrIuLktp9ZtmDOT75EDbWdj90Lbn1CQWK5WU0l+DRUrwl2t9IlZGAnZwWzbgFWAbJ328rOskLhB1
GeO5ji5VrPqsH6lPk8rQEGnk1Uvpmky5kmqMlYsi1gk0En7EsLfsyCjLJBlwa6upAZzpVluEC4II
Xbn1Nct/kr2Cj4xYhWxBxjDy8sRgi73so4kJM9ku0UsSRiJaObmPzgH8ANYEtTcoGnLfMR97mGSg
hmI3N9eJaLsjoqYswzAYogOCYyQBJvgagXMgMdvp0SSf4cYqMzJ40yygHik7nfmkGzqy2SpoQ2AS
sF26VaMivCnJfn+RQ28+hQWmVcaH8Ld2gT4HrvZVW76XkQNwVaml/6PSO4ZrIwrCn+SSgb01o7z7
AQ26sFY2UW9PrFBxs1Ypb1xSM1R8MiF4btZi0ylfuzT33wOUT8zQ9Z51zw1DUghLaWjZqlIq4rw7
UQJykX2A6CkIo/I5GJPx1oW6qKJDKV3esEFiZpdWEFMETwDkFko7RVeV0zXk5to9ZGI0a3W3HBur
vDdjq+o9h5SA56AyE3fJyMo9mOE0DkvCsdAWtpOlPnH8KWbf2Pyt9ZIWCZpX8Dl4IhxUE79Um781
f7Wo7RqFR2irTmm0xxFGzRSN7Tf6jI9NUZjH81EcFRSCgfsS8e3HJlE5DcAryppQsirWPERrT4FL
MOTXfZ8/HAQLHQN9i0PguTwR7Qfsp9qYsB1IoRlbfFouD04NGePro5y0redToTBkO+xgT6TFd+Jn
aWocAbZegcyzDKoj2ZgXLVSNndVGyTeN+U+9NY5lo2uxUcubwAhPzygikFrNyrAma1at+kUZgWpW
436Ef2wVzY1ikEeElCy37sJRZ4c3ULO+6fEM2snZl5TLxGYE81177aS5Nn8og5anDuSLLd2pa2CK
mwYMeVRveTRenBGdV8e8znJeRyt4xzeD+Eopabf+syX7py7jyYxivuo2zgHo9rMt37ZPbiDRSq0A
bFBtCwYZnkEs2NEg2WYv8Lrth7gWV1XtJGuRY0olFDNauEU6HWDmiAtdT+29Y7BViOyyP0cMRWdP
SKagLMW9V5Jstf760/7hFnGZlwm+MUTHnyxPusDwmzQtuPhU+LscmBE0eI046LEK/v6eZ3TDtEGb
baSOeXJdoJADlskt7nn+CrjIJlnaghni1yf0+cky57t+tuXaggnRyVHinrwsZMdo1Spd8diYIhgg
Leybo8y/5fd2NrQT2rVUZHSTbRWh5MdFQtETs6gcBA+zPXdRuy2JPJC928sJXvhdREl+q7vqcPHX
56bPdgCOKVwe65NVI2UDLqEpZdtpRtgwXg0IOomzeWDw1R38h0sIoxFzgcnAQLf1k7EQQHe3HRI1
20YhszVbZHOk1ZB849n/wyVkmeV2cAzLxlV04ihC2hE6dodGonXC3svQyd7iP+l2I7Liy8oPtQUZ
on+/IrK2wz3AE87Dx5rw8XtzHeZ3qgPrWyhAlyrKUTTHsHmm3mi+ebI+LwO//G+Y0Gf/OaLij4cy
YwR9hTr3F1Ilf8c9RE/XMGowRLXhKled1YYUh1lYe0CrneGbh+1kjsgixCoMKoKxC+vZJ3MzvPJo
NGuO7gqjW1l+kF3IvgIfqTd+cZwtieE3j8TnlQRJgcAzBHAX0sqvQcdvb2eTnY4AI9ptsyYTm6zM
XU8z1QI5NxLYXzfoX00H/73R3/822rE2Wxn/+ayunpvnf4z6zp/l+3/9xy57y7P3+uME8Ne/+ccI
EIogl3N+47O+YmXl0f2/M0AXx5CmqRpPGyhRpoR8ff/0Es0++9ltr+JB0lSb9eAfQ0BF4/fxmPBD
g8E7a4/zN1PAT7Mudm/wlunGwwRRgY+cPBLg/HyzdU1PwnlD/qQFbPUTUpH0s64f4H9mjpa1573W
k5ZTEqusLJ0GTtA3O7xTcyrvZlNnXYZpgZDA5pw/fo7QxlNX+C1gcd63YhMmeZ+dq1ZHuedGpfpz
zCQzHgJ009dJd4fzHmZxTgZcGd789u39Ya9w+pRiatYZQzIanWkOhiM+fpBBEH5L18DwRJm/IppR
X1Mz6Z+UrNHWLUTSb0780/XncDbfJ0sSVKVf2Ovf1RO+cJSmSQbDCxtbnCcU1odQlBOkXDXUzxWS
cyg0EmV6sTON2APD/07dcPpmmc/X1hE4sznC7ngKrqhFmFo0Bw16WqnruWmbXhtB/Z3j+Y9HmUsF
BxAZm77557+tRLaetc7Ya1zVtMofciv110HaxN+Y8E/XO84Frx7vfh0Ziqaebmfo+YPz7Uvdy/u6
3vcqfqpWTa3lMDTf+Zk/nxC7M94g0M6IgmBf8/GEahdJTc5K7/WIMg5mVVsH0smi27+9GblWgNIp
Snh9sD35eBRiVQu3A9jm9TZlp5Wr9r5RmFLWWV5uhy53vnlBfjorF+EWKwvbGd6Qn16QZRAkSmrW
ipeMBIDQT5VLYsTsv3wt2TREqbTw8gHvnncbH89Kn8jNNnPbpxkJlntdhSW+kKl28nA5U6Hfvr6G
n8+J3ecMiEPlAF1KzD//7dYL4ghFs6X5Xkw2Gm2jMshJNemb5u7vj4P/E3u9ACnFQ/XxON1Q4Zpv
K9/DNSOvyKYWC9tI1If/v6OcXLvKRkFgFLXvtUrZ7vLEHL0O3MNffkO8DOz5qlEX0NYw9JOjlGE8
a9gysKuyGMlLSDoGv0Z2H4SIG74+odNnlkM5rAfUOYAVeA3NP//t64mzQCYxjVQaPFLQyFPSclGp
rfqIagQwydcHO70X5oPps2cTp4dACTavxr8djNA10ucVY/BglNAH7DNGRz7Qjq+P8ms3/qEU4TDs
0ym9uREQ2pzcclLaSOHVBhz4pEc6FvycZmpom/4h0UGu3xsWre7V/D/iNGRIFBciRbM7b3s4qWRd
txoQznrq6Qn5ajss4noqHgyjazuUrUXW3kdgPcsbSlZmKHaTQNeWWlIytTb7YlrrNPOvcqlExCsx
SgWWWtrRE5nFdb9h2K4yxa/aavBQ5mrZISoK199JtbY2U2i67aawe03u4Kw3LUJsQtTK7SiS7F4w
RDuzNMCVOLB0ZfhGBftro//xqhms2dCMHNhvxicejzYaZaKG1NRV5gQdGgVBWmci43w6H0RLtG0X
yrzfFEUt821OSy4/G2RXHiu1UsQltLQiPZd25cIIILay6g5BkkP6VMiyqZdDG4ygAirTkOtWNYk6
caVTDLtYZuZIMMI0mKvGUiOxqXSzuElUo7lgjNJoEhNa6N5aZdlgw2hzxY/2ftNl7Srp7aR7qytr
jh+TzKpfuccLslBpAKEoCMb4Gt9HIr5Zoz8/MNQQ4HPYnriqyfX6eA+3RGHGgVR7T/qxvmAqra8M
WpjeEGMs+/pG/lQPsr3R7bmYZksGS1T/eKhRQUUUCFKrklJTDl3DLeJ35eRlGfJeFRX1QYH2c/31
Qf9wfmyKeYFTTKOCPN0qULiVBLPVo2clWBuioEVwpBq+trWR8/x1hQSDhSaLyn+Y+SFafDzDOkCg
wiUemJMP7XLw+2E3XwdyBWNn9dfnRVMCB/v83pv3QCeHYlpsERmAhk1xw01cyOTJ6gdJLVrr39jy
P9W58IdohXBKEE6gTp1sG1Q/QLTM9MFTTBgU7pi6+4KQxm2UYQ1GPj88uK3TIgeg0f/XyzmHBggC
9GQWBZ/u4+OuSG1HZoNXyRgREiGnZHg7dTlOzCBl3/31wzDzWNkjcb70X04PVzpuJfKW8OqsKcRa
D62ritjdlUyy70BEn18dyDXZrbBJpmLjdfXx67OcCBGO706eaM23ujF9r1HG5Js18PO9z0E4EV6I
6A4/3Y7URVbjjrnq5UwuFmVl0SxoQ/QKyGKuvr4d/3g+vx3q5NnOa6sIImbbXtER1Dg4YbEZcCb8
9e3ACc1tdYiyQOqsk+YOuyTpkEczedMoS9zITbtJw6LASGjl31y7P5zQrJmG1o8fZb4HP35BdaHE
k1ZGKqZegDdZSzhPYZAW/vVlOy0PSZ02NBZwwb6ILdIpdMetlEatWS89dEAEqqPD1sUiK9TopdLG
eq3jU4i+OeQfbgrau2T/8iwjkZ2lwr9vWnjrWqosLfJQyYlg2tUc7DT8Iez6OzDonw5kkThggIli
6H+K2GE4XwcJBAPPolN1241Bu++Az2xGOxz//rlluwc5iBqbstc8eZoMvY+TCY8pvfjYd7cB9Dmx
GcwGTkWu6yRff/2t/eHeoLSG7GVRrtF5O1kQZQvDRxJbya7ZHZZlVT41PVuArw/yh1vjw0FOWhgx
6VaR7kysEFqIqM3NS21VhsNSacfpVq8QUXx9vBOvAGMx+jU2mBpKQ+5KPMYfbwzCPqeyssVEMkBN
HIr/S9oJOAyla6mFTIUh/JvOckxbwbNXmJZNglPIANy2y/SGTMvkYERt3q9Vvij/x2hUxdPXH/Hz
dWc3SYQogmoKZch1Hz/hqEMGKdiUenXch5uoLh4tfdC/ue5/Ogj8UtpGqg2M5bRYgY1R5LE5x9yj
Svwhfdu/5Y+ib44ylwafdqdsh2DZcuE/0dM0JWXPTZq4N9rprPEa1346btCqYtSZdgPGv8EfPTtU
v3mXf34osYTpMwSWY8LZOlnWYMIA00ec542Oka71wI+XMKXdpTDU73aWny8kext6DSyfdIu1055G
UdoKC2iJFC7Phs04IhEgFsD8ZlP5qdU3TxhUMY8mNZBBLNYfbwqRG0QVt3rn1Xb8IonGfBMYbT0L
nQpez6k4C9oxP6vJ8VkqYhAXGbml332Iz1fVIseTCpd5Cp/ilAPX2yRNBQX+znSIUoKl3PYhRL+2
aCw/Ov/bZ4DuKk+qSa93Pt2TtSex3FLCMOg8cBk4ynM2llPgjt8sBn84Id4NvNoYdFLe/poF/1bZ
GnqlZDHTf6xzMbJBcxLXE9YgbAal+NsR9n9zdma7cSNbl36VRt8T4Dw00Dc5UdRgqSzb8qkbwseu
4jyTweHp+wvVQf9OZiIJnQKqbgrQzghG7NjD2mupLAjCZUrUvISetbrUqoK2b1R3mEpF/jlCWAnM
0VD+S1UQiL+9d1dXRQeDhNDmuXj3gL+tynU0eFIShqCbLkG01ob4p2bW5pMdaRCN3LZ1meywLNuC
G5hGFLOY8nb8ZgsdbTcE/4ItzzsmGvqgmfvq9eGzFesV+Dhzq2F5bXEyz3VgniCiWIsOLo4zzJ4t
DVZqdMC95OBUzemuJGH58D5S0aNIKXk7VYdhn/O1NYnZzKXGmHcfh6go56gWF8hTH4saUpPb23jl
etO6hnAfv08BhMt1bstrnSFmoFU/kQWg8JOmWbSgWbQ4CIERADY7dWgARuPKK4R69Tn5NGuLq++h
VFvmDxaEwYzo8IZy1+FUJ3pe/ZalN9GrYV7/ZDDoSxtdgTrQnfs+AEnzQX5rHgUI+C0gDQ73nEh5
dX7sKY/6sVSNE1IY+h7xUo1uafxhcABWWAv1KzJzXPTq8pXABpF9qnVw2u0XWATau7jkPSJMiPzb
H1L+3vMHj6lkpBnYNwI0rt/5d0TYJq5bdFdOkwaPVm53SNPnbrJxXK5YYcaN3hfNewnQWD1vGppK
KB226GAjVrWPakv3ZYn6w8mOB0EdW8a0G4mptXpy0KaH42nsIgaoDWSLh6bI4EFQqrHa2LTLO03H
lUCTI6fLrt/qolkFZGHowIFEL6vk3kbe8Djwnwd7Cbe4eC/9FaYI12nbQYhJYHL+fcysMcJZWSLf
aErd3NfzQJCgdDlF0z7ptW/DqA2JPzP+tbXIy28mW4/y8YZ/UAqznltWpiyEyj1J/JRKXYqwYIOm
Mgj+6qNnQ5OVJ3lx+WQUhFYrzGJeOtTB9VPF8AET25AUOKG7pTpxsRreZYq0OtgiQibqXOerEboI
E6cjsYdd1N335jjtR1LZjez0InykJUwoDAaG2TuNqvC5FQqJXpyWKqxVjEMws6f1mruz1V4t9yNK
CVlAHc9T/uoZkIBGItcHbTdZ3gKryu1bvebhJVcgnHyPEqTUHD3p8x8i6r4NRZbzQ8ziURPVn5HS
3TWz+zBa9hMd3x3BhR8W7tM8U8W0vW5Ll+jKfkOQS78TpQ9ThmCrH0Bi3c82eboxuY0PH/l46ifG
K26vUy7jzHvJi/4uDSSBX3iMcyt2K8Yypwh/YoIRoYZYnXaCWbadHTkfzj9QK9YMskqqAtzGtQiL
XQqttNXSRom7UQ+l03AZEdDbuAwXC8IK55MLz56BDls9ZeBQ677wFsuvB4gR28R19qPe/irzSjl8
cOuwBN+2LNtQsyEjON+6sWjQyJlpwjuF/gsmjfCtcqBhSVEa3bgU8lOffSQs8bQAyJNgI1NdOf9G
iVudoSnDjytw+/lUJYcJPNVehbDgtVAs+8FQ5+ZxqiHz/Pgamd6UZSlKRc46SKkZVxNTVRm+3tk5
qVXk3om5KJncgjjmtim5iItFIuNBRCmXaK0WObn6YgwqpuJRy55mb1T3FX20r7HS5Pf2IrKft+1d
3C+JLWJomS3lxbPX08v9MpZmiraHj5Zjf7AFHEbGZFUb6fB7uXq1LHw/NQP6xcAX1pBKKOhEqBtU
bdD6a9O9XWeOymRxM7Q7URbMFTHxDEXWmNdeflKjxvq0WHPztiRmVQS2ptDcqpbGRGe+nfufgCoL
OWunViitQcsxPFt5J7bAFlfukIye8MQ0mHhWVk7BMkKBYB8hhlJMvV+HaEzHwMAfrM7c6gFe+wow
YsjbKhvp67Qdql2O/jLqfqgMObCKub+zlUwNbn/rawuiIEhVGqdggt85v6qM0Xa0ORuT0opWItlQ
eLvSohTE6Fe6UUK7akq6N24NZAFrL9eRkxcQYpu+JxiNyI2MWcjEUBjlGT+aMHOAuSayskXsTkXn
fFGxaNsp1BG/zCt7uW9AbwK114qNkPDaekBeUYcg9iRkX1lJM0SbXV1h4GdmUoReHmLRasx0eZwr
G27uvaKxvivkBWQFPJ4q4hznK5rhDhu9LjX9tLL70zhCFAgfqsa8lMZYtjaVD0pmVI92t6Rf0qqd
n1HYqg4OxCpHxWBIkdTQ/LhXohxPCMAeE12t30dE5ucoJMLzmYBPnk1rQiNdaaY7nploXy5Kv/Ee
X/GCsvzPRoP7puCy2oJSzzU4UxPL1zJk7duFOU1HOQyJVh3SJPl1+1pcu3wS9U5mAeSD5sP5fnuD
N0ASF1k+OiAVwILY+NynXrixpGsnyJNhI+mYijtZBTJJxgBbRNfaT6y2+CQWqzvU1GEZQEFS/MML
QkiLKANVHESh1o9/5KFNOgtMOXlv+4WSc3ZKw95IXi4yChsmb14pEHi2Z3EozrfNRHYbsW+8ScmI
+qFivuiI7HDxZTGKKqhis35I7Wqrg3clBpCdDVlTJfYmQTs3aqXQ4VRtZvtTtjCelA5D/W9Gp9OO
+aCpbYM0dzMB2aMe/lCddPnX7Y298g3JBj0eTJi3yGlWURXUFm46FSaxG3Kkx5Bp+FfYg00fPsPm
eNuU/FMrJ+CB8wQfZOECQECdL3Sq2gUsBgvla7rWsWsg6t6XFNjUB2EWEFB4WcggZpvqw4trjt3k
N7XItmTMrm43lPEOyQ6p1Vp6JK7Kqq9g4fZtJuEgwMjDIT9k+RI/qVrIvFDrNMNn0oP64Eylcbq9
Bdd2m88JAkf2pi9kBEFvNqni1I4ver3zO+ZH71TFtk+KAdHdbVNXXABcp/9janWWOyF6qoWdw0Qy
vHzqAmcjo4jV4eNWmEl0YOOxCSPXOXgyLgye0WrxHbhW70wt9wI9ZTTsv7BCDME/IMhJU89PToLs
fefmfDOvMOegM9LvsmK2cfmvbRgh//83Ir/db+VP1ESddq4n27diwzyp1vSqMsi38VWueRj0NHgF
JObYXlNpGUwnd6ZEGmVj/4j/hrY+a5AEZMY7GpMf5pANG0fu2rI8Mm+Xx/ddLeV8WToD+W1bkpwB
gE7e6C5kjyM9qXIjrb52sj1A3iCHacldFPkZ9E+MFEVoX02c6d4mgd81SwjVgVrpGyu6NMXrCSxc
VpjA9K/PXFQahQMPie3D09yfJJT5UFAy2y1L8ev2ubtqiXiFdhDhGPWs872b4n6amO+3YCkYG9RN
FOUwa41z6Jtyq30hnd+5c2RRJpAfQj8C9HU2kRvakk685P4MZ8zXibsGV4EGweag6ScG4JMPB87Y
wxKOEMLFC9h7XrXuwlOKM87U/rOEpB1A8I+fBFDojTN/eQLfe2lAclBzpFS3Sjoc0soiLyqORprH
d2pTM6GbV+rh9re6asVDh4NMjJWtb5az1CoK1CwojbL5blAL8QRfT77R+rl8w6hx6AZOiLSZCGEV
xaWpanSyWOxrkAOjxeCo+36MhF+myXjKR8HE79S1+66F63zUqHPdXuS1U0Iz6B8sBOUduQm/+Sin
VygSOyM+Kh/RVwTcuFO7oXmC1LyBuTkLNwL3y8cSlShqkJrUDlYZCj23Bz9yVZEMWb6F7rJ6miq1
Yso4ibJfrcg9jTnv2f0D3F34CeIlZ8unXDpLaV1qzEDNKaejzq1rVdu7Xj9y/TxrFkHm2e0YwCtm
Fj70UjA294Nn/3LmjlTs9j5fOUyykc6YGQkS7ftVbpTlnW2YZB4+miDuwbPrECLmbKujfsW9SJI1
B78sg5F1g8FMMyZO8tjyO5bKwQGZoZemttf7vtw4ONdMMT2HI5OPzjun3u8HR8SMmOWWzoLSkfo/
wvdl4C3e8hrPdb7xkF61JUM8ncgSTMLqvidZQSLYFrYfh8ayzxV4X5KRJ69GQOC/WRYQP4A0IKg5
oecnpIQKCzx4bftNq05QN8HnljWEVw71jY0jce0qQE9LtQcQko7237kpKJy8TjdaIp3emZ/0CHU8
PYyMvRhd86tplvVdUyBInkAJsuFzrh1G6tREA9QjyYFW+zmrYaiLmbiZOU7I4yGO81NbbTbWd80K
0TCARSrTiAmvtjKvnSKZabL4mpAkL2MHe9kIMfXHLxZlb44idShgSKsXlaxiiJvcsvy8TZNniGmK
J0UTxuvHrVhcXmonciR2vZbRjU0TV236kRIxm6KOycHO1HbDOV4557YUaZUOGSn3tZMohxpGKRV+
Uj1z4j0DFjATgKXlCCwf3jaeNMIPmDTlHDsR8Pnho4Ob0N/uUh85cLjCxxjq7nLaKtReHAGsmExK
0o1nlveCD5MQX+dBc2Ifp9Tcjc6cHrzFzTaqWxfbhhUZiMouLqit9XxZ1OkqjG1z7BN4iVyy+fQ/
xwZq6zxRuw/3pKUxOZ5Mlw5kw7rqIsasY74M6FUTJtXPYpBVduihN5tK8kE4C9+kXi/FHRoURHHE
9ucfqApt4aEHlPiTrAp/bdzU0SAQS5o5/aYYXoRkg9Knzd91HTlo6c3VBAe71RvNsansabpDhFxV
Tukk7OR5Rj2s+X77Rlx2vajyEV7iP3hnaDvJBfwWOaAPgX5Ex2Ft4PU7FkY6ln8Zs9MaUJ5OQmv3
qCQK9evClWpPda3M6StchInxuS8nMcLkacNDteG9L/F7SCnjCTjSAN1lHHH+o5oUdRUonRIfMGwy
HYa+yWEoq8Jw/kzB0LU/J24nfrZwqmlvuZKK5nttOUg3RYjMJI+ANFMIkGIttO+XhLjwQXOgAt+A
n11EfPxGfhmj2VR+CYFWEZ/SuENcWWriR6hWVMckjDQBiadAXKAEPFK+GFmZVvteEbN9gNlyEgcn
HmHy3/iA0s75CeMAS1gO1XQg9OtgSGcApWkLkflVVvUtGjWc6p1rhGH+L8SCJueLBjHqCEOdnqQx
KnSlYeU/qkpt/t2UYC+14+3fcxGJkutTzcUdQOOBk11tS5ao8A24VebrKP3SAkf1bb8sofasJdH8
1DPQvXFYLp0TfWP58hJR0HVfF6rAmwxuDY+R7ylW9AzBfv6Tk/7heobsTssBddkRR419dU0Yv6H1
HeeFbyRiOjCRvMBAr/an25v3HjevPqYDzsqUE8cU/dyVmSpdTKeH6tMnBqSqmNsJNFvNAI0jUjkJ
7Ld31uxANmrloWY9UAqr88Dkovwcynopn6dCN5a7yhXQREaOozAgpcdDcdB7QzTHVNFMPj2cZIW5
E0bvtFuxwuWdoNvLHtFipvxLhn1+b+ElRlq1bgs/saPKg28pgqYzKkJL3YduzfSI1DUSR0XPo+YI
bhRNCs2YTOXjR4LJOUalafzgRta0GqGLDqDI1NwfB9194C4m92qhbnmpy/cKzq1/+rTUuanhny9W
mOHUlmmdUY3sh+951kSEX6nxKS6K6eX2ubhyxiWEyibZQVjxAn++ZEVTt0uU+QgUxC/9HFrLEQb/
Jf/45aUkJJv1klODDsj5kmg7p9GYIgxhgVw5zqoNyS4wtflxSvvlT5FnW8XIyz3kC1lcKgImmTXL
hf/2+tQ2nG7CWCpfzYrpaJjxDGjHzu9yGp0bh+KaKeDCoDK5vlBqr87mqHuczSWt/MFO4qM9u+iD
LJXFtKFIy49GgAASwG9QdDAkg/d6JKaJWhFB9V+Bqiq73QyF0bG3wFj05I8b/v/qsn4zJa/kbztY
KMoyW+g4+c1SOnuUj2EsHHXY2ibV2tjBS9fOqhiA4GITp0NKfm5qmsgSKrutfKjFm/1g5feZBisz
xQfoXjNn3jB3eeilOaghmCUhdFoTQpmQsNcUhSqIMdPlIe2A6pOYdhtR5yUqU36r38ys8rdhIZSY
Ir7V5LXxoYPd74c7zeKwmFGzy+nF7Q0CtXEX2el8D59N/+dY5O7GWq99Rdof5MQUF0gdVhdvzpAM
o9XIgVmS4TmfmbacITu6g4CuPt72JddMARnUqLcR0Zvr7GSOK4CUYVbQ55j+gEbZOEHuku/F5Hqn
25aunRdgkjrCvww7kKScn5eWP+sqmpf7jVVru54JoV2HcosnUKqD/HEjg7y2LmDeJA5Sm/rCd2lL
VyLFBekoaor6oYTt6g5VpsjPJi/eWNi1k/m7qdWRQYPMCe0qls/ckMSHGeBrcRCdyO0NP3JtBwHO
WiB8eWnsdcXE0VoPup2o8Bk4jr5QX2j/7qEjOelKNz1oqbA3FnZRy+BDWdBESDw0XdW1/1+UNGK0
mD2soQE+KODzAwd1v5fOU6O/iOyWZ2MQ4h5lAuujtQxpmUYEeA2OH+iq87MyGQmipwqnsvUG59GY
kro4TSOGNk7/tU8nWWWY/wTsTbv93M5SKlZswaTizzGSKKYTRtRt0nljH+UBOA/jOPBgQGXSx0jH
+jq3dUXdtXCwwpoPRmfZX2Zu/mdNQ7LJzqC4LWoXFq7b9+3a2kAcEZwS+tCuXt03w5otRoLt3NcU
QJst/ctjS+b85baVa/eMPgT9fVJ1YlR5Zn97cPLMhAIhY21lKrofsINP+Y84Ap/0QpE9yQ63rV27
AYCFKXAhGw68b/W8cQPUJoldQjlbz79anZLfZR6yG2FYdW96ker+bXtXbgAz1nT5ZW2bjv8qStCK
oVDaKM19EORq8doUc1W/KamXksrk7VLsIBxdzKATSxn/6Ou03npkr3xEIDdU1JkFIiVfx669UVIh
m4fcr2BzvFfTrv5kltXWMs+t0EmSNEnUWuiHyOOybpWVKq8Zwo3FPdWe+FB0RvxgxvnH6tjvVujG
SROyuMx9OD8qSytSbWDO+b7o2D+uC2+5QOHDy/tm4wG9siAKe0iDMnpqk4Os7vWAHkuuK6iBiWKa
XhLHi+7CTPnYIOP7gnDC/HWCOori64FTd4bEH3Xy+h5C8h7RyQezTMedOSXKwVA+dJv/Y4sgnEqi
3EJ39chMcUf1X4j6PtKBzDYDpPDxnM+vt8/7uaf6j5V3giONagbSOuefaDT6qA1Tm32bhb0HDJ4Z
MGbkHdINkM4skzrW+yxkUGXje517kf/YlQRLAGuYYFqPP3eAKZCV1Or7NkdrYYJvZWcVCszm5I0b
zvjK0ZAqcjCP0N+gV7lyIQhhR4PbhdV9nI7Lobaa/pA2yLre3sgrCyIFhMcM/CQOf11HW2InKpdW
r1GeQBuhiBr3tdAXz4cvwd54K6+YInqhWsctJsdYT7oIJ3EjzUBnRgEKeuyz0dsXTWrCzjtvoYGv
7B3zoy4FQhInWWE5Px7EqtaQiqq5N5QSjqoCSWLvOBsNFAm3t++aIYBG9E/xvixudQ4Z91LbWhub
e6Bj1d5RRvR5x1D/L6wQjIGA4/LKxPN8OXk+m8Lrvfo+SYX6HCOV6e4UKLe3KBHOXy15uql90Yon
dpM+aT05UXUFcN9JH+69MI2cO2MCV3RK1D5CYELxrNJPZqeJgo9uIZAHBl7g7CCYuhjAH10Y3R1E
ku67zsvvBcxmbhBVVZJt2Lk8ftAe0dqgzkf+AJPG+Sa2bt92xaQO95YnmhM1gmFHbAMLNxCSD38v
TAENB0UNZonn/9wU9SHkwkcbwnyLzoYw9OlUOcp/9Nt+Tv8n+qt6+Scu+1/lULxUSdl3//d/X10Q
Y1yEGTCX0Rg4t2JmodMvdSTuc22k7YQyA5pHo2V8WUwl2SKWvXS4JmfDRmyKbg0NtZU3EoaVdq3Q
xnuBBFB2GKPRc05Gp0AksCxRHd0PsT0r/pwX0cvt83HNsiQY5i2hQHvBnrsQqeZzsyh3zEcxSlNm
SVz6CKjCKDpD7J0/tn1jhwfdlqJWt02fR1XyPvAmv5ORcLMBmcvb/1vMqJl97LpJ1tKqh07eKY3l
qxbDRaEhu3W3NMJ+aW0DVYHW/Vjr6h/LzLnQWKKkyilabXdrNHAWFlkXwAoGyrjueNn0zaHpy/vO
nuK5CNksHtN1bWlCVKWHEb8LMjV5FWlR7/j3uxtDpWp14d3tzbw8rkAUaT7QamY9ZEurzUxMs0tU
WwRpmxSHZIE4J+vpXJWKNm28NKt6tNw+aYscnoFKlraGZkaJXoamGaOi2UQdIi+xhbRs4yqDiopy
Ymb3TjUb4aFbFncB9FGpj6OHtMZrrMZus7fsXGgoJMWTEb4YaNn1gNmsOT8lylhAEYKYAJzyY0Mf
aUqd6MftfUL07/cs7J8fDyYfCCJIRGLq1b0eIzANWlPXqNWmC2pbZlsYLyYqEPUxz6W+3q6FGSIG
YAGPADKyGeJpTEJl3aFIaki+nVQgguLVzlgfmfqWQhV1oXU/nKFFDPh7MZEIvZlxNzA2IcUI8rTI
qgewTJq2W9I0tT6xu4v5ONZpkf+ho5AjDhHQXdj100VNEayP8vr77UVfOxxE9DReJKCWSt354ehE
qTZmazI1Zzb6UZ3zN0IDpgNrumMftySZe4FEE8ARoJ1bSoc6McZlyAPh2O2uH02BwiaaCJOIluOH
TSHpSmsLogzWtsbDNJ2HhniFrK865NMxSWZlvxhmu0/N+WNTxO9nhrYLRU5SL0n4svIXtpkz9aih
h1YW0b+VQvNO0Wg3BxRmtzKWK18KCmzrvWtF0rIeN0RUWfRWPDRBY8X591bTl/SAvlrmW3qFdOLt
HbwMryCCAr3BgoDlgxk5/1gCOjtj1uImWBr3+xQadiB42zc+06UXBIgiXxYSCTrK6xHfQeiVhdBP
G1DpHO8WJ2GmvBIdEEU1ysxfoY3aykaB7HITgfhIogrJkQjh78oX1lFoAonnYYnzNP4ytebo7gzF
GxiMEail+7d38coC5VsCTMXE8V7APo0RVWxgH12gxIscjbHspn31InupTtFsxqZPibjeQipcWyJq
qBLERChENfz80+lS+Krv8j6oy7p+cXNVfEZ0rXlM52rZiBAuTwmjV7wsFMjg2cJ/nJvKzQKqqHjp
A7OLVG3XFpk7B2PbztlGPHBpCAgOSqH0CWn9QJZxbkjRkok6y9QHE9O+kB9kHdpbxlal+/JzYUWO
T9Kt0Kh2rPy/W0TCyiyzD8q4/BFZja8V0CPXvXfg/dpqfV5bkgTryToHAevacTRqF6pWrEApafT5
dzhUelo+0fh6+wReHgbOHS1tmnTAI+CjPd+4xRSgqcktgowXIMhjRacgNZsHfUyHw21TVxYESgov
QPTNbV6TcDhqLGqqA2Mw1kjndHBP75jh2erKXbHCKBuenUlJaJbXFWe0Hukkm2IK9Lyvj5WiZs+K
tiwbIdOFFS4tfWDqUKRF0uOeb1uKzqYj4n4MkPcsP/VqFu+0rtoa2r04b4BAuDTQ2cjBfHLAcytm
nngwc45jkEGlgPatpkK2htQbzMGJP5poS97+QlftIXxAIkG5kibZuT0VobjEKNwxCKfI+1zZAvnS
cap/CT3OfEULoy1ihYswngVCWQUshw4BmcTKFbVKDpGVZyDU2MwmBJTx3bQkiP4yFu/Mz1qoPy4F
knK3V3ndKDeLxjfVgXW9uSyNRq0Xm2+nqt89Z9mXSd6icOehPxajquT03fNYjBvB4woXRSAg1yqp
HIh+mclfH8zGSOk4ttUUtBH8ckJTD4sYamTX9Owh7BXlc9rW4stUlgnsKUVrfrYb0/w1hdbX28u/
CGL5HeSKcmhP8kauiz15Ojd65dlTEJUmUksmDB1/wNyiRvs+1EqXZm+p/BHHMznHbcOXdwa2FlkS
BMFGaXA9CE6BLlQRJ5sCe2wWCEAVxpddewtXc+HQWB7DVjw5FG2ZNpP//7fMsClaexyI6IK4aMNn
ulzhXRgr9vcwtH7dXs8VS5LgQQINpMNZDyWOYY8ixDLMwVTa5f1YtZOvIbEWTEK3j7dNXdk6qrZM
7AENo/G5ntlY0mHO62yZA8+crDdncLIfWdtsdQquLAhMEhU4fDNcPuuTEWswWM1lqgaqO6QvJfSi
aDwq4YvOYPtGYHBpil4xpnjZmEeELeb8K5Fn5kbZqVMAfHE8pmGLnDd50i6GfOHDeydH4Hg/ySh4
uddJG9VozZl0pAEr0YhXJw/FGzFeshHJXd4qXlG+EaUY2o7U188XVI9qkjB1Owfa0sx7HVjm1ygx
YMJAO+8EO4x9V1si2niFru0iHX48KHMo1G1X8YitNu48mcUcJBGSCV5fR98Eu75Tqmj5+tETiP6q
CfIE/iwIl9YNSCZd2k4zJ0wlfXaX9xVoHrPf0m25uiC04Kl6c6N4FM53URug8CJgnQMzc7/McxQf
G6+b4JU2tpg+L28U6kUS5sjpAwm1DkYSPUdscTbmIJvaZR95Xog2zLiFpr58UPk0Un8MRkzi0zUR
8RJX+WR75RKEs/ta9XXQe6m2K2fguYpubvjXq8a4uhLuwbLWuM021xD0mbslUMoINrAsXey/wKtp
xtOEKqbUDG+GLYK6qzZ5RGWUIsUT5Af9zdsya9VByjLCyug6PbKudgvnp2ooQePp3T38ePPGIi9P
CJywtEU8vhsLXTPihWHvznMjrMANyzaAs8g8oZKMTHfrzRuT4FdNoZGCPgn02BT3z9cGUWKcumCh
gsIyoJ+cs7/t1piOuKh2Y1GXh5FFMasJfz10RzQtzi111RyGbmNYge4oySkpBzPoIyqqt6/wlfWA
wJDlfPIjisXyW/72rVB8F9pgVi6pra4cRdEqP1CODI9oYFpvt01dHgs2jbxPSgjSJVtL3WT50FlF
ubgBjKTTfh4KI9vlhhEhsh3rf6SVp3y9bfDKDgK6l1pPoAhoMa/i8RahCx11VjsAceI8RYtT3PeL
OW5UL69ZgcZJdqAB1fK9znfQahUbZPbgBEbvlrhZryz/VLMs33DrV8xQHJWHTu4d7edzM0nrouBZ
mm4w5wmw8yEHJEDv+eOHTnpaIjJmLkHWrmLvtPR6e4mzMNASVFwBhHrHgeBt49BdWcv7/A1pOVUV
6m3na6kY2c4o7LkkfXP8yyoW91nNoi01tetWONww2zHWunZDTRq3Wm9lLtQJc//k5JV3iBBU3fj8
Vy6QjCEAbZMyU2BbPbcRmFWnSjo3UCuKNZraaE91ksNkOmX6xrZdlppB+8h3kIIDw0uMFJzvmw0O
WIkK0ws0cqCoe4xhouobZxf2c7YbXO1b7vyEuWWnltFOpNWBfdkL0yh3YQqJyfwaO91Bmb/N7hcV
mdUifuqVhm5r8SVW3sImvXO8sTg0xvRnq/y6fRUv7z6Ro3SaEEBLZjCZfv3mZgYnSoe84VxVsTrt
jbxO7sdaj/ZGzcBhGopoY6suvz32OFvvdTSu/2qnSFAZiEhT7BnuFNRjWR3oRGkbVuQ5/R8Alsze
wMxREqSiQO2MqvH5qubG7ZWuXMJg6GoREJLRYUimwmH23PBe6LNl90bfNo/w1pdv5Ffjh+g13+1j
mctK0ZXKxrpv4nUAZfW+iO4N0cUB+j3uq1nZFa9RusVNvgKw/mMLyOP7DCc9mjWHjtol6JcrXXSf
ufE8/a25c2g/RmUn5r01MaXiZxKcgAyjbjOmDlzrl2UVEsMSm/mWTNKV0wT2TBZ/SRl59ldPYzIw
Y6BXeQzevlYPwhx1FN0Vezd24fIlnLeGX+RhWX1mvCFYVlrt9JjXqIHWWWyaNHEbdPjeY6+1ZjBN
o/7gNWlzl8EHcefay/jtozfGlkVLyTRH+4Na8PnZ0ucSySnb6wMU7ltuPEpNMTIBTuIEZjvPxSGr
lm6rR00Gf7FW8i9DDsZxrHk8V+4MXQC0G2mYBlEHafsePfVc7Nu2GyFKknwfj0JUy1e0shpnX4xq
k35fvH6wj7aTR8+9oFi9cwcV5YmSmRw1wxXFoIBxPiBaqFjVVb/PkmGM95pVF9bXZKlDRJIjYp1P
mi6MdmcPkPAETTeY2R/tDLve91KhX3G0nMkaXjxUnpzDUJRpexgtyNN/5ijLOHQAYhjRgqoeiuoQ
h0XWvs46IMzjZCsUYR3IzIqjymTmcPQa0PIna1HLr8rYu+13K4mz7Jg7keMd7WZQXd8GpYwmpZ22
v1rVHZNTE8GO+ZCFQqT8TMeMdqrwnB7J8kn/HqWG9kZRJZx2CZLgnyEmQkRcW6puvpuSKoP2fUnC
cYFwRR2ze7vI6/QV/sBCvOom+WG2C6PcU4+oSmXaW8oE0PQpbsgeflVUlpdoV0TzlP09GkydP+py
GOchWgaU5nMtb8e9ntgdtG4ij76lWRprflYsRbw3hBeKX6M1JsgLq5VLV3RCWnjqdgso+tw5Tm4O
KtvJHKcOBuFMMaI7VRTFO49Qw95nptO1u6UhYNqBr9PGZ8/Lde6AN2XNfhIIw/gttVvd99Lace5Y
bwbjfY/m90u49JmO+jfu4W1ocsU7TZaO/myejuFfjdIvxVtJ3RwFUIhv6LTVbfRU15rL1JZRhlPO
Rc4zdZ8PlZXvO8pS6a4aqq7ZiWSw1GNIw7c4jFVvmAel6lT1a0dg238BMhJprzOV5ORzHze9CACr
dtldOUZ5uOewNMYOMXlnOJpzXGYvuJF5hA65bZQHHi6U/uKyi6JD2tc2bGSWHoWHOAeZfBhywaxf
Z8Gz4COlOyUPuTBNBGsUpMlPikg5XTX6es6hRp/IPFRh5WaHNpvs+D5DHXw8qXwCZwe4uXD+pGvt
RX81kzakB220vOaodXmboWavFtUzVNtxdVhcGPnuGCbvskc1VvV/JXFqZ59a3YijoOqnRipUxdBE
DTE0o5+auJlUPxZ53qPormifIdpz28ckzXno81EX1iedr0/vr6+86tHRU/vJtiOkhhvoFLrHiM6n
dlo8WzifZ7Op469JFRb5c4JUnXYABtT039HOKT4l9L76L1oVoiRSt2IO72ORmu0BKnJb+1a6rftn
JrQO/HEhrAoBRRARp5huyOxnrT0LRsXcUFd3ZWoUI6M4PJxaMBSDML62QxsnX0ZLmbVnK6yLeZeV
7VAO+1ozkgTG6tCY9SMP7NSeICtQlx0lqSa8n5w2n7hiDEk9VcrYvCXUp0JjFxpF+lRnWvc4jZUo
93nB4JoPsw4qyDuBgNd3uvbhVO2hwPQYBTb7BZd3GJw6jj6Te0WMbZdJVnsHsP5Od+qsvoSNNbKE
otzHjHaHUKgmQv0053jnXRgWQxjMFMTfJi1zYefNPesbMbbQJbaR2UgtFoyiJZWipDvOp+sdJmqV
zWFSdArOosgS+6iVZDL73PEgYuycGUIqze0Ua8c8QpnA/DI6AZo7qfeAPmX9lxFz2hE+6C05hmmn
4k4x3CL7bs1Z+ot5OC/6d1iPWXnXaZP42RSVi7RS2QtvN6o1OmQKQl/mYbGi2fUFj75yn0wpwy+q
N0VGEDd828+WSCwK/SlSMrtSi5r4LZosqnJIdiEk3RYLlOJpZfRmoGZuaICqc8riSeXBnJlJGqHP
o8GTLAdU2PpxP9aIfx+cYXLN53hJxp/AJcWbGPtO/SQKN3OPoIQcAbdhOYu/bz+pF+84XWliZ1kq
BWhC4HT+pI5iLCjKVCZvm271O6dJw70q6uWhYbT1yDvuBe5gblHdXISi71YlHIo5Y5pPqxc1Kbin
bdmZQawLPrylxcqwW/rN1uC11cnJUWoSFMSo6J2vTgyROhvKaAW10rfiiIsZks9i1Cpjr0PgCoNc
4mXefWfVMBbd3tgrwSFknqA3cTUUtGh9ndtuUvxHXC1GAMmyemToYzqAXy+f0DWLA6OboEJgZ/dq
JNonYTaDD5Zmq9v7HhGdh2nQY0hdBBjG5XThagNAIrYNLHlGMExmXwVxm2iIvyB9/q9xFIySzVls
2w/N0EXFbizISr8YsCnV37RCmV/GtCwbxpqXwUl3xtKO1k4JtQz5uUZ3yjQ+GsjuomuuRcr/4+y8
diQ3lm79RATozS1ZprvY3eM0mhndEJK2RO89n/582dr/2VMsoogSoBthgI7KZGZkmLVWFP3FtpG9
iTzQRO1/1DSULlYa5cN5GBTJPnQIWzouQZDxJZBbI3zOrQQonDv1zNTwqr6ew1MjpZJauKFCP7Jx
1UkfxXS8cLD+zEclWBCELLQ9IaSbqBn1UMZvchDJFVje6iMZUEUkoijzOVxg8ubjS9MMfzip9XcU
BcpOHWHjMApxcpJV5KtgVYjf8lO+FyHkl0gICD/PZWf9FalsThml7FilzRxNJ/VgNQzn+8dw46bp
NOBpUVLXgQ+2SsccRZoNVWKBhVrmx9DoHS9stD0RvXcc0NU5o9ZNG0nMM6X4DQDqem1jE1tBWajO
c2kqbXQcAmhVbqGCifIMo5ArjzFOZuMbcrBkB7tsFx4kuHbMJYxKya/jWI2e2tgIdYKLyIhVN3U0
qT4aSw15P7CaYvZ1s44Dl6rVYD8b1Cx601ODfImeYTPb8a8dgwnNE8qJy1c1kBCdrZQsHJm6WGvt
VyWJpe5rBQI9pibQRz8iZSEIMOJJ/ruiydk/MzckbJ+NMo07byhNKz3kYCKJAslimAYxoC/myk1o
yx6gobzj92XSfNEDpkowIFSxi0uFNKx+lqss+FaZEqoJSH5OjxGNyDjR6xJQB9rdQDjA3lzvcxJF
OlICsvM8ZDbiJiZDUVOctqHsoHtujw12yKFF2QtQ5RqPEk6K2tfIhTwrZps8O7ylfqZLj4np/3c1
tLMp3/GoQ7u/Xg0ztTKA847z3BI/PmURtXdd67sdT3xTjRJ7hkiLqEdSKForEtVNE5HAcjbB1BTf
6ig3jnocdJ9KzYmeH71twtczZ5CSJ1u35l1O7BlS9kt0qbQi+6qqQz2drDjq+uN9O7duCztojokJ
KlBo1xV3KbXUeBkg1xelnGqecGGNSyQX2ee5qwZklxn9sSfsfHsmNJb2ToZkbXTnr79WCKZ6mfU5
vrTobRwXqZ6PZUkMe39pm1aASiP5wI2lV3htpa7mYlksLb4wUG58sRsaWqnRGjsfStyTa3+lca6R
V4Ulzvi6NYBj1un3lKOUXBbaNZlHMC8VB4LIagZqoy+z26g5QhODJfWmm6V5t8N9vv2AEHq4XYQF
3C4ahter1IwyM4uG2h86msx2kLriALnkydb6r3Y27O3p7Q2A00a95H1QpAG97tpaVg1tgeZo8BzU
9e+KnI2nAnqQuxjA0B/9eoQviLQx5oA+Mo2na0tmGKQzPV1i/ixuD3qe/2UU48PIJf4yE4Oo+lOO
Acu2erQtlGnUJpak5zmMSXKGiXC63kWJ3h5E2LCirIxGoklZbeVqe0SAayubwwsCMtkfAAvKy2Rk
j803Ey6Qqj+lIUbnAlvg/643LAFxQRZvhRc5zShYF2XgPEetWT9akaddJlCoghsDumZtJpybvmV+
enSRikj/ZKCU+GxYqILaQ6we7h+BjcMGhoBwjmziHSKxWlGX9QvasNEl6+XRk2m2n1qnS96QQ612
TttK8P9998TEF11cZBhR71Cin0KqRmvjIFKq7DImpT4cekevBrcpKt4spn9JIOjAooa/N4WSKKY7
qJWBVqIN59IzUNmzvs9DzFi3uVrqyI/SMfhQIpNjeeZSIJZaSAilPmtjOkQ7NeqNo8VvFppuJpI2
Nz0LAMfYqZTk0uuUFZ+UORy0p35pyETvf4tbQyL2A++AAiwR11os0tTzpWnSMLs0dlvyWOTpR8OJ
5R0rt85MfAP6b7xH3Jf1w5CmupOQQmYXiLvhWzlJWumm7SAfJCXTTHdugj3d6q11AVNBew28LK2T
lQfQC7tMEK7LL2G/SLnXh0OMDFRC9enh/QODKfDGnGTg76vbiSCe2mmxVVwMSvYkNDQ0p6jeeQtu
LwxdEsgrZCJC5GgNs2uc2lJKvS8v6kRa6DX2lLRu2qv9JxkcbbMTOty+fLw2It4iIQBSvcZtp9Yy
93EHM9guZ/2tgp6wUDxHeuBUxU2QcXsKe/lDafBcR9x5Uux4oo1PJ0oN5F2MARHYpmv3YElBSx5G
9d5qzdA1lkx6GZkK8svDH46HCJQAwCmRlYg9/8kxMLWlzgPTCJ7rMFVeIZt0rjYH+c6XE1nNz1GE
6DmitMWcU94j2tzqtRWEleQ8YJjPpY5IYc8OfKr5CbZmg77NUBTLU2RbReWWRrA7c239GTEtzgzF
BbItyAyrJ11mZlCqRBbUWiuxE8+eFArwijp2oadaUeNGvFWKO8a9fKkU+q47p2j9FTFvQMKGGggr
G+Ke2Jmf99ceGU2T5+Wly0vJ69C+8VR53huYtLG/+C70LzkuAtAnfsVPVqBphKnTLuUlm5Xqx6Jl
ReHBMxyOk0FaOGeN4s1JbP64f3ZutxbcswAREprhZNZjKKZZmumiFs0FivlfCQLknxV0pY6y6AYH
i5WcpVAfva417S/3Dd9u6vtwHBTVCTrJVlabOspamKE42lxQzpufewiDb3VXqjuHdu2txbLo2CGb
xXADhpqsNrWSpsUq9Kq9NI6VC/xY/63vlPGUqNnozbqWnO+vau3e+HAEN0IDmqhNsFevP2JCmBvn
oSpdgnCWXM2o4mPJ9L7DrKp71PabDSTmJDUWEFM6dVQirk0VlKqVpVEaf5ha/Y/Zmp2zrSQ00+6v
SPziq2sPNl9EuOitIS95w42t5poxhMU8+oq05P3BAuSivdaRyoDlwgjLH6ieRcnrwojV4dyPTRB9
aKqi2eNY3CwWOSieQCDK8AQgZ60Wmxj9ki5V3vpZEiuKhzgN09twU/IeHPnmA0IKFyYA1oN35526
3lVrkJwqZJC4L6fVeOjpmH1p+6X2o0WVvt3f2ZuzCYaHtwlpc4tWEnSYa1M6HlTtM23w9dwMvzW0
IEJQ5moiH3qjH7+T0dl74kUb2yh0A5BtgXujMRjp2mRgWGVX1OrgN2pSvcXpUripXE0f7i9swwpV
DgB5iHcR9K3rjIG9TLXZ6IM/mEZZPcnZkn+OjVEvn+7b2dhAKg9wOkS7Gsz1ajUAazNFXrTR17XW
eZ2loWNuCNyR0E06u5u9LLJ2LsONt4SwxMd6p8OCLFlDvcYK5lLTC4u10/+VKW3xRMl3OmcGnUKo
8NGPohVDvlVi7Z1HaONgUiigho1oDNUCbeVZaqtUGDcZj74R1NKTTk74Kwk8NL6m3hsSsW0K6SIB
aQN+sDIlL1ZnztEw+sgsNpVXMTstPy5ZJr8o8WL+ef8jbh0WdlIUbTWIpOuifUgbeUnrdvTT0tR+
V4tO93sI5If7VraWRO5JHAa/mDKS+PefHleb0ZKhM0gj0HU1IWCI1ELxAn20qhe6cUP2/XFz6Mw4
wCoJHSkuXpvL1KmKJj0Y/ZCW6WGyuvpUBeP3caH0cd/S1h2AsSqg7Kj5UO64thRqWZjHSTr58jIt
f4CIqn4fwlkZnzpQxvFJrZLiMelVwkwugaCscg5t6ixraBXjoxjtaGSTHxJYPGWa3Jhu4STGb101
55lbl+Ew7ty7rc9H0gVckBNyG4HRXpUTIDiTD6w4/8Okjsr0TL1yxzFs916A2weP5QErImWAwXEz
KBQrVp3FxeR3ap94iYSPdqWmiJ76zik/TTC83rKuaDw70cpzWVV74qxbPgZ+E0R/ap0Ie6zSPcVY
CAXBr/nhWFN5LAJk2fIyfW7mP/ReVYGliCapKGPvgX9uunjv8EU+qQHNg7dvPSO1gi1vFTPHdqrr
qbuQm0W1V2pWyESyIQz+Dunfxa4eNsXHsG2HT6gUuZWZRI9NC3g/YaKGh0Q3cbAgcF4f6rkGLNMO
5sgjnFSnelh6dI/iPwcj6J/uX5+NzebuENmYKEHjHlZPSBypwZJb8eQ3EYQJKda1H1HdlidK9Mpb
EQz9JTQk9Uis99jc5X/WCPhYkL8o6934vdJhlEci55Mf9xUxvtYlzDsPmp3iy8bFIQqlIYsXovJm
rdZHgy+vePQnv67gPRZKWXzorH48EtPFO6/+xumhdCAaY5wc0JBr7WIpqUMdksHk2w2S4p9VBqpb
LnWaBKZBKo0eY+CawgWxsChHbSqm1JO0vCtOWYgCoPfod8X74p0gwADbo6x5fYKqZEkVOwo5yXLz
R+H0v/a2+dyO07dGj4G8yIEL2+frfZu3L9m1TfHvP70x81KnFUiiwZdbazlWDPF4oq2nP5phIJIB
r4c+FfI7lFDEg/CTFSFXPyHyPvpVb8dfqrrVftPThFZfwiDv6GG/izEY2sD1xcTJNaRACRsCm6Em
EkjJAmWdgXSS2kneGKFUen/3bk+qMAWHg86YEEVYuT0KT1kRqqyLBUpPM8ClJ1POixNqsHuHY+ND
AZ9mJhUlPFpha5UCAvt5yqORlAbg36ntmvySZWW401UUCex14sSCxKAB0YUThMDrDwUhpdUyeRr9
zkrqU1aUrhN9qEBGuhNQCU8vjD0Rw+118XhxC0V5chV1mFLdqXLHFnYjT1PMeXiB3ZbspNSbHwrt
DzEtkAu2ds4cBDUvrGX0m55xIEx5nNx8rGyv0Iq9ATxbC+Kg0/kQtEBzrbYXwgyNqOqyoL7p3dmY
5GMdZns0ytsQCgwxYCCg9WwbqcT1h8rJz6qiVEa/1odLIAEMAnqXeu1MPkZfbG9Rm+aoo1FCBk5N
mnltTilGrTdzHrd4TOxXUY342E6q9TeotPJpRp1h52JtbaLQVYM7wmG/6W5bpRkjGDNMflCneeBW
+UIXPbb79nj/Am+si7//Tn038f7r4EGbG0cTgxt8rQIm9GKjpqIfMrseW6yNS3yJWiUtn+8b3Vic
SMlMID/MCyFsut7MsEdEsE8H2W/TaTouQf09hit4um9k48TD60DITZSSeFJWN7kO2lntrUb2ddoY
z5kZmZ9U8q9nvbZ3pchuo0/RtUL4Ay4bffV1TrvEixqm6Hr7ccpc7MkE0+iCJVyOJapJh6xpkL7p
DLqMgDziH3NjDDvHZWuxP/+A1W3Iil4Jiqgf/BbxwpOVgFjTBmn6KCmQ1O/v69bH+9nU6uOVQx6C
PekGn7DTOoxOBDYxTfcaNrchnthRkhWiLJ4WZxUKLLNtjUozD35q2xPoq5xKcRhytQHze0Wk/J70
ieO23Z7I8fbq/md3tZFG0C0QmMfBV4xkQK6jTl+lZCl2AtiNV4YsBT4G2HuCnbW8jyYFdqBHVHQY
F4bGvGpGh4BRQB+rsAz/Qto7cEE324f7H25rS3k/308o1bK1+lMEuWUebCpXDlNdvs9ZX6C0PXQf
k8CMTjzyrRebbfiR+YvlTkNl63QK0Sl4RJAiiUmu77tsD2XQoJ3kS+MyPIfh8N0equYpRm9mJ4J8
xwms3m+whPAGeU/pHa3hLXQ6kkKPKbgkej6d1bib6Dk0mXzRmBlzyMNF8YZCa/0x09tzXBbOSbcj
h/F/1Be0qe2OSujYR6mbkedQOusULM2eGMx7GHvzGwHyQQ8lxgAkdb0d+RA6WTFGo4/QaeTZlO5f
K51ag53WB6fTwgPqz8ahhIh0yiAd++McqBd7Aa42SZ101Gup/Xz/aGx+IDHtCAUU5MHW8gdKy6yc
ppcHP6mM8CzZSfRVXZT5sjROvvOFNo++mM6H66cMbqzcx5zLdl4pLN5aqGGe4F0h9pboIbIdNqON
XmVTCkYv2e9hbt1snjiSN8j9jC1deZRaqxLdmlPS09Fswe01YQSsdzIWfee0bxqi0iIqxHT911Ur
U2plhKDy0bftZvASOmNuQ6lsxw1vPNwk/LAw0bjiLV2XvJ3Rgimh6Vgp6iRzswjySg5SNXbxm0xh
rvtlaHa+3dYx4QaLz8YuIuZyfXCNRoPlIqp+cCacr4M8zFyzeH5RCIx2Xu/N5YHOISUFf03L+dpU
UuRK0aPv4BdOIb8xeMoo3Vw1IUkOkfyqTlG+4x03vxpgb9HlJkpeo8yrwQQKUCaiegHt5zzMS5a6
Q5+W6o7v31qZBRYEP8yzRpp/vbI8ZjqPPHYkuZXcq66RKsTivTZP36tE06tTKbXVTj1h0yRxiUCR
iahrlWJkyzxVUkzq5ERKdG7GvvglrmXbHyJH+9zSENq5AZv2CJRlWqJUiNcc+GZg5Eg0kQEgfXOA
bDafqlwOnyUTHrxu78lebVtjxhUtWPzKurIJYgaVtUgefS2PnE9api5f61Zqj0x6n58g28lf7jvL
rZMi8KC8pCagzbWepyXN+QxgivRaghcFSdV8rqbgURF2ZFsIfHg1qewBNFzrzgKGSxYnpoPXtF36
GTrM9KElovs3X4pZB3gQ2uQQHa4P4xyZw1KNtEYUqQt/kyIzOabq2HybGqn5PVwAxP+LvRNafAIX
CtxrVS9QAkT4BtyI345wXU7WEjnloZw0+ft9O1ueSvgOkcajMrLuu6SCtQtMe/J5Om1mMKfVaURY
/rJE6p7Szubx+5+pdbqLAIOxGAXlV0vrY49uTwU/oH+RA/257vRkxwVvPZ/sH0kTeTyHY+U9FidQ
m6p22MAiNZ/GooIZ2QISHipHR3tbcBxbSuTH+9u5tUZSKPrV2ORKrxy/in5yniZcMTs0suPYdiGz
cBrY7JFsl26XtHuawFsJFRcMDo7AaCIScn0uKwM23LDw/RBKU3NPKrj7yEUq2bcuqLMvIxPJj1k6
S59yI9cbt5IK+6/7S97aaPsdvUI3FHDl6qRGtiFB2aR5YTPdLXCH3JElT8ln50fQd/PLHCZvGRWI
x2ZeiQIzwArAR1R/Ac4gTXC9cKkwpN5OGOCiJ6h7IbehhJ8JkZK3MuOh3DlMW54MeBW6TbRpcDIi
Y/ipKpkGuTMFMk0LeciUXxquieTJkjXuxXybdoRoB4pUxJfr94DOJDV55GT8OlMsNymi8thHQ7Pj
y7byGzgoNNgJqoE/rLKMBAx9XQ1YscJ5+IjaS3mCtAO/YayT5aB0Wvk8LgURZm4GO1X0DXeDOjiS
3dBX6IiusVxVKluLQOD4DVgI7odjeIaeh+4itXvq8ZumaKgRwlL3gut9/c2YPwKfiUaPzzaE3ywt
h4GUQU89JoXane/fgS1bIDLpGwqVf4DM17aMubPpBMREecESxq4Vjml5kjIZ9oCqDM1eWWjDy4CX
ROYfXJHAnK6WFo72XGd9M/tt09YBZLNRUSFk6f1/jMgxl7NpZ5a+UxfdOJpcboFvZ5gowOOVZ5Mh
EtpKyDWX0Cx7qoGQvoZFme0E65tWBNEOVTFwaWvFB3D2jbR0nA+QFflz2iGhMUNaOz38ueBHCsAP
2CwVEtf15yqsfCmg3k5+2Rjmt1kt2tcWBMI3xC4weN/WxrciXxQjJrhvZFQr95giAouCjsOJ7y2h
DdDphucEhg4JHBUL9WBD+Hn8fmOP3huFIeYLrE++DVVp0TVyDrr0beDGdWYuL6qW1aBrAY38gDQJ
qrHIqyj3KIbBnL+/5I3bILQVuFcoxwgs7PX2KjOlegkNBz/OqvzzWCJpdYjqvmKKcwuze8elbLw/
FNBN3nmCQHStV76Z2kNiz5LGC9g4Q3UMo1bqPQTVl/KopOpcP1fMzvlgxZUS7hyjjcMq0iCcNUV8
pq+sbn1OQQ6KzSz7FDrzQydbyQeAsMaDilw8dGACxOvzXgVYv69JMka05g3ZL/Sm8nNZ704A3hMv
lQd7x9R7QWVVcCHbYuaV+HLUhlZ7Oehto6WMXvFjJiajjhBRHgVFEnqNCRLpBeXpeTrmY5IzJBgu
x4+qCArpkC5Zx4RLaPHZzkna2mF86jvfVQOPsXJ0yTybEeUo2W8M5nz1iTwcVanLDvfP660VMaVT
SDXjcvCnq1U3jTHlWdLL/jiNxVsvdfaTYkl70lO3jkBjog2nlMoeGcT6OzpRjRwJ5Vl/dsAVTI6S
/1mX8/QbBMPuTaZx+5+HVyVkwSg+IOxi0gq8voVlHQHU1HLdn+dy/ntY9Hlmxp4W7YX1t9EELx6l
FWrPsAZuAB1xq4o0ryj8uIy118HsQ0ZHS9FzloT1pyQLjGMSGepZa4zq4fsHbJIEkjIVs35vUE9D
byl1oReNnydBcrSMhf67vjjOL49upEBnWpqIMx3qVKtwKdWM2dCLuPV7s05OAEbH10Wz2l/vWxFH
+frqMVIVvRoOoYDBrad8KWbTOPKItLuB3tohzyzg+7PxBRiWTumjOFrNMLltXXziM/x53/QGtAHb
pEgCa0s3fD2uzWhgW1SzXPu2NM6dy0Bu08ttxDfmKO7hMXX9ScvQpaEI7xzAope/aHGWP/41QaUS
GhLb8yiv8aLaSBVoqaSWR3mJJ7eJ5T6FvdMm1dP95d5eRBE4iWhNUDs5vNcXI7bAjrXMi6epplrf
mDjczQcThQjHmyp97g9Mb6yXj/dt3j6J5NeCeYY8mJg3In7TTwlEleqTpNdV7xd0Sj6CtCqt35s5
SavDlNP33fHjt9aEDBkRIjhfKi9r3iUtoSLHK7y3Lcqz1i3qxx5XXblclr0i/YYtURWBPyBzbMkA
r1dm1KGjhzETO+wxiZ5MM8m8vMizJ6ZCKTsvvfgw11cE3BqcGh1fzezV9bi9GHc2ssOlz9j19mBU
U/fL0md7Jf7b44EV5B6QpyLVI4y5XpCs1kUQ1nLpp5bCIPjSlF5Cwx58e4mlzzmCsDtAig17JM04
Fl4elC3WGP40WoKZYTqVrzWd3rtSrGWzKw1h3nggBNLEC42qGE73z+OmUcYnoeoH5BaSwvUio1ir
kac0Kx4HS0Vfb+kvHdiKY1D17UtamcHO+b/9dDBJhYeh3I9awjpIy9Kop05MSy2U5e+J1kmMeqin
4/1F3b5E9MGAvFDrpwRz0y03iwnOjAYkhXmPihcFi/25ciDgFuH8w1KiLHQrq7CPtJt/vW/49g4Q
OZDMkuRRxL0ZLF6EuhpMEuWBIC+G5c0hMfqa1Mo8fAApqz18C3DQvHoMfBAIzvWFm6wxRsOdhGKG
D+Vrcxx5NXXynYz29oPR+KHEwl3gEsDHvD4gaBmC0bKjxS/GKZwOvd7BTNLNYNqbK3h7EqF+Am8Q
ArcUsdYIX4TD0mApe9VPpil/ye1o8Forqj+mqOkcECHTdvKx228F1AE0PR1lJhlQG7xemGSEiVmr
uebnpqQ6rop0SYUue1M7T3qpm58ePRmQf7hm4GGoQyCycG3NaIBgJ9xr32pa1VuqjhknxhS9dZks
7VzpjVecUIhQGaSnYFmtZ2c0Y6dmzhx1fjEE2ZOdqCXUw6j7s1PrIDhkYzwcECuRDgKJ9kHokxYQ
TbRZ27mFGycHfDHqDHhqRhGv407JgQfNv/TAHtLygL5eKr2aYWU3Oy7l9kPCfgJbSkDGvpJoXm9t
rMJnrI108LXO0ulAqfQQwcBLz1E3Kp/vf8bbNQGeolhAGQnyDPnYtS3wFIy0VcPJ15bQOahyNR5T
wpOdbOc2k4UaJ6h4dDJkoX96bWVIwwQJJaBM9VRKv40RA9Q/dFQCz2k7hl/BuyXSIY+MWdr5YrdX
EIlN6iHI7pIpMBLt2q5m1kgLldXkL2OtnNuqH88LynzHtkyZI4KywcNX0BHkOBwY0SvKzKt1dlba
tIR4eDAGLvwuZ0l3KtpWP8SwaHZC25sPB6URTD30AW6FUAa5XtpQTMYIh0djS3XlOCijdWqH+GEG
pbBC/gGLjLCLR/zaSmTkJvRiSfPJk/5W7Np21aF6+HXDCAUOgUcRrmtdtaWeUnd2HJt+NpZR/bXK
rSYPkWiK8viszKX5V96XzvQWph16aGmlZXuDWTb2EsFkQMCUBkQKu/KcdZk06YBuoe/QMDx1smR7
mhopO3XGm8PI0FdiVljuFPvIuVZfLORqQDJ0ZH+gOfQa6xNMOEVq21e9qZHfNxn1+OhxZClAWYle
qbnTHF1d7jgYqk6NdcVn5Gz0AwlJ+1OO1NtbXqrpbw/6EWEKJwIdiGYJRZvrg9IZJAJVYCt+3wTz
IZg7YJ/QdHbe7o0tRNufeAsmHLKja2GhWIfIHJcWgp6tOf0SxbLiTWUpHbJpzI/WqGWn+6u68cT0
YMj7CRNMgnKS8etVBV00O+PcGr6th6ZzRAVVoepmV2D+lcUakuf75m7PIc+3oLyKkfBwz1fmHLnW
ui5RDN8hYkANtVEr24WrVP/4F3bEPAaiSmKT9QMjx1Nr9PCt/F5Jhg953BBFVmW784zdfiwKbeAN
aFOSa+A+VpvHGEilqjLT5+I9N3LeHSSj8msFpcYkqb/fX9LGl+KFYdAgxwPotrry9DKC+7GN6qov
B3l80Bwpc6GJFoc4qPd4RhumhNy+g6I7dQ1qJ9frCplZ4AzmbPmZBJroz1yzEI9X7FiLTmXF4Pid
QGtjG+kBgvOhciKI/Ktt7IfISo0ksHyTevaFvpfVuIrTZWczlMGmd0xd2jmGGwtkE4nq8Bj8t05p
KocIyjQr2zfLfjx1UtKfgixtT+PQ7ElXbJoS/AT41xDE1nCizsyMSp5HTMXdWB4cq9eGo1khh+Ay
5FDeSUi3rIG5E5gUytc8NtdfLmeg7TD3puOrgTWdEV37Eltx9tSq6uM7SJ2Cgdh8OGqj64A1Vhoh
6TkE/tRVw+sI2HM5MhW5+VXvQkk7PHz0qfngoJhdzm1e88lhlmV5xLBKP5rMSnfjwO5/k9oMLAfg
7T8et0X7XwyCIOYHNn69g2MUyhHheOAnqjEdprIqnxoLfKzUmDurugkZSWEomWmCSIdKmbo69iD5
kdCtlcA3mzL5ns62coGOmZ2LepoPbdIt5yp0oqf7y9twwOyjzhHhXhOViLv4UzELQR0zkSeM5pKm
nlKL1m2coAd838rtjcZ/CL0bWQCjAMVeW1FjvNMwGLxiS/5bOS7fwFLb1CYby53j+s/7xm7PPMaY
O0F0z7kHTXdtLAntWupjvHCo1MFRqY3imYJw9aQtyaOCQSI5okss3kvB1V2HGwaj0/t5lAxI1vEi
xJ41Ozlqkwi476/p9jNBukeRFfKfSHbXVKp87gMeMOZZKYE2eWUrDed8jPam2d2eQPqoFMpEZY6s
Ze3nG5pT02TnlqhEZMgOa5fCqf6YVPnZ6JyPueN8u78qRQSAV1VAMTYPKjCYQDCqUKmuP1Uu1SZT
p0bLj5XhrUcnPanmiwREtR5eHLk/xXp7THPK0+XivFloY3u1xYiI+79CnIebH0GcyphC0dNZT/ho
q9IxKkiqflyjxu5mRmueUzancBOzz062VmqHNEKBrlOt/vN92xtnFYC4iBeYMkpbcHUxknRpxjoo
Lb9PstZl2Jv0BKm+8CqoDefHTfFRhWaEQPbc3MGyiRImuVt+AhT+YqupSQmNFmAxBsrOdd84rdyo
d04jeLcbn5lUhaVSI7Eo/6fNf3LIPn83iGHuWNnaO7wJLw5gKTED6/rwlEGl910Q2X40SrZfMtbm
LZNK9TAb6V5WfbsgDIkhUYAFLTLr1SOQBdWSGemcvBShpcG3Ylmyp0flGO6sacMQUbdwlpxGQMcr
dwz+tx7GRk9egNQgKh9J2WFcwr0xmbc7R3kazilGaLUzm/V652IG6CJLZCQv3dROR2QVFq8fdOVM
W2NvMtSWKZFLiGmcGywILSpnNdPL9CXKLCW9TKYVDB6dhUV7KmpkYnfu8u1Dgx9BR4ewQDDW1pJn
fW4FC09z+oK4RWm6S6tVntQY2lvYZoD28KN7lLytL8ZrzZ0i4MCTrdJAVN6YyFCPKN+bVnNqC2dm
GmC390xvbePPVlYl3CBVIcgoXfoCDMJxa9WMD/AlO/QV4+x4309cL0hEprrQxea5lgUJaU3UCFMp
hXi85GfGSP+uL3N+YgLgY5Ty/zNCy454BwzZ+jtpdOsco1Tzs1SRYgIgtdWLYdlBubOY6337PztY
4cPgstexQKkNgRrNen5O5TbzJnVW/TRmB1tmWexEwJv7JsBUNJyAMax7nrKkSVbUjvkZF9FkyMyX
U+/ViI3vDU3cNIQWm5CJEzW31VmY5qKy9cTKzm1JfCOFRfhaRtKwk4RtWRGTbQEC6IJquoqicLnZ
rDptfmZwxux1EeoGiJPuiZ1sWsHhCYYWXcc1+g00QFtocp6f4yGP3owQJDETVsaxfcgv/HMOeCJE
q0DIUq57ZHVdS0zdkYszrbL2APCmHg4xshyRF06VGbmMgpT2RmBtrQ2dGNqoeFtBC772snpb22Na
xeW5lfDlUx9TaI5T/fT4dRVZOQV0omuII9dWJoPE1RpZmTx0zUFSc9UdCyX27ltZoYn+2UCBJGLM
OwHvzUg3iLjl2IddcW6s/mW28tmTdOdcFuMXNex+kToQFYN+KTXjaZnn1GsYULDzCTe3kyIzJx/+
LMXT64UCD24ZkrEUZw0phuOwoJLfRdIeoGDLYaAFI+hFQM21NRSZ8W697GRZcc5Y8Knqq/atqsf6
WJpJ8nR/T7cWxNUSzxQQWvzG9YIMdUroHjTFORkrE+6jablTFD4mUPLPhwPCzmsPxpqrvHqfGrWf
k3moOfltahtepAVx91aGJBQ+EvTFX/9iTcBmDVwu5tY9sjmVU+aQFOU5qWJepyFuXqqC4ZP3rWx+
pP9ZWat2Mfu3ahW9Ks+1Xg6nRVGnY2ZMyK730x4iSoRC/0sO/rt9FBz5QEJodD1zsoxjuXXKvDxn
qCBc8rjuJre0goBx24HtSpHRv8LkCHfeEhFPrq2CGAe+41DHvumHIcgxwFyS+GgQEPRDx1Dz/KTl
YfDKyEbmerVNrX8lUdF+jESif7XFmDtf7u/x1ukErUiyjhYhmfTqukFvSCU+H18yYcR9TJdncHsD
ua1/ca2BPhPOYgUk++p8OhEYRfrg5ZmWwHzI0rA9Ziq0vvur2fRfOA6CQ+70rTI7EJtUsrShZDhM
rnxkYFdxDHKt9hjPa/4iMbWKaXij/JxV0vhDjyTFLRfQBmiz7ZF1tw7Uzz9k5a+1SK7p+y3lOZ+H
72E45kzhlD6nUvOtS8fKZWTQr/eXvvUh37s89GCQZVvrDuAWhiSVuJJ6VUeHsZUH12jrvbEqm1aA
oBAxiuG9N6XvGEhkpXBiSTyhrmfpDzlz9mZUb917FCv/v5HVmTQtBpUnRVieDTUOjqPOqAileS/I
KXvC3JvrETqqmGP87joRGxxOY8XfPncwIHxTm6VzGg7ZTqlq1ef/x70IeMv/mVllYqFeB8zD4JYN
/fi7spheYatfHDn+zZLbYy2FL7UU/NC5PW6bPdbq+a9tEQwJuCevqtjtn0p/pjQz/lApiU/mkfKm
M5TPypBWl37ozB0UuzjUa38G4JJeIzqjlFJXT53McDQJ7FJ+zrTubxmRBhf477NSTL8mdbTHFts0
xrBLaBUgc2/qAoo52UXUIKG/WHWbuA4N+Pp5pPRReAPC0cMTM87SfxM3EF+KUgToL8oR15tpNQMT
3RCVO8fmsniWPalem8/hMRwfhPP8893Eaw4uSsAQ1xln1GVqpQ9Nfs6nqpXcEcRN4xlUx6LTfc+x
dd0AYYloSxBN12uazbLUMiMpzhMxw6dWH7Ujc9NLj6njeyTrretGdClgPNTaeQuuty+oLTUqVMKu
rrNCxn6FElMPM+Ohbsg/O8eLhl4erD76Buq1lSZyumFS2+KMDEtxHqYp8uKhb44gSPcKEVt7B/6D
meKgriDMrp61pJy7rFyq4mxk4JrdsA70yQuHeoxcJiiVj00pfl8ZmyYaZhA1xEZer0xO6yjS7L44
62mAp5/V2bNHfdkJSzYWRUZIxQ3GDTCotVNUxmW07KxJzglFythF+rWsntu+1FRPbibgjffPn/jR
K69B0QhAkJiPROi18hrTABiDcSrJeUE+VXq128EO3ShMEfo060DL3sr/R9qZ7chtLN36iQhwHm5J
VrG7q9WaJds3hGzZnGcmp6f/P/beB1vFIopoH9h3ghSVycjIyIgVa9WOmT80mWW2DxqVwO7teSZg
No4YMDPi5BY4FxlijlMV5mWZwtGHvp2nR6Sm7QdVyMrbb2keArgkfQvgZVtESKkgrCfVaR40hlLE
j01pVN+JHfHbCFNfHWXlawTm+9/GxbWjjEZH9zZT8qBHCfBk1XYYwIGneaiiHUGgds40pnj9ctRW
zuDN3YaEkJknuZ4Hk2qwomEqHgC12AffaM8K/rjSgvPSBut7vSDoESp9arGSMqDkDSD8vdYqj7SK
9q2QpzLezznbMl3qYmqZS16tqKX+V7kgbmBkofXPfYffOV+UZVf4MBI7vLU3Dp8KU8i9ZOYBM6rp
Z2lqEJ5Ax1Q8omkVfbxva939zeFakU7k3GCw13rp9b4xzK+LcUzyYDC6+jkGTI5qEF/y3DhDeOoV
nobM8pTiIN3fWSKgoHVkhiR4hY5dmx0tmpBOkuXBgsCqx0BAChvbSMMDrK9/f4V7ydXrcM5azAS0
sO1tNrC8dUMa5jwtlD8lBe7PpTZ/DGX7mz0ifL00bv6iePrBJbPjKiaDF9CgQBhvUqi4XqEjmiQV
80R5rhys8wIy9WRqrfX2jAoUnEplToGcDMfcWImFIjONmgeJtaBcvFSlOzrLYzJSQNOK8F+cZQrc
ABlfO8UExWtzlrAGyt9qFqAHW32w0KZMPPo6zhEwbm/z8El6nat0CRRm13bGKBlsvavyYJYi4Zpq
XD3mUXM04ntkZX1+/5L5SrI+RY5Z54FcV9qDHYZgr81sPJjc2LVCrYwkACGRm95eEXewwBslobbm
BZ11cCQkhuj8+16+d6DWitz/s7LZscGc+OlKTswQa2clqUx4hMCGqdGiH5zd2wURKqiBMK8hr6Vn
7XrbBqZ3ZSs3tSCtJir3UWN9K7XJPngT7VmBrAEFrjUPhHXn2ko99HE0j50aRAUuQKOoA5HA6NL9
bdsJDrCGAxNcSUNX8fLNYhgZHrNRSpQgYiirRFXTzMvz3Lc9wsd1kKnpO5DID51ZBNNwBJpdY+t1
7DWZM+XdRc+ZALHtOEtRXCnDImlBLtmWOGe9ln3TCih9PbnQyyckwaOjZunOrtJOpFvAUpHb2wLt
VF3w/AKJE9jC6R8gtmD2c4n7gwTx9R68Xhk1K4ZDWBjjKDc+bztpJBw1QXOlSdX27KxZmZdHiFwF
cVSUsQ/sK2+DCWBqGvSpEK2vZYLxVAMoY+qiuCvNrhxPsJZUOeJvD/FQQbOn92rWPiA8Sj6Ewrxs
uyEK3/0lTeTmR4Jg7D+DMteFH0kTf7/QlbCDGVNvZw8e3zh2CwoWmVeEEP2eHfTYVzy0lv1VG50t
HYx0KLe1O2g5mOeH5NAEtrmtGApSN8HgLUWKEMSIVwMfbj0JVvD+JDVGPz5OfY9wd5aEoF8bVCzf
y7U5/8icSvzlOGP3CfCg0/skCNHgW8qYpz5zDVnvd40QmqvreaRcwqGyEo/Rh14/SLpv48n685Fd
JS+gybwdYUJMUkui0KG2OsvWpYtHpsuHAa48hRG++2fw1icxhaOQC6yUldvSn9EzmMwMXRVYcFj4
yJMJDxLoI4aMfSt0LV4HBZluu44nOXKCNcw+VWCiXxvAg9W/xGF9RN24a4UWMA8+5r+4wa6tOMPA
sw48ZgDJvfM8g5I7CykLDzitdj+OBmoQNBo5zXYtWlrLTruwljKjYllVZewNS7m4BTU+//7HuX18
8XGY5SHU8/ChEXG9INhQS9jUqjpI+rx9V2hG83cttPHJlDNxRr3WPFcycsA6hIEHqc2uZcoaNLO4
Zm4GxeuimdXCyutgGCf1s8ld/dB1VfRSWJHjRrLUnUVFS9JBIfjh/pp3LgVe0GtEBuQBlnHbY6qY
JBWo2lIlpiRSPuiZHMWeZIm59jpyfttbBYr6AEZwVNSgOUNpHS64LvR72OiH0/1fc3tL8GNAnaAL
SY5Hgfz6C/S6FU8MM1eB0k7I3hVOiHitUvaMo8X5eazz6QDRfmRwk+TJShyqaYl3yVb2UQyl8T4K
x+GTDPLlJWLs6P7y9nx5BbrYDBGuNDLrn/+ShNVqaLStYHlxVvafAMuKj0w5Fb+F+XhEnb93OFXS
SXRXeHbQbbs2pSx6XJaQbgUrJ+f3rhdou2fJcJC47C2I3AiMHpNb3LKbrFJOZ80OZWKMQrPwlEyZ
9DmbtO7dPEnRb/f3bu9LcXmAs2Ue5lZlLExq3eolG1NtPf50Wrt8kGLZcdlsO7Cn6EhQbW9ptPRA
660QOY7l9QZSDG+YUGyqoC7M/F0dWqpX5pV2UuT0SAF2b2lAxqlhYYyH2+ZbSYxwSIZN4T1mcEX4
CyQAAJcLy5lcBkBXQc6KsbSDS3vPQShLk7UwNg+IZ5MMhpZkNU6cV4EzQPviRsYcMTNMHC6/vv3D
kWsQTzUglogQXG+kVMzjLLKiDmwpLLzMjKIvRiznvgRh7gkuxuVgYXu7uTJDMTny2mHbfLh0WZpw
UDlkLSVVeABUWl6lYlZ+MeTm0zwPc3qQWN9a5CrHL1c8I9Wf7XgdkgnT7JSra6II54aNM7uLjoa7
OX8VM7Ljb91PPhZs6Djnyk/+GtB/CSLt1MS9NnZNMCxqmXpWOxkMms7WT0PK7K9TKpkf7hu8PQkY
XLuVgFWQ+97q+9VhVbOTaRtonaSf9E7uPnX12PrxGA1v9hWqjmTs0DvSfUYC4NpXTK3TCcdGHdSA
pD6H+dRnbhjKeuWq3ISPVpa2xcHHuz0HTL4xAAS7EU0aCHGuTTbtYskJVOGBKWXJyZj0zEer50j9
dG8PKW9RsltVq8kAr62Q0MtWnE51EDFLMAQMW88/ikayFz/UtPTgg+0tiZkOEBCgN+kxbY52aRQg
z2l9BnGJgmwYV5PfOll8kLMcWdmcM8uE2S2VqgaChj72IWPW/HTKjih0bmt24MpWFmumYiCh2p6t
SV+StpkmvF1r0kcUnZXvQkn002i01cdZUtoR7E/4No20tWSMVcZYV9UBkBBbvFk8onIk5WUTRFXV
NK4yGKbwjKghOr/9bP1qaBP6Ky3SMr0vmqDow/yp6gzpJJJq+Ob0+pHSwG2OyZqYISG7cqgNbsfc
LJGBHx3MOjBmJS5OVVYzV6cwt1oqEi0a3Rb2WeR6FlhDsRxkmbtfEX4ragD8TyPl2v3NoSdTiNIm
KBPjsdDkv6MaaqZp7oOmTc9JNP64v627vvmLvc0JEMJylqTBngkjhK/byexmahgfROJdK5QXIF9a
qTa2N9tQVvxn8fGGoUUNtG0EQD5NOd9fy17oAMLABwMyRYN3e87QHNDyWq+DshTRA01DQlWkDJ9b
ymOf75vaW9CvpjZRSqCWPBcMhZF8RKnhQbIRQzbd6OGXf2EH5DCZMBnWzdCFYrQWcCZkanNe5b+D
s8xMD47d+EjRfO9iJvVAYAiAL02mzXNCEtMA1xchSq6a+S9JzDklvNym3GI2VgDHm3YUrvY+1jr4
CwEQeT6z1NeOHinmmA8qLgG1e/ygla0BLQOD92qnGp/ub+LO4mi8Q/dFnF+Lx5vFWUmoySHP/KDS
695wFXnonidIDhsflfgqQukt7N/ec2Xyh3cZyFV4nkjGr5cn5ARNRwP8HhyY5o9ynlBztJGVOlI2
2nmVkk+B3FuTRt5B26e4JQtCkT6VgZQJ55NSm8mptZPmostN+AzmwP6WdbBZ6ZNpB8DvnG/QCiRH
epI7H5NCAI9i6hs8pLavm0jTZnCuwC/NHGhnLKTqjOpMnLgSk4UHc+MHtqzN1yxDE93yRGFnGST0
ZodRlRDFXW9pjeV033F2Tb12UFb0MaDz649Yp2rRRUm31qBSSAZ5cp/KViq/jpI+H6xqJ6DAXLC2
swmQ5OSb3L9YUWbyNGMqt5l0KpfprzjXoj/vL+jIyuZ2mbKpLoZKVMGcZdFDZA7Sb103dx//hRV8
kZYQ6H2kB6+3DaniTNMz1mJYKCg2dqidhFUfTfPveT7cGYBqcHrGH7YzS3qR0URRcTp9EF9mQ2o/
qjR56UHErjDHp6Ydz6MiTa5iSt4C59LBTb2zlyt1B8wkcIzx8Fv//NfXRVe0c9/hh0wvJmgD1aPj
67moj1S+dqIXKR1DF+ujQgFCdG1n7OfatDtwbaC/4sCxl+aUdxS5QZBrj4iI9AdOv7cu2PYo7zLL
xCt7a29gngRi5BL8tpL9mFJH/iTPi+W/2UfolP/PyqZFKYe91bZmWAbxENYnMdaD1xftP283shI1
caQY8OAzXW+dyCfJqCKrDCDGUZ9LeTBPOEP+9vSenAOSORrWcPJsG/NNMQ5pXhLqFRAplwGKzGdD
TOZBxrGTlL6Kba2vL0rJ21HjcFlMpkiBarcMTPyZpenwmwIN0B/IrTftJ6vSpNZDLdC+kNqOTnB/
I/d80ARWxgQBNSzeStcbGeqDZUAGSgHb0S7lEkZeXU4vqip+q1AfOjC254CrmCSEfXT5KJpdG7OM
Ej7sFkxqUmTwoEam/lR2SnokCL4T3Kldk1uRGFBG3Ta9EM8e6nhIqaCW8fzH2Eq618h55sdy4hwU
WvZWxNuZMgtJHFWPTTLgOKhmdDLOjoJN8QdjQMpjYZhH2uJ7C4Kgdh3gZFU8Xa73TSqMvEhzDT/s
Vek5HFvDH4tBeymEHb09nycnhXIfaDSllS11XlMr1BE1TOlNVfjFWCz+kh2miK9oiOuGIfU2qr8r
3TYInu1kZRxWYxmHThmEVWJ4Y9nDppp4g2a5ne5AdDX5fVe8N9AHGkPTj6fCa1PZpe/lGgZjwpL8
3NgPSy5/mBQVwc7sVPMIjnvnX0RMuMDZjHU4BGrL6413+gjSuZrPW3dd67XKoP4hiag4CAC7TvSL
lfXPf7lvokWKl7xlM/LJSGO3SfQESvwiOqjz33Yo2XNySbCdayzb0qaVzQyaoM4osZb1CCZBnlt3
zOvonMRi+qBLcfzCWHb3hMw7SaZuCvtgN3cC3Vr4pxbPjkJ5vrr5L+vsTaHMcczU1wQ70LsqUtLT
IEvyx7kdzXdlkscn26qsYCWditz7YW7nBAFkoQzOwPlKp7tJLWO0OyGVBtPaO1b7ojJp9luhTMYf
VWKKtwc5QunKM4ukA8jgzf3XSkbT9FIC0BT+/FMi1OpFTlXz6/0F7fjMlZVN4OmiLNaUDOTsUrcZ
lIxNZDyYTt2+jSD7tQpEfr82tWml8ljdVCMdkQxd1rCaYkR2Eg3grnUzSL+OKjN7H4juJjA7PhEI
sc1Jq5FwtydaQoHoq1M+1/oJMtLvdVO9HWpER5j8ZIUZgTXZ8mMraH3hDBiCIwUmka55H6JUeoAB
2lsN7E0ahOLGyke1uehscoZELMy5ajDy6n0t3psLuneFSOef9/1g70yRzMFhTsmYl+Lm+1TDPNA+
U4qAcOp15aLE/pA1mg+PU9Yg4VrEXic5uf7gZMNBV3rPBanmrgBIh0GCbdUY2g9BPEmKIDUn07WV
OvN1lWbp/QXuWYGalpi1TufR/LoOGvniZIUET1pgpEXqNZo6nhPrMGXYt4KeEokQAJatqGUuALVo
TV8EdmSFrtWI6sOoRdlBSW4nAlOAoZq6itPCHbJZCyRANYy3qxUnH56luZeNk8FU8W9RJiovihv7
K+SWmWfEkVS4dpMqB5u545eUwmGAAwUMQHcbgaUW/xBIJATLwpBCIRieyzTYCudGHKkl7+zolalN
YlkZTqqlMZOjDA1avt1aPzRc9CCs7xsB3AQV2yu397VziEKvc6hYOMxq3gCC734McmQ+vNkDCRQU
soA4rTQs29CkdGoxRtybpRyDcBq5MRSeBaf7VvY+Dbxr8F7RZlqvquulaIVW2FHKfkFotCoxJ4hY
D0bePyetNH69b2tv2/4zsM6hYsZv83pKtEbvRoX3dd83dCKddRpNjurP/8IKbXdo+UD+guu4XlEj
zW0NbANnQ0YY4jC9yYNslpc/75vZOVQgBnmugx1k6mc7Tyv3+lSnyUBynPbzhwWZL9G4bTYy6apX
Ztu5hQxzse+IrmlOWRyLyyAg15sOjtbenhIJ6ZPAew4kfeslXb1ADBIWwTJFf85porzYSlIcPEj3
1kqPlTCoADPGHa+3tOhkgJEal5cjtNgFjmJ7kTV8M4z+Y6xqz1o6vBt6tXczZTmAN++5J7fZKlbP
3NgNIeHI9PWA6g/HuTYsn/ebfIr6CvB4kx0xUewu8hUpTpcGQPVmkTADLLViMsgVGv3PJp/8qoNi
w3LC3xZrOUvJ9F4T2u+Fnh+cip2r9LWLQYuBBzHF6+vNBQIUNYj7FkFYduisNEa0/K41avfZRiDO
+hz3cmqeE6Z72hPVh3k5uBx2d5hrFPg0BRrwSNfmC3hvEXt3ioCxFNMFsykNnqzkw8kAs3JEBbPz
7GdjV6YZumEkKJtok0DNAqUS+bCSyIZvyqXWMqw0aG6kUwuAh884KmfvnY/1eKyVBt7mW4AHHJnq
ko+47lStPA+zZAx+Ecq86O6Hg107PNhgFyJ7ZQLlehuZXRPSLNlFMChO+blA88+zgTa+vahrgRbj
FcSzXKdIeW0FrQWN5YASrhLm/qB7rJ8RVlJOb1/LeuZIiLmvyVg3VpYurtQel6gkOfPzpI4CW8+s
T/et7Dner1bWHf3lWZaZHY35QSsCxPXSn1UNa4XjRNEfeTjKb38brXoG65VPrnXD4GcUkqgp/PJx
ROf4Y1NH/gLS93x/QXsuAIpVxa950QIzvV4QFJl5VRpsGz3g7KdZoylvVrb2930re0eIpxEUAfwP
Xn3zcSiTxAuXaxEAtfmDycxPytA5Xt5Kg5tOR9iJ9dG4qZdYJGxMtq5J1Q3dB6MEsp1DhBHMQ/cS
2zWMAIU5f+RCND8zYgAsRBsOLrQ9t6D2AWkKZPyU/DcuXoy1JcG1Vwa0wBrE+XLDrWNl8VaAsnt/
K/dWR1UC/By8VGRYm3wkVrKhiSSVyyUR4nOitGUO65oRnbpwCb/30BeeoCF58+nCBUE4wD+/IvcY
FLp2kyUdpni0uvLBsrv6vZYVllflVnu6v7YbZ8QKL2eGQil4rpDaayuUlVp5FnrxIGxtyl/UeuyX
D5YZ5tVbvxeGAG1wrHjBMEi22URpADLeJXn+wPRdy4CrHrt94qA3nXVHt8fOmlZUCFMUoGbJdjau
3yWSOqYo1D2koXBsVyYtObeTpr71hFFVfR1TR5jL4rW0qaTQfuo1yAuyB1wnfipHI/x9SvsONY3S
aL1MMWv//re6dnki7Ot5/h+p18YjGBiv2iReIPUy6v7ZXlr1vdaI7sNszeJNheP/mqIUxU1FD4hr
/9otSquGjVjD1BQJkIfpSOUTWdqDBV3HqP9a4Y5aWWdB3G9RUBJ+mVa9nD0PqczwfeIEU289K4n5
TrR9/SYH/K8xygDrSV7b1pucQqLwl3a1lj2PkM16TjHMpzAUyZOdjkcp4u661icFNEusbduVriYm
kbi0sudEW15yRiW0qXwSscIQ6BAetemu88L/rIsmIOU2kBhr8fD6U4lhLqwSHv3najHi71bXgYxT
O+gT3VTpRs0dyrnI4RsYxOQvBJCj2L/nlVBRrGuFwYS049p+DRBb0Yo8e24biXSpNnucH8HI3hug
O39TuHpd7KonAz0nLf8VaXxtrG+rgUlveO0gwMheYJ4F/JuUR6SU1wHkv1YoHCHfZKzayJuDZsa2
OYkc70/GyfGTSk8epn44KvXtbBxZwAoZotHAhPXGIbVZViEZVyAhrHIBQba1PMl6aDMBZR3Ru7x2
vv93Qf9nRat0GkxV6425xUHFlV7kUT7nz+3Q6fpJ6rL0B3xB3eLOg1NNnqgruCNLC5zGGb7R7J+y
jWIFkV1gHn5qKsu7SjKWf0RbOi9VajsSKQsjam8q2f3nVzKfgKLcivfkJXf9dRcG2IWUh9lzBtf7
D6O3mxN8Q+LP+2F053RSXOVJjgQAnFDb/CudJGZhZTt7niXza6YlD5Br6bSRjKcog7PpvrE9V1rp
yXBX6mqQyV8vCQKEYqlIGJ5j8M5nCncJ/aEZ1TP3X9hZnZV5InLK7eCgiaMqmd3kKzVL7sfhPLix
lRzx6ey5LAOK67ZRoEH0druaEQItUefPSa29TLokBRFFO3eYo7dTC8O4QeoDPgvZ6ZsaEPU56kqD
nj9LSzb6hWPN57mIp/Pbdw0QLpDptUSnbon+8rIGqG3Y+XMJp6BfzJQ9p1HTf/wLK1wvBMdVJmR7
0LlBtVjYZv6MYmh1Hu2sPekCAbz/Lys3YDPu0FqNpPyZbknijUMHU2s/v61u+p8jSo1YIVtk4ILl
XHuAFbHEuMZK3yShVw2ZSiQAVXl/LTt+BuSQxH7N7Rkz2gSC0SglXVTZ/DQXUVv5eQs/6zs504ov
M+1fceAFu9bWoMNtvcJuNzeYFSeJbibx/NQx6Vm5dqmbXqhkmt8luvz721e2TvhSdmSygybE9f7F
Rh6myIHMT2pj9wHyucCxVfbzdyWPh+C+rfV3b4I+Q948yMi5VybwTeyp5XEuh9pYnuIUzWO0tfqs
fx7sUa5PmRmC0M6kvJE9O3foxdw3fRv2iKsMG61SbAysbcPeki+VPtTQp+rVOH8X5C+eqYzjQb3x
1opNP4SARwZJEr4FHmTt1LKfefikRuZyVsO5eoR+oH5Tt2x1eayQC0AagkbTzXCFpJTtEukifLKL
RftQVXH9KKRaWZ8UR/f07RfjRawCPHjtAwNDufaOyF7GeQI2+tTkPPe02iz+VKVGfy/0yPYVsPR/
mYN2RBJ1ex9iFD4gGj9QpDHWcW1UVaCEmhh3fkLQJ1lcUzjCV2c+nzckSElbA4O2B+d7d50W0xbM
cZJibddJgWAelW7AJPR2bjRZ8bkuqspv7bo5I24wQ3JufnmrSwIcAdqOY9IxZvjiepmFCA2VTr70
lEzm+CyNvXjPRZwcFKJ3XHKFp6D6CYifobuNFVC5kVUUMlZiiWF2M1HhAJKb4P5aXsPE9dG2GdWi
r8A60NXa9lUdOynlSMqiS97RK/lMtz0vQWZUbfelQEsyecStldEtkqof3LDVRoYLl1RXY9do5Ch1
ycwLGrLKvP61DsmlFycxZlRb4sYaXRhW2vyka3lPN11lbPhch0kB32KtAAO/v5Tb4MtKcIRV8wkW
p+0VvKwIQ91iJV1Df8CbQ6NQXLCu9uh2zKsfvVZeBWg2O7c+lVY6AHpZypY+zAlF6cRGGV8WYwIA
AXlk1Tw4MoMjTCJ0ivI8jBW/ZlB04XyLxqaMHvmJBTTkS4LOha2kZYk6ryE1njaXmV64Rjgv0Zkg
Pn5RhSUkz561sHyXiFbtX/osHFOv7eRJ/iMxiyJ8NIEujS2YbEv5NvaVMxx44O2G8gYkx+dJzdV5
o6tozO3SUPLILhljke9EPyfn0onylw4swOn+t7uNHNyaaDgi/QDWnMzm+kiZZQlpXtrml97RJzeX
lvzUtraMmhbuE1bLER/bztKg6aF9tVKAUojdHC67djI5pLB9GcK2LfzFCHPb7605/6SqqXE0xbeh
jVgDPxAZ2tA0WyhbMRJ2vbzQXKH6IeYKPYVk2F1EowlYeqbI8sfeQIrTbcsws/1MErEauRMDDjLl
nzSO3msxfA+XVBHJD601q/oBQvHOPGdppGjP8dTg5EYROeU3J0nVya8jS/1b0syweN8NRlmfq0iT
4pPZo1rwNVd5jZ0lbUGhfIp5278Y5eD8Del6k7oqv8e5LGKWuyAfpu5o3vsmoFlU69ZpCYAvVFm3
AW0oYKaYqzK9DFOvu7MlpX7m5EeamevD4epUUqTGXSnLcKEjCLTxpFTnjEEfPl3yvF5O7TjnFz2f
2iDOJxgF5jp60kfFucBoL85LZw5v6pfwpcHCUINiHAQ5OKoLG/Nxx5BQZACGgRNTfVTGsPusxHH3
+f5xuXFfi7MCJTaKPTxtoH299ifhQGzJKtpLr4a1P9vM76ewfwSGHB+ph9x+Na5VPhdADgYjbnE3
ldYVAHfbS52rP3oj0/1q0eaDW/z2o/Evw4rEfUf1mBr89XqyIq7taFnaS5k4mX6qFw6nH+qJoflS
043GI0PRhnkaqXL8ROYmm92u06SjC+Sm/sWugn/EPASKrHSb5Spp11jm3F2KpqpejARmviktxmCI
GwPhWmFFQTnZ+d/ZaMoHkMU13lx7LaVEoIrr3NIKIti4zbh0oS4lSX+RqtZ8oFu41Kc6rfLQTaoi
7Lx5LAcer629HMWmm8i79g9X9Sca7bS8t3REvWgNmXGs4VKopaNedK3O1LNW4FPeglSjddJmpT8q
a97uNEZpPhMNwOETia+/tyiaOu3TcLoUYzYUp7arlTFoVbMwwMEabO/zEPZz9b6u4+xbVXXLfH7r
AeLS5v1MFsWMAKWs6x+AKOSsjJM5XNJaMb5nuSM/6vISPZsaP+q+qdsDBFqNuAeagZwRaOG1KeKU
WkdhNl5yNRm/6CDj3s8o2h08LXY+41p6WPH7r5QzmwWhqiK1cm4Ml0mTVOP9QoiY3+XjMFrvWp5p
gytT6zyiTbg1SubD6DZuC6BAcza3aB2BCO8Vc76UILh+VjCnRCdUIebsqUutqIb9pz60eRv61iyf
twUT3Cuf9qZw5CT2ODZKt1yibKj8SIyO68gIVEZG/e3+h9uzRDwiHFChkgGDXH+4aJkYKewVmaBk
mA/zUncnrVGiQKkn/fG+qdvjz6TRSlJMjx0Nwu1wwko5VWZzo1ys3Ah9RLfUDln1WYU2RE0+acpQ
vowQ/J3uW91Z4MpVSLZFFe62sYveFvlmj3wprEz2gxPy7IWfu2k/xtVwJNR3e+KZdcdDZDaT8LYN
M1Yakd01hnpZCirZbmkoMe/suKn7c0MpvgcUmAnQo0ox/h6NlXIkY7OzVp4Gr9MLhDs6N9cf0wrV
bKVXiC761AyP+owmVFik02OZaOHBUWSAgH/sOpq/PvTX2wTCzpvpMWXo53KJpuKSllVlvvSNCZm/
Z/bMiT5F7bCkfoQwSPdIbJQtT+1iXfqal0kafWkYyy0uOgpWX4aujJXaG81FLip31Mu083s7XJKT
5YCfOSdOOuTfsr7/DnmoB9+F25U8D2Nc6BuPOkZpyDQ9QFq65Qpdys5lXBVPDIqGT7n21JoRF0o2
Nd1nRLkkqDqaxC2G6A9bj+nr92X6ow5TaF4GK1dcR6jyd6NPzMehzR6iPi/cKgezx8OqLSqvYITe
78z5Z2Gmn7vFEad0zj4pyhJm51DXP1tRkRWeXIH3u1TlkL6UvTU9OEauP3Zkv6kPX9XZkpylO9VD
E6uuMSTv9Cn0Fr2+WEvfOWhHznPnmm1IdVWuNSVtWG5rf2jzemi9wmkixtpF0tuLlwtpfBZ2TLrX
WmN9zhvJgPRbgj8GNn5PjlS/ztEXb61TzIn8kXeZb4hE/9oj1PLZmpxTapXvnLo5URXyUkTLPE3J
v6hG+6c2634TWa5tjmbjpQbi5HPk1IWblVOdnwv7J3KKhZfqTkvVPI3Mzq/M6nsrK0XtJ62B5JoE
6GRI3DpdTsxDVG5YWh9gO0vcHm5Dt1Wrnzavx7PTZoXL5JpXafVpjP5QS6Z8tdL4mBdJ5OVWHfuS
VIS/LzMCVC46ZHHnW2VWZ64agWUPDHtAa7lM1Tj8S9j5+EOfm3pV9poz3YXCLis9UKtxespa0Ykn
2yzN0ZuZ/avdIVsc6yFXe2jrzAJsWpBES7ES2WlNferLJlIeqC6Fv+nyFLc+LiAIHKUQ0+TO8bIU
btwZFYxSuiz1j0KJyvksz8XSHQTN1yz36piB6oK72FlB+xT2t7Nx0ri+JwtBrSGqB0GtYXBCV84K
Mb53wniq/DktnE/0npPkQW2g1H8yFrsYngzoxHq/HZvBXIczuuUJ7qvqSFLmJqavmDPeIpRoyWkZ
BbmOOHYLkTMBCaVhqkSnOlLid20rT6VnSBUPwcmq3xUteuYHqfTNnby+Cuh8rWJddPm36IiJonqk
qot5mafYCiATzMffoqnJrUDU+NmJTH95a7MNljvuEapI9D5WxsnrlWppllljUkuXodfNS9eP6RPK
h29+svPMAR0BFyiTqtAIb1JkYSR2q4QpUq9QTvCZjf6bJZrwZXH60r9/Md5+OkgEQCChKrvSY2/H
cp1CdH0JYxIpW5Z/EsKyGSXq7TOCR5yyXg7/NjPjr/s2b78bjeg10YDAHZGJLQRO9H1Sz1RWycBj
7YUkJ1eIq4qV+3Y3S3MQS23hHKzz5lKmKLHOuzNZul412xGRkiJfqRujcwHrW3/vl8l60JK28Ghb
R41rRmBsQL1mf9Zlrxwc3tusGCzha/cdSg3KZ+t9/QsWr4EesksFLFRzN2ThOdMt6Ykmsn1Eknzz
KbnqacsxD4UsCqybm1NYUFlNZzudLyNgsrM1zY3bRIn1FDe6diq6OoYK2ooO2nQ3yQbqxyDYaMog
Nge7zCYZX4Qx1bOkM27Q2THNcLDMn9W0S3V3RPfiy33HudnJlRCf9wWwSUBRJFfXO+nEtaKOutAv
En2Uk5GK73lZHOnZrVn1VaiF6gpeObpaNIahltk8jSNzTmVuC5sENen6k0axOOJ2XjqWtOT2R3m2
q9Cz9aFFe66WsvKDVNbyEQfLzRlZfwUnnx+wuuy2/VnZjAgDp7Avk26DuYnk/Hlw2u6dUaeQfTnx
2wh7KOasxMYM1jKyvtb6rdW5fnHScRR9IiXCpobLqLpvRVPyFzRLTu3T+ms+vvU7gq+kUshxBMIB
k8m1MbnpG/D7jGoNapl5Vmo2/lRWR1LnN94CSS4mVsAodm7OHd0tI4oKJF+6KnUsV2+iLj5ZY1ge
sYfcnIGVuZu9W9W/kIbcwgG1Kh/CsKiMi5QrrenBNRR9Gwat/btHyerD/a3bscX9yu2zqqRy1DfB
ZDaqIR4SW7u0atcAg3bsznyc01xVfCss1beNDuMWr2GT1g9j6ujqbl9rRTNSex105xJmoXpKqGGe
nGzS3hohVyt00SjzcRtA7njtD8piJbCvGc6loFbtjlKou51jvtnFsUJcREqGISkq4pu7e5KHPpN6
yblMalh5w6jYPpSL7bNZURa//5VuXQ8aTB404OZUqk1bMKVVT84AA4B96YpU+ZOiYv2uZGzvn/tW
9u60VcQAjKhCP2tbH7DiquoXZ727KXsvP6w87N9rCwpiP/IZBQ3YTsl9zzqSKJZbSUpxEPr3FkkK
xRW+xirSouuvNteVkCsRObhimCCRM04neRFHMzg34ZivRjqEsDk2VvKcayuMjS7jJOn2Jef9qftm
bHXg5bIlhpQql53UTSJd+VOr+2ahP2koDsgARIFO97d651eARIEp3aDSjiroTUY2VZXEs+3SicE2
TqqYyvdCXmbZjfXRedY6ETtunqrL4sdmFavf9SKWjtDA/8fZme3IbSzd+okIcB5ua67qVqstS7Ls
G8Lb3uY8JGfy6f8v2wc4IlkoorbtO0OKymRkZgxrrbiz4XLeGQ1SilDQvhetFU0piGza2nvxxig/
mj5SHDRDmv3jpX4MAJg9gMSc8DIxQRwBV2fxyiIC1Jd65RKehf3Zj5U3Tw2PRem/2bb/vU3b3cho
yCofjnoUHkU+fXtsf/XyfZiXg2uhf9HdWLpVhHLtiMDPC0J86hvSm4iDjW3zxiTW6OSYfrxx+axv
VHp4wCFIXWhBe+biRi2TIKT0F/svXU6vJiFPfo37yNs5lT1tdEw+tm65tfIxQpaYthYg17kzB4Ma
G00eha/14E71ISEDKNFd9v1iFyS58cvgJH56sqdQ/6cr7KD8bHuhiy5TraW/paHedQx9tOvg0Gl9
2f1W5EktvqtTwusW9iGVCsbJjs5BDbzA+lyyvcNnrcjy4DyZzvAnORwsjazL2/jQUZ9QX9uscYtD
Mvr06QY9CdpDa9eiu2RA94ed0dewPPWO073rRNW89Y0SmHvNmWJtl3htEL+bbe6AjrEqO0JPNiyH
PaNZnebQgZx0D2nmGyga1kP+V+rETO6dgspg9GBqdsXeUzTrRyciW067aExxUBnMTiVBKWJxGQ17
KnbCs4N2xzngutYSxEhvfe600d4pCak3vH4VPEsCL40Z7jPeVWAI8y9Dfglgs8TpmQU5HssGLQu6
hGryqW2j9pi4xvSu0bXc0jC4c6TBFCD/DcAf2NEyN0h6Aeg3bJQXtfKi6rtq9S2u0OtKtpG43nkr
SA3Q/5BSDfRmF/GdEGUfalUXvIauL75kovOjg4VaUXppKt9NGGU1VhpKHLkrnF861+3Fs70BFCcZ
4UKWAECYzV5cXnbgOZ0jAv/Fbtv4ezGq5tEoOnujIHlnP6Gb8GLIzhpY58Uyh8S2K5MD9dKPZnCM
QsjQplk/3VJhLVJ/j1eJyT4EzHNn8TxBvldr/kuNQGKPhms6XQpVHYK9IvJog1Ww9kyeVtajIW8g
n5/lAxjlZo9uS/BaB0P72mWufegGfDLNjPBK6lX8SNWhuDy+hNf7CBMVOWo62MQvK2poNQ1eWjCj
61WjhLP3miogYNqcNLm+esGUIABATgdumfbufB8Tmg1VF9oBfOhAu5qZW3/zaHPsQr2n4Pp4RXe2
kUiJ7q7JylTCv7ktKtEBqB8jeDWTaV/YzV8o69V7oD5Xm/zt4CobB+7u2ujfAMTkIWP22dxe5KZo
sPtJ+Or1rhrsAhg8e3qE5neP+XEba1s/mTwotHGRa5aQ+KXXw2NXJlGJ4NVqHLop0/AjFtrfvq12
u6EetphdH9DO+StGzidHm8GcJ49bvtCDE8R2WfnKS+8KLd63bufHL7bVBSpXdqSov/sM5Us+hShf
JvsA5FC06wF4MRnTHzx1V4epZp41+KjNsaH98rtvVvQoml4v+kNXNK6yt82xKP9+7AB3PgjEWFIn
tooiybItY2dJ7Bi1sF8cw+9faHn/HYNjuqEysBEXr69airRcdtzmBhHjKkXzeKQ6hA5fGjAENgS7
ovvCUz30+1Bxjc+0FdqXIRP2uzDD+q/Hi7xnm+KFHAPK3D5iuLnXdZXadvSw7Rc3UF97p9P3dp0a
xS7T6nbvRKp9awB7fgaQVTx988LTh3aMcANtdqrUc8suAn/20JcufW4tOsWNrVLv97Ymh9/5iGjW
4+r0m4DWLNFFUxN2nUAg7CWKHPtTNqq0QjyFui+kE/+3x3t55w6UET/CGqQ3EnU5X5FgUgO7aTuU
l8f8GDCB7FYa7tZbctcKBWx4OTYQgeUdKOIhF/kQui9lG7f7EvTDPi7NrfDmzg1BGQQAALxjNLqW
L1Ytmc114zovRdT/oYjpl6H0iTzJJnaGGLfu2ntrkoRwiJiUDYxlURnh29iags590algXdoiNo4l
EkrHx9/nni8wkhAOFXgDqQk+/z4lerQ1aC4KdZYzfBut8qA6bXowQ9DiGxfsQr1S1kFIcynJQ7OR
1IqlAJSHWIhdKLr7YvpNXe4MFXbKgaEGzTW3nDY4GIhT/Cg6Us8dkX9cAEVr6miv2tRiN5Z9d3OJ
5NAUkRTK5T3WF27eMGDHfQkVRSMBZHqMCRX68vzmEnJQAgUUiWzmwvnrKnSg3dgsuIu7nWL3zTn1
GSHoIPyxkYDd800Q4qS1wH+NlY5X7BtDWRpUA0FGVt8yV21e9M5sf0v4fTu30L2N6uOdSICCCQ8A
2oggaJdEtVYfewvEnPdC3jP1kokhLsWk1fsiLJpf6Q5n+7AttwbV3fNW/IaM9qOmu0TLRbVWaMPQ
uy+2G2dHx2+VTz3D6I+uLYL/4eIil6AyD0+OBHoRevQQNP3Q5/hNXd/vAo3B5/VUuofHHnLPDyl8
AptFWlt2cubHT0RB2FsVfqgNdX9T8iQ8VmG8FYjecw4IBKY8d9CnVtX4NBFBmQ1cjx3e3udR9x6F
Rf5pcNT8EgR5+d/Hq7r3mUiMab9xdxHiyELQT3XwUmdmpgg46DFx3WUMNOvrqDYmxQjTOD02ZdzZ
QSmHSzVAFt5Z4txW6KIx4U+q92JYA6qI/Jz0nZFuhrabpt5s9oA5de2Wl04FPBoN83qnCzEpu6BQ
4nddLY3vTWfn2g154PSrZ8Xp98C0xh8lGjM/cr8Y3yGvBL/HZhOr+6JWfmtjvTxkjckxpphg7ae0
bbSd3pYJfWINlcJwQrX2hFgoEIY2SSfnyLHQfpip26iH2o0b92hHaKfvtCQzN2CB96JKV4KPaFwx
e4urdr4b40jHuPBIqghFm6raoZOiASKoDBDAShhbWrSjZTAEf7o6gwv/CJ0AeodRWCa0yghoBYJ5
dREaIDus6guFhfBb0DaW+lsS9a1+ttXY7M9KGKnFxme8E3KhwQjrSlIkUHlZJDF6CBYB+AOdGj1j
TmOrB9qu0/vhUjHMLtmVUe9e22Hsjppe+M/XD1CBJ5uRgpuUBpfMKFUxnamk2vziIlqy82KX6kHu
PR89EDXQIgY6RVgL7m7+aZLEAh4ywAJHknqiMiYFEHa23jYZ2tdRSSDbps83VXjZEQ6UInhg15cx
hONk1ZQPASzDmpKPXecRsyqFshvKfAsMu75jQE9zt9DyA1HNoJb58lQlDzK117PXmIY0OPyxPoLY
bK9uMRiHItkczrU+9+BfQU4zfYZvh+TM3F4Q+KZXj3I706E7hhQ7D1VSbMUJ85sMNDjK5JIOTDoA
YmGFjgjberCGVsQXKwyrL56i9n/5om+vzIv0nsp1P0wh6gQ7jymfdCOWU2AyqICdodWYAoR+tt3x
F9vJw+Mkho30Zl6G/9cQVVNJpEQUDG3E+c5Z4KGdyaziS+G43RX1+vTYjWr7e1UY7lFVWkrjXV+/
5GWTXBLreRlQABk6LytJNqN8yO3n5rvMqmHaZKyzz5qb2iTFKYpjbeNhnccncpHEJTJ7456GNrzU
YOzCAcxO6UaXStWVHQ1290vvdeM+iKb2P9Wgju9FP6lPjwWWVnnyGNbHSUfdZL42l1wYScYxuqjt
WP3aGurwpYJz9/74zZu7/r9rww5MIsbgraUtlT5GyMdCGkAECUg80bQ7gRbkxg7OD/T/s0I935Z0
UawtAiCQUqUW9FZ0SXone68Map47yhBmysxB0f/XMpnV9XhdC4bUvya5f5GKwzdxjUU0FGVdC0ii
jC+TnmjRd0+pkm5na5VhfFYQ5Z0u7lQaGUA0K5v2rdO5fw4mEL8Dutaqf1TLpCLqpfWinA0+sbmv
sqZNdpPfDemuRWxGb3feGBfZZ7V1Y1Xsen3MlV+5SBr/Teu9Hsw1XQT7ptHjjI6xH3XVRpi+vk8A
eZCoyv2k0b3saRJqVpNqhMpZscO+2FciSv70YHox+8yJ698f7+f8UZXbSVTJAQMqTK97xf4Oe6MM
plKLL5VTgmWZmvKF2KT67BZ192qmvvr3yEQe5Hi9Lf7v2kMtaFkyHvtosy2xbHavlXFtq9FFU1LC
nTpnEEdcbVFN1mdc5qwgO7g2eeKWimYWqgO2Vtuc8cCbmhe093RQqxZ6hjsmLGoAox2vTS7CThlp
9HhrVwtEOYP6CWeQ8yfP/PygZwaVeM9Xgoun2L66SzpFR5wbDaP9Yzsrf6HOz7AzKWxFJYzm6dxO
NCiRTX4QXYwucd8hZJY54kXEl03XAAt+bGx14jHGAy7na6LoQs1hbkyAoXdKo40uyqD9NSkNw3VH
7a33lM+TUm345r2F4Z9IxEFwM7A2t1V5U1sohR1eCt2vjk3q2xeuZvHiW1a3EVuu3ARFWQITkjj0
1IE9LS4yvyB+yJqUi2yMtfhT3UeW9aVPdPdPfQxQXnUVhXE1jZNt9BzuLBF8Iy1muCuA2Zd2mRyn
Z4MZRpeu7rS9XXFNd42b7Ad3iDfc5I47gh3jJPDoWMzRXrhjNfShFOhAUCTOxn2dMIjWh0u24fT3
FoTbo4tIqsp65P//Oa1rS9OdgiS+MCo8PKawgPeDocbHKSm2akXrBbFpcDupzCCnhY7A3FSvTFPh
0X26kLZ2x2l0tS+pV22NmlovCLSdhBtxS6H2utTWzqgaTJUb6ue0SZL/wEEP3jyjjL8F9BE3vtDa
CSX75AMeym1BfDdfUE4QiV5RpvMyWV+zKriVbfQlz7U/xJi/1VX59PEy5VwdeflLyt8ScqRGaOYy
XVJD56FxL347TKDP9fKW+kW9cWvc2UQcAkAocQJubstP+ZNXVFpp06PBlJo7Xyc3ma7M/EvIAJrw
/Ph+umMJ8hBi11JbjVtxsYct03EZE69p53TMjP1olu3eLm317DqMu3lsan0VgpfBAykXUPsBfDRf
VF6NaW9TNjsXAVyTlmGkWpr85cbKoUJbecPYHWfnttUYZUhIjGDGwphtBLpaM9fnXJPFfVbhEb42
ajEeHy/prhX0FmDuU4elYzhfksY8s5LZqtq5gXnxhg6RfVTDeEs78O43oh6IoCkluhUxu3Rbr4N0
pp29nDmujKUvEFAVnh/9JYRdb2kc3bdGpAH2RBYjFzsH7JghvKWjnYXZO3sortVpsjwoHOWTbVaC
KYT9CNmIa3SaJ6v5H5o59ZDkMDX55nA0x3E4RCKXSdSm8937UrAMpY+j3LzqstaR5yYetRqm72r9
Fch1e/JpTW5kEesbCV+Dz8hkcdk4WVY9Ql8MLiQqnVGxTs+M60zN6tPkWNmr7g855ZcsabKdrzrx
uOHv668GkZNGK9VBWADc8XNPBFWnRHFljucmBviWKWDHm8Fzb+FUbslGrbdSdo9pwZMnUXUx5Dn/
6XJShsF3WnMYz1XF+ATNbay95lJGevZoEQuS+sEI46oFHzm3wvgtVXSGN56zIO13TtSUuzQbn2ty
SQ+koqpS8dD5F4TswkqJntdoteF0Npqw35Paw0tq3C1ZzlXSQJFYEu8oq1BdIf2br0UpFder02E4
d51pvLh+bv9jtlp5zCmO/V5Nk3uoQy//kRaNvrGLa7fg2qBqSb2YoIkcaW5ZVfssNKzOPoPRqIBP
BdO+ah1xzMp4q6yzXiSmeLC4pqiPkSXNTaV+5fQh6iLn2m3KM2BFy90xeiC9jnUt9lPUOif5Y7J9
M8Taj2edBWkxInWJ+uQlW+bVpl5M0Mkjm1dM8/+OGGK7D/RG/P20FRolhFCYktB3eTB+cnxHjZ2O
VpN1jlOwIbsQHtM3JB3MrS7lnY8muRL0duXcGuKbuZ3Uy+JQZIFxzutQPTKKvDtU45gdIkanbPjH
4izzRMrBSKB35O0hn5e5KaUtRoT/QnHtndBHPtDogmCfq2O3cT3dtWNLEBsrkio3cztJxdVbMKvm
aoygKFBjMI8hEy03rCyu339XIwFQtB8hCy87kGUxTUMYY6XK4/Yvhuw6yTn2g646qJk+/gNEKTGu
0eha2Ybhu8v7yfDigAc8L4xcsctrqejKrynlkK8A9Z4cQPGxPBM/lqrW4FuWUocFPOh4sHJxzR0S
urzJvEtYKeOfT3n5yspiLUypL4s6y8TVMtvpU1i43nsc+uVzHDm4OXgeI3ioo9AH5IJamNF7FGWa
MRHXOOxe7ab/NWdle6ttJyrpT8IZ/7UmRb+AvUN8Rl1s7n9ukPpT3GTNFUyUORwY91Oi1DZC6909
3r17LkiIy02ILSoZi7PLeJzGcIqkuWp5zYyaHAHMGEX1Yhh/CVvR5Z9UPwzKo5Hr5nh5bFqu4f+j
nz7WCJKCniQlTO7CZaUPibbEpBLXwuel87LvVKZunLKYYQp7oWTC+8tu9Spznl8wzkgjXhItKQ4v
0uTC1sRk8aRQ9EaJitq2f3aIEGDXClNFeE/EL65iAk14vNg7Jw6+KU15vIiG6HKmwDRA7ezTCbO6
0us7lJeilyyc9C//gxkb75Raj+jiLlbntXmZwPSurpZf++1uqolJvoXRGOS//A+GwKFSxIclR81h
7qAJMtNmF9mc7c5BFygAbaN0w3h42orEz8tKvpyv+9H4/ekFq8ZSbxU4sVdDL14HxWkvFgTx82Mj
i0CAkw1QXt5TnAJK9suTnbSO7ouxFtfBapIXp6z/0wpBzTlwsxc31afy3Q98KzykuV7ET58BELxk
6ZQ36AzyTs+3sfD0Giz4VF7jsq+/lGWaAzvUehiHqeOMDDsK6mILdrg+8qTNvKASX0Z0t0zWLTtT
nR4A39UsCET2goL+lzJjDOmxTPvxajoQnZGVb/7zeJvXx13qF5JsSLSjVImdL7VSmgh5Ir26omrV
VWem/jKYKzMJw/a5lkY6TenCHDfOw521El6hFMoFQxK/XCtTvDVoqTx0nW/a8Re9m4xPuZPE6SfF
A/u+Y2KvEl14iL3qt8fLXR94WbZFv0u6L+WrxQEBrGAjh5UV16DxsxdfyTK6GOWTU2ul71KvlSIx
6BAB7pDr/+mAGHlW2WPfF9dWDMlZ0YV47xuxxcK68+mwQlBO4oEe5RLDBNzfzeM0Rd8STbwXO8u9
f9D26w6klTkaDQgVPB2fsCzZQqYgR06/LJu6ZsrYQ10vrlXQJ/uwQpwgjIJq43ZZxK3/bh7BCReL
RGgvc1CGhFpmgyLMtbDHYl8EdrvTfaYhGYW/VUu66w0oQNKHJ+FAtmX+nSrV1wyGlLKDvdWe3LbP
r0Y6bIEY7i6Ids0HtQpJYfkrfvIGHtRQYy5FcfVj4qEgqiYIJF3/pa+i+vTYve+6BN9HCohTj1vW
q0RsObXp4nh62IP9yvxKP3XlYLd7bbRQ0fdL/blS+r9fi9K2RB4TNSyJJXpQEKd6VnEFP+H8Yelo
RxaqE31BnTnZcIx7X4v7Eb+AwcIDtwiKkqB2R1tFz7XQte7I/HOmrDIrZ/d4C+99LZBYgL6IvrgY
F7lMjf6DMZhBeYVK1X6L08r+0gVefQuEam1cg/dMISrDgeKoStGuuWN0SmOLKsVUSMq9D+qkPY5N
bh3GNg83XrR7e/ezqaUPhmIStP2Kq2fEojhQ7rbjQ0kguPGc3LPDcA2OFC8oxZDFN9JybdIGLSiu
dmYMpyS07DOEla2S/b2NAycBppjGiqxozjeuEIyPECIuCI/L0n9lvnsOcStpG4gxuRtsReN3zYH8
oNmOkyMHPTcXq33j5s6E441teTADJD9jXWS7EU2JjQN8b/+IEf+dBC37i3NTDMYUVVxzp7Nr06Ew
smlXlY04PO3jsjPKMyjLOtBO51aaovGwIzi0DZzSPXSb5jvETL37REVH25rocee1R+iDAJsyLeQl
V15aP91/cWwFOYp03K2+o14QcoHTqo+7MXB3SQpJJWHu54a7r+5BmrLwIHjf5Vi7FY4+UhhGqeZ2
fnUyRX2347ey3Jfq1Bzg2m4VP+7aokfFO0K3ilLmfHmdicpr5eLy7hQSNSlpWyHVmVd8tTqIjfdK
cfqNS3flJSQRJIaEp/QMJGZhbrJMrdD06eJc1TFCG47K8D5t6nYjmVi5PYGC7OnQU6QQgp25FcUf
JDIyxUphBXu9asw3tJvyS+yJcePauGcKbCScWCr4IL8XN2HUF2ruwiC/DoMUWw/C6lTKq72Jo2CD
qHfPlAQGAI/mPPNGzlel5ogypFMdXEWWWhcfLak3vXUYggGl49lgUxbwefVlY4fe73IDDWQzCme0
gmsQO+FhVMR3pOGi0+OzvHI/i+4UoSySjwwOo3Y3X0+apz7yAp1z0a3pLdO0W+T37k7U8ddO8Z/s
D3Cn0yGiS0WuDAWHTsjcmA/mI0cBurjGhPdHu/HDdOciXn8Q/LF+93hlKy/HGCUBGUODu6NTPzdm
ak1Qj+hZXGMr1g95CDRzMvIt1vlHcX5W8CDDBNdKj4oXmIBz8ZjAKe0LCBDl1UUnq9uleVuXIOSj
zLykllsXt8YAqfkyBGGKoAKv2y7vo/BNhFpjbRCoV99SJrtcWKi9o3TD5TVfcVALDknoEb6pfmrt
O6FpX0pEeN9Q9Tbg3Isg3djjtUUuZaq2MmLkn6W2R6k6kKNFk16jxq5+1I7mvzJePUtubps42QEI
TaRtmFx/Vnn06PziRyg/rrgmTeNaVWmm16quK9TIM23vogKzkausjjlwV1joILqgbYF2WjhPWOPE
g291136kG0OkAq+/qas9A5GSDVMffYG5B0lOGGUX9MpJi5YrchFG0Ph2zTVsg+GTqY3ZORJhHWBR
jV+R7RJHCCLImvl6eC71PH8lb3P+7APL2UVo424p6a93mFqaRYAkgYg49+JFYk6mMVgiq6553lS/
M7JD31Vek2w46z0rwCmh+RNG6ICg5s6qQhCeBi+ory1slvA42IaCNl/CiJHH18DaRSUEhHgSSKWE
oS9CIlR6ghZya3P1RWJ8RocmPRlaMXIhCID9vft0dUtCigFaURJkdfSV5+uCa9SnvdLl1yLOk2Bn
T4r1pdbV4evjZa0dlPAVZAF9ZDkXYKnuNqbCINqbMNPY5p4wpj4ySXA8RFO8pZi52kHqA6wEfVCk
9FmU/JI/BWDj5ArmTBfTFWlFsUOGINglsZEc6FhWN68rfn9yZcDGgPXy+NE+AbK2cL/aFKC5PKO9
JlMc79Ky0Q5hbzP71823sMSrTeSMS1//uLoRsF34oGgD1R2tsbsi1DIeHFb61maaeEHO4+nKkYRF
00SmHI+8DhnvfBPDOrdbx4v1a5ul6IWMWcmUWzvbiE7kD55dJTS3wJnTSIMECuBkkX1OdolapZbq
pIRNcIJi7FymMYn+7MwJucG81F9h1npbR0x+kZVVqnF0liEPW8sExxgMTxm9Qb+qneFDc6qq49S4
0ckTaf+mTU334uRm9lbZqf+3YeRbVYvVTUKVB4wcobPkQanLnq9ZlHHv1N54VSpbPbRtNTBhon46
i8PKhwoFjyxrtRZbCzTTTRONU1DnQ34YO/sfqxb6oUeo9vD4ACzXQ4xEtkh/CEI+SPAlAcJvyjZN
hlq9JZPuf7ZjX7uVhrnVx1u6yocVyovwVfiPO3LukAOxbeZF7nTzVbeUONevldn/ooNx2DWh9Qdw
5tPjZS2vEWmQEJ2KLZEzj+rCoB6JeHQaRgelmT3sAie0D1KZcsdMkO8o3P762NqdTZQX8YdQnSxv
LnKcSlil7SRiuLVOXBzMSvH3TdRskWzXm4jjyW48VVou42WT3DRLo/JqCH5GVSG2ZBUaqvjD1J0H
4acXX9TGj96u+41TLl3t5/NGpMW9SO0Wkp1F+3JxQzaGLzLLifsbkoZow9Vo5eiirg9aGY4nN3OK
95o5QjtfVN63x7u6vDClZQIjycGQbK4l6qZKh3Iy+r67JU2uHsHjK/soACad+9OzdzNaxfTVIBry
dpGvLkPLAe0JXW/z5taWk/01Lcv8PAkt/Fo6w9b05I+/a76h1JyogHPiTJlBLi5nr0nVMOq09jYY
dqzubLTxyMdzp/J/ywHGhLvMtVKbMR1VEFzGzginXT1ksfumdR4jDVGAUsWNiDJQjiNyI8HBMjNe
5Wf3Hq74B06NB2vN7ulNs+/1YWhvEMwAfkRdW37uoLSdvDbdwgqtvzPepdJLBRlH4LQMYixkiONa
b9tblNnFvqWW9tpnfcg5KocNl1ofVEyBS0dMgHcfBO38HkJfSsvRusClkrL+1XMb/duYxu758ebd
sSJV4qVopGShLFELKgKEtYsK861r4f9FqZ3uAxsS6WMrH+d94UikJCTSvPRk7Eszwps06Odpw4Vt
jCe9V8sLJFPCQDCT07lp4uaYJJP5otlpc6ItrR6TQk1PnjX1G/ffnS8II5hzQxbD+HFt8Vyh1jwN
savWtyRW8zfLL+NPzA4aqGhlw8bItDumCGkI2Jj4zOW+vGrHsioTqxi9mzcm6U2PQdQIS2nPdSny
jQ1em6K3SemeOiD1EOK2ubMoih5TNchAFEaWvYu9HLolUiXKEOcbr9UypoGYIR957jrZq+a6m1sC
I1yXdlG4tw482UV4tQs6Cf52PCBSWyNV+80k7Ll5GQqrcQqM7rEn3TMPaZXivozwiQXm5qcsZ+CA
5Ts3ATTw09jar4K4+0qaM52IGcQpke/NoLbBrffLLYXl9VPNV5ST1MHqy5EvC+fRUXGwYBO6N9NJ
f4RiKM8a3ML9ZKTMWwnUrVBkfTg5+wxy4FKTcIDlK2oPdpWQjTo3JUqMY4vG0a3m/dnY0g/W0Pxw
Ui3AfZCpQOdoJTsZCl8lFlb1mxi08Q+YKXW4143emwAihlZ3I3plMi2qMDpXujeE/61to9D2Si/c
4nPuNkZ1zbKqiABQ8ibRTW907XOSVU50BcHu/9ZHNBZ2ozu0yqWuCv/TlKJSB109oQC6y2DBPB0H
gCT+EDynAQT0ZfGZqFKOJEWWdqMLBP0EwQbV2KvZkPafNaow/SlXagvQgVAoQ7n2WGobzNa1n5C3
09DAUUH+kPLOvbT3p6ayrEC/pVoU2TvbQ3b/W5C742/u4DjTPmRD2o3bZuUsUg4O+DQMMURnVrq1
CrECsyeb+FZN6XBOkE861QAjLo/P3z0rJLsSZ0nGy6U2X9lo+oVFVyi5maUS+lfTF225L3QU4TZu
tDuG4CHLGUMwkmU7am4IYliDeF+f3FK3hFWn5s1RBFX49enlUKGzAEa51MyYDzO3UhUIHthGmN7i
YGAWHzKLe0JvfaM0t7qdPxjpsowM5AMsilzrT4WCsoosc+j96Fb0SCPacal/KgBn7A097Z/SU6Ks
+2GKYpnEfMFYWlR1GC+YGr0dxzcQRhOjoRgRobjlFqzs3sf5gMCCwaDYuJRFZ65EWNC5iZiT0Qsy
FS0txD4ZwmLrBlwdJJbDcy1RvRQ9+E7zncvdLs29LI94bSr3l4YQ4ZiWefRuhfb4tes9eyMcWuUt
2JNxAXVbqc68RJxTEBdDPPXRLVQb5U+oHeOfqduFr6HTxb8Kw+7fYzubDk874Ucdie8lESDLmqpq
daOpJSYzARBwPPkiQhCdGHTDCe98M9yBfygE0HhaMke8yaVGa0bJzYkj42gGZvTia+YW1vaOq+Pi
lNuBe9PWXb6QnjAnS6uc5OYLcksCgsKcTkZShwEwxwB+/eOtu2eOOh+ldqnyC9hk7h9OEE6uofTl
TVSBf+sHLT7Y6GkwyWVIr49NyZtt9kpS9eV+5SEGEUuaLn/KT4e4GLuybkQpbr5n9OXBA5eRfoYf
YWd7oMy6s2NmZamfgmBqu3NglO4W+Xe9VqTzwLFRvSIGY3bF/Ad0pW61TLcRN6Oz0AsOw7/VshT7
EDbLhqusTwGW2FCuEDrZ3CRzS0FQ5RpyUeLW1Z7/qVQU85x0jvOLaFyDiTiWd7GcaWs+153lITNq
yo4eL9gKDRB2AJutqClI46bhDAmy3gs5jKATydb0inumpB4EdVuLBtpSucNnsiWKMXZxE1o70kEc
9Cne93pf10eN2RXK05eKbMASLkOW4twtnRTAgO9SDSluvDT9SWNu2yt4m/HdgQn5bk+p9q7ZRffX
Y3dd35yIe0uWJ6Ejkd3qZZtqSw8hT99Mo2J2kAr1Auh71nwPim5Sd52VMmfnsclVbE5KzPsDG4h4
Usp/LtzGs7skZ2jFzcma+m0o0W9zuqG4wvTTyPTKsI1/nYA6B29lqlj1ucky5+mrlCyWeRkwx2Ur
dfkTRoj3Rt+5yjUfuoj5To6746na6m2ur1KdB5bXwZOTVKgUzhcqRp22T1T510kE4Tskv+/QaeNf
H+/mPSOy9yUL8bD9Vuo5+tRYgpHbDODK0lM+ps3eSKJ8wzfXRwElIBBF8Ex49BiuOF9Kwi0W6mYe
3EYNZY1paJpbkcHvCy1laxzw2hT3NHUrWW8gV12C7z14Obll9MUtg5Q27O1hEMbOsxQr2hdpn27B
2tbeiOdz2hDaReaPe2y+Msatd6NduemtTFL9kKWGcUsThkYawTB8YmhXcNKc0DmUddAzPqrfSlTX
qyVJ5lWChM7ho5QzN5+l8qlXWiYnDVOqHArTALhiUm5h0KDnjVvzItfegjmqRdA02V1ARXNzKTT7
qHGK6Zalo3kJS889mEoeHR/75L1F8SrQzZd0GkLmuZWGMKVnSMB0C3ybZk1loBvrNRlNKF+UwVb5
8a41Rh3LHaTotuosNENdpIoz3jRV1GfL7spzLvDS2hq1748Xtt4+nlU0xHRuLrKapYqYF+X9lLhD
Rw3eEMjuOnEMQ8kEk/7YznpJ8vk2GfuBZCd9Q/ny/hREMN9XkPPq3c3wO3UXibG4pMgknBqmAmyE
RveWREJIHvzRXFjqAXn1FIkJBMvNUdrsonp5ewoU5/kAXf79pJuIhAJQXD6l5aAwTrMYtJujAudH
tdbIlWMbRnHEiPR+6E6kBuqTJGgeGQnLJjwHW0LqtmxPIhKlDb5barcErMghVlxnH1SRs289Rrc9
/mB3dhGPgJDB95IUpYXHV1k2qVMWaTeDqZ10t9LsFDbG1pyItRV5H8ruhVwTaPC5W1h6OVphYKi3
jlLtEVXrcNeU49Ykk7tWAEGiCC7jx2U5KYw0BIMCV70xLqA9jcKadkZTbSlCfbx+80CZrZJKPxIp
QtNzsRjDSkJHFKZ6y6iWTzv824z+GVKm577kg94YZ4fCj/neKGMn9kHTZsbJFpoeHamEhf3nVG1F
eCnzsnUvQWKBDA0tP1SUnZqJ2oI5yoyA7xrj4LOj2nk2f6DLJ+cQ1yHB8LMfnxuczyEHWzBWbSnq
Ew96VRGHjlT74+G7DtH/RXIDts7Q+lKAvUSlD1wWzwUl4/nXD4iI02Zsx5vjK/lJzT3ZsUrcvRGI
rcrYXVMyZAGADUF8mWo6ZElR3rAizSzAsZc9xDdUr3aGqOr3pzeP4jdeJjtIYIkXSYRZ6pGT1fF4
Uwn/9uMo9J2DNPzhsZU7CwKkQO1SJyGSN9B876J0DBCbGYdbU1QMgKhQTIkYKcEc8yb79VlTKBQY
jCtDww05kyXsEMVID01iX9y4FPS3NFW1P2JvMF7g+SgbGKD1qtCGpMhM2wC1v3WoNEaD5wxGdavJ
ES5WHxf7prPas1a6G2DUdZog7xs55Bkfl3PZ5/vX0G7W47YSN10H1kXTQGtRlEI0JTtZZdWNOyFl
aU5P7yShClxOupcg2t1FkapoCtdqOebMWh21K6jI5lgrmnPKoic1KGU9zAWfr34UPCAILpmIDLpX
zLC0q1uVK9mldlLv0mh5vs/arNt3Lcrmj5f2f5yd167cRtqur4gAczhlB67FpWgFSzohLFtmJos5
XP1+avkHtprdaKJn4PEYMEbVVazwhTdc37E0t3jjifikKdp2P1JLtvDiMMswmbzyGcS5eYqV8fP9
Qa63B4PwtWho0p/l5b38aNhUlyYOOmVYLWry3Ysn54j1ifnMYkynx4ciCQHkxGgYY2xOMajrVCWf
KkN6ZMOhiXrLH/I+OVZ1kvwPQ4Esh2NJsizVsi9nlUsFuymaynCwrV/G2upPcNniYyx6cyfpud70
BGBAy6UmN63t7UfyFr0uVjNtwon2688Sa+k6zHR7wIUVOcokJMnVrJ2L6taYbHjyRQnxAFd8Obs1
Sk3kzS0RxnhQfUbjrTtmpZGe40ykPyrQXjvj3dgjMhsgA6IDgf7N5ozFFs4iKxYV4eyZheKXunBW
32zUJifbUsW/97fJjdnhZyJViWX2DTj0cnbjPNGip/0QktmXAalP4Teu9jWaled5ncX5/mg35gYn
QN5bTOwaeGenE/gS5NTohqlNdRZDpbUnUxRt/AT4s9d2hrtxpsEs0vQjQ6a6sO3jugOGzaJIpzB2
i/mzGpO2TqKtdp6XG0tIFx5JFWRi+N9tCoLzDOIwfTSEiVN7Z81OEwIfYQU9yOnnfCjjh99n0D9S
LwsEqCO19i4/mVmlFKGGeAxBNLh+bFhLaOFXv/OS3Vg7gMIueC3oIuAlN9vemara0KGGhnM2Arwr
ve45ox22k+vI7XUZckJw4E/ngpIR1Bb4k9GK0FMlH0MF7CzWVst4NNfcDvrIqY9j13VvlcXQHr3q
2ROSSM0ycoUgZ3W5gJWaZhhSM7Wp1YxPqW4kH9rG+X5/q1+tH4NAOEd1HkIWYPpNfBMvbtpXiTKG
8TK5T0uWlQck08XOZXFrFHJfIl2qB2BbZC3lt7S01I3FU4jHQzevi2NfmqNveute2ezq2MpDhEQb
sAEULGnqXY6Chg/mAAiaAQ5YnPdxQjErcprs/VSV8ePfhhoIuGaqrvL13wyVJcrQlHmLwPykdHqo
Yhc/H5MlWR4lU3D9kONQReb7U4DZlgJ7U5n48tUUcszMT44yNr6hDA9jgaDqS8IQ0RJZAuWXy5WD
R9EkfctWs+Z46amLD8Nzb9tW+mi2y+3Gu8jKyWabviVKDEM09jwlc5iyt48kjPMb7Nnanfv0ah8w
CrfcK2yaxq67mQ0Mam8ENKCG2lKkh3XqEr8e0WTGPm1PVfHmUBxSwnWYBBygy4XLYmNYFq1QQ3tp
9RK4WjTavsIHsrDso/Byun9ar2qOeMZCPAUxDRYCLvxm281rjfhLysyAVWZntRuUH+M0mJ/7Mk3O
CUEJOFJtPhpG9KtFhPf5/ug3Jkt8Qe0bR0I2y7Y6Ry2mmoHAqGGaaFgP1I6HuH2VHlIjbXYej6sL
l4liLM/hwruHvtvmwshsXJQdOAmhSjXwsFTD+8k1T4qeTyck2N+sZb0nznx1RUm9O0SDiAwBuROB
XX7J1KhLYwFvEbbtMGO9rWh/Qw70HkUzU6Fm6ci6pNwi9Mrt3lyMLOMYqKFiiPSYjA4nu1ZR4RdO
t/NoXX8uBLEkPQhsmOyUbmKmTCDVOwyFFqpVFf2a+nk6YdpQHwwxqDuAmBtDyXySpIvVkyiEy8Xz
qnFVSreNwmiu08ZP1dk6qdDk/Sj2lkfFX1hCmYvTfKGZRyt98y5OVcL172URKbmS/mtXRhkaejME
9zf79X7gvedMS/9fuhfbzd4W0CjLKHdCjBqq0yB0KXvd1jujXO9zeAlANiRkkF2+NTV1lQ6pTzW3
Q6VJ63Oexnnv21PunqCwpM/RMM0HSgUPl26xewEHAG+OcJN/3uz1KqZRzrPjhIYwJp/dUweKKZad
uV0FnLwjdH7kANRRr8Rt9XU2lhIhAkILrDxcMeefsoR+SWwozhvOyMMdEVldBxUusZckC1sRHYqC
oLIMtXsxmrR5gbGJGoumizOVG+vRF4ZHUmKkwerz0MAdu9zvUVRNipUlDJXH0Y9+MSvfK9vpzTys
084qXu5DDhX3H0AoEi2pdnuF0aPPGCHlpA1n4c4lwwDaM/xZm5Q9QurlGf5vIOJo5I4QB+a/8t//
FqNNVUSKsE7jufW06hzPI7gD/ErepDXVz/tn6/ZQpCL0KCRHYHOCjThLaGIs43nqjdNsGN37WuvH
P4Z1D7p9a/F4JsGWSwA3PZHLOcUdzJK8c5lTT/l+8rLeLxdjT19FPvL/Pzv4b+XID6CAEhDyNm+m
kwhDz72SUbrejF/i2bTOSmp0B+k3eiiAOHzEpGt+6dVhJ6WT22wzMEkxr9WrO83VNmwof2f6TM8/
1gwlsPoxITrshRqo9twes6xRn4AmaueY5/xoF2a8k3zd+I4yCpatM161q7ZC4w1ptq6M31dK5atT
nh+6tFrCshJ7blwbqsDrIlPulW2S12711ihTKGZrpIWYzkuFOEoU6V6gVO0YGGbcHbFxXf1BW5eX
OcPKcYZCcEo1DBwWt3d8S8OIdChRbanW3Pl8fy/f2GLQVakyyga3TA4vt1iStxAzxow16CvttMZY
3YxjFe2cmA3A/b/pc6vxsL3qam1vHC3J7dythulstn0VVkBM3pnQ1A/Z2kXHfDJyrDw7O5itrj8o
nWhxYNOzU+a0/R/353t5q//fD4HpBuufOhMwiMv5znjVd3FZTec6W+3DJJLpLVZD5dFtp+48CuUx
6vp/49kaigaSeQHEZRNhx0gc5hP16rOdZqCiYjpwg1YLenHVniLE9XaWhDYiQCrwLuiLzTnu1lVD
p9+Yzo41re+NIve+lHWRnzJ0xYadTOj2WHTjYNlQGN92T9HDXLJkdqdzZjYkXB1iEz7wC/Emdvrx
y/1PtiE6yzVkYvQWic1kIX5bZJ3o/mpxAUfJ7tZIvBRjGw/vFpjA0zlJnN74c8ld+4O6Rl7qw8xF
KK3SLHpnireKg5HEKLX5Om6unb2zCteHB+Aa0QEC+C5P9hayYQIFEcbiTOfIKvKPblHgO+R5j8lu
/Dd90GYAC8A/0n3ffNfCLJW29xhlrcohNOxK94Xq9TtH9OZcqATIVwD08FYKMXfi0Qa7P5/XxfsX
heni4JlzthMNvMKqLq983kzaDlJfTzK0Nsev5U0RitYsZ2/KBoFYZpQ0BxPJtd6fjc5TDijuwfKr
u8kVJ1ON8jIohBG3QYScWfeiLYteHgc1yc0PBKTNcsh7JW2fO5s6vL9oY7dXYLqx0VEVkoSGV0rg
NtYc11VPWoGoEG55fy4ruu9mMn0HIrpn7HFj/QlaUIiTmDQ+9uaiMOD8FKYbzYQuteILTDgPZYS7
7f2zdH39UVxiu0rFd1haW5TmpDWz3eXtcp7kOWlX4IRq+WLEyOdavbED85fhyeZjE/4BBSWqlbDa
zZRizC7EIuzlXCpFeXAGV6/8Ds/3k2Ut2UuuW/E578b0+/0pvibXl8OSXJGUqLKNS2qyqQmOmZf3
A+37c9PX0b8RlOYuMM1szPzaazQPH2V1+opWT/Hq2zrE/tBPLrQqopzsnNqx+Y/i6Yt5GIqlkt4Z
hRG9y1rHzfDCMrv+pHUrPDpNSwbllzvo6xu6TMXXfm3yPjTrLEaq2qrw2mjUEq/WUsnAfbQYDQZp
pNtf1yxSOn+epkR/XwqxdvT1V8gIbdIp05sMvob1tozEZIfDLHBKPBn4Bv5SUW6Lgqg0hOB0WOnS
7pzM6+2HTaDEuL32UwmoLt/FTF9HGzKmAUtorZ4ScIgHMuLHoNzyKiMRgJmE2w6Zr71t5Sdmns2O
vjhnrVTzdzVcpbBWxR4J4zqgJWgGU4opucQSbb3d+6bVCqd3nHOtiPKDWc7KeVLi5V2Sg2Zt8Ub/
HkEYOprwcXYSqxsjw6SnFknKLfOqTXmkRl+jdkfbPZva+GTPZuovwviJv9kzWmHv5sgWfhQ9WJZ0
WUa64HQFpSkQBf6tN4WGveRc2WSJU9Hqx3Wal3PaaOrOY7e9CRlFUi0lZY8iHjIBlzsk5uqKaXZa
Zw0lVl+JU/cn4BSPrrSVPFSefp0QbiW2yWjyb1u/bZiBdTZShDmrOZYeaCOO35bMXX/cvyi2dyET
ouJDnZ0QBtGbbbwUDxjjSr7DOetayz4M69p+juopn/ymm72/XEuoe0riN9ZQOg+hX0LBhMrW5mqa
Cnimi13YBAzoJA5pm50nrpkT+JY9zNStoWDGQVulugsMbFMkwcK01ZyFoUbHGPxs1cdDproIv2fr
HpT01kLKrYcao5QF2MbUVrwC3ll7+5zMc3Fw41z/EYsODwd7jj5Ma+08+Ijx4WiEc4Og3IAq5xZ3
tFaFJTQJiMjNKT7EDRr2tpYvAUqy3dEgW/wfxiPwojNNWE0lUs7/t9KCDm+iiMCMnZssdd4wSnVe
ylUEtjMsp1JTqs/3N+aNT0c6jhiMlDORqNXL8czMJmSX45G3Vn/WTYEqtlYt31sXJ7z7Q13lpXIt
qaBJEV7gwPpWBENDDXTsmyI6O/PYfhODiOoKueGh7L8NrijcP3rTbS3UtqJaf0q0Dh0qAWd3era0
eHmpeTLGg1CLRD3qVWa2snja7rkVb98m6s0gv9CaIIyg4rIFYdfNVDeq4iBFjrLjsU6Arq8rtgz3
l+LmKFK6iReWVHh76RSFEa9jqWZBXlrqwVkdIHXYCJ8eHEWaFTEP7hzXY1ryV/y2l0yKYKIxFeec
Wiuu6sPSH8up+/X4IPTbNA6+VEi1No850oT0/NAtPZsZ9guwSRV/sfu9upH8U36Ps6hR0kmRDx1I
ORRSN6MssYAwMRreuVim7nkqOqwnk0E9zdYwflhw5X02V0c9OXj3fnJGrXt4JXnfqbO9ukxJkP7l
SuaZEGOBRFOQTeTTKJVpZ1vkP++v5I3zwUmTUQTdHO7SbSwh1sKta/yRg1RZZNy2lE7sF7Rv02M7
rN5fWtSqZjBOvaf9EZmrGmWk9la/HCHRI98d165CbWXKvP7N3OjDL2cwpsfM3uRziS+FBIIDJoVC
s71/lTSJssGMk6CbJzswstIKhrYUD6k//t8orATUP+4dSqyX691EZm2ka5EESZ82B7UrEmr7Sf3w
V2Uu0I6InuC3Uu++HAVEwuIsdZ0Ehlsbvg1B/zBRA330rLNiUtdLym0hC7dFSJeg9AViOklQTpHO
3xr3MBt9tdNWunGjsC8JL4iWuGO3PZhx9qLYrFtG0bz01AFiPmRYKD06F/5koLEYuQN6k325yxVz
jSgRWaYkgVLYEQJ6nvKj6Zf6r/sHYWPFyud/HYa+Bl0DMkh18wiuimHPQ4cfhDqW9r+rN1vrF91J
hOUTPMUfmsgr2lAZlVV9kwnT/QVnvrMnoirH4UHp0yk99jOg0J9jja/kOfa0/JPITOiBY+mMb+N4
XvvQSKop81drtZJgBEieHhaBCJuvGhWCgKoaDx87d4A4fn9yFkt0cZMxN3y1JM0ZRvyVfrWsstpR
p6XMrUFn0TTrl7zK1lCp8z2a6a2hwBBI52gMuMENXn4tNc+wx4PTEyAMg81EiTNUSl8ITYp0j0yx
Tb/5YlS1JSKCNgHxxOapqTLHnqbOQ3egKZ96afpjjdZPruM/lsr+MBjWzl15Y2qvdWTpXYAz1Ta5
U5CmFK7ZZYGV2Y2/Tv36tisifJToQ5/vf7AbJ4vgWSKZiKOJqDermHlItWZ5kwUi14vAU9vpaOXG
Y7YWr1teRtD0RDALldJTl9+qNU2ye73PAgX68QF5/eroaF20s/luzoXcjZIMxDzqiJejGHO/jEpG
qS0lkz1NkzYdMhs52vsrts1MZQzFUhFVkn1T4pOb5be4w0KZsUlTLQtGh2uoMSvzpS1KDX6SqXS9
r1vd+GvRrOLZxEXg+/2xb82QcamiUXdCp3JzddTlFOdOy9hkcs3Rm/TlqCCmvdPNuTEKqEAMFtjv
tPC3nYy8HfpRS4o80FclefLKgQy8K77cn4r8qZubgssPwBnIYunksLlsp9Q0lnFtiqBvBuRnV6ox
vWGViw80KD07otX+uT/g9aGiKoOqNExjeid0qy6/m1OOEUwQikdW0o/v12ExjkLJmn/svNg5vldT
I3CgYAKSjlYjsC25vr/tkAldo0lt9TyIhT4lH0dHX1+0vOvXs6nTLn4zVyP8kvuzuzUm/QNCCjoy
iGZvZhcPKky8hHPsNvF8XNRpClzcKGFSQ4H0ez7C3/cHvFpOJgkiUTpEo5pAxno5SaMunCiCaBsU
sy68U5Q4oI/qxHGD3qyMPXjVrekRMrIdue45c5vpEfvFqaMujIbCmo99QP9FdJH7k1vNeBsp9oPe
HNxYTO+1Ucx9RTi4bRX0NtyVGHW3oGzn5q0SadpHBSj6X6IlJ9fics/R+NYEIUWQhNMzQCJncxx6
Csj5CiYoqJYla+CsKqNx7Ps4eyonJ/o4N9OezMD1B6QyRDhO8MZ5AFF4+QHjqCgUbYzKIKpWmsLI
CIe5m6bvlWWpz/f3yvXkGMqDoIqMC5XybV+8i6FvFbNRBQ4fChqGKr5aTkrXIh/jqHrSFiEercJC
jZCMRJpdVL5gfmxnR+EpNcse4OewxJROvC9A5rqdQP7GEkrCgunKF4d5yX//20HP3VafU9pIwayR
g/qKiNIPI+/D59WM13/vr+HVpcyEwOnAPuLOvLYXghLUFEta1gF9HfPQ5tzdx7bxlD3Jgle57IuL
WQ4kodpgtdmN25UzlWTU2X0iiL0i+zTZadcdotVN5yciSFTolsnL/dpNmy6s3LSL33HTxV+Ek7oL
2JemeT/YuTH8HO2M8mxUxBZe5ypEJr8uLCt6L7IKllaRtPNXkDlWfYC8Ga8hVLzVCBfKVbYfr1lX
naauhe5bu8OQVD5J8+wJ3zGn+tFKutwpJEr49hIHSV/Cy4/ooS+4FJ1bBspM12zMI+2tyNL1y/3P
dxU1bEaRR+S3rQLeSder3Cj5fF6G0K3lHupywNylLPOTm/UFC5uIz1Ujip1+hLw5tt+TmxrUECQ5
mXpfjiyAUnRxISHQFZ5MkMPnU6QPzUGbhf2H22nLU6PF6WcXsvDbeNTYx/dnfnN8+HIETZhYXukr
CTOeFBRxK2ljWaLlVWY/EiWfD6VQinei05ODhWHd214Zva8pz/6jqSNJPeQaXg7Y6pSmNy/HYCG0
slY5ZzTK3WfbGNf3Q06YcX+SryyXy1UGgCP594CLJLx98307r6ABhxNRgC2f6J/VtYDAlKZLZzzT
aBWLb+e6Mv6dDIYS+2rtrOUzmVyDsKze2apfa5MLtVSxE3GIrVzJMNXQ5/IgKhiwfuc4M5L2RaOm
h6kwoTx3XrXYz2j8VdnLYOStvbNd5abfTIdnloed641ceNtDZYVwcwBlE2iDPRwL1OH8aVHfay12
ZvdX7vptkMVueaFx4+goi11uzzafWvQcwVOikGxpvpcuypu6MqugEZHwjUErHjMIkk+7TL2Bc3IW
qBtuwzOUBdx1Rh8hWOq4OK1Z+tlrFe/g6cke3uL6zibE5Yml9gwP2nA2ydUMb2og4amDGDb+aZxM
5FHEuAdYvr5aKLwQHAEAg8wJQeRyBfVVuOuQGCLoveg7T/14MEftxEWqHtDP0g96rXxYGvP54e8m
tzoaEDDpqL5uRs27WIgJNdpgNZc0MDN9ObTNWB/MtYxP+MGJr/fHu7GWF+NtrjEMmhMQxJMIcqdT
n1djxEabXPBwf5Qb+x4RcoIiOAlE0dvdOLhEQNm0SP2HxkuPXVs4C66SqnFEqMHZuZlvbH06uFxK
KDxKXVT5Y357E6xU7Uy9qkVgRL0J6Mf8gerSD5SzE1/XH65kg82ThRn0loCrcqYvB0OKVInyijir
Emp7iPEiPZamtxc9XH8l6HIUFCQOzmV7b5JjTHNMNwOlHxSe00mJ3l7xI3usH8ULsWDSLQXEKLgp
4hV5Jn5bujErc9cRjDPqneY39qo92XFhHB/dDZQRXpG9UhzuSumwSyIb46i1D1J90eNDNPNunkZL
z8zAXkt3jxJwvR/o/MqSD5tPqlNt9kM/tNnQmfMQOAlMJd9t3a56Imgo0ncY7+b1B9Fp7WO8W3kb
yu4+PTDmiZzjtvivqE5hd5qKwbpmV4D3UuVQrIZGwXjYeySvD5cEd0mdUVrR3MGbHIcGmlAbTVGD
qB+nQxKl6VGUbvfcQ8t6SJ2QWRHNUSYmhzNRArpim+ds9mqmlBzEbTMf+7hpzhI0ufPqv2KWLp5J
/ngSGiASr0KVWyplq0VDjjkDvvFT1f6p2dzwgVbFaXdI8ik2T0Nltt+WyNR7yDGesS5vyqyojCcj
B8Aa7/yaq7NHvgoJAvgppCfZ1708E7jLTIoxxGbgDXgNRL2jBpOLS8T9M/F6BV7OGdQZm5M9anLv
b1U3nCWpbRX8VjCWVr6eut6J23eZuabVEWhu4vl8HODVw5TNyksi08+PapcvQ+PnszZoX9S0rWw1
WBenGeGG9IvyZz+o0OVdapzmp8oGn3BCUGbyXhJRQ5ApGqD1oqm7mTygjvv1mDt6o//w0tX52gIU
LVK/HQrhHJJVK5cX6s3oLZd4p3wt3QyC8GhPQviisjvnJIRotKdGBcT4MqiZlp/GUdjDu9ITgOqb
eszQD7TMfDyuTaKLf+qy678aRWd2/hhbSRs0WaeNvtsoMMaF0IADHDz6ZiFGXn13jOmJVjCTTOE+
uc4SFR/XOOltIvxosU+R1kb9lwE1HudIFpVObztAB94ZQg2WFKvl9O2pqorMO87OpKyUceZlehpN
HV2dqEj0L4a3rirnRfoDNHhS/itq0NzfShWx2b9Y3np+MtpOEU9tNFTRP/e//PX+ktw2AnliDCBh
W+D1LLS5y+iaBZ3XiaPda/EBaxzxdH8U+UJstxdyRexhKLZ0YjbvVDs0UcIdYQfLlIhfqJ9Xb7LW
Fkj9iOLNmhjaKa+a7HR/0KubSRKhAQvKq4IYfqtWknnJoojapOWH8OHTZNdaUEJQPYxLtSeueHMV
iayJmmC0XbXgE9McIQdwfNDeGd9UoNqQWVTV/2FCsosFYgVoDmIil3fBIoqkSfPIDrwxLs/jbBen
EpD+ueqW8Y/7a3drQpI6BBtQutRsMQVz3neaqFw7cPA9fNcgWRlGlicevdBdAhdKqXR8qKsaW1Bt
o7bFoNSTEoxFocOqUKKjA3ZlZ9m2c2F/A0+RSsDEmqiObwL2sl+o0i54sLXp4D01YMWeMEQtdspG
N0ehREvLnbkgvXL5cRRME5tE0sRVOu9B2uoS17YXu2yzgtepSB4KBUx0mLZZDoUZp06VRA9je9RP
caeLFzT4u8Ng9HbnL7nufMKWujhVcTfvxLU3hwaZCOJMGrZsuxSDHZVKZNBbjPKl+AAAt/zbzkvt
yzrY45+qMeIGoqO/YmDxdby/F7cR1OukybCBGFi017c42ai1SKpB0sCLMKlmpF1yHvs+/Q4weT5M
a9PsdEq294YcD8tcZGiJq6Ve3eWXpHOnaVOqMF7qaB9LpRmO6oqvKYXNzt5JTW7tGrxOCK1xBiMl
3+yapo9BVhgrH7TA/oYAODnXibX3vL8Gmb/fv3JK3PDEEkTXXL+bKXUL0Mp8MfXQjuqXuRDIICvP
RqK8oWf8pVSgc47Or8YwPwwJmI3WxVd9Pg0WFf+l0nmCbWtnN92aN0ktzSiZrVNEulzjTptVt6oy
PZybvjpgPpC/lMTgO8/OrS8pLcWlpwHWxFulFkVkybCKxkCkoiw/DXmch3GWWqe1XR/tZcgVpr5K
DAwXAVjk5m5GSWRoMoeh1CZpf6oryhj4mdhfIsAnz3nk9Q9m6ozHHSNb5bQOuXLkofktVyqwyDRX
NzfDDi2i90Wv5EdPmOahVtTorOLl/uBVLcfjVMgmBoVxSqqX42lZq8VCmfUQIvz6XMASPtKQ3YPq
3Phg3NEyAUQRkL7JNk6wByLO0jFC1wFNNBgIMq96KYvHybRzq9zYgfTxDHJn/pLn/XJCQjeirsxs
I8RDrPljcrCgEXh07+zzG3cXmghSLJjLmh7I5nwD/AM3iLxNWMS983W0U+VjvK5N5aedkfg2Kjs7
++LmtChPSS04HEi3LUM4nZNZxCq03LX3glUsnq8W/fo/TOu1l0A1hdtwm1+uLYKT4L6Y1kz24g81
bX9FsdQJXINXwDnOoscvSunLZHKHAcW8kneaF6PV6jwywoag+2hlrn6oBM3X+0+NPKWbe1Ka8dGK
ZAyJObjcFKPTIjusx2ZoWdM/tlA+N9iEzGn/kfDhk5suH3eGu/Gogl8FHkgQJAWQNqEJrjG6AVDQ
QsqsqIjrZmNMn0so4dORDi8aPsWaqbOPN5N4NtI8JvnDdrE/5Gsrqr+tJCvtZ8Ud2o8iHi3zEx4V
qXuMEC9WDhCJDDdwlMl532dt6voG3R7tjGFeoYcVavvuDw9scOUTZw7p225Jc+8pXQ3vs2WvC8bM
STGNbzoPj8rnaNXVPFiSzmp8ukhu+QQObuz9fK3S8Rs8I9Pm4R9RWVSwn6yPydyZ3ygkFu5p1tXe
PRqtYhb+OmIqh7RZZrlHvaW46mcKnQTfREXO9svZib7y5fu/tbLA7Clvyiw5GVGmmAd61koLHRGX
oXNRzFPhL3CfPrlOpP+zxPUyHUbdXMojXevIOFuIcH+zSQCb93QlY+wSkrIL9Zja0mFozPZrskSR
pL6pA2bXaWwUT41jqd+FoubUSBCwSXwztRPjpVDHMQ+mdNb/HqPKng8GmoTjmx45Iv6fs2U0oauY
wx6C+8a2gDlPyArsGIWHbU2Fwm9mtwCuw7VTp4PSFPZy6hc3h4LZVfl7u1E+YbzbvmTIgPx5f0ve
uD9shiXOohhA83PzMGNeqiDJS9fOhe9yNLLBOMyqHT9+mlGvQPcIvTZgFds4FlEvy4mopYSiS20f
bpk4AmB+FLLMm0WrgxYuonBEc9u7cGyiyFkHzQzbbkiOxjg7pzkak/9hLhL9BPOQ2smVB9bEo+hR
mTLD2FLHz6uaT9/KMY9P97/LFdJWTkZy02CL8Vmurqa5KUSbVLoZUn5yhsNCp0d5W0vCS5hDhYLY
YmZufkRxgih8HYalPmbGUv+DAk9nHJOh0vMXgKPOu5HyRHZUqSztJdxXlTP5G+nLwwIgzry2d0mW
OleNSDFDO4ntPyur1f5YMsXBfr20jKeszzrVBw6i/VzaKT+DQVnCzsgfTcblr6A1QzES4AxVFrnF
fwuN+ri2uFe4VE08/D7g45T8yOpd0asboYrDy84o8oCiJnc5yoo0pJIuRLDcc38vWRQHI5fNoRjG
PVmgG0dSqrsSwErnKnx9L0cqFhgqRRPpYTLjIZ5alXsoFecxu09iOhIEl/PIacEvhSNzOcpoYczD
Da+H6aClZwUbPn+quR/vb+MbD+zvo2xpN7aDUI3RTnpY1tP4VuSl/amC+OiXEzZOWtOJz8VY72XN
txaQUE8HmA0qwLA3QdgQ52uZdCVTA3jgK503PzUoLe3EDjc2BNIksghEiOIiY3C5gLGS9KZez0aY
RRYGprH3TVWBo6WwMnYW8cZ8eB4Ygm3Hh9p+KsMlJZYQjLAlDT8VdWWdkgFxiPuf6pXTuAmGEBKk
ACQr4QBuNhFyoyzZXHuFSezafogs7d+xdBUEmYezq1g/PQr9mfKn0yjvuJc+rfmiH9Cl+ejmSk6n
yz52blv78TD9kXbLx76114O2Wju/8dZK8FbRrkQin+aefrnmqEOgUrOwEovuNi8xTsMoYjbK3t0r
N8h2JWR7DS09YFXM4nIYIkWUaL3BDKPE5C1MzLoZn+ZxNd+nk+jzs9IZ8fCmtKeqeKuvuaf7mr4U
BshAsWqEQLmzl/7dmjhJGMbHXLdQUzfpXywMXPpawmFwnM6hWRPkrDN3z3jx5igS5CE7D4BHN/Oe
qWf1zM8MG2vuz5hOmed0bB7zcH69eXifAawBI+O92qbO6QpIBtyaGRLXjadGBXplK8ueFPv18YQb
ZdDvQx+T+WwTZhIj2o+1MENzUOPz6Fo1sAStP4u6f3zZ5FBAy6k+W2R+m6h+wXq+MLAuCm01Bi5F
9D19c5J8r+Rwa0agKEC/wmmle7PZAyP0nlQxuHDAH4IecTLqOkiee+dUi+qdTOXWWKQpoKSlANNV
Ab92jKI1bfZb3DgxVB30b8zJVcKlrfcoYNdPBCEboZSE3ICItjabbhh6PZ0Vy8LubBFPFhSR95UJ
5o/uoPszjRL4p2Ov7oS9r/WLyyMuddq5RZilFEjaLGYKqlADg2ARxZGPvV8Tp/yVpV4lbBh1oioP
DelCQlami4+6C6zlFBVt921yUak5LJ0+tr7alN7HSJtdHCTzaWr9KS/X4rmAEAKx38Lq7myJevgQ
eUn9lzIoQj2US5dph5wwFjH90os/tnWdfrQSS/tCKbZtfb3Los9iiNbSB2mU7XkLvd5c22lLMjja
NkT9KDlc3mxpkzep1Xl22C9l5DdWaTwhyQJQKeJGMekGHfPM/qMbM+MJVe/cF7ntML00Ld94Slof
7z851/cNv4JnWj5ukpu+eUKVdG7soZrtsMza+FgjEniIrMXdCdhvbTBJIIVOQKXpyjNeH5LVylvd
Ds1Umb/Pk94d8jqlGdelabhC1EXiR3g7bOobUwOeLlGeskzIxr5c6FHTYZQMqUNKF3/XSiP72I6V
/e3++t14srmsLW4eWv5EilukCywF0127MQoRgbPa76qj6LofebHSZLBW1fxlnUebchrsdD3gyTZj
TC5XEfklODcgoU2p56mPJHgUw/Ve6g9u3ej5s5NFxeRHKBZkaHuu+P1kQ1U4fmuK0gjuz+HGTcMT
QC0E5RienKuG5DxV/Cd2wq6a6uOiJ5hZ9ACt6sbYkxq8MRTLRfFPojPQGN4EOOuKYNRMx5WQFyI4
FK3uqCA9GeRi6P37s7rx+WmxMinUUSVMbbOzm7EYFVddmJVraic7be0gqZ29kO3WKNSRJMaJ+RAW
XG6yXh09PZ4rN1RWyzuQGlf+qK/R6eG5SNlamoIU/oimN8+bXnaF6JPUDGW769zb6RwYiEg8yPuB
u04eR6LLwyYfns2KLcIzsYExTfDIg3VuZ294EvW8J4t3XWmRPha81HwWntEtd30xc0rEHFyK9SAF
BjX/YuJL7BjreiyT9JhG9ilZlX/vL6C8VDeXrgQe0Z+i5U6lXF5QvyWowrF7r/ByK3S42TmeSvIx
5yx/czHOCxLp3P347iM+wFKWUiP2HVsQyTiWWZdmoxKaXp0ehGlkx7Szy52Te7370C9E5BKFD9g4
hIyX0xqjOFMdCI2h4WbN2YsHlDtnamb3F+/WKLiqoHApC6bcEZejtFbn9ATXXhhTMv0Y1bOOKI21
p2lwYxSpwEQwgLq5SRPwcpSxHWd9iVovdGRVctDb7i87p8X68FwgzvFlKNYD1toqNaRZ5FSd5Xp4
mv0/zs5rN3JjbddXRIA5nJKd1AojaYLHPiEm2GQxFHO8+v1QP7AxzW6I0PKBjbXGVqmKFb7wBjN6
GTtnPGRzmn79H0ZZxCVhOy4zWt0KQ21NsaYtiqpNV55m14r9mGLihxtEdIgW5j68w0XbZTUKEUFU
4gYXnmcAuv444x87RHLe+PrXR2cRJASaSsJAwWJd0rOntvWqzvEwQxSmOKtDbTyXUWQ8Tmhfawdz
8rzPH1493CuWGg+lHvLg1SMhU3M2wLd51Mw19w41135nV8bWrr5+ikziT8yVFojMIqh1ud/csu96
keXhOZ4LhZBxSg79oqs66En4Qew8O4EoixSIIhk8mvX1zTyrwjVT1HxdUfymaSmeSjjHG030GweI
9i5oFeZCLW5NUPBCr5gHpwrPulq1u0KLq5PaxFvyjDeXjYLVUkKmUb7uFyZuLGK3ZBS3KcO9qkfx
wYKE/zjo/VYP/dZQbwCpN53WK058rHt5YbQtNrEorQWa3ruBDB0D7na2BXi4tXZcCySOb5W4dcHP
apsBmU9aatIrpicXQ+HDrIto9/7GvjkhwtEFGgXgYd3DSysNSX2FWDEOnfIECZm3J7aLXTbgGPH+
ULcmtOh9E23xja7KNL2lQ49Xp/CcZk260yNhHZys7zbuhpuj0D2m0r/UL9dlPjWS+KQLg05kPKff
Ujl+lXGub4TYty4gG2LRkgMTzq+19HvFhEFRifBclYiy0p1Ln7QiFr7o1fyzoyIO9vGlo/Dypi9A
5X8tsBGrZlY2Nae1tZPic+/ExiPXxEdFEpY7Ac81QLzUgRee6+X1Y6MO0icZH4hyxrifjWg6m+bs
vb4/l1s7DmdXbJDBeRM3rnKg2c7pRjZDCDZOE7tIzZTHyGyUUwUF+vD+ULf2Au/pW6uYbtY6nTfr
QtMyj6EqQswfRVFP9wJ01Na63ZzRH8OsQp5a9TRMcWcuhaLVH1VhfVIKLz6W+EdsbO5b+44DtPTk
FmVI3bj8QpEWTk7T6OG5a9qvvYHaT6TgOV8jEre3rWKL33VrYguxAOFf5gDC+3K4aWrn3MpNXvPU
dL40XVr9VeDelO1CMW5pwF7H4MuLBAqQbAL7iDVOs03BZ8x1H93PjlXvJyqavxqrC3/imidN364G
ywqmVqmenEJJt+DrNzYKOnSonRCygGxZgwP7YUabtO9tXIc7uZfcYM/t6Gzxqm+MQimdUwYWFXj1
GlJuKW2eaZFhn+N4Ln105Lw9XtVbPJebo8AKJKWhTE0B8vKjDVUdUp5hLpqdoZvRq8NjBLvs4/ED
QBZgvIR7fKx1KuuMUek26GSewznpgxwk196unfbjB3jxU6WkAHZmUYK6nIs1LdwICgRnVc/HezfW
EorvcfXhJJOHnNgbZS/A79zpl6MgsB2JVquccz6bvV8MbrhvrXYrLb8+TLAgSCY4tSwYWiqXo3ix
rdhagg1AgYzkLpeF90in1N1ncftx+A8/HzVRkEaEq3yny6HMvIQArpb2uXRGY6c2wqDNahYby3Zr
QqincL16KHKgAXI5SlPqVuYZjJKrAEti0fWB108QHrc13pe1ucyVmcoS2S38BLKKVVqhjMqgw+Gz
z1Pn/tWlyhkV9N+R0z3mEyeJ+ulGne7m1IAKc4So3l8xS5XWAFkBifYcS1UPkHDuP7uVbj1kRuvs
3n+jtoZajvOfZQDN7WSaLgdJUacvoz4MewFD84h0lNiY1fXrweZG3mTxrIc/t0aOa1U1Q0l27PMg
rBfLqX8bUfMdBbTGB0f0+/1pXd9Cy1h0dGiYUYdc3w+5jYpjvRTwhOJVPmCieo8F2haC5Mbi0Sxa
QgkAkESwqy3YdfC6UWB2znBH8JCphGIF/TAWeHU3vbsRv94ajDuZUIGwEjLXKnBRtcxNmsh2zsgw
oQgArsnPsvlXn3G8Prx4IGKpSbKC3K9rtZthyL0a6Vv3PFGXDtTMwdyALvJGMHHjEwE4XlaOKhSH
anVL4DM21lDz3fOiEhGgKEbhsy7+/fBU6Eot/hYuuQxopcvtzYs/iEynIKDV8AXbos1PWaErG1O5
Et56S/1ohC69PUq566h/0NElHvKMoJKqXX2WqPW/1q3dfBkKFJ78Sp9s/egm0jyphV1Nu3TOxjgo
LVP2u8qoUKwWec6/osGmH76bw1zqQe2Ec+PbQ6s7Z3Zg+aLBvpp/RNy74a9Mgd3U+qrAuTr0hwQn
su9xUWtNAEjd/Xizgsz2j+mt3kHUeaFMei55NAF5fsZPuNgLY+zvVBE63xPsyQ6hlLXnv//xbux4
3MKoIi9lUWDNq7vJlG7YmVajnC0PxkxdlckhLtThPsrsXx8faem6gTdbFIPWaWjvhsYUL1mbao7u
zu1VZU/J2qEsGn+US7dslaXowZyog1INu9yRIYoMpiqkclYi6MyhCxOeNag3duStpQNkj5vDsn5X
9qBhjcBSKQUMoBIhcbcr00Cror/NVt0yBb1xjJc3atH+pK1NBHs5n97I8yyfbOVMqdXd9YNILTA7
A+5kH/9EfBgXMAjqtVcUT9oxMeZqcXTvOEWxm/NGfnNQLTvNs7Plh3PlhLF8I2rdfKCFh0jd/3JO
RqXMFGRr5az14yN37mttFF+nUs+CPJsS33Zi1belfFVkezR75Ws8TluFkdu/A/OkC8UBIIe8/B2I
NCrEgSu+ICza/6ywrf7uJnXeudj1HLLQ9nwtbMJjmtcw/ly9fnG7VgsSbu7T+wv/hl9ZRT90Khfa
C5WG5Tm9/E2c1kpQSU+q+7m3vAwaPgy0ryndvPgwjWpi/lCzMfxZmpMy32Hc4fVnJObw4fS1REKm
IhgMq72bpXoVhLjPK18alBjMfR9D4tnNsE+0MyBJ5SvMGq/9lMFhEJ8Hu1M6mICmbPdppRZVkLW5
0+DuDLmzA/O7WO85c1Y8RTmiYnt3cCv778Esx69JbdRJ0LpuVPlaO4bVzghFk97bpK/GQRnVt4aU
7cx3alePyhdsC8n//Uqp6vnBat04/yLyUvbP5TBHL7JvI+us5aEdB1MuvS9xko1aEOpR6t0bg+eV
37JpUmUAhEkZ/MyIoXv6Dclm+tWCCyWPPWFCsSNXibsduVHZBmERe0BBtXHoDoWLsc2jMThZdnTL
xk7Pk2O1oz9auab5lqKTCJhuVzlBOklj8gd6Js4JKkYbuT61v/p3spgRHmgZth6RlDaG/Hajtohy
Fm5OlzRD43R6RmY6rV70upDymzLWo/Fa1a0z/UrNBKmKTNNr7dMIbcrxE3DzpbabEieUe6AdcYE6
oHDGY2PlkZnt7DKysOYzvDx7dIUnyl2kzxa562xn2tYTcON2wYeNgj6xCEX9ddATydxq81ALzxP7
4h7VxwiIQrQlCf+2hVdbHKAn5C4qd1AN1xzAep6ULG5KBXCert2H7ph9tqKsp/W2ALrR6erv2l7R
XsQ0e5/mUu2+RKhqPb9/0G7N1TXoKgHZAfuxFkwsR6OqMEYIz07qWoFGOXyf6NUWs/zWKHT+gQOj
EEHmtMoDTa2ytdnjUbVRDvoc5WFMe7YqNhoxN96fBXq0SEqROJE2Xd4Zhi5xwkK96T4PQ2gEXqF/
Xrraj7EWqVsQpBszAq1Bb4ReM8r+a4KVbOt8nkNFOYcqt3Ogh/2Xqk1rY+MBegt7V5sEzLNBOoHK
OAnM6qVLnDadXINxRD8/FqjRQ9RO/ETGD1yMd8jRnxBvR28wfxgH8TQZ0V3jTqPfdNGnzM52NfCV
VptQ9MoPMs//abPqgD7mPs2hPERKEcDJ3lnNVPjC2HILv/4chNjEwPSQSJivLF084WltL2x5n0ON
2Q/4SBBqeuMRY4ePJw8wjaD4gQl8c9xZvVsySQ1U1xiq8tAjv5s0EY7HoU3z3fun5UZODvJ0oYGB
z+Cjr76GNjUpUrWYoYE8/d7xgPkUxJWd0dSPucE/C/vjNEnuoAVzQEGSpVxDUXOobnY019G9gc6j
78ZddddYUb5R1rj18DPAEnbgMUs/dlVs8CqBJP8oo3sVsyI/zJNjnGWw6YA9WvaTHfaDzz77WTcy
mBL7eeicjQf/1nliTXnu2SugvVcrm5WRgdfrFN1DktF+Cy3t0EGpQaW9/wFvDkOjEUg0hUIoi5dX
BKX+Ki6Rs7uPR9fcJWmt+QXkyI1A+OYo3AzkLwhzXnV9kG0dtBmd8/tsMCOqa0UPZEifxBaT73o7
Uofirzef+sVR9nI2RsT5qwpT3GsJAPYH16rN7qAbY9Xsy6oyJzpaXvxaGW1mf7gugMSPxreCE4zi
z1rrB2xshltUkd4jkXtH1JNizUdM2A/p6/sf7Lp+s9DKFzQUSOPrqlSSZq3qglG7FwQ0i6MAml2+
WTni2dHGqfVlD0/q+PExAX1z0IEXE/yvNskcqo01V5G8L/mML1Om1SLozLZofBwXrE9Lvvzy/ojX
GwbZGpvtQgOc076G/DgJwiZOKwXBhtb9HdqVepdqMgs3XpP1jQzDlEcehwx0K5c7bPVAxu6MoeOg
OcfWLZy/UAQPd6ICNjuaVbixhreGInSnOLGQTKkdXW5NtW+WKm3holgzhD/1MOeRnEdNnFOaRuLD
8+KUMTV4IuivsPEuB3PLOe/HSfGOEufIY28r7q9c53GL28LYUjVafyqux8XqZjlz1I+IMi7Hqu1I
saFueUfUMErMyRpUJYvK29qDt4eBZIMuDcXLdfW3LF1CZHKeY54P+G/TAvWbKHT37++766/EZCAK
scuXHHd9gVCnRJ9FC73jQJKOoD4iSbukb7tdmVZ1v/GVbkyJaADNVG5EWJLrp6yldt4LFvVIKSv1
pzHCEsYwt9AKN0chZEI8GNAPen+X3yc2UoLDIgqPfWGG6S4qZPTLsat5C+p+vXQL7WKhWWEMzcO8
Gicb7aqboFEfQ7B6fqJjVwlYuz2Nampu2KXdGArdLpxYwIWz79aoehVxJTNE3ezY1MmwB2gwBQQ4
duCRS374G/H4wrUCsMuNBDjwcvV6Z2j6KWq8Y9m08Kd70wsibdOnZzkjfwa1i7ATqIgFEUycTmB7
OUrlQNytHBke3caNwu9JU7jqJ8B5kYoL1sDLL+a+zHc4+KW/Y1Qowt3s6MpWCH+9rDiNLUEA+xEl
TW/ZSX90IaypUKDZj95RHZeKgejMIMR4KuiSsv5gcXuZMHRxiujk4AvA/3IoaRGhKgj1HbW8Udt9
PKRqfjcahbGFd7wxJ8C2CwsRIgb30/Lnf8wJelRUO2oRHq0OcZTMRXgyB6m8w2xv3H307kDyZREk
Q8oCudl1ttVwsZudqSpHvZir01Tpfw9qU8FnQ+/pwyMtlAiE/tiXfKnVh0qztLYwx4lOTZe1B80r
nX2VSucwJMqH5eO4lqi/caIZb1HPuFy/Puwr2Wl6dErN5u/UxfJrbCZlv/xXGw/k8kuvzsCiyoNs
BsPx7K9OWqxIHODEFJ0is26C2pq7wPSGLfLsOnzi41BjWNAzCNcsWdjlfJJRIMw2aCg8FMVBwcfG
pyf7u2jhtxey3PhON6ZEHQEMDQjFpbW8OtaWIVuSsC4+xSH0SSy4EOTtRm+jC38l6bIIP3I3IW0M
vG7hal/OSdFh4ytFrRxNxTDzwe+9UaSfJtUu+udZN0PF75K6J1Me5qTyCztRX5Pa66SfNi4qtvhP
yOxYxHZZBmobtuWPLpOOhpNW7IavH9y5S1mHvJ3aLiIpZIyXv6o2RIoEpJmfDHf4q5QJimoy/1vm
H8YGLwUc7lS6TRRzUHlcfeew6LGCTUt5Gr003jlFY++91thiqVztpmUU8MfkTexc4AmX06knbZaF
BdLLGPR6DBQDChnaBrHa+ko499l55pf8KH0NyBnB6qKBxCGBi7daw84uM5SKhYuCWmKLwPYG5Eu1
0B7ngzDbaOuqvkqFl/HoLRiLSdaC4FztYm/UvFjas3M0zXx+FPkIUyTU8v/UqXfcPZ67ovO9tvfk
KSlk7Jw8TxRDQIkmbg5Ghc/n6f09dPVY8jiBa+HmW3j2ZCWXi56HwkWJ2WX+IvzRTvNRp49jRdHf
0Zg+QKf4y0DyJje2FOevypNEg0sfmyAeU85F5v5yXLcxAGFGkcc6lFSFtUgavitCN+gaVTvl6CXd
a14j7mltji9ap+jfQzO3vrw/+SXVurgll18CpWua6TC10Ey6/CXiojfNMeKNBuYq1AM6iW699/Lc
sE50PquSikjRPKdxji3q+yNfXWaMTL+F0hvBKhYGqxM1YysMwXbyjqlWUVy3SmdC/322+v9lHC5L
Sh/QaylhrWdoF3rSoVhjtbXzE8J296IaTb4RQt6aDTEB4qHEdXCGV3cmUulCa9hbx6J0nAcqqMUd
OpPT7uNrBpKMo0OUyq23GoVANXP1iNxoJmYz9gPA8QEE9KJa8v5Ayw9abwu2JBtzEWVCCepy0UYq
YEU5EuSjoicCmE7lved01Y7yTrl/f6hbK/emoIePBZQFdfVOm16qdCJLaXo5tfhuY798tNJCP/wP
oyB4wuqZ+J6s0z3Z1KG0rDg8Gn060eZO1FOnJFvFxOv7+w3Q//9HWS1bSU+hISEKj4Mj5Cc5W8W5
jE390ApFf0Ry39lYu1unFzQe+SWwV9qbq/EAsXkj6pBE2Jrd3dmz+yOt+jHAuWKnVNM5KfDM+PA6
8j69Wf+9ySquLi0s9ABF0Dg7RvHUHF21TpDk8eaNcs2N7Yf2BQPZUNoABK72BJIU4FeSMjwqYRMd
uf+805DHoAHzxtpgE9wcChG3haJK5WHd6R7agbDB6MKjk1pfJzmiNOskNTGPzDbemRsbHUEmGihA
1cme1wxKU0nROKaTdxwbtfY7gOt71YSA9uEPBD5gCQ8hSXC/rl7zrLbtKaJFe/SyrrKD0I7CB9NY
zELfH+fGulHZoDaKSwKNmvWB4okfpCfj6IQbQ/5JSfLhHmkUID9dI/95f6gbp4rG/VKbNKlA6Wtw
t5GVEH/0Nj6hNKPet+Hk3klFaV7dzG7/AXJWb7S53tZodfstMfDb/Ei8rhqHvJPqrKTxScv0sfSH
ynBjZKVis/RH1KJ+Ec2G7qEYrFh+NdLWqf1JbZr6NwI7+bzPO6dvg8ZT5v5ziRLcJ7cwjOG5A21R
+VDugVLIuhhkIB2njfwZho75s7e78EeojDFd77gYKbJFU1vumkSnG6Wms+3+RHkvXFzRNTV+Cged
W0Yrm649Rm2m/PJypXZ53WpZHEa3D+u9kkRpHpgdPO9/raY3VR/muJIGRjsuYA5jaLogGqLku6xr
BCInTxU0q5UMK7T3P9+Nfb/gwbh0qb4SZS5//kfKXGPVZY62gTPYEBevaiWTAxpR/8PTuMTnC0uQ
ShuR3OUoaFUUWPdMMYlYbO0pscCrn6l3/A9z+WOU1YWLBaltkL/Gp1BLfphgAHYlxYzd+4PcOFpL
F9cmBYCLpprLefhjwfLJqWMUf9nvaT/sMakvUVfPtX1czN3GfG4OxUiIWZHBAji7HApW6GTmWSZO
Wplmp8Qi0ejLRDsCn97qtF4PBTOVcG/5GyW0dVYp6cFlwtbFKYkjsXdSpd2HozcejHm0N27aW0MR
H8H1pqdH4WT1SKGRAT0/88RJJA0iYyiw7b3IsV5a0xQb1+D15qZ5QnK4+FqAlnqjzf/xrWCvN0Zl
YbsVIynu80wDT+m8LeGKmxMC5O+CmEAPbB1dVm3SS0PgQR1KyFpl4nUB3a6/1CHdAk1cj7QUNGD4
I1RIAXH98uJUnRokAgWydYNG292BFxnEUhv6nZp7qOJ+bKvzfZZHniYXIv9EgavzhE5bimqgFx5z
d5ppv+qZntI3zyKdKxU1hY2a0DpeWoZDqok81wHJDvjpcrtbpV6ByqOkVqk5bie5KO+13sh2TSG6
Y+1i2dyomboRzKyfr7dBOcxv64r8yOqMKRTsAERC6WomLf6sOH2zn2gk3pUYGj4S6rYb18cyiT9f
L8ZbiKyQUimGMtXVTRjG6TRjDK+gGC4KjnPzr9S1b1lTPw9u9hncTXnIk+HOzNONTGu9d5aBYSJw
4ABbklGvQo+wwrkgKuboFOtG5vk5IvOvEw5uDdgEu9y6im8sK6ORsbqQK4hIV6NVnRnWWmtEJy0a
EpwLJGG9aFpQ2+l4GHoPkMb7e3V91N+mR+6lglRE/32dSIIPjJVaMmBUuaPvuXUZFFmebHy926Ms
nvCIYwEXWm1R161kPnpmdDKnOApAMdY7E62fjXN3Y/FYNIJQSmZkedoqKdYMkjtLxuJk56GFB64p
6/s6LqIH9JgXUdzU2kJ63pjXQtg1GBRBq6u4VJ0QgavMhhHbNv/Ugj84p0L7KGuXb7T0PWgBLNBl
ooHLA54Jb3SnpBQnJUuLvRpH1tOEUMlRR6F5//52uHGX0KUkn+SupMWxNvlVaiy40lTlPavK6jWO
cXAouSD3RlyHiIg2Fl7gVmVtaMFfH25muECMASMQDa8PtwVUTS/UOTlNoAP6o2h7vb9HqwxhvaHh
rzMYy+xXG4q53Kda3Tm7EXDCRyVzbeJ9MCwUbiBkUBJdbZ9BwDpq4zw9tZYoPg+xO31GXKl8fX+F
/68Je3mVUbEBJUDHjPoksfHl5+z00TArg2wzHUGiP0Go68MD6kBl/6XUVPmvAt1GuUfDJbkbQUcj
wW+Vcr5LZgTzSUfayNgrLeZ8D0NjOtVL3k16Vvs85/jWC9uukeBIo9g7LsOU+ykRQ0ZQ0nu/+qJQ
+0CX5VD5OCm61VFv6toM1H5GOhdESyW/q2Grm7sIMVP7c2gN3AmR3lfOrp0xgbqLDISbHrQ5His/
7OY4fjXNxE5/RjIsE8TrTE3J/T5X9OZeN2Yn/oZFAZiBJO/d6Zg0rtJ+xv5QM3ZWpZadn4RVq/5T
O4o37/VEk/U+zoWTPdCByscgxSTxpfc0gYOxrnRGGWAEQuaShAUKuFTkx073ddC72uTHWT2Ik0Qi
xv03iUqj342xVmsPHraKVtCUdi93Q27EzePU2ZN6TLMiV19iNzXqnfRGkPrwl7zsmLL/AKTIom52
noK805fU9grsXOIEsXBK5VHsD20/jZ3fJF0ePVFsMtQHC6s7YCaePqXBkA7yp5e3efcp7Uu0GodR
LayglXX57+hQCT9rszLlL7XrdtOeLouSn9G2GsKdl4zY1CKLx/07puPs7Fs3EexHM2zkY6XkTndQ
FFvRT8SYQ/55iiis34V1aGd39Zxaw26Y8rn8PAKz1x9wbsnQx2jSVPu7mFtnwB8cN4zpiVEA2qvY
vdW/FJoy9g+jyEOu5T6SEkU0XUjfSvQi209Np6An5I3EVhFOY1o3PCGHgRFJCdExfibIAbmMvVqH
ZqOGYFzyrLWTgay1YbcFIl4TVhIL9cdod0OjNc5jMmEmtu+qCAFW8tF0eM6sIvL+7UsnTV41PdaT
F89Aqs1Xnd5IbX/OlSY/pbZiOr+a2G6r/egabf27VqwCjHGYxyOKYCUyvMXn1mk9PoBbtsN4LtrO
aM5Z0k7aQ431YXHMFE9AYyi7JIyRmDcj/RtwXl3/PYxG4jzZTaQap1Jqevd11CngHWolycJDDIh6
+D65ddLeZTT3BGdN7cZkTzPcLe+SCNxxUE1TLXTfNtN2mP0+ThDl1IAwj/9RZxj0XcUb0nwulNA1
DhRTZfyC+rfjHPIGZ5x9TPs1CSJvMAiBh0lLDsXY9t/qUquLfet1sY0WpLJIpoVeElNPLvkqMFua
9JBWnSH/wZTL1v0SfpdypytZ+zLbsnNS38xmNxx83W16wMBFI91X2elW9KxWg64lvicHVcx+DVyQ
6hA2hAQ0opfWEzrOqH4Wdjzo33ILj4ydXvSe55tdtvwkIOvuThNJ3J5HqQpxKM3WUn1Q2o177A3h
eHsqKKH8XPIU637TGOIfpNxaowosCNmQLE09/klWJcV+1po0PM3a3JX7vozG4btitXGyd9XMtID/
1ICogjzuh3yvkfc7+LMPaXmIAZ8kn0y9UhCGpx8TVTuojnbiG5nbDj8HFCjHOz1PMyMwHVmTI8ke
5PhOCFFoewS7QglKEU7Ct77ztOyHO6liDBp+Qjhzt4T2v4Zhg633x9wdxBGtBC3ojebO0geAG241
uXvDaqpnIwHqEcjWrlBgs+3eAx8YR00wpUNTvSQ58CxqJEO619O46895ZifiIZzqWfizwqYHOeN1
7QuqFQoFjFz2Ci6gYfTPUulCJ8Guh3oOqIuFzX+JgrhdB65sPM+yC7MOLIfby2zniDw2A6o/vVv7
ES3FVgGDPxL/+MiktHnqc5cl6qMmMnO60xC8b57sSRfq1zosRzZAmGf9vLNlqiiSfzepeulrZqra
z6ysPt8VHp7hn+GwWMPPsersdid7t2hGn6a3gXBfG47DsfZy2whk1w4Sb057NpyFCWVkKQhX0SQP
yRyOpeKrZb1c37q0MfjEzyh9FlktYt+pZPazGHBDTn0Z1W29E05bJndOm6AupRoJkguY6YEJv69C
Je7uZjOzWcWyqSVAbYGzuYsl1WC6Z2cAXnb20rz44oBLT88Ktf/WF94cn/NqVJVTwqpah3LsKhtK
GsPsUmlo3xvPTLtgLBFtxck+7sRu7hjxMeXRVZ7EQuAY/UqFS/nomrWln6uq7aOjBIrn/EzSMJmf
plHvG16sCg2k05hMbmn4Yw925gUiTFh/wp9Sf/WKlMRazmb7F9qI2q9QhmnkS16mMHDRa39ooCh9
J4aIn1G6MXNopzQpTopQ7e+WqvffKinHMaCMOZsPcQ659Ex7pUdWYxz7/5Jqtv4Nh7FPTmbSVelJ
Tn3Zz34ZNyrJk2eNRvuUOuY4fatZVOcI+ihyD24+R5yixYYDgndlh91rZk2GuHdbTUyVX/Ee558G
WY72I2orffo76xuKtn7RGHX+TcNqLveFXU8O1i+RtPUeuH4958cS9Fv+ihykiwR+G87mETU8S5+f
q+V/fMsKuN4VNNHS7GL2LXCOA2KtkKRVt4t+STu0ZIDbSVz7SZO0yqMCNvVZayhjnhVHVNESDlmp
n1SR3hFZSKnujLmzfipjK2TjJyKxfplhkadB72Vx+aqEVpnBtI2r8rELY9HoO0sk9n8aIOIvnCcl
/Cb7Ohf7SdNF8h/6tMUYSPyxPtqQIuIkVUGOdymhA1RZJdG60VbY4YXxyc17AAjCNqIvBYHTFJSA
ELYwiNeZ7FtED+YRcOoimnQZd8IaCi2hmeKkVg0ElSGZofdI/UmE8qO47GViRPKwZaEOUm9Z8qY/
CkhN3KnINTjiNMrxN1FntSvoTh43Iml+yCqOBitNbxsmBV3QtQaUarWJUkfMx61n+ayg3egD5p9/
vD/KdVIJno0CwFIDAJOxtrjgka5MmvgJptGZ/snR8/ovxSq1yHfbuH5A+XDcKNTfGpDePfjKRRIX
s6PLtTNrOx2NYUopVlnJg54tnDOiz3OGbd5BOlN19/4Er3NYjcQcOimPCMnlumUdTagdRUqbncgy
6oM+dPGdLrRhYxlvjgL2BrQyLGeMlS5nNVrlIOqKWVnNgMh3gleFDzRhS33sxh73aMDTzKNGZIEz
vxyGmFwlxJzkSSfO3JWWYgc0rxZmn2HvPrxuF0OtjpNmCA2leVWecq6jxzHO5D+qO2z1Ga4TcvJ9
h61Hw2bxMVtNSCnGpBynPj8JnD7vcqtL/BJd8NfJldU3YbfqLhlT8+WjU6OpTBmAbiWXEw2xy1Us
O7XunUTKExy9JN41ehcuSZS6ZZR7tdUXuCi9eEpsVOmv7j+NJ8ody7o4pWk37/HeUX7wGKARFo7F
VxLC4qMFItaRmhryKIi+LNDly3mlpUkfBQGEUxcSoZnYlwTCG77VhmiOprHp73C1GQFVLtbG1OU9
WD9rnLRdCqyMPJ3hlKwK4nFuTqY+2H5mAVZ9/4tdDUWphtuCshc1vEX96nJmKrrIEX9K/z+dnD2Z
sf3FGzJxLqas/ffDQ5GaAKFDRGIh/602h4c9KKqVDNV6PFRp5wq/y1JxLJJy2PheN2a11PLAf6Nd
SM98NSsF7gY6/a120swQjUSNUFIsDqW9JbzD+7Na7p+LxwRZUVjhlM9J+bjnV7eupo1OJCnUn7oJ
Iek7QL76D6k2TklhJVa/6lLrPscRE91nM8SS/fujX02U95IDAMgGP3a+42pNq14g21OYMfLdmgu1
Lnaq11IdXXU3zaqyVYG6NdVF84Z69oJDWA2Wa1ErjJipRpR5DtSaHGIvewuAdnXhs6AAl6lbMgYk
nNWFT7JdIo5m6CeYjv2jWhe4AqZuvXFTrW8QiqI8WovkA/23xcX5ct9bieblOlnQyWhCeVcYFV5r
ZvevUzvaodeHLY7v+jvBhFl6Lex8BoN6s5oU9HLbGWUengDEFIdidicSk7o+QpL+KBtsId3AAVv6
y3BFoUtdzkyMHcihiforQbAVZGBT77q6jjdO2PX6gT3gE1Hs5ZICMXI5ilcXiaeMtnsaY/vvNtYe
mtwufGokL4O9qUGz3hJINS9MJeRhKXwuEieXgwnZq2Ooz8YJjEEJ1XaqSbYKkSU/3j9N/1dC/fM0
g3kBIr0IPSwAejh7lyPpbUZG4bnRXabLTuQHkrhBTe5UKxdLTWmq3P4vyyy7+UtTzaP5HT8gqQmf
/0cYT7R0U2tnW6ERPqHIoumP+AjHY2CFYyTvTBWD5eccbn166toopiDllV63LxJTMf0BjJtE6Ab0
QgDUWW0+YfQcj3c4ai0kDDybRNDrVRzuIvIh5Uurl26OMxv6VvspNJR+XxB0JLbvZerwX0eQbu6K
TM/Jl9PKtU790I9DUESGNhxns2uSx3nMpHgocG1MjgWiB1XgprOBYssE9geb4LSMnpwImYM9GnGI
7ItMNaZ7K4PkAJNG0I785DSOm3/C8cWwn/XQqfKHOarRTNSGKQL57JLC3yP3XCmvk+WhY82ecYp7
M0mi3J8NY/pBGl6q+ywiMtnNHHr3G/oIamX4/4+z89qN3FjC8BMRYA635ARRWVpJu+sbYiNzDt3s
pz8ffWXNLDTYY9iAAcPbw05VXfUHY8C9+srRknL4XSpJPYLapo2YW+MlQ5SUZVkfsFqysS3kfWXs
00ZYJcVc3/uNVipfLZJBn2O9qPv5oGpkjKOlSZLv0Ezrhpeqm+O46WtOFYrVXZdDPpvCP46JaXxj
yzf1DmpXM1zpypm7Hda6Gq/YEW7gs2hX90UTC9asU5U42j5PyvYb/Cn9dz6ZKTZM+rCGs6NnlJjR
ZdKvnVKKMbTmKX/FUTYLdpB9++fCU/JxaLUZypojtdtpnRxxaPpsysI8J1aG5rL2XeTVDZ7alZN6
WVSbSxXclpXn/NBrStV7cuHK+Ey5xV5v0y5IvpdmVSQ7A47mFAVlkCmsD0tP+VG5OONL43aYuAuR
DUOkD3XQ7/BfFRRoIZ/ly1F2SdAdXT3Tu5dMD9bmxnPxDtul6VovR9HD5bvJEtv6Rwy2qr67aYY/
HfW1Trty7NWqnhekaP1QdrqphWPvBY940SyWihZDy4xXbKHNl7pe7eJQGZKCeNhyLSb/ICvrF78o
q9avRZ4V8xGep3Ae1pR+0U5H+F6PGlWwJKtSrffcDChE4cvkZG20YLSneP3qrQqxedDoMZnV5N81
WVPO922h6f/UCvjIlZm1Php6lYWg2WMgB6/7IYKmeLNLt0wfFtn0n4S/Yj3Y4EQ/0M0sV+pNhVRu
7KPJg7W57onqzQnK1dmtY4BYQ0Ix9rek77aEqzkLGaXaYulhoGu6vG3tse5vS2/JXyxN6TndbXZ+
aBX4w75ItKem37mZgCCVa6Vn4YDn3Zuw8266T6fFcA+uPuv60e9LF3eOHuTpLSDDxn4q2mS4s+zO
KY6WOxTVXZtkY74zRnhoVIV6inAWrQT12MGALF+o8nMaq7avjJDtlXlEAvLbOyf1uwcHf0yHu2la
hiizEmQtDH2s6n2llXi8J2JtKZ4tqo1xQuzrvZlQkt17Ovy9KLeb2gonSy/6HYV0SvWZl/s/dM1R
aJBoReYcVlcZWTTVgfmE60zl7HDOmaqoUpvYB1XgiaqSSMchssSGGKP24j9Iu6KN4Xqru0RAcTpQ
4LMFCzc3R5pE9qyNS4hUBsWiLnUHa+cD/9Uiz/PLIhZmX/sb2QIr3d51pyvPT/IqyjPNRG6+zJ3u
OHlmkUUDvY+fphiMKhywkqcvSNmtiJwiVZ9yYle2t6xBf0gNey33lpH395iaM7tLOQ2xRBLmhzuC
Ktzb6GI/YnqIV0euq7qK0IlRPzAIohvpqM6PTWtJ6n02BT41JANfEW2V3br3iq7bt4lSn9M5rcwb
azUT6+hRuP5VakM9ROnSLg53sZW4Oy2T3meETkQfrYQlI6zacrqzMrP+OnemJw60PRZqsWb/hO54
/3NAtuH71CzZFxP+cBkNQdZb0ehNLjNnlFW9EybhgbehR5U0150f5ZCnX4vSF0E0TZj7ReVkwr7X
FIxMtMpSP7sRSbX+4vK0ENS0HGGErS0N2mgw2OYd4pfdZ2dWfnAoR6VgBjTZZ9/TknqX4zBR74vZ
L4D4IeEmwjGo80c9s/snGwuXb8IakObkhV/fjLQNFXh/hCfzwJyNnaymvoqsykQfzAgSke+DAqtv
oyJsRby4mM8s0FIjLIsgWENnoPoJNJFu+lFQ5k9CXCgtsTcx5Awi2iOKNr7pLh1Gn4isJGsBZ1eo
hdcxev2Q8id4LCviSz+rXK/tuHSNuYwmtwWS2JJCPTgIftp7q4J0FuW55//0zM589exV18KULUw3
zeSJPSPaNADcWcA8onKgASoMEsdBZEUsYzghBO2EkPG6f5IZNAK1Y738FUzC/JoIZy321TjNn5dl
oJNKYyt4rdLV++Q1c5UdskVVt4maQTz5/Txj0klSIDHVbWnvaLB0vo6aZ/Kvoh2yncL1Nt31qSHv
oI5O1W4G6H2FZi4zA5eN+Ot7A7+xsYcm3824J00RD4bRIJ610g/ZIfpTb7vdzzEldgOBKMw6ShqC
z773tRX/HFN8nsbG0ZBAGrpPpsLhJqQjiyDqMKATX6TSk/ugH4tmp4NMmcMWlOx6qGGdfW4xFFvC
QsC23K5WerOYKfZcDEvRVXvgctn9IKZUcmsM2bNuF1N2hFrmxCbB3YKO6vVOiMCxmx1c5GQ/YdmI
5DBBmRbAYjaZHfJ85aKRBTXR56Gu8dhJnaTaVX7jfOrxPK7DaRitKpJidTBO00Sz84QY/YPS7NYL
aZJYXzTFCeHT5y6P/FFvUUFyp3KPB6XxE88Wf4h8w17m0E8U9ANjphV7M4xr/U3LBb+Pzl3AuUX9
Xd+jKWwxw5pcv1m1biQhAuBtsgcIWupH+pFNE0q5WbCUeTaUYZWthOW+s+s5tFtXbcpmTXdNu2At
w0FUWRPhr1k1EdoA4/O0titdaoC5d33GvqVC7fR+GCDCi0+l6n2sKGbPGY9qZs72JQaWQ4Trh1FH
Eo2937bdOq9DKrQvNX3gx8YOlpGm1zJM4RC4qg2bdlmJtkvZ/6KaNP/SKUYE3Nmj9db1oASudR0R
z2O2LN2thQQll/WUEjXVYNMPchM3p5mLt9MnEq/utS6b8auTmBB8LKNanpKk6ZvDZmjxqeqF8RmB
yNwLF4Su2hAKAWluUa/aJw/cwPPSSG8Mg6HsjL0h9awIzcyS2p4auXWrctsbd7WjRBG2i2omGlOK
SRqoHwI7cNxEbo3NHh/PRswPudEEachjv3wu9MkXO0fWpnGl2krUSEtosud4EPsia3HNn+bKFbjr
BiW+usGQvLh4Z7Tc6eRU4YRqfBuhG+gsoTEaPZY/YyC0LHKls9ZXheVP+XHWGk4jQKccg5XFKcWP
2e789Y4E3NawEM0W4yVZpecf+dohuep7alsHZqmqj7JOXRbUcwgEsGCH5Cs4jWx9IHEo2s+2ow3a
vvGlPURzMBTytgMUND7B8nT7nasvRhL3pl3ZbWinI5c3PtLF5O9b3czrKBvGLP0su6KnK048+eEm
gUreYBULei9NojX7SdcFzIalHCboYISRO7BLdo8o1uCRsmdNOx2szpyafe1PdM3m1M3MvUBAQB3c
pDT9W5tO3fQN5bFR2+t+aQaHdhSj+wPq0MwUGNqahmnTzdW+YZA4KcCEf8WAM5H3QZoiuqbWVZix
4Tnr54H9M7zanjLQXyshdXR3NTRB9x54h/3CM9vU9kxS4WZhKpNmjrQByal4TpZgvHHHnpeOYDXn
eBBGU94IDdXRcATA798OTtDgrrgUjnvIS3q1hOuWdBOce1pEejF38ookwhNUe7qu2Rk8rcR3egCa
9Wab0woKwkwK/9YjAX3FatqdtnZlQ7BsDV4fhd1icNZoVGm+pOTu6cusJQt8XI3nSxvVbTu2bw58
USOirovKUpiinLyEtj7NYt/JRWu/IdsN+c4o8e25sXmtWvcVlkfVscPBSdJesxvtvjCrjpTYGG2T
LZ/5ehrsZd7KKm7RE9bvsahdFXSLdmjiPC1FgOReDdL1VVgSvbreyPEWNxOndW4AxuTDoagDR11B
nHCaY8MbvPlZm3mfPc2VMaswdRYE2cDz26g+gcwtdr7gCfupsrtxRYFj9dz7suy8eafkZIkNkqDW
X10vaSqFsln9GtpzY2d7YF6+f90ssuj3baoPz8OotdaRtmLHSwZb5kq/7jLwVvfU8Qx+qEKQ86BZ
a4FZnb7UQXftIvp8qfp7VryxgYRvioxUVCAXnfYGMkocQYKwdDysQ0pbsGjraCNFvGRL5nz6uARx
PhbNIuqjFBXhAVKNeF+AcPy5duvOruI1w/V9pKd3TzDRbgTh70IJZ6tlvK91bH0pxHahB1AmPVXL
Ls1VlE2gMZSLFeC+cfXR+g4EA3861GTb56FDN+DBXJKyuF2ytnrWp25Zrj7+3rM60kYUZzMzr9Ah
AI6//95lrjpDn1UZq6w3X0xqKm+0VbvvvjYXn7S1vORDdV5Kom2j+xAsKScFcIPej9cl/YBx8lTF
YtSsyO08/1OH7uaFQtL5KjIK8R3IKhVh8pr3o7hN0irQAlWcA4sjBq+VjS/81GWgtAKtuSQtcf5R
lICRbgeoQVfkTM1K9jIAIVTlsZWoPNhnwTz849d+/bfcaDofm4MSGhawR6EgnZQW7Y76Fx37Ip7Y
N1GajZx0k8p2PZSXmATn+4IzZ0Lfhg6MGsmp2nCXJNNkTKKIkdTrd6UdzC+G0Y+7xc2ttwSd3guH
4XzFNtoHmhhbYx3SzMmnTe5qTyqdi9gduGorJUQTJm6j3051o339eM+fjwXolzIUUjuUjtj973eH
2kiXKS/C2Bq7bJ8jmvlmTFDGwsIhbH481vnW8DYHNIQZNqw96Kr3YwHLQX0ho/zYqSU9oH7p7DyZ
u4ePRznTDQQYQFIJMR6fo415eTKMnqZzIGs+SbOwILpea31Bn9Sb/JcpaEg/eIHlPbr/g1xv/SV1
1AOPysImHUuVfqVW3301RDal+6W0VkCjaB3lu4RYKq/J0/3+LdEKoaNMhCRpuQsyr5Ivjdd5/d7p
5dpedVKf5AuFzV68GJ3vLLcBKdglQ74/LBxfCfGE6cSr4zQQoAmVN0g/1XE+N/O+SZMkIoN7peI/
xh9P6J9G4l70CQGwIIkH75fNyn19pvBexwLTmztUYL8qL+ejhvXz3w+EOhc7nrYOEscn7avc9ltD
J1ePAcSIKEl0f99wCUcZTMILm+S0I01YwwprU9elY8DZPmnKSVlSLmmqNg6awLmDXBVE2BS9Bd0k
Y1JLaw9s7/fHX3e++2FfbPeHTqcH1u/23/8DJ9F5WbdULOsYnR9vN2MeTQq5WH+9WBTN6HtT/aAx
BiDn/SilrqF+U3hNrPoqz6NVTNV1JsDq7izUOC5cVOezuHWsILTapFAEz23n/OeTUgdmFXZvbbxF
Z3+nuZt3/GDM41WK4yn1v8ExqmOdBeslD54/TCZdM6Q4oF5xyk/ZSfbAh5VybmOPxLYI64EOTDj1
vikv3Flnm3+DNXHGkHHbTtqZCoNhu0oH8xivybqGdoJKv58ETYSHVnlhqLMwsxkguxgcQDZmTk87
S84KaMZz9TVecTT4LWXtRvXcul9m3+hv8rRbLrQdz+aQcSB9wtFB7GMjtZysnjWgfKHNKp7tXOz1
oNF2nl3bF/bIn0bBsBHbEAA6mzvc+1EyCiO5ofNqWsxa+9GhQf0FoZrZu4AdONuKuELCvfhXvp7F
OhXNdmSTm6J19DgRsGQKDAPjuYLdGtZNqcKCTleKlnOqfv3lod441oAiKK7Q4yTqvP86/Dx7383H
IV6nYDiA8fKirqvyv16p7cpgBkFSAWU5nUPW0Jor0J4kpsjXj5Jq8KiVl+AX5yu1hRKAR+xycDqn
p7nJKcaUfjPGto0W+DpPXgRkYdx9PGPGFn7fpfrIrIJt0tnhbHikpt5PWV31JQXvfozxONvZhvG8
qVjX+UyjoYtmvwuTCv7BaBwXsN0+OKt0TGhDahFsPWRIsmqHa/dDk+Y3mnZJTfH8CDK729sKnzII
NP42Rf+50NzcpnsmiaBaMa/P9dBPxyCVw6H1EiueylZcuK3Pp9wjDQK3tp0QsvSTMAQTbjKUbixx
MQZp5JGwhGBq5wtTfn42SCV50QBk4HohWXj/VQPWVqgzeFMMcy797eUW6R0aL2kfzQuO3Fe0GoMn
o2ntS9rX50tNWNhuFuIRvCTnZDqXMZnbRVYwGlW7/tatpdtPWaNu9NWor1ayxDTqy8J5M3hGHz/e
Zuczuw2NWiWHAy7Uqd3u1NZFocZcxHpAtK2aeY3Ngq7Bx6OcRwdGwUoFgUJePHSb389sVmaDOdWL
iPPBoCWPktut1dNFDkZ16V31p6FQsQGKCiDLgm78fijDr7uVx7eIzc6yQ11KXNP83IuGxL+UQQf8
Ue9PKAkYWLaN2IXc1amiFhIfLelRAfPAqIqvEA7Tjvauq8kIRSq3OSa9Sh4Mb3a+LZlcqkhPp/aC
0tn5QaQGADwLNBPTC4zk/ddOg14WYs3XWGSQYw44e4r0W6VTz/ZQqF8fBJ3Nv/UFI76D0fr3UoLK
DSD3/ZjWlJvTTKcs9m3qhvoMI1KbG++vjzyjuMg68WrdcEsnX7ZSEkzmilE0aCJ7TArp6VfTp4/3
5ZlQ3L/fsglIbUEDaeuTI+/RH28Qt1jizMtgbzfayC2WOKtQ91Rx7Tmsrcl4RMhlxcNi0JHbXV0X
VbzKS7XxYNAgGo5JNYBvzdpOTOEkh6zcQxowigtI4T8d1ICAzdYGu8ZF8X7WlZb3NvyWJWYji+fM
cMdfVbvkF2b9D1uaU8plAHRyk9o+WVs10r7O2l4g/eQ07gNbOnWjUpd1jltF5eZXva3WH8JEPOKA
lvSoR63jJ5deUn/4VoAjPNrQGOXGODVqM4peehOtSJ4AjX8oXb2/QeB02H+8+H+4dXleIzvEC4dq
4Sk1My2CPKnbXMakJvXIwuq5EcmhMoPQUXhX3qQItjWU3/XW383DMuS7j3/Anz6Tw7vBl1hTrpL3
S1om4KPWpJQxnmDTDTX6p6CohwuU9j8MQjpEUQbzBtQXTu9DTBtTQUIgY30W0xXaaGXcNTyHP/6U
81sX1VlCNBfhVqU7rSUkEixJ2q4QVyeyxx08NK8IvcFInL3n04G7kCyfDbdVzkwqJBv226SO9n7m
7Hqh6I0oeGw0S4PCW8UjI19N+zqBK3tBF+3f3fbummcwEPq829goLtnB+8HKJllQTbG8uOj97ndO
V6Y5ztPoa1f6wpW/g6Gnec9Ta5RvFiJ7VpTphYElz5T2He1cp/yaQSKgILamWf1AUPC6x3Upu1fN
tIcp6usye867IYCRn/ez+4rhbPFZH5WR7JZp6aYbcyrLJsp5Cn9d8Dv2d/Qu6p/0zas6roKq+ixV
mfVh65Wtu0NOC0qMY62ijQf0WRxQIHqZv5AZ2vl9QtO0OQyuDNIvCkbcL1vBdPiRaG5dxXOzpsuT
2fjE/x52+LzTWi23n1XtcAJnHihAr0wy3/2sknGKbIPeQ7hIb7lk1nmWiTHlNqm8zVtlK9qc5Hv1
PIusyC0n1ib9FQVPm+t1OWplBx+yKu3I64a/3cCMyM1K1YaF3qj37xfZyR1fLVPvxnTiV+MweiUS
5OlQLHlkqXT567TLJQni43AZAFvNAX0/XG6LoVoBQsWV46P60AF7wU/mx8eH8iw5YBCySjy9tiop
UfT9IASKKcMoXY+1NvOiuTHGnP60Od3abJdHvS7dv41RDGhv08gzj1N5qjqF6EPQ+dnC4zJQzb2d
AFAZE9+8sFRnN9o2CuQcWDpbG8I+WSqRlQEszUCP/aVcHiUYytdVpJfoWn8aBYEChK6p9zpUb95P
Hh3xrLWgU8eZZfY4qDQqBPByqWR+fpHBZiIAGQgkk3yfKpeaQSrYb5kTQ0I39xpt2agyGgAEtnUp
3J1/0GZXvNWhqAcBaz7Zch4QBg6/6cSDBEOGSx7PfSR///pmpqhGlZWHIY/Ws5r8JhOampPyYzuR
efWiByWPUccouvInajz288c7/PybCAMOZ5a3MhvudCssNP6EHHo/3mTWPwP+zd+qEq/V/2MU3uKW
ZXn8c6pZ2cz92HWJ8OMZV9K3fsnmG0PL5dvHo/y7o97HGbYaWReWUvyNhMP7HUefdcy6fA3icS5k
t4OgP+WHFfIY/mROZ1nXnrX6vyZplP8kGo5MxyzVp+9NDjXuoFXa0l91pWne5vOk9N3Hv+38JgFe
vdnbofhKu+D0Pka+e9aToQIgR9vKuE90Z8hCKdQyXuGEXapXDPD8x4/H/MPaAupGm4obkkLLGX9n
TJeuF9KPXTd3Io6Oc3DRybnwZecHkGXdXBpQxOH9e+qvPWdzq5fJGMQiyWbQlIUeS1QRwMjO04Vt
dB7UTNhwwB2AsPM5p+qJWxIBkoX1deyiPvpkZaFCb+U6H/Qm1FJH/2XlF8/jH2bRplRFlYr+1cYt
eL+p2q5qddhjSTyDUsUbpaojEsFLCqh/2B9k6lwv4HwQOTmF4GfAFyfDSpI4gwJ93+Z5+QONd1S2
F0QVe0pDFyLbH6aSHHMTETdoTkBce/9VnZCJ7SA3Ek/0sEJNR75CT93iRadyuQuMwbxpxTKoCwv4
p7lEvHEzBqJ3RjXq/ai6M+INKIokbiqCtu8L/RiY6hI56Y+jwLRHgcqjK3cqXLuiK2Lb65jElqp+
oEkj9lnv//XrGvtwzFWIO0QD2jrbj/hPAU8XQL4QJNBiTaXW9TL7bTRS9Nx9fIT/cLhIphCX39jB
0J1OJizroTkR37RY2mYeDaZTH2pXQT5VzfePR/rThvjvSObJ9ziIjKQJIwUdYmgeihg3qe5whGfM
BsGpjfUK0VAb9x8P+8cPZMcjVkqpglro+2HNpum7zGi1uFry5Dt1hM3odh56FbkYzn/768GgxmH1
sjUy6UGfZCQkxLac6cDENtnIo2VgNiS8VIdu0CV/nchheoGc4sbo5s4/ZRiq3FJgNL0kzuWQICvT
q90o3b81AyCkUj6nzENchdF4WmzIg8IzRmmzCZsOuK1eAF53Z3n119MW8CXIwpNpbZXO92s0abyK
0jVPrxNrrCKUSoJ93Q7WbUvb40LIOr8GgY5wx/KWgBTPvn8/1DznC/hbtcazzP6xZfIrKKxnpbc4
pFTl8W8/i7EwhthEZfUNefR+LLM3ND1dxBpvhFta2gjPIzDvI5sUXPIQO7+RGGqT0eatDan7rBSX
u7lfOiZFxsoV0QCMcJer6W/VNf/tfekUntAroHZ72qhPu5YkaxXwnjVj2rVe9mNSgQt0UrZ/fY9T
8KFa6vEXhbQz3TPRwncxeKYgZ6MebZWX12UwyguFl/O7gThPH49XCsUldMHfL1DpJXmWId0WJ1Nm
H7qxt+NA+U1YGcr+6xcR7V1ARJBnyS9Yq/dD0R5vvHqQVgzzdJO+8cEey9K7kNqfbwPogxvjmKkj
m/C2O/g/MSOXAOKRA3HjknoHImPeo+d1xv8xyPYagq8N2Y5u8vtBkINSVusVXjxmxu/JSfMru5T2
4W/PDnn29gmQE8noT9tXSSpQoulGD38d1Od2cGftJcTMtkR0BEDo3woHbortmCayRvAUeRKdZCti
0oxyGIAwyGHsrzJvftbnLrnwTeerA1aDzJxaHwUFUILvJw7D7tqGDEFy0vFgGKRMQq3X5wu3zh9G
4bW6yfoChPeosL0fhbsoq6ktJbG9Os1ucdomSkf4Fh+vDzUK/pz3b6GNbs6lDSKbgqJ5cnh02EO4
MOZJXE3SC3ZasXjG1bgY2XcUEqa3tJf2z8Zude1gZdPGSkfsv/c3A7RgBaLiAGWPvHIxqzszp2r0
PFSdtrxsTX7tkBTJbN2ZdIqbfelVTfLES9V390JPjOmQIh+lQVPSrfkOeFnnHHwaYhl0y5qKmmG2
sDHSphzFDQQ3sR4RxZkhKgZ1UO5Vl3r2Tp8GBzB73s7jNeqelXHrrM7kVmHRdmO5h2s4r8cZQRt1
5S5GleyTKrPtV1vTxFsuhtqB24fo3FOHxJx91VhaJnbekAAj11erruRulourriplVE5sSSoukTPW
A32uNevH51XVqQXFqx9/D7Uch7u2LWggmsOUvgptgsy46IlKHyZhYYxQw1Iddoq7V8FvaNx65/WD
87K4skuvXEsz6QEgcBaVZJH2vvGgHTxIz2yeRpMvvkuFaZUHF1Hp/mr2bCX2QV5JRIjMyg7ixUYa
rdght1+tYdtoSElhQ4kqkVdP8+uSL+s/RTehLKWpuXKipTCc6lladHzCvrUEJDuuG9C7FVgdzLAQ
g5VXi20ReohV4Ay9XNXBDHds6WGvoe5WP8FqzIK7DG5sTWvC0OQ9dcvM+7n2ml59GzspsxtjQjv0
aGN4pX8xPQVRbMLlTrteTdfrQyjG0NAgozoYiQuRC3lF+7e/7imOfnbGdiyum95BhhBmolYDc7Sl
v1OTMOZD0WB5shPI3smjYc8QW+qePsp14dh1f+21YJ53DldoH7WznLQrO0dPYpcBOm2ORUV6d62Z
hiTm2SzLbQqW/de8OrN570kDBp0GEPIbhqeDHwHHc4cr1Q34kHsNVvAUZotuQf/EUk95krh+BGo+
y+/thWrDraNGY74mC5+Lo1ugq7XLAE/6oSd0uTphhu3TEo4OYnq7ZdVkh2JeX443spZlgr24PfVR
b2qeiPoGucxwbLxM7qRbOPCjHG1aQtWPCDl1rptBz+mquboeE22RYd4hunhlDQBudyVCzOPeRe9v
Za90eh+Rpk+QTbSlSJdnL5AsbwqGSUZr7vvyJhjc1TrMukpttARpX+xFtqTLsU0dyEhhE4zm8og1
bo+nkUh0bR9YgIO/JCqzxttgKf0v2VTonxAnDIIoT7qsuU0XlB9CvULhNJwsKIVRqQb206a0WEe+
u2hJqFJYPdHSZkYfabzTEirAriyivIbaFbkVnBrSEzuXIcjyAH9HKjIPzaoVn0yj0z6ZyLYUjyke
ZMbrIFQtHw32C3LUpQey3u1L6YVN2Y/1V4jr47xbQDdrO1tUYOB7N/XnGSqyU61DJBPk68K8NuV8
zCzhf3G8RLTHXNob27qg/f0dWSKU4eoWfuNA0VDYz9WUVf/MTmd0x2Ww1gragb68geEvyufVAzb9
4EGwEVcjZY7hBVkw1j8fg/at15Z0s1f3AzgYhqgmyEJZ+lBMSumHAKHBb6OzVsmdgelkti84x/L7
uhgCP7eG436zoDJrhgYs2vF2ntYZPgQ4vzaCJFMtR3/LYffT6Bgi5JQwhRDbsuAr13BSHqFvzkM4
bT6TV6uX2NNVknnBeAgqH3Be77lp9Zu2RudHk5hTE0VPhYyqJgID4UaqgOrWm1q3esp7F75ku4rB
fHI1karjnC66OFilOX5WiTeJhxRmWr/P9a6ixMZSjtCeV2PY10un5H1epnjFWoNmgSUu02nUsSGZ
NXs3C61By9IZWvuWUJvA/arpUR4yR5TyGgcGu7up5DiJuEbhVHsI5q60wyETnnlbzgJO2GgFcox9
lZjrLWm2Y/1ITEe+VdJarGen7wPvtex8rfmcUNDUPxlVNpdxNev5GGZKOupYm814Xyh0DQ5uAav8
FX+40emjqV8dbYcB8yqI+TKB2M82QQkTTVUfxh4aON1Oh2FXQ+/xB20TepvTQ9OhZXyo+6QUkRy1
ybzHD0Wpgy+6ro2mLl3ZWArC79HvZhebzGod3S/cWFP7Xek9zMWo1asGql6XNMuB5tj04mmrvUZz
5yfe9ajRK+B6SFUWc8CNJ1e5rb6f5TCZV8FgeNo3iHfVcMgKao8HWgqVYYWi1NLsMV+3a0ZfOqei
y2Rr6iAd3taIMPLMR5ovVV8zB22BMTTXRCt3zsC9CfGmafuHgGbueA0k2HqApNU133U5pMkO6h5P
2Zw84he9Kx5KU+mrloao32NTNuUgMuGpNs5PO097FSLW0Q67irtZIjKiZ87IPCur+kX06Ze7QPO1
IFyHGgsKrS6MPEKmdtJuxqKAExusNFf2TosgZIhQ75SEtAEdyiB4WZJiOpryoqBdzZfOqQcUEccW
ZqRSvnef6qNbxKunimI/eLhrHUqoiGakEzv1oxus5DVFq9tjmLJKgvJNaTkR/5NfPWpmqtaDLyli
7tw+C/C7U1nHSZLGfLQLob0NeTHbj95aGjp6XMr6MqXplD8Vmt9zLBUqLtxmWm+N33oNNbwsZI80
yye1aF7wKQD+DvWO1qG196uBToWxWKgQIgTrtkcFRfozHlI2XER+ZEK4zzwLq8dUM9GSXrXNGqyp
5CvqkKBxuH/VLQJeth6vXZFruwnK5fgzF3mbRsGwNN8gFCYZ+B3P+i5hC34XkL3UXhUbYkh4s8l9
nEKlgztrDuUhR2D8J7akudybMNKKZycL8ua2TuveJDlcOrMNKwGtabc993CjaNY2fysk9t5vDaKy
cMzNBfi6RMQGLQFhiUcajQXUtlUq7dPqmlCUwow49uoA5O2fJU/8flfToC3gmQ7rfellU7Wfy3Vs
78SypPOdp+mLvIIDrN+CCsf0LUPdsmKateF51GebRnEBh+7YjmPiRT4ATD2C6A6ziuySX4TiQvOU
IkHaPum4L7tH35bOD0TP2W3zmDXZQ5K1EqM3DSmxW4pfi7ohO1bDVZeYubyv/GJoIpS2V++Y6LMx
f/fQdHys1abeisuSK46tMvLl0Vqm+n+cnVdv3EjWhn8RAeZwy04SlSzZlmzfEA5j5ljF+Ov3ob4b
N7vRDX07O4vFGJhqklWnTnjDX1e4QrttTam9Kr1ndr+9MGxgGOEKM312+UeNP7RpNL1NhYJORj7U
yaEhOb3VkESxNnCVrIHcLSVW1l3djXtZzID5hV7RFvEbWbdYBtVubcrAQOoWpEUDR2wDwSbksjXC
KtkJVTG+RC59vv1YyhgEwdyYeOMgVeo6fqGY0KE7000J2Z5SyY3hRjL+bsSDa3x2Y0vWr0KyGaB8
LSZIFv9cARS5CKT4AF764t5u86JGbjMt6EayWa3nyOwc7bFiwzVf3KjWu10Tlop5KIn2oDHsydpT
FRroc2RQB+7KAoY3rjdm0t9lZpu59/Du+upGg0dR/5fbTZjvhHQVm/2cQzvunQJ17xyxWXmAyWpG
G7wixtwXna6Xe3DHjv6kK40S7sokDsnBEB1Vu/samTY180c1KlB+GaNE+Zu7YSb3hRzncdMr8I33
KSByEwHqZOb0ROqi+cl8CW2uhpBWbcZ0DB+7ujE/R42APmq1ySgesMst7dtIwSx4E6lK8YZqHhsu
b71K3Ych/GK/By9fHYY67ManPI6cAsVYengwXXpT5M+WM0Iy9aU9LhrxJZDve4Q7NflUoKWQ7IiX
ev9WqCVaqykk4XgTRuns+bBWMxWbewc/r5ir0F7sRqOf9TCE5Ya8DdhxOHvxdjAIQ/6kSdIuLjf7
msnOaYsO4XmAZQxdHY9R5aqwRBu6Ic7mUcALn5u9bGcHFis33NuM+Cr8lwKmw7Vydl3Mkt2Cl12A
8UyrT6DdqjKMJscwvIWXTwHghM1+dqX5aE4IZUhVm64U6Uupf1Q8sx6tVaAq+N6pzOH5838aNRrV
IB+/pRWQ0JrWrNr8LXPOVzqOYov5WfhAvtZ/T20YhJcL95Oe17KyqzHlXbTwaIEer5x6CHhTP1O2
p1W2yWJlekIYALVrZMG+X17q5EMuS9GkZo7GJIiJzPFSgqHhUA6MgEDrTd8su3fvC/RnDrEkkQcx
hKzK5QXPvVU+HkM0Wq40kpcf9M9bbbk0pTsyYoi07C33mC2k8Xindd1vo6KsgXPsZzbKIpdXPWmE
OMw+8Vuj7W8tY/vlz/9ZVQjNFtOQ50ExzsX3ocvnOydF+ODyKsuOONoxSCTSCaUXBtCJaah+vEpY
FqlVhJ5HJ96IDomH5PYobeNhMtzbCHmd56qJ0UNSikkgS25+1C6KkSEkSHqLNBUX7tTq1UZS9lVt
sGHBUxV+5SrJI7wV/CeT5ppZ3nsPfvWobBcGh4Au0Ftbq+8pbjo4jeKFty2q56k/uqP8hZaV+rki
0XJ8qdfZzyqL58EvClW8eFmkeps5U5LfH37l9IY1eqm2tQyeV8+M/rFagZ1VbpElr/zRyZo9oVDu
Yca1jPPr7taLCzxUEhFvERV4ubz6mYMKFZQmOxZTOnKSqz6elpQAX/tGuW3tcdyr05j5TUjIZfA4
X9lbpzsYQCljKdqtHBua+8d7S8bunBbKyIMKbG0MaSZ7pEG0K932s6vQnPZUoCBs4tUDGZT0gIJ6
5bZUNFTPXXwzopwm3eXX9u4JeLR7nAWov6hUwjuiybSKOibPgjGCqtySkey9zqYzg0xFLNon15nR
IZE3kaBHhfYtF65xX7LbrgSEJYSufwF4CDBx+DgvVj7HrzMWIh11F8dhiDT1qwr49hlHBgQyCtcI
uU0UEGuuSdvh45fKwqthPuMShrg+j9fV5noGOhilgYpPHSTAJg/SbkQLyTLRBC1luotGbXjJYtlc
ifSne5Wm9oImwnOH3vZ6GAlEwm4nGjABGvPjps3i8StoXHtDp+oatOw90B2/XWhs+qIcALx0uUSP
nzJUJlkkY1YGRuNh44rlajb+zNq6SG+y3OyxAJdSs4IYtL11o9Gk/jJRaYl944YSrR3b4MOzS1X5
ennjnXkHusOBZcdxYkHgHP8u21iGYmi8B62KOjQDtD7yBVNPCmzy1f3lxU63GFcqwAqGYwvEYn2W
6gKgpygqsP1VpP/URN96foci0d0IeV6hTFaH+jF3jHa4ubzw6SHWabHC7mMYDFbwZG9Tp7ctDo9B
WTfKBuUdChIuhisn6PRdsopHr1Rn9gyBcJWkGFmKEJKb5gECJ8rXrEzCnTHNHQYo4bV79TRnWNCD
ZGHmIg7B+Tn+bAKzY9ikdEOtqlaDtEzNQ41eFHfq3KDalcCXzqHU0ju5clrPvckFhol3GkMudvJq
4VwX0IKLPNBTpduhNTf4dT6FV4LuuTeJbeACYiXBxQ/9eBWntxDcQSYsQOjF/mMUaGy4xtx8C91O
fhSRQB4ExQacPigLkoRVhqJSMHFwWSr0Wp30mRGH62Z/Lu+/5a0cn34CK3KlLtoWyJavgX4uOnBt
6858rix3PyGsrM9bMBL0o7OMsFq7lXVNnuHckoA5lmEkc3xvnTEz49KaqkzyoO5VZ49nD9XQNPE/
grTD7LMPI/mW656sw6OxBcJofcSm1q3dIomLIEmwQpzn/FUAEfZl1t9Cefh7+X2e2f6gzlR2IdfV
4lp9vD+sDpESRCn5aO62cMbqUJn5Zz0mx6sNPdz1bj3RaGuunO8zex8QN0BXJlI4fxurGD55kSwz
NMmCTCncb3UfTjfsl/FaPXBm85Owwh2CLQPcY11lNZpIs0VFMDAy6LQ97f19XBrZnXDmq9zgJbyv
NiZ1Ere9uwBZ3DW9Yp7p9KhTWAcNIlSzX6BuI33VQg2epr+Dnc/A5OGL2ubiE+p37c+hqfvxVg0j
rE2IqanYQg6ZPpcZonx+MkSecTN1npHftZkw9BvXmhVMmMgTlS1OLUW3cxKZDdtuZtIQcMPVi6I5
m3+fUT04ro/zl90fSowY3Qev76T8FbueTG8byQfZhAKttk1ukowcRg5zt69KGTkbJoYFPoeJFk87
GP4UGSghI7FJgz3MbhTgJ9rGgiTsAvScueqRYmurOzjF1RXH7DM7xOPcqlQbyPUggXG8L0NXmOyR
tAwsRjffUNYcn/F1umZ5+l5KrL4aI39G8QvsCOr/KllsmyYuaNWWQYfBynwDFd713vD1YWCbzXTf
fVVH1DdgRsjkTsbNIO/1xIiKLaopU7Kt7N74D83Xdji4YVs3tGynMd7NUV38UmDaWrdNCsT/u+zV
GLfmAnz/lfv4zBZHNAZezxLfQbmtzm/RO2VIO64MFCVTvuXswR5gm6rtJluxPqwgAMmP+hqICn9j
sbi6THB9syeNjkWAi2N3I8c02iWOUe8Zkim3l+PS6fcnHCGwQhFPLQiU7vj7OwKtLIPeHBFito1d
peedgdxXMcT7ywudRnfKakpbFqNJcYL8cFIv1dyEUDSTscpNneeIvCeG4Wchnma0Q5lpXF7x9JMR
3smUSTneL7FVolghwdlmk50HFedsgwJaxbFjtobx+DWozml0X/DZYNDAggDgW79FxJeLNjSnItCa
ot3q00NZlxtcqegXLh1m/EyLRWY3vBLez71Tb2HMqSCdyBaXN/BPRyTH1ijC4KMIoiRL/bh3t4md
mxutMd964vz28vtcbxWyGvxZMOUAvmNwj62SxS4nv+biLgOhpunWkj1+2eiVXQlI61cJpZ1EjdwD
QQvkvfTVhmR647qx6jYBYJoQ/TmLuTjDYHustg7Ccr16k8xT2962nXoNVeqs3+eyNrQ9hLqx24XS
v4pSdW2lHeegDdBq1KN7/t8vB/vivbmMWrdIHplkqaKRw2ZoS10gTu1N9U2K0qcdpHMtUayNsFnw
40mC2OAJ8d1KPaZZO2WiXN579tTlD+gWR+gFzmAW473mDRqTo7xA4NmPonBEps3ILWejWkqq7uj6
tGLXQr/BlRA53/AQ4kMGiiGCDSaNeJo3Sl2QU8BFkqPP/KYaNgqlcIQyXdg7myFE3fxuCrFlfpgH
aZd7OisTribWMCGS5xipuOlSaWENhw8EQ46ccfuXkcGU9+iFoM98tMXV74psk7+GMTrxf5Uxy/nV
UMw4vREF9+FdNMPJIIeP+881rL8yGBXmo9siqj3zDoQhPjRGg5bhrWqiEO+7Ymr6e6eOja9jiI28
XxVI/CH0aBpQfvB6bfZKbVvfwNiXIkBar/9mCqP+ozdqYm1bJjnFJsNicbpDML3E7xYGhhGUYA/1
K0H/zF4ErOjQxF1ONXokx+fLrpBY0MKmC9zcQwkwg5pmC6l9bWap3jJ2rz41ravDyMOm7kq4XAcv
mjcL34M1l5MAI+N46cypQNZ2UxuUhYbySTQm0S+9tutG8wdv6udrmeLp1rfQNwJQzQHnel53FqSb
DZ0dNiKY2jBxb+ZGJnHQM1BKNknT2J8XSfKPUld5RqSNKG/hgSzcltUzRnXCGK+bu8ACN76hkbAo
AU9VkBnzterzzOPxdNzgIOlIwtdt1TJvRrcGBR9Mg5fPPmi25sZyM++LYU0AHjutzq98wDMr0lq1
MNSlVQHWcRXHCoXqaY60HmNkZknbGXCEscHLrTR2aNrW7PdEjldi55lNA19KXyj83AknkMQpTm09
Fk4fpK5iej4iOuFOlZLMIbPT6QoZ+PQBbeRNAZKTE4GEdZfr4p/LB8NpRFphpiNHq+fPaoZSbaJ7
4yGlYfypy9KPah3R21pSFMo1Oo682lVwhhxO7q/rc9CbCJGABQLS5neqaEYfcfYeA0xRhO2VG/b0
jcIJYfjIX3Tm0Q88fsi5QtfTlYMaZM08PfTpWO0smYU/jRoh0MvX67mlKKJIWd7lHdc8FBlXmHzO
sx5Eg13/qJBfYLSYZ32gR1P1+aNrOcykqCJI+KCkrGU640brgSjaRjAbQ3fba2p88ExZb7y6/6hT
DbYdS0RBXIBNYtHPOn6DZoNZGPgJOzAUJCOsuZvuMc7NXlDSj3dUb/Jw+dFOtyUzTQIZWoh0zixz
1ZytppjZhanYAQCf1FfiGuRhpu9rXX/xwlFc+WgnXVI6JOQKSHoZoOeZYazqgg5bAk3RE+7/npJz
o2iLukke1rnyEvb4eW04/khD2HGWY6mqRczJRgSro4Oi2mP3GuORPO5No3N+XX4Np8kaLFAIkQDN
CLCMBo9fOwOfTMNgJAvwguzvEDsz96AWo2tDgBPlRJ4fcvoin0UcWDQvj9fRElNwVcmYeyrWtFsk
jB37xgYQYHzuGuCVrd+i3l/+LCHCysMUyrzHVy0GviASu6l/Do6Rz7usrjE3N+PBUJ+ldCEJxKU7
fKlmLBK+Zi5iH1v2Fq4iqOSN1n6wc1fZ4YI6KJtW41a8q7syBPI1JmXzQw5CrR9yIw6jPTEqqxB6
lu4n+HCptwsXyOBXO4vt+6kxiB06g1oVBANz2fvQ4T1tVerS4S7zzCa/Iz+pgmrGWsRHK9lWNiAz
3a+FM4y/aEJHEaL7STlt0YgeTN/z1MTeGAXWyD6wHPAs7WhYf0QeNhgNZRQfG62cBzASEbOmLZr/
yryNoarkf3J0j80/WdTPHEfcMMJt49SGGRRhhXj+3MXEcLVLi/m/qgbZ92QUbpTdx3Qpir0xmWPz
SzD1QaVbLZBjs0KCM2P9cC420ihzrJvNHpOd27w1QQL6qV6nQ+TDE8olHQ/PrLepVphPTpV28mlI
PPvNcErMsqHcIimXjX2k7K0RyW6MyovWPWR6HfZ3Am+eEuCPW76GJM5o6g1V6d1VcgSl1rSMZkD6
ReOLhovJK538vN7k5Dti10+4YNw6YSZMkPlD1ezCbtAQK81VVDLGDjihH6d4Udx6uPJAFEF+3qFR
gr1MuC89VTwCa6f2dhGBwu+qF8VvGnwKmFzSWvXeAICDtLbigWYtxaT0W9VV5nlnmLXX7BF47vqd
qufN6wTyzAsKLv9vGFmZDQ4OqR4fjMLLtZ0NGrP9Oo/uNF45NWfOJhU3g2xyAw1N6NXZbNKWu8b2
mqD1BvOBERsiC0P1US9SbkoUppbhHJkzLIjVyWQP90Ci8yYwnbC8H92qOCSkKf7lOHN6ay2rUK+R
6iwl8PLn/2QBIJEsMRlpE+CnPD1FUauAVMrHu4n22PbyUqevbVGcVZep5sILXws8FZFUcFaI26Du
tGLnFrbYkg58VOxgeW0LCe9dN0s74Sp5SjJHmYZS1DxipADQXt/2oXnNf+z0WThWqHlQcZqoljqr
xqwzodZrWVUVGElRBCOH7ckGyfrhfJB7F9cTsFM0G8HbHH8cbTErttuoDqTZA3eZ2xgb+KY9GCVF
y+WP8660+m+Hj4uA7hhiFLR/uRDWCmAjPlxa0oVNoKYl4TrRFia5xXzpD5l3o+wiMF2/9Tjt74yE
cIUfRGFv8dkCnm9YWeXu+071XsCsgYFDPDasNyj+a69Oh4q2X4eO49265UDwbyX2yQe4AH2zu/wM
p3uZcwf8YsloMZdYA0zywomZhEx1gOhVCUbXGT/Nmab98RTbvTLDOc1S2GWML6FhLnO+NYFMCQfb
bEXSBgkiUvc06afDpPXRzQT28i72IvtKVnS635gYM8JEcRJ+P7okxzshtIyxRSO/DVIb9GmOkdqu
VnFOuvwCz65Cb95YZDxU9sLxKnJaRPN6uZzQJN01XZHdq7VjXWlZnn6mZfrNwHKZylIILL/in5DD
BQKpuUhb7uXO3qpO592UntZvurm6Jqt92gBgKbRp2BO4U3KIjpcC4EzmAxEpSJBGwIsbbyDEJuYB
dLY6qyPpSGkAQtZeLr/Hc0+I8iknSof9x4T2eFmZ2ygt2XpLDyzFK753VXgaMJRIaa8FonNLLSqr
gOyXTPaEANrNPUNtOD2WYoELZm4BK3jrFOM15uy5Hb8cqqWaor29Vq63vVgxxwFNLzifD06DSdPY
JYjKaQVmeiDvr8Sj94r+OB7BmCSpgH1MWo7A8fE7LDDJToTKegPmP/daIvOnyHW6GwWLs705ld42
70gxFSrmt6Ezs8chRnGigaf1LYzkYp2IdUpklI7v4WTiW2GkXOkuvTP31j+RHielLC6v6C2tPvMo
Rj1XUhD6YSGree9ZGfmol6kesBWH+ho3tjYN90iEu7nvNqgHbFssPr7GYph+unNmD9CVnNbCicis
cFnUSnv0ncjjYkx0q438kgexfaHNw+iPcMKlb8OeeE4kLcatM6RWirOerOLt5e17LgwwvkUiBXQZ
bSrj+NWTGoZStTIR4OQNmjseup0soCZcXuXMhkJJU4O5yliJPbXqByQxBq6VVdGxCnW5xbcreWkQ
LgRBsHivUCdc85E/tyABB71HOnNMZ1aPNUgxW2J0RRABJ6ChA/0irUfzWYfT+h/+ZeGVNPHkaGrv
4EqmqotqxInBRUNFCY5o6gPLTSLpG3pN6J5bSBkbu3eMz5df57vu8NFuZJWlmQNaFY42Mfz4q2He
Etr4vxkMnbRWfWxKhkC7ZHE626lwH7Czi4dJd/GkmwxnJ+3GKn5BgKgYS4aTrd2SVI3O3STdVNth
3J7Z3/rK0Wd/qpoCY0FhtyBCG80J520lMbMJolSJwob+ssUL9Es9nZq7XuQjGBTJqOhBa5WBWiYa
NKgDqNN4h7qgGXpLDiEx557gt0bAowGjfhoxfxS/Y4Vy8U8JtcL7WhoVhZCpovR2r8d21j0PrXT+
oB9b/qD9Tr9RwrHXsIHLs+47dro65gyNkXm4VIMO2aV27jyOTd/kn3HKS3+5ret+MT3Z2Z+8abas
+w61OJyKRjqOH43+jPwYyDkLRpAx4JrCPjo56WDYa0EDu3nneXAKcZ8ruN+IzFc+Ot/0+JuzFBgs
5tmoaZxAwAGFutDsbC0o0jz90qD5uaV9Fxp+Z6T5R1OepYtOhQCYiSEqSeLx/orGCYpmKbVAGRHK
9wYZZ34nXfPzUFTxodRq89qOPnk4Lhsmfyjak2ud2H0oplRyEJdGkBA+mh0/qdK3SUbzwRdxoV0b
2p6EB8KdtQDTKO0WSOISFf9JS6ommnrw5UaQW9pPeEnGjYHd6wEmsIfvXzp/NLdfEKR4tDBUZapK
FXG8XJmwFZtKWPSXI3XrmRMy+mof+4Y6/rq8SfhXnr5JPhzgLcgCgA7XrVc3Hj2vzds5IGNV4p+6
HL3+2VaRht3RgBsMP5wYFWyEJhvxuW1q5202GtEHRVI43WbgQL1YC5cCelCXePeYJfV0JkpX1O2j
bleJh4GVUvbzJy014FhEiEmUz1BKcCUrx8a+R9EmyXwtcrAinLUBm2DF0ab4dpqzkMHTgBDYbZRA
/fRrM6pH3x3zKN0bNl6iW8FLKfeEtEl/mSfU/7auNrnuc94WoxvMSuJZh6k24HAxqFLsjTUOcegb
TZNoh2zQxwmTOYDBz9w0IV6wnQWfRm1aEX6PDTf+AW6SeVkUz1a6D70eHSTELhFdikY8iLaFmmCD
hLRupbyAsXatnQLdKtpb1pzOO8ggmQelE501QSCqMF6FfP+z6Lsi3AzD6GV+Oo9wfyy9bv9iOAEF
pG9KaR+Ay5XD1kusRLvVjKhHc3yeUvKXYmRUuZubFBleMvEUQjf2q+74nyoyy/aTyhrtrSiVHLqj
kSYJBNQp/gI1GTpjBkvpb4Pxw/yQI5b1WJtm/EIGBSOvmKc83uWd4vzo6To2vhNG2eQPVk9l3Mll
MJbEWKhmszrRrenSOfHnSa31PcrzeF9hwxb/1j09LPwGtBJ8UoSxtO8RTsTVTo/zzj6kLS6cG08m
aryp3DyPfQnKBxeb0VbfSH2k95Rj2jU+DFOXVXs3T3G7AW6CQXK0MKVh4NCkGPAd1gRqvbEey52p
lB6syYRyHo22Kc0+6l8PbQZkIeGMpoRJlrlKMhv03VFZ1dIA1IN2UK3xt0FXd1dj2+lfPoQnORUr
MXpnAIK+kvN/zt//RJfFGHHoJicNRq9rHrO6VH/QLLxmXr9knMf3wSKYsfyFUg5jx3XDADpEnUjV
poCrvZlL2ZW8WAMLtvpFy0s7fquoIydAL1JPDqMBiGMDwrttNpef9r2Xs/ohECEseDvcFtxPqx/S
kPeMcWS7gWZ1hvsMTTv2brKZvAwVHEOtD4odOdqdW/dJRSLfQl+gnWL1T7ESRelOpuXYP8HldosD
qgNhcUDzgCOeTa1ot8wyrRijzbqufYHawfcirCeD5nGfeXt8SRKsll1ZvCVd37+R6ABnXmSzMDUt
vWzcqL2i6s8NKhv6s8R37qcdNUa5V6a4tDYV6szyhohkJA9mzVUONX4S6DDKsuyQgai0Jr2SJ77v
sqOXBVST70WtQ5mDRMgqEx4lTZSpStPArRyl9+mW20O8E9aSL46u00YPADoWF7/IUKxo00usfH0p
wBFQUY4KbGGjGcS2022CyozH67gxUpcjo+PYqW5b2qbaXVXHUm7DTpJXq7ANXyvXK/8C51pYn7ij
f51pNyNO0EJ89WfwjPPiBYwT4eeETm6zK7Le0ve2Z7Xyxi6MvPmEy4bxhnAjwIjLu+d0FzOsR/4H
aCeIphO9Urfo+4ZpDHTQKnMyH3mWzPmMGkSBkNwAHu/GmGLp7JNCVbAjjVvJ7uk6ROK/Xf4dJ2eW
3M1kCy/dUXgla9HZuu61KDGlF4yaYsJHcDyQAuZ0JTIsTZWjr88qxCC4WHCjQAWvEoHRA39fCcVD
MMNJogMyaKGPAQ0sQldY2b1hlkaxi/pQXPNPecc0H69Mg2KRv2fATbPnhM4y9WmrCjW7yx3vldoB
s9iXGiuDsSI24JdsTWjBF+lWG/ZDjJBG919T/6mtT7kmbxl7bQocxI1afi3ar4X3p+uTt1EWVA0S
6uGnSb1LpIbZ4hM9Wjwa74c+DvLw9fInescYnD4DbT3qSHqX60asF49uB3M4u1Mx2GQaoffNb8VV
sxc7jRpwF4kqvqZIP78BeKn7m9GN43qjKKgUgymtrPsJq87vYZLi7zP35aBv3W6CAycidRwe4k5F
F+HyLz7dVPRZEeFGgFtlNL3W0soTkUMmjfO7agScqirNeMiYIO0ur3K6qd6pFQBYGSGCl1jFXzpr
5hwpTXE3CyUcA68P268anfFkb2MH3ITVzhvH6dPlRU8zaBrINKKAYKFhyyD8OKW1a3zTBgxa7xSF
CrMabf2bY5QKN0yTvpo2nqBXrpkz7xIMioEhD5wEwAzLD/rnUlUzy0iGSWR3WHqm2INz933LcmW4
8jLPLQNq1Fkw7SiDrpEStGtiXEKH7K621PF26roG3ZbxGprm9JMxTFgugIUNtcjBHz+Ml08u+hJx
sfTXpxsN0YqnXjjoq4tOPGd50v+CizN+/egn4wUC36E7CojYVFefjNa+2elhVNy5edYekjrS3pAM
mn57SqNtq77WrhSRp68SGAhAEJR3aY64a8SjJNsWHXCPOzCItZ/MjGgoTq5ZhS2tjuOgcLzKal9k
KLcY0VQUd2pixk9IJrYoFsFhF6AQny6/wPe2ymotOHRACHS0C+lqr1LIeEhlNttTfjdgvf7XTjuP
ZCWWqEC26WAbexsQWHtj10xPkXwwuUltWyTKZ8ZYmYuluc5GKhNvBEibF5qNxaDTf7Xsuv6RSC//
j7vBEDu8UsdfhjBFuyvVDqdk+t1p/UiXd7APXFNKu5nypovICswCvf4yjBzglgw/t5WmCAiEqlf9
VOpuFs9dP6TR7wi2ewgBtptfoYya1SOjxQ/TF0ivwabwH7h9yGivOyHGyItBPDuiVVTOP0vs1NwN
Oin6NVLByfdmHcvCdYKpogV0ZPnzf+JAog0mWMo4DlqSyq0VN85GdIiQ17WdXgk555d6p7hg4sSg
7HgpUBAFgPsoDoSdOAdFM6mIwvhnQUV3uLyzln/T0cZaHorsA/gg+R+zkuOVsmRRhakKVlIQGkjE
HL8hTmbdmKmubcdmQgTLGoY7d/LaK3H85JC+r8xQC0YIac86Hy1QbEE5h9c5WtK94SSrByQsPipd
uWwOxmdgvGFpLzPH4+eDM5EhSFIot27UyEc8uPqHsEqdj163yyoLomjBxxNdjeNVZspppdakctso
XfUUwki+zyV6f5e/1Zk3hqUeaRQAKQ0S9GoDQkCmwMm6KDAm0TuHpGrqTzrINvvm8jonNyzMMM4R
tSSCxx6c2eOnGTQHT5c4jgI9ngCFaF4/fTJw2lO/DVUh+kNvNijS/D/WZEzGRYH4Jwnj8Zo0SShe
9BA9YqsOX2bY9cFQ2v2PsG86ZO08L7kSUs+9TFhISyrMUaYsOl5QZPRVRtDVgZCO1++BDejV1qqw
9bjyZOcWovGGJR0SSirx43ghjAnjIg9DFvJ0APH6LG4YUadfL7+/c6ssWLx3jjONhuXP/wlOJNg0
hNwKJHktvL3DteQ36BBcKSJPsgd2BqcJXwQ6GhAYVtEiwra9b+I2DjRnEvuqr7ptU6PF9Whi573P
yUavlC1nAiFalotzIOMGxOCXH/TPYzGJ7GRpqUmgh6b50zNaWGnjaM/6jlnYpH08GJJUMuGgGCNt
WAMe2zGaK+m5STAlNC2HWXU3nbvInuUeoz5Mam5COvyvtM3SawqeZ74fJxrndQSrMWRcW+lFpdII
LcspXiZtuHHGlvrBqqIrm/70ZC9pM6RwcJZgV9aSHHADiGLoUwQKZB50uMS0FW2Y+pOiPiZd8VHi
MGssKdIC9qD4RM7l+OvV+LNGaaYVgSghHKhp5u5CRiY+NsrXEEan74+lEJlnPomrBXXB8VLF3GJ6
XkNy6WHC7Fsrjw51Vf65fMhOtz9jEIQ/4HzwX9opx4u0ZmWHuQINaircZGd6g/g+6G5+XxWVti2R
9nvM4l65sug7ue74iqZnQ3NrwRgQRtZCtRIVp4baE8KEyHLb9rNBicSjvgCdbpWkFDRxM3PwvEdt
1OPiU+U6tQlgEVEb/NlUNYy/QPPp1Vcl1bP5e1n1ykObzaXuj3Rsko2jCWQNzX66r9D2SDeLoCHd
dVGWyKUjjGVuZ7MsQTFUIvuWVXGu+6K22x43DaW4Vp6cpiPwNVH+XVohS6diFZXrduCCtds26CNb
DH6OmNJh0mP1GTeG6RV9u+4gZToPdwXae8aVe+8UprvkCguSDkQFKIf1JaTp2ZQbac+w2OxrYzs4
pmDwhMCS/VKnXpd97RK8Re+bDOXcF179FN1qXVb+Byw8Nt7sRkwIz+F2ar1c3nenmxscICwnVBao
D2nxHu87j9vek64oAhBPdMKRHHnCPGL8e3mV01hrIZ0D/prRNTO4tTZ/4vQJSEBInujd2alfAzxN
NmNE4XFjdtVsXwntp7FoQXnotMTBG2kEiOOHatteN1CY5J5PtLrcmYjYVMxxdQDmc2yPbxZCfb8v
P+HZJfmsqGUDaj+xDXXrvB09GZVBiyrkRg6qvWuE28O2rd1dk2bNlevy7HpgDoCSsqGAfh8/og3d
rzChBwc9cqv1PmVm9KpnZfHMCJm2atIyFPn4W6W+hvisEy3AIq3y3apV0cHMkjoAZy1u0D1rN7rR
xjdwkdtthtTmlezmzKaBN4kaD81F0LNrym4E1Vk0blwH5pS1ew3d4ocha507kdvax48nYvqIyHAA
ltzDW71OhK3NEb8DsKpY9I1+2lmTAzfBtb9OFny3IBW1+8kpI1XdWJ3n9bAPpVnsoY8ic2U5QuKz
TZul3F3eVae3Ao/PnBXYElUUvMDjr4x4ZpbRCSsDtym6aGNA3SnS5j/6DwXuiNTKaKGK+srWOvfe
/110CRn/JEZWUYhZhrDoVBMcvMgLb6uVkXsg2/2oQ5VH/5C0BDE23j0dnOWn/LPUVCtAelWeD2Kz
ti+5KgJdLbottGN5ZVx9Ihe0rEW2R6+NchS+xPqxmPIAkdHKIEymMvEdVQnbbWSEwyNHl5fb4hNU
+XrnhX+nvnLHe32eou+0l8wWo7s8vWZEfyby0rM2qE4JU7TeVzc+SuJeo4VOGdQidnxF0uSYZfJR
BxueGqgRIATm55SP6+6ORDw3LhqvDGaReYBWTQHi02muZLdntgzZg7q8XnIXAuDxd7QHc1YGpQFN
HAmsGMtoJuaVc9CFhNzLR+LMa4M4RCOTJNpVyTiPl2K8O/exaVeBZFYP9qAeaJvm1hU1lXOrQP+l
HAaQu8Agj1dpW0OIuW3rwB1wNIuV2njs5uyqr7hxJozTu2RyAfyFufW6fVl4vROCKx8CCX9t/p5o
Uz7/MOBLiHujiMq8QnmHm/tbLjKlYNSZ1I3Yuf2s95tyStvkszprRr0bAd71OzuJW4URYyPyW6R7
Jv1vkdXGK9P8Kj3QpICZracZwg5Gh0fPZk5j44tq5gzpBGgU94EyL0Xk1x4bzd21VgMiSc6TZd/E
5ai1d61F1YdGSFqKjauSqTzZSjtXqM4CvEa5UTRgRlMEyVMlPkyOjoJ1Pqlqta3c3qxgwpQQH9Gp
aXPAhGg39T/Uqp+cm86SRRkkCtKcG73Hd+1gWkM/QyLpZQebL26KzUTS9qMIF1Xiute1+KUvC6fa
SXJIzzc0YUWPGtdStykRw85fov9xdmY9btve339FArQvt/IyM7Yne9MkN0LbtNoXSqK2V/98mP/F
E8uGhfndBAFSlKZIHh6e811icF5VOEwpirOZbk7DMZVoOOziILKr50oUnvtP1ZizPANunZuXDLqJ
/akcxxLIPQ0975/MwcXq5CHwWx6gcKTRT2bbYtbX+ZELCCSydCgy1eBe4lQGQxgsbl4cG1br1Z7j
Lv7mC7f5Ho1LRy0vF6kWtlQ1xZNZ6+OPmYpYs3cQLbOxbmsHXDRTW8OPAhf79KM340mJ7nddF21o
xVy7Twi7mn/GwwRLO3TTBgX2PcTR3vwJDZmo5VQ6pkrdUHhfpFwCB0HvFmAK8o8or6RVPH72sRCq
W2wFulY/orhVlK9LTw0fNdqoRCq8XiaYKZEuNBTuotT7Oo1c6yEF4G75CIBUeHwpQy92QEJn47uw
KH6FA8ZfPxZQRibsosFuDllf+N6fs1nJT4VeDNZzn7fd8hroSVc89TU8oUNdeNyUQDRauNfhJPqs
f8niGrW2yWgG9M7RGqcLjvUxD4OGPnoZWqRx41E2i/lztNwl/vrmiAJvjMcXAEESqTWs0mbbover
NVwMWcU2Xgb90MS12JIevRMkGQdAqoKMUw5dxZRAlrLKB5gqmDJkfphyAsr9LOEZheA4mi146p0Q
RlOJxzG0QNAU6/cOtIvRdHJHnOC6ib2eiOgPEwrEBgnXUlnf9RMSLUyeNNzT9LpvuER2E7ko4GjY
a7giwL6D1sF3MOrGpwK4Wv9XTMNkeU8SWy7Pc4NXx67OAiT4w6GSvvPSWJmTv1JWzwTcT/p9p5bb
sEcE3DP/LJ3W7N718zijWtrGVEtcNK2x3sBU4d80Hoo6lEKzsi8OLovJe3a81b9my+LKlzYF9RlO
ztCkP3Stn8sQoQEfHReIDlt+y3diOEkjSof4yiAtsv7QE8w/w8ic5iST6BVMePUNYeR/rTwuXuwp
f7MIBkp41KyUpBLlU2q21zeTnzVZXsxeR+LfFi8FcLXXyezmjVv2dk6qWgXgh5Y0dcw1WF7ENvgV
NB5OFa4TfwdtFtAPdYvmnRHZkb6zokD+eHwK1UPzeh+5IE6VQRN/KDzJ9bwGo5oH5PslmoalmA7S
FnJ8rtqhtA9DXsRxSPPHE8+156Fd7HS+JXe5JqPoy+OfcZtxg2FhziQx9LhRA73+Ga1uznqst/1p
qLLxpS50pIH10dzxaK9PIJLT70nkzi+PB72dO30Spk0MQnGEUu71oAgsY69hz3Ag7MYMoxgWBPmm
T8/PgQ+hMWGwIy5QND2xYFI6mvvz8Q/4tUevv74D/BbFEaDlTF5fxSYHfs6MzFl9QknEdfbTEjTv
kY7KlBx1FHc7idGvvpvNxrn4rpYtZ1lheLK3htk0wjov6f55vtZaVG7iKtu5Wh/JQ2lnnbtbTEck
TzJq0x9STMv7EtbDlp/u7Xbl5+M8S16I0DHQm+sPWOjCn4FnNABdHDxo6gFTEMvFDqm98F5yNrLd
2z2iuiRk1vCmEANec6dy6UFWrX32g7e0oUNc3DczjkP0TOxlOROKPzxeHnWm16vDGwEIPug4Kp5q
+r89k3hfJnUqc24oDHVfTUtW0GW7/ugshXg2ZKqf5nzxAUn27sbOvHOJYJiF/ibRjf7wul+jDS6C
5yjgMlUAWkXbJnsR9Vu0rbs3I5wtelz0QG/BdpU16eiONSerroad1s32YalanJ/0bAoff8p7E0Lr
l6K/Dd8FIcjrT9lJO6a3wFCxj4tTaGWR8VTl9rCxYrcbUtl8c8MpKyYlGHE9TByYQxRLo4eBMmbz
SWS6XMIxgHAQusM4xs9AQZst59dfXKnrfaLo9opz71GqJppcjypAmcgcJs6JmzTRPgWpRFQTRQsp
P8BGGuIvdbAkMwihivIUZGYdBwRDanoPRwYwIi4HtlyoMpTND72zi/k0iqk5g0cUEYSetiqObWnb
8YdR9q7/xMvS/qFHfZzCAqI0/EdqD1qwdzB0m95pEf29jSrN7dpxN8CH87hEyWzWiiYRUtHLUOeo
4Thm++KOxfKhopCxf7xDbg+bKjiB1gfGwjWwFqTrIXp31SLlSfAK21ckD8rz2cO9Re+s9E+nnIpj
jEjUWSYelPPHg9+ZIgkEnWuHjoOSdbheQXwgejlpnTwtAN2fMHzIQ9dDf+rtowDbRwkSWIPS8r0e
ZUk1QJIJo7iFZp+sySj/1Btpb6SGt6daFdQtMiNEWgDRrq5SfwpijEeQvBFVNn+13GF65aFoPlu4
rRz+hwkpz/FfgANKHtcTSkgERrOz5WmAv4pEAgQ2YRXm8X8YhUKkKoCCC1kXJDuP9mSJhRIaPvOw
j1FgCReQjxv7794WgL9B2MXwnrx69dlMNp+ZJc1wGluqQZkxd08zGujfH8/l3uKoVp1PYAeicdM6
bo02S3p/OC1l233sBzMl+Hr10cWEYqOWcjsUlScYcnQFVYd3jTiJZO1hFDOS2UmjeiltP/8n6rDc
SGjibYTdu0OBB0UuVvUb17besFXjIehAlvBC+OmBWA8TR1AmUFZij7/f7SopiUTq02rHAYZcrRLQ
k7mv7VSJD6HyMWt1EQbonRwej3J7jfwfdgYMMZnNDUs/NqcomwIkjqQ05bIvaa9gh4KN+Mc0Zml5
Mgl7y4X9NrshNYKhrfq4CpS6urrAnAO8LxjT7zr3w4z9IYKFQgujyMxPruWmR82vt47WnYmCO0F9
yAOlpUr+1wcY2AfKIChGnHSrd/bcTCOapb71MfFdcYlqM9iIgHc2Ci9jk5MMhVvnCrwez/VmSBqD
P540adihdFPrGER1fMzaIXjzrcUjnCc4b38q+UTE66FyFEwgUpXTqfPN+hkc//QCI7XZyEnvfUDo
Cvi9W+gO6euCpWMPcACQYz+JuneRcXVzRwtraabzKTU9+Ue5FObbKSGKS4e0GPQ9XorrHnw10PR1
MzGdfCR+wwh2JgI4SLPn/8NigdDgWKMZxeRWizXZdeZ2WT/hGl23pzx2zafKcooz51JsBN87n5EE
ioqJDcSTHaIOx2+ZtjvT+4iaQD91jeE8JzPeeEnnN7uU4HgcrEpujHdnH1ISIjQqtVUo2KuHi3Rq
3W1n20DevTL/m0UPga6OnOrM697ZuI/vzQ25rV/W7NQp1hgv3DJjwa4wTpOotYNftSMBpSjf13j9
vAgcpjaC120goRdAsQtrBFh75pqbVCTon2olzTMz9513iOdWe4N841uFyQZOMbr7qZjRInocMW/j
smqJejSNFG6OSHa9gPWE1Z1bEZfJv/WDkekaost1dXzzKLzEFHCQlJpccVWsgPGQLXlpjydbLC2S
1tiRtjsEaMTw5msGTAhqYowBLIS67PV0ejdairLlWLeWhAdluNEH5Vm20Ru73YUUP1FCVBh0Bloj
vLBItbOykNOp8clpeIrZ+yj3FiyibPPNG57q5y8dfDSBbq2CKC4YeLNN06kHaByWfl2FuPkUO89N
mv/h24H08Am/yrFn3dMtaorRU69PpwW2eijxJkRbwtu6Lu99O56SPEdAEfr4GFyvUNXpxtLN3nRi
u2snIxuNUEuH6cnFVW/jQN0bCvY/9HhyD2rVq103+k5he41YTo3n0wAm80hkCMx+zJ8GQHI/H+/x
O6Mh5YhkPI8tQxlIXU8sMCcn53PpFB0CZMtm7Ii7cfSPGvDkjYndHlrArYAZWChUb501zLprctGN
+aif2jYO9mZJBQk3uXpjlDsTAv/JGeKe5GW1huD0I0bOTbro4OAqHKmR6DraZbQ8Wbm2JRV5MyHa
urwPVJmW18INrd20gO8nme6dfCrWf09T2u+bMc0/PV6h21HA6xNaEUvlwufav16heLTzpGlR22yx
ln6iBbC8+n0D4ezxMDffzcJHjFAKXVlhaNdJNT5XfoERCFUFhWop06Df5ZZYDrozb22EmyuKzggM
doXn429gpa5nJK1yagcnGE4y66Iv7pDLfY+39tOsF/2x6+otOPLt1Di6SJXSh1fM+fWViFYAchaF
MZ7oNWuw8kz8LGWTHCej2zhN92bGe4RnCdYYKJWptfwtsZgFhC28CcZT1tO3pLtFxzCd6mODJ+mf
NtKbG5v9V6XgqhbEB/RJlgDU8o6kNno9oKesmj2qdqeoT+JdAsP77JXI3ck6qi8+iK/vuZydM8p4
AUxpM3iiKYrBIcC5U2Z6qIVblX2x9HnrFN5kBXxl6BSoYxqsteOtalRJ6slaWtp0KvDgDhfbWvZT
3dfvkqYcdy0SZJ+9vN9kqN4uNOpT5MagiALYgmuY29Rg6gttxzxJiqzBJ9QC5/JLYU198bmuIat8
j/3FLo7Ab23zlbrFjGJML/zuPOKbB5sOFfUohGFEUh20tvE+QAjM3oG6shca22U04fndxNE/Pb0U
P6SFUWj/ulrsFPlR1ycdenyZle0uGZG7f+7T3BcH6aVedZF4gwR/zlHdZHtyYIzreO4V2t84xLRJ
mApO2x7FoCQO6wzdk2EvqE5F2Kl3fvvWkgBfB+gGKD11Em5IKBRLy4F0xjr5yInq4AhM3kOpyL5N
VpV1G0HldhswGMR1KC+81nm2XG/PqPA6K188JZsduH9ZvS/iT6Id7Wpvxo5VPbW2E+GY4+TzFtXh
pr7HNHknAeogA6H8tbqwhVMFcTYn9ilrfTu0grx7LswWQJuU7Wsn0dPcOaLpDnXuRp8eR9LbgM1E
QdvytIYVw9SvJ20n0ALsqrZORkGeZZeLf5Rss43k9DbUMAoqggGU/1/cgOtRzGaZCjNK7VMSm3MW
BrWbt1+oeDbBS+lCTUYKpxy3lJ/vrCcILqC/yg+I6akf9Vt8w0Y5C+aRQXkKYla9uGiI0TXSKnvX
mJPW7wrEcWKwe8Sfl8df9Xa+RG8sgigtAfrkw14P3YBrQdzatk9At1xr39ZZPdOq8qv+gDFvGYV2
G4u32iSSf9FZV9gqFU3s9VIGvgSjAWEXiFPgYyZqMww07pes9Iv94/ndbljVYOc9w0vbhp++iuSW
M6WtoFV5ytIh2GHW8x6Tkj/GBf1/e0j+6LRc7urBfivRkTrCLwUEEkCecWsLECXLMWYWEJjZBfWR
dWm0H2TavRVrSEEE6IASiVSiQ2sGd16Sn8+UTk6j53e7qcHxsrdj3DhQPd34jLdMa15RpDHK4FEl
tWuwe2ebAOGa1j+VePmK//qZ98EuB30FeoWmpfcEBDqKjvhUp94+amMLB5yEdgRqK07pPGGCIptX
14rM9psjqbI8V1ZEpkoU7+oCuRTsnrFYb6t8i4CgwsL1Va4qO8RLKkiAmdet8SkLkqIUVXAC8tVN
p1wfHRgW8OvyfTG6Rnqu/MZod/ViuXDutabLDp2s4j8eb8Pb4EXERCkURSPFeFsv1YhgkgfvJzpl
ei2/xnmDJiBaDF8ej3ILlFcgRfCQNAPZ8lzW16fZ8MdIAbWjU82ZiEJQZG2+c5yig64/UA59xooC
Wd3cUUiQEftn64MvLdR5ZsBew4uGucsLIp7aVmXozvR9yr0u9yM4PRgT17+rLvEMWSDin3C2pbXM
mzlowlGU45txO4qJoUjo4JFVuXx13HvM0OPGM1lVk0qaMXXyScM4/emt35n2ErrclJ6ouNLEXj3v
xpZuYVRV9PjsqphDF5fg6Qiez5+N0ParV6g8znSpygjqIYW+Auf2oBh4sk+Z354F9YLhmOlTtUWJ
v4nmHE6kRFQvn5oRpY/r7xyPRY3/SkPFAwDK+wCv2+cGbuo7wyv7s9YM/ZbxxE14ZUAULEB/0aLi
obP63iTg2oL/+HyyRxm8osvhu0+oczU1Hk89kt61V+X/2e2Ct6jHrt8IgDfbCiAPiHpSETaW4qNd
TxczkTzSajr4bY60P8bmgYleSJBvOaTd+axckSTcSpaEBV/dz9OEjFNd5sbJaXRDPkFhjrrQzIYa
pyAjsY7SSZKtNuMt5NqmlqoCFgkJxe+1jCjCqHVPq0w/TWM2DTvMsF2TbBYmZJiDMf/X92X8X1El
SJK4Y+Ts8aNpvLAyluVHAgoo2j/e83e+tSKmARUBa27Y+uob5F2T4AFv6yfL7aBIOEPyEiVO8/x4
FLVfrqI1k0Z8VqGhuRz8tSzkpA2wCLvKOHVRlz/3DfoRbRoFJ7zIg43Nc2frcksrUg3IYS63VUyK
qqUrQRMYp3HSB6yXMg89DgedYm0qd3blWfvI0Of3rRtvcZ/vTRIkI1xGyCcMvcpkM3e04qBt0dJD
8+gVaPL8XpHk/qnccdhIRG7vbcIUoZAkCMiNwcVwfURqY9ZzdNMKbBuasMmcZy8p3tdFFhotd3M3
EruAJjXzzoY5IKb2MuqfBxvscuvtAfnvvUHsfOgMj5f55kDxq+j8/ZICV8nE6uCOjczqwKyLy2BQ
pRAIpR7NypDsXvHDBbl4fDzcr3zralsxHu042gTk2crk6/or5BN3hUCF8QLI0cyeBrQ2uoPGHuye
I9svs0vR1TUAKDspwRQvCCzvRwKJvUv0zP6rQ3baP4wQ7YqDC6GxDb12bt+NyKo0hybPxr9rnebK
zshIfgCqlFP59zwBTd77o+z+spsqTcIMI6AvjjGIeF9OdZD+kWCPsHwoGhTo9qIec/1g5ugpHWot
lp9k6xoCpvBstlwaVPh2FvCvn7HHMxN9JgwRXM1Dnao0xfBFIks0hI5LoHhy67l8syIsfVpYd5SU
FC6GGHD99SYtMRdbuuWFt2GyM6xl2OOQ+uYCLaPgfQqGiUfBrWOxIfSkAVpfXWLNcb6Y2uR/xRSi
/obP9pbY400sU0ORiSm3JKb0q/zz23sLnxsPuQtZXfTYdEI60dkBR4Jl45V+c8zVKCphpszIc2Cd
jFGrCYq2HqoLCF3vSG0jPVTS1o6lTPzD4w1+byhVHVM5D93SNa9D05CjGGRbXRJkvNCl8LSz7Yn8
qaE0uTHUvW+nODfETcX3WheCkwrHjUSzqkuN5t+xdf0Ig7V267a5O6HfRlmFSNGMPETLqbpoZjT9
LcdBhpAtjaeJR/kGdvbeUNSaoRLRXka+YRUhO5i6+hBQTdK7/lM3Z/IAFTHZTdhmbLRi7306hYol
EvPQprR9fY7yKR/nZInrSxyb+RkkZrorAqS/3r4Xfh9llQO2uke4kIzSADf4QlUhCv18WS5jnvcb
t/XdCXGEgFsB/+cOvp5QbCVQHoy8vligWsOx9rHK0dK3WkCTaXNRKEQgWuAg/1cTEsOQuXBS60tR
uNFBo4hyaPtqC5NyZxsAgVIsBt63JLKr/IYGc5KKyqguZaAZYWFp43Ppt59EpBUbicedr8ZIIKFQ
uYDtuoaFJsY0V730iQvAxGHYREb8EufSf/s+uBpmtdsinK98p9Ory+AWP43MM59NBLqA8ufO4c07
jmNDQgMohAbyuvGATk7dzlKrLplM/WO8LA063lbsfEDOAa7GmwejXUjHn6DKNv9lafRb7KY0mWZF
6zYXCP7DE0qqwREtx+J7IzxzYyiVFayyhl/tT8oHNp2b9TXhdXEA3SIRF5TF5G6qJ+N938/uWcy5
gRlp6lwKv7W3cpU7g3LJEsjJ2TAqXqUqdS282OehdrFmsuFj78aRBEYRDJ8ff8d7mSEYXrIwtiKs
znVhpIB5bLazy30rojCmfTF14qx18c6rkIztCqqAMnSxukPef5ehkupMzsGo7ZekKXbxPH+Ou+Jo
5M7b56+QxQC/dXimvOOvY4rfIW+ZRV19oZhX/onQUfrBSostbNidjJCUhnoMr3dycPeXnvpv2yh1
l7FIOPGXlIeq+cmsFjfeNTZ3zqHRqqZ98nX6HB9HtIXtV+kExRj2wIT6XcC1h9RvMmXJOxMlkuDU
l+YUvFZDjPtabMq0fsXpTtPDZVqSboer9PCVp4D4JwiyLD7VSPOVZ1dUk/dkyQgM/FA6DRkV+sjW
IRBUK3AEoA171qtsMXb62AXoCUs9+pGMNoYAuj/H/3oDQuMhnK9afB69ZvmoF2XufrK6LP0vEE0y
7N0oM78ZDVam+9YbXbkR+m/DJd+Pp9MvwxUKnKugrPG6DwyrqC9zkQ07T7r9jldwfsyBUG8cw9t4
eT2U+vfflioplrZP7bS+JJaXA0eM+oMAzPfmfccowOjRWKBABQbyehQxTX2PqxPXJl4RT9BjrV3T
uFvGoPfmooCjSH8T+W8q/dKWSerCKSZyzIv3jO721OyNeYb6+fh4q+vqOnbRhOJe5goAx4Ng1PV0
JvZX5LTs7ygXxq71p47X3Qjf1NZa+YLd2mK8+RZgRAAjYHoCaDDrJm3nI1LYZ7W42EBjfzpeJr5a
9CbhGzX21mf8VW6+mR4EEqU4iXDhmomwjImP5IAQlwGZPV5E+FU0H9EzTOYjz7f2mzQi2Xzx5zTT
dzJ3jWrf9fY8PS0gFv+M3axeQhxc9GrvVyILwnFxlwniTpt8LzqnDnY+riHUt1tpWntfC5wBg9yl
GL+4eOB6YT/0jn/EKRP/KnSQ5uAT0RwTIDtNhbmL0UQxn5yeLiTFwNSxn/rYxb++JojK/Vg1i7aL
G5SaQkemiFtVpU/ID31T9vJF96Yl30sVBl8e74g7J5bioCpZAnyghrXaEXwE3sjOwvqkaXMwRaAd
8iADIu+6w0aGc2fz0QbFJoBiJDy49cunTpLO7RtbXNp5mM5FN9TPbWcNu2Ze9KeliNMPb58aAEeo
KcRbRSe83uxebCY+IFFxcbIq/3uZNVdBexo8VGINuP7u8Wh3zjBT46mgEOZIA6xGS4Xfuw0uWBdd
X7qdwabfeUm0ZUp+m3wobRn4GqiGACX+per/W9QLkllvc/JrvN+q/hObtP6aSzHuiVJ5SAFpeW0T
FCIfT+3eHuGdT60TKUVAjqvL1xqX3EhTBnWKyQwHvYAn2Po/7XJc9v/DSGxDkhyFA1yLc1SBmKJa
+uISIxSfvWhZK5z3KYii+gAwPDA2kuF7a0ZWwXpRrabqtsqqcCjLYLJr4rLoIw4lUSveG8HibOyM
e2um8CKKDKj65Ku2QJDZWeSUTXsJhL44/ziRQae66BD9DbPGr4OLp9SgDxpZ2ZaDmzq9q4AIMoa+
NdQU3klrvGhuLG7Xj157Gcyh+pFzP0+wPrOh0EItrnFoSSoc2eFSZTmhL/a0NkxzK9kSD7q3gUAa
0/IEKUbNcfWdW9OoE1xg2gum0PaxQZnrYzTa4r0DJWcjnt1bUnCJvAeprwC4WB3DPq2bug6oWIoc
geOnGNMA9zhFJZSFx1v1XjSjmQtUjCaDAmxfR5dWGm0kHYdVTZP8FBcaTvGxGMQpMOflq+vl0Vux
xhAw4BAoOUlsO2jkXA/o4nYJLrgTl8wbOtDT6d8BovchnqFpiNfDRon4zpIRpGn9q74Rl8Bqelhj
0X31uRdqzRIfk1zIQ9p1/keJu/dG0nhnydR9AEELCCYjqi/9W0xrshKU2Eh4yUcEAoocCt1UDfbb
10vJLdKqIbwgrLK66MoCwQNk8Ll9uMU/U2vBzoKs3HznjJP7R6OPw/HxBrnpJCjCzP8f0Fh9QaQg
vKBq4Vr0tQEp0Ek+1kXxeZmq93NaveLz8J8InI+Px7z3KXm/KIqYr5Lw1SQlDiKCD80kF4329Twv
6CgHiWO8vS5CMCFi6iitUB5ZR070zFAf49FzaYO62UVND5lFGNVunMVWnflO+GQoBIPpXANjdFf7
njai1kZT2V5kgyrJztfH+RJEefpSwhA+zZnZH0r97Uh7BuO5SQEDnh3Yn9Wm9KAnwhNKuks1e/Gz
zDvjGNtjf5RoXF5w3hTP7lhuZSz3porNu0WdCXQCWdL1SRjLPA7sImov1YSvQSuWAfGkyH5Brrbd
pxX3blFX7sb1dNtSZKqQhIAgEDUpnayudwOrV2CjdXcZFiHaI6Du5gWKW/cxKhdZh27dVWfHLap9
q1s0UUffxYEAi+M9tQ6RbrxQ7sQdxRNFVBYjOOBAaof/FgyyWDNKrmx+TOX+mXti2vfUAcEuB/VG
hLvzsW2w5TAOELVD9W017WhYipZGX3cZu7H4K7X0+MeYw2KuEiP7EFhaSxKCp/ebDygAAfgHinMD
Mnu1wrYYyDTsur9o9pK/W6rKAxqaVBuj/HpnX9/71A6ULpf6jMhIreZmBmNJBOUruqJpcWSHDVAk
rRtWTq8dQYlku64tln2Rp0qOIp73ZV/MexOrz2OPmIAeFli5vm1lAafiRae0bqmlssBrzmK3uKML
UleecdqbSLaa6gVR3+TsjIvcGGoVBtVQYB14rQPgVo92FZp/20Rpkwaj36bTuU4aDXFNIw75r92N
AH9vFFSqOa/EWp7vq8BUgBW0vElMkKboliaO3h5JfbZkQ9Y6EkxGqaTjREQgojm6rjeaUZ33bZou
59gCVvEt0fFWCoNMCCjmtClwdDGAcT9j54cnCG4v01+pBhHvm+UPUoYxLcSfIFGW6mNlJajchX3a
u99zZ+itAz4i3gWPLgOYhJnHrbK48MQ/j7f86kSr388MgN/gYABRZV1CoZ/rG83szOcKJeBwBF+P
JD36TucKx5iNjb+m66vBONPo33EtsfPX7fuA8qit95l1blyjRvte99tiuMzxWLMPsip1z6WN2cZz
RqXMDAuDovFRpL4udoaZoY8M0tH56eSLNuVAJ6rCwCbDLp+DeYbvkhua/Nqbo8h5axVua4ZlD73n
0GG+mX8dMJwQe9uRvXG0ktx3GRD/ro0Zemzd3062mqAykOUzKnEHMrTrre1KJ82aIrfPVoCTYSiL
rN8vmh7vwKc6Hwesp/+pHXjub15DJV5DjQBwIbtxNeoo08HTGtM680bBj4A2vve05Go32V22FZhv
z5U6VAg9QHGHmLNGEztW1wXofdvnyNYs4lay7IGGbIljqwv8+kMSIZV2oQKGqR1z/SGBH5oCuLh9
nrOqegH1GX+24Me+Yr+2PAuzHDcIYffG80wlXwEUnJRplVCkBRR626+dc5pGbkgvrj4Zbpq9WDIG
EVC13efHS7ZKP9koiGIDb3ToKNEYWZf6oj7o6thpnDO/KPkOc2o8NnR5XuooasI6WYx3dNCXYye1
Lbf1dULxf0MjhKDkqfm/r3EcXW36peYNzlloCNKD7Eme+mj6F1np4WVMk/LSGk66b3i0POVRUO2j
ObDCYea7P/4Et5GHlqrqSCvHWmi1qyXGgRt6AVW2c4QS85Gn+bSLEjfea0291cRdPbR/TRlfTaXX
BfAMEPP1bhq6QK8XETvnlpwmLKGT7/EurPblWOvPZivPUjLw3Jcdtkl1vFHHuLPWdA0BhYFmQeTA
WN13JWTHwulN56yEf3cC0OYTR4gP62R96C9NcoCh4e3MXM6Hx5/41ytmdYyuhl6/OJq2c1FGcc+t
EOOhx8HxgJqU8942G++IZyGfnGU/DWMld7iTxU92PP14/Btu4wW4EMWup01LnWOdv9odSkqNn7nn
NCvdo1CShUknrDemySwxPSEghWQv4DfokV0vcUTKWztVo5+F4U4wl7Fz7Xa9kG5wGNJEr0OvKCFc
ml1qvLc7MUz7oaehtGsDYJag98sg2Hjt3S47gip0DZTrA/6r9uoXFWZXIwFt6WcEHs8L99B0sjrv
lQyz2pWe8y7rcF9867fmqf4LtAx+WiFyrj8C5KO5Kxebj1A6xQH/PSPUk3ZLUej2NBEiSeEUC48q
/rpyi1aCoOMVWedZOuNONnJ46UAJ7asCYYgats0uMpbmr6n2KVkng/3y5kmq+1UhjsBaUtG9nqSY
6Qe0aWmfawOfzK4J0osHDmDj6NxuWyZJ/5i4wyPzBtRYGU6Jn91on8lMdSwa/PxLFufehofAL7Ls
9QHl4uZhp+45irjr2luDmqAxVI131mvAxmeR5hjYhaUAeHYgleiqdybwdudVZnMfv86ZG0zoLlfx
v/7iZdGHrmmkTuTK7LzoQ6+r+yXBgnmq/61mzIefNcCqOp3hNvK+mJkhbM57PKdhqvvJchSOI7w2
1PJS9z4Io+jGMJ2pzezaQbp/B55E99TVEicw9m9eQoIx0CdE4FTuvApLDvjXYYoz+zwJv3onStyq
B+Hl3x+PcpuMKe0w0jCHNIKa0iruUme0m8RmCas4mj6X+dJ/jn3c4YBHWgdascOx1cphY2p3Tj0S
x6wkYh2U59aSOahpe525zN65Mfrm2XRL7QhNwXompcAcOwnSQxv42S7pBb6Wj+d7Z8vSNuQupV30
S8jw+mCYRZ2WRbygF16h150kmYOy6VstWFSgZRSlk6Jo7aiJXI+CvV5uZK3lnadhLg60beyTW7tb
9ds1K+L/hsFFWrGX4SCskQ4pVuTAtBP/nHlB+hRruGw6o1E/NVPbHYWb5d8XhEY+TKOefg5Y2r+4
5pL90HbDXynPvI1m1Z2tpN6RFK6pXFN0XcWcQqADn3ead07Bk55oGbyicHsYfVx4ExlN7wJEOY+P
V/M2PaLYoyj2Sh4SbMUqZ4njuHG8wfPPQ6VFr70M7EM62t1zZU96+Hio243DatL9ZTUpFwb+anbY
wceCNFA7F8AB3HCWXmPuS8/NzI0e4+2cWE4XhAg605z6dS5g+NFE56jTzlo7Td9LHsJ56InW/CMa
g2QjgN8eRLV1uCNUW4cqy+r008DSq2DxGSvKKm+HOK9dhWXu12IPdCjpQt1u02432MFs7douM7fU
wG6/Kooe1AV4VegQodf3f1AvSxejI39pAumHDeXm/TSJb4+X7t4X5ZAosjqtJKqE16cxScse+tgY
X7yuwYnO9vovS58su0om7kaH4+5Q3LzMyCR4rwkVhsGa1X4XX+q6NJ9bhLuPoi+dU53ExsZxuzsU
cg8kTmiO8AK8npWVm4LXUB9fEJj62KZ280yd9Y/FK8RGlfHeGnmocsAYv6fU1QR9lsRdEF/6Ttde
e2jMfxkJlNzHi3QbPbjrwGuhoGbYxM/VIqEuPeXN0JYXyBjOc9nK6lvbd+LvBl+Zd1MX9x/E4sQb
y3U7NUZS/BogPxZiIKsGR4lvWpW7KQA/H6APilb81c9K7+/Hc7szDGxGjhfJPZNct4cmyArc3H1z
SeqOon9hp+8kV/JGhePeKODruA84R6T46gv/VjJMyG4y6BYgYwrZ7xrAizusF99okAUymsc/L0TS
Me44kofrURB2BiooaTgPg4/Uq5R92HvT924x5UZwutngvITAYSmbVyo2N2ZOZe/EsV+a3QW0D1wN
Xf9hixZ0caxtbL27A1GYREuHKAh283pKOBTomu1p3cXMh2hXKEe22ChyNCvfipTm65EsU4Liyynz
knW8A+zWNjmou3M/9P1na3GaH0NjbQE5bicEt4oyNS8PNjWDXU+Il/wwU78IzvE0A9WJUPCtlto9
LqnbbyTnN5uOCQHHQpkQFRXSHfVTftt0HYka8dVnQpNR74cmiffB4m2x8e5MiFtKRwETqhr1tNWE
KnNuAzypAqrhFOYPKar6aCcE1rg3G3vr6XZvMNplNHCUSiXX0/WUXFszxg4t6zOebIn7UvkmlVS7
KtExM62p2bic1Av36nEDL57sm09IgABitppaoy1NPYNgODu2cCEtoe1ZO8kBrta3ZMb4/HEkujca
OpU8ColFtFhXMWIaNMkDdInOwFfMH1MzUYfPG+2l57Eah07svLFnrXhopKcUtCnp0MdYv910KXVM
d5sE44pJ7NHz6w/SqfDy8zRIcE/kycZbn76UNkifQGdBfaCEvioppEXs9GOPnEk6Ds6/OOl1f6X/
j7Pzam4bW9f0X9nV99iDHKbO3hcASCqQEmXZcrhBybKNnMPCwq+fB+495zQplTg91dVd7SAuAit9
4Q1lWl6oV71e9+vGUqkVQ7+nQne2SApHrTT6T+2+jAz9o9dE7Wc4Te3V+9P19iiEnBwXK4fj7Fnw
7xB23IAr8GKyhyp2qDm24pLfzqurl5I3k7OWhMjHiAhPF3xblEUl7GHce9Xi3Odq2m4mxH9ujGwU
QW4LuSka7W+iKlkYZLd0xInKIPtTRTgdtDBRTRnHedwnTl9uIUWhId1Ulc+iHy4s+jWKPd1ip0Od
Pd9o0efqaATvZarVH4d6zMPSMgEISiMJ0sW1955MimsEny5ZbL/O0NhkayOHVJeck7Lq6VNiDp4V
deKO+8WUw77tlUnzK3hGvZ91Oo2vAsmdzYy9yXWeALcz7aIGI5nHAYx3N+g6kJbvr6jXhxuR8Cq2
BowEZsO57SNvoVm6eRR7BsBoAdm4eyd1q81cVOWFROb1WUNLAvgBrRDclThOT589RW7aGMxk3k99
VuxgctJOcmP8RxTMC8mepgsb/41ljC4z7f9Vcg2g39nZRqsEiRxlmfdLXVc3Mbiwbd6Y056+RXuk
azx8L0w0tt9/n+tDnK0tMgr6WUwxhNfz0I7kLC67Op/2pVrLq9pTkvKmrHMnKNUmD5a4kkER24il
AhHSdpPlDJcC5zdmlIiZjBF+HFIr510Zq06nvhlisZ+saNzO2MSE7RSTuo3xfOENv26LsO2xbyZd
c9DiAjV2OqVKraBCkGhij6L4LHxDQQXeh8yykKeuDmlGNkfPFU+5+KOmJ0pY4IeGntPUUjCLeqxt
gvdf/1sPv3ZIAJus+o7nssjNSFvbcljOSilU37GQQhmEsvPUstu9P9IbE012Qv+QKhn/nCs92J1Q
G3tM533UGp4Io9lAJ97OQylntferJpu/9LGrtUEeFQdMObVLEgjaG/uJb8Ai49p2Pdc7O0uE3uYp
EmHzPsm7cmOl1fSU9hWAYDvxDpZeWvs01r41Br5G/uJUwycKh1bmF3wfbZ443fXSZDHW+q+8cNF1
j0Y0ty4cL2+9JZw0CaX5L2pDZ0etMOHYVMo8AyEunOFgUfe2AkeJVX2bD6Z40Mc+tgNTKUTqy1If
58DKS+VSXfqtb7HmJgDd2RKUo06XaWo5tTcpw8wj290c2u5AVcNuo2sto7nkekjjtLH6K1Ut6v5T
Y8lLc/XWVLEo1zojCCBq46dfoBrcrlXxqd+nY0NjFuV73UmjoCRavWqb9kIs8uZoVN9JLjjYaayf
jlY2PSAIHK72XZn012obwWMipKSjPi9p0NHlvOQp8LswdHbswfSkyIGEHCXcc2QgnkhJ1CWV3FPl
Lbf4EVq0h1zpz5nSHPFsmANjsGpAT6PpPdpN93Fq9U74noou0RZn055OSDYZexuZtC2nJI0YnEb8
ql7qwEB7YvP+5n0dR9E/XrE7BDkwvc/jKFcRvS5lD+qOadmOndH7Q2aaF46I151EpBDpUTDz7FFw
BmcxjdFMCIQkKcPgKrhNYuBKiq4Dz6hwPUMUxdyMIpc4SVvth2nMu++Fk46f33/Ut44JRJFXKwv6
iKgVn53RpWNIr+HeATIywgsRbrzR1UTxV5rrBnEj2k9UR3dU5ZvbmLM1QEB0DNxYafykSM1tOitO
qJWleZ3l/bxxqRZfiMfW1X++eCgfYGiMpI9BMfV0vfZpnHeRXORey+3lthJyeZw9EY0+PjYd7VU9
6r8UhXYhUz1HlK0R53osIXW8iiVQXz0dtmuHapgmKfdC8RoMO7sc5pu3IEmQqShy1NXGqSMvNJ1e
Zd221WMam9NWz8BdT1RQAZo7l4CLb0SmcALhAQOjW3V2z45L5E0VGaXJsqcNQ59bVaWm+4O9YAA3
ZHO+azun3xoFrR/hKvmn91fKW9NAqYheFYIkr5luFH/HTodBvR+BZ8U+YhpO4BiE/D0AXL8pvORQ
FLl3aRrWZzqffcp8cMUp80ElONskaTJm0CMcqIZdG31Lh8nSfOlqbPyxb1V1Bya9af1IM6cHOxnj
AjP0OfmkQOqsrnOhpQjC2BqaH++/jDfOUEIn4CZ8L4Bw5xR2TykiB00MuSegcw3uT2/5oSVOsWkG
LT7YMh8vaR2+dSbRLiFkA+aCYMtZ7RGVMLVSrEHul941bpW5sD8s41JeKN6+eSYB8F/P6LXndh7w
4x2qFDgMyj3iRZO21RClFr4i6j679pxWf6jaxvzVRZb5Iy3a3N508IqAsoy6dukVv7kBQcba3FAw
c9GRO92AaGNi84iY1L6pZKJvemhqut+IPp6DHkexrZq37pObevmLZ5bZsF3o0V4plbBSbC0Hrbtu
zDz+LlJESi69pTUiOF+UIDA0grv1v+cFpsEThhIlw7KPhGE+1ahZqEDErGUzVSYRhKXJcu+NXrNJ
CvvZjLXyY+rFlLlGSIqfF4QEfH2Y56f31+RvKtTpt4Ikhb6NhpQh4Mzzb9UOsre9KlP3jd2Z2iEq
myIOJop+8ZXZmtRuksYljZoi4fxMFS99tOaq+lHOc3cwI2t46HDJ+1gMnTdzvc4ZEP5+gDLfaeat
o+CC4LtT5E2I947DnetGf1MskAP39OufBayzN9l2VyfqHgPxYtMXnhHoY+Fdv/+WXqcAjIJFI+Em
u+gVVEuisghsNFL3BqCRbI8EnCvQsW+M4l5dcBK8kHG8Tum52hEDWIG5lMKxLT9dxRDyvCx2WMWT
17Wr+ro2IQoWp9ONtbj5dhi6wzT04qg4EinbmVriCjtXxCPuGQANS2OOLiHOX29yUgJSEspr0PY4
U84C3tkslizC3XwPtEWsLooEVAJcDwvUUkBDcEB0SKobVa6GlrQLa5+o1vhTM5Pm+f3ZeB1+rF+F
WaDCsMLnzqun3WxzVCPPsK+b1CH+mSbl0dYGnSDElrcWDIRPtalMe8XSC3I1dw5y3emu53x2N05C
HTQbFAohiiw+zTJtwmQ2ywtx2quLj6+Isy4UW48gjWDpbAYzdexxkVX3qtsaH8lNlBz7vBryU6J3
d0VugDNr9fnx/Tfz6q5fR7XQE1kV16hhn60bV1XyJa0nXozA6nZKypd4nj/jufQT48sQfPPWVi85
ErxO2EF0MCyVNlCMxOpnAUaTN9OCYJO2d2yR7qQGZJ0UcFGPQ43RWSgn7LOCaB67e+JhBeNRgMeZ
v5QGYmxWjbv6pd2z3u4nRxpfCKN4CqYEmABP1rn5S7+AiltFT0qq+84cvPZeSYiqbrTZmO+who69
bQkCLQs1pNKtq05H1tjHAxxH45nTFzdBIzI/vz8tr65hvhCsLRSOIWsQjZ5FhTFuKLyjVttndh/f
pF7ZHoQr7QvN2td33zoM3garGSGL79wQQBv7ca6JTvdSCPuHPVRA7ZNKmZqwyuNVuDORbXqj5pWh
ha2NcGywGP34LRk8iR8usqu64WeV3mQ+Of/gXWI2/OblnMwLJVIqOxAtyZBYKWfz4iylog8Ymxyy
UiusTSM0qRx1dL8iMxxcQWFW06dZHit+z0TuOkuVdBs5xKe3NSjqfKM6CsLvBTB/CPl5rnZXbVKp
7eexjeUclk1ZiKfUyEyx1S2hKI9F5E7tT1fWS3/wsBa2Bj/T07Z+aY2MDpKPbo1l9WE84ES8QKkT
RhXGVS+wkZRLPn+3gZPEd21XpOO+GigiXAgIX5/zxAMUlYiPuX7RSTlbGGljz3o7x+nBzaW+2rwk
6g8zt42vM7ZVnBCT3mqYXJt5FDRKZFTfYlekJel2nJWhPmhJ+QhNpjV276/XdSJOJ2otvoETXXth
LKezwwt2ZYTDd5EcOicR9701DN9oPkRxqNmK8O4TZ1aNQHG85JKC4avzi9IX6i3c6oBIAaacrRAB
CNTrHTU5pDpknJtWNLG7K5CEqzc2Rk0HU23w2VWF8qHBO+YSa/zVNqXESuOZf+lUwOc8u+EKUXOy
2nZyaAtPkB4s6fRRd+pLPefXb5fFT5zMBU97lrLq6fGEHQjloMWoDnaMHKRvjJ7oHtR87sWLkynG
k2xy94OVKfklbO6rKIbbmwYBRB8OByoUZ7HSKvyj1ykSK/jFuNed4im72lTdHfeSciFgev0q10Bh
5YoT7PLOzp7Rm0Tp0nqpD7K15ZWOfeIOZ61LnMfXo0DuACbAMJTB6A+fvkklKfS6Hfv6oHaFBbVo
dsLa6C4Jpb5K2yA4rs+AYga74lUdapiWyMv1oT5QZ6p3ijuPO+FW5kdnmryNrikE5u9vv/WWPt1+
NKAp8WjA1AntzhFTeNfUY2GM7WHJkvFlGGs13bkG2NGttFI7uidGTesPMQTEeYPEkSO+9V6XdJco
Va+XC2LIkGNJoiClgzE+fbvT4hktYn/NgZJvfaW2uoy2cKsbzR8d7SId4o23vLZUVoENiIbeOanT
0itRWDJpDworalN1ZXdVudK7mmIDbwwNRO0l8OtbI9LxpJRGRRPS+NnqAZ4Vd21itYcqcoprPOYn
NcQg3N6Any7vI7s2v78/r2+8UEKSFfAGDgho6NmAhqf0CWSS9qBhBdD5ndCgxcel3fioimiXlH/e
Hg3gBGHoCoQ9O80Wyvt2GWntwSyA3enZWE8+bMfClzJRhwtL9o2duMp5cKn/3vPnsh61u8gaJYH2
0Klu9aQWsHFr9G7D/48XCJgPA1ZocmBBTlckFAnbUPDTOCiZUy1+hSt2tuksL/au88lZvrw/2pvP
9N+jEVKdjqaMljGpQEIOTqItW0rR0U6kvXapg/m7CHOy3cF8EquuHlusf+LV03FgLhaialP7kLhe
6sRe4PWVcz+52U87gTBujPgRmWi+hoaVFZ/dXLnOyVkUVTw7be1eTeZwR7V49u3S/VqA9N5PEdJZ
1djh6FFNtu+6S7Kte8Wi+FqKD1av1U/m0to/aRGreGCptElEMh116mRXfUopYqS3F1qONl7hy1v6
ho7Iud7UGt+lSHYJhr5XmILrhyJTwkp4w9dEk/sW/9o7b7Q1vzcVHACrzL2NKs+FPisw+B1XqqAn
mz2C9/XG8KQT4gPabQjLp+MC+3BqBlrWSlRIvIQmw28Je/zIU2WoJrabBkCQ6v0ik89zkw9h2Zop
X0zoRyPrx00cJ2lgjmNoCm3eOqIaroG6PNVq7wLTB4epIwwRxrS+Pnr1KlzWOmUCJ0ONj+7UdBaS
e275YZqa59xQZ79e9PYJPZf8di4Xjz5Y+VBY+bRZDDXyO2TIA6HGFerKyXxwRdxvmzGXzZhc06ud
488ZrYtHtA/n71pbRnnYSC/f96tSUdBgxGLfOcgOpB+cCJDRTWMvKAp7WTJ5n6xuIjMB0slqWHuR
H0XFseQXdaE3sCud+ns3iyTxO7WJ+ZYj6nJbWdoU45lavcgbH/dqBNOh5lQtdt2mtng3aaw41VMN
PPDFNUWWXrnztKpHDCg4d8lhwOhNfrRVqPxXMGfN6DOIuBT79BH1/8oK1FEbxJXl5M2vCWOuduMm
c2JukWab692grTJtapon6XaBm0E8CpNMDUuOim4TKabNspW9SLdoqeHcBBN4vlUgeD3rY4fjvFoT
wk4LOtFbWr76HAzOMKaBGOSsh2qmunWArwHwK29GfH8zqIIlOzcT7uND0SfV7ex12nBlDQSMIVlP
WX0UcD2HHe3yCcHGqKDmjxqHTdSTNaa6B7FmabuiyspmQtK50SHJuErcfx6KrFM+GlEufg1mZ1if
sIdRe8SsaS8ihs9K8raJlzvTDtYE2cKkFxBnpeH2LfVFAoftIrKp2mgirxFaE6P7VTdLNCYAZY25
3zXgNAKPml++mazW+9BUrZoHaSej0lf6KK1900OCfteIvBk/mRDNl684Jcv0Q4tzybdpSgik2jaV
WVg1fW/7Tm015UPUO6AC/DRzaDPaSUf50JQZSY2FVk3c+Vk+Znowaqg8keX2RfHNaJKKtnLXTcbo
T4LeSaBO2fiIQJSLqUgeF09iLmIQ2dDz+mMDStEoAJRo+sAwqzKY0ZcyvY+R0otu4j5y5cHqG2z0
UKmP3OFmsMqxPyxmTRG4H5x8CdLUFmKLprMs7qIM77hPGLmqv0g9cHVPqNdEbKA4rzb0tmUeGp06
dQ+zIbvhsfcGquNIihaqOLRe2hp+EkXm5JdkaMuNU2dqEyy1RWnfbt1VKawaR6+PfBSLpvzapTKh
hy5KPtyyo7cYMCWG0lZuc9TN3IdazEYi4aDEBf0o1ZnqHyYIHe9Tkg0NYKHFbuxAGVSp+po1jggN
zo6AoR3HJdbIlit+RFpZF3dKxqCfpKXH7VYIrXhE5N4lbAFUmvVb9naWPcVg28utmZnT5LfaoGVB
hGTE50TGbedbDj2Lex3CSuWrMhfjLQJ4Vb7TI29UQmuxjTTIsed2HwAU1UOApKXp+KozmO1GMm+D
7y1dl92YuYMUeaGXmAjAZ8qrX5FV1PGmsM1p2eHyWZT7CIU1z48yQ2+vx87SxUGmOgoVo4U9CbKI
6QxRqco6DAiSxIOhuTSqfkQhm8JwGpXxcrOYItF2dJKa8pr+wpwG4zLST7LhiT+tzkuGD10J2rpS
qOZ41GthULxmf693m9eXewQdDOVDrepp98AX6ZUvYoKdf3C0aE42FQvcvnKaAocudLoGPWSq14ZJ
ly+frRhhwZrpTcyE04Jqf+D0pgQBIGAjswdwC7aCSoy9FZalhj44i16MG0dk0t01ch4K7k5M0Y6R
rSkVhyiOXL4LIUHsWhOyoN+RWA9+NfRLe5SaCbdNm5E19Ku256zr+bD6Sq6iiteVllnlLXM3F1dL
V1L8Fl5TPsUzATqbqmWx5k3XPY1Z5pVhrVat5UOG6L+1iCF9iV0nUjfOgNoTyo8IC9w2OY1QH/Mk
zvx0BtOIfF6TlLtEwqTxSex62PV1BcNMKSZbXiOPh3XCqNW1diNrvBz8AcDpV7XtzD5oLciuV2o/
z2YoOCbVD3XUyCjE7UHi71XQpfLdCo1Pfy7TYtnM0u6sh9wdZHbd5+MwV/44KcZMF1liAwJnKhuT
wB4mL/+emaPZHxrFc3qkE4qo9VEPdIetZdQGPTfYLYufyUo2vjtXI0qzc7Qo274pzeW7lrl5s7Xn
yPk61auJuavGBoRQtR1nvx3MqEJ6S3H0HToYie4jbV7BNpKLnfq9Ppsflmqpyq3FN3xcUC/ovzaL
hlhDoNTwkAKOjqLeqlCwPqfqUtacQMtSHeMhbtbKIzysMBFA/Xeg5HIcokQqm03GW1h3UB5LX5mb
zguyuSobX07D/LUDFzRvawcRl2CqtWUKEmIe/RGuyVg+TKiWNR1w2jLNg6pO2a0xLQt3j7yA8WUR
llnsIffJuxL9UrCohWFMT20az/3NsOAy+GWwcQTzl3hU+msQYE7lp9qsOn7nWkm/AbCcFztkn7I0
XBq8lX36rONyHRX9kn6Rlep0275oEMNGZWtcDsKcRrFV3b5zQ2ESb91ZRuN9csys6q6iRtP7x7nu
IjvQGyvqrjon7cqgqSNkakDtutNDnIis2OaKuyi3XCbtF9S2dS306jwttjaFnxdKY1kS9rxsGvcW
WpFXeby09Z1OTO58JaclRDAGxxAbe2qU8aCLQq92sZtybC193Sqb2aqLnCPJqOOD2brltNHYnc4V
LFYMn+o5NnX88FSCSNo707JZiFRyqtm08QK3bKzE72fDXHZmo8fFvW4MKHNOVTz1117fSbQolsSJ
fFFpIO0lS3/ZUzbM+y39iMoOVY2C9a4YFsKXNtPjp9llWWA21QEeVBOqhZvMMQp5m8X91G1nDSKv
P+Z1kn+IDCM9DKWjNYEdTRnHRmTI4taNtRH/eke0EST2tdXIrWckoV7WEU/rOtVRpAjXblNz0cud
qRGEbWMsSsabpu3RtCvipFUeS0E9OzT7PqFXgNjGRKBXa4kXLYFAzEQ+x16feak/FEosA2XK6zbI
ihadEBj8dYuFTjNwerlLpgXO0MYinLVIUYj1o/h7nA26/qgkbfdZizS8EkLVknN/ZcO88W6tJK2x
6xap9qVTTFBu0UgFErs2O5q3Yz838t4rTSwCu6rqPgx67XnXsZeklU+A1zebCMV5Y4NaAnKiKQbZ
3o77dnwCAGvfaFlkZ9cIKwxQLnkj+W4uWPkIJAp8oIvKKl80oVZWOGO0bV7V46J8UgnAHJ+la5GM
LJpbBbOdGcpBmdUy3Ro4jd/URlZE20JVDBnMZWJVYYP28OAXRccxUCxmWwaxpc7lJuE49m6Qf2k4
7aNyrK5t1v3gL1o3I+lj5OVR0aVNouAR/h6EobVGWMhywRsmF1iC2Xk928HUDzSSZJ94zk1M98H0
ASbqj3gtGNmV2eSV4yuS0+e2WaTt+WaDAiXbhEB4x0yNUUitatJu6zIy5e2w9IvwZ9dAGySysA4B
VLmkLBm0HTmJ+rktb2zdaeprAo6hDjIziqSvRYP4mS+6I3baYibxNkJnf/HtebC7bd6WqbERiBon
D+yFbNq1uOBlQZ63CKTSvlzqfaXFc7ErV5UeHxcvlLQC9FanByPV8ux7hJLWGGq9kiVYXjVte6zj
vP0mk8xEA9FOo6blIMAx8ZY83Ip9CsPKmIWkrlm0hRJJWyWo+4XyraPJKb3LVW+k4y5oC99I3Y6q
HRUeL7r3CKhwvZ9VLw7zKln62e8cnEEOM2bnxF4TZ9BGldDmr4a6bG3b9xBdNEJLT5fkMNV924ZZ
OThLYGczgSq/XfbYfFeFsSOEg75NzOimN/Apsqfa1gea1pmzmI9mjo3Ywc5EO2/0jBDlC1IFLR5A
Kd7d3s+MfuFwMFI0iuIQ89kUBJlaYqW56RDcmjsfkEgz0m4tPdJKZEmm/AUg5NI+/C48/K+X+X/H
P+vjn7l//+//4tcvdSO7NE6Gs1/++5C+dHVf/xr+a/2x//5rpz/07/vmZ/U4dD9/Dofn5vxvnvwg
n/+f8cPn4fnkF5uK61E+jD87+eFnPxbD70H4puvf/H/9w3/8/P0pH2Xz819/vNRjNayfFqd19cd/
/uj6x7/+gGH/lxrM+vn/+cO755Kfu3lunl///Z/P/cCPWsY/QT8j+vbHP8TP37+j6/8EZY6QCL2C
FYz2xz+quhuSf/1hWv/EomQVVqGJAT5zBcn19bj+ka7+06QzBp4QOjM1P4rg//dxTybmfybqH9VY
Hmt0+vp//WH8lrP4n+LN2iRB3BL8BP2KFfB1XiSCZUJ4NOXVEXCMfusqNZlHHhEKpypBwwxC15lB
ho6D+OR64i5L/Ujuuq8ocoeFZV+not6P6rNdtATz488G1LyP557f2zc5J912KZY7TFC/9QM/mD54
enQlpAMlibAgWGa6qU1fzmGsWpDKUifxo1JUYJSzZ5P17TsLuFcRdwgQYSXvN2VpBf1SpIHrJRyS
QRSnxRdqKgtISf0HuvQl2TCIQje+hw2JUkj9Miydui0l9d7FcOJN3DwSqfUYbJpTAOrDCD2hf3Zr
+WIC/b0iQU7ulCIBilFPxec+q8qD0VNIyrphlx+zIwyvqwGeJyCk2ETRJ1evveV2yuMPSrG4O+7Q
xq86rQhpiCibJY6/tLhL+wO2jH754tUkmeKGzMLRr6VJOmFss6QNFs93pfky5lWz5S4wfbUXM6Ul
WQUWbcUookB0LSqFKMfJLF+QbcN6CQlGAlt/yYj3pmB11qrQnac3DU20Rnuo1q4q/FJH3xmMX43S
dffxMrphpBjmF3rqz6VBC7V0cnNj9qoWkBllO88of2Q9+WcfR/pm6AxwG4jW73R11gIzmrqgIira
ItX7QgHFDXE08TZtmvU3vWyLcEaW2+9MS4QNdkEkC2p6KFHe29CbqkJP6yhXTH37cSi67B6ha/Sl
ZnMOc2VK9ulE0KcN+ZfZLnN/aTlWc5ghW0TfE1qJ2bhdoqn4QpNIY9dr5V3ds2QBwn0rJnhnlaxo
ioMHAuQyO5syqr+vZctglM7XinoAr3CtxrSevsmMaibEGJOtXliPTBzgqT6ObwZzQs65tecrQDQP
0uoBAjRFtGnNWg0mS9aPUe7Euzmn0mWoOSboXG1I7Wt+PFZm6ArR3ywijY7qELnbPpFIRkCn+GoI
y9kMFSrjmIxoQ0DJF7GrckyfkQtyNnJaF/iI2pfTVsRwReH6RqVmmzGW9U1GNfW6L6OCd0BVS2nJ
JPu2jINRSHMfYZvqRzPFk0RXGz9tRqaOEoxfK5R3lNiZkP9oMXXounb6Re5ZBn2caRsPydDnYXH0
TY7P0kbrVeFjVJRq2+0kxORr+cKNr8/JvcJEbtKcSoerKDHXrpsE+VJnoe4pzhYtA/arZvZ+4dhV
0EdlsqVyYlwVEao0yK7nPjaU7Zci0Vrfo5wXjOrQ73Sn6G61fu42dga2FrmQUQ85G0VQ112+5V2o
fkVhcTMlM34iVsHoaTFeJ7pOuU5JZ/r9UbwZ4tq4JjesCCcbLZBgnAJMJk0/n7I4dOLpUzWD4k8n
48kprJ9yvWGRUXo2XQ4yYDif80HHV6jWHMxI01+OSd14mMQYkPdQyx3lfdU1CkibON14XWneJQ6b
2ayITWPyxqBdvGxDH1jzKRG5O1krLtIRdXug4mlcd14mQ2uc2ZAacZw+RdoGgDoY3qhIb6qaMlbn
iNLv4njZSPww/bFlC1d5OwGWkjEV8fRZYEvn57lT38Q8sZ8rndy6xApXelRM1+W4fAVLUhFgEYyo
05KEXPQ5k9rFIUzUetM1PVYDOspYJAvJhbbJab/7z9tjBajCuwMRig3faekfrwwiEqOrjshB3Jbe
GFpsCLVxQ08pP0U2jhm1dsm0+LStwZiosKCKx2gWNyD/fzpmURFLaVrVHZ1lrz/W5Z/By0ns8tcr
8QzT8PvzgRHC5V/hvkCwz56JYn+uYgihHc0alE9LmWsoOIh+DIIXrwncUR5Vg8T2Ab6cj4j2hR7R
68eDZUhpHDAj9BU0vU8fr40JoJtmHo6aEpINeJu/BCT/iQD++nhvfTztJ3akSo/2d2Rxii0aTM62
YjxSkiO2phBVtJdU0k4bk+sbhM70lzGImf46htJNixIb+Xis0k/KktM7uZGjDHCi/bvLj4GgzYET
43VhBHq2FJZ+0sRoZuMx/WXH/aF7Mb4Noj60LxcQWW+8NMDna+tzxXTQjDp9oKyylXGJIvWI4KZf
wcu7xDh8NQDiVyBH6KnizQC0YkWE/QXxlS7Yv6T9nDx02bdR+yUvQZdOIRvMCJ/PlFO8AHCggi47
/fy6wQJKZcaPs54ERbvV+g2wYfPZmfQLr2p95SfxJCOhEACeAZAwwpxnzUAJqoYj0zGOXZ59U9Ls
S2uYpBzDJYjPqzVmwyvmkaC8A0KBl3H6RPBxeaK2sI5VtyNZC8U1PG20iq7+5nYBloHoKyAXEC8M
ebYbI62K8GRqveNE40x6L2pyAer/xvv66wDn3tCy9GpwlAzQG4esv8vMh6x8fv8Z3ph8ULic0iAc
8Z8+N+0T9NcVyr3ucQSSlUy35pq5mw+q+atJXt4f6gzC93uhMQhpDjptHGLnKrZTgnVJL6V3RMul
3BBgwmEDR9rftCBvaUs29ifw1qDBBjvZObaUW6vSxy+YYtKhsKvledGy5vr9L/XG5kJEaxWScFZF
/XPpCuawUOtU846tcSOqrff3xIj+fGZIrYj2AvxaRWBOl+LodnKOuH65EK5M59iN3wkK/u4jcLzB
00fJmknkkDgdQkeypOyzVjniTlctIQnC3/58AGOYpKOntErynJ0/Lh2LXI/s/AG1fBnftM4F9t3r
KSD9/cvnn90IzTCiNN3x+UUR0Jj7e0ifdQZWPAqgO5JZ4MrnMxDPZmqVrp4/gCRcljvFu0svun6v
cJPTgw1SFExF4MnQMwhATqdgMYeGJT0UD2rqXCV6QtV43iSOuhlT60bYdUUAHN+4vfQ9ZfhcUait
XOXjGGUXDozXuxlQJ4+KRdoaBZ3zNpuVfculWj8Agi2HrZds1WRnNIG4xAd8fTIhrIVABCBSz0XU
6OyBM474ZYyn7MH1hu2k9I9eKr92wv3+/tJ7fZBrcA0BwJExoclzDlp0vDFNSyNJH/Thg7E8xfHg
a+NL0l6y8X79OOhacR+xQQmusLw4nT87QXIqlXXx4M23Vn4116F76Y39Sdf/6yLhfl31SQAJs5PI
t88HsSUWX3mW3UdVJ31Dy9stPYHvRty5nxAGVX0SJ/tL5zoZCkeNeZ2bdhOOhpJ8qzCD++44a/Zs
wYJVZ0htg51lx0Eacluq/VMsLOuOc34JFijOmzxLnU9xFP/IR8cakWiwopcFtMkKI+y3bvF/KDuP
5UqZdF1fERG4xExxy5W814QolUp4SGwCV3+etUe7/32iO3pYUZKWATK/fG0/v1uF+4xsygyhI2Ew
sBY9N8ZarnEGDH83dKb5Uyig1qNjDs2lJdf6RVuGPpSz4yeeSr1fRSPXR2IVyXaU2vSQe9pr7lb+
w2pqTezDrx/qDVo1yNoqv1WZMxz0tRSoBUbbit1GSi9cCg/3zYjbH4ZdCzxrlkQ6mFkWLI5tHayl
ck7VrOGkzGwrkWM6Xxp60U6lIYYg65f9bDsqO9ldDYqM5u2gSfiMmgE0HkHWEqQUJgpoM703JMoX
Cpibk2lvzl02jUCrVpH5MMO6906GanrnWDvKWKHE8qU8VZ/1PfGG+Sf1h992XgCsaMe9tCL0ic1j
XjrDZdSXh1yb7EO79vOpdDoe+o6e6Ckv9Kgf+y1cpD2FwL/iLl3kQGiV632A9GrfnatWnKLl8gQw
r112v985oU7uJ6mDc0hJT3MnqJI+VM5WJuU0j1vY1aL+HGYDZt/Rh9tKFN+7EGkC5qWH+BOLBFh7
jE0/J3W3EAgy3FSd8WmoSHD2Parcl0eK3tzYNBVIXIcixQAaP5l16fBX1BIOq/k1d157sbCXRrsg
U8QfFfRjG81u+KIXRlgRi/6oT27zQpua91iZXXlD5EhGWbJtXFo3M+6WtPYORTo094sxD7E0MvnW
N/N82LzaJR5q7w5unYobw8qg9nbYyf3qbd7MUQIAXM8ErcuDTurIuRat9RtAXfsxpq2+98tmx41u
2qehqeZ4gXU+FLPOl60aLSg9oPUZn0gMzzURkGMskSnG+QSnTqW6NQ8HtBDoSWh4h84gaqBn/EA9
WJoHFNhNSA7Tf1dayckWWotFheilazAzrqd/XVk0ZU3+nurNY6OftLjV/8MI+o+Fiz+PnBQZK/EV
2MjN/ymz/F9ngyGd7G7zvOqpqH6G0iT85ehMr/9+Ef7/vgatPOh2r4b1f5rocPwjYaIc/kmrPpa5
CZb0Ryv/g73jHzMAnwOzAFYB+hKQBeNv+devSYjVBrcR2uOi/KB4aP/LEt/rdWDpBYewsS0jpv6n
ApeKd6IZU0M8Jlv1qufWCVbuP2y+//czsHGQ4gWPjR31/4ySbSqUtaECfrSYw2Djmv/u9MQVwHLF
ZcBvxWaFROZfv6O8K5hf12l4cJmRnCVefD00lvjfX+x/7Li8iEWcFsYIFBIMS/8cJh1dYUOR7vDA
xBk0TcPEF3dIUgqqJv7rVzLJArlKoq9uQOcfhzRIwLTQTSUfdKFi6NN+0Q+N9dpgnPr3L/R/rguP
BTlWCKGBTa513v/6vbG8LrXdFBye9lvPDEsv+vd//5+gEN8ZRyeaiWg1Ye5Bcv2vL9DK1hyrvbIe
CB+zwsI0zoNgARMTm103N3fOTBa3XC7j6H6P+3q7++q1svP/MEZzZrneAf9rwri+EdhNdMro+EGI
/plc4Oqrg+LO6h50hFvoBXzvti6RTK09T9WIY+6kemXeVvlWXEri2IPOog/WcNFEiX4oI7IXyqC0
+Q0z9zFR9AYtMc1oouKrtbo42qRlwv1iX/JWAkG5N1rvpzBa59gp9yNXaR8Vcv9baZr7UIrMicqt
70U05y4fHOp8CtRi+se2AWICg6ziTGvSpCPZLOgrGjM3gGD0SEQuZkJNwUCGQJibL0LIcOwwQS12
JQ+GWf3xpiEPJYF51K0Vn51ZfitjruJy7SmCKq4VwSMqumJXzl+S1/mcCJAi7NPuoanYSVnpzIhG
3PxhXzeS/ZqjIu0j9HIw2sjWN1jx0fTCLm+vIhrTe1KSjfe2L3Yqkd2T5yWbOYRSuJqFbC8vQIMH
MGlzW5vALdCrFeZmx2YFU+4bPZiQWLSERQPBv90ZSWWu6dERpUQ8Vv+xmsyOdQkR4e7skZasukPb
I5jLNDxg0H091Ap436KzkY/kOdI1IiycbpUKqYwtY82ZxONoLeNFl8Yat/M0/gJ9l6cKNibAEmYf
DSPtPtwpGw9CzX3smqMP2S30wMst99wasx/tda3FA2eXiGAYN0qH5XO0iZppUcH8pCROn8xBqBcs
L6YXoK6YL7uX6eFmDzLaERNnqEBT40gbWhUXy4yip88MoISNkWrWVnHI+q6k6ZhYnW5y7KhqWkoo
1EogUK1y85eZNT+9gUbP2jvvtMx4guttcJJhJ9dhblVBwxcbHL3U/FbhrZ8F9uEgK/s61r3Uibe2
sK4FOCLidhluisrzzo0akM/6yA7zHPGNlzvGJc/6L24WN6nNzfrIEEHSe4PidJkz99STMhhkTBpx
OWzfprooUPWl3Z57l67tIScMUub5ckt/RnoQZVrCNe7iiL3wu/NdLWxdj+tBc2zkFEYD5ER0VSDN
uT2ASpexh/MQFfUkYyXTO6P4tVTnosfii6BRnxsXMYZhoiMosiNGPftID6Yd4NsraPerrfxEYWIV
gp3+DEr77DfRhvPgpgdchObtaDdtLEfmZ7vY3PeaRicnQLXQ8lbYjap12A/UL6KrhLK86lLniMoC
7b5VnXdB/z4lkyjXoDWN9TAT03RROQyOIzk+THmf3Yyu/VfzGaJnbxKh0ZcTGlpLBIgyP1dkbyEK
0zZsHU8ltZYispmM9WQUzRqqHGERehEC/FMjfSQ9sTiNsoOFWvvuzt/KFHUaNTuo6mlTaKE1NKY2
SF3kCEybWXzt7QtGBq3bYqJdoWi7/uDl4o+z9muAQLQKyT34qhFCQ2PYduhV9ARAig0PbSeHC4nC
D9mqZzeqXCcKjr0+RBc6BCrL7xEirRGnv/YVq4obWPwzAZNEr4OYJ1lKfJS76PZYLtoajaTDBoWm
zITEyTIUspVRPyM2x/RqJIXJZA02DwlQG0Wkmm0JKtIifjn8MyzLHZuBMXUIiQb5J9OQehOTSTUf
wanu0Z85LEzC/Zs7Thtk45UF8zzUolNWkwTktcSZVGu81w6Du+dB3i1ZF+WT7oTCm8aLkxbouAZ9
CVXWz0+ZVlvJhB81IK2uO+fePhyWFjmlQ0MJBOG+RfBuxHESlH1v7IVCGyY/yrmwwmrLmmgeCzss
xqELNCtX0Wa5U5huRs5zlGdB6cM5Q2T5cUeSf7RPXp80WtVzNm/tryZd9bCv9SksevdzoAojtIvq
W7XjX9ngk5Bt+b0I7c2S8xxiXP7TpmwCs8UHXdg3A67PH4FyJXDNVIbGPKeha5VltIMFAGrI/Ilw
DMwT7lKgY9WeBzSfgdY7NVX0Od7fRt/hIa+069Tw3DSEcWxeax2cXVLZ1MMe51meXroUe0O7YF4I
BmDJF36QJ7EuVoMHaOjCnhXjpXDHKRSir1/dpnlxele8zbPWXCjU6s/b3mWXDIi4D2xj85KZYPzI
XRA4ZPhY/tiZ50dNq9dR0VkqBAMEYfQ1CsLGtI2Qvjln8ij/2t7ASQsJ3q/R9evjqkYtYIDVw1TA
cWu6GOIMNXtYOLJEK2nb8VI2C+Q5Coo0S53HcjbUwbWQrJbbNt1KaZfnoWHtpYHOJKWwrVDF5ipA
j/rDIiSjBVqZ5Q55xeJMOEErr0zk4m+HBvtfkmMS5NZW88nOaofTmivPlo0OTY3lfjZRYEb7OJoc
ODTj07HSjIrJWZWHQkNMpnS/fLXJqZsCE/XRH00iOArQbyzMDQPfpa6yh3IdETebixMtfiljv/N+
+yXitl4aKkZca9+mdUe9VgFpHJg9qKZEa/cLFP7dHcUHUvXXjTAb0hjq4hFvQRVvDodusSCIcLCL
BM7AU1/PWnYvir4KyqYEFhmJqhRrhb1EpQR/tOhGdlZAfF/HFHfEHm2ZGM6txEOGk0lEzC/ZnclF
C4cNHM2tWjQXQyaSiejSQ0trQAh0XAfusqRBLbMmdN3ZPGLPr4MaOv+8uvaamIOF4Njvm9sFOOeM
L11EZmr/bfq1iEerL8/6NE0xqnrvnY4OSGMqg461yGXoNr2VeKjaI4ZO8320/QltKAQRAtFdPO+b
tzcBBFf/3GXG8tisXsMtr7c3hl0ZgdLqH7mzPublFWXXnSHsJq242zuKORqxVEfHHvc7yXzKf1sE
roOkyLDssA9sbbOHa79lERte+kTkiQ1ANNJWrtPaV2u4GByQmte2N+vj3PReyFs1Evww7mFq7Z6X
0qbhzq0W/65rr7fx1vt/vMHtAm/QjGguHP8e4Y4X27oCUVrxQGQ1sxOCgBzrtXw1W2367fRT9pR3
FYSXSPdGBKtOPsi1wUi3E3ScD0bfp8/pTJVJPvfroWqNFBdWu8VO1vQhWawsyqmHqEBozXzYpy17
RpRfPYJyuKGywJ9s+oHDvEndk8yWNN5nXT7baWcGFUeWeCKHjUUZA1ONcCZxygVYw9PLqETrGCo/
/9ZJYnpyWnALIrdA14CN6ADa+79Wpk+Hza/VA7c3N4Th/NVt2Z77ljF3HFrSJdmCs6BG6PoFASNQ
dZOYo2sp+WHljvJp24c7fVo0h+WWD0y0WNdcysKYnnt/++2M+sgENH9vK5nu22qRmTKYelTpxvcq
rlduFcMDlujyRIAZWgu5Z5cGC+pxXdG+7x3breaxtMs+N25xihWB1rKg0lyyJ1jGQLuwNSf2ZqxP
6bpJ4hV4IvO6flG9wRrOUBa1veHEqJ+LJvkj9fxZ11G3l5SSh2DU20H1CFJUb/eBvqr5UGd+cVxL
6loR0hpJP4CQ29ZeX7YirWPX5gYlP8JEbM/se9mEwVmirKdzQarSo+ib8tivjhXi2lE3Qhun33zZ
2wEbTJ8HipJbdM3GNTymH/nYa31BylPGlVOlz1277QeV8h5abIqhnnn5aWD0MMAb8+FCY838NnWe
GTd+UUW+bL0bbSDlTeyMTJZ0pvuBTVSL9F5ln0hP7Sqphk09yAboliF16T8QrPxaV/HJgVbu1G0R
7OecRT8VVpRKUf7P/EYX71rX1xsR9xZCAQu1SSuWuMd1EAh9IZKimFJigk0eT0wMoy66G0JHrBAs
1A2arhxOYsqy0IRAD1ETMXfs1JlVLWin78nuSDyKEwhD+6jHqaLep/CTvW+s31VvcKTxGlyE+WDv
bWCNUm843jBZA9UVQ1hPtMIVctripSlzwFIUMuGWDu5TXvgzIh37aVHeFGS5X6IbEt69U7giSvHj
BP3QN1fnSO9OH8QHzltANod3lkx9J2sh5KKv+v1U1vYaaozTUc2rR8Wivq1VF+GWjzuS4IqWSltv
ApNi0DBrmHd0p/Ih06V1KqX7prJJJVrHhsBM7yUOS1nQ5ulHnU5taFe2GdabWUaVui6CmhRBYXd5
RNaZQPS25TcIanM9NN20uW0oOCkjP8VkEQ2exjs1IL0bn7WcMptyu5m1CtER7pf9xjPkfdXXH3Nm
gZ86ObaJ2crZlmt/OKimz58wDQxR7uYyJlqySTodOVqbscHWrLGImrr8lRHAr0J0v99Onq1/XD1d
7jdtK4/8gfWQalN+S08lmE62C4OqZndJWQ2M7h0xPs2erWed3HJ1j+aeW1cL6XAdN5aTWcxkTacD
T3iLPBnEfGBxZMCJhnEDdfVS/85LR51Zf/zIXPevVnt+gBdEnlfUgm++6WmHYdO63z5tKUGRtUT3
2ZBF+TTxOk0+3bhtqp3QRxUJeQp7KLReOw6LcJMVrR4yxKyNCM4YfjnUYYYET1gIFdmfJKd8M6BK
cw5LuWkHWym0YU5rF/c4dmgp2YUZG2mvhyIrd+pS+iJB7cfTayF7tj2mOMyZf/1s14AkBAbFNrOD
1razqLDFGpQkREZ5M/lRLzQ76vx5vzfFZp72Ap16yQZ1g8LE4Xzhy2uc1HCwhcx+DaNoD1ZDk/Be
FPNd1YgZRaM5fyIv8y4OyZu3BDbqPFpiTMgkXt5z1phLavpVRJYg4lXKysx7BlotBimpjz0mhyeQ
679YTYdTjnkoSMca4VH+NNcJWtMy5NjDpTAr44PBdWFxYeCRhNaFWLjaX8Mk3RhFeBGZBEkGxiQ5
7g2GVkVFnleRvnn+u905VRmIwq2+9tT9jZtNvWRm250moWU8JlRwFKesNGt5K3pDSk5Gk/OTV2I9
VcPK+kNsWVzrmGikTLUmMPRJxM02drfjZH7Tp6edOyaVANuCGTLYcQLL0yKu0oXnfpc0i1ar89k6
7nS0SOJ+2CH2g6UcsHV1JMrMbQlGUk/NK/TSm1vs12PlZvNIS0Y7rdYO7oyQtGpW82paUQdL6VNk
VF0H2eALnjubTzdMY6T2/QHYYrnoWW+gm3OdO2uxQYPduU3KXulx0SCaL+w0O3o9To2c8tAnPhR+
PJfbsvB+acSMfFYVa/Vqm3jKmJ5gk2qqxqZljlXV2G8zxcC4JGvrk2V/+mV1kimqJ3j4Z8dzG02s
oRdyBKApppEoYj19M8caJ0iuIfc0PRUhAxWU0A3mEZsioTFC/8K6t8RptbTR4lmsm+B7RLS6aawG
+bUuw/AC1uQlBqq9hCIiFH/4MMk93uzH1s1fSMNB5KzpmIktr4u6bGuwYhYW9pP5r0IMGUpcPcd8
HnBl1Fw9PZ/NU4cC9VFQ23QZROdesrTPb11izJKm8qp4H8sf+Gqs6ZNxPe1rH3gburvKXRlRJ/IZ
OCd/axM56dPc/mVX+euLFMaIVtmQyDaOm9qK9lEJP3JEm4VZUdBulKXdbe+ojsRzrT+RUoCT0Afn
hnfOE4nPMs50/zdBNPh15nblUCjG3/sCHglEykw1kl1kd80t4+DytrYbxaBDmgccFrtgxlN2wMBS
gcc4nAZQg9C+1ZdZ0mITj8xNkPOeqyKsdTKtpMTSjIGi88+Za/70EkHkKvc9lKRPBPDWP5LU/7Dg
A51Za8WNUuSG25Oy2B8ya4C3xJDHf09BLpEkB5bK6sRbMri3McXy3qBytsrmC8gXDkwO3/lKXlAg
Z8M6Oy13P86dP8vVR5TrElxOZNcxm4K8v1UK9daNwrhDTNrHPtNhYNqLFc2T/wT96/1y8ZidLT2v
znR/oE4qvPnerSsvRGxkh26KeRvWV3utt1F/WCwD5ddIoo5fee777s+gUpxGA75ciWa7cxOdBRVx
yUh7N2098YTONradHS2syZimZbPZ4awcm49pctLL2KnhmKO4PabGmN/PFX7qFu3tYeWy4ItX5sVa
uDSZk7GI672IO+V3QZOW+6ErEciYxNDEw2rIwLIq4AifwjT6It6sgawADIy/tXx2QWDl6pwmZRPP
kDd1YDOuIS0bMS1KTR2nHWs5kxiXo1YTGJXtnBQOKU8Wzz2mxICmnzmu7YmTmJ6XJ0IC+lvfGauz
CVZ72XMPIMIhiPFnqV35QUL1O6nN+cXAC3SgRM0I16L8zsZV8fZBgMmE4K5Op1kkazGmsZ45a0Tj
BvBULxdAmEq/q4CFIpbVCmDb1+MGNxCEr7KSfu3tWCM87EylWPtkpqX7vu7el9uu3C86600qiwkb
ZVEHq9Z6J1v0HWtJ3z6PmjdGSAJqTuz+FBqVVnwspjv9QhVfh6LQljif1z7UdgTgtDr7MWV+8mUv
pnWIQCO0InKmNH3iYhgc92rpo0YnEQGb3hoPzqCFxuiIj20XxCeyYDghnvCKk6quXtjq7Cuaa54o
3NLvyLr0I0ag5UiRdXZbbGyRRYP5qbSnnoAxhn4B+P5dUiVtkqYyMlnnmZqO7Vw3P8Cty7PlDazI
27yS4ED+yiPjNxVGonJeV1ssjyVSAnTGqRf1eCUSjTWRC8+dfTesWh1l7tqBWUxD6KUbvmp2THEz
OyBwuyl2UjyMd5K5ipO+9n/NvlJHPdNI013VtISEcgmRwFRosa5km1iGld+YQ4cp2nD3G99vymDo
TfvN2ez3VecsNVvyU1T5eMef48A/cjWJzVjfUw33hJmm87fV0AoPgrtxAMESP509v/TjFhIxmPRp
eDcbs0ex3YzRIhDYt+/8KDDIk9nZbA1TK348Fn36ttSHSeb2uecI21I/A+6nfRQ0RYRrtjYH8IIp
XIeFY2SvdbGmoU8OmHs/SneeLvgoAcgnt3xajG6AFiAS0x1aN6FQLj8qaZgM6tN2alrVnEcnIv6O
IvucqrnZ6QLTnP2L9A35IXaJqd2DuEg2u3iZ/ZyziaU+cilVaBJYzdnJ6uwnD4ggIPW+LpDUO5M6
lOQWkpHcWGmgl+kjGR7qJkdAX8Zg0P34sqbNMCVpY68vuEiNWE6pjGQ+7KHe55Z+Hq43/Gr37Vs6
6GPEY1tGtjOmp2wDKEaN8Ap7oIetl4ljRfTNITU17cjBJj1BjBlkOWTYh7pJhSiKkBpkY32gNwXU
zl+6Xzz3Iuo9+dXo7VfVNUa4eNlKagAqDOuycIoc4jqd72tvxvTgmVloy7HktEQ+LvkEOZBu9TUj
340XSTQiqDIEij676Vuvbx1D9Or3x67MYr/8BDPrUuz7s2vdyG25Gh2o7y0Owzy7t7vmbDQw2MVB
Wg4eow1YoMX4wARmzEHtaM73XqHXb2H8z5rd/Unr7IpEvg5vTXlxkNU+XT9Awird4ad1LjjzvJJt
b0jstTnt7CJBuYunvrd3GNetjgyrNw6YwGFHIZCQY9Oa0LQyZVVkmSCRZTq71Ijv2aIFW1m9IFS9
omyDkZQ1LDSu6q/NNC5bVT3vPPAHvWC1K6EvThhIbzq/ubHVZhz3lpl31Iu/U+5fO4Mv7nLf1FUg
3FMGwGk2ztWdVKfvO9PYjdnA7YTupuU/0lbzc+l446cxOFrkb9OV+C6Nnf3dK+0YF+PyQM/lfvbM
4tOzUClJfY46crGDyViAvlwtveRYtrnAbUF+iGSF6fyKNcOs6rtZ6uqCtEfFwMEq6AotjYQGCN0W
YBFzS4F3aUwDHikOpZNmQY1YO/zR4kIs5qYKkJGouDZA8wGJalgNVmHSm7FsKBQzizSXSJNzkeCi
3HCGNniNNyplGgt4xjMydjXbnZ/HFQ6FTAP3UpfbB+u5eXChOUKWPf0OZWEZpcY6hh0lxA62kXEG
8FgWUPadGyzYlfY1LfmfcWDrCepmGf82Lmcki47IuBsZ1VLDoUNaZaSYiiK2ySVuY5iN957lJ4RT
EbxJs+Te1hlEGmklpmZzECzkqn8b2jhe5IT7DWEVrClwTTAsOE7AmhTTqEQJiBTmsSzy1jssdDE9
umbTMhDjtw9px/q0WJyiupQEaDbmbyx+0K6m028ErdQggzRdNXcmtRw3UDTdDREI0Aye+Oo4AeMh
d7ZkvzrSdgF6kY9GHrWpATNLLhAH8vpDz7L+uPSlfwZl/pryGYCX2HxIyXRIuXpjutFwskxPva8D
zabV8NT1ww70i4VJuFn+vMhsvmub4Xfj7Wactho5JbXVOoQNyQxA0W6ITlCe29xo89DIS2NWzY0O
T+QGmzGt9/22lEm12JLchd1jE89bIqTW9EGC1IeKuGcI33l6UYSwRVaprXHhE91jFearUTD4gwIM
8SxEeSbRvDo7+nWwHvj+oUs5JV8zUfoML/TgT1MyLO5whI5pQqtv84Tpoj5pnW+yxrV64AOeR2kp
3tEcv+a+8nh8xzzei9Q8aqMUR381mdTSafUSiMjtcbFWlWBVdE5rToaFGgkX6daBSJvR2yOfH4lb
kyjcysr8w1A4BN/Yznqj7b53cbPimmDgf5JTXgZrZYD26yYWx3EoEx2jYMgJl9URHOkhNwjYi/TU
GXzCl6rsZmiEA/Pimty+zpLUY3rPsmEfGpUaZ4fMnOMy2cXRzS1iJ7Ydzr70OQo4dRZXa6MDjwEj
qA2syu4saHuBtqBif4LnM5xE5P0H3juyIBwekBWwNpkyoO+ltOzYZyIJlko2ZxK7yF02sypcjX68
DD2JO5s5w5WLwvxdOf/zcyjk1NBMcUqY0tGjKOTBYBw7ZOX8UCFPPZRO3z2Mdm3cTOU1D8W2lmjY
FnmpWu1LG4z87DiChhH6LaKOwIM7DM3DZ14UMs5aNn2b4RMDZmOyo7D0b61F50GqL0/WAv/iKn+8
5Jo2HLx0GmNBeAcjk6FX94boIH73iY+8WTXO0X0/+nSQxcti5wdVKxjl/W3vl+FoITyN3cWeH1mf
N9ghND1lP9dHy0iLX9Ic5GUzpHXorKV/AEz0ILG2mbluh3zts/JuHNTV/N0eMeuDg02afdjbKxlt
67+FP4w3m22Qq+RyH42buT3JZQZgYqYIXeaYtkEKkZfN3ZA7PB+++i5oLHvPVItFc3M2FqOKRUGq
7LtZNiepvCLlwKwqOGydX1iUGRExbz9whsh+T8JqD7037Yk1VXC4GRapqnSX2yKvDUJietKzCNOP
K+Bg8iFYGFgkOcwaxYI5t3ndZkkS7sZOvI/VdgBOHSLG+h7HiFQ3rdFURxaQ+ToZamG3wAg6s7Yd
DU22KBgcRuKtc8NSgZ86pXip5ewfoHQGgsioVIa108GhFvOQO5PHZu+fRiorkFuq9VauWXcHAGiG
reV3D2vt/2i18WfgGAId/Ye8vPHkeFr9piy7eqAGQ4X6kM2xxb57RxeLHVcLTK4psvZc+pU4T1pT
HMqmeiltt+bsaeiXUZDk1SA2Ja+/sgMXhgZ6STdjR7k7SWz9djJFmr2R1fLdTv1HM2Z5aLDphw3F
pwmMqZ64ZIccbW0QwZaKAVWLq99lqVUffJcYEMKiTPS4XFQ9Ta0bkVHSUW0bfLizvhAfMB60qwWb
6A3jVjlpc/ViaK9dMZ5ksdxuXIgE5P/WxcmZ7Iv4XMwpj8TG5uoZ3OJGV+fEOvblgaOZceun6/hg
GEB09rqjjCVjOkmJWvlmRiNDSbod/FCFxlbzhtM2klJnbeJzYJ471quBesQn402bVytoOQ4nOfFl
PArWJxWyNqwfcuPcvx7Hev2dWKaCfr10PnOOIdAJ7rtgo9XUQyYBBAoLC7Jht9wusrQe5lqrbgzp
FSERbhnHxbyPDRKJk7IbjDvzShX4LQdCe2URFE4NULLYzYOTOV6ip+qtZ0qPqpqMaaCuCcB1FEeS
UmHbHc3+SdGBXR8Efp9TRpj65bXwQvumxsCNllV++OtMJqya55uKNfxYanyczAL0kaP9im4gDzNl
7Md9WUj22psHT+3Tm8Nbi/wSCoyqk/SiiTSPqin/QLGz4bMWz+ZSEORFiM2z17kun0LjvVfgSaVe
TSdJZkQyOjviqOW1SyEPS6U1oTHMBMjQXx0BeKWhNyyIs3NjOtEkMN3Tpzodxqpon/0ltyJZzGZo
ZCIHuWSiD9NeOZ84Esfj4m3We2Zs04smvSxkuSWuCZrECxU2aeZZ9FIjxykC9MAHt54pqBic9Arj
zA+D1e7kDy6/pwX8iXArXK6DUd1YTj/+xn/c/up8EN7UddPnDUgscHr1nDWEECqOCZCZ0F4cOAf9
TzV6nHIwH3ztU4px2PD245qXbmLlFogiVGOn2WGHmN7s2wMz+t+pU2+5lj2nTuMfaa4nEaoGAhy8
1EOI5qjXAaMnbLXbJv0IY5hfY0LIgbfuRKmGL33ql1dDHxdMtIL4qnSbYw4nGJcn9tvR0/RbDojZ
gZQcN5xJVDnmVaMi352NOPMRG6zpVRudOeazMVt/deGXSacm97CaWCwNo08fcFtPwUhYPO6u1g8m
x4NI3xCup/+Po/NabhSJwvATUQUNNHArUJYsydlzQzmSM016+v20d1tbuzOyBd3n/FEw8sRz1vpE
ijc7w6wh77UhvZghWu2FfL9VV7QpQXftUr4jexKbZHBe3E6KR9OqxY5tCzWOzBpO+HpmDOq1EzD9
vJnHIg3yOHxKiEY8TnafvUw2MooShfbJkAdUUO3dTpy+hQRekaHk4M+v2HjI83EwCgv90cz+CYId
IvcW9hcGAx8Pua8DOCeZOGew/OMriXAG8iEIw3NTfg9G+hAu2GT7a5KfkLHq4gg0syJKYZVFPxqe
6ntUO8ncK1QZK+me1fyCnHFjS6xT8jkeONhG3kr7qTaOtn1yyksUH9xkJ8xjAm2kF23guTu74Qc9
lTNDv2Rgxv0cW6siebdSLGcav97dku9k8YOJn1VrlZBZGHUnwEdjYf3Rjz1wZ6nWScutctZAr8bP
0rlV+ovJHlVe4mTbOUyw9n4mMijMf4txlwM8dZovOkip6jSDJCV7Y7r2AEsKSjEfcKkj8cq429r+
Ty0VQ8Jvp6Fa/2rVaSp+VE2IbfiwRN8GdgqgDXjs7FrG7SaqniMCGZqTUad7G2ZaWjcshxuuvRNx
Q6hpqnXNbz7kGq4og9LVJiV/yBIaxXCIGVmm9PF1Bo7qIvJzEBSwDZktAmU/z8edQareDOBd71ok
Nra10/NbWT+X5bbuLi4Rgz3o/tz4A8FytXmC2PPd3g2q4ef+tcn4j82SeA3FKXauzLXtXqr2TefE
jOrskBFzZhwXu8fP8mZUbM4cDUr/TrF6jGhRjY5F0vOH8SmM9D0psHB1PxxBq8I4OEpf48bYKMOh
i8RA0ROBoBF4s5eJh1/AQsU/rjDtxUiLeGS4SQI+dRZvGuOq3dsRPqLqmhv7Pv4x+H+pCca3z2/w
rImD7Z694k55fQCsjM7Na1JewEPhfFvG8zy9OpwIcBuddQ5J1YO7Es1t1JpVQf+X8UMEJwGNBC9q
52QhyT85V+EDRVet+cWl4857knnmQ4/Lh4yUCrDLQuVVVFoLSztYJADZ5R4s91MQi0drDG/U/xlc
57F4JiR3nTB39S0RFKZ1dW3NL8xuleWnJeS4SQK6VkPRHONhWRn5LidfYVTJNq6T3T1LlbcZDg45
L4NS4ExnE7m+xWHnvQwNZ64Hi4Yhh2PZGl7Ce4JTjVSLQTDNtmQUsEfxpzJIUsYSmO4TbQVucZY9
/Qms83b3nmpvVXxoYXNd85wN0dbLZr/rL/b0onuPTbglFo8T/w80cqu1r/ryKLyXqN0u+d+YXQmV
XVWNce8M2xHKie5sOwP7Cdvw4/kjaV6S6KgP+i6kdlOOuk+tid9UzRoxAU+9TeIC+wBjBAIbC6Gb
R8ZtWz51xmtnMllqO8bafSW6dY1P0Ul+LeVBzpNMyGcCVVjVw73D8GvCblKkZO1GK5Ug+wDAmUOC
VHI2bO2KfigQ4+tkF4Hn/QjOi9m6OvIHmR/lJjP7eEJQVbFexFZZ/N44aGd49/1d7wgTWcRnbybv
weQo1OMDi1NAedQ66bRXkgXBokpS1W6ZfZ3ibJeZ/4QFEliqjQ3UGtX/qiFCifU8tpf7JTiBGKK8
CnIN3r8mRLcC2GEYLQxUKM8klehsi0vyWs5nq+Q/JetvCt9sj6U1Dg8hed8ExfXJj6Mdo95ca+mx
wcXk2sWqH66GHJHbwXtDDzGtcuI3wVgtx3YR/iypCaclzHwtqw+CMAMxsetA/1dy26dE8i18Yc+Y
6le0juC7sfqKCLx/PWmLHU2N2UyCsRZ+dXRzZDGUAqlU814r3tT4beu7udgazEuZdyi9z8q+Jhwx
ScqUSppMLw8EfQalvS3zYTUukZ8ZBzXeuFGTbAucmI+aPznfC6ft2Hy32bNDEw9aFrv+iNQHqrG1
3dL9e2fKjIclRcK+G7WzO+2k+O1d3oerCp/64l2rPsCogtpiz3U+8S9GvCk9DqpiK9LXbvh2yno7
I6ZFWsBw8GRhSGlQEoI/HOws5bCmDaigyOrqdDXRiHvYmNUYP3X12+weiynyAR5Q2KC9Wwj4SdAr
Dl+1fcXQuPW0nS0f8+kPqqPqflDS7jocFkZarHTxU8yHqPBIMz2lDdcmx3dPZpqDINFMt0vxrIBP
kuUi7Sv32oZR2m+Gr/CvASn5sxBkS4A8bVtGr+lw0+f3AiWI0R81xqvI8frdXUKMGIOejXuf5yZF
o7RehrI/EKvqbPn2e98icnNdmjI+NmZ+HQlK5ouPN0wuvhxvA761WIEIFg+GB96Y3kxqVEcFBfbt
TL8dIpM0qlb2FG6LJdrTZLLmYfDn9FeDZXDTIehRUY+xFaAVnW1tC5QYRPEb6rG1DJeHlCN3meQl
7CEIMnuNQW3jIWjKpfqYDRM8ZF+477ADbNH5prDf4vBXPvQe0SLFrvt0901/kTX/4siavBqKbQ//
tgwkJMV7OaAlxExOX+BdujPMLyanalZwZtwPCOun4IIKJxmE8dUpbgsqPLd6dKtrShUx7wKHmKcR
qGbQOZMHMtvanC0uYbfe8hHZT506pd5v0nDhH6Lp1PHMyP58f9Pgn3mJ9h6ztnhI6sdQQL8T+1OR
EpIYvxXBvcx34CVj9+UBhEGZQIC1fhtp3HyfaXauURp0io5QDG5vGl5PcZmNfUtUW6XvrIl6Fa4N
0z0YGuxDRxLvg4QRGZcbMlQU6A9z+ziTqW7wxHzkyT8ttuFjkc4vRAtqZ9UEcP1rkuB8ffgYneNS
XSUmRWhAmufH5LWNPsF/tHLaVfm+aJ51E4Hlp+4cpfUYji9L811F+8XetPGxwOu2bLGr+1bx4AHD
VuMlT68Wmtqk/5cnPQ/B0XZfBntLvByXMEaVF1s8R+lVDSc9Osx3UVT/nspDxSlLUFCerxMNO4Ao
Vpl89MTDJG41GPpg8z6+L8bFU2t2OPJlvrmPYLYDk8tMhr+TzDZmeXKHeG0THC51wu6KrceKb+FX
zYx1Ioj4Si1EERvZYJFBBRVyOeuomspzMU+rqNor5zHVKYcW/8jY2ebCA5gGfWwf2GV8SRA4aq97
1PSKTtClnm4JZbEM6IzKINXM/lRobPSChSR+KNnVHC5gt3xcBiSy7ot5T7wGXJyaJci7b7K5gAdS
kNl9YfzGg7NqxFvKASAIfOqK1AeBLhjdJ7jDaPxVM4k+CR1p0XxJO7KCIORbgLWCH9/oXnv+n3rc
K++KdYKRINosWe9jFyQTeu3UiKPlk5D5Jhm7RxV5O2OxOGWioA0/JvL0q/ElrM8YNYmVqlYVKNVi
/w1dESwxhpjPMD7VhHTS27yJK2DMVgsS/dJ59nXxshOGeFITubEiMiDJV0Oh4o/3DDXM8VzBu06J
lybnaa7yg6mib8uEn0p/G2KdVzbifMQz3Iht4KjD0MNCYDcQYeSb4Mwlf2SJkiVUme+kaFbbp2F4
t+qt7C9h9YPUghM73LTljwmd3noJBOdf5a6lsrZGGL6giGEHb/axozaD8dOQUB16Zb2StfJVQUki
MKiOA2cl7tJd7V1Lp31Vqj3CEhDWKaLsceu6OwMtm+YSiTBxkcXPs1gCCDzyXNtTL20srouNcP6v
dgmrbV97ab6KrPlcdLnK9c63zJ+m+IttB785vUyEqBf5+9gm7Oao2+D8YJaXYSeba61x8cavCdmR
wlirFvnu8jWhAgmfy/nPa0byh74940NhalV84nhnLfsSR8vMfpjLf9Fylm2QLvpucIaTks9M1TJh
VulWY6qtcACzqe/09ictj6r5tM1bQ14B5Fo8HZtqQ42scraD3NuOcUjnAL8FoXs0zzEjyjLZqgGo
Fw2f0G99e1TWsYUEl/FPYdr+BIzca3sBL1oD5qbGi+OcB83YovFc6WxRhBz6KQpHlsy7DsBP7rsY
mI16ncx+JVW/MvPb5P4kuvW1NISYUsBN0FZlPqNJXSUVBmbrlzPeCh9a7Wg4+yLdqoxGXj4bJLm9
PHr2n+qxsEzXvCU97210KAYbOY0wHB00niJYg5WTnWCbTfu3jAh1Np+hSRJUbVhU5LJN8z99OuvN
s40stTwZKQ8nYdiR/iBrRF67duhWjXusO5Ye+zQUf+RHBVFmrlqgquRZKrglnVCThkzul2y0Sbh4
6JsQcp+x7M1A5zWnMGqA7ax7PABdeHYS3r7yqRhetebJbR/HeTu0t6F0kdqTlNwe7Jz/oL623Ydg
dbG8Y5fo+wqkJJuZgBbTL/LXULMvU/JQa0ccgbBRj7lzLOR7OqX+MmNKl3SMUIAVjwd9IKrPgIXH
fUcjvV+wTMfMdXr6NyA1rdUuqqk1Yzcni7jk9qYjkxIkP4cKS+gbGDYmyUFN+oDCKWjSZkUe9U4l
rwP1jXjYoKq/k/HT6/kJ0Rho5nspvpp22MbmHJj6voBNkQ7P8eKqm9LUrknUBi99YOQxIYPlOtYG
+geiQBKAYFkkaGfjl4WMb9azm5apE/6tA0ADKX9L8TpQwrtwUiObzg6hB6yvuQ/4Bf0lK095BfZB
1je/DoNOpWQmd41wQkFNn8NRztKTYZWy2qs5LIEyNIxvDWGB5bpoLD+j8dxtESCJaa1Z+ocXYRMC
hi095Q9FuUVGcXD6eddbPNx3FZO1GpDBYxNBWmOhh16+jVBcWiTnJXpXa/C2ZtevE8PbTTjVm5Jq
85mX3ZnHvVtF72qq3i1L23nLsHZpPqmqbOPWC1b/diUxwwNlrs1hOgDvf1DY7ktvOIxmerOyKRjJ
I0vquFlR8fXeJnLthvq+d7VTQRJ7bGobEgTDFUTGb6vJjSqmx2jWoe0hrUbhL3a373hrEg+JfGF+
oHNhllBYXBa3XeH88L2+eopNMzBa/Vyazb8pc9GCV6PYe7l3MLhwkXbTrkHTiWauF0/zfHvMMPL9
zcWt756kNTAiI0UW3n2by9+hiMiRzjYGLZaWMx+WJdqhfbvmnuYnprclNhOGUmED685lAcVXQsmr
djeF4VUkMK90iq7U0j3QAHykFpDs3TIIdRGM4MpunBxdDug7nXlFP3ieUnUuI/tN1P1q4NLsM4Gn
DxWOiI4YkQI1py/GZK0nsbx0S0cgIt3SaCHVHPnelK5pelw1oc6LtCDH0QgT9IKM0G7NNk5dVexo
HgzAERlzpU+gx5q+s49Gc3dZNZ5bY/IrnJSd/s8jrd+ogvnuB9aNnWynxykf3sZB0XUQBuai4pUR
ZSttgbRG3gbTWTHbdSDyCi/FXCHYtS66+lGhvfWEtku4TwgCX9swzAX7ooQvQLx+02yuYMnb28/L
MSZBsshwu/XSuJr6sJbOgLdNrhqrC9CS+XHc7pquD5Ko3yp98pOxhssyVvE47x1B1SZGP5PCenK1
ObsQNVXq17MIJTecQ2dQa9DMD7JiYhvE+DSAHvVOvYk00DgdyAegMcjB38GkfvXZe0xc7AU2eeAB
M9xvW/F9u8UaNRIok8f8g8TMZIRc7qpuAvTnNVkBSGlQeox9us/GPPDafE8VMj7OdNtM5Qdkch6E
yz0GnDTStoWFuSsMBZXu0BIAI+N0kHBgUMcUyofjPk4jEiWrPDAJrYAg8j6FTI6UJuyXNNqG1DYG
pHQgIaKfcaqPVcRZ7i4vFjrXoWcgbjSPtFeOABJJeBI9cEBdb4+oifbZTOoDpr3Qi1lI2vuOvUcn
pFjr2gcc+E8O2Zl2OV2KGFomxXFQtNFbw8M7zySZGupWEvDNolrUG81In8z+NRvY8rqk8g2JB5Bf
J0dGUz8B4n6ks1xb6FQQQe6mIgqGkclK1Yx1WD+RO5ZIzIpggk8KjfzUQoTVPUcy0w+PR8r90aj6
QlDmqot5KYzSd9E8IFfFs43ge+GUDxPhF7wJdcOAwYJDycmhDKmeRBRUVvDbmBkkgxrB6X5bcRHZ
ZB4Bp1Ua1c+tuxNAq4p+4XSY1lnvrERGrLVL36NdPjBmHvDzsmkxFPeaH1Eb5gqs663EFoSnkgQv
PynBwyw6oqAG0BikpLbmeK/65uClAyFi7GyxEQEhdjuLqbdVxZ/d4akrzOXdGGHahvk8sBkuALK1
g8bZJUwBXbHbR4iZOTElNqFSZQB7Aj+fiJGZeS6q2gZ0pTp2LIRdlfuGBjW/dPu7znzu2kCgxPPG
/LVW6YFQT91HHXtZ4rAk5rR4pEFhmyGeYDPEpJZa5XuH8Yx9DYrFRAGbGvq5oTu0cfmgOWop7hKY
WUYym7cv3uLAWo8ppO/CtzjSrOPqQRhOvr2ghAudlZIuioLcz3KJW6wOohEhuAMYn9UkIY8dvs2e
Hiws8WNKbw2SR7/VELAv4bqmNCJfxsKndhhcg+pNiQe5bnWuXfxBsRugz/Kj6b6vN75ZlpT+3stM
OVloeEGaJMh0lj8mRhJ/Rj0cW4gAdBedNFepnhk4CPHqd91vxSBe83k1EuZaWR8nSYfSoq9py1rV
hnk2AP2bmV9GNHRiFbWCeNzl2UzNHVrubU25Q5IQBIW3+56pM0xyq+gfoPCKfXLcEae7RymxxRMV
YBlbw8nd9J5RFQrSxQSoe+bNKbSPekQR6kL6GfrCwoHpggBbHH6BSyCQxQwXK+3RM1nfxnLfM7FT
C0TygD2pQ95yTLaYmoWz9aavu5FmqPnRiH3sUOSuwmoogl5ibeDfGqQrJD2jsBUtKN2t73nW98jr
P3n2OGBxCVtojXunf8/RNZp5ehkB6Pophg8usXFFx6Rttjj2IXd6X07ZxbKqvaFwvlXDVsj0EZc3
eCjELJz9Xpdib1jeX0M0N9oirDZx+VRpcndn14kLA5PhpZi8fq9gyknpv1ZGH2CU51N2xVaZaAtN
DiTbeZ81EPi+cx6YPT5GhIN+EQ+APEiwsvsfWAooJe8tq8PTojChjT0ayjh69srp3OcKkyBSf7u+
54LPd6/RQBNFP0NoJDgCtQeVpNu55XKw8CAis75TKdo6GZDhT2O1C4GCRUoglDsg7CFhgWlbx5lA
vi8jdK8fyriDAwhrMhds1Nst3Oo67qdNaCJTC1lShbfs7kLN2enOsfC2jTYeHTWrHeTajzuZGztJ
TxMoY2GJdR3JNz0aNipsrYdxrIAPXTIsKo+dxg0c6ORQOmgOx3rtNG4Q3VfHYmaXx36qs07Itnto
8pAN3DiZdfJXme6v5y7n1oKaqZuNZXXMheVhJHY3dk2fiM2DHeW7uyKGmTeYXeRndxAITEkCxBj0
Z3tiWlZUEKyFCQBPa9kxdgFyASipKxnRHAks8NQqtjMCJEoxmixmlBvVikgqhRUzWqNn2EzCw/KR
l1sYe3KwoFw7bOPl1FZ7K7Z8QW5CM9kM3RbwCsEIiwkm3g8kM5UoKhUC87S0irWSlv6ozbjwU4xz
D1UtZzp7iYbFonzzeEHrvGj9MHbv/NAgboZb1e4mX4p+WyQxzs0hd7/Tzv3SW9170EnYBm0Z6RFa
TAgsYZ+6LnXalwrJx5vQrXw7ztwGo60QQksUQ6bbYNB1yqJZNVX2maa00lfyLt4vBaky2zCOypOl
KELzrVlj27Hf1WA1x6mNv5esU1vchAnW8JIOQbKPC0ay8HKPZ0uDaIkn3qBYoL8DyBNkUujua123
4t2YI/cqrPleITG1YmuBafuaG8ZbowRxyIYwPQzCPtQeuRdWi216ESNFXomWEh5XGsckAkfqFvoF
BQ7LHRxsv24yB2lTh1hvkriHe9yP6IZwLGFF686F+CVCCk1tWs4+5bric0L3DgmAAj6qyQ2oUxrJ
uoSlnuirCcepJ2Ce8Es/ok6L92mLowCMJGlAY5v0uSqA6ST27zhIPKBjAmYJbxH4cm70wpALnoho
vI50zH/LwiaKZKbwp53c8IWPUJ/InQqt+2yL6Hqcn+D7N1FU24EzO+Q4UMmKg9uEwSZGpvh2jWXZ
qJQvTs/J6MCG9KkmbYxQRHXgOgOJApglgzS3UbozTXWcnHN8c5a++suWnvUWdU+WwJnNaiBDQczP
GdqI9aj0p9ZNUZdIA5TFNs6FnYdbyx2gxEkWeSPDhluWem0iHQhPuXpJ7Wxto8f42I7GO3Sz96zK
ENqDdnryHDBrHtuuHTaRqK2j7kn10ncC2tcrlj2bI74dNFg3ng7rSnHqsKbFq/nRkUZum2UadvRp
EFIZyoS3Iw0hdNrIZCgfTe2HgPN8b2Q4bFXCJoFt4P8HnYx+ZkkgmgZHcqPz99XjNydCSZwbkJs5
m0+J24itPaIWYY5DwUx/yhwC2nZA1HZUcCwZwMAggPkrBtm7zHMp7Q1CueSEBkYEQkBK1DhOmcDK
ftoPokDiIZV6GaYB54XngvrpXvWiV/q9S1TjVM6wruirPLXwxqU42tEvdhbyD5tywTuxU4+e8+Ul
bb6+G7yGFYJWHIcZ9QKyYxDLa3sCuoiYoZPY9QlxHIFoOXDKynaf+Cs4kARsd6UX6kEoneopMm+g
nWWEiw4oYdsNyW+Kygj58ggQVGYeZoQGxituCv5pqR/oZKr4NIbZuQcLk02QFzOXbEeKA026OTUO
42+aksKutQ+wchh9VDJeEgLlGQ8TRDEOs4RD5F1dZd9muDwX2YRP5Twk8urGMQpiZrFV5E0zsj5k
NLuorTi8Rf2UMjmNhPhxeBauNV7s0C5v2WS6XEGEPbGDWuFekbuKHcuwX7RJgWMuRbqxQ37TWejh
/ejkfO0JOdxTFeEizwVUCCahfQweS6ti4n3PZqrRJkrh9+ML0QDxsOGjt/ukWxpeeBBXZkBVBUQZ
1yFQSPRjetE/JpLlbExl9Z4DBVnzS5TXQNzhKiYwIySsANt4RKkfXW52EYZ/LTHIj7pyw99+lkYE
/x0meyd0LyG33tM4Wu2R/Pr0UqCFXMUm5WCCjsuVyBeDJquEyP7tbDLEWi4O07zthr2NdBPQjCD9
jTDacDguWop1YK6UVOuuzQkpwMxa70gcTP2c2iZF6P4MJ5I2eovDFnA1nQTCRqAqv1yimP6NItpr
SQMNpA8YxcsM296iGfaRDiW+Q5oUQW7a96J93+APCcawpMXcQjQsmMgWN4SSHYjs1+REhmavMSbL
ZnknBzUOrFEzeSbsf/PE09KLZD0Qj7RaZIWYFJsI4L0GajZOjHa0zkEQV0TQGhzZvadBN4qUzsO4
wOOox43+ORoFczbyqj4xMKYUOXPcGBHO72Pdy1GPkE8VhxKbLcIeXnpqIBDF8vqoAqMQxDbi6oSb
R4WwZESjBYofmaQ4RuJIcz4XTA1BrquIEZbsMEY25tLMs4AH+7Dz62Qmeugu/6M4kT/PRffRxW2E
REHeIkwhkR/XKCNU2+MEye5VtJQVh20wLPW5HvtfPUum4VEygqE5CNNrO5r5vmsJymwxIlnA5vGD
2aMGwY4oxr+Ce5tkL1N8la7zA2blreuxYJditM98L4Tm86LhMDhfpH4jJigaURNhIDRUtFrmc30X
b7QCihv2BfWOoQhvLSkIyAzEv76/l2ol+WhwNvcEjEWEl+1hCHpqLRHWWO44XJu7wNHSStNHTybW
Tp8VmzziysV3hf/Y6ohtzgViRYqLczrmL3bDRZkuDT2hmqSIBEPVu7vkxO24lPPg/kJ+FGU1bz1j
yNCGnfBhArDnu2mcnckgaKFgyYWI2y671Iv8C1VyH2Tt6Rsd7099T6eeGufiSW06h3GIX5fYx8Yn
bXzo1xY5JRgqa9nxbAgsFF4Kij9NstqKxRjdfdxa8xXxeX0gg2VAC+nRzmV39qlQZDEQTzrGEJ5i
sl/rFFyFKL7/h25dO4sYjaM7Jvo9JIglZQKsWIzc82irkql3I8gUctrS6PCKJIi+BilCMiq5R95H
0yPNJHcC5bVNsykwdqMMPxLvYc/eAKoSVnQTj5MnfrPcfiTl67GxFGhgPVzNUTuVbda8hqGdonFo
QADUYD6bKKyhPLrhpxCdDklsvYw9lW6lU7yasorPFHipF5uFg6V9Apk18Z7PoXeb6+oR59Rz7mKP
srBEcnNziNKl0Lz16SSpEmTUs6RGQlFCWE5mVeNHY6JA/cZt87zgACwuep2/NtHdBTY78FflqN1V
QkxB9/SjgodlgQlwuShcoIhVMfR/eVkQwJGWoE8IgaQN52w69URWbGOrwa9NjYgFncc03BpJqNak
yluo+E0m67HHHT0wgPpNo5Vbmah/NkkkW7IxvONMyQif1EOtQCcRfd0xSOHMOuQTwEUaWmeKnTIr
NPvJ4FUGNXCFaUCqWkZ5cNPuTzOdYp1nzDP5grg6X5zvBOhtQ9niR13TzJLPbDp1rlE5Se7Kva+m
AS1YIDdc0izW5RwX33WhF59En90F2xkw5NpqocicyEF7L62a41pQ9rgylVM/GiIl95RRkb5i3U2f
wS9YMbm80B90MgLij4dmd3fYZJsw1gBQU3cy9lVKLST8vLDpX+ltfoQIMfgry4bct3VNbkRvIA+c
qomSYDnEW7SzOvU3i7VcjWhU3zmvdrbWXO1tnOVXkUHtkgdXbiIHnNlwBvt3MKkC9ksxXsahG17J
ckThLDsEUUl8DwkIm4h9sHuGr32mr5h5INQc/Eai3zQ5vD0zNnHXmv5qxg1TGEoRaz1b7i9d40wH
pksC32L9Q4RE9nxD1tK+XDr5TYRXKn3MFXgxtrk7F5duBnxrHK9b4V9jdTIhxm1Oy3Ocdbelxc3H
SCeQC2SNdSuICIRvnXWIUkYoOESOCwrcrY30+I7iAQFS0vUOAErzMsvRvWk4WDZDPBTHUCoB/GgA
unrVn2vPHEyOFXsbbcRGjpXIrjfoTpgbB0e7KqKjfsjAmk69ZQ1HU3TtflIEQVPGW35Ja7ECrdAp
BUl0deJtq/zc4rEj+WrcSQRJ58GTzT5xE3eft7TotCNJhl4tK+Ayw4LgmMpLO3LKFAPAGhCleQeL
TaQnEQLUgRmO/EzOEKKchvc50zUIFXva6Sr+8iw7+xrmUe6b1stu3ZSG1HMP6Rs5o3QTjpryuwyW
KHe8EaF3WdBszDgOgUvLbdG288Gy9e8FhZpGyNtKr0pcAqmn7Qfc5TsrEmptg4z5NFeiU5xJ1zOE
rm3yAWc/vie1G8tEfiq9oeTHTugPI9kg0LX0JbvLuuphiHZ5D3lT1rFaT4kGvOYZ4cYYjN9F9e9y
xmJPHff8jwYXoo8nvNqQ8NUhpJP4qalij3dt4pcqKHf2caRAOXfF82JTs+hK4ElLQ0GmyfSrtigb
spi+VjQ7W39Ob/OGMk/7sTnMj5i3hD/BUa2wlRkrHa8WPit3PMLnNEV9SLz5nhSk1f6UJXel+pBz
JyxjvO7Q/ZPow7CGqlCnfas2Nu7kGXeLcf0bot7f2gApJT2M9qyf71kRbjUBqsqh+2cmySXuk+kL
GUR5LSabU8Wi2TUgMqJGtdBV1XOc40FoCWpmrXe1vdGg7LU99edSvovRvO4+TS/JWctRKmv1wChb
ufaXIevfkYQysukcdgbAZ2BPsdQv+gC8wUnbM/aXZUkaRF9+CGxbPzruheviLMWH7XWIepykS3dt
J7JnrUbEok+3yuEoUv2Zos+XMs7tYCRlxShHA9lWYt96zDR4asfMyG4EFjIUUOi4d28lVaD6O+YZ
BIlW17I3IEbwQkSXg0Zo4dQkXMI8HWtVk19pEdr5RBGJs6eA3fFNxttzZNjRL0tM+pfVbNKmtkAx
MFp8TJSplow7A1tlQZ6hZbUvLaPksRnznznp4LhIaGJA7KZnsvnKXyvEIRVPdyMG3g3EKHVxSWKB
8EiqCoDAs5ufvqdtgmRC9DuEn31U1aKDcY1AMUtrn3gaazIvzN+8aW38BarYxdQLiyMl3FX/Mzma
TNZV6nYn5USUs9V8mhaN14GvftwWgxyRPaXlc9HjMnWIYffbdAaS0mcxMCRjcgp9ypxNc1faLnJh
XCoIPgBihnzTFpzQa9ua3IeoS0ewa8M8YkrkPCzCebdEofFkQaqiyu/yDY0Lyz1JcTxRCgbvSQg6
KQSasbMrjwjUPInX+VJrweI4owMEpaOIb2eeO8eVZDZluo0Ud3bf+gSwPhNmlAUlSf/mYsIxkShl
gqiGEdLQGcVSHdbZrjeMzyzmapvrGXKia+YFbjSt2/clS6g1qwQloatiioUvakWgE1HKV9doB3B5
QUlXCnAV6iQzTQMqmklB1xHvtayLmMcmHaP73+C9OH3efxlxnmxtZJaBQJYWwCkUfq8sb10sWf6z
eGF7yuo0JE0uzEfpdyZUYetI47JYtcto0dqbuk+pwGXfOxR13EMOwlnhkme2iA37IYrJy290WwWe
7Pv9ogHpjej5/uPsTHbrRrYs+iuFGheBCAYZDA5qcvtGvSzZ8oSQZJl93/Pra7FGL/2ALGQNXuLB
yJQsXTYn9tl77ZnL5WaiH/EFLm95WspRPkhl6a1vku6B8HZxqOwlp7BVTieWBOm287X/AReOrE2w
ThuLEkfCsfg7Wl4KcRLD4qLkEqVOZLznSrmtR8R3QuVYuoyRJ1aIjHzt+D4mbXVPtaH7CVkAlNva
MeiiBh1onABcJRfO41Hr0ZbNwLEj2D/s9CTz26Wip3xQKZcTcMMKiQHmTEp9xKGYZUy6PQx2nafD
F5WwsOM1Y6lX0Vj52fWr9tq56xVV2PURVY+FeStoFJ4K+cBdsC6oED7ziKcKGLQGUSz3QQn1P72Q
j7pdinFVfLO9FHH0ffJmcclF33zLe64QTBk5DkydcmCyWKNmjrAweEYVNFSAyAbuCchZdmZp0fyU
UVz/Gud8ekau70/ETtJrHebVXTFMn0Lr8K5NsUvbJlsuflPXRKiW4uTranxYqkJfiQqDz2NLudOd
C3tGhQXZQuJzg1kTqw0rkXKgON0PWd/5MdpY3IVyl1Ese2hraMC4/pYRy7L3FkEq3nRLQfQH1sMh
bLnZJKr+unJnKE3D9QIG3zjPiB8dCZzlRxr2zksbMeqNEamNYug06EfjHyhEyE8CpWuTxPN3Blck
c07SwDrgfZNn7Ntd3rgId3OZX2IXncNiumFpFAYMhGo6OnAUf0fYzTZZOQYnkZM6dXO8egP0D5YF
HItkPM7M7Snld5MfH9igqWM/gmsFmlTerw+vjUc0c1Pwht4Xvs9WbygBWPXNz1ng4I3d4C7gWL4P
1qrGBvwUDpfod8zEu0H9+zEPmJCbJlCnaMxeGK66rRHWc6aY+4CCOfX3UIvpzq9DcbMU8S+HGiL+
kiYM70qKOA/TNHKR+9H4wJnTORRp3P6oqww121GY6SrJSiyKv/LFsEiOu/61IivJO3KszmJ2rHMY
UDtfsaXdN8KBped5+QWEH2aTaAkprlQEKXG9GvHBCRgNSlk4Wpi+F9ZTKVZWrepd7Uh9NCXnaHqY
h9cwKYI70/bNDQ2tw55zFe6/MY+fWYCQL29wEa8Y42izkJvaLE384edxeR3KJrti3+CvDmAJ5SDE
Tk1BrLzJ0gpxxnTwpVQI0ZDpwcme4ZKpU78U8pGNET7wtsC1NiTd2uWxfg6hTJhYls5F+Zhq9ZNS
kuKOCw8gQxR9QdhAeqW7+N4LFBaKuLSX33HcqV2rEFsbB4Vm7IjeuJVlb4xTMOBDlybMqfZQIfzj
QFfnNqwb9rFeyZvYLmo2StB4VN8qUI22fV0EThwV4VHG54llrCvJZGBj4rXtr2fn7inrmUxtmT9P
vfOQ9WG1F2U4HuF+indvNZ4DAfPXW4h2RsdtMPK64lYP1ofMxuYQt85Ub9A1mn2SyOECnGTc+n3y
TjibktNc4Pi1aa5cwlocfL+er9FCR0k8QDRiRhoOdW8LDm3Acr0+eod9kx9CbBgg0NLppixKzied
j/HJ4sSwi5wKc7DAceFrGtHjpfX24ZwB0cC+xhJ78aet0hY6jY3PyzQTK8+pu/qEaOcbMxfgvgIG
lPX5nz5E7AY+Qnd5QeaSj0k72vpalaWdP6ZZB+2cNSshgKyf2pMN6uxLtl30GFOC8BBEOI6beHLu
Y4gsgG2I3PNSShOE9WQuS+zteHvJJxG7iVYDep/UDKDu0laXoKDbk4Ybf1cgQ8M6gdRlV9mXiFjF
onmT+mMBzi49JIhJhfxrHayEKsAmR8KzUAB0KMCSUFAwVuBRdbhwFmOaP1o2eaFWovhistU7R4Xv
I2f9kzNU42MERWmXUHJP1KOOtyPP5m06+fo6FJMD+6X4HgLYP4Q+UeB0RsHrabTfd3JW35qSltxu
pAFYWl12sOdx9WzyuVLs/paEBvewsbigB+4pJdtfnIrZvi424RvAzAcLkMmzPXQ+N7dY0wsY9rlB
wBmN7UDYg+HHddCcswAAat6pDuKH2/pnFykeS5wvqm0VBtWjayUae0UOhS5y0m+KeP2wb5d4/iEY
D7d+SzA6LvxhE+gl6TZy5hQEUyVjd8jgM2YpWZFuTC6+muatU/TPo1ekJwU0fusxaZ9b4FIn2xvM
zegQJdg4Zc0Kry5pB9wkoU0b6tAIPV/z2AYqO0zJt6DKf/E8Bnde6HWbVCZP/RxMz27elzykEvKe
xsNYriObU10+3TjTnO7KCIuQj+WIrtEofinqBIr/ggUk8KboEAk2Ao4OBNaQRZVHLAzOlvfMV+it
tbE9qPZOxselluW1mup0140es1/VzFwtY0M6bIjxFKBcipcQjsXGm3EGC8ja6K9LuFMTe6tNwqJi
F9ZLjDBtqW67ciblVih+ZR3VtM8kQeWTyhP8Ioqvk8Q/USDorJhzCBFjwJQAkwgTbBmcFpIIWIUx
3k0VOqAVsDRJBjbBIuD5zdbulPdN9DOzNKsHXGYnm57Ui5955Q6bBvbrAvLjJcslRdWd1XEEKBhz
oRymN5MFzT0aWvcAaNkcumSlxS61takp67xmquGozi0EY7xaOLnHFlqwn1Ee0ARID2FAtBU9fJiv
2VAD24/L8Cg9CcNnHlBBp9CGXDRlZEF1UkPvpqnYUW15TEziPo9KZ89zHAJm8Kpk5V2ojdsSzQxH
9kU9Y4tnIxBEjf02tJ57P0OcBbQtySgHDu8x5RxG5xzYX7BEhx3au4bRp0P5HE5R+ypNipOTIBAK
fNuhRLURO2QL64To+ubSOFbyzTEMznanNMJL3++bAltaGWfd2wR48qnsQgCfvM/fTczBMR2QmuCJ
gywdcRWkTmvvFzwCSPjYA4tBq6OsuKERUpYtKKCJxWEyPUKXprxHu917ACFlBZFNzcMgQYkQr2m3
Mqt+gUZVX0Mvebyzw9trO+HcbeA9LFaK7YPMATKGozdBzbla9lFOJ3mq9v04dT+KnpMGczOD92g+
yQJjAo8CdWCkwBlj3Aa1v536x6j24mvZI75KLG6TGtYojBojHkIyfTMYATj043HoZpr46sjk95nR
NcVlkuMBVJ6Nkg7JIL1w2p9m7W6tNKaeAbY+8RFu84NR8QDrrutfsmb0dpGwlzvfZbQgZLgvOZrT
2gRxfRoT5jawWD0VFFkyfeFKL07G6jyKkdmkgitsTkNN24DA1fWe2eOIusXb6lTyyNg5S8vj1ZnS
m5kUMxZaGWxb2sL2QV16+yxDElW4Qm7tmRk9HknuwLHiYVjKL0YhhjY3W1/LTXNpLQYMGr6LPXDJ
UR5aY09PgcGzC5AtepAE0yV5sBHLiUrMsffGnMC7ro9BvXRQO7z5vaE3gt5unwcG9EDeBoRfWTp0
r1k0A9xycs1SYc2kMC6cJMuqb1OH5VyMYrmd6o7u5tzXR+0xahvB63iUtnVnG7KYnMfs09h00UcV
LO3JlX2+XcrpY3Cl5qLO498FdD58ktShyWSsDqNMHZLGsYJ6xWpLLph8WTFzkKQq4ODQ1oGbFS9b
VMrWodgM1TKJ7eMEtHszq847DqELpSEJuv2iKFWeAuo0ym6g0K0a6125Pm3pmS/Og7KCi5mQ0jfx
1PxMLcf8dOaGfWSpq/IMIrjZadvl8wA2EIZveb/ylmtd7NlmBCcvIasT0KqyL0SZAJTwrFMahck+
DnuLp2tY7NWMnbm2ze/OscBGrcAwF/IGqN102EUyIWa31GiNADr4v+gN7Etb6ykUJY3kc2ye7DqP
9kDa0w2BFfwNvSvPQcoWcNS2eWRB1MAA0m9MGvYNTQHWVQMgZGiBRLVVa9MqyeIvdnyr7YrazW0s
PAhN6EyGDAW96lXqJ+fMxfWdQVrTPqxmZAEo7NkPr7AANpa8SuOMwVK1TnFjpVX13e1B1miCavue
y+leMRJdEqgB20bjZMmSJLz1WGzdjFz6vKW6Eb8EKYIiXXb5UAIYjNwP1kzqgZj6JyZBdyOWKTwO
o+52daj00edMeKGfQl6NPcNDI2BwzBYefklT+ORE8xGoFB1rcdr6byz1pg2HS4Fwh13Y11RaFHPS
buMGHYULcAvjDBElx4NZgRjZSCtPPtBsQSgRHrhlZEy3HNFJq1ksHKeyxKtpgbmEnu2sk533DZQA
iQqYQwDq4CQShonWGPscHSM9UsKVFFTeaeuTt3zsACHjwTQmi3NIAi+8wR2Lf3BBXrVUgiFXls7B
Fvl3ygbCfY0YuZ0H22IAteJrP8loP1PNu+nySvxeIv+lISrzojOLWyooXP/R6ydxSya5OfhZzIhF
RI7ovfK2AWhjyBf4AOnEMrtmwYwTITGeQhtVLgS90AAD8dji3imAC99lCF2aU8pwtQVXx0Ln6y5K
FthfESnDQoRPoEtOy+zhNdO1jYmSavRGzBmKGLlH2yqyY5pbyZHZgGxBa4l9m8EMpmqTcnhRiDMa
MRiLLK6uwuM5tPXXJh41zt69JXASdchE4MII/qSld6SDcLlvFx08yawVN9C5l20s0Qx8HZcnn4XI
CXsuJATJPHPIbbcGHlm8tgXLdh640VkBW/QIBswM0RX4y81kOm83Ul6zV0Udf3eKmYoQFkX4PNkA
XIzlqu/YotxDu44VwzBUx85Gt0Yec64LufNTAr/rkE94b+N4ANAxYjienLx8TWOveLJccrocoWd8
XujmaVZ98+fJPvCUABjHHufUpcJ7zCKrPOAF8V4xgkL+yAx7LewNLE5LSdyVdc+U9fDmYTQfRAr6
YzOxdd2ZdcekF18tEF9TLM+FrPGJtD56tel4N2BApUahEtaLk+bQLbKoebHyCboWG8c7aNL8irsq
fwT0DsXDgTXZLlW7C9yxghYuUO7TJrsJsmr5VjKB3VQBCVPoFruk6L94qFA+7If4YGYA8gGVJxBI
GHNdLEIbzaRIlUZL7hYnYxpQqdFRcl+BE7wJcqScpkao5JeJUXlSEvdxJ47wt39EhtcC4ngEFRnf
WJANldh5bvobOmjJ5QrPgHBpjasJ0y8cD/k4heM7YZSfLTyM87hE82tHNGLHdnc4YHxArCg6n4kg
0rfs58ojLYKcVEhXg2CgSCekHul/jVykqsG3+WgYWyg0/iZNWVHm685FtboGSMwrqJly80ldbH5T
GyBI1cBAK8QS3XLGo3xd4ZV7qkyaH83gO7tgRjNaDT0EhOnUgNGW3WMRHLcjzzZGZuFvhtJMG1ci
cLZFjI28DLybya5wV6Q3S/3YCiApAP7Fm1v17kdsrwwujzyRhtKyTYCj3spg9La6T+dDsQT6YITf
fE/GFn3B47isWf6g1kTTDS51+ckTgKBqknm006Q0dHA4uAX1yMvUDlviPWy0s8LPb/Cc5kxW7BOs
urI+m9VtXNbgdgqMgccIZPqVnWG6tyfVfrJoiX5ZJczKJA3ig6zjgbrPFY2ZDrioMczBv1ZoXEPV
v8aiYdXE0IZ3l4CqN0wTq/cA1T+p+uiF9XJwmN0sfRopHXn0gdbjzp87EFcj5WNurX9rB98O/0he
R085JxePxbnuETG3qTVq3PNZhoU2zpr6pk6LGgmlzs88rZYXW1XWhb0QwdC65xHDsCJ7JiecNRwW
E4+sXiDeAdt8b1mg9cDegf6jN2X+SzW+lB5in0TUua8nz1xDPOrbvls4rToDvBiFrzAN0/I20d6a
N+8KrMlLKc52TqOch3Z7VHYaf7PXAJnwZHSDdJZ+5YqNtsCAdidKrKmN7Ke931GJwDGjfFim3DlY
VKMdALlQXKDT19hSdbltT0lJ4csMERPZ1qC2U5eyc0Moy6fc7BX2SOcc5bekXQGY9IGxIQ/aJEIS
JAkDGWhFqXSv8bDSOAwY1GbMsabgDGUrgPtvUvECgb8p9zxI4n1XYL4k5eEeRs6su9nqKy4FRTPu
UgbLZ1BmDh/+6g4p4voStmGCMdaC4i74MyjKzqO7LIoNL2W9vtP5R6P4pHQDv0AEMMDgAb0iN4t3
2o7ck07KJ1G39QH5l44xf41AGFxAGzmxkxTp9GZGU92Sioo+ebFNt/hKJhbnUpI1dQlg9bQI7Iak
zx/QiOfvQ8mjQPJrO42Z91LXU7NpPL7IIINPtUi7pgqHkx1sapwIzvx95gi+cdUUP1qsaI6LsoEe
ZB0XCrfYNaEm+gA6HuAisZWeo4gD+XDtXkGQqq4h7vtNrJmuqIDZ99CLC5ZbjOrR+geQeVA1t533
MKRR/VI6YHvWiqPw6k+pc8EIWO30POOGEWq+rZPc8NruzJ0sUMwo+8uOYe9zwQyej6WI4yvRPwo5
Zr+5qRGhH9hvxKBjiw9SLuEernT4oKNanqYB0FySozUyu+cXhFbSurldHgcFhi7om/B+qvUn9Pri
IsuBKLAaDRD+YMEsxsuC2imeyrjPeVJwUJdTGTxpjb0y9CrklQICZMre87moGxZJnHYeJo80QiyR
HdQIrKhLKnPXDC1vT99ZpzNSIskk2IV0fGozte48cKlZ4GK39gNZ1VNssGZxaLNXHHRx6rkTQeHy
mBo7P95FMbkVt6vaJ3c2NFLxrry1QjqZ8EFaBHfY13JcjXmRmuojXOfmoq6HL2MP/Weu+/CQ+bmE
Qge7JbKC4YiMWTyLYQ6piXE6dl1waZMEn4+nxIxwDacwwKly7TwS2oEkCCdtUATOzA9pN9219UgW
0DY5v7ZebSMzBs4FTw9Jci3fDPSJJPE4Dyu7c28LfHfwvCOfdZUo70B9xUS4MITQeTfuKPfqsXBU
aGoZzmOL7LUMiKOZrKJ0oQgm+FBDc9v5maBDUTqXCv/+QavBP9f5Uh0tiROnX6zmxI3HLN0iubPz
jXehnZtrhpl2x1DH06jrf1Q4Ek8t7pun2iwt1xbFijAXkgOq9HgGDMrt6rVM67MwL4EUT17mjruk
nJ2bxXN/2IMLbT7jpdoV7Cswa5qnnvjdTdrxqis7ro/axcudWT0ePSdIQDzQojH7DuHZGi8XvSfc
JGinjFyWAm/LCur2f23QY6rI6sDj5kRDfrud25lHfVtepU+uQPWkS0Fx9sAiiuIEe0vgE+8TNqRu
/c64ypCDCQJ6TJr1PAId0Z1hcXHhghGy8D1xcs0/2A0LuIJRfXITK77lulJnitsWgFOLd4uK4Rdn
r6ve6EYiXTxYvbeRnEbxONrEURrcIoh4nMg9JXlC4lKa0obMUkq4xsKj/qS4pXjwSWenF5Itg9MQ
xYqD9nvTNO2jaGl4DGuTHsN5kjsTOe4OS+97O1cBwFyd3ZS8aPa6C0GxVy2EBlLcWyxB3ilLgA2o
3ucRP9s/+8mrb9rKSwkisf5pJV7nDOv3ZqC7aDfK8X0aUnEkkW8OJnf6L3qL9EX6CT4IX3yC8MsP
jdfgeRj998gz+OEa1AI2aL9wBMs9mxsOpXHWohtBgDPVeOEu72nUGjRCnyiPrsNYJsmKo6TSce3N
pAadjLOME1pk633KucrJLrnPK5WfekuFD7bb5U8OZ0Tc5d2EaI86feFS+qw7jpJVXnJYMBGvn2AQ
+9EWeFBbKTYeLrvdRNB348wF+EJmtu20ENyEKFzu+5D3HcRr3HgrcCj24+k4WZGNBw/xBeVm7mjO
gpHou153SSjC2PFRcOyOBN6OrPhtU6a4gwOVfXQzGrfr9dZ7PSIK5bbqSCk6TzXT5B3LNQBVIph+
MuK9YVDTKKzEZihDnXZNj0g0DnpmfVH+4ofjRkYI2iDGZcCr2USZKmovU+Y4m7apm8eIh80pqmBo
0kDDdoLFql1svJT8HD0rLDFsInOpm9y5C7YOmROydWJOS95El8rGDubgbFN5wkDlzfiQeZOJBTxN
TxcIPivMT63XsAH1BwjIkUm/dwFuS2OzcGhTXgiuGPkdonptu9Ky0NmaBvJu02LjGd9onkRHTjN8
7Hw18LF3jls/Nw6nZ3YPkgNMweSS+4DMBFkLMVJAtBSEK31sizttGXrlQ4IuXF40JrBmvBJPuU/S
1LxgGkq2dVF7FEn461oXMjZCf3QcbMWMWhD/s5lIN6VntTcN1rF2GyV1/Em7PGeKfq7CvRm836Hf
DyEb0mlaT/YWpCsCVYRs3F05zqwO6wBrM/RcgHSJnvuLxtgeMvAlYYrVv04byma1YX5kMyq/Y076
Xt/QIYkEpWj1aeGFY1vw3YEtqwug0VrFvZgOpLex7wCIagsAOnRD3G6he2mrEPEEw8YvPU7971CD
NHRGdbay6sugwR7xpVdH2uDm9W+X/25l7uwGxTI/srm54UiAGVyppoKn7jY2UL3zCCyQ+FaD1dyU
jSZRnjnjrtYCChjJ3CtqEUr9yKi2aXnHEovz0lND9xPAUxBosSHW0vs2HOFUNzfsr5ZXTVnCM/8u
bQZdZO3zPrb2Th/NJP2wKeFhFL+sHu8m2lv9K9Uq5lCQUjIw1fxq1IpHcAaC/ho4IeQ15V49jemv
JeJy5gA6kEdI2nPao+aAlzd7m20dSBHlwQ9J3Ist05huUKo7a5LKFYtRGPbDYNmvbK9JTjo2+qP2
9MUJmCB5LRB7kircV/nc3EIUd/fNktfwI6gM8JqY1BtPuXxSgINcvkjQMDhW5YoHQYvG1BPHW6fp
IdtoF/NnCMTIyCE+4p5hYUASnjxmM35LxqB7s6F4gVtFRHqsFbR4yo7d7VIFwJlVDWolBvVC3+Sr
YQd+8IJ7n+ADs9xaUyJgFBCfx0EDMZlNnaQaJSQ8hlV0XZIWvfMzZCb4UReswpYhEzdjVLgPuNVX
hTd0n0RVkWGbfJ8APj5YHJQN0rvLOpeVN8ksXOKeK+VVjwQqraB/W/rVY2kDqhUxYXOOiv2+6+I3
h9cfVXVoEijozpHrHd3NGR04NVjaYotIn9MKDBICYtsKbLUsZo1E+GxZJV4qZjb/1qWWBDvM1Lxy
2JXHgeQ4WWkTBJdaSm6VZGD6lcl0snllYZ+1pjsPEVucphrjMrVjqVc9lhMh32CkKaz1kMJsuzEb
k2Xcb5XhY8vtmDvJBYrvFvl3TOivXqfFLhlyao1jKoW1nzZfUHwxO3G+5fb3dbpb8hngGIXEG78m
NztHPL+tCYpZx190m9SW+zQsgkbOahlfqYuxj6bKxuc0cjXvES671mZ9yqKMmskQ0IyJbedq21jg
eVtLjCqqZ4+KYOU4Xg0MriiPS6fMZ5l0VG0atgBhgFnq71vJ/7313HOJRfm2r1w2C96fpeQZQiPn
kuGpeJDO0R3O/48vb2zX4QIRjuep//yP6vP9KWZa/u//lP8lrZoMa0Pnhy2Wd7dyf0T1/9EP7/EV
/qXM3DgewQ4p6baz4ZR6tvvX70DjGranBs5FhLc2ux96NsBYyLetdfv3P8r6hf74RvwY2MBsT+M6
s+2/fiMYZLgGTRjTwZNv7ezdip856f7j74FzUnm2doVytffn9zA2Lmo2SA9jivJ98ss7VT79/bf4
4wNff1//8i2MJ/76YyTSDN0S5fnDda5eePz8/VeX63/+x28Ju8Kq1wvj2FL+8XEwaXKRGoB3oK43
gqzaLB7W4EEGFHQAndlvMeBvk+D177/vv/9UWuHz08IVWjkcBP/6U0XFWE2QVJKHetsHX0zEm3/8
9R3P50pTmvJHqf74+qj50cAKN3mAASS/cwj551/eN+w3tM2CUbl/3oVzXw5dt1RPC6pDkP/ummD3
//kOVMAyXkkPO91ff0FZ6TeKpW3yoB/xxNNS/Y+/vGt7PrcfkRiM3H/c5zjF/d4u+AFM8RA0l/7b
3395/W9Xlf6XL4+49te/fVX7ue9KN34o8der31b/G9F6O3f2P/6YPVhSjrAdB6C/EH98zAjeE40L
df8Af2NjvnkY0f7+B1n/on+9Pf76DdYf9F+eh46xyQKu3wB7LRoWhIy///pEJtdP8o9vYRSPQikQ
COhu/uOTTrQigm2RPvJSltQZ4ityWhqfOkb1Uzkhs2cU6P6wk7VeWfgQh1q4EmTVEW1x3pOVgCVz
66tdONTDnhcpdO4Bq14VR59uq/RD0kfuufGFFxz0aEP+RFZkO2QU9Sexc27KIbghkE9GcRztOxFz
/mn7fN425G93YeuiYNYJe6i+b6EOuILmFmrdxzv2b6BtyeYeseVkqxs+/E0nU05NQZWMF6YuzAju
AByOrAnBBMzUE8tpQmjNyzI1AxZPENuc6hADsMDikLykGNsOpKAwmPerlSSj60Gb6q3CXH0cKo43
lcB9NNmTfxeLKN+lIeSmkuD1TMzHgqg7ro1lazFZ4s+YTgle3NJh6mxQPcp7M1n1E8clOJhFa35i
HqXdlxxmdKPNUr84FILdRqynL/hZqQdpqc5MixGSnh05HzEPg4txi36nxwFGZEZ4rg3oN5rIKsAh
SX6UxZMssPDAgQsrig2nsMHLa6Cn85QSZ2My5vtQjYfGzJ/56tBqi+HNi0oHoHPf7f3MppmbFOyx
iXtod2H0RGztB0dVLD3tRHaAknX8U8l0RTi1dh1sEXqnSTYcyjrjtxc41a1oLfAdeqix7gw00IQ0
VnR55N+ivC53KO4Fkg10MZB4Yhc2ACqjDDt+4AELxmPr4fpu+lOJ6AjwgoLziK56uIkWwyh6ikdC
M4WMk9nokyYzjxL3J13Gk53QONS9yg4wWG0lKZuwGEwV2zkUftOdJYe4q8x650Y2IxxnPUKqzNj2
xo5B3SLLDfgRXv8yARlxDUG9w8iOUn0lPVbyBr/sstIOWSWUT9oRmN5xxX55c287EBia/qvNlx+F
yYLzZJrxMrsK4SkAOpcNROlL5dfXnq6t32FvPoZcQi9LG33A2rFatqsJWVC2b0WYijtGaZaz8ENO
svBToCKTuqfyRZLe9SgSgW7INhK/WlTie0k8Rmsd1iTxXP4zPw9f/WldJ4EPoZkbVxW+nPy3b5SN
Kj5Sz4JhYh+xab1O3ILnRTZrfwXkhjCfq3NBee+WfS888M5hm0hG+4xJKXua+inHbeq06rEZEFPI
/i4cMTln6gD/E+vqCkO+2x18D9ZMlrYYs2aXCFZovxMELQC/4hLvnKo99WJu+HPL3vlWklP+UoRf
3gBHSJUKT5CBg+GlRE6WuH43M6yVwhWPMMiLnVuG3ZkAYHlnTUN9Tp0Iglk40//lGyTFUc03zUIT
TA335Sx1EfIvM6bLssMM1HCG5lQ9wrVbaMECf0QnLjHsq1970JKR5A4yXFW2dc2CRfjgVFRQJppR
HfpafKlbR+/6YL4EFmTy91y/jNRW0rEdbgPa4m80s95Nqipgok4B1YBPkPhnizzwzYxs63K9B/NB
PLwe4z2W3F8MPs+d0gCJPL90ftpUju28dngZ1/qagsIjgBolT6PWJPdLHAWnOG/gCqEvggr2rL0e
2YU3Qz+fcowNeEfqDrQ9nK1sZJc1ZsaItUgIbxT7zMem6j/nnIw9p0fzQOuNszNOQzYfkwlRMq1u
Z2tKzqojTuIo9EmqLvATZ4RxcbNFBL4IRWcIjdFmiieiaxxunqaS1WY+97dzKAjsdTzYZGeJdwTJ
9rqYqcUtYaZjE2EKZvCmQSVCOOftEJ1LXZNQzMBP2XlYHoQLvIFoZfkgRxDUeUy7TUESgOM2LO+o
rn/RS+Df+IllXVRMBFDEgK+n0nVPnI5hgBYLpLqYeITM4vjgEgtABSg+7UEAvLQdRLAO/dJNs/Rj
mvP2hJuyfJT1OHwtVISQy+kdtAzdD9+Gqk6uPA/rM/5D98r1pq/YhAF1ly49umkSIwvHTxQz0Lm7
ZNM2mK1nd5RgHNg2HsrejTHng0xuFVCmPkpYQy7syizCl9jk5uQOyzWkeovfas/y442zekPqJszP
rKerk6On8E1OHYJqmUL4snsQduhT+7gitKdQYDmGhv0d3KUc46ETz9DMIrBWFU5hR8CJ9uta7saK
aEBWBu2ptde3Y8Ajj1MhlvrMyjtQJCnO/Hh1r2brK4JUIlGEOrD3hubJM4i99NknCsSBPpuxp8hA
XJZ6Endd9gDUOE1u89EbP9vcE0A1cIA1Sc0Rvq6falFS00M09JBi9IRYwQF8LAr/0iR5ucWDKW6d
HpxSyJQGdNAbtl0SfVWIvKdYL2bjkkU7kUiw8cvmLJBcK2ZFoz6Io4W/7GG0dooq1XvjJeVH0q4O
oUhTZ2nZE8bERNkQD93smK+9OjNoUwhfY3LFQM/vrme0QNn57Ce86/umZW7f5chHj5HRwAGKESxb
OtCFTHNEU+9EB1Y7t5Pwgc5AvKk02lEnydhxVzI97L1149p2BoSM33jHrC2RrvLoMwzXM/lU25fE
cr6PTSlvMeJ8CH6IXd6TQKFWL4OFmkCF68mgwFTtAgUMHM/7tiathca5InDdQHePBc5wVrSuuJNx
l12NCCMCtmySyKfkAGXBsMmNRyDrYkVeuGvJcD2UlJJsuPJb2oZ6NMSgru5aGGTgZdMWH7kID23P
kKAUyHmPuqMfo7GSM3Itl2+DR7d17Z+sssOr0CUg8AKxNQ5KiaVtnnGXwO+qh54IHKVliRM075Er
v8b1fyPBei6ajiRPB76ysQwCDa6HRCNrSci4G+Ce2Wlq6uzLFzZc0NZwyyrx6STRO0wA633g/H7o
HdPvrVTY32YdmG3vFnO/qVh6PWcOtoAiGMZd5quQTQWeEw9SC1DJCFt4XGGWMrO1xbNf7lsxZDuD
Irvp22F+6DPxHpYlqLIobD6kWr4ct7DOFQ5PuniQZqgixo05ZUW81znh6VEPH4oFxWYQI48QJEhO
8l3PG5N+qjvcWhT8zrx71/hbQZ9eaY7+oO/HcL5TWI874ewbB8j1DxOSN+YkTdOIF27GwZnuMQES
D+ir31a+QMu0ukvYt5RRSMWqwo5GtrduSY+1/h/Szmw3bmTbtl9EgNGwe80+U31jWfYLYUs2+77n
199B414cK1WQ4HsKG4V62BCTZEQwYq05x8S5uihoEaYDQ09IKChtB9O+TTVJey05Bk5sXJFxxsCf
6D6yVU7IzJhyqEh096k3Fet+tnDWECJfrI3Jrr6p3ETYxFur9/RTh33v+ZBtTWTyKA2nHUXY4Kio
/5D1YX7PRZIeJupahI7Y1Uklqtsjp/JOFTUwPpwBj41jBdl2E4Sm0cLCPtPXGVPQI1Fqv6gYUSMR
BQsNgaW08AdrL6wq/GJ4ORVYxZ4+aRM4yHVEtHAcgsqbPe8yNJxrDPC0r/LZeApS9Fad0OIpEiku
UsgRHoh1jWQtzok9RuOjVmBybH4axpIgE4uvXrv3k0sAjFRwFRChwg/U7QvECP9y6AirjFL9wxbs
vkiHG1duNrNHiOqgoKObdit2SsVmLsFWtB3Zj2PeIUDL7PbnNGKwGaVbXYb0XtYyK8V9rdnTQqwk
T0JCTRqJh+snvcFR7t7Ebp/cpg3bWHssvowhcFfVoHqHk1wfESd8Ld1Wb30Ublvk268Te6Wt7UWs
/YL3mwY4mC23eXKJYUYPgF56U9D8v0krO147GoKKScjWNhz86SgKNNZrks3kUwMIaudpoKkrL2Iw
o7EmFlMm4ciE65pdojDcIpLwb+20p65NDfiKFW9C5ZuCArFi9KkVaSzsEAvaelHHQE5huCWIUa9g
/aWrMi7YhREp5IG9yyFOoZeo7ptGWS8ZdpNtVmqipvKye8TJrm+CouoXSbn7SGeCLpbo+Sxpi658
TkXwWDSmXhucpE6tZ1r7pmE+VgL4rTDd11wSclfhHlwXgQz3ZAiHlF8VMHAPUWuOKRhzCyA0rSNv
M83y4GOpR+pWEDDSFiWdWplsohxnplVV0W6spp/JhLE0jsvpQB7pL4sgyCuvYeCjTfeOIUqk64mT
1YoDC9CDmn2k0r2xCzN42GOCh1eWDfr5GSjDyo/l/DBGUXXj+72AMgN6ddN32jx0lReg3BjbnVJt
Ce0phNxU+vEhnUT/M8KTemVjOdrKBF9gleaQ2RS6sDiP5KmaewChBlngHqSbKwPy8rGegJARIus9
p3YVfyFOjK+r044QFQ0j2UsOXigZ0V0D57q3wgkB6GjT0pvRNt0rgc+d7XmZkGwhmbwcwYo92zbg
ca7KnmKzYntHvsBz7+hgx+KZ7y3VDJu88RWMxgg62EBQgUdBH4Xv5O9Kc36w0MfucZEgue5h4MRN
QhvfZ493mHw/XWO0IOmoyWEZqaC5Ie4TZARiyGMkOD+bIngJKo8A89RA5Qg83B8S+5Cq2LrqnSq+
txlEcPmqgFYAXzB2qjGNPT1eI7/RSGXGb5kk1KT0IgwkHTYiz67L7TxTJOgFooRscNkYJlDuWiu1
T0OEKZFAxGZrTo66qlvx245LQoOYyHvbmIGqR7iwalZNSB4a6n4AxxXQL8GcQ32BFTDZIQ0Bp0Ob
7tKJgShyFA6vi9yu70jNVCeR59Z2slFSycLGg9mk+aEueYlVPLZ6FYIkJNKSduhM3XbRqnrfSgyC
qNIanInsZzOAcCARve9tVvXrVOivNgrvQzURV2QmJENKFaG667wnzlvFqurZS/Vt6G3BpmCJxx6z
8XtUvJK45wP1gmwTiCY+xhICgJYdq4OrWAIinktOC3ZTOBqDXSDo7IX2C2WQRyOS7MxoKYPLnIer
2IPF7jYwF/rMsr/oaOj3VqCsfeShitJVMRzIxIJegIR5D+5lkWyDZXU7w/oytkQG5hE+mWEQr7TI
kjX+LX2Jv+bnkjN47JMJdffsjzdtFYx7Mxl+dQhXrqfSqDax5S2rZDHSXMwVIHOW+9AAKF8oh9Q1
WSPPAe25bianhHkXc6AKtXvqO0c/D5NyNmMkrW/S69wjlqjsngcH9ngek5dqNJZhkX3XvUKRX6pr
Jou9xEInaAfMFveJhTdF0avrCltt6oIDalgWmtgZmW26ApgKvFmCdY1FCJx37WL4qREZNTgC28Rf
B32XYjgL0WwPnKfHFgK6dmZU2ZBuVnbfAlioKSCV+NUak5Ex52x5w4Rzvz90wcETOWBo+rInHImw
puE76QoICEaBo1nl8sAUAeKqj7pLrBuVJNmjgfRsXbblU+LV/lbnJflU/kIODqN4V0ngjsh5qbJb
2GFpVetjGYtniDoUD9jO7VDLA8wpE6oHOTzkzjO756SuSUaPs2bnmmrYU8GXO2kO1MudQo77PiTF
SRc5mn686cVxQKqHNQeejRJJT/4454lesuaJdNmsYl5bxSBbNo4/MwQH07qGYsLSXeCDRB/D5l8G
xtEput+qsSAD1BjtQaM0W/jPQLhcnBuE7ib3iBOClVM1OWmIU3U08Ibum2LIMVwVAekGvbvrtVdv
M69vr7iFHCilTqEHDeJy9McWjZP41pcCs+9InIWFoBq4LRGzse7YOIQOErQq5fDuB9OBOtaitoWa
yDjOLr0mLB+LIC5uTCF+F4Kzk6iwgds9pGWaV/GNBxHowO/01lmCZC+nsLrthwIOaonEx4IBcxtR
YLrACvTT4R/WN2ooqYySG44yE54lN7iOpjlhT8TwOhJ2g+zaGLxDUqIrClp8wAMNVGIDedxpU8Un
h5idZy8wJUY5NaH+HVE3NLTbm0o5hzJmZsZhCeSndSp0zQGStHK0ljwSzt0Qmb4QN0NCaRUDLANC
cQiaKUOCGYsbc1BMBDeu92ZcibuydcOdnBuTPabPuo8CcmsI094FPrq/vl1kUI7ibipd7mPgiQc7
gNFSRe63Sst2n1MZu61QgxLJS5YkJHR7PbZdeBNbUb8vfPI9A7F8sDje7ZyoFluYEJgBLHuBKtnP
fQ24ADXXRMWTy2SQiu4CooWOynDtq1wTuOuroTrOo7Q3KJ9TggExZEBWxXRQRgSxpFBg0Zslm26C
zRkEkX0INJksBb7+LWOSZbHNxA7swLzL3bJ+HXxQIQar6cZmoK4EWLzZj5bSMifGYW3UirRqihzD
PjTw3lXwCpuG70eHdHpoOn0oVCovkz4lFdcRFALwdLKPC/L8IrNMuQs68YzEkgIDNAgyLnGBRgNa
WIoraI9DAuhDSfqWbdb5pTTleHJCle19gwRpklDLS+ny2fVSDZO1wf1A+7a4mlMTa65jJ+vKTgRp
rOQYDwFf99nIf81Bkh1ZabtdkVOym7NuOsXg/RlZQO+coE33vEj/0AfLcRFD6gYjjvGsUgIdMgeJ
Vajs8TQMTXHC4SMfq5DFeTaCZEc4jbkbsuYnJXWTUgw5doEzcErISiLUZxnjZ6Q6tu6MROw7lNEk
lMMZqGVaUhqun8wUk/7EkWo7Qfsh5UGjK1GeIKqiXjVCQ9czCLRP2EethC6xKyxIXk6SLVU+TvAp
B+OvGSary1IZj7ZDgbBxAOqXwWDygegkLEAkdaPbUJqaqxedUj7oDZzUA5gfqE9zfStZ1LDUunyn
pTP9GsI2owBl0p5UxRSvoy4JDknWpdjuK+Orz6HhUhKUSZIYMg021oCSR5MILap19zHxdPlFEmvj
p5shfCKN0tvWUcKzFaV9TSkT6QY2DkpuxnQVCnxrBmCpPc4I5zhmTvdoYRpk8TG7i5G0kn2jgnbn
jzlKMARZ3Hm6dCMA4ig3KjcQ0QGhNg6jg03ZxYAgadNnQJ9iGHTPUTIRo5KK+qGrchetTeOOoHyT
7qqwpLGRSaJgWRTyieYMSG+H7SD0etQkNpVwCqZZtPWz4hR4RE4imLwFY/S17pc+wEDecBIW+Pbk
UF86HrWT3B3q16T0+hvEF9UNCEBwyZje9i7RcvHstxe9H9arAv8wPCt/LKjTR7GzIbADr5xkr6O7
oPhCLof8rYnhbhkp5IKNPtQnctnLbWsV5nU+ej8mMdv7Kh4EdSli4iqzbuBqUwYTwzxvJAvePsaW
uxs42y8gEXwn2FF2nPM0hvSFomRDe6DmoWBi9GHWb6N58WHZXlDe1F0efOuSAsC0xT6rJY4YHThR
8swc/1ZxbOS0nIq7Jrahc9cO9TIKCQHJY0Twunq0LtrIHq4tWzS7GhzH14axe9OaEB84KLruJUaM
r1WfBxtX1OUj8OWVFt2LXwqblgVfG4Wc8Ycbm/Io/HC4sdlyrZSf9BCtZ2NjNZH47nqZ+Tv0Ojpr
AfqyPKgQorewnodm/O6Nc/wU20WHQ5gK2le4yaSn5YXaG4P5qJcMS0goDiuJuxNeo64Zfk9YgXH2
i6HLHs2uhAkdlum+6eaZWNVyzjAlODaqtSkt3e28CKOMjhFDMgTl7RpHMKfMV5bF7sZXkVjnY3tP
fxF2Gt8DirxsHnoJvakvqJPZCnfxZOFv9xasTB0TwqDQsm2q2U4u00a+mkMElyLP6fJUfn9Tm9DP
RYUxOWyoJ/ohCRFlNfy0tGNvQysL950SaF9KkFeXaHGtjdvi8MFqTN7aQD0BUzX7V7VsOwIEOxiM
1GVmTv0PMfN1Tg0tvzmB/TIGAUzqNLS6GxKHjW0J0fkklEO1IzVgIxnUrxsqpCCDQ74AYOYxuWUD
oZOeTO9lksYPsEerL0RMtlcqIbuM/UW/ESC8vrWu2koHsdp3QyDiNeK2P4ZmhToLKgYBorEf8p2K
up+4fPWRijN0EdNlfLqD8k6sTSD5cZB99aKkPClgYxcDX0qicuZiE4cEiBYTHeNGtKj+ZkD29L62
HGtrKlVGHGPbhAVdlFJdlH3Z7EvgP6AKCbconAT3Gu5MfNISPL2XDtOXTrixpIlGtbZ2wvKINAjw
jduKPXgRF0IIetO5qN1fxtSj7ib9nK81xy+5/AvnubH3kMuhkKSHVibld1+1EAxl/DqqZMbumz+P
3vzkokB1DJPp2AE0B6IQGOjzRCjrR7fzHopiNNs9wzXdG4Yp1liswX+YlAyeKkPo17iSU7RpA+le
EkBKqr1PMauI7IzPfxJcNmmh7ibw4UtWu3NCSjcN3VXkynJvlkgx+U3zqhqhgO9lVsG+d9xwj05X
4DMjAnfF6YeMP9ygxEchVp3IqwTaDUGq/wb4Kb6ckIhf43sFGikw8UUZsXGKfuE1lQ44fwlEixxl
Hhl+iVdk9O88Ik9twyEtEbk0xblqDYELogjd5R2COHqKoYko2Udz7hpheOE7Xn4ysTMdQp8qStfh
1xuxfKxBONGCyQlEyOiN3Ok57A9lNS0u4yy552wWsKTiXIZ3MSx+5YQ/Kr1tjGZsl7V+sCsyMokC
yAmrDqLWRpuEm7dTMR+yXvkbd5Ds/wOdYpp3yUVLlFp1iW9vMKnPOzSiZO2++tldDIK4Kie+6SGF
OFUthjSv/g33bEYTF2hkwrE06ekvOzeVBykes/mHRpP9SsUbNkbPF/6hr3MXI26ALLZI212YwMHt
WkLuYJbjI/BTmlETicSGC+XMgT1w4YwO2IQl2SzjU7Uem+iVYzfxPHOcbJNlu9Z4QGSigFLGAqpc
m9hrYRZNP1wRcuLO5pH9B0t95K4SBWav7aaf+L2xA9ZEqkV98MAXUD/500S0Jaq+rzx18eJVGXGv
NUmXdqKiC3/AUkjDlPWraF5SGy20ovG0zUacT4kn0vup86xnvAbjk9FYBFb2GLIp60BgaPqmXGVl
D3AfrgGtT/vZagpAZjkHac8Owk0le1g2OJj/gODp4Tg0Jjka9RR+/kTslPBbTTo7P4wJRhmEP8OR
m9YkAG5Mxu+DzwRfzXHRkoho9xiPcCysRrYj153C7Ic9bl1KlOOmsOuddIf2YPgz4S951x+yYAhO
2iPwzs4d+TzBVDUXCAnbFs8ZbroKdruyp/DCDpT53Ug1eycUmcXOyokxZMwtBi3ZHR1OMo8OB6l1
GODtmDrSTom4LL56NSM5tiYS4GzkorVvQqU26Wx3IcCSzCwlTUh7xLwLm6CFa7prNSYGYwDiza/B
omEQIEVAsfm1zolyg+2myZPT5UPqCk3ae8i+PybxzQ7IwSRV4qc/NgAnbFhpAPnKDYrw/iIsm3wX
izaLt10UnoxZ8z5iyfYJhwDwiairLZCz5ZQ+GqS/v9IsdH+Gvsa974/977KMih0neRh5BAE9xBBp
D8Ksop9jAlXYrDnZUIAbOE5m+PihzT06dE3v6TvSXu2NSkM8LoQkrBblOwRwvgMmuEyU5tF0R3Gc
ti2aWYk7DqZwSXmAgVmTOdo5GfvFyd1bFqEQXqfMrUsZpNsKQ00XlArnDfR5unednuCspdcqzvub
EX34uq3Va+ZAxPTAfF8PKm8vFLhWkolI3fHYHyDOMawXs4NyNpaOSZnQ+jklOKOdcMCjBBz2V8gJ
YDVMZLkpWTg7JwMZRBRxSIZbH6GW7TMZcm7FX7VqYd1visCPH0IGzn2SDvErRTpswhb5U7d0F8ly
ZbrsEy8heDJn15kyxHGiCTmhbq7D65QOHzX52TzCMlAEf6dLwBnw1LzqifB0O3kbmYpOZWnfgKGP
73K3oSwjXZP4j46pOmNWWLbD5laaqjoWSVpvRQ2UxboIInJVwFwwUUCyTBtbmc12xnVBsdQB270y
aWBcRjmu7Az3Gq4eEiG1Qyl9xJt8YRfS/hbCxQGTnC5c3WUbx0ZlR1eA7p0TmFvaxd6pFaQ5Q379
FdoQ6tjhEmJV1iwnJWC7Kg5CEuL9X1HAVNeFkjc0KuS3jAOYhQeebTw8nhzACasNJ50IH4TtDtNT
WbbNQfQ5w6b3KQJnYEHTVS0MWPeYsSmPYpNoG4t2VlM9FlhTfWJNpnZv1W36u4c6/wyxer6Lofk9
eQncQSMmGSAxStoQqXNP+BuMMvagzSfitv8QfzqeElIyY/mfey7TqyCema0VVLeRI68cWsTdGG2t
LruwqulGq/xLG/jfTRQJRdlvPxa+Lcq8t6o3V6HN1ZLYRMu2rDPVm9sljtkLTIfD+GPyiWtWp4C1
9uOLvFfvuVpJgFbSg5PIhd6q93qSGWaQRMEtDLB67w2Hj/+8WlSSb2+ClVcLzCUOwlxLnWlzI5d+
7BzG8e2IMWvV9n1xVSuK+/XIl06aAKeziY120+NRGkoPjJNtqu+yI7WlNYpnCnkQ3nqLWjEkprss
z/rjZNq/xgDlZFQgTSLa2dnDQXK2oodDQpd42jThzFYoqQaorhGxNrNNOapM2NIyTglB6QUEAg15
0M6gSpHFMlx/fNtnT5VDrGNZ3LAlFdJLrc9eXSqaKuil290nznj4ZvBx+Pjvnw2N5e/btlScvrS0
TOv877eGVxqTcNt7xAm7fqYEDOKd+Un35+MLvbsRhj2XMpXy+FPvhn/YltptMFw9gBRKOz44uCk+
vsLyKP4aIJ5C3YW5xTJdQW/UceXbATgOIw017fIxLKuNAXWSrdwGvQtezQBPVbENDDZ+H1/zP+7K
dWzX0zSIPfnu8QX8vlpS8HkghD7Ov6sh/eQC794PU0oLbWulbNN1z2+qzqNxph5ZP8Bp6e9JwJO3
CbIjTEWG+clQO7sU4vc3E+yPdvYv+e3c2AUqjRDKByfvJzwhwyc69PdCZS6AVtml3YaEWJ7N4Ab+
dBDXsXNjKbGJMvqmxckdbum4fPLQzt7KnzvxhIvSlx2aUFq8HQlhJJAaWb1/I9gPdTSoTv/01pe/
j1B8eR0ey4GtFtvFX09KI+aBFyt9Uk30VeIBb63iT6bL+8+Fy98XJoudxRCwrLN7sLzESD23l7ek
INCSMYjsCbNt4GZHsMfHrmOpa+kGj137apmfScrfPUCmkEnqgslXw2TKnq3lNSf4qiuG+ZaiP4gj
dtH/+oZcqgf8dceR0naZrG+fILi+sLOt2b619K+FVp39/PgNnRtfWMqYMNJ0TSaP6TrnT8+m0zYU
gXENxc19ndK9SPcjmgX1yX1IyQ/9a9FhtbHREzuCe+BfiBLe3kjSTZMV2HV1LUUg6EwY8P9LhMoX
sCq7Y2hnzRqd9bwNNDweklA04SMmMKqciqsRN+mvrneJlvD60Dz1QccL9WR+TNsJkmxPLbiln0Vr
rkPYwHGSdrJTcP795C7ezvzl8Utv8RBoWlraU87ZeDYNP3HnEZl3le8hy5rprk22H7+Qt3N/uQQk
Jol9APsOLqE/X/e/pkzeZT54i967nr3V+FrPG7/ZAvH/311kGdZ/XWTO0kL7OO6v9URPBswB3PC1
FW/+d1c5mxxUGdI4yQbvmg3yPFz7MLLR0HUXH1/lfAoysHCjIBBULDU4R85MI4iGsEcWrMYdTSLq
BPuP/7x0vXcjl+QAm34CXmMNzPTsYZlGEFj0advrwMbvDNyPvmciKIYglJyHnywPkIq1Ltd5jHQF
FtUyTFGRr6gY0D2bKb/NpTc+0kCyDhEt9uXwOzz5iqw/APENcL2lC5xmHIPog+zAm+YHR9HOQV0+
98ceAutORHK+nKK5X1stxReUToT+ZgKxiNccU4rdm1wCNkRD9tTLLt+Ytig3zEIDHWXtHApjovmY
0c0wAlr2eZ2TTO9YFFhMsSqCEEKIFgiJqeJweombZu/nM+L3MvfJ5wvbCydqi13kZMl1y8fkYeq6
+toZWNGdanos8CNc47tsLnLcyWCMBKglHBPUnInGNA5lORqbcShfKAXADJdV8+QMBiJyULSbGhHm
hvAi9yjd+kSFi6IbYb/DydDpLxYM9y7sXZR4dj9fOW5WHR3hDc8RugJayT2bMbJrybgJKOdOmmIb
tDISJxzX+z2lVrpmpwVPQ6p01+Q0hCryWR+KyBx3Y9vH1wC++7sSHqq1G7NkPk4131jCedUWLmiG
6XwKypWqRfQ46dnCZUzoDeWbF2lX9nFe1MqTlvLEnLVbDqhOtUa0oFYJ/5+rMJ04HFGC5AQfjRbP
Nk2PhjHF9w323s3giH6rihLLQdb4v1wbmOFQ34hK4+nMVioIL6ZIIqCISIYdzaG4nWgU/pI22Ujr
EYkM1HObXq4/YyRpGts5IridLkEcA57J03xVEhS89gyPZD1j6aS4VNguILS8RjRJ7zyivo6NA/dY
CYM09Zlo4ZlN8CZrvWxP2Z1SwpSQN9AAKFoPkB7vPFhqB1wuJcb+ni/6DnJJSR4WeFeyIgCoitbX
UOrs0U6B9k0oAez5BXKLuSLRhqCgkFRusF6y1AA+CipZYQmU2JJh96wGm1OvMyf7FtruhZW335vO
i74EIMz3cYJKmQUzuCaUc9zEcR1dVY5F/97ozc08tOo0wDwtCItUJhZds7grjW9T87VdR7Au9lhC
xJ6QxvCLq8pboy4uI8qWfeZnV9HcIe8Pl7iJTfFE3qf6XmOth4XTVPvZC8JjKbLh1GHsv/aG0r3k
zE97jl8wI2kgY5DinmNfRBNkVo2W7WuBr+ALIVJTBgqyFgOoTqJnBMhEOF0jSNs700GRg5n6Wz2N
Lz5g659G7frrWCx6IJqN7rWBMhQriAW7fYbYXqH5Wriz6ZFu73AynXBio9NRrm/ybt5jQHP3dUW4
y0o2G1IqFqhj3Muvbo8/JIPawZxQMwe62ovQqZE1hs7IAzuKMENehUBjToFtvJaeRODQ5L8CVMIk
lKFO5Sf4v1HDlrtxAXAOBigEOYHoIRnod5SOLV55aR+K1ATqscDfeksOJ9zINm+ZIHgjF/LRldTO
B3v8YVNweRV1IE9BAs8FLYu+MkKvvjDsKYdkqatLv4BhXDaDd1k0KfV4r2pWA2HuqwmHM517QalF
lzR72zkOPrFPvv3yUnNQitOjx/GBkz/ZGWdbLVD0fgvMLX0o8o20V+mFojUbfWI0PvtacRG9iOiU
KRzPZNt49k30ZVTXuS7Dh4z4EshTkMY//l6dX0BzwnJtC9A9aie+i2cXEE1hkaKYMANQgRFU5f/j
DZz//eUp/rV10LIsGjpMxV3KgkCnrfzkeyvOT6eWYEPKh1xSisECbJ4dfkwavsBHkvLO7I38YqZJ
uVNA7mFVk3kfGqP5u3bl+HP2WlSKTl3eILF/SRKjw7ZkmlsjVfapG7z2pq4mpNXkypPo6OqdOSTd
68fP+vzsgZWXjYfDaV1Z/OOaZ5taArbJreZ0desDnfOzbC/z9mSHGSUVioqG8zRD/6Z1QgjJJ6/5
3VPiyto1TYJXLfbv5w7p1oK1WNituLVhM4xb7RCv3vdIY5Y8m+EFsnvxOFB7JhJZkRD/8X2fzRT2
8h47IpfDFv+23h3rEqzfYppyiYgq3KJwbs2NGaF3N/5trL27ztmMHLRrU80u5JWee/cmmt1pa5Dl
9P1/dzfL/u+vEd25aYExh7spgfmE9IZeDDxSYFM+vsz5xJTL+ZTaEZMSsc27sp/sjKEmra5+yOuD
YZ7E7T//eeS4lHY4nwAhlmfzciR1Ky3rkOByK8WZXa1F7X6y0z577dQrHf68wCINmdoUlnz7oLCV
+opEF/8BiRitTLp5k0PP858OQH9Kv5znNeVXqvg4EM9uJMjTSUYt+3ncE6dQH/juYpzDWfDx83o3
dykx/30ddTa4oPZDfe3c8j6L3J2RHybzYPuvHQQmJ7xYaHnAwuPks6sup5G/jsFLYZurMnGpujAI
zh30AU5IP9JDeW/H+6F+mefFiRetQaisQr03iw2ZcSurvKgNWMjFjRcFm4/ve1n/3/0ATq8K+oTJ
5+5seUUfOmd4J8v7ISF/lagvy2wPxVTffHyZ87Hy5z4lKBBAFJoEuGU2/DWpaqwWZUiEEs3mJcDL
uKIKvDHn7loM6SeX+u83+de1zj55AXYF3dVeed9kv8Jqg8hpB3Fu5cFjw7Zp5L/pE7TZ149v8Hw6
K6FIsTaRJdOiUGBJ396gJWMKtbNV3c/6gGOYzspnx+elmPD2TS1X4DXZWJ1Y6s5uS1Z0SNBAVfc+
m+ZIwbQNTzUJTPzXYDmfrE7vh8X/XEy7HHXf3k6d9WWA56i6F8MFzb0Si2P5b6s5Q59Vg6WPxgfd
CUrQby+BQtySk9nW90gJV9q9zED8//M7YbB5ikfmefzX2dguoFtFQVhn98PTgMj+H2txyw1QXfZs
IZYGDniHtzegqi6lat4V9/I7Cs/6y7/8eAo/bDnBxVP5Ye4s6+vbv45Xa550H0acTqNuF4xDdR1P
ffDJ9urtvHSFB39Y27AvKJJTzzivYDWJaErTrOZbxNUBMRtTsk+iOt8RfoZZcMmR/fiu3hZPlusx
gp1lV73skeh3vb0rMQSWi8wvuyvCr/iv5+HZa1Da3Mrm2QcYnOFj/PiCZ6vBuyueo2kwzoC9lHl2
58kagI+OL2vivknpfE0GII9jiUgDxfYJFvpFVnZ3n1x+eU3/M2v/3+XBsLh8jiX9t7c3PCninFxi
mu/iqibUsXruyJ5VCE37KIo2fe8D7AKNC0rQPtld/EhC5+GTn/BfzxxwBqVK5TBc9dkzj5JaiRbt
xp001DWZIVd9ClkfUfVvt5if2VKtbS/8MY71VTFaG6uO4hWqI+Sg8Y/YsA91vNg0BInThK3L+gJL
zPbjX/ifP3Ahi0jFeOco9PYZAbwDnYCb7i7N1J0NGh+vLFAujaQ4x8hrLym3dvuCZ/GTHcx/Dg56
K8Lm3YilB/b2yk3ZEL0QpwQaYV9uSCCCt092C5kQ1he4Uqr/TsyhMX721V9Wz/NB8fdlz5a+CUlD
WIP1v/P1SDXmUPU/x+H7FNxZobeJxmcYf0Se3CBVBcUQfrLueu/nPEfBv2767HHDpi2weGfZnZEg
IZrj6TYMIxKIlSKNFxI1Cjkyh4YQzyB6vBcETb9AYz5YqbOmWL2rZueyxMVsldZRmwijRiLiElW9
DGFtIMwzby2KWjvR5dty4ALg7W7dRbZIEXDveiDcIejtpr77XWQ4ha08gLkDi4AKpsjxxpJdEJOW
ukW6fk3u6FbP8zOuzwsXUDm9tRKmAZFxRbiblhwvxWghyZCK1EiMIEQ4/NZfUj94tHPzlmCoNfQW
IpTHHO3utBFlfnIrsc3t6quw/Y1XoKQccxdKZWYn27LnKwdHZafBaKx9K6PmxXe8IjC4tuWvvtI/
MDsvhO12W2eKc1xxQcDVIvbEcxQEj1VEnFHcSKIHur3Q+TEQ6trWlCZF1+/BsCGFwXOwDsgsGYL+
cir042gMl3lcbQucBuveaal3BPcfTzDxn68cbQH7dbYQfGzfjnNWAOp5lOHuKJ7fopmKVq03loh3
jdMYyH044RDOcPfa857Mhgsx+l/CaFgLdHioS37knXGHrfOztfH9NMDlgfLBZhNgg6k6W5gU3N0y
0kV5l1SvFt8AXpJGsGmIL7QFPfSDxvSj7R8VGTBT/cmH78/H/+0cpK2OLkADXXM4Xpx9X138fQj+
reKu9o5R/xoVX90ZQhG8y8K71cgd4+4qML9jhVgV1TVNuZ81wF1rzoFO3vjoGnBxbpT7gzC/dZ//
HkH0pgbxOgIuR4pABX5RoC5HcijBQt968T81nZfvytJ25hC5PD96Q2crVxQHJf21qbybdXvhT8lt
EsEfHlAFfbJc/McaCUBK0IgS8BIpw5w9qCEqRC1RoN/BeZZL0yB8Rf6ZHlrDeR3JyLiJPD2CiUdM
hsMJsxqxb7uPx+/b6safm6Wn47LVAjJGF+zsJ9hOlA0ERRLMUj1Ng3Wfk5WRIaHFteSlL9pMP/lk
vv8gcct8jdgPWXDT/rSA/jqtGGZQmFbCww1yz37Rw5wi3JzTbeBAurZg/37JkjrHwiHwzbXo4/4/
bpdql+05Jj2hc/qgYXbIz6u8vEMfChyERueKqKP7qM0Qb03mUQf5piN86OOrvj3B/N+HrEEFO8uM
UPJsNjZm6FO0Xx5ymK4Bwm8MZ/z37y0P9n+ucb4jjxy/NDAAl3da7j30eO2k16X1hCsGZ/a46b1t
LqLj1OWfDKBlNpxNdpqoFMYQnFCrOt+FlUrA8fBdnqjwHnsXPPXQf5kRcn/8CP+U2d5eBxUNmhOK
rZQs3zWEqwizjsyd+q4R1k3j51+Mosd6kx4CKjH4RjfQ+h7bdjq2IMPRCbAfrbcIpPuVly1HcPHJ
SFrW9Y9+z1lRg9SsbJpdt2Z/c2M1rE6MHNw7pNfUuyF5/Pju339klpt3aKWxnON7PluSRtB3c9RY
WJyj6GiS6AVS+Di7xMLAf/vnSwkoctQal8ojO5O337NoYv2bkEPfdVH8YFuFd5eI0tsFsfwd+JPz
yVN8P3osruaQR7rU6/X5UYxEoE7E2Na52hJAAzjcybeZ/GTReb/IQRyllsbBz5Q2Z+K39wQiMOra
cGzuSqveNln3wwFJYymXVSDZxm1ziePxk2nxfsovl3Sp4THpOQKeTXljqp10FFwymQcJmkkYF2Zl
DF8/fln/eRVPS44gJpKS88mnvNEgYo2Xpf4Paee1JDeSpOsnghm0uE1ZisXKAotibmDNbhJaazz9
+cCZbWZG4iSMZNvO7I7VLDwjwt3Dw8X/F9kp63RX04KVvVPmzREUnYesqtFcREWFsfPLzWM6SWeq
eKpPdvq9UvNtCWmPX/4z2DyoCurtALhnp4kJ5AiG0F9f3rlowcY0Jj99257PrS7uSqWhZb1jGPW2
EKFfZvbOZIqdGQ0TUDj6cwTtyArmciutNV6AdHhJKSkxQTsTIUuMnBup91CNwX0swzSpKwf+KzC0
jC9DqPxl9MGzZ4GqlUD/C/8Fg8s6xIGh974Ln2Mlv9O0aKeE8YpmXd+gFi0YNJEB4gyyrXjmUtQ5
9WhG4QmQtNc0H/1t1MxDRnCSgA+ZPowUaHdlTRfoyKTSymb9aAk+0wY6s3UHRaCfVlbVa08U+6St
AT8dT33cP2tN9Jm4HI60npo8XETWED+2RfdQWP5fYFkcwCHbMYjVF08Afe8bbXhrLRDwpwkcPfOT
IllAh+iMPb1zAPHP3jVhyrMDj00j5ui8gy59r6Tvg9g7wMS1H6C33GhN9QiE20okJjhzlfrg3Ank
UDfgf1+9471ETRj7ba2T7dXtwVOgZ+uDMX7sjN46DJQbHuJeitcsSzjJWSrZGoo7JKcdCpWCV9dK
kifJIEsnlSGne7lSYO2AHeK+zRVwXWpfeS9ZYf+JJyXggZTiIGOp43RbdXH8ebJiAAnUYIJmsu2T
U1gAF5Uyr/cy+SHR1ZAHDzm1+Nu2ItxD/GIFA3GI7al84NgEUynkBFxOwP+x97/icdeCylO9xONK
LLMmZX7cnMWIemlMMVQ+0ql3bBe089w1A4aWez+QnqBB0VYMSnCic6aUQ9dV4gqaJ6m6XoqLZXiS
GMEsTxSiZuoCb8Vm1r4///1sOSUEQEopO+Wp/A/clnrwhz9f0KIChjcrlfj5+ri3EibvVpywMq//
wuSF/ZmP6+z3q4ZkycB8lCdnerE/OsqJ1zXDMSkpA402qCNAATUoFJ8m6fW2tq1tnHDzNMDM0L6j
lyeAd5RhRyfPn31fuF6KIu0DKjcczLQHzZ+hqj/7vhADjNM4SfLEyWSQYeivQEX/0fcNIQlvOfBK
5MxXnwiNN4r+XEgr5i5EZ/+zDKDBeQUzHyIGMbXfDMCjSOXJtt0yPw76Uan/vr2GK8/7Q7n+FfHj
iXymXJAUdvAx+9WJfro9tNWgDMNMYX+S1Lk7LF3ZsZUF/Yh1zqTZYBg144Qpkil2QGSo74HgvL2g
NRHqpbWANeFo42ztBAaZvlWVp3ZaEbFsFz/3THBYSlT5QNMigmldhv7hc7y9hLXvz38/2yVP8Y0M
bviSO/6uSvete/vzazs0//3s84oE6lE8ceS8/cN2l9Lt1PzhCgSX1cdpYoaJXZ6qDyo8Ds7KAcz/
71ce0dZBiplb7im0Xa6gIMEA4m5dnYa0PgJuwwjQtoMCxhtPt7dq8STOBAke0K6BClXNqjo5jECY
0FP5KzHI4lmARMvjiHSd88P3n50FE4hjBDpVdZLTeGd1lCfK96n1S0wM9n/dyJkQQZ+YiBxM0ICr
kxn6B6BM3LizduBpreT+F12Jo9u0vpNgMsXxBCYlO31ksvBkH+2ANrjtizbeT8ZK98fi2c94zTyI
6OYX871GV0t2ZqJauvIQeY/a9wnmtM+3j31JBm9hcO3J4RIXCseeGpWP/Kk4pX/VPdzgR9ARi3yl
CW/p6KmoEzwq9MfZjiDESxpv6nwSRmb7JCWfh+q5UVYCufkCFe2EPhzw4CC1pAgkWLrtAHbRpTSY
ARD4QXXKJ0m2nw1jhm33H5IQKiB9zkzf3rwlmzkXKhhnULRdCZlYcTKsvzeq8/X21xeP5mxJwq6N
kHn2KUDlJ+j8TP8e3E6GQ5t2pdFiUYrOpQttJRVkkYYl8+2IuM4vT+M+CN/bwd86Eb+64ocXN8qk
U4oHsDy/Qy69GE+9pi0KBQWIH4qDZq4c/qJ+nX1evfz8ZAPACZQbh++3zHKfcPWtfLh9GosKRnPP
rMU83cX665RSLVP1gfcOxKYDM5624m2AvN4YYDHGd4b2W1v2rzwx4qqLykxGYJVPCZd6OrkjHM+3
VyTWBH44S57YlsYzdPYwgs1YDfBJDePNJ2YJQKwEC9OwD/QVQpUL5G/6VVmjoFg8pzOBgr2EQZ6a
aYVA2Dm66D0ovmm+csssqrMDK6tDtyy5YkHTDKOisp0hgnY/ZVABEvunpK/Gur+9d4vacCZG0DjM
3pisFDFeFoBOc/SrY6keR7IwICVvfATflrd04ZCHkXXD4JzoArjU8DI1cyNLguJUZy+x90/q7WPr
CTjiZK3PYMlSzwSJuX0IQ/vYtxFkfwfpXtN/reD1Q+WMeZBXocGVnMS8r2dBgAyfPSh6eExbO9gm
GH4bX1vRgOUV/BQhbNUQhQ6EaimGCkC/OTP3rVjmkor9XAPtx5dr0EHutGkFRoAJoXzKAH9Iy7Re
bdpUXzn2JYMhXJqbSxnvJXlzKYq6AmMypZKf8gnIn795OabDr/X9/jdkOpMhDgt2dQy6OfgcJ/Cu
dB0CI9DO9p62Niu4eCwag1aQZMH2JfYo2VXCsHDo5KcUANt8Z366bSDXnyehRjBMXtXWjKtGq1YH
2A/4+vykpskHgHi2uTL+57aI63NHBDMEFN+p1KK8l4dR+bXVRmUHlwBDW/bHGMgEgC9Dw9/flnNt
6yyCAsLcUKdRFRHu/TCoJmNMnexURO/hOdcLf0cgAyT3l7KoVhRs/s2XYdOlLMEeqwHYLnBUstM4
QEny3WE6wikhdPWybZK+q+tHxVjxAEu7SPuYotA+xr+JQBBAmHZxGQ7ZSdH3DSTe8JhBtrembdf+
mQMia0jkPOMxiPODrVJUoxFK2UnXHgxQAMN9/Xl07hL1ruz/uX1cC0mrS1mzap75NB+0YRQeWXkP
hHdaQnJ60vWZsOUbc8QAIBYA8T9m/T+O44IpnNKscvsXLOg+SWWarEE/pKwuz1t+/gO8HGSbHJKL
9MEC/SFbcagLJ3bxeUEfHa2oK21kOEQunsISKvaj5D8U5spj59rVsYtnixA00abH0bZ7pJTpA+gc
k37f6n/d3qeFhRg0WlBK4JFg0ERzuU/JULZBafTZ6WuS/4d2tU3mQJmwuy1EUfmKYFKQwVGn1ueX
ri0GipFvMLGoYVLxX9bmW2cBr/hiJw+EBa30oLfPYJ0HzsfbQhdcxrlMMVj0zElLwdTNTpbPwL/9
CTTGvU8jUpK7nvPLwbZxIUuIsCLPUSctwD3Z4ML3MVDwQNso4+ffWJFFoZZyLTGqCNqSTZYeNwZG
pTof65RxwJ3UObBDqFt7+npb1I849+rEsB4GrOipu+rCqaMM4NKGFTXWnfWYnOKDdjC/gwKVbD+U
+gfG5fZd+waz2QCuXUirGv1sYfLeyd9BGxp60Je/T8b30XAP3Pztn3Zl2RRbKbsRAWgETPzPpcYO
lIokhunUV3IBnyv1TcvM738mQXBezb8StPyUOS9/+PXZ6M88U1cBcgcrjvpaKc2+j3cSTLK3f78p
WpuwQ/PfzyRUHjXCQUaCpTyBGecDF2A8xms2vShlBvdhKEumAU9wTp1Sgs5dJ9or1Or2JjWyO9Xr
9man3WVt/7ekOgd400+Q7/xHidrDYJSuE/QvfpQcTRtm7y6FMpp20OPttV9rh0lPvwxrJxfdPMhz
ufZ4hlCWZcYOW+eTab5FK0mutc8Li9Yn4Mh6lc9XJhwph1/r6yfupEOJAIARf8q7lMUFP1LGITib
g+G9mtNdOxyjYUUzFn4+3yfZpNOAhVELuxNm8MV7kuK90hULpPJaeXrp86pJ0x7ZTIM5lfkaOFM8
NSsVsNJq67Wq31WPebDiZZc+D3gHPZUoOGGgYDmxrkW+Mg7ea+s/jIdqrXl56fPklGm8mcF1rpo2
lSI3ikhKfNfU8o2K4fyy4fNMZfIB2CMN56UJV60W0AKaSJb0GgIZ5+cfyjXK3cUF/BSgC4+woTUV
uLRs6dWHXt4/ZvlKmDrv78WdgHbSqEi3JJ0P5lXulX5aUr9N7rtOy7MeVOvNaPyGgjLUR3cDE3gs
ZV7imQaBSBjBdFZLr5BdOe/UZq1md+20eGHTLceDiHozw2mX3zekppHGwghhStiN/iGm03K6c9Rf
V9QLKYIdKLQfATCohW4IFyQ0Lr+cYyU5db4K4QpMgNnL647vN9V9E4L/v/llJ3rxfeEU+OWEtqEe
uuNHKzjY5YqPnr2MoEf4Zo0XI31NcMcKhlCXVTIy4Jm4MsCUnv3mgS0oPVYUJ6KVhSxoLMqqz921
oJNcdUemYVtYVtTWbmoDsL6Frk93VnLFV69Fi7rNmQjhsi2hjMThlrUbm7l/GLIazN2Zrwaud/nF
iVu3ro3wg6l38QZkS30tG7IkntBd5n2vMCctdkuDcR9UcaZWbqL51raaKng9QD55LlSreR8VRnuk
dTGCA1Y27msC4pUqxoLLoR3lp3hh9RkwvbIuKZV7KIfPsbQS8M63qaAofB0sXqjqQb0RmyGNcjBG
tdEqd1A+VpNbQq6hAF7a3TszP5p/f1vrl5SFKR0mPRyVhIZYjLODym/UzgYfPvHh97V3pfFtJrS8
LWVB+SmSGVy/c4Ry1euUNFlu27lRuV715HXhbki/9T1gO+3eWutwWjqcGSpwns+apyOE2z4Ly7K0
+6Fy+6B4rUz/oTe0ldri0gkB2IUMmUOiP+nSn/pyVMiRljdup9F8a2mfJU+9601YNZoUDFNLeT94
2codoSyti5aIGXAN53GVdNJ8+GZ0CaGpksGL15uHwHxQku8T8y0+8ru2+9RHsFJPh5DGa8i77lJH
P5SN9Xr7LJc05uyHiN0TTdlXQTLxQxqIwczuNNIOADLKbSFLFn4uRNjisi3quIBpyW0BGpfex+OD
YR0lRdt4sgv1W71mdIu7q81G4BDbM59+eaRhHBtxMbIoOZmpF0+R92vIGj+iXAbsf0oQnIYFf6Gi
p1njViXsMRPMvRAb3N3etetCDn4ZcnibyhoZFG6Ay2XQ9Cz3ujHWbi29TN5jDldTqLw45RdFy+50
764GkAcMkRXrXjysM6mzvZzFL55Vp1k2TrWbDNm2B/gJ7GyAbKb7uIfpGEqk0q93KyudFUD0kvTO
WqADavSNiw9iWMYipw6Dxs2Seicr92n/JfBeCu9Y+vs0uO/CYRNJ3+p8ba2LinImd/772Vr9cMaj
8kPkBvp7Na4/edlaKnbRwOgBswE9RGHEcZUgb+peKrza1Yj3zXewGzTqYWX75mDpavvmzaOBmxqM
mBb1bKDFQzyK20C3mg/ONnJOZv2itk+KY22V+ntufVX891L3FhTP6S+3D6Km9H/8GFZ2NEAKhU1M
gYgvgZ924RuAq7cpVxRy6ZDOvy/YGhC5fejrfF/TILff6u3Kg3jpAjj/vmBmcQeOdKxEeKeRTK8H
Hg+lEuDQSgt2qXSA9AV0MPiDJvlPVyaYGmRWZZTYrCyfQHmCjSjNVwKCeW9EzeBgeCeQRbavhgiU
0cac0wLNMO8c86NdE3dAiffPbQW8PiEL4CpTZqyEkBgYiUsNiBqu7hGIaVc5SBok02q/uy3g2ohm
AQ6THv+9pAUVmyxf94eyQ8DwqfGOqlxtCEZ/Q8acBFLpNmGyf17kmS/Q+wRSyMCv3T47lvE+UY9Q
gdwWcX0aLIN3J5Eg71BGZC5FOP7gdRBLM21E60cDfAi34T6OVwKaxdM4kyLYS6oOWtXqUuWm+udI
e++k+9uruL4gWAXADcR/P3ZKWEU7aMS0hcEFUX6mqkX0chzUHLrYJ1i5x/LZhiz+tsT5i5dazNuH
yIwxRzYPgNrLfaN8QEuDatfu2Bc7STtYsAjW3crhrAgRwVYUaAQZMrdqNyjeTwY0wLtaWQm2rj3N
vA6a3n/gt1Lwv1yHF0Xl0EXYe0jeu9kbFdhTGz3a9cEuLFa82vJyfsoSbFIe7CCpqpQIpTlCJjHp
h8hescr5514fy08RwrFEkTwAq5hwe44NIySQE1oUXgx1o8IpWFVr70RxjojU4sX2mWJyKOxUfwK1
yw38Vw9vGUoPMgyJtbJr7DsLTZSSx3J4GJQVg1oy27NjE5tPIq8c+IdwUlOeuvi96u9059is9ZKv
SVEvlaMz2mqyAMOdo70h+uJHT0H1yl30O6b075mZQt6laNSwdXykBBKImcxIb8HrvC1iyf+cb9f8
9zNHOpilYZcjagGQm9pv4Nj9s+/Pmn/2/aqFGsurS5YwfBqY75dXSpaLv38u1INox4NdPO4813MZ
isvG7ctpG+TP4ML9xgJURsTp0JRxpYIbkKJAk/tSI6UTfYLspfj4G58HTABQLsPi9SAccTXIUdv1
Su3qAzw+W3XFiS1uz9nn57+fbb9OmRBcZT4vg21L5q5ND7d//6IhzDgTM/QWAa3wWgw9VRs7xatc
CCQfsukjfJGwRVX7tlqLzRcd2JzRdkgAqFfvxBY0W6mauI+VPtrDXHVQZgCJSh0Yfm4zXo/T3e2l
LTzp5iwey2L0Djwv8SaLm4j0sKlXbpcY96MOoczY7XznqFkPsfWuT9nRTtpY0orcxS2lHECqYX6K
XLUEtqHntx4ptj5mIlGxN3r3nKVfbGMl3Fy6dOZSGplRAISuSlc+4BUjvDxkEmNe+rq3D2O44Qd9
RcySCqoW3VM8eagkizUmyTZaKbO0xjWtydkaU39MQiC4b5/VknKcCxH8caFLXQMGcuOWZOpa9TCa
8aYuv+TdoahWQo/rXhNutnNZoslapdfCIYCs7CXwPvSguxjhYYSKR5JdGUiX8K7hPyfypps8WAZW
Lrjl/QQd7QeG31VNTe2oRUJH1LiGDM9J3b7Tve7L7d1cEkGvG7N/Bj18VzOn8BEqMayArQvxw+bF
M9YmpZY0/Pz789/PvFLQh55e63wfMO5tYoJDXz5b7T7TjrfXsaTh9G7xSCAAtq8yrPAmQlOU5q1L
7/UduLbblP66pF0b/l5cjsEjZC4SAiUi+EB5rG0jkjKWY8LcZx7gSFVBuyRHd3s5CxEpfojhUYu7
TmF69XLbun7QIM2RBzcHE91s+v2k3MO9a4XParUr12LSBSVgsIL3IdljoBUdIWCUoqGHqr0ZXdP/
B6aw7K/bi1nYNPBo6dyHmpbn6NXFF5ljZwTWgOMGLB1W3PtmOuJOb0v5kXYTwl7EkPRQLVqOgHW9
3LNUbq1E6ib2DEgZzX+LGGDPjFcpPunWs+ofjBywTQOar8ja5mO+yyp5q8PBWgM2tNOqtYr14qp1
4BYA1SZEFkumuS7nZtmEo9umx3zaxz0tCQ/RSpPk4smdCRH1MdY7pZejEQeVbt7y6Tce3wqDs/8u
QthTcJqi2PCz0Y3q+x5mazDV1/A/1vZJUPWxoKOv01KWEP3tRFv7SYJ9vVurzq5t1Pz3Mz8UDdI4
lSanEdTAr2/D+nRb+9ZWIQS/ejMofsMIgRu1D/Tbet27yXlyrP2fSZl/xdkqgHTWrAi2YQBqH81A
2hqQDoLqqq+x8yzvFtZKyACErJg6zNXOG+UgH93a3gEXrv56oxXl/Bl6+X/fF9ZBDwAUDj1qpcxU
l3dRsvJUWLgNLr4vRPJeYqcU6avR9ae9pxzKblMUh9tHsSjCoN9iRqClxVo4cM32U2hlvMGFy1Yr
9oxNm8rKaS+ewpkIYZdKrWIKMfVHN62eAe8HWPT2Eta+L+wSrLWxEfQswWm30F1id7e/v7RF9H1q
DDspUH+IndXyAJtU16iTa5ivkfw32DMQva70QyxEgwCx4Pe5taBpE5GOIcQBTissZJcmUHifXZ8B
kSi6s6yHsBtWjnxpv4y5m14nZGdFgqdS6iJI876ReZY81hA6MAa1dofNqRLxDqPLiTYhipDXeFKV
PA25zxvF9fX8OGLl8O/IG6PRtpEVvrei6Sip9dc2NB6maK0BbSnmYF203AOodI331BhG45e0HLhO
PXc129GDyiyfDqjcXv1l5AQIjJgamqcsCAiuekDTsB8nMq6q2+ryrqW3r1pD/p2NQ9zJcwmC8dRT
03mAlahu3+/85+gwfPfT39BvCu0z3BlcBFdxTT8CqWbmuuLK6c7ytll8F61N8S6pHHxJ5KWZTFiY
GfNA+JqMYHJzFTLimNq3tbKIRQnoMuVuxjmvRp2kSCqCKc0nt7HDTQAQzz+/7gSoPtHEzD8yq7i8
skYl0RpdJrY0QDlX0ndeJO2lXx6jQp3OhcyLPLsXQ2/OUjfF6E7extM2qvobnvj8+4Kzb5JxikqH
RWj+sZG3IL7e3qQlZT3/vqCsoLV7RpRxXzk8j5SCKUf11BjpvtBW3OXSaVMiIFfPowKORyFe1FTP
K/u4G904AhlDrbHsX18KyTn67BSFstZVJoUYa7B6re9JQ8UHJZffaVBNJ4Oxp19k5Xm89DxnogVc
F+ZO5kFR4VhS+FgTA7Add/Bq6JqcQdnkea9v9MyW95mahlutgxvKkqrmUOqFc2rrofwA+490BxOn
uh07eehWXPjCUV78JuEoR0OGLbHhN5UZdN/pP530WqrPtrzyplrKWF3IES7vEHywUlaq3tXSbDPE
Jzl68+EwHooX2J46ad83b7q51mF0PW1hWWBD0fVA/yShoRgYGgq51yr2OzfWICFyKClWG8bkrXJf
DEcL8vEpgnUn+6BPL5W2xtexcNdDTIobAeR75mUVXInkJL0jQdrlKs5fEVRItMLBap7lj56xUqRZ
PEQmISjNElcQXlz6k3qIPaYDss6d1O+JDb0APTHFCLxz8ctNbhZdivLcc8llxZP/UlCU1FNrKG3n
9tVhhsOdVhzXbAHCLUhDKteTTRvfdVrE0krJzgeIUFtYhwiZj5NSbSttrZy9JMZAG4geSL9cNUPK
2pjmpV4OLjBfaXhX66/K2oD2mgjBrqoqjJm2QcTgbGBll+A/XMsgrIkQTEqL1LEeJkRo0mEMHxkc
U9ZUeMH/kgbBK84JX40aw+V5B+mUjw5SXMCV5J39a2Qvs1WQff35+R9O4+weDFQrK2SNz/cfbf25
iX/9WXXxeeH20M0mHTx8KHf5PpIeM3Bw+l/PiF+IEBIOcu53DEhyBv7HCoz5HNSgTbY2YLJyCqJ5
T1MD419QDW5r7foowml9u32frwmY/352DqES1J0124M+/Ef6mmTff+Pzc5M5KTv6e350MZ59XtVL
X64zrDqEjPpeW6PPXPz1YMozsEAzBCnBy1+fgqmdTUHduwXIh3KYbtcqSUuOnObR/xNgCVZQ2kln
6x53l209J8l2oDfFn1IYdza5vdJDvRgjzIh2DL2AdkUr8+Vi8iGanKkZWzepXMXY+929Fr05BXPq
Tw2g/I169MOSid99zyhpZH28fVILb6o5PME1MiNNC52w0sLXsrxSw9JVk3HjdOWmT9rt7MSCYAOS
9nZaO7uFrSXfiH8B8pCcrtibaI5Rwx+cwlXSHBjyOz14J1UQ7JUBTIdrY7/zrxdulwth8+rP9LC0
NQ/UFEiwdV7defbQtQepBvT8nzh4s2JtYw7aymtlaT/PlyfsZ0IA0gahV7helnyuG9xDoB6aenyA
rGNTSuNGnXr39hEuWAPZnbkBHiRBnnmCAoW1UzqDrBRupm7Gf/KVry9EGhdfF2xN6yQ1ay2+3r1P
ho+jda/ERyd7u72EpQ6NCyliPNM7mV5pSBnHuz6OgFD4VPsheNjfKzqc4Y2QhqNXP9T6GqP42uYJ
jtCoBjs14TpwIcxoScT9xoV3sbD5Sj/TQKmuSwh3+D4tAU26AY/m9s4thASg3RN1cqniDsUZCC9I
u4aad+4a9pewfFLthyr+elvE0hYx00ZcC5+sZYkQIEkD45wWJDDJP0H/aQwrFrPkEAC/BKqBeB0I
LUF9s7HWOoMw3Q3z/HEIo0MT1ZvYKDZ+be/Vol95YC7p81xHB6wFDI2r3mjyrlkDIDOFdPtVyj0Q
ZxLAgVxrJW5eOBeDNjedWg9R89VsShJKhV/UWemG3xksr/8GSOH2qSw4GiaAcaOmTkcArvRSscge
TVIzJaUL/XK8qST9Ie9BlG7bQ+8ou6pomPj5ZWCBGTn/TKZgLDFoxo4HO69bpt88SdoF/m+k3S4k
COaSKpaXqT2rKsBCtdNDbK/Njy2o24WEWT/ODDLt7RzUDtYQQ9oahIe228jVkWZ4aw2CZEkFyBzO
IyhcdmBdXUqqbaD2e88vXWNw7eZd6W1a43hbCZYe2YCQ/CtDHPQfpK7sI53rpqrvmxocc+ktcdqN
Y77o3vu0e4nKF0Ndu+MWHAIoIbwIgeK1SWwIC5PzzownS+VWtXeefdTWYKFWvi82VIaNOqZFxfcT
+52u7erh2+1dW3AB579fZKkPurBSTF8v3KCZiy+qvYvjJzbrz6QIF6cfdHCjw+jmwhRaB/e6uvOa
rWeuJALW9kpwA7EqlUlrs5auaz6XWv7kFdHd7YWsiZj/fmYxVCbL/24X9D01pc9m5QJYOw7B5kPJ
rPVcY6OmmprIXioffGkzrVnj2ioEu/c8r5FLGSmWf0yTrVrs/myXZr9ztktt3qpy5s+BBM8qRtr8
9mngJvt4W8qi9/ppeiJeVlUXk9mlrCIut538pDJQLR+i6CVaa1cRSS/ml/qFkQhGntMroWkpRuhQ
+Qh9iCwnkOltMOBUYPn3Mazg+ylWj54c39tSC9xh/SkJ5btSyp/6zle3XWB9ub3424pyBbQV5QqY
CRlbnKf7INtCnhB/adZyLEsZxLOFK2IGeirTUE5iLMprFWWn6BIsJoXf7uI67OEyT6YNwdJrzGHv
gZGsNnYI6F/rGOXGZ/h1xcEvay0lPR30J/r+Ba1SAtMp+5LXklcd4vwgrfUOL70+We1PAcILyQGF
ETIPs3AjrXq1wLAKdeloA5FQ1speV6M7SXcO3WA89KxSDZwD+bljVcqn3znanz9D0LZJjicqpdxj
eftkdcEmLbQN3bo8P62VuGnZgv6VJPaCZ4HWm0aFpEn/OAWPufySBXe5/7g6fbR4/f/cWfFZ5lhe
1bYdO9upO2btwVHEKG7v2vL1fyZDuGNiL+4zL+N9W+Yj5f03M38u0+dQfqcXT5V87P2vYzDubwtd
W5dwHfiq3RSkR7j9nSetfk5tnra/dXX+PCPhRrCa0lSrWYSkKXulak8GeKdjXh8qOBFur+b/Y+4/
ZQn3wuSPtAGUBtd08Nyo/6T6m2V97L1qIzdgnxV/d+qbM/4nMY7Aiqyo4rI/+ylaMG6r9ruk09CQ
WjnWzUF23jJwHNuVFS6eF2TeCmBg5LTEBgSo0ospaybOy6q34YkXwnbl6puNU8iyUGH+KUFYh+3B
k5v6XBVGde+0d3q+NYoPsXQog72vPI71SlVt0SeeiRNcltZVTmtaPXegCcHmhpzVbZVY+77gi4ok
9ovQZMPK+PipWfPoK5slvqZpLIjlUWGzAmVHSqh6Cf1vXrix8id/+ztdDOcnowlv68QKO0Wbl2Ko
AXNW0E+v+O0V5dIEB1Qmil6b7YilJofWpw34/dDd/9FxiPX5OOmGAHR+roZq3Lx20bBy3MtL0Mm/
gVVhXs3AFmoaDaPDfa9Vd14H1K199Ke1vpllnfopZP77WXRoDLmjJc0c41Z3Y/TSG78TowMK+n+L
EDxmp6R1m+V8fzQORnif/sYAIor08/uCl6yZpOOOZpMUaKWkByv4ovpHCw7p22e9dhaCJ7EcMu12
PG+Tv4+MY2YSU62IWLz/YcYCe5y2L9BzL0/Co0YE5gQJb3vYS/33ODsaEbMu1n9ywvbbq1n072ei
hLdZR9UROmwSAH50N+qfmu5zyyB6ba08AZc37eeKBN3KLCXowR7mGvE/m/lWMh/jNeKntU0T1Ett
syjOTMLQvnkq7T1t61CWPHi1Dcnwb3mUn6sRNG0sM+CXfmRNHMCaKXpsVyF+Fs8FZjSw4fnnatgk
7Qtp4HmDgy/jHXSedvYuL9+Z7Qpk1JLN08wPejLVc+Vq2GSwUihkogHnG+wBNJPXzn0x+jsXIKiy
5UxOEnlchG31FKdf2/yYWC1o3a+NdTLqv60u2eXdyqKW9u5cpqDTJZzpQ2h3hWsahyzbePFBtfZp
9em25Szp27kUQaWpkQSx0rIyVfpUjscopV/5ECq7aQ0BYW05gmKnjRlVdVLzanc8N236h7KsDokS
6JsYqrXbi5rjEjFMOl+UoNmW1Rpp3rAoI9/AbezFD9OwV4ddL7/Y6tttWWvrmjf47L5RBp9GgY51
KepuDGnOvZuGd/HwG0nu8xUJkVjWyrU2Jmg4Y0dWsdNGkqgrT5zlhQDYO0+eghskBGNKKQ9ObHMj
tKb5ZBTFq2L3x5DIEjCj3+iMMnSGWv4nS8w75q3nD8ocLVX3/p1Mt260WeMXW/YJP0UIAZkEPoqa
tqQw7PSoNM+2/htxwPkSBJfQ+mEyQatCsASAjVz+VVf+yoGsrUBwANPQDG0UIMFytWmjfLmtt2tf
Fwy/pQOIvgHiyTQ/mjUUfb9xJZ/vj2DvberHvunP6iTfSe1HM36piq9hsFLTn79ybek/T1mwdCMw
2wgyx8L185c0/iiHr1K3/7ONEgw8HC2LdkxMbxgPvrZdqykvpv/ON0owbUP24s7xOOY2jndlFO78
+GNA+15WPErpiz6kB1pqN7b1VR8eOvVd4HzTtEMKs8KfLVMw/7wG2sECvt1t6Udo/INcubcF3PYv
NDxdOkq/KFrNnx8wqnIa9LswPQzBeyX6eFvKbbWmF/tSikd4NuUpUjReetqdNq6EgGvfF8xeMcM+
qQreSGpJ0/99stYFuKjQGl2z9OhZtinmspiSMe2kqHjmpR2NnNrGHqqvXrHGarG4jDMxwjLyUFFH
U+PWqquXKvzkgdT+G+dwJkBwXuGoRiXoFsSxBXdV883MP/+ZAMF/TXbTN93ACtJhp0wgfK9430V1
BdYLOhNK17LYUNwpEa1EgJnQPbONqk1iHhVpn/QrMfialPnvZ9GDKtnkuuv5IqTlflD2vfElJ+RP
rLVK4pogwYs5XRZ2gcd2+f6wqf0PevahAyZy7D/+xrEQPkCXgluCQvZyQXDExtYU4fYniR5ZHf2l
+ei2iEUT+VcE052XIvJYTkJvwufLDqmdzeR9qtaS9YvmcSZC8CKp1XmgCmLlxt8TQAPfbi9g7euC
8XmWZA/DyBO/8V9pNItXHO3a5wXTq6RKL9WMI5CsY6aBl72y/4uqdLY5guV5jaZWoYXOZubRPuRf
TtpaZWjthOe/n1mFX3Rpac5laSPZjtEz1dx87TZa3iTQJC1Aemf+tUsR8tjQgGOwCCrTcb+NVwsG
i2vAACDSpeUaX34poCQATZO4JE+URhtoNzZm/xiaz32gHJTQ2Whht1PyV6v5OhkPsfdUMLMWOU90
Dq6c1trvEAxS65syqbuC3+G9jM3BhI1jTSGW9tIGJHNGQ1fVq0mSLPKazOj6lEYf5c5Jsp1ef7tt
MUuLOJcgWEzuTengtF3qTtp3P3/Wy3sN4IVflGGTdKNnWrWgGAJbRjAbI/HUvhvr/C0upPAuyH3z
kWyPdV+MprNytyjz4V+ErT9kGQ55MXpfrxoJhxj4riSf8re0VrdRxMDKsAWTY9emd2391CbaJpfi
bT1CptPEr1AchElxp4TZkx4XG89St3UY03ktr2zBVTKAn2USddBdpM3gCcIWVBCejVLRlW9+bW00
s9lL0Yectlgl+tbYKy/aKy8iyBK8SNJVdmmlQ/lm258CJ94kWr4NInUTTms0S1fKI0ia/37mTUbZ
jMuS2u6b6Xv7MYg2qOq+Xx2IWdw8m+k23sP074n9/Lj01GjzsnyL9H+kotymyvvQh+J8knZZvsZ1
cmVyrIlRY9TU5P+6amUuLS8KweAp3sCD/mg04WMXBytKuiZCsDngeE1dovjz5jX511iy71rPW8nT
LIgA0AQ+Mv7F/OePp9HZyehjVxpSmhVvTSxvi092Vq+sYUHJLgTMfz8TQMFBVaQoL97UyNvE/QNe
4zD0zt5Yu3Ovi5sAgZwvRYivfIoOTKXEHMj03lACUD2bDVgam6Sqd1N+D6XAIWqanZYEx9aJNnH1
q6U6ADts+Erg3pvR98TpodLIrS4P+vxNm7L7gMW28srLZ0G/53ZxaMTI5Tv/j7TvWnIcV7b9IkbQ
ASReaSSVVamlalMvjJ7uaXoPOnz9Xaw5dx8JYohHsx+6XxSFJFwizcqVV+0qrbzSyNRE1fs4Bts+
0UcnGITTo0uKk7ckcMo2XZG4cDzmQm7NRJwISA+ZWdpW7DBKAkgsFB0v9F/jmvW9JABNAAwwss6F
tXIJm9UjEZMQUr53/GOKar9na2xLCweQgc4JlB82QmpU1qg87XmJwt3yncDdVQ+Op8Vfbz9b8/st
PSWQwFBCjaZb11RcGQHn+1iq5XuMTmVmPTg0/lWQ9olno6uhP65m++Nai6DPnq5nQmH8abPiQUNJ
c37CZE6awm7RLzGyLBDycm/q/tBWKZ77geo7gBW1TZnkqduVNHJrOOPOxBt7U+V66QpzYi9dpeQH
q0+VbR51/WGoA4reMcJSfqhpTPyk7ZTWnYKcOXrXB7uQqqZrxlR9xMFrtlqjmS5A+mC8MET92CKh
+MzymKIjKGFvQdCVfqXUxnNN4BVkdKq/subj9pJLx+Z/Zm/jiTThp6OT2qVWGRPeiiZBt+ZYlL5B
Op+udVKUnqwrCfMXnOmtmJvFRLTA2qtd7OVp6yk54r7FyhO8OA+cHLDcITuD7sCXUkgUKWijpVt7
u0IpbF4+Amq6IkLOnPwzk/+VIUd6q0HTm6Ij1r5ED66so5lTUPG3XfEWlar93tQSfxyVx6IvfBHF
P25vlHT7roRLbpzJTZYnPSY4miHaXX636KFsErcIVxTV0nZZJp4wBo7lmQDzciGjyVBw0UO2n8IX
zSqctnP4WtHj0mbhooEMArWoaK8jHbqaqaVdlCnbW+r0ZoSzMW+tBCMWRcz4NzDtow+CXB/FWjqF
GulttIeNHBAnifhO6p3PDQFnxn8kSDYFKs2trAkHe18BqRs79eb2fi/uw6wGbQsVXqjXlfZBdGgK
Hwh7n6oPY/93E+/0O7uK/DMDPEYgOVZnrKBkTAaVNmg0DyCiVhM3zUBTVAyZ6qHGSnWbptO3lp5q
u38xLxSdIB6IHghXrkkPNo4C5e0QOvVOT57K/mm0/9yW8bm7sk6HJgCIfiYcIbIFEXJO0i5r2Z4V
xptes7+aSfsuiPk157Ofmu6TODioNt8TnR80pdmPjfHKNIEuFpnwoCq/5wCociPpHdT/Pkf2H8C/
R0cBf+ntL108pgwvNupmVWDiJVOLUt7h0R7ZXpk2qvk22SvXQO788LnHsy0Fek4wvFAZB6NWWsX1
CCtR5G6juUPmmOZDPbmpeQRIvv6hlhuAJnnsqrov+EpGY2l258Ln389Uv82nqakMzvZJKeq/WM2z
TZ3Y+sPtNZQc0KspSsc4N+3SSAimSJCA7YTlaN0bE7sie0Xc02HR8ba4xWcAtedziY6tweeV5A0w
kZDvxcWnAQLnwmSRg9Cr5kXE4l6TNppjZ+h5WjDRbjW9th9wlprT7Y+QDNh/5nz2DfNrcbayWUxb
O+47e0947+qJiHBOGcDTulOn+iEjtXdb3pI2sglsMqohEnrVQrAvURqlVJm9N2vk15LaiYPAa9A1
67aY5bVFtRhsMmZfk+FyVSMg6YKcMSxe0QMzQJlN+cThkTi9Eb11pfWzLMcPHhDXbPOVRZ2Po6w1
7DPhkkZXOczrksX23hD2S9IkDyzJV15X2bf63DiwEOHUgPsG4Gzp6UtrUynSxqJ7or6xovRE8DiM
B13sAZVy4Mvr3eAHOnNRO7Hl2loadsmIQKAG5LOoxEHpnGREMJu3aj1Cet43G0PkfyzWbAQJvDyr
V/zhxa08lyWtZkonPPM9o/tGtLUDwMuWh+ZJL8SJ8yRCd/PyAWm0jTWqW8GNO4vO/llnhNlQRjfP
Vc6dRREqN/REoftofGrfDb5iCy4dFRBK/Wd4aXJqkDUiiTC8WafOhuC/2xfh+r7paLUGNhvQPqJI
V64CqzE6GMwGmJrV74IP7pjviPL3bRnXc4AM2PyIE8IAQJruUoegtTFHPrin+9RJyIO+Biq4PmuX
w0tBYzrpZZgyDG9Eyo9C569hXT6D5uupptXKC7A4E/gw2BB9JnyVjnVigK6/Die6F3OkAhiG9Pft
pbpWt5gLvGpUvSEsDC/jcqkUIBlJYXZ0T/NtiJxyLT5GPJt99WTYa6p2cTJnsqR1q0t0H+tBurjX
i3BTIpBK1rqdXj+Yl7ORTcu24SPABnSftIfI8lDZ6rZwZSe8Y93f9p0kU7iJKC9Hwh13BZSCV9yy
IrN4ZI0J3feJ9lwHbCuG0+3d+aeG51Jz63DSQbwIrDpo5mQfPlQme+TmFL7RUq0t1H+iYxGqkDqP
47VuQWzVkYcQPOJ+rg/NaUCtiJeMdfiATMXo9CwUbyhXIw9qneVvRVGhKZadmt+SOAHragEwNzTY
8K2zFfIFtmu6Q+l0tqsM2jtCsMCtwY3kgcglQjwb1qifqlrtpxZ4tdqixR4GkbkNxih4rnndb0sr
63dZoWeeTXm8N9oIZD+tlWyMHmSqwMtGj2gQ00SuNXbpY2L1P5qG/rEg/anVMvWN0wbtv/UUbboy
9kPUKt82WdJ76GpXPSudCerJIDWfEL5Fz4Kg7mHd9eWEMnwa7knepq5gcebWSPVsSJT8NU5tChx5
pLlhZXSeWQfKK5uK4Tllceo3Nu+ftCqtNmxQTU/EQ+lRU5RHI0FRvdJXqUcEXi49jiKfBYmxmRA1
+RJ0KF+M+tT6Gii03AQJz3dguUk3dd0OT1WdUDcRo/5QW+b3ioyoQEW5ujOVIjxYatC7oNDjrtbG
KB1rtPxJqdW/wkGLvKJVjlHfib/ZGoPN0g2fub0N1MXqiERLd8LiNDbNQQvfgp5sWJY+gd/PSXXz
3Z7abaGtdQFc0u/Aks6NjNBl7soL4larkUEj4ZsVRZtcKTZBGz5l1hpwaVHMnAICbRn+ye99yFWK
foM0BPQGbQDLInrG5u+Hjm5u38AlnWUzdGmB/l0ArfZJBGJSBAf3pV3+MgkoC7gWrJhOSzJQywYp
NoxQYBkudXDDdVAhs1bZ65Pi6EbiNNlKkf+CyaKrZyI+fz+zqrUuN/EqdsoeBVgAkVcMzenydBdy
9q7X3YE2lte10wOYH9xQISvSl95L4DPm12VuqCgHRRBPsElsVcF+tLJNkv2sOLoCTT8TsbKOi3Is
NNO1KMgLr+KdMR+NTs1FsK/Rhzxt35maoZPKF7P4fv+ZgIzZitdx/HTJRKqmrGppmwb7IPON9CW9
s3R2flfwEAA5jPY28K9kDgtwZcc9DOxg3+VfbKfIv9z+fJlc5H/GR+LcQi8rsD5IlnqsCGYXQazs
oRp0nIjecAvFCB9FU4QvnZH2ntrmthNFHNTLYDPyimG0dxpawXq3v2Th4KMKC+13536elMrWzSBA
kV/oKU5l61kvq0wa+oI5AB5JhOGAAkHQTz54pdkMxmgYwX7iUeXrKGJyS8J6lxQigTWlZd+noSg8
9Kq2twjqVG4D+uxtFasEGjuIfnM8WZsR5U+u1daJW2ldtkX12A+7CVEjrwV4Z9J0QrMxJfSzqvsT
M/IU9+TvLu3MF9HqndcnYGOyyDSsWNELKweSE+wgNDoI/mSzwEJkn1V1Q/a2nng8eObanVVf8yG5
kDB/wZnGGMNO9G3bkb1qHkLSOonx7e7NR4s9cEDO80AMZ9bwZwJakxbjyAnZ6+DEdixApv/F+IaN
PDlakMN0kk65UagowUZWZJ+3Dt/lv/670aXlaZqWGR3H6AjKF6CLbNcc2oWzOzN5UZiVM9BbDmGy
bjL6sKjpvurNF3Ps9slov6N64pSAAXSywt1I2jv5cT/3HNmiGSEC6pmr+2IN+qD1SU1g0Lbj77K1
mmPZj6Ff9ICI3V6/q/fbQGd4xMhxO+e2nLIXm1AlUuK6yw6q8dgUX2m/Ed1KsnVNhH55wHRaKn1f
1dkhKqb+odNBu9Z0UbYv0QBtZTYL1xFxZvR7QUd6oDLk2EcSJGE7EVjplhONAVD/bEXA0tOG44Ds
D6AfcJolN63ry0CNmjZ8A4rHKVXhWDbI/a0SxEDb2xuz9DpAeSB+DdouFADKO8PKYJxGg4dvegKc
UDJuYd8/VXblIdKLEgDVa/Ph0FDzZ8pBDpypK5HVq12DU3UuXto18ER08RiPcHgm+4cg+lcS8e3Q
r0FrF8TgaQAOxJhfIGSWLw+HWWtFnKh2sFcs8BnEhh9m1kEtyt3t1Vw4GBCDZD+uFTDBcrQDTqMu
LI6n1rCRe88St14RoM9ZK8lBPJcgM94MYZUNGS7TPggGr0Bh/WgihVsa1lsuCHqSFU9dqziNXnip
0Lam1b31xH6aBoaUbfFASecqUbO1x+FFs1s/BRmoBhre26uwuNhASSPXA1/2KuOjkboGtMLGO1+9
UNsr0em3nlbiVgtujoYOYGhVbGE9rpqJZA0ZpkrVlP3UfQnU9yLLPF2tHcHIJp++3J7Pgm5Gg2uD
zTVzIEWU40s0NQdSxFn4FlfY1fqXYlMvSrddvJ2AgaD8/iAQnBwVevITpCDDE5KuqFt0iVL24/QK
qvz69+3ZLB4hxMpwPBFQBIGRFGRCvL1se31Q9sNItCcloKobEaN1kyopnEQAW5tzph8EsrLPgWXz
rYkEoRfy4DuedrTe7IzAzw0jO9IgC36NwOSi74jZO4Ol8I1R99aT2dTh8fZXL9wsE0a+Dp6/2QyS
b1bbTEPTh7aJXMVbV71UK+mlhSML8wcLAvMBHoWcCjHbtI+6Ck8hmoy9sDHaEgo1JNZa/C2I0WCd
zM4lIDRA7FyqoRoOK+i9sLXcfkchjmvoaJsWKP7ttVp4Pc6lWFLmm0xKmlYxUfaqhuvhJh/d8ASS
nH8hhAE8M7eXhbUs2VvcJjUdiwKqriXMQ9wq93g8BF7Q5Jpv10244lUuXXhE+2DbI5A8RwIul05k
4YDQSqnsFZo4FfJEA/uTpa8cxJmdunLhl2UhrTHDLeHGzr+f2aqGEeWsLTE3ZY7+dKGj5Z1XCgqX
AE3m+jWE55J+AeHQf8TNv5+Jy8xSr0iGqYmEOKG2ZRMHd/dXrh/iRneaYkU9L4rTsHEAKqJfucw4
aAwaS9pqjj+gYW+Ed8BJmbMFdMhR17pmLiwknNu5vxJspTkHcDkz0vURGr3DRe+iYaeE8UcfGNtB
if2mjbfgElp5FBaUxLk4+eA3Q5yXkT3CAURbaP7a5d9vn/m18aUziCa3uTVRjA/eYwTPgSG/Pb42
r4f0uoM+3cSrBtLE625vFleNVis6TKA1f+uWF5aO2JIePqqPxyZKnXjAAz5QX83ZEcU8H2reoy9h
Bp/T+joOw3NdVbtAjVfu+sKJwWeBnBevBbLF1rwuZweUTqOuxiUcaxFseoWjMP1R6TsnjSLw9Oeu
3dCVhVg8N2cCZz16JlCbkj41bDXY20r/QlL2WBSYN4ODPU3o/bxG7/AZGbha9zm7hv5n4PWTQ3Kg
LguKVAxY956gMqroXoDY3KjtB82OpVO7xjRsjaDfVcLcpgCwIqRGV5T24hoDUmkA+wgvSdY5k8Ij
21TmaFYcOKbyipL5vtpQvmfsW1asvKaL58w0sZUgz7+mnW8qkCKnc4iuU1EYkBHf1p5DuIBm7Mwt
BnP7/8DUt7in0NwIeSK8CkUu7Wlvq1NXNsE+ol9KNIevqObF3HCEqaEW7WCN3+1pq5iRg7/1+445
fVuA1D92Ww2sDkAhp3nolBFCfeIFUH2PhYMD2OFrYtNtOe5403z2FGzRR3kMdsoADL/5ZNVPsTrh
rQB2iu/LLHfUYGuT1wSh13B4jeOfJNiR9IHqPxX2bSIPon6IxrU27HJpwexpz80goHKRxMUCSOe5
jQbEnPo42IfjR9v7+bQvVCQrIlQQi190KpxO2+m0f1PIazEkTplGcLsmX2cjuoSrDlUTh1v27ra2
0Zd2ZP4kHUSwMDdlaFlgZhPVco3tafgy6twbu28MfkuKFgR1bfgAyTuTtqnEU1l9GDrepKlzzPqH
ogqXEOGbyV9hWwMFWrliPPTc9syCoj5iM/E/QfLMStML6jVHbgHliu8lsMQRWDbhY0lPCg9qq0sS
wgC7AvN8UvkRjkwd/ikG4enaozJ8LUyUJpFvvHopc8tPDb9HGF+Ptoa6yc0EORHDafMPQkHfEDxp
SrbNmldhnap+25v7tjy07OtggjDgo+fZAy1+5/WIfJG9q6KH2xuwgKEArR04d2zkTnSExqS52DaY
qaI2MAF+0Zw+elXaxzx9mpoDwZFHf2Ne/23GD8iepqvkLFd7D4kIOM8OjQ40jKzxRFgWSRghWqIO
oVcPfKsmiQXi1BJ1xonxuwuL7e3JXhmls0AG3QafcHZvpCugDTUxAlalhzT+FtFHLfoJ5gknXnOQ
l+ZlwFdDJ10T1MCyGg1BxJV3HUsPQG00Gx7lm8pun+xq+AULa0e49ef2tObPvng5MC1DB+iNQY9e
Y6hqYQxhwGh6aCfKHTVKT21o7ivdvDdOMssxgAdGmA41GfJdzfQchrEQ6SFDWU7T4m34VfNvt+dy
9QRJMvRLDZ2EcWQmILQ8wJj7bZrhN2HQRyAfkFvnv3SUeFFUl6689MsyTYCRcSbmIolLmQKZqqkc
zRRHPnba6EiHyuPGB1JXZv9kt2vZ0cXtMv4jTkY+K9nURxUx0gM4Oj00+3DUvnbDf3MoQH2Nt3UG
49vyU9craQjUZpMdMj11ixF0NBM7iGEtzrJ0pQCp0QCIRBL36g4P9hRoRlJVh7S1oi9mKMg31Hdv
++6EXuB39o0C3TGcbwtcPjqU79zL73KjJlKEGSz58jA1jVeaSCaW8QMbUEigrBX9Lc3LYjNumwLI
j7zbpajMrIy4y9sK7aCgjYav00wbJX7hVb//vAOZhHZbMLjYlZuXk7JLDUMpD3WGSiAlVUNXEWRj
J9pvqidHPDDPKjfvpHf+XEjQECLUb1BGURx0ObtISVrVSiCV68+a8sxWbPUrHwX7dD78vLhnpnOV
xl0R12F1QC+LxAOQ8/aaLV2g8+Fn/Xs2PE3KVtFLfL0NxjCYWP3o0hVVtzaDWWWciUgISh7pPAMR
+0q7Mf7LBZI0DvjCm7zJMfzMgfKq6Svv3Pzn8oOAIkBgoEF/D5iytEAq0B09ivSqA1fEtswfxwFV
Nt+T8ksx7oi+rac1gQu3BQ/ezI9rAWpKmOScdc1oFF3SFIdCrQHW5aHybKXgCmRoSeiFU6KvnIBF
eRZaLeAxAohBthzGRpRB3Y2QxzbJEQnrv9Hk6/Yh+7SHpUXEWwfbhCIBgqo2aRHJpMVU6aPikNM8
AXZmTBR3wJ1yAVKyreqtiRQ/KQdXydg7zxW/IfE+SyeCBtJtOtRvOkGet4o1dNJgencqhRifOjtK
AYvvw+qIKwR2isnOjAfIQRV4BdJ41Lerz5VBYq+qqepXRdw4FH/yEBQmCrjaLn6aK9/csRnSt7am
IQhZjMB66II++VY0Eba5dMGr7mWIbVAh0PgMxTROlo0ZTOWQ7SJVFc8IYioPgNwFHvYn2YdZXmgb
YzAQY0JWyUHIMEgcvc4/BrvT9mqtfdhl8KOKlandJDkH+DBOVX9QLD1EUqjtGye3zMIxEvuPZvTB
V0NRdYeNIZrdwjg/0apFqXJlJgdVi1jmJRQkNoGImodEA19VpIXaI9XU4CdLdR3kjyHawylprLuZ
WZDHPLMGj7Zag0ZbSv6aj5PhDWU6vDZ5bmFdhua+s4Uu92jdClPq/9fNSRZIOnIjg62Fcu8RzfnM
L1w9xVrhknHlkkpn+B85c2dgVE0CFWFLSjLvqw6dbzsUZqI6YhhF44cJ6N2HyurdPFk1tiWl+SkO
5j2wF3jOEMaWVX7bZVk9Zem7GGpQBmbYv8wB3m3FlpIU5z9iDDTDAAwWqyiDpJQuLRQWsOQ9Ig+T
V641kVsbXtocPYxEp9tW8l5lTbFviFk9Wkjqr0zieq0+G4fYqNuadYxs6DZTrivo9xK98yHaKFHh
U930G62/LwiKtUKqk6JPIqoFZzNN2pLGGEtq6SN/z7rWS4zdlH5Y0SMhTyrbFNlft/XZ9cohqDMH
lubWxGgbLKmzluYdsGtgMZim0O3QN2TNEpwHONOX82xmZBywzzMCAl7d5ZPZW2XXDUKpwNVsbsjw
tcyeExO94MWHNfy4ey4XoqSrMw5xxZvKqt5zlKTkTr3W0WdhrZA4NFDjiL4hMMsk4y8ELNVo0dHh
PcmDwbEVFCe2qyHw6/uPU4OW18jCwLy8qgLBsUomrvLunUeeiihbgzgmwpgrZ2xhKngfZ+YGdF5E
Zb5kabSgx9fiQUTvyNXqr81Y5D6x4+o+cwl7jyzoTNkPRC6g3TKjOwGRiGiCOjiFDScewLRNa3r3
7vmlCCnubauRArOmC04k+pKPx3bFDr9ep8vhJcUSKOlU8xDDV5+nNkvvxAbNS0QR6oRLAQ5wAF2k
64GnLO9HXtunoK/96TVsTf/uBboQIF0KaiRd34SNfRI2jqsdOuO9vKPSDCQN0iCMZ4Ixwz6NZeuB
cdr5xXLU+ou1hM28EpeKZC6JB04C2RqNIlp7qUjidFCnorLz92J6mgokHIwJnG36/Wf2Uox0oKZx
KCfEOfJ3GMTR6JnqWsPm6yMFJwV1bSAJQ5EjIOCX8zAmXRXNwNJ3hFMce9era4i8hYWCAMQ74Hcj
ZazKO06CIDU6JX0n2b7vvyfaR9wdbx+qayWF9wKYUJ3CWbSvMM8F4t55avcp9oJ7hLil6fLIr1h6
t5q6lCNdvwQ1ABMLIScgzKl+xskammlhMy4mIm2GnVpIN04QUI3gehlNV4tXksNXEoCsmUkPwP8N
cCkqci+3Ow1rY9J6OpyMyke9gGcLbeWGX+03JBB1jr7NDwaV8Qe5zcrRzobxZKIWI/RCyx+aFaN0
aRJnIuS7B7aQpKAJRMAhIHu21hz26jhdzoBIdy7hgRXaA4YPtMcOAXq4VdVjeSeYGbDzuRsbtCwq
AhBWlkNfGUlzmkyQEj8qwGMP3Rr2bmkaM5UK2Dmhqa46y42qaNvYEP1pOvT0oQ/eg+lbF62cJxkV
h2kAqDgn4nCzoUPksGQB8QG1Bx0NYvFiDOQpR5zQTPmb6LhPTXieSrAxJ/NPCc9RVdYe3Gv+0U/5
SBTN9VMAy0r6vqhFmNh1rqObcuZURPMMY5dNkwsaSncwH6vopZ+eYx662rQNCFgK4x3lX7o1PX29
2PMyYLUJ/Hz0O5tvxVkoJqsjkJiArOFolaHLp95ro8yz0DMOwYzbyu768EMSEAJA6cImQ/T+UlKN
vjpqhODIkXxT+51KVsCha8PPv59NRAyaOWQVhjeG0UdrmIivcRAsHxmcF4QTAQ69olUntdLadk0w
gwEO3lAii5cAauibDP11fLS7qOimGCynWu3pc62bsHZnkqWAWSCG1MiEqR9b9bERL0P4ZMeHf7E9
8JPnSBMSbzIgFQ0D666MdP0Yt05vuanwbo+/cNCAA8WtBnHLDNCUTOWwB+c9kiYGiPl8Xu+yp7be
WWvkWQvrBFMQ/FyYAmqHqXSpzEAxotgozKPSDA+x0j/HxvhS12Jzey5SBHDWHXP1DYo4UeqAfL40
F1S8qVxTGxNE5z8684EYfzhaOgVs3+qbrAapNlK/tyUunG7wdmuAZuCaIhIoTazmoihAEEGOZRy5
jX4Y12qgF7YHfExArSGoAKfZkE6YaKxmrIOIHtsImRPhlB8N2hJU5HT3PKBvUXsFjYekqCnNA9xB
llVmCjn2bKMr7p2R33ljLoaXZpHqrAbxGIZv1QNB9CW9E3/0KcCw4IzN/aTnIs5LLdPULG7UICBH
2pTObytd4+9dOMAzaxUA0+pMCCjvc8qCHrw9GT2m43sTB+jYq3nMWnn7Fg4TsQEKAFxaB9ROLtRg
uQDXYjnSo9r3CCK7Wfj77l0Gawpcb8AiACci8wec6eJJL2JtHGrraGqbLgL8ZHv3+IiBYPVVBsQZ
wFSX4xe6OhgRQnnHHP2kgLbyE/9eAYY9g/KhRCAEu3EpgHaszkZwIxwRxW0Lt87ufqwuxr8yBAM8
VBnCCUdVe+J/Z+WKfrq+zKgDQ4HefI+Ruzak9S/Y0KJKVAuOQw62HyZe2di+Wv2HZa6opevjeilo
/v1so83GjnqUCQbHJPTLR2X01/BySzPRcN10hP6BQ5WDeKNuRX2I5N3JZIWrJT+o+R72jtaq93pI
c39myICLAbgkwFmXE+E1nLPErMKTMN0ieIrM490HCuODvE03gAa5ggdl1ajXbcfDEwKDab9LhruN
K9SofMaJEAeZ6y0uv98esEilEYcnZSi+ED4+plq5BmK9VhsXMuRDC4CeFbYDZEzoCTmoG2atndtr
CaiRhD8PADhuNcziy1mANYwpBWAYRw70PbIDK6d11v4XoQ9ECc6Hnw/b2Wk19LiIEBSxj1PqD/ro
GrnqGt0rNyw3MFAne7+7B3kzBn8mebu2rXkYV3Wvx+wYFjZwfmyzosevb9/l+NJ8KBNZW1QB5iMc
o/aC7gXpp3vP7aUI6V6QKcsNLYUInW4AC63WCJHmv5e3ZIYagI4XCcer9zQQYxsKK1WOuhjdcoLd
We7scDcErywI77ZwESc6kyVFQcY4zZpxgiy7/YKoMCvWGG8Xju/MsgIqWjiPYJGQjIPA6i1WKSQ4
2l9BiwGo0Bq2ZUnAp7eGdgSwD2REvhqaPWDAPDi2j6XJfCCT/NvbvXBDzHMB8wec3ZAGxMBtE7TB
UUvSbdhZj2W/IbnX6B7V+S4w7M1teQsn+EKedOGRmc0ymmJCGVF/R2m3i6N8N2XZ37fFLK2biZQ8
ivk0VEPKHSK7sS6aOMe0kuyADtJ0JXS7ODwqleDX4CTD97hctSQ3Y/DdVsExan8gZQ7I34riWhIA
gmyUcAJlD6tKOlhDrCEbjQrvY9Mfe3tTr9FFLo1v6SpKY+byuavQV2x2U0dbRo5G4/Wai0qr2+u/
tM3wlOaAM8X7J6ct+xKwMOCpzWMGqqzUzJ51o9uGNVuhC1iaxrkY+YJHTTl0cA+PIP9Vf6n2yi5c
2yLw+M5mIQUwCIlA1AkH91iI2q1jsJNYiRsSPFSp/y/WCzSH0FY2EqRyso9nSZqUgMCir574S03Z
S4vmVjxJ7jajMSHUI4NQFXREV0nLvuKdVQ8pPWo9aHXKzZBZ/2bjGSJcc2Jmpji/vBlVpcXVOMBd
MoTw6qr2hsSf1pTI4rafCZHeKFPNM3PoIQSoNqRmDnl8b/5tdvXPBEheJYrm7DQMIaCbcnQEAp3H
v9mIMwGSAlHbEg2I5mUC/MdjLxa7358BJBeo6s/sNKK2kp5VUahqRoFlHI1SPAyx4otqBXO1cMUv
JEg7rZt9F8D4Mo6B8m1q/Sbb3X+UoFwNaCmC+v+rwjpYFZWu8pgew2B8UKzALccaWJ+VB2nhLAFo
CQYNWKD4J+fx9TZGIb0a0GMVPZsAqN7/UqD7AJ4ggupPZBuk5FtO22Ds9YIeh+SrvVfuZGCYY1KI
qgCWhjZygDzK70RUamUxdDhHCBcbH/H01221tKAAUUsCNM3M9cquzI/QYHkmKkU50g9KelfLUC5H
Jrdka2l1md1mnggAWniuoQBR8ye7GqVmZUKA3eaoxsJXB78ontT6NR63sZa6luGpCIjb5crzsXCE
0UEAbQRA6IjSf7m2TOiNqtSpYMch/FZT4puotMrurHKdZ3YhRHrKQ0MVSTgLKci+3GR3t3eYh0cK
C4V/lgYWEUkXToaqRCLB8FbavZhd85JGqt/2+QsgpSsu8zyUZLoD+wAoDyA24OeRQ3np0KQi7gJ2
FADvWuwvSr8E2YPxNdHWmrosbMx8nOeyAoLsnJwqUWnMGzwuMNz7advAj9IatGJr12CW13cfoTeN
InQMSn9QdEhaeFRQ8lL2OT8Vxu98S6pft2/P0vBgMZqTZpQhzyi9Il0ZWuMICvcTG9/syNXK/3J8
6fODSpRG02L80Hat9+rrvV9PQcmL0uz5++HbSPp9YGIUY8DC90l9aMimvfuJtQBsQTQSbxOqZeS1
Z3kAxJEVN6d+Z9HcZ83k3/v9n+YzrGig6RGIke6dok8BwtF5fUIXFxb5anB3RO9yfMn25GpIA5Nk
NdrCpy+5Exf1ioDrS4CVR9NehNMQfUalyKUpZadaKOyCV6eSVT95N7msn/vRmB+31+lax0PhzgoE
OMZZC0tiInSqUYs+a0/t8CM1DXdCn4kACf28XksIXd+HT9WOigPQsAGhNf9+5muypokGUnF+ivpt
zZyau7dnsjb+vKBn48dtr8QGx/hG6I2WE//+74aXLsRI7M7KhpafFORoycdE1mCSC98PQCFKnPAG
AvYnw+To0FZ1YKv8lBeR0zxoKMS4ewYzV+HMEjrfCDmXUYIEKBZTm52S/DsHJdCPu4cHmRUSGcgy
YIM/y/zO1l9Qe6J5VSWnzvZa7q85Lwv34WJ4af3jUIGFUmJ4LyMf9UPR/ZefL72kWd4agTJgfB3N
xn9WdrS5vTxL3z+TKwOlClgfgsOXx3OaNF0IJU1OWeSb01YL/FFfiQ9eR3OAKdOATZzRr/DzpBeh
Y7kdClT9AVJ2AiWIy8HUyRMUl9kWQDqFM6w1b1w4ssB1AgYNLQUeOtlvNfsSXMN2lJxUlLQW0UPT
n24v2rUANrNDzl0SgJu6ogAb2gAdEBVSnPr0gBpqfrcTczn8LP7syE5xmoAOCsOLZNyQcXJKjTux
eicFJWzASzGSZsKNb0s4/sWpdsrEE2sFPNcq/HJ46WaIIB3gaGD4zJwcNBJQ/Kn7Dizu3eoDUU5k
wOHLwFpGrvJysYDNQ5vkOBtPTVk5VhY7d/Z7mZdpzsGhahkRu2scUJlRi3T62J2oa3YotDvefZbm
TgZII8IkgPMt7UKrCMNGQchw0uLnMmduFBYrV3zhtM7GPhAVKj71CuKDbEMzTS2bTnH8GG4jdnds
/tOX+M/wkkEZJWMYhT2G1+m3Lj+t0RVcKyjYYWjijBoK0PFcEbo11VQrBCTFpwEkTI+lqqGyPmVg
KeO84XeSE870mDoQhHO5MpThVcmRmcEvymtDnGrt4S3Tdre3Wr4Rn6PDvAPfNqJqsG6ko6pNg0iq
WpzsfLL3PBqrL6gKb7e0VnvFydLg/5H2ZUty4ly3T0QE83AL5FRVrjKU5xvCdrkBiUFihqf/l6rP
ic5UEkmkv+iwbxytnULTHtZei9/pe8ClEY28IEFA/VvQL1wa7F1nQR9FPsbZt9rdpXwjUr2ez+Xw
0tuRAdlOSIPhjdnz8+6bbkLUcp9tFWfk/SvPQvpsFAR1WmrBzGAGzAXz1u72smyNL123CDhSr80x
fuWhTD0/tsVGVCFvYUwA0FqcPaCEodAmV0W1BNHvMI1DrPFPmhe6oMG6t6gkmZAzFSkY42mD9GOs
gceHB9mdmcH34XHPAnImjqHsBBJwUnJqlEPcqwe3evK2SqIrSyDaFlBUEIV8oC6ljao0Wt3l2RAj
AwnSF+JHdy8xEBQo75mQGkT1QnJB9DQvXIM2bSyE63I0tm/RdspZCHwglF0Enw5ONwBS0h7t8qHN
LcAbYoudlARKg37invDWUeXTX8xEkJvAXca7JMdfAO4WONFJF0PzLElDbcP1WFkICOH9N7x0Fqjj
zt7MMPxYfFXGH2bz+r/9fOm1o3M+VOOI8VX1u9bEJL49/MqNBPiBYMrEXkJzrOQtK7bVujOt+hji
4D84a/fOqPhK7+xL1mz4HSuH+sKU9OyVRokuSKvs45zvteGtKHZ1vyWYtTUdadvW1lDb4D7rYxC5
JyRUip3HfSXfONyyf/6+d//7aPLd4SRoQOUOZoKGUz+vFd8AG8ICEQCS/6PxU7epA7Z2WODoiYVC
18FV592MXtGlTxsSs9RJfmjuNIPelFHzlBXJ/DgRPj8U2lhsdftfYZ0xUSHJDNAcNCmuM2sKI8BH
MIfETUPNF62Z7QSvSeX4+pgMfpqaxB+7rN8nhc2fGL595ldKN0OrzrXHvdL0TecnBHxN1G3LfWM5
6cZD8Y7vOU9m4hfCYVWRbYZPCNC59GB7BS8LMMPTmHeMHxw0c+a+3Wn2A6tG8OTo5eJ3rtkA3Tn1
R+5C87HQtHSvOcl3gB3VP0Ox0ANkh5QPFWJ2UFGDn2SEnPaf28dsZe9f/EzputbQt5Nw9IzE7Zw9
92b1RzH1UB+c020zK5cRtIVwbYPiUwOERTJDSDd5s45rQo8cbcfvDRPxsSEqhLgUJXmAjeXEw5J3
lj01ehN3eyX55LGNu2jt16OsCbAPgP3X1dNM10putryJCxCDF6E13u/cIVmJFDs6g1Atd6W7rhwH
R+UDbWMzfyTHvvyLj38+vHS/JaS1aqPF8LP1ySq/8o2kwMrXQbEX/VbvAqxXLYtzmSugr1XbuDFC
l+xSZyNPuTG+XEXhkCTNswTjjzQ0E3/ccChWTsD5z3ekg1p1OatH6IXHZtueit7apV4XzItzd8Sg
wV1UQYgCwTsQeUiFOsKbuatVq4kr67jklr80cW41gUd+3T5p72ke6eJBNwEYEODfocVPLthURgIi
DK2rYvwaA+y+rhFolU0Dry70PRi1PZBCL2wHFULzMfOqJrSLacDd5BXkDTD05tXJpu9GMpf/LHNO
XkydjJ9qnuUHDVyqL5w4076F4lygplMJ2rTGgE7m7SmsrAjKGaIlXUSiKPFeupCjUppq6lZFPPTj
CYRj+pEX+RI2ifHtfkNoWkTpFAgYA0CuS0NmCbIvL2+LuGXV8BGAePXRoeocLRrbAvivvP9YdQAR
QVaA5lu5kGq4U5GXTKliOh17ekrZ05BHM9sI41aOikBFIF8muhWu2GmQzmfpWDpVzPInzd3Tra7b
tZU5H1+6SfigYHvXGJ/wSPc+cPLs0o3juDUFyVEyeA/GiBwmVO0wv9hbbBHXDgvaORA3gOsAPguY
pi+X3Ct7PetsY4pz09fN7yj9QfsxzX4tb7e31vU0RNsIGqDQm2SI9OKlnW7JS8ci0xjX5JjvaLNx
m6wMD9ATWsSBPjMEHf/l8K3Oc7c12yWe+n+yY3Mv3B6UncJlwUMKEDP2kvQgTYM1gNnIG+K2SH3j
a3U3sPFfA4jggNFEgubKHxgGuE1WMcZjC87St+LuBxUQdaThECHCV0LK7PLzNPOCwpwyI1uSJgE9
GKa1YeD6IMCA8HmBqELRwJB26ejQFNhMPsUWBf1uE7vqq9C5vnsPQbZUgGAgJYN3VXoyCjQ4EYfn
Vty56NEKm+7OyhwWAW+AaL4Esh/oaGmPLn2RoXGmtGPrqVW/uKzYUa/eWdrX29O4wl6824EkwTuY
RHg4l6uxJGbSZTx34iaLtd9ueVDMffPPML9BCh6UYBue98rRQI5X5AcQUl+HBmOVIYs5w1oP3k8n
rqu/WBZMBoVrVNLwyMoZiCX13Fqdqi4uNNv/4HHn/mXH+Ch7oIwD1IXsDQ6WnjUQ1uligIIDfecB
mXR7QcTlcOkhiCoaNpULcl6ozUunAyLzTo6+3i62sxGwwxcIsbX1o/tZ+cLosrtta2U1LmxJe6wq
lczrE9hSamSz8kDh94IosbuQCgf6CWBQxIQy+Ys5KaY9t0sXW+pz3xpHFwRKk6OBAaTf3z8XZK9B
MQOIsegHvNzHU1OUCGEapLZ+dvYhdQ5/MbwtUrwempCQKb8cPkXAqqSEihQBNKl2dnu3n47E3Nn4
0lLUWgYAVEL6uFoeFRIUzgYUbW1bwb1FywsigevMImOGYmgDHWJi/qnn7232xppfhfqjnP6xNrWH
ZHpc5PeR3rew8oK04Zob1BqUcQFncB97k+dX5k4lxzaa1crv1K92EXjFqSoe2C/OAzYH4Jgn5Sv6
XBG/od3x9rpddfHKP0XaF3Xteb2uGH08O8znyvOg/JjzH0R5psW+qnyri5fsRc8/3Ta78gThAIPm
ARBMuJWO5AKkBjOakma4hr61PwBHAGjgtoG19XSB5EU9HxlRVJwu9+PEVEMxibiHnG7H82PjNadh
aQKIpZZevq/d77ftrU7IEphuMBqI/o1Le6rL86LVvDZOoPjUKEk4sfnzcDd1hVgthBfIRoByQNyC
l2bGiVRcZwi/0IWvsIOyhYwV/798u6IHEp4ZPEwkOyTXwFzQ2q+kSROrzVOb2eE4f+zdJ5u9dLzb
uJDWvhhQbJ4timkCnnc5lYqZSZ/qOgL7DNzLCzQB/Gwe+W6hjrexGcRiS7OCmLlo6EWqBQ6nZMpK
rNrOp7GPR5Atfavo1O607GudjEYI9dn62+2tsPINBSoMbMOo0uJbStZA6Eoc0Pj1scKBN8z9Xnlw
9WO2gG3t7ogJ3w7b4b3LAs+hdIoy4mTmsIiMKfTZoAU7uFtstSsvoPteb0YdEpGHzIfQakleZrPT
xUmd4GGCVOlWl5DYUfLaAG6DfYANbV6nGklBplqpxrhLyz0o43yHTM/qQI7DDMprp/5gG5z7aqre
v/0QyoKyEkEIoOCqdJJ0NZ2XqVuGeEoM3+m/jWhFTGftfndIxCBIHQptW7wsl5u8mbpkMBhye/kX
7dfy8/ZGu14cQFrRB4prFE1WV/hm0TboMhQL42Ggj3CKHpHI2ngWrw/ppQnpWe/r1k1aXJggJhyD
pXaPruJ88Jat2r0s0YMHUaBzkctA1ymiThmP2PPJnA3wSMZF0tbH2Zwg0JskZuAs/bPj1SdT+5by
Nmz1dAfxhRRqxHT+meak+uWyBhK31B79CZwXBwh3pYI/BPqfdWWGfeWmIEA3t+BK188LKNmxnALy
iyKPjJZI9WI05yXN45xAV9psAlc7VMt8GtwJ1Po7DzDB22u9UjSARdySgvpMJOKkndQPvPDAFkli
WqhaYGrUr/UnP+yYFxKVjTsHejG+rnhGCH0AQHVS43fDzQlvOB12Y5f3G3fqiuOAHyRYmhwg2tDH
Kz0VS8tRREDPT0zI57lA5UTdcfpYJw/u+CGDzEGhqbuu+eXZWxWv6/sVrbC4LN5pDO2r5t5s0ceF
O5TGloW6CZu+ggWy87PRbXzaGVFltOHGt19ZbaS+kPyC1v2Ku6brjJWk0kjsUsOf28eF0SDzjkNm
heYEdem9qXxI2yk09IfCLv1K++Z54L20QtSS8jnQ75RlEacFsG8H9CGuoI2Ws6QUDKjqkgw0dui+
TY/pVpC4cuovxpfeFQ6yQE+lPY07Dqrtym977tNNktCV6+vCirSBGLU8ig5qGqe5tWP8p9ZttWhv
zMOUnLKpnO3UAkFuPLtBU58m/bBJD706CdCJCZcPj76cGk0NRGtlM9N4eCPu3tM2wp7VGZwNL92/
LZxNrwDdTYyYcABEEXxlW1wqsijDv7sJGDnMAUcZAdzlGzVadpHaiknjfH4YIc/dQVFueMLfjnms
ShrSKnD6yFy+QZ184xJZOcpgrhBtfbj0Ed9Jl1pl6ZPVuIzGuvdk0X2+QEwWrpL6Amj9xnu/ako8
wSIcQC5bMmXqA4oBJsdCsTBNwp5CDONIE7Ag313xMUDS9Z8h4YyeoSZ73eKVyWDI1CKXfWhPty+j
tQ0HLRBUiEE7hihS3tNQheN6V7yf/Z7ux40Nt/qZwOKNMo+gNZOvlmbs0LxoNTRWjKCwDsqz8VMh
PmRObs9ibV8j9kOSU0OKE/nsy48EyXbOChOPxzyFjoearY/W6tsmVmfyn4mrmlWtlfpg2yROqx1W
u9YjNw+GZFdsurBiRS9dWKz4mSUpRUiSORkz2yOxp0FLZF8M+znb9f2GK7a68GdWpKugYS13q8El
cZf74whJ+A0PY3UWCJMQUABhBW71yyWhqjsqEJ2ncbIEBjJQE5S5T1Yd316V1YUHJgZpFmBkgee/
tAIS3Br1RQurQkBDnn5xphO4qW7bWPtSINYS7NOAMMDUpQ34Rr0xW6yKHVQP8/2wBdRb+1Ln40tz
qBqQCC1aW8WL99kCVWWOpF0KeDT1lI01eQ+Cpa0F1j8kipCXEuq7kilWlkkOKdw6JkXW+s5ofi8y
9zN6HgOVATDd10eoAPvUyA4V6/yOm35rkF3r3NvPA48DfWA6vD1kXyGjJf2OvDCpaxMUtvRk1zhQ
jLj/PoAkL7gCkBSyEJZJ41M69ZxbZRnrBXtmSfKbet2pnPL7z5BoH3EQyYqKqRya62ULECdpYSb7
/dPaql6v7LuL0cW/n938+dI0aApryjjTP1In3kIgbw0vbWtjAlShQdos9pav3s4uPt8+NSsnE1kY
cGwJInIB2L389WPuLOnctSS2erganxTr071Nc2ITnVuQJrCga0RvubBg7kpzN369PQGxR+Szcj68
vIcGI887DjiXx4/ttOuGD7ZFwqbe0upbiQYAw0fXGbKKAD/K2aSmW1yLtoTEdvdEpuxUKSwcjSc3
1w9aGYNScOMSWLUH3n5R9TXQECgeurNt1Q4gnp+MnMS8hFbcbD449Ks+fVTsXcJO+rgVaa5tM5x0
6Nabgv5Vnh6ZaWlNSwZ0GtknPgrMt1dpbZuh6ghpOFHov3oAUk0dymko8PKXLKzcx7aKFv31to21
nYAHTMTJwrmQ4Wtty8wmQ5N/zJwuYE0aJMMnYDIDSpXwtqXr2Qh2OhRTRRuoQHBdrs1gNh7CGDxn
Om0OevW51zWw3f9z28j1ilwakTbAbDddNc3wZADCDArjk1lvpam2piEFfMmUKK05wUIxjP48QoIx
sGt29x1/OQ3JwbDbtrKrFD6f0RwzdlrqR3WLjHd1HijJq4LJG5V5yRPT5nQBeQSWw1H2y6L5Ixrj
Pf3bXyzHmRH9cs2n1GPIMsPISL7m2VuTbDSyrE8CcZE4glCDkb7TQkyLqxO+kwIxrabkaO1H+bHb
8vdWEjhYD/Sm/T87Mt4WcUoP0nC4rd03Ap1DGlb8MHV7dz86QfsVsilQXLn95VaK6ZcmpfWx9GHJ
0fZM4rxqfTJnwNifhvJJgQgLKpK1ti9AI0u7u6+DS6vSghkTdK3HCVYHwQoWsvnoFL55f4EVwBz0
FYKqDWrNV0J8c9M5aVcr+Jwj6PCTZy37ffvrrV0DEFeDhBbKWugLNy73nWI2dZ/lSoHQLIN4zsck
27jMVg1YyPMLvljgsKTVWZLRc03Cy1hhD4mnhG7VH25PQdxUl0+0iTsSTpIG4gzczpKFyZn1xcrs
Iu67sDCLwCVPrHtYSB54+f2TETlxV6RM4UDL+JOyBHDbZmMap1q9M7JHZ7E3JrPyuS4sSJPx0mUu
OgUW6ufG2DFnf/tbrQyP6pFQBjHxwlyVXhTCycwGNYur9lQHjN4dJEHNCiyS6HYRdHxykFSZS66p
WcFiPv4sQGb36/avX7nELoaXHsakM1jWMgxP8yDB8Sa2EFbaeFHEIJfbCSB6pELAQWMLhjnpYURi
fkggCVW/qmZYVyyEgENokWOn3x02XNqRnkdzoqxUethxmteR4YF8u/2xrpcaCTCUJT34lMAyyVVd
zy4LQPto/tr9tu1HoEFuD7/ymbBRgffBYRBkFdJG7YkzqgPaggDnc7/b6rwnH5WsOaCw9v22oetF
R0IX8TZoPbFjIUl6eUOlnLpzXvZJ3Cofq36fLnt7K1Bc+VQQSUKsCNgd7lt5LnpteBMD1OQ1nXbs
V73VSrg1vPRUmJXJa93D8Ar/6v5i3Qa86/r+Q1EOwC7U1oVCjgz1r5q20hu9LV6hWWUYr1n5zSte
7TxM7r88QNqCSFrALHE2TGkeFlDzzmh15StkzHzLVnzH2d1e65UvBcomhIt4MFAHsqQDPphGbvem
W71CZFrxJ+g8/W/jS2ebeYOpFCypXk0IL4/HatxYiq3fL51pdBWMKPng9+vTkU77LUW/laMABAWe
HQPd1CC5kpw4rnEVL2ldvBL3J1ca3yIAsedbsgkrkzi3IieD22qqmlJjxavi+fVv++vdS3AxunRv
ULN169KuildQVizTrjXvfoLAywWuJEGGh6SfLF088BHr6+XF64J+VxLOW5Qqq2twNr60xIaWdLSw
suLVgaDagIAgKLcKGFsmpGWeFgWlVY8Ur7q597Iwdw/altTZyu19/pVkZBEZiql2AHZ9pa4zvM3E
NGKTQxnDalmyg4u1HG+vuvgq0qMK0jQwrKAhDuIUsps5gVFCWdCw9WpNk4+0Q5hOh9r601rUr4xv
zXIviyugRmDxBy4RxuA2y48G1ZOSJHAVXhvlZ96O2zQW14fk0oD497P8Sd9nhaEzjm3WRDY/8XF/
+4NtjS/2yNn4ljWl9TzhqCfLcalOm9DK6z12+fulm7ZOCV96Dx8oLUNmhIP3XPTh3VNAu7BYCNR8
cOtJ29jJ0rqEkrgd680zO9pbjefXzx64Wv8bXvbFF8Yas6KKFdcNe3ZN5Y/nkAdwOoVIORzcgWzM
5vrEIEYCUQZo0hGH4/69XJCCF/2k9ckcF2H2i2X7oQpmb8OGGOPylICOA345entRwYIo9aUNi4iQ
o7CHuKojQ02b05Q3z+CM/YMuvH/41Dz0Zpc9eNnr7YW6mhq6fUA2CGwZlgo0I9LUMm1Q5iXT+1jt
iF+bvtVkvup8SYe3v7ADfCGyD0LQT55eY/ST4qro+M3R6dsOYclDZrKtdvirnY1ZgCdYF84c2Djl
GCSZeoeXpO5jWkHfPcyc0GD3Hk6YEA3Ygh5HwFWkNwDdj32mgcY5poq7BHkfzpk33+uqCBsoj3hQ
JDRBsCCVZMngFpBOMgFmTQ5ld/xyeynETrrYaegPBSgKjTgAeV3TKUMSnhFlLucY3cjDPuW7/2l4
Q/rxyjAMbbFg+NF90g49udfNuvz1cvsEqRLDbgYM3yn7dGeZ9y+v4LTAZxFMzViHy2NYFAz4fFuf
4+FJq49Derr9cVY26MXwkgdU6HYyJA6GB0W+634wyYf87u5fAekVtDiAQKLX6l0Z+uz1sJUcjYo1
V+O8TfzyYfa2EN4rc4ABYMdwmnEQ5Hx+V086G+dMRe9m4qeK4U8lD4ZxKxZf2abQUcRlC0gl1OVl
t8HyECDjPKtxaYdsCt2txpK1aZyPL12406B6LJswfqu+lPnHqt4v+Ybn807vIR01aOnBBcFx8xDX
iNv3bC3AMe2iWddYYpr2y0lRGdvrrV6ESTukGe7aNspa92C6/Te9UMY3ri+k8utR5dSnVNfiXMmr
wDSpZu5Ab5mhe96lvte25ESytAiAA62eszbL3xCVeZNPTXVU9jrIJMPeGe0Hd3GG/ZDp1QG5K+gx
zHXxA43hxUtejWwCOnrpnp3Ja31NcdKAuqMVU0Nvu4fSYpDF4WFnzNwKbHV0y9CpIKCdtOq8I3Oq
RIgFjX1faNnBsuoiZOqYZb4BeM8e4rzpL33KxiiZrB9KO0y+BTChT9ShX3asdQBc1tNA1abiuHjN
QnxDJ9oTejUVv2uWjgWNYjpfszqD7HeWZ48NJV3QZEUbsXpe3lLTGB7rDP3PtFz6wM21LHCVVt03
ILkMgCvlr6VL0qAp6tZ3S22A7LfZ+h3aVX6rowPOjNo248lgy+iDfycJ5rm2X6D2oP2mLoTSA1bM
PMLdr6aAkliD5StJ4n0cyUT23El/dWbiboGWrzcjHn30bSDrhA0PZ/lyozRLYXZsyM3YMMHNAGG8
fJfYv2/fPdcH6tKGvOHHnjcNgDKxlofec8bvvjkxvEiiIIgHf6ncp+wazKjryTFie1Ie2qAGdvMv
fj86CUQjN8S65ItNMeum6lIsXQrHwdXjnmzMQJzGy9OKGZwZkE7rgOapVJssM16sP6DV8RvIyXOK
HpqtVMeqIeTm0AKNcOgKpTaY0BsoEm7G1H0dp4ORQNb6m6tvifusbSpI0AIWI67RK3CCPRT6OCK+
Q9df62fNAwGIljSfb6/KlSsueE6EIAcaDOF2yYg7TiEr0TSTES+TES5O6dfTMzdPWv+Z0D+3Ta1t
YMAiAZgFRhUVZeltbmt17NR+1GKDf5qUj8Ph9vDvxQJ5/SEjA88O+Ws4/GKqZ7d1oU+5piWDFvfF
5HvzP5SPB9RIgow+eO6b3j4Q/jSqaaC0zo6xx6n7jPYPn9vNbqlirXoeu+eK/zYWKPJuOD1rK/nf
LwPB+eUvW9reNVIPM8/JR774M1CNQ3R79msfVzSJovEVzy24ki5NFPZESjI2OjrNj+r8uHy8Pfx7
jCR/XLgLOGC2jV5LGXSgqr2q40nDnjfUwKldv9KLYAJvGDkWRRvocxFy5YPjgmYtDYdxXzB3r+V/
EjA0pPWPujrqzVHZcseuJ60L7BFkGVHWv+6scezFtVsEY5FKmsCnm/rl1wf9cnzpymXakJOWYPyZ
/zMazs7Uu91cnNxuuDtiuDQkrx5PDJONMGTgaQJxMc0X//YCrk4F3wkQO8ATrkAjmahfp+hBjEyz
/ggmo9eOsdPIux/NdHddHx4s+nZE06eBcFHeKkDHp1ylyQJg4i4fT6nh83IDU3t9oGACWSnMBwyV
rlwgyawqMzW+LKgbH+CLDPSY93d/MOSf0H4i9AgQYMsXY4rOWWZQawE4yQ60Zk+VZ0uPqule8Rp4
DRd2pFerSex6odReYg3kJW/Lllrw9RER0iUGaJHAVASQohSx5DUBCkpp0DrOg6UI0Y1we19tjS8V
FvjkdvDDWyem5c6yQKFSmBtn470T+fLqEZcOiguC/k3gOC6vtqnL9IzaJIknbUl/tjRJotJ1fhbo
Uv1aDlBCo0atozsekBu/7JVlL3rgfI/oj0lWnQZdDQau/GksqGjN7qe7pg+eAaDkgZhAvgK5JVyM
l7+NOMNUGE5bRNbcP/0pW20D+yEdWzE+VLmQCwUhGeBlMlOm1blwyS2zjFKz9vPlh0Y/5OPDYG6B
P6QD9W4Hf2E2wMLjmpe+MRmXvkm6vIqKGW8nfWKNG/Z39mz/awQOExQE8b0A8b/8WJlmJKPKmjIq
s1Py6sz3dT++Dw8Ce0BY0NGOsE1ywuvZWlqNK0XkpJ9HIPnh0e7uXm3wG8Njws2GiqOMxPEYU3Ml
q6oo54HVf7Hn+H8aX0bgsDKfy2TA+FAv83bunQCFfz/Qfz9fxnOkHk0sdcbwzqOBgGorzSq5ku/D
A82IcBlxOVqSJS+nnYu0ySgrosXug5b1J8N4UWnUWPlJVaaNW0G6d66MSQfPHQurBMFHEc3ao1sh
BH29vRRrB0/43C52lIjopPFNWk42RLmKqIN0J239ntR+qYVbko4r5w4PrxB1wCMgdDUuj8SAxrjS
mUsciSUNDa16MRvrmEz6BjnKuhkwu4ABVIiYSUvjEpwLy8zLKDP6iOqlP476EeI0+9sfTUqCi0VB
UARANb4Zmofk0k3qLW0pkt/RDHFk3et3NgStTO1DtrzYBByFABMmd2rF/mtTiEvgicD05Aw4MSvs
Oa1uouyjUla7pq7vP/QCYAVeSCwSWjylnVA6BITwdc0jg72oyLBXGztt5dgAOwyPGo4MDo2cEc1r
z6C001lk6WEZx9OXZgq3UBIruxlIEqQoUC3A7eVJc+BmrxWkSFjkFfPrwHaCC23sFZAWb2mzrZxL
WELbBnY1/pYzIU6lmZwgwxhNJQt6/Lkvznlf7neyfvCW4G2U8R5ziyWq4O5Hc1YEczjNW59qbQJC
bwAZWGhQXZFRqQpueGvKmugDRQatwJ/bZ2RtfLznNkAfSIQgaXR54gut9pyxbPCB0NnWd9ne0DaS
1GuLfW5BemY7h2uNmw4sWtLCTx09zLR0pwy/ELTdPxVP5HIgvCK4IaQHN4M8RjNPJo/Snzw7eneW
at6XGsD6d5IXdO/IUbOjDKk62zaP2vrLzAPd2ep0XFuKcwPSqSAjZX1mwIBZHjT1kNyHEhO/H2Sp
4NhESQtpDznRbva8NG2usKjNm3+Mtv9U69X9Lg8q+nCPQR+LTk0Z3+wWDM3PkOGIjD5gjj9t8V+v
bKWL8aWt1Gpqn3UFxh+z9kSV8TNBCtxO8mOhlxtvx8piXJiSNpMxtXOiQbU8gnyyiszu59t7deUF
vBhemD9LDtX9oteNgkPhIA/h+gn7gB752yZWZwCENiB1QotIXm8lb8qsS706Mm2QY5iLHSjgrA5u
G1ldEbC9gEoL2skIgi/nUTq9UttJjRUxQY3Stj9a09z3XYnejzuDbLF/0fqD3ihcte/cBpem2pJW
BIq3VTSb4PPtjhAtTLNyYz4r6wIFCzCPwTFBu7QtncGi9Iqmz+sqos2fkv1IxueEfb39ycQQZ/Hj
+zzOTUifDNJQBezDBMt/2kZ+KryDm3jB5O1KPd332RZSbdWeDocBlG2ossnUV1kJ5kodlZ9oUAq/
g2K62Za+Ug5hM7yw7LdCNu77lX2HajASO7iLkY2We2dnc1YMe8hwciy/YG3ozH/hAqEAhsQ9oNNI
SMteqpK4o21kvI6sZJ8qf0bn/mvsYnzpmiHMpOhoqXFywKegT3/oFvJr7ROZgOIjfyBARZ7YhWen
v++IXveqQiJ0gDb4SlsvydouBuYRRGc4LaA+llLbOYUGSNUuJKIeeotOirLjxvH2Lt4yIfkNTZpU
qpdOJBrBieT2Y6T1/CXnW7xta2bgnYAvF/gF5AOkSCFndq46dU9F3OMV+7E7lFsJnS0T0pHPek+f
PNT/omJY2MGt2/ZAdZLsaGuo4f0f7Xw20tHnSUGsic80wrp9dMbs2Z5OoPi5bWTlSgY1sQotE9DU
gv1E/PvZ5uKD6y3NgEi3rXbEOC62rzZB8uu2kbUdfG5EWhc2IUJJPZ1Gs+29LUo7+4k2Hu63AZcF
1T+RnIHfdTkRfVq0ytIgAq5bPoRsyq0KzcocRIlJA/AGIcgVvlObnMzOdZdFhD4tIA7eyJWt7KuL
4aV9ZascQCjbxvAtPTnQ9dR2EOG8/7K9MCLtKM0uhwkFKBZV5d7F+dg45RufSAZ3Ir008oI4LLKr
gNY+ejpvL/HKXgXFLp4LkdZQwX4mLXHSMZrV8FF4NeTPU6v/UfIk/9jRVD2ZxrhsRGvik0tPL3wI
nAxQagmhGWlH1e08TAZSlxEADNqHpXOyQKeD55dz7wQaop8wobn7ozBy/U6uF/HqwzTaJ6CJjPyK
3FrUKGhl85KcRUr7TZm60KnjLtlqYFtbrnMj0sM1NRmQChpBXA1SwRp0Sxve0db40vfLlKUZXQuT
sA0SWkNMm63m5bVDgy8kpGMFGk4u1uRlOZRl6tZIQPnzd9b6dOPiWjfgCO9O8LrIQaJjAI5RDksd
9YP9ZIEk3O1q0HVtZVFWdxq4i/+/GfElzy5hOgBWCNaAOkJY7w/DYbH1YJp6f06fTe17nn2/fY5W
F0YkCERSHv9JC1/BD4PkF2Y15l0A/l5fb19vW1id0JkFaemT2lJ526p1pFXuEQxrgWa/tCkLJuej
6RI/3+KQWl0nwejnqejFhqd3+QHb1CKparMa3dfk6OjLP+BeRMkoUTYuUHHDXF0JZ3YkPyafeM3Q
aVpHjl7PfgFKlp3WIryvpt7wB6dT4nIZyw3syfrkRKchrjwg66RrDwTgfEht7I4RMqH80CcPab/h
w26ZEOt5tgFzXmtM6WDCyxXffkg/EfZXZxWlSICY0QGAw3RpwprswegapY6IFVfDHw+S32x3e9et
rs6ZCcmXYeWCxjaGWKKul4BaUQ4OLtt+y+ib9hflAsAP0SgkdAyhTy3NpkpszSyapIr6zAv0uviQ
lHUIWqrWLxbzq1ZaW8mMtRWCk46cIYS88ABKO8+oFBWSj04V6bW2y7N8R+rMb+mW8PeWGelqmHBl
axnEiyJFfyP16Bv8t7WVz19bpvOpSJdDudQzb9CsFCna5Lc6C60iygfuQ2d5h1Ly7T2x5jOcG5Ou
ViVdyjotMCEPa2M2X6x5CAe9RsZh4witXapg/AS9mQtqZ1fObah6if4yNa0jvbIeFSN9MrJsw8Ta
4gAmD3iQAFZdp6dTeyYpBBkQqNW+Mb8sypfe29/+XmvTOLchfa9GG5XEGKwqKqeQNX56JznDu2dz
Pr50cKzZRs1Dw/jIMfjt0obeMPibzVhrq45iuwBSI69w1V0+gKiLg1+ijDTQ5CnmS9Ox0Ch/11v8
H6tfCwA3hBtC912+Btokz8ExRMsoUaAhc0ruBL78+7XQsGCLCpu4Ny8vTaMcW6ii2GWkLoeuYH6f
gTyhOLzdXvO11xpEBSh/oeolGPsvrZig6Z8chgyGslRBxo798sPgD0M2hA70tc12y/GUFbnep4Vt
jAYDodiJpvZLg7XhFECDFnU0EWt5dBRrCYgCzSJ10pQDcbl5tIfhc6Lyesd0a96lhk12w9irPipk
va9xew5mw2h8PVfqINe9+iFB63l4+7OsHTcg8dCZKxIKV3T2zmADwdh5uHKrL1SHepv9Te//4m0/
tyHdt3bPVEVTlSpS9UjhL42FsGmrFLG6vGfzkL724s1VWnq4mVqPPTj6CCax5XOtGw+csBAweO6b
iGn/t28nXSOlpg/F6OLbNd9K57kpw4H/jQWB1AIvuuugv+pyD5mQ2HY0jmBwqcuAD6ds+FXNg/8X
0zgzIk1jKoFin+ekjoaKBaaCzk6r8Vvy6S+swLtDkdNDMUSuAjvK/5H2ZT1y4zC3v8iAZXl9tV1L
7+2ku9PJi5HMJLblfV9+/T3KfPdLlUq3hM5FMJiHBsyiRFEUeXhIJrzMbWxQfZfO22Ez8L7Ek+a6
FNm1i+CLIyyRskaO/3zBWNPScV4dxHhTHW7ZS1wfSq/z1/YlLf69Loovixgmn4oSAjFm4NTbyPVH
y/I2T49U8XnZwYRrB7iNDw8CHOdcE6eyCiePaY00X3GfuMaezMmNlroK2KhUCxdUqIhWMQdChG45
cYuE4rThbJoN+tN07Vlz3R/XV0qiCp9ChfE+HMl8gXDr6qSKNerkUT78U7BdS/a5o1gtntQRNoOX
WxwkxwBohHs/Xy2vZhqGN2h5ZDe/5vg42F4AToBgrm6yJg2J99SuiqMpuX3PJAqviTzHGy3H3mD7
0RdCH1r0m5SoKIGtQWHTsuUDmwWf/oJ+oAsnkGYY8p3lmMc4gBkALRJd1vqlqwi7pOqYwNPw0Bst
fsLBoWWZbg5aQCIjebfK5pDbR9YPmMqsqsFJteEE6BSckoAHcIM8eYWNHfJa9QhjMLUvgAf7xH0f
2m8fNzikGdCqCNY33gFwLiMx7CbZ0L8TVYa/aSFNn/T553URsvXi73DeoMVHMwki7BoTsdzOLJDN
sAI3H3x024R6juhlVZweW3JE0WiGzA+QOyafOXOujcYGjMEYuyLyzKx/bu3xW1vGVR1YFIByPy61
57iKn7Ii22sRS8y9Vlh7TH81gjhttOOwkfLdIXq+8wZgV9uG2Xg2btV7Ga/Zcd6M/FeBytHe2zBh
Lbc7ejtNyXpwN63bWY2FYpVmDEe0ti5RjLl1fjejoSLHpI4QhjRFXcHmh2nWsrDTZ+PfGvw6d3ZD
MH5n66n3j96M5hIYlTuGdByNcNva+ddgAgxOm3X+2W169pqUFvsnwViTYx1n5NaqSxAZjcV0AA3O
K5sqMM0mW3LMNHs76HVq7gdbx+QELd3wKJ1qECuZ+bHIs+rnSKtsp9ms9RPbzvdo/dQOf7HtOIfo
wAGUFGx453vRMzMvsnTAWWwPuuY/LprfMIUM6X67KFQhz49EvCH4snorHNoWkFE2/e5Rr7rdR3UA
8TV0R6EQLRgw33MdgNfQKrPHCYzX+udmEXC+F1/mlNyXhqoF8FIVV0f2lZdacY9RV3CSVo1Rj1OT
Q9QhHlF0U2SqfjNcnrt9fJ+CyxdtD+ioELejrsnWFgS1sBIVar9PewQv7YYKIriJt3m4TerlzjCA
2VuqQxqvPlBWD0W+HQxav+tMVXm49An81yB7jxQWoG7iSAQ9rzq9BMg5QnElWjJ21Ce8x626P7qW
isz/Mt49lyWEB9ZSx9TKaB6NW7evyRDa202+DfsGw+E694Gp3LZ0J5GYAUQDxLYX+bl57BwTcTxW
eor3TULuJ0MFfuV2fb6Z/IIDQTZA/TB/EbsLwErVezkvoK0vbAqGxK9yprhLpWogwYQTwGkmxTo5
yTtvcJFsjHIdbin52QP/dv10SSWA7Yizs2OtxBzWlGJ87DBTFm17z77tVBBqmY2he4jABWFmIqrl
54c30ToDw71RZC7T8akovB1hAFJnDnsBBlIRG0ploRAFuDnmxcNdnMua0RaRe23Motja5rttwvu0
czA0YXKWKky9tlHUovj3zg0Ak3GRY8BjB6y2wDKcy8unNfa8meH8GIfcBSAOmbL9x3cHFBA8W4I3
yAUC2h5bm9VODRFL4uwBvWt2oxF/kJIdT38ogngTKEXA7vCuPlekLoiZZ2OF+nll7PTyzWp/uNue
oDSU2KrulMtTA1kOZ3VCow0vE53L6ofOHqwhzZFyLqcXG2nHwMJjGKUuGscHxnTnxxanlsLzSrfq
RKrgfjwEIAQsMLgH0+XII4nApiMJdJfWihMrlYRR22gjA5/2RRI6KdYc1L1JHln112oBB+X8ybA/
1qzE9wvmBl5gE/sFExQMb15cunapl0UZnlnbFHqVEZqqxL3EMZwJ4X8/CXwTjtBhDELK76bbhgx5
ieu2LVkp+ANwc7iEww3FEF5fax3kCi2LmhmN5ZhL16zFg5GMioePTA8HxUjOdGhhkIwQjqJ7Yeyz
woAeb0b/qmWfr2sh/TxImjFcApApzPc9XybXmAYE1/h8rOWBfTRy1agUcXrG791GAw1HrYJt7SL+
Wday3wx9ySKgpNd7NCl9xvyEct8hDg3aFmG8s9Q/Os2yHuxpnnZVPVS3bl3Y983EMMTnL9TFZBwg
eUzOMyeYXqWtrTsvZhYthhZOy/SQzvHrdRGSUAFIDlQMeZbvsoyzzh1pVw2GV9A3207DQjcPaX/f
Mi8kqQGCIsUOyuwQD3HgEtFtirK1oFLa2MVUOSWLWNx9Kq3u0cM0P1Csvl9XS3I7EeQtEEuhECEp
FsXLOg4NzSKwEhyTSf+W1vGNty1RNppfr4uSaoTWPPCHI5C9YEl0+6yy6szNImDNHR1AhcePknH8
Z5QnIgTv0PKYX2+wSdNM6pDjBQObFSrblx6uEylc0RMf1C1doietA0eXHw36aH0cHIOL6OT7fM9O
vl8OU4f5Y/g++tRDqi/PVp0oghKZCth1YAUBGkGjhOB+eotOMd6/cD/VruxCpohBJNcp2P+QbOEt
UryF9VyDhPbwr6aLNNhwNOw7w/3sZV/05c6hH49E4OQ4jxqihMt8KHKYbFiGPI2mTcPAC29HqYrE
S7ZUiKhRiIYqlzkdq80Hjz9Xo/Sl9vzsx/VDofq6sNeFt2Z2kuHr3hDU1T2wXNe//7vPQggHsUJ/
fr7wDsb4lLWwev7zSRvWpRfkPQk0tu7qYnmyU21FL+nyc52Gh8RcXptGlbaUXRRAJmFAASCjBD1T
gi3A5xfDOrZJlOTGkzU9N8OPShvfMEku94esCBi1DtVAdpSwvZ2Qzzn5i/N6+gtEQobF0kFiUeEX
9Lb5rNfx65R5N9eXWeLbAItE+YdD/sAxIWwj6D7aGawESaR794v2UKJvx1OcKbkIzGUmyPnBXXNL
OvEKqWu3TkHtJMqsfV/ebvRWi1XGwgNOwViA48brAekAEFaLjZl2ZuUjRh0nEXh6qq+GA+LwZSUT
OgkG7R6cacnBtJArqp1YC2YP6am0NT3fAdHOTU47VYpFqjGCyt+oOp71Ptd4bmqj0xcrjQbyXJTv
VvszqRUJW5GZnd8YmJWAVDeYv9G9IuLC6lKfEBlXWQR/+y9qiv+kiRnkw8+hHfcAQd6NVfdKc2P0
0yH+4MSJ/2TzmIU39OFaFI7m4KYsp7mbRu6UBcuXTTnkWLqAJwKEKFDr1s1cYyeNmu2e5PdZg6rh
h5t/sH7oH3MAaLAuKx+jPsdE7xsEmluLcYvEL9uX60dL4iEhARNHdAiAJCEQcvOxGnptyqKEzTF6
4Bfdr4tSBZpRSRFO1wB60aqZIYVNhm8CYjK2hiJIlUSQUATUgkhKoqItvme9xkVLXFdmSHa3mDKV
rYj62TZ1d9uW5se1IeuTpydGSB0Mhr6+htz9XJxrtNfzpx/e7GLZvjU35s0mgnWtHW/tZbgt3O3F
mKfXZDUVBiG1uRNRgs3FC+CoVQ9RwLjF/jSmzaNRb3Pg6kzF8CbdM5TbwPGGbvULQPpm1VRjFaJ+
ZzxUn/Ph+PFFA9UVJjM5CGGAGj13P3GWJ403blm00kMBuiCX3pNiDNreVgQxst05FcS98olnp/oG
+h4XgrriNR7NO63/hDYR9O+o0BSyBeM8HEhaO2gjFt17vLCBVbWWRnFx6IzjqkAoSD+P5AlyDIC9
XwwIWpMCTGcNPt97j/Nr3P7FBQjwLiAWSIGjciBYFspHDcFogDQaLQLKsy1pXpfEmu/tDr1H17de
GrSAjgqjdHBUkQcQnE6zNj1rFiON1l4bgrgCdG/J8+7RiYel8SkjPhjfDgsozJGimkC+3yQYVaDb
P+k8qoYEy04UpxtH+IT+74s8GLrTJovEbhLZi3tHiswvpjhMi8N1laVGCEYpEEvxDI4YpqVlU6Xb
VKWRXg//uKw+rJv3M29R+hp6Re5DqpALXCdmUIMFWaQ/rXWoObssjUjuYUZvuzZPI4ZH3s7trGK3
kflcnuXF/Q7Hi8T7+dFaQc7Yrhn2MbXH5akvgGKx2mert1fQOxPjoUtaM6RduyqYsKQGhN5qTN1E
gZZXic4Fe1pmgwl9SYFbqp6b1AsL9GMNxeqvTRMOKAgWzlQETo+JQ7ExhDPqD/FKP46kBQGJieGJ
yJnpyGcJsTdLa7fZmqLEk7tBeT31k6+tigBTZjgnMsSesCbunNhwIWMZD/U8gXW/8e31hs4f71iH
Mog2OIIOdBViZcNAMxjJQccV6fnRwYjs8vPHTwCavIE4AScvUPwCMhxJXrR526yMinQ69O07CpQ+
Gd6M4S9uSN5gCPJWjBnD1Ihz00iMXFuneC0jmm5+jCIs0M0a4DUf14YPzcZ7AU9j8OqdS7FoUoEI
ZSqjbt1vRpC5NwNQrSpaJNnmn0oRwiaMsO8qSucymrvV76wuLJbvDAyblfbvX6iDbAVQs5z2Vnz9
TLpZVWWiFxGjodMFg+fH9fd1WBSrJnNNyFnwlxxyVBeJixhYhM5uwXM0knH0va58rOnwbbRyxbtD
JgcyQCiAFCoeToJfYtmCeR7OCGwFBnf5NU1an3r1YSv71+vrJnVEp5IEawNwYeo8cJhGhLb7asnB
b+rez5ibgBEBN1lmh3aiY0SA+3mzLb8psldMWVMcLFlcwBOMOFooGF5wLyY964lWbCAscodvaPJ/
rlMVFvl3hleMcFFyAAkvwFEArgnBGmmspVqzqoy81nox2y3MtyycW6iX1wEuGyDHQa7qzMs9BSAn
X7zbsmY3aAwLr6+3dGMR3aMoCgz/ZbaDbUbpoUM+qo12CHutDbfRTcMeaNy/EGShaM+RbYhRBG+V
l3mWjSO81bzk7KWysmSP5tyk9OPRjRWyhFMONwXsAcpjgNAhAw5eq3NfMoJmPM7G2o7maX60h+TQ
d7hLeq8IDCNRGKywgBeyjHNZgLkNXlFA1qh9QTLPn5O7dviYQf6WgaIi523hgzPFACT35tmMs9iK
WmfyvQGwI8WCyZTw8CpBLRERK4oG50pUKSuLDcyqUWouvg4+0yaed6CJvG4Cwrn6Tw0gs0z9Nw+Y
GGNo2rJuOcAvkdelgY4mSlXiTKoG55+xCVplL25Em5l9bA0b1BiLXT/pYc76l1HJcSXmKP9HkT9y
BPtyjMnFcGEdbThuHKA1B3c78oHt5zEDGcNumsZg1QFMKd+p+/bhJXR4xyacEuLri8ZNj7DUAqRW
j9oEHOG+R/bXvy9ZwbPv8y08edqlybDY7YLva2NAvdDMg+zLdQmSs3kmgf+CEwkOMI1ZAiwXbuA9
cb9mGMn8DyMfe9nxDQJjHoj+eY8pfIGwQRPIG3WEX3rkOE8FcIB/sUroJkBIx1uygAo710FL7DYd
6aRHHm0B0N6x2PWZajKR8BT4T4cTIUIsHM9oW9NBzBdlWwWq7B/FWgeO/UzaPcuOfavYFtnGn6gk
BpNd50xErxdsS9Y+OZX93Z3bW7dLd9d3n8cJJ9eeqJTIm7h2gOfMK5TapjsaH7L+k549GF6K2Zmq
OF8qilNSIYnEgSyCDWyGRhI65Hpk57/W8gvuuXBepkOWfKqa4nhdLZlR8xQZH8duwer430+Mekqt
vl/TSo8Acgkr/XvMCXhx45DvfyMHvLqYGIZmFjGl4JRu1ej2oEdFciBOFtRsl5qfKfv3uhipMXD6
3v8RI5jeaq7GaAy9Ho1JGpRa1vuVpfkzSRTqyOTwQZOoxyP/4oqoYJxcZidtRhBoHZFIbDbfe/m4
JqcS+C842Rgrjk0CJn8SDQ4mzFbHPg6bVaGF5FoDR9wfLYTNrypvq8oNMnITpYWwVNFzSlcJaTDg
pjHrAHnlcx0SpJAWEhck2szvZnGPKMabFPYrVQEcGZyLFizz4vSVMplrb0orEjXF5E9HF6Hn9X1Q
CRAsCtRwuVUOPYlm68u4H3oF9NvgayD6FfOPAr//frLPZmF3rTG22Oe+umsp8YcR/MPUmd+ddjra
bhvYW3WIl+FLOToh09IQ4dBORwWjsfNdbg6Zn1dekLIlTClwNH0WFnmjyCNJFwFk4IAJolp+0Ue5
zlvWWY1HoinduUmIKeF/sch/vi/68KTa2jXObRJl5MCyG2XmRPr7kRrCcHNkGDGnRDBEjRbJFBv4
/farO7y8Xv/1Mh+KxxaPcjlDtQhksjdwIHZVYvBL9WZbvGC1D+Oc7uZ5Cq9Lkt2sJnqRUGUGZhdJ
vXM9jBFwgqTX4a1XduN45Q70Kjer6QYz0cBMsLTfge5T7I1UuxOZwm1klYCTrDlkUmL7mnezVXcG
bX2n+3ldN6mzOJFjnOvGYrtci3bTo7V60/RHy/qWJKp2K5UuwmthIv0AQ4MMcM8/oPHqYSQYidNg
4kqsmg4svpN/Bwyne8Vt8uRgl/noxOu06hGgW2FlPdX5vdPuMtsL3bXZbXUDcGUXVt17vbw1OuIi
xdNLpquFLAAAdkhpowP6XP6gVxv6JCjW0wLw4MnLfd31JxX4X2aRqAghWEHSF/8TpJh1b2EmDbSc
04ecoaf3QZte+vQF+aqd3itCPbFH9feankoTzjFrabwsM6SBIubW2rxdtnpP4IsMEMPsiN7ctNZ0
rLMmdLsO4M7t27IU4dAmRx2NqGO5fU06NxhaVdujWNsWf5foxNcmGVLK99oBxY7n/aTxTe6A43/0
9eKYAhKoE7ZTwnalO/xn7cU4MXWNLItbnEzDXMMmNd/sWQubrN8lTEVBoBIlHM4B415tNCLo0bDu
q/m5mcO6PVJN4Wqkl+HJ/hrC+ZyrdWupi+cJwJQPjCz72C78pqzvSReDeIX4IBXBKIP1k1UV+6Go
nvvFvl3bfN+zcs+S7thh0DdL85CCqJSxpQvaMjle91OyNzS6soG7BfEUL5TztTo52HPWeD3zuMkX
t3V9dGxtT8ybsbtfO+ZXZXyftog9q9ZfkJ69Llt2j52K5i+HE9Go0Gc2zF+Pun6X3zJtd/3z0sOM
fnMkANBvhaT5+edtTGvS8ByAyyp+eQjSy3L0M4Z5XsM3unxPU9VkOIk8dInhSuIj29FgJ6xknk9e
r3kMD0VwtdV7/VezHFa6t8hLohqhyT2DEGbhMQU+U4BAdCgn+Km0yHXPTkusnL3+6tzNZ3bnV272
yY31zDcmwP8ytl80FYG15FaDXKiHdz0HI4hL2sxpF5epHk3JwUZuNA3oBwmSufM5EyGcTSSTJms0
oZo2VwFpv2Au5cfN7kyCcCwzferAp4B9cuzV9/Tcr2tVU7fEss9ECLdlUWkgEF8hIs4/9/1t9uEZ
sHyRgPWGVeMAOSIntpEkSVGyAm9qZoTTtsNEvPD64ZHtNLLQSBSjOZmz554fnmGy0jH36BZVrfkt
n4tQm/SflXI+p1QMwXOdN1GAdEbYC9albChzZ4s079azDy3637dZlfKWuHs02P8RIuyGVsELg8xx
A1ar8bUaROuZv5D7PNv9xZqdyBHWrKjminm5CWXMXdoHXnkAkc51EZJkCpLPKMmCdFbnU6/Ot2VB
UroeTG+LEnKzLrcIuaa32fpYQ8bvIwgvxmkO+bg2sciUdoOdOpO+YXbAoesOXXUAq/F1PWTxJDrS
eSsbiqY2CDXPFWE67XEdrWvEDOMY64mf5ePTiFl9E3N2U51/RgvEoezHXwPt7xxmBlNXBgNVbZnk
oOJnABqJvBRBdkpYT92bNNds6RrZASvywNzq4LqiEts7EyDYXkrMCQN7nTUyMcG32DXmj77Q/bJT
1AVlegAUAcIC1B/5jIHz5YzBfDahOrFGG3pzMaAkvK6FLEoAchRvThMoT5QFhacaxkgNGC2grQhl
pqBw2LGlZVA7dznV9t3g+Ct5tOMCldxn3fnnumzZCgJZglYX9CXiXhW2aIyNHEkLnUbATw3uP06T
Yl7Snj5flyI5WKh5o+YCQmKUrERM5YS5pVubExqx4r4curBbM79fflW1F6CSdF2WVCMAR/E8BKYP
p/h8s4yiNOgKvGzkzk9b/N1GKyHBbEimareUyUHpGwMN0A8pyRN0hpkWxQI5rN+Z1i0qxnT0Mapc
YeMy4zuRc0GNtxoApdSzGc3uowN6BHQEX18wlQAh7EACHtMRKQTo+e2cfCpUVGtisZt7PFgWLjpe
zgFRvxCJZjM4UdpaN1F9LfRDb42d35Ax81EFLO9pgjxRvPXtobXr70Y/Ex9PxyYAs7jpe+mkwh7x
syoEdxwHiWPMKRqQkj03j9IC70iqzVZUD/etcWyrezIoMmByEbhzeSET7Zh8wU8i73EYElRiGyuy
++Z7YSb3rlcfO8/a/cW+AWX5f8UIXmnOk3QbdIjJzH5H3DlEB+H/nwR+BE4UKTN3yEA1aUUFe1l2
i/H5+uclIT1ovV209aHYd/k4ysiWZlVDzMgeQiu+MzMEKXuW37l6oBymJ92TE1mCDa79gqsCl1RU
jQZ4HwO3CUdHlTKSnqQTIYJtjWO3AlTBhQzBT/2DdKz/HSPQFYICHRT8F4GDzVDwm7IUDgd7TWvt
3nDWm+s7IvVpJyIEBZzZ0CutzXBSgVG7A29HH9iaN/p9pTV+Y1bL/uPygOlCOyRavm1A788NDNMa
e3vUK8gbzNAFUT01xyCvxrD/+ORvLBjhveUoZgJ7Jzg5Z20WDRO0TGCtjw07Hq/rIdt4XG24CfAw
IRdD4nJqF2VJErjQwte+lx+cj/Z7508/L5zDqh7tNePbMpk7Kw+G7t41FdBIyZsXweIfDYTz4SZl
PE8lNEiqA6Zl12iCp8dK27k/mtpfPoiAvFBIsDPNAutv00EabVxkwB9nQjDW83B9U/hHRE/P6aYd
Xq68nEwAQLQ5VJSZaAj8PGm5X2qgQ7R+GPStcZ9zuIHr4mRnh5fjCS8nXpLw1cztPL2BLQNhiAHc
b/akhdnM/EVVMudbcanXH0HC4sXodCpaA4IAWu1ue7Y8gcNU8/O0eCuRzQjdlqpiHal9o8EWJFSE
/xPOae31c5MvuQlCqGc33WUqFj359znEE8kPjG4STmedLwiMrc2MrPTQFL6nYviQeX9A1OEBgP69
7BZE8bzFtJrGiOi8H6s9ShK5ahKYbPtPRQhntEjnuSgKiEinwNrCxbitU0xFVxiZbKFA+4wWdfSs
oKNNuPPHLXE7G+OjonxoOz8jdAu8oVUBpWQWhgYLCzxTiNvwfjt3y3rWUEzEyYzIJXSXbfaNV3gh
XTW8EdNuT502uH50pFrxJnE85pDeEzHEc5xodk1QFLPKIP0yqd5X0q0BOhmnEtMFUAw7V8foOm9b
SW5EaImL35xyoRjUhpYf31pNLQDq3fqL6wBPfGQPeWcAkKvnAudNq4mJblvUsu+d5tFSHUepOXNg
FkiaMPnT4ut5Epd1utdUQ6kbUUHKsE2f4/QnYSofLV01YAvxiEIP5QX/UOeMhlbNNlatsXx9s0Ma
63szf6KqxgOZIKQ8kSIHHFVHeHSuTT/Z3upm2P1xIgX4u/JXYzZ630B3hU9zMiiMTWbcp+KEzRnQ
IM3KkYuzvqbua1Hu42JfTa/Ue79u1bJdwjMU0/WAzkRUKDg1gkdATj0NheTx3Zm/xRvY7RSgdfnS
/RFhnC9da2Dg7TZBhNPdZN6u2W7M/oZkh+uKyGKDU0UEd0Cq3mUgYTYijNPeln1ylzb+7BwyDDn9
FcfhXwiDUYMpB9VxpF/PVWoaULJRDYe1bIf1RrcL6zPTewcPhJLcWIuHWknbznaIvCbT/TheHMUP
kK4pmrEQOaAgesFz3rpuHqduaUQkGR/aLv+x9DHqM8ja+VOsMkapjZwI4z/m5CSjz8WxVq2A5+t2
3b8VO9aq2JGfHjFaQJbR5kUa3v4lmHtpFVvtcd86WZ+y7NGuFU8GuQZ/vi9oUORGiXZdZkRIa4EM
/N+uOq5/gW9C2P5HhmAT5cq23psgo4+3JVis7Qss3/Czevpy3fhUygih1TQmIyM2zhNAOAekaX1T
m8JMU1iYakv4eTvZ9DZd2NKYkAL/nvld7xzjylXkIKRWTME0gwSYh9Y/ccmmlTaT6xAYVpg8aHrQ
PSyjQg/pap3IEFbLibtG0zyLI2W+pct+IMdx+vUXG2Kh0RN0Y/gnlsQKr0pyUmOpjOK2ir/WZuaj
t1kRVEn1OBEieNFmMAoy0Bh6WE965/ls2ZmZrbh2pJt+IkRwomxss5JaEGJozw6y1R/PDoCbD+P/
kMxFUutiyGrc6xNbZguJ3BqZ4u+zrgo6LhVAexSov9DFgbsM7XPnVrvpBsr6GnK4y93W2H41fLCT
DI9CuFxAo8DJhjgNjL3nAmKyLp2GceORxfSdu+QBBvdet6bLQ4F6LoZhomcdfcnoAzmX0C4YjzAs
SETSZk3uk5m8orEN2Kui/uR1mSII5Cfs3PEi5Yny+G++PIOK+IQknnM7H0szQsfJln/tNjiSQE++
Uao4hrKNwUnG44m3bV6wiPXdCnqvbjCj+AEIh7hSOHj55wHKBD8+xctDMNxlMPrJYnib6fndVPqZ
atSM9Pu87IYEDXZfHP7eVVNsoS/TjPo1ADHqYETXN/3ydGNdUNJDYQXt3OgjPN/01CkWl3mpFbUO
qlDHzAYGUuFAJCoQdPuAmxnJTGCbBMu16sFrWoz+i0i5kJcm8+Zv2pKaCoP6/ewSLArRsYHhEehg
4dOMzjXxKqAth2ElkbZ4gH5iUqlOvy+gJZjitxYDS9ylPHTZbb88rRsqvc2/xag4QDJFAYzk9SK0
0VzQWJJJaxLL1PRoH5v6oc6Mw/W9khxQ9MT+7/fFQthWb8moGwAZr2TdJ32/W6rUNzptF8eKKpFM
E+TqwECL2Qwusgvna2k1G0bZYN5cZPbr7nFsl911TSTfR8s2vo5KA1rBLOFOIWbF6mzOaaS5X6do
VAH2pJ/HoYdJo7h+AVIdHb0k6JOnkQts7/xmfjziQsn2z/cvik5JUTl251JA9X6t9T0Qer63KDZb
pgMuFIMDIXjWTNiCzqoytPnMNMpxJrNvval6wV6efJQaUX4G2ht+Bcf/fI/1YaHD0LAp0op9CSBK
5mdJ+NFthgje6YexgpyzVAizkjQupsZMZ1RIXuOUBf2gCIAuTwQEYIVAcge4CAbAn+vgjBaa1TCM
OqJFvcclFbQ1+hf3has4Dyo5/O8nMWkD3DrJF8hJEMZ34BWnzT62jqWyrUy6KWiCACgAub6Lsd0D
McpiqcGuDWqXsBv0f6bR8amd/nN9Y1RiuPGd6GMgW7lajEwoxZh7ikGMRVP/cGnx/boY2bKBlB/F
czQtSDh3K7z9t2YcI8anu2YAO5U+s9aw7z4O58ZTEMERwnm4K5z5c4XQ8DfYg0OHyLIPlfU8eUc7
GXw3f5mT7yt7v66WbPWAHsFrEZnzS3bc3hpyJAe1IWq3Y+pERX6kveIqkYpAvpwnFjgRgnD60f1n
FGObj1HKTL/RP/EivaviJZULAVkMeJfR5SwOQ+7BnJ2DZ2qIkFgyl9AkvuUqPIBMBKcOQuiNJyoy
WOf7oqcaaJFN2HPRvAwolVX6k6kqXsmsjI9IwQMIFPkX+VHWjaQAOcIMb5zfOo356NXWvpm6sLFc
RbTHzeg8xkAE6aAF3uH5gotcaZY7DVIzxRK52+g75c2c7UBkENL5hXWqZLZs6U5lCe/HGHzVM3CW
S2TOr677hiZjv81erluyfOm4kSHxC9go/w0nfqBLc2OJWyxdsnwj2X5ht80G1iNFAKiSwv9+IgXM
NxVhA6SY2nIgyfS7vcYxHvVeAaThbutie2BnFIxziFvEZ/2cjF7a0X4BMWHrb8hLFaviVpZuyokE
YVOspfFy5nVL1NF/FoxlYsDJq3AFkkgWAz8QGYEVlh9LW1ivKh46t1grCFm+pOtbadxuub0zvQLA
beaP5ftQvid1FWjGbWfcd2OrUFKCuMIP4NgJvMgRt4sFJzcBy9uEUUqAPTXvk0NvWQWOw6Z92ly6
oxh1srb0zuIZRhvI8s3uvl43y//HDwB1Clg+0YwmJocb9HVPswGLcbtPlfGLTBjQXu5b7UYfv7hs
NzbHgdyb9MNZIa72H6lCVFqtw9qXNqSuVuO3CIzacM1+JCoGbdlxOBUj+PaWFaPFVnuOWvfdrr42
9b4BtMjZX19D2Vk4lcL/fnLojLW2Up1L8Rzmp03mp4p+O5kvxKQDME2BYAEId/73EwEdBh0mbJ1h
JB1rAn3pw2QrDprn7jI9+ao5yZfrCvGjJR5uYJN+3yNowxF9FYWfWtN4m6O4zX2jvSFl7Y/LDZmN
kFNFF/XuujzpAmIIE7FRF0XpRbAGr6TMpUmyRM07i19NWxGC8ZvvQp2TzwtWUGQgIJpqfF5vnqsx
DZ0kTFEaR0nJHzq/9KZQ1xTY2kvD491LeHCB+hq8GOKri3ZphvQtJqWZ9as3gzKQ7bKEBk329tGV
4+kQTPpBnspEoU8wPfBXVeNkkiqqQaqUBB7+uy7g0vTwcdTCUMpFZHHB7bGlRrWwba2idO+Rnf3L
W1EP26nYxS59PZfyu98WbJFIX5wbODod0y2bICXvUt+nbeqrquKXJnYmQXzQ1/lUWC6XQNx9kSA0
VqyT9PugD0A6BGVKkNmea5D2tB8bdCYjivxUBjRR5I6k24B7FhRlBL3JYu5oKzEcIqUzPu+AkTcj
fj591bSQeGGNN9L1LZdtBmjJ8IoEQhZAIv73E2+zzKDJttIcgzXnzw5eE9UOOJzrIi4dDJiNUEYB
khllaXRBn4voJsvJ02nGmOosD8l422/vFkD7aBXaZdVe02uFh5Yt34k8MYvA7HFplqLHvHdj8gkY
v2sr+2yWHvH1pjwmVakKLGRriH56JOO4F7hgJR1s5lmVqVcR07MvBiaJeMhSr4WK10hmdTwDxhGk
Lh/Qc76OJqtcDOXBHNcapBU3oERQ7JNUDbwnEIWjEqqLbwptWku3nDFUEmPhAIZxfpKKVf4Sz6pm
HUkghmwiJ2YiAH+D65bv4InR0cWAC0gZJhd2hT80N1p7U22rr9vLjmpH277py5dtJPgRGLqxPBXV
7rpFyizkVL4YbZpgS6o2yLfz5ntnYk5TzAYf0Id90lXPZuUpkPyylUVlGWh3VOUJEbvIDBYzt1+T
PkqLoHI6BFnrsWUKs5eZx6kQYVG3MccUiQVCKj3UWj/+dH3NJJ+HTRDA1ziNIfLa53vWr3REIRpk
1pafoVKl8kPSz+PjBk9q6RflhNQrui2u1gZYxsTvpy+1IvSVfp+3PaGUAIiRJxyeTovZwjp8P27e
yoPOXq+vjmSHkRbF9Y/hPjDsi16NmDjJWLIm8sZ0b+vdLrefJpVjk+mACwF4duQuEDuJoc3c9C2S
ZQ1m0n0fpswfFkUgoxLA/35yLvWptyZET01k2F9a85dHPl9fJUmgxG+0/1WAr+LJ91k/pbM1zE20
lqADtg5LHHrWnd68XxcjOd6ACwKlhD435F/Fhqp6LqcaTFX/h7MvaY6U55r9RUQIMYktUIPt8lTl
qb1RdLvdzCCBQKBff5Nn89nlCtf121tHo9J0dIY8me19TTp0hXWujCjITFFefOYje7FSdeZunNx9
MNECRubBpB2/cOgHgUofs9t7EKKj/XBCqUemwRWIHH8oboJqJTLWCF2B+AQLNnpbPq/g3ApZNBOV
kORI5odGn3kCTh0AUH0Arch8JFyO874hL6ua+bglqbDFJXRdpn07ZD9vB0Uh9MMoyzH5cAyaDJSX
DCp29xBHvSy1ey2Gc/iQExMBrh6lEHixwHmTI2Po+tzOxpSqe/I69ZdT8+OECGoHHz5/tA1GwsBk
OT4/+El2Z8jm+wN88tejEgK+igUHeVz0hpQG0joSn09f3eGXY51r0j5xXvGGwxVDnx6QdsfGsBDM
ktlcDfcE4GSCmn3VJsE5/NapSaC7CxReMImogB+VvYOcWKPU9XBfeyIuVzw/R0J1wpqgfotcPjIL
S276aBPaNodim8fV/exfTeIyn65moNTd5Pu9OLVWwN0gmwv9uUWr5vNhDVUv08LCWs2mjtLmvafv
FLDu7wc5tVYfBmFHln0EoKX1R6xV773IeGjOPH4n5oD+A4TcC+U8dnwZ/sOFm9B71A3E7u8t6JfR
uDNnApZz31/+/uH7tiCsbj18X6hLK3zQTmzEGRN7wqYjqAfrNRByPkTgj7aBZvDfJ6jC3vfY4c6e
E5e+9M1+avbp8PzjzQgXBSSgT9Es+yXbSfrOHqZGdPcvdnhfzWfW6utWA2wADTtgZYAL+JKCG/rQ
UzQn7j0gzf2WqzOu5onPLyzTcDXh6yx4k6OtMNQTWTM5sOBp1IHuwV/9dHWQz15o2CAJgijruIIy
ECuYUGsCwCR9vxyzvz//+tKUAwgLqswoMn/++dUolW0Xo3c/X1f9DRdnHJATq7PglNB3ilAXMdTR
QXWdKtASEOP7sKJrpzFPoDA6U2H6apWg5oBoF6opmMeXUkbRQGDHbWygBrso8+IuTCCm5Q1nPLWv
N27p2kXlF/hEwEyOmxtnKOaSetD2PVPpqvJXRUDWjf9zThWMggd0YY2CeTrG/UtXToxbkgLEoiH0
cmHNKzHfE/dMxvPUkoH14D92ctCTHwP/29QP5jA19L61my3xEAmatLpBjhVN1ezn3eHIrLoLLR4i
MYQDR68GY2lWWby37oOo6Z4z/vT9AT6xMf8RzC+5ACgG/peB/2AK0XXKpC0Fu89H9ThASLTpHFCJ
Wo/fD3PiIH8ahn6+J3nluXMdSHZfU8g1m2iczuzJiQF8VEmQA1zYyb8U/wZfhXll4yK63Rt9oOWZ
37+s8ucsLW4IQH2g+YSgK9pVP/9+7hTUb1rq3dfVWwqN3RfS7ia6JmadT/9+vFTY74WKAjzeoEc9
GgrdhH1eSvDvyhVJL4sfCrThx6M8vsi4LC2SyNgfuTnGA3P7SCx/UUYvUD85ly09tREfv29/XimW
k2Imdh7c24eOlxFLz7Umn7h9cGuQvAKGDKgY52h9QHATNkGb2vcNmKE0mDTKrIikqGPrHJPniakA
vAWflvhouwCs8/NUitKq+1lIct9fFuMdn8+Umc59/milRiqL3CrBrFlGAY8giP7jc/Tp1x9dOegi
Qot6wudzL4F8Tf5zKkr0CsGXRaPeAr45LrLKYvBMkRYGytv7wb9zy9ep+LlxwtO9dNLh0sHeHm31
bIlRWm0HyHHBoh4NVcF86U5ntmH5yNHVhpcJ/wMPOGBQx55a5pLS+FUBukiaRuV0P/VOFIwP32/G
yUHAMYL3D2CRL8qswmGDVXSc3Iv61njvfGxi7xzs8PQYIRCHi5QoQHWfj+tQ9EgReoAF+vQyLVXk
mVtNz4kNn7h9S54CLhVKIbgYR1sy1VCD5iVYhUjzr6U7nl1wC4irx++X68TV+DTK8is+vEpkDqAq
JDOw0nnvLbkr+fr7758w5yEwNQz+MsZBkv/z97OqADi8AkevV+zd4snqL8L6wplNpDwZNef6j07N
BnTASIAsIMcvZXSdlmFQDmBK4qO3CnT4PA/nDvGJSvmimg1gO1iMFtrWI0eUjyjvyroj95TMfzpN
V0PtZcA+iG2FInbmyS2b3JXf+iuK7rQOr9mZkPDE6UMTA/B9gI3DnzzGCkgNqilrYQXqrEdvvnay
i2q8+H7XTq0jqglI96NRbNm7z7umci4skIIaME4FO2dUNzwcz8RSp443QNBLPgme5BeYtc1tP+2q
ZQj5h9bgvg+bSIPu8X8AK/mYCIqJSI7A8z62Ogq74AmpYfxJayLRBG5E5inxcyePhZievl+5U5uD
0vwSpiAvAGaQzyvH8gZRhvTxkrV57I1IoOQHnmfJ96N8jXkXKqX/G+XoxWFtbnkduPjva8u7rtsh
Us2A0X5budr45IyJ+Dql/1xvoD6hewOOqOWwfDARquvSLp8yc18MApVyO7bdekWtl++ndHIUSCEB
tgrN+C+YdZ75KGJVoE6yuZWCaMXcGd2AtLVNz7xCJwgvMZ//G+lLDZjks0C3HkayaVTXBx48h/U/
L3/oQfhABvTzZf8faYqv5x1tHg5A0DDpC7fSMv8PqziUFnEr0MSBeRGUOSvQa4LV1JyrP59axaV3
YTG1iDGOg3xO/Qm9bxNuVd4BiwW1ne4uLN6+36qv1gFT+TDIkXXwBtmLrp7BfDaQS9Ppnef0Zw74
yXksjysSOoBNHBtZ8BQMxu+9+T4IN7W5tebbYdz8eBaoBRB03ywEJqjXf94QU6LLCpoz7f6WdW6E
QOSMmT6xSiCwQJ4Z12aJLo5WCeyQwBuHWbv3eBMxiJn/vD8JRWWIvSHRifxjcNx+QTuvqBEFN/uh
SuZmnT3+fH0+fP44S1tyCWsa4PMZfUzN2s8e/ofvo7kZhNDLK3CMhs+nLrcLZtd7o3REUdNtz0DI
T20AIrD/+reQTguOHmqa1lU3p3W9L6Oev7Ttj+NgADzAmxci94iE3XFR3JBGBGwicg/qixj94QQ0
Md+v0FffCSMEyMcjZYRY+/gVbtzJVnZry703xBn0TMMrKAqSetcUgMGeSU59XSyA+nFQKRrrEREf
F95rEuR9qkOxBxlnwk0YwxZ+P5tzIyyz/WAAJ1aheDFhhGpoYp0T6C6dudFfTezSuoHMDcBxcI3o
8gs+jBDWgVe24DzZyxK6TUBabfvhUp3j7jgxD1BX4ura6G1E8vzoXlu8NZBXzOv9zO+mIm5+fmxB
qIHKFHiI0EGHQT7PQqBHJAgrXu1VJhPuOZGytt/vxIl1oqCuhWGFiMpC1/V5BNsDhcas/Go/uGth
XfvdJSgEq3MkGidGWRANHlhUFvRQeDQP7ttVxfTY7EEF072/l+HbD8XrkGDBUwrSEQSti47ocYLF
H0QriZiwE86lYL+z/AGd32hEO7NcJ67hEhUvyLT/KAmPjlUJdNTkKRhCyyt3hfYSS7uJVOF6ImjN
jWT/8v32nDhgn8Y7Wrgqk3wEF3SzH7N55btqRc7Bw5cvfA7EgevCPUG+Bbkp9CJ+PgAjKcxUTkGz
53LNIFjtski6Zy7jqVks7ZmBjRQh2s6OXNS0tbOm4Xa7H+ZXSt/NufbfU3MAXiPEbQfdKyLxz3Ow
qwDCeIw2++DgKGjwXeXVmXrMyRFgSZD/wkMH/pnPI1SFNlPvSjyA6AhheR6HXhuZ4ucVPtRbA1Tf
PBRekSk8WijwPgtWq7LZy/C9PgznWmdO7gPqGXCqcR1h4T/PoqvGAEVpgr0O8YToalUV1RnLfsKj
xhTQII1TtcRZx6kKQqXF+sJu9oxYkT1sPcaTVLwXRbGqrTnKkK7XgkRiEmcyb6e2aGlqxPU8RWzD
qqzpeuPVe2HenfDRlk90/vf9bVzM+fFdgbIz/Ai0OaGwf2Qs3Swf0lrDTfHrMLZb5zVIy43xmr9M
0ihMf07AsZA0gnmGLHIl8Iw+b5er4JH2Pa/3I9oPHXCdWRIiZ+H/sG5L/85/mmAQSj2KUtsiG6tZ
YhQ57liwGaeEnmtoPWX+QVqOzlzAqnAujoaY0soqAgnzP9RXKMWvcllHvb7p9Tk0wYkNQmCPlwBa
RniP3aMV09RtAE+bs72qp5exsRM4ORGBTJuvxtWkg+cz5+HEhULojSO35F8gJXlkeHIhg9KlutvX
TEQQ5W0JWFadu7p9nzxk4ccb3/2lml0JfWR5GCBagZxnQoK7lFw0zXtZvoXzVV3/pf4m0GsKUu/h
ekYlyJ4vHXdrQyOgqiuguC+L2lp11t5BtdYGN+jEN2a+64J1Deb+7qWDdo5xs1g3f1O+LWowFACF
UDtk1blN3JfPfbvOJhrXigHnpKLcQNq3G+OhfUAnpQD2lbHXXI0QSG0jdzyoZmHY2xTtX21eOr+O
8/ayqy/V1ERGbrlx0A7i79L211idw1F82UC6tF4ipYXMM/rvjpn705qNmeFEHvR0C2LGaLbXXbdy
sw1JfxyTYQBc5nAhpFjwAkcPnzMJPXTdIA5OXccbkZ7jxj01FfhtS8IWGYwv3bH+bM00Ywrft6OW
zsnUdEn/1svfWfvn+2P45RQuS0Xgg/qL/cOkPtuJqiyUMzVud/BjM63qbP3957/4PHBBobOHbQEm
dclyf/6819DZNp0/HjznX9kc8mlDuo229twD04Z75kqdmAsq+44LNr8AFcXjhGZfl3x0q6w7dM6/
dOU0Zyz4qc8ji4nyPlKmIVIKn+eypJFY6dPugL7BN3XOlJ77+nIkPgQdYqj9Icid7iDr37HvnAky
vzxwYAX++NuPXm+3UOnoMvz212LeW696ePp+n0/9esR8MGQuyAe+FBmsXlcjcqbyUDUwWn082O6P
T9LSUQf/BjE+8hXH6dcWzAaWnWNzs/B6muAQ+Dvt/nWCq9lsrf6cM7Xs5afXehEPRrUBzRcIn/zg
6Nxa7mRp1hbdQWd+ZNcKWiZrL3jk5xp7vq4bxgGKAzU5CGR8UTJA2TVsx3ToDna+avOV/mnqYpnG
h88vw384VBMhVd9U+PzQ73LxWP2YC2b5vo+2TXRwg+n9OLMg3LDIUo7vE8WSqU1vpaxj266hO9TE
pcMevj9lX08x6scMFfBFIRaW/mhXqrBXQWomfQDEJrL1expA7ucM9dyJHVn42eDUhHCdAAf7vGTa
pGU51cV00IFOvLZL6I+tFKoVcDOwZPj+Fyhvyvsq8/NB4yBHfXadWT//PioU4EVDEXZhHjyaAJZO
zgzc9we17kMB6MaPy/kU6HMUd3Hboff5Bfxs6rKaaZB5h7B89YpDDlp9sj4Hrz2x1bh7uOiINgDW
P+5QAupyht+Uu4d+D85OSPrVq+zH1FWYyMcxjiKmUQUKpw1j5DkFpe0T1AnORDRfnz+MAGwLEsRI
rH5xXt12GNBdhRFEltTODR6WddW8k/kCWh8lOVdtO7FmiGCBfV+EoJeI/PPRJcPYokLq0AMzZFuS
BGQ5FuSzv7+DqHCcmNWCU1iQveBO+kJeJrvBcM1959BPyj00KfS9ptwtUoAi6B59Lu0tLyDDQ3ng
bDo6g5pPo6cgCk091XE4kZnGRejLzeTV1U4q9adnwR9SAlIhvCpUK7tOg9/GzvJH47fADwcZMrCx
63B+4WrnzXeBtkZZ27mQZbMIg4ZTkRSdJVZ6aKxN2PnTPpuGaW/Nof/bRYUX4gJVYK2VLWyAkdN/
QmbrISjAm5KjsialBQ0Px+7iMQ0QmYeTfZHz4k9hldlaKL+LQres1o6dyfdysofdBGaqq4bBI5Yd
zV+zBtjXKJtnijOqYAur1F2bDj12scy8165WXh1lQf7SSeWXEdo4D2C1f6p03yYmMOVzHQZtMuT2
uMb0nbWomykebW62ORSbIjbY5UpwC8+cKh/Rw57u+tkiK2ew/hjoHnbRqAzNoiBl9T9rnrJoAJ36
yi2FfyNm+xEixOVjB/7JrS06EMR7Q1DFaWV8O8mALXdWQ1QsikmlCl907df9ikHmaGOL4Xcpx2c7
bCYEDjO9YiEWPWpCksadEtOvQrQBNqf1DHqB6vpxFi2bImqF/GJ2nD6uaeHeBbl224h1TV0lTeOw
e3egGqnIrI7TVI0mmiF3dhU47fyWk/Ed5Nn9Wor+tTGI8qPMsVI7ckmG9GU1sictqqepZ8/UmDmL
0D1AIA1bighgEDCsWnOaENMgnKrHFFRSfji1XTxYVvPXZygJVylP47HnzT5HxLl1w+4BMMdXz57A
Dl5kNNH9tMp78q5s3SGg8afbsDdaJT0bvPa6t9pho7vmX6XdgK+BI0V3aT96D34+yiHmAk2Iia0c
8PilI+tZzKY5P6BU99L4qsFbYvlTNFO9L7v81ZbB/Vwo0UdW0bxoW7xNmbQiWWZu3JRo+tZeqmPu
5kGUi4yte+F3F6E1+CAuzkWzqkSR1QlBm8OVgtyAjIQj0eqcOiIiOR9Xvl/km7YwaTR6SiQ2+tD+
gepaXJRl/VjNUxqRtnRXTZs+D73lPPkNbS/muf8rfdWPkS/S5lJUsxUPynsdUscEiRU4PdvWubH/
jh5IUgGEmmLYN7WioJTs7okq89jXOo9cra0LyscirlIErcgRP4FF3tAtWPjSDI2F5eDecoJaluk7
E0lPtcnEnTKextBPgir/5xeySYK+GNSqZV4VeWpoqzWbRoNT5NGIarIrZoc0kTu7Ul70cw353sGz
Y7/QMm5SCa6aqgVNsQ2SFwKocowamErIXN7TDG3oyp3+gLhQbsBwn8aau14cUunQtc6QS4/7mf11
jNXXO1121yVYla8XnSaKU9E90rrezYV1XwWtsDZmFE0NWQ8C7V2eP/Cp+mWzAjZH555rEi/XLwJ8
IPqyY3mx88YOFm1oytGOLOE89RPFqjlcuLfCIcC1l2GpHxsCUd8L5VnpVnsiPczo07UASh8EvCyv
iUordTbM8PRCqrrJV4UVDHyDQ3pbdmSjeJ5HAy1fAoLOSryAXeLjB8R9INo4K61hiNKUQrmbTdld
N/Ey0eM4ytXs6StNJO5dkwsikmaa2BvFG7meMk7eeLceqvUIjOAKyuY4+ugFvJ0Kl3JUh/0UzImE
3XQ5rfOkbL3umXXO/IDiwx9wj5KrWo13TYXNsGyXvKA8znRk530Wh2UgU4gwoOMsy3qkCXQ1xRUq
0LvUY9W68sj0e1Ad3zgjqx+JNT2apvgFCLe4YFR6O1r5zo5JHA9cZCsevZFHwAWoqLBIniDlw9FO
2Mxrg1L9ziq51Vw5/jhOUVWbP+CrKKyNg8wc/Sv7gIG+Sbk0KfWkkwF2Pqoy109QmHCTwZcShXDl
GRJXfhtGWrth5LDqbZSOjitrhFltgDO+mERm19fl0tm9G2oUhWeUlPqkq6BHAyJcLwtXbY3mWkUh
u5dTX+OZnkBJBME3zvutM8y/2rliiV+jBU9QU1+lptv1OlORGitAQezqT8gymEeR3arA0KQfO2fl
eaB9JhrAA0+PbtS7wvqFJ+Pf7OY5iVXbDgmjEOmNzAj/LmoGIgSmzqE3HODlKxMD2Z9yM89NjWOa
pcjnGOVksRryKsqaEF0wXvtIZilEFCzi8o7iU4LK5bYIrNhU6LSymwZcZPiJxKlxqirtbFrLoas8
oyzOB1ZcO1NZR9VQbYTHI25jX9SIH4ZHejgADkfuaJc2MVrEcEfdUaKLuwA7aCQr1TyB1q5ai5nQ
lZeXHIeW9wd/mkC3xYW81yi1bR1w0O6A1Ek31WSgS6/0vxlLGeOtFTFD0v3OR5vpBlAiktSho1eO
qyHFk1Ouf8kKRDoQKb1DqZSvGqtQv2AB9a+qnOcExrm9bFnW75moW9iGAIqrPNDlDa1m85JnVetc
W4OtX0GNSSPTdU4MDA/um7L5r66r3+ze99Y+bEJEypzG40R5LKyhvPB7LEcYDH9dR+2Jtp+ocGXS
hxY7MFE4azZkfhfnEyprDnKtyJv4fGs7XZ9wkbUxiM3y2IV6wm7O/AKCuk1/UcMTipqCtasy74IH
vGLyRjvlcOmV6OwuKW7HQNugiGsEWxtdusMGgln6Kgx5GrFsYhTuqTIQh2zkNTrd3F/OWDwryrIn
rYo28iYmryrYkIgWBfoCerhMIpC4ORP8uDtmZChW1jg5UVo4zd9ekQDirC2e8r6v6mjm5G9aoVaR
jII8uGrqp63lj6W6BflE9tZTODGj0112Ib1Xbp3vwEUWom4iQ1NubDCDd7Fpux3Jg33p6xJH2Uaq
0+t+pUzdiUK2Wyus85iW2QaeGvMmELJN6yLjm64fxovSt9zEtib/Alw9KgYKTkYdGem4zlvQ5HS2
WQrjeKydue5j2qBRcfDqm9Q46Yq7WbeaLHvE/+iTMP3d9UEdD9LqVjgi4BvwnSQXAvIYITMbPLT/
nNn+o4Veo3+3AWgxiOsy3LgFSyT3/qZOQyJTcmA/0TkCQekc0OKiRrosz6Kw0JiEL1SMiM5cizE/
QErzHT031XoSJVTvaP/slDKPK+r/MrOXX5bKu9UOBSkJE//qtmE3RUqGvwBFk13O+PBgGOcbu2rQ
SWrp4rFJVbuqOZm3qfB1uJrdihTXYIuWkVWH6RXBkoOUD/1vLIDKfEK7wVMRRHrgdJXAnK5CPQPs
xPCaec3Qwm2zwKrf46l8ETOeuohIJzu4oCycYyuXzu9BB90vWvav4P77rVOfx7XJejhsBUjr9QOf
22kvOwV/L4N52ZFejQJi7n5F4qLQELNleJD+TsywDehPx9/wGLoEyRroO7s5naJCdXKVpZZcebya
V2FJiyt0Una3tNbkrld+vpa+8LAJflnGRdrXYSTymT+WSgA7wmlfBTs1BC2NUnc0JkkDi64tSv7x
TI23FW0eO9+vVzC7CBVILrd2Aw07lO9tKEtbdfo77xsF37TzO6xOH2abFuYo1ig0vrpW114hXABb
jLGySe8at5b0oRJ+02zBG5eLtQ+fFnSxvFiXlSyTMs8epHL+tiW8u9YrYscbZti7AXFEaP6F4ahg
wj3YmgC/vsT2r+qSlc/ASLCdEbRYTQUQd9AuVwflG3jurVSvOfXUg+Vat7IbGTz6APJ/6TzETS9r
d9VWNYiNmsx+QLGNqY09F3nBIZ0zptYVnesmAxHzCPkkOKXI9qtBSriKplmnmgCIPVj+rxEb9ItX
oZdeewqp3gCYkC3Jp9a9EKN9gxLMCAas0Wnj2h3Itio8Z1hlrENaJ51BSQKooHsj/ZwBB1+90cKD
GwuSpxs7zDW41HR2OaYo2kc28k9P1tCmF7nDU50Iiu5oq/HByAHYaXsZyhrmRlRl9jz5KYusoMI6
oNgP0hbRAu9qO+0KQPPfvmdKAuQjXF93YndC9SLqu0wCkGPyuEyLB2LPkFXumkNN1GOLrPqlGwq4
d6lReN8hKMWzur5tSd3Ek+Hdc+M3d0ZkcMTIEMRQg8J9ztrswsZ7sclt6K2jeZjiMjssAQyuuQRx
Fun2QFHTiLlcNtepzmR9g+7ovfLJK5Qq+mHHU+Wye04IaC0MGaqIy+qt9oYH4lSPVHYezqs7PmfE
E4+s6m0ol9LZPAt3mG5GCX2lOvUTPJQlTn3IXsfcPLvsT5M1eAOFRbap71mvRVOQCAwHABbmgaTZ
Og90vefgH3j2U/x6t22DP6MZWDS4zj3oQb3VPIunthjyuClwL2rWv/cjS3HL2mdXT5DkNYgCs0m2
USAtD5J4FYpLDsDVwxSSB/i9jxlz82dw5Aa/wRaTXRrPlnhA+6CKqom3N7yl0xC3FWLXCpDfVYXC
424AywdZ2ybl+5Y1YZOABrsRW+MO+77xS73Ly4X/rPIRzmUhmgUGzd/tcX4v1XA1Ssjf9n79ew7M
ofUpmFRHT4z19ZCxN4c3blRLIJxWMhvwHGliDyBFYijbs6ABoxADx0ixalWLDQe/L70IVRsApu3K
C68lf8jk/XHDoYjbBgbSq8kf2qP7hcIURSbHYqD6U68VmTKsmeTqyaC2Hs/M5rhB1fhPusaKKi9I
47kLTIVMQ5buVDMOl8KxBicqtdhxk1roEvFQHi/o6NlJmfrPkwBg087nu6nygwRBPYI8DVlnH+oF
HeHPlsitKPAqd2PySsSzcaqt0SxbtwUf8NNyee/rZkT0LhZYKy+6V7Q7qiQ38LARmcJgZ3N7MzEH
c9Do8ihNNT5Y2lS/S8i3vKDLpBm3yAJ1twVwbRHF0zPGOnAPBhwljxI9sdtAd3kR04yUO5DYeI+i
THPccB/1RdlDGiOCv+j8EmgfuzB00kPCWyuQ66at/c04yLUnGvKMUFgnNXAVNyN42VZ93fbAeDr2
76pVw7wdU7TGIXYCaiiFpcArGEahIjLuWWg2YmIvWHoewR8BUJfBUZ0NeWgrV2/LHHF/MG4RCK7D
XIWXpAs0KLZ5PtwoVXbuLmwHsxq8nF7mPRT9Um26xNXqCUlRZ+tb9FeYySma2vAxGzExp/QiP/N2
vCAHzRUc8DJ9C3rxCy5ZsDKZE17oDvFf6EPrMCj1QaSZUquuI1XcEd1VsUVIk0iH50nHEM+omf8J
QJYSe1YFdii32tYV3VLpb1trrrsYLrKE2qRZSThWoV9tne6FOVvl9ygPe+90Srt1L4V95WSQA4+Q
bH33kPP4nQUK4XdD0iHxq4W0sGpuEWo+0T4tV+UIgXAu+mKtw6CPyqGvdq5G8nSW5Nds5QLV6CCo
E83Fb9syegO7mm+7zPg33HX1ve5SjpASfAYkKB5qZd6KtPU2IwhS56h3MsTGBFmcMRMQ/ap6b3pg
VfjYWKTKgAXxkWyr8jGBULIVl8oOL2Rl1UkBPow24nhY3jhekUeQdYz21hTFm4CLcJVODrnOU18m
k57GiMDIXBkm6K2yaxdpmtoi0ehysCEy6yWk+s41BurFjatXbaHynaagbeQA/Ef50PxjmfXeeS3k
O1lxCErQyAi4ygka6P5w3oDIjgMAwU0eXKQeFMsuJ9DEPLkGqa7C0cyOQcwIMoQJUeyYdozFXmqr
W7crDLpRPQFnILQyZE3rIBrsUYCathCPeZMucqHB8xjSMRkrZu+1dsR7PkiQ1nOYT7RmGvMi8CZs
lIO4dj0hDrzvfIrg0feFeOudEux0vdx3tqLgfMTPiFWRaRXbtHloSn+6xFOLot0cVtNurPJgPY3i
z5SWsEj+qIf7oafyBSQFBpRaXb1KOyu8qYMhXRcGSARogsYFelmCCCrvE9KE4SsyAUWcqrp/NsCm
3PoTtMdjxrjB1OCzXPpU5gR89TxYaz7rmAwF2Iwpe5r7Ln8PkfG8A4PHM5CH/tbQ2YmRATawItns
rgz3n22k7CoD6+qDPBgsTln5NnRUYQZFXyGXMBZ5ooU170unL9+DBQCQcw1LGKbOq0LEeWUZJv/y
Ydl64t7hd/fJ1PEZrjYSZAkNh3HFkZl84CGiWXsM93TMeDy6bRBRp8WNbGodVW7uxhMsz1q5bfq7
APhgj55Ztbf73qypUdejr507YHGKIdI0XyIMq3RxpJxpgq1FKOwIXWzz3gKqBZBAlPsFslKXxvGn
jUvq+Q4dGuza1dBqmWuv2SwWY686HZqkIA2DLK81RhmBKENkK2MhyChdP5a2U54pv56qLaCp3V6q
GAAR/wfd+lBJFMK14WDNziEYnw20tp1tq39euELDPDACaJ0GVtk9KseUAYOLUZcOKm+JXWzTc41w
Jyp76E1EJyqMAP4dA2I9JK4cJJicAwAxvRfb57gNT3x/KRUDTQGuRgiYHQF66pLwsOxDdlDeH9hS
HMTvKy8ntuDj948hXX4faGTb8P1KAG7Dt25zkSLt9v0gZybhHMGt7C6dGXI9DAXpHd4T60z16NTn
gZwAazHEUdFzsPz9wzGiSPGAvd4PDq59+Z6eI3n++nUwLAEqCsQJBPFAR/L562wOHcvJB+eguivr
gtXb79fmKyjg8+eP1gZxnEv7DJ//f6Sd13LcSBOlnwgR8Oa2DZueDZHSaHSD0MjAe4+n3w/8d2e6
qxGNoPZCVwwhu1xWVuY5J+Xi0bHuuumuHw9WvIY9WBuFcA5IS1LmkBrtNZt+TMNb+M/1Uax9Xiii
q0Vd+BSFtdeiuSWrra2s8OIkUYaEc0PJ0zSENUBjJjPDwuDXyzd2vBmLjf4rX5O7WxoDEFeaHzi8
FS9kI7xCCeIiosadDtyOY76he9rHZ2kmSc+Ka6A1RVZPGNVZGqK6+KqTiAz1fZp/lCgxN9A+MWCd
71UzyqeoQKrltdW6TW/vPHkNAro0SWCBUTvXoIlh69yCVHYa6SZVf/1C8mxjemvI6aXvQyWfu5rM
aF0Rmdk7dhxqRWu+9tyHhO5WL60swjwH5ygcyv+gS+j8CRj4Qqi4jXXKpnpjvXb98+TvYPz2h+qT
k338RJyZEcBRUhrFvmNjpqBesPOT7fWttHAiVICCNDWdYb8XSvplTt4jCHKLSNl4ioedkR50KsQV
2Zjrhi4vCGRawAsC/4YoBpT6fMEbU9G6tHB4ZOhT+Dga2SuFCeOlaDt9xdLCkKCWwGWYibBIXwiW
/IAatRrb8qui/KKAte0Hj9pdCEq7/bglcGUI3oBmMYBkCcekDyFBs/nG12ZUeReUfdU9ACxQv8V9
SDoysL3j9Ulc2NUw5efOCkDogTcJQ6OoNoJya/TXoN7X3b5Zk3LV1MtNDaJTBYE6y+xd9ASuNIvn
Sk4Yojhk63zJSLZpmNi3elnVT1M6+QNk0oIGqFR4/J00KD2oB93aNJNSPkyKHd9Rbww/KaAJNj4P
6QPZJuuZ0HV81NJRlg6jabYvCtXYZ234RpMbdGLM21gxmptE9vt9VkFBCOXCyjaeEdUv8mT5+8GQ
pX/qJFY+RRGh5/UpXdgtkMGgDtCkFvqcqADsoP4tm1Olvdr4Uid5G1V1M0wH8nnX7bxzQQR/gUgA
rC0dFOLMQTs/AAP9yo021LVX6tMbrT+2MIBJb401mSoq3v7w2LYHNb3jPUjCecVZXbIXwKaxSU0u
JiDkOPdz69qcgcps2XtVXmrLQBDSZ4J/FPpnJ8y3UrFVWnJuKyRkYbeyPWETQK/H/SIgcXE84qny
eQFlqavUB+e5ST6GH7z4vOAZU8/yjHZIUrdTzE1PArX96/qSzXNysmL/M4DIBsB+qJtokpzPWRW1
ZpfBsERMbPppFfeOuZXS7F6bjH1fN/vrxgT/+D9jiFBTl8Aho4B/bkyBZTEos6i2Zb8oerKR65eE
hbpuRFm2Ammf9uxgFcVnQOPkFoioOnNrXU03Tj69GJ59oPZ/o/vdjR4C5tmMGyr5VMvUSXrKA+XF
y4NbUtndivOcXxzi7CIugjzi7EANTVi+ITCLvgUg4Lak9HewUJttoE3FjWJn9s6yunQGSkAjz5zP
INiGlZlYWtsZJwjKEZWJCwWV1PN62oeUqD0nza0zKn+XOfXJ0aA0OJTW7xaVrD9YYGhoFiKps4Cc
eC1Fct/FXh1m7ig9pkW9d8Kvuvr9+voKzux9EyGXgbjXewchEZhYUERpuoE51eyDGu+V4EZ1gCbc
XbeytIlovARsfmZvEv2cb1XLJxWUlHqKTq59AONxIP/8PCXh7rqZeQNcbJC5kRgcf6gv1nxXnTzH
Qk9RYvp4pG6q/O2Ywdbzf8mUQALra2umZKHWdLmX3BWU13/tCZerThUZJICNuyKNb/xWKdhdH9CS
ARCXwAVoWsZjXDCQd5z+0ogTtwXD5z8YHwsO3hd/Vm2Bxaeyw0SuNjR5AEq6HbtW2W9MgDxFOa2c
2cUR/GdCTLRoSkR22JZiNwua9G4cyuRZDYCCXZ8n8bJ6H4mFigSDgCDGU/x85du+GSu5UmPXCFPr
79EbwlsplNKtoXf97RB78aFrqvGBzHh8o0ShfpO1I+WC679iaZdzUQN7nx+MSCae/wgf2FzSmF3i
ZtK0tYbsazwNtxnwn+tmlqaUpyiIZfwCvSO1czMW+DiFlgeJG3redgQK1q/Fw2sW5r+fnKM2TkJJ
D7FQaFs72Qzx7Z+MYO5wANvWhg13/n3Dq+3AyqXEneynBGDSSuC0dE+gZg1NB618wux5nU5+fqLl
XVQXdeJ2+qONTj0c0y3F2Q03UyA9Ogi6GsrN9REtudFTk4KD83kch7lTJW7jpxs7H7ZpdacCqtK6
P5k63qikirmJuJDPx2b5YJvyvk1cfag/O0l/nwbTH5iYceRMHuBrtNPPTRilZOZF2sZuUlXBm+2l
HmiJbk0RaMlX2yhEEFKgNWKKXIsuJz0LDCR2B3PYBf5nPXpUkqfceGyMbmNJn66vz9LlTZQEiBxC
FTqTwph8efLrIc1jVzMzKui05UsT5y6Ikyc/1h6cpFsj4Stz9CXeRacWhT3uSDUiH1EWA4utn7oi
DbaZXN2PHXTEIW0fhtK/kTpzM1YdECXQVxur6XfXBz2buPYThHOgokUzhfAbZmXVQdsF6f2ffJ/w
cwbV04lOCECNTrM9Rym5PvxPavIDrMzK9bfkUG1e/v/PgHCf096wQbSOVQvTkepnnt21cvJD07PX
6wNZOr1QWND3gCOFboKQ5EvIQ2uBFMWuL0sgf6b2k5KOWy1OvuMFVxZlcUwo3VL84AijAXB+umzg
Mq0ssS/QH3iyRv0t1NOdBars+pAWN/yJmfn4nfjAeLDH1KyZOsP0NoGvbn053Za+tI/R2k/XOq2s
DUqoFShyJg2GzqCKGYYPXqgIyk1ofoz1937JE/z/36kjfXI+JkgPaNfk7Gepe7D9G7l6ya2PyQRf
mBC2NBSh/2uCpiNqf6h/8ua5vjCLfu9kEMKeRiGqaqzZEyUa1ItA+Tu1S0jEhqsp3ovl96+1qq7M
2/L2ngmrbG2E5QQ/YAZJQWvtIXYrYDLBIYYCbW5q83B9YIveBqYOiWCkl0AMna8OdbBesks5dh3p
a3y087+uf35xEPTAQnh15sOK6VmvNlonD4rY7Qo13ihed+fLxu3QjgfYGCvPlTVbwhoNWWOn5ljj
2LStOtzqPfSFfTmtJDsWj+jJiIQJKwO7GJOUEVmeA20ngBYGGKOb7LuYK7cbkXX+gylENWyWTUJj
UNTATmFgj3LlJ27Q3SexmxbjtrKkXTL8yb2AiA4bznFojCTsN1/LGyriaeLadMULb9cS0IvOBoUT
svSEj7IoM2rF5lQmAa+Wyvkuz0oAP7o13dfFDQDRbe4bp1ImFpbGKwpAzCEjaNLtZNwhDdKlt1O2
vb4eiyeGcoAJoY78miHMU+5rCcgJ1qNJ/V9pLu9zyfhx3cTiQNBuJzVLmpfsxfmhlLzQoVdslLjx
uM2NrT9tTAXg2srGWvBpM3EWBAzRFU3LhIEkmerJUutFrtKWd4xW3YxNU5HdNj7Vg/1kZdKXcebu
XB/bQph/ZnUe+8kVl+cJkDDfj13d6J5zL7zHeWx1o32ts+m3OkjfpaK9yYM1EvLC9qPijjQeykfI
CYqrlhVGD24ljl3bfqgKRNT8hxm0fX1sC1sDYj5fR2iAGFmefcfJ2Bo0jhLQtJHbaNtq3GYr19za
54XooC1qqR5MPu+nCN98HuAlXP/9C/tO1w1+/txzmfyksCN8W/VUJ9JDl8cf7yE6VKnB7RgS+5bT
n5hC62bOj4CFEO+dMB2KUrWm0LX0YFNm/q5Wf8ukxwdAY9cHtbTNEc9l1ec29Tz3zhcF1eFKzoI2
dGEm0ejdvIVTsI1Hp97ATdmrMNSivv5y3ebSbmPfMjRkthDaEiZySjSEdZ0idNUoOQ6O+tDX1ece
4s51M0sbwqDPCXlRmoZcODxFzQsAq1HoTqXrT8/axz2dSVkbRcZ5L5DLOp+5bgrVImvVwVWrG/tv
KHbXf/3SY+vs++r591MbBn0pTYMrGXexQdNt/RmRl5pW2Ep63zlvfvV1gkGhfVCjZQ4XLeL0uRcD
k8ZbVrCbOeCdYq130w5SX/8j0R5S6a7Pbgt/JSRZ2HuzdDfXBOkt/YKkbKUd1Arf790pR1/0YQS4
W0zf1OpYjn/J+ZpI3cKuw5o9N9+zZu1ZYadraRKOnaR1buoET1JkHuvM+Iwszsq6Lew69vSst4cZ
VLiEZRtKYzKkruncJOk2Y/DFaVdCrDUDwvo4TqOOZdd2bkWL3vwG/uL1jbcwT2cDmO2fuOkaHhcZ
Rr5vp//4EmyhveX/vG5iYeHPTMw/4cRE5IFxt6Z+HgLA8nBXJBBUo2dTTvZ29gByeGVIC1HpmT3h
Vm28hpZz5tARxlvQe7NNQhzKL7iJm2Nlrxib50fIUNjAYBX4ySCdLqQKQ6ftk1wpOjeqXo2DsiZ6
vzR3p58X3E7byjrwUz4/Jps0PkTNzmmfwcrVwaFMv15fp6WtQHEKZS+KlwifCuvkO0ZaQ9vsXK1/
Vpp0V05fUApf8aML16o948yI6BDbvJCRQBCcFFeltq5n7joogNzBm9b2NqPdH64PZ2llCLFNQo+5
8iR6AMmOI1Uu/NYNYHaG+o9p5V5b+b6YcikyqdMRQ2vd5liD9M9XNtbSapz8fBH3B6Q4jf2Gn68Z
d2H0MA33dbnyyllYC4egV51xI5QeVCFEq+tBRr4ladxQueduSYCQTs8Q7K6vw3vlQjgimCGXTQke
9RMxcznSYBAFGrVxbb0DUztAkfmaef946pc++RxXmy/BbQcj6Rj8kuxtYN7UCkDs2+s/4nKoM8KR
/lsqgjVzA5dzHwSuK6DQHDSuzm9I9Lso2E/N9zz/cFQK2EEm1qEihQSriLXjN+SJ5Ds1x9XalLAc
wg9iZrmvzy0IDmFQi9wpZwuwjSkMFPHKtrvc1TNcg7q/DoyBJ5dwb0qZVeYIjddu+CWXfg359+vr
cLmr+Txz874XLoMAtUwqGKZRQzB4q4fQh7bpB+W/CcdBJZEFpUcWmf+LPlldBBkDJXPpaB4cEPdp
F3w00pwNIM5NWVumX5zoJwvPR8VJj71j8pj7sFFXPn8xRcLnha1allk6dgaf95Od0taw5n/6xkos
drHKgg3x5LehETd0ITl6MJcMWpb26sqpX7IAxJFDT+t6hKEEC45W+5Lmt84xH797Njp2HwRfvy/z
qYH55jyJKuD7W6nqNM7Rq3L5pqphx6MMqD8WVJ1WZmtpRfCSFrC3WQhVTNxlmjREJbWwo648KXIO
mj/Z9uNHkT0siTUDhwAQzIqrwrKPPsIGfllIR4ijwR6+Sf6QZFK2cikuDYXkIypBKFxe9snt0jhu
eyo3rt0Org6f2IJopdTJihdZMoO4Oe9+pOFmBNj54oQOSeIeDv+RVNfRASwKEmTjZGtNES68OnM2
a8+hZj8X4S5OolpYUqpJ3lEbKmLJfoua8zMaU9spylYukKX9jJ79DBlVyBKZwnZLqkT3utjx3SzL
5Fdwe/pnw3PWuu+tWRG8rzYpY9p3QeDu9PqHVv+47nwXv/7uffGRgICEr+t9OZolhAI3Ggeo0J1l
7iY/8/bXrSwtCmh/bkHa9QA2EtbegeoYN5bhu476ux6/j8W3Qv42rEGEF6yQElRmwTC6blw0EExG
o40aZIJdG4Uoxds2jbrRjXzXwIm6Pp55Zc/ClzlXdmJpntUTR9OGU4xsXxS4deA9WhXQO3WMNkbX
/JMZ4U2kWq9pof68bnNxdFSVYWaggAxG89wm9FBTHT1226j625DkbWwc5PEptMIVNy0iNGc3Sru/
/ywJ+xpSnlKrleW7zRCrOzQrE7hxZrGvdcl4DSWkoZAqiLahkk3oMhjFQ14g45EkJTJVSQjp+eMD
xzHRZEfj5rhI8NObQs/UIvCOMw10q9EK45DDC+JUFFszQfjm4+bQFrQgNyFzDXj6fJ6dKM7SQK59
N3eMLYLgEmIcGtoazu/rdhb8ITpwGhJwdD2hei+spwJWWkFq3ncVE8UrLUyVA4w2f5sVYbMypPkQ
X2zXE1PCgjYJjK6uGH13GrujhHbMNp9gzKmNt0mqaTshrzBN/Q68wApmZfGckEzSed5ZCMQLc5lG
BVJauiQdYyP14dIVv0lBz9nTFy8wvshj+832kN75g4kFMkXlm65I1FPOF3CgNXra64XvhihHsUn2
ckpvBSv9uE8D90f+jwfMLDgrrF+Ra/CazcB3EyTOttNYK8/xqJT7FgGibZyG9so1vbSIc5WQBD3s
PhAf58PK4Q145oQPtS2nvkf82bwxfUjeXfskDfuo3COBMuvkDWvgnKWNOnPxeKY5Ool7YT6zbsrU
IFF8V8u8QzAiflLCWtZ1/w8mlCCdRO1shuDqfIDEaNSUYj9wyyrdlP6P2npyjMfYebu+PRZuPAbz
nxlh3RoyENJQSMxjINWbIYm/d/Eacm9xymZgzjxdAI6EF1liyz1CWDYe1G72k/VUAZVO22DFUS+O
5MSKej5hZZm07Qhg2tXyajwCM0/uMhvI9PX5WhuLsO9qT5mKbvQYi4/WxIjoeJfzYG6oFFw3tDwc
AK64Xry8mJzRu84ndTqv/+C4vUzmLKhX/NHSWLhJwJmpJtlmMQYtKRpOddR7R+jlqK5CH9sH/fhi
Dar8B2sD+pRq8TyWS3Fwq7CD0Mp4EPrBa6qbx9FXVxzC4mBg4sowNsCNi4MJWpyB1OTeMa1GZ1fr
489eG/0HhzL/SlJoyRLXPOBjILVzZ73zjVYN6Ea3aFu41XDTIC9pmrfdamuMNSPz9jiJqSYdNuVY
zv7U2cTm86zo163cg0smdJ3YibZ85P9Fl60NeWyOSui7qrc3v3vxjfHr+hZeMyBctCMPHxre+b7b
xhly/F5d7vUBjSqjzez9/58pwSsjNRgbXs5YZLyXlRx045f8QX3f90CQq5vclaYaZH/m4Z4sSdqj
4piXXN8Bd1vyoNZu/QdZhzk6+NeE4PQLBMnTqTClIx1LtrM2zWoLwPkLYvBzakHw9zSeVFR/YBBT
fDP0ypbmCPvMy7basOK/li7oU0PC4k/2NKlqyeLTOySP74vu2Unuaw1y0wZtvnANMLLkLmeN5xmT
TQLNEWYOmVZqwRLjSjc5OpzRsPZgXzIAl5qH7exkAJmer77qSdVUjjUG8p9In64VZ5fOCm54bqxL
Ougifupbo9O5F3moFxKCHOpzgmRTuMb0mSddXH1Do6KJjiMPTxHE0bLiTRhmRKBZkcLIT2Tz4KOR
uh1HqWY/BOMBxRKkh4reTj/GHn4/PkC18ZlEbTOt9HwCjVhOGsVMJJo4E2QrKPJFK1tucQ55Vjtz
wx+aewlOII64evoqlo6FZabukMvefRLl2m1ae8mK71w6RpADwdrNqgB0jjsfjNkgaNsh7380BmPX
y191s9uF8d+c35V4Y3Hb2SRUgD3AkhVxVnWTo/oRse20YG91u2ANqrr2feHc1N0UVKnfSEc0mpHI
scrP1x3z2vcFf6MVBpeyNR+bfudAYEztv68bUBb39MkMCY6m8mqnqWcLob1VUgRaN/Ra/qG50g/l
/V8n7SR9U/1GZngMkTG59V6v/4LFbeeowKLmNx2ZlvO9IIX2qKFfjNNGEC7ZDvRKyla224IJcpE2
4ACyeYosMrjUSUGBQgvs49iqO2kat3Slecn7n9cHMq+F4B3OrAgRdI8mpjzqknXMA+1L6qQ3+eAf
6faASGza/9LRsfsDe8QdAPxMPKpITSply2sqM7ePnuHdOG1+a3QIY5JI2g6Vdqc2FD6vG1zYjHPz
W2p5UE9J8gqb0bAkLQuCyj5aUf8dhVu0lcu/rptYWinwG4DG3onm4ru0xI839pRbR8t7UoNXbXzp
ypUK0dIycRPNUS44kQswVO3104jenXM0pTzaZInyLAX1gLBd+pdheR3pmeju+qDei3/izjg1OU/s
SehTq6i4lmHoHPu2P0hJffCNfB+k9jO9JzZKAM0hsg9B1Hxpu5mdPeyRA/lkjsFjpCZ3RlDdjcXa
c++SDqazlDQMgyKDPg4bSPhNtGXWHJ+AX+v910IK3T6N91FH4yZv2qEG9Qv5bh+wWL/TAm3lpCz4
HJhZxM0Q9wiexZtmwJQH4ME5arDBDojbNttGTYpDUPkFTdHL/LEIUONPnG5lB1+ioOZR82XIfFin
CeD5qKMkRpDIk5yjkrX640SG8RY1JxTD0Ch87EojOuRDHDy21VB8SodK3qNlad7RDubXypZY3IU2
iReSMJC4TcFZDKYVNmFFEY5u4sa2imt9409F/xhHo3IbWnH3LS2TeGP2XvtS1UH1mFWRs8vKSn/z
ajXf+XmUIUA/lAeFZRw2neoMj4aSZyv3w9KBpO3Hv79T2LpK2fOQbkPv2Iwa+gT3iTnupLWa8EI4
MPcW+dfI/CNOzscQ0FsiGTBC/zJLRRb0Ju+2k/VRpNO89izvXD0noSemBGLLaKU+8J1jpek3Tlfd
DOFaGm95tv41IUI2etAgGRGofeyn+EsKphcVfhd9/DVPvGTHBH1GGQS6Ajoj5xOW9bZkmk3gHDv/
k1+TqBv0G7/9dX2PLrl7vDCyPjOI7wLwGKmtnky0KzpmEUnr2OFq/nTdwtK6n1oQNpc51bLqxVjI
p9vCvi3Nf9IfmrZy5pecDb3AOWYkgxBJEeILC4kGo0oc+yjnFmK4oBqcb0r7c6J3B/KsWyvcXx/U
4tqQQTGAgoB4FJvSRY7u0QxFdo6JrRt7M0HNWJoqmHRgzFfyQu8pb/FigYP4ry3Bi6QkbYpK6Z3j
oNu/UJl/LGvzSXfGpzwtgKAYbl+H300PMcBcvq0NZzd26nGw1JX4anEdkW8DpGjObAAhMIiiSp8c
Y2IdPyMuusn176G8KW+vz+v73X8xWLSNyFjT4xhshLDp/bCJozB2jnVr9Xfg6L8gd6xsYTInT12c
5Hu5jlFKLk3jM/rM2h2yWtDGJjjM3aCHxzDokIsNbWQ+p7Q96EWJJKbWdlsjc/otyiz6TR8H3i7v
SvURj4twreMEK4NYcvszMG1u/K3ST0ecqUYam2qyvGOsRQfNvDWMW0Mu9xXo+KTbXZ+wpVU5tTUf
jBOvqvRhCYrdAeeRW8UnW0m823b0g592kDfboiu9lYO25C8sUqHwbqlkAMo4tyflHbRxNaW3NdLn
34r44/iFd5Qdz9+587AYNBhSgYZ5DaTEjh/MI3qR12drqVA590Ok/zdX+tzc7Pzn2yjaw0HVvaMU
+uOrmTdI1Vp2BK/J0rdaFXzv0KF8kkYDtXsrQ2MGiVZ/kyI/6lppZP3JZKKzRHtaEswE+Oe/pvG9
bCrn5LIW7GSDTjcrm2PJKxIBwxHS0bC5wMxNtLprjDIgGyfl30qv/5LRYqbJh01twR2r0uJ36K1B
wRdtUp5EF4i6yAVk2urUrCkaNmQvPQbVrtX/KmgeJ3U8lr6XcvDxPDMpGqgIhLg09RIffQW5eN9C
zuaoTcdJ/RHxerbVtchlcc+fGBEcsJybEnLMSFIhvrTJg3TzYZYLQYsNmMZ0SJXM8KDzfZBFfaO1
IaHRuFe0OztfmaSl33/6+fnvJz6iVdqCEIVDFQzabzu0Xqj7rOy0pfvw1MT89xMTZd9HXupjYlRe
HOPe7w96u3J210Yxe8ITE5YTB1OhMEn1s9y9VsHK59dGIDhtv9XCyLJ8HJss3/u1923K5GdLtlcy
fGtmBH8deFltjD5mwuzgaTuv3Q5rilWLJvAolC0UsGpizcJBCzXzO8s5jogYS7cdQvT63XU/urgW
JyaEUWSw2pq6xkQQoF0LrmPFMS7datRbuGAcmCXUXc7Xmi4O0TB0HU5EPng+KXFk9b6VyQrOdtEK
Kjzw12ZdWkMYhRalDr2hSy6Ddhu80GmqfqUl6PWZWnyMgvf714hwYbb4wg4km3essuw50At6gWlP
3TC8Eso2mzwHdeQ31c92GnZ+W2+TQvl0/RcsRSMnP0C8ZIY5u9hU/IA0IxPilw9DZjz2CNUl/rCD
LfkH1V+kCmYNZ9ukMbpYAorieohNxP2OtKCGlYwEjLYmILm4/TSHFz6aiKgpzX8/cQWxA8Ug9z0e
eYFFJyk4M0igX5+1pWsMfhtZE64XkCjCDpzUkJI/D6ZjklXmNx/Z3zeKneqNbDXKvd/GzS0ptGjX
oSvtXrc8bwgxAmbmuNN4zqAoIVimX0yUBjZ+Luuir5SiXD3SdsUAwymmqcWYqlvJooVPHa14psXT
QK9a5PyMWetYCEbqRps0ixaQRxojdbeJpBEmEFcfBlOSt2SQq5vr41y0B1mMHulAuCmwni+i0hCL
RSG5qVB788PfgfOc+G9V8fm6laXdj2gzpQEiBJi5wvGzCFeTpFftI8CpvULo0+cvff45QphbUVaC
1xVbYmKgIycdSZFGrrb9J/E/9+qGtgpFQJeJ8u/ro1o6ACejEnen6ss9Cu5Y6tSdYm+rFae19nkh
4In7ypQaXtnHyP7el18/zIIk3EEdiscdNxQRouB3pTghdeeZJFDijU97jn7/J7Pz3/eFNe8aSZtU
ie8r2VcPmZswWqsILV2x/42A7Mz53vUV2+/7wraPZv6smQfDo3Xe3fVBLF4cpzYEP1ANlsY7ck5p
yP5dHis7NWzueTZ9rnPpk+30D4qeflLiztzljfpVpp3n9R8wz5Loh07tC5ugqjVqkdycx66hE6f9
OZ3owWptuu6ZPqubgM4P48/rFt+v9QuTpKnhjZEmJCF1Pq0e3iBsssQ+SnIZdoeigt7l51P4qa08
/afDs/OFBoFkTIvQC54aa5wOdeVFFBFieh8Wwddu7ONbQOvli0lyd98V0fSSBrSzC5Lgr9xPjYOU
mxWJk35YiSXUhQuDkreMeg6ADQUZoPPf7pdqa7VWah91GEJvNO3z6SrVKp8sepf8DicHzh2KLn81
pabsplxVaRnBaJ/IHM8damqluiva0H6yQ9qfRKFFC8hAbrcFLdg3RaW3W7+Uh01TxdY2qKv+MTAm
xR30iv4qaVNvLcdzvpYZVyFv1WRTy6HysUMFrRz1XBoDayqaa9CfhEPltRShrKHwXgPfP3iSdLNy
7Qk+Z/4+2o5Ui9Fyg9snZjutUe4T0yvCtzLvnzPoypqyskRrFuYL6SRqyNPGqVUDCy3tHpu9ZK64
/8XvU6djydBE4DV6/v3YMIO01eLwLSLOKmEPrBzIxe/PYmSUNrijxWqC0xaoPrUxQrRsHis9wIW7
fv7WDAjHr/YGvRhLDBTyTf0mf5DMwwrTQwHUMuebg3IBtpe7xtNyOve85uk+Lr4N9UoAc/nz+f4s
sTinHdingsOMlRnb1nvSa2o9ZMqht1fmX3D68++HIzCLrtKCgJSvsL6q1CBCqxjxmz3dZc5bZN5k
48de6hcmhJsxgwkutw0mDGmnapvU/1h15P371OTAMc4y+xeHDAHKMjYyO37T5bv0Pvc/fAIccFm6
5lB3JYErZuG7Pkj6dJKit+xH0MDJ+1hY8v7raQxAdpjiC/LIwuzEZaqm5ejEbxohlbpZU1Za2D8I
wP73ecHDqV1lNlbH59PswW6fKmvl5wvhofjzbSFo0OlwGHc631fw6xbtUtUNrcPo5LkN7eT2+lFe
2KswPiwTsIVFHlUEEg2RidqVk2Zvlvk5b7vNMByUD5Kw5/Gc2Zjn88SfljzCQiBS2Zu0L+gO3e2V
uavSh6+dcyPzQE+M2GaWeImHkVwrNxMM5uzjR4KRcLWRheWlJ3rVsjS8oY6y7A2Hvp/08d5L2sP1
xVjYWGcmBL/a156ZeV6SvX2px6ch+vC1BpaLhyqiIkD7LrXC4WAMPmp6r2n8T5PDdllBQC/8eh7a
BqvNSoDeEZY5yelNPOSe+TrIu/COLr0fnpyzzwsLHEtERYHP57twuEnC1xyFpj+wwLsWuBtxy0U+
LFFDc+qmngkifKXxem58ELw/nwSy99xr79I0lJ3PN2nk1Qo9omzrta9uaLhtxjfeGhBZeC3/zwRP
LotORO+n+twEMEddzWm++Go41laPnnPpofCrbbKGN1pYbciJ6B1AhLENhFXP7RT0LAg1u7Vf/ah4
8O7T1ShpwQueGRCceKACLhppJPoa/6bVceDcGCFg5J211p1AxL4AAwR8ToIW8M/cj0GkdXaK7tXF
YElvjUU8ptL/VL2X2i/W1G7a9m5yxp0BA1dBj2llu82rffKKwRqXCEwBkjdLsrtZE2qK7w3a2zjQ
9nbD4wTYB71ZPzvTqB3CjEbLlZd/CRuj/+Wlavurz03nISt673fqmOl95slfUCHKb1LVczbzW5ZO
kyig72AQ+5umrL2AFn6B/SloSn/rtGrwYtd1zzsXkN8WnR9ta/W7vkSBtxg+S3a2kbJ31fTKgcuu
Fgel1ehVT0P0u5o+uuVGjYcIirsTQ0UvpOBT7xhvqq+tKaoIW/h/86JBSraQcWB2BDfoq06XBlan
vYXGw9dDnj3GX1dmfmnidRomgLdZCD+Sum6QkGi1N7nzdxA6K7Ij/38WhDdxnTZwSQOGoLd/Swfv
DwaAaAK+lp4PiCeIyaogo7NPXit8XpcOYRTcrsRn2sISQIlERAPmLhBnMcen9SGtfeyShFuWGnvL
i+Nn31KKz0qT+0fZKON7yZj0307uRfDfgmhrxIXxFDYOnfa63qpvLK017hGeND+ldd4c6GKi/jb7
/slDwfFWVnubfjFStCsjqbhzplo5RIYk3SpWSzio1PT3tuvipmto+NzZrXJQ9GDYjqHE/6MRaY0Q
RSv/LEt2Y+tZ0s00DtoDXZOHj935807EPcyEv1k7EcDQuZOLI+gxgTnob5r62/nua1+u75L5vwsO
gAWUZ9068qkXGdyi8WwntT3tjTZHG9TEtsNwP66liUVM7zwIxN7Q2QHmZtC8TxhEOlmQbR1ff7NG
a5cnB6/+6hw6Gsro32gUjoi9lu/iXw6dP81dOv40Fde0vnX07pK6lekUU1X/+ynku21tllgkkDqf
T9UBPD6Ouf6mtvlTVSb7Xg+OSjHRftp4kAN01Dy6MIftVsuVvZqvidws7GqqN/+ZF04lXY/blkyy
/tbVNHiPN0N2lIoHX1/jcF+MEyQpC0oxx4Hfopgi+GGqW8fwOL3PtC96kXRzYxY4876Ib7SkjPZI
oL2Udvh1kPZKHR9lfa2vgzo/EU53FpJnzDGie1SJ54y28ESJe403OrIBL2pLF8q8dZStKsl0M8+L
t7SUkydYDfldEMX63GFIvWPvNHSR5wTGNNky5NvWTvyt3zm/p4akaJQCxXTqwdmbFf0BVHB/K7GX
CF6CAzbHRCR02BwaQDbB6ctVFw+gH4OXupGMfTgo5aewGsZdFznESqbZPo+Fku3qKrM2UWDSME3r
b4qg2stF9zPM2rVavrhXHGo5lKaYO55G6K8Ip0aLZEQYkHVze1/N7oo+bp4sJTS2SevNdGNzraXd
oj3UsLBImhjVxPOj4ch1m1bgONGP2hXKpjJdLd712t11jyNEbRw7RnViRTgBkVqMU95iRVF+OlOz
od/OdQOiSxMNCMtYdclQZyEGKs8jhv6sdJ+qNRW8y+PFKHhgkCZScZqoZJzPFTdfUDnZAA0bXZQ4
zJ91STtYUiVtirZ9Gai+KYa38yiNATve1Jn9+eODBAg5w5tQG7kIUJrGDumBLMMnDNqdH2qH2nop
xpUgZWlDnBoRnlNWJMWaksKNVsdsU4fRJhjpRCih5f32B6N5l00h4Q1QS4jkW6N3kilzArcqrX+C
MP9pmjHozs69bmaO189c0rxoM/eavC3FHPGAK9nQ52GmBW4UImvaBt1t3dLfO1Rei6SnL572u1TW
/OCSTVj0CDOC+oFYJOxGlien1oeYhmP+4xi3UfiWhvc6qt4lGqS9Ff8f0r60t1IdW/sXWWIGf2XY
UyaSVJKT+oJqNGbGxmD49feh9L73VMhWtnKuWjqtVnfvFRsPy2s9Q/LxEM8tfiiEgF8MHgaugM26
lK0t0e/p8/spP5riSyGekZZ8HOLcBgZIHqIOq1rWO6Gj0px6FP9A/84gDGo+NkX66d8H7A2ujvjx
P8+vt1urMfNlpgtgJ30BMsJ6UX+uSrCeQKsaueUho4IFwna1VU2jiCXR9a+nxNj5l86GM/Pjo/oK
oYLVKOUdVMMMOn82mYt2/Hh7Pbr/4Y+HwDCcCFDSeg9Z0IbdQJEJcBaSozrwMtUX9siZPY+OFq7u
9QJAar9Zr4WHrvCcTwxk2DArftheZNFQsM8Vj9dP8CbK5mRhVPNmYiOOr6rZ2y355ovyc7Wm/xci
gHEV9NrRoNvcM6OR4Qk34IT0ZujN29mV6Of445V6fq7+DbGZq5rJoVs0QjDrZJM4cKO82Q+XDPbO
bGlUNwA1RUEFq3aLA6X22PWjS7GehAuFgoesP/aPHw/kzJJFtwP4JaTp2BFbry8zyAYgwrFkhyFy
xAGe6B///pmJghIhehErDAY/vykn1wYPynkABL1ufxlkCg0KArEVTUb4cZz3U4VVZQG7sAqJrDLc
b48OXQUuswSj6fJjKO8q0Jc+vfsQwIWeIq5efBN7c7wyN2iEy9Bobtg1P/bep9fsWgJaLX8hiIaC
zGZBmTCg6XgFMAMelPONe4n39W56gFVHO+uPDSZ6WtuUXLskyCreW6lqr5xfFtryl3j77xYSIkBm
y4NLEK66d+baguhMkFk6aSdyKHplkbt8rnMGkSTg7VFitECsB3V7W5kh3hjkojCdlZoz1sf6kkDS
+1cAvjC2mQ1+HPq77wSZ3JGNssm6Jc0rFdfojxb5Hq/XkPBT089hGdzy+XEyXpmbiOyQ9ReWwPvM
co0PoAlq5EhU3tFDRncBp6rmS2q6D9CNjfPMjRZ9tQDIgJrYnRAxXkSXpKrPfDcUooBsgh7f6jmw
Sf0nk6DKmlk69ZqkIVflcOGAObPy8KurbLS9ytY5m8NYVQVxatXNqVEBR3rjyBO5BIo9NwRcinjT
w1MO7/pNDpk1E7Uzx9BpZf00bR6b5NfHh8sWkL8uPVy7kIrAUOAhsGXbW6z0NOsnjcUtoHM6wTQ3
wgNmGu7Ikto/vFe38BJX1+EsL6m5np0/0OzBMgBJ8B06Hi321mh5p0FQpM/jDJu62Xu0xaWy57k5
hBYG9IkAJlxBrW/Pz3qGqTmkB+dU9saID8XFsSqr8sJtsCmr/5lHLG0gA7AU4DGzDvavPhmnNZFj
QeY0gMGbMeAsMn4ZxRy5q93R/PDxVzs7pL+CrVfTX8E81lZO0zFsZ9kd7DquS+PCcN5V79d1AaTJ
n6sHfZvteEyBJwclLhY3fQwqHjVetVf9a2dOobDyqJ7BypA7Q17Iw89OI5IPMAmwKN+V7sYJFQGU
9uY0V2DceaP3RQOOUnptBDXYvayMSycTjnJM1tsH1Jq4ISkHqACX+Rb0NHbWbLvlsqRkGfhOZuX8
e3Zqn4UVNYUMy1JE0D6Pa66r26Vs+pgA0Ri3Lh2i0jOtcPFAb9Id2M2Dly1JN9I5DFjrhEujGph9
ImMLq072kEd2rLCyG/UIsLu+r1QlDry2goRN0rl15sm8t7Wy46Eag5tWg0MFCa9nu5PTS+3Y+icU
2ejBZZw8l7Pzk/hTlaBnXjx4eVknUvdO7OOUj0x3wrcJmu+dMusptI2lq2PVqoaHpa6zw0K7ekfY
0B57rr0DcwSkoZS3xIM31VeUz3PSG2775MuSR05fOAnPocBv19oNbSh/x9M4Q2M677obtbR0v6Bc
t5OV8k/ZKPUB7NgultR1IocWBnwPjClZij7IQ7Q9OEzGiRnlpRc8BKJW95Mh+B115jqEOtnvNjDg
Pwci4V0FuGjUoiAVwdGFA6XYooHkiPamtksngag2jbXtTnFfjmOixPCtsN0Cpiu1GYtgNmOcqe1K
FYHWI/OM29pqjAdZO9cMpZ9uSdTc6JNDszrhtPTCvBHs6LFhPthI2VGBNHfM81H2KIKfLtRuYl4I
HkIllcVVwY0EEoqY0qkgCVWy/Kdh1QzweAldBRc6+IyjiRc6nvbNayiZPKxiJ1Hl6ey+KOh3uy2n
w1yO3Yj5lyBfGygSHIij8nBw81c6Q0pt1lP3jwka3RQNrcNUJMTyOovClVFjQvSEBASMcQDhvlt6
kU48QZXhKw+Y8WoNg0zIJEgRkdn3nywo53+Hkp75hQayvTZqLMneor9gIDK8LDZEIDE/j1gdc5KB
f10TTR6zMluuazaXX4O6dYKjzd0hdn2lvdhxeRBiQVrtAcWo32NTeE/1jLnJqVPGdTCzQ9N4Y+Tx
0dujlpM/QCoh6ELaF+oZVoTyO+/4GBkkR/FFWNM3CGNAinOC+1OGBz6LCj8nYBJW/o3dT48+0fmV
4JCzu+scxfa8IwsmRyKeP7Kjrmtxy7vBScwBR22+rhQwx9pYT3PaOe2IeeY/SnsuvjYsUHerSXPY
YDKeCtSXvWPWVvUOEu3e45xh7kMPjrAwsVb5LTEb9qXqu6+W39UvsrNey8zDQ2WawXN0Fu+wTNCi
KfGVFhjO7fCR9B3mlr7Y82BFAPiYMXfaIYZzfLsDbiaI29J4dRfiuvE8SGBnuOoiJMb4h0DnEPLt
9NkxKccmqZvYYLZMfG3Irwzbs4sgksxunH5QGCh8UIdgivX83S++jziKQWILR/sXq9wldLuyjM2p
VvjIHf6HrqpCT/rF3qwLGQUTHePFy9rYHWixG2anihpqjRHeMubOHkV/tFvqxFD085+kUxinkUPo
smIzNC6l7UQz1lw4LVkVdkwbUZe1Q8hadK2EmkhUVB4kxhZPVpHgE987pd2/yNEh3z240YaLU/B4
dUGILF6RKy/n036pghoWpY0DVsZoRNwt6siSCui9njvy0a8g+2NlEGasK9FGQvn694gM4UrgJfNd
tbw62lbuhnRoS4Y2Ktgjs2DzAaePAZupHAKZxmg+F3Yj22huB3ndlbr87hJcQCHHmyqyC7HCar3x
ZBe9u+8m4idTZY4vlirRM9NBZ8ZkHIc9m6fgAGqdE1U6t17QTAnCohTlF6se+F5w9HtGb8yvRjTC
73WmOpzlRB+AlwuiwlTGrSoLd1cRIh9qz5vvi0qqWEFsMGTN4sUqKNt0JIN3IgC4HgZFloR1XvmP
ZFN9KObZjLR0G2j4Gf7VzNv25MnMCDMYU87wkw2qq6F2nOt2roqYGMO9a+omKjJ6z4iZxVYhfwLE
w0MO/ZTQqaoXFHohQsWIDuvMG+KxdvjOID5ODdost+UE7ggJWjMs+x63g1z4jeyDFebqjKFVaYA4
htIIhZM1iazaDp620i1OtJqXsHTK6Rr67WoHKrG6WSxJ90YbiMQG6CqBU8kcOTNpIRM0OwfGDHOX
NYwmGr1XGEOa6iuu4CqZ84Ini161CkjnRJqTIulKrGlIGXpH4bjodHoO2uwEcORcm/QG/ipV5ImG
Rh7kkEN7yAWMQph46Iqu3ksbcX0l3F2QGU1IWamfm6Hy434alnDVorrN8gFGuaowjiXNhj2gv10C
k0x9ogOfkqoevZ2QRbeTOP6PojR0RETpHR107x9VraaISBMOCAbrY7/D4pElZBb8HABxUKHNPZnR
lo+mDu1ZDV31mA0asnnZ4FxXM2hiVol/uJnfRHMOU3vayjqsJ5wakI0TJ49qE4qhTfkgC8r2tuy7
B9FW3bEWi3rqBWxVzTlw7oU08Uc3okpGGNp8K9Wch7Dg7ENqgppZuMO0h/8RE3GB2QotyprErWQT
lh1tjpUFRpxvtz3sXPAys2fKDwKrGHuaD48O+N0/Ck+BdCP88WBxOoWZReqwWNTP1rVlCKAHJGpN
rDNdtuYV9mwWoWxo7Tq/zPe+yHF4Q3jmgI4ydlkWsDhgyolUo+fQXuDnMMCN4xapvOec0AmapzAv
smJnS++xLFh30qPqk3YADrv2ljyusrZNgMn1Th2zx11fu34YjFZ9s9geizzZ+TFp3RrIDuRYuY8W
qK07JJKseS0bYwkzZ3GOqFFlux4kpN0UOCqEJ0AQzo0HIpirIMbUuTTptEcBKPZ+BMv4Q/jafwUz
zkRCynHmKcvYixEaN8IDumnmXXYYROdcFXPObiTJ+d4uVftcLiSLLFcN+7Jq7KiWVMQ940VsAJKx
c41W7Bv08K+RFmANzmMbapVDEL8daYL27r1iOXVD0A1h8NFDTplnLQApref08bzeNsUw4pvOGkmE
Lp0H7bRN6JTEEBEMM0jkjBCz661xijOv1EkmJT80MlfpUoCw3kolb+sF/WoiBu8WG2lOdMHYXStL
41Y0bQ5ZLIvsCpNM+3ZC93AGwMAP68ooYhQ1ul0BH4IhVkDgP0Lr+lfltvAhce96ZJmJqfLpxQv4
COe/hYivtj/L1OxV+dPphvIfungscQu6QKIs/1GapRlmZKoiJCF21PTUjuSIhBZ6CNahdUe6G0Rm
JABqwWRtlH7sLoFOBsV1lNVCgHLgsF1BvCFc+sk5UFMNSUVMLDo83ELo8b/OLV2tB2l9FzhLEUNt
CTgdZzUX8rog1KiiJMxpSaL55BQRsnLDPTnNvIw7MQXdQzPqLHRy9sIW+LwxUPtekULkbuKgz5jm
TjFeu0BQVKeCFl2HbBZQEnQ5VVw4wj65gspbyvyf0IADsaDFeneyLt9ppZGVTiw4ZHTClVPjCuRV
6yVzMQ5HQCjU49Sa+c5nEJ+xrcq/Ri9j+OIPBIKFsl2gs8S4F5Zyke2VYItroD+X9VEh5YJ8G93x
O6lxFuTWoiOFugiuE3TMK4i8A5jlljC/Mf0HZGVtuGRdtctRUb1u9Bg8KUgadFExdeqkNSuLcMiM
qQ8bM+O/qrFRKcS4anAZ/fKqdpYldlrbNMMh97qoR2K3R45AdlRA1ky73Iv6xQ7ixTKnQ9X2+aGl
k4yd0v86YAXcwO9yuAEfv37WvVdcj3kLfG691ormkT/lhZp30BhrY7UEdmj3vfElsDqeWozwqHR5
jqdQr/b2DOlOi43t01j1eIEvdRPRDtl5Q5WP5rtLT/mwNEnLuhcihUyQxdbXTaG6K0AVhxu8dtih
c0FicSsBnqjXs6MhCiwQaZdHyBf9xv+riPPJVsC1YUe6+TzuaYMTFE+tPu27Hgm9MANAE5wpS/KS
jWk1tyQkk18ktjXABcrB86LO2fRkZ66184Rr3FFs5y+D4UG1Ks/qGKz0POYGJBBb3Y9XRrk0u9kb
5wfu1MMDBAo5Dk3HDJtJyR1EjqKgCI6QR3suM4fEqgA2gVlTGRV1M95aYPMmEodgZDiN3FlW5exM
yHFEtjSmfe6OZpwNza+sFApHxNifWsHN29YKiqgyZKw9Yw4F3L+AIgmGa9vMh29VI6vQ4L190wJU
FVZ+A/+kqfdwQ+vylBttCWJt3sXlYuxzk4QBbbqQLNZymtDsS2Bc0p8I5NN3tpsJ6DKx4QFtASsC
QdKK9SDqq9XWe1d1BYuCZQquIZZdxl1B6W70OC5z0covjtn8LPgQ3Bk2DjePdshWpp6goWtXx5nx
4JslzBrN7EzF1iCGO69unCuzoaByKeOX57c4lpUwT4Ve+ZYw4A5RjKt2ULkc4U4MXXCKnA/mKu2c
eApip1keeAnR2oS8mKGgERoUvx1Loe5vM3LXg+Z/4q2qdyWbjAi9wDyRU7FAcImTRApcB9yVzX4y
BuSeFIhIqA+JtDXd5UBmyI7mZRfEBi9JVNK8Oo4usHo6gEtQNnV56HLWvQ59MSfGlGXHxRohY25U
y4lac/kNQB9vFwhTXy9i+g1nvurJsQnm0i2fJyrJrlXZDyVl/SjsokuHKgM4UltW2lr+GCILZclo
ec0e+TeLVpu8GLURkKHy1g5XnbKj4gRgRa8nJ8X42IWomhi3BiqUkRqmIa5MEKzNyTxmENJLGJ3J
nTOgIOEVTnuF6nN7MzrFdF+D2fvkDubjMtRAhnZGTR8z6tzZo0GeCAWXHXu15WFf0Dx1rB55PzOq
q9ambVQ42W/alOoKbiL6ZI19c3RwU0U810gWSLmoyLCW5jlj1UOXz/6pLAookzdFFzXcCMJJChZl
HAYIdm8a+7ExgqjvgnEHkloZ9bb7DPRPcFh41fwux9kNl3lYX1d5lZQuG/HqEqC2DWYZDhZd3LDt
zOXBAybp6CmziJDcGnsQyn6LqqSH0erLWDMPGRiX9lVvLf6uJuZ13k11FLDOSHt7XKfNn48DJTTm
dvmtrku+r/DO2hWiUqgf2GVUmSg4NQ2xDEA/hHsChkE/tdrTu2wx8HjURf1PSYh4yTT3Th72wx49
vB4is3S8I8icQl5mSLb6HuWssTYPYOkstyPxdZi3bvvQc+CV8EjNriDcZiV1p5GOCqPccajG/Zgs
mSOX8POdwaDXU1fVEPKupkmDgmfIVP8r4KoPK2ztA0FtKRkEoaGvBUmWruvukR4vIQEKKewNrCQY
1E2hJbR5A/Oa6jqvBX/+ZHXUR0EPAv9oH0ICH6YYb6ujQk8eZJKCJVXm0bOul/ZCbfRd9RW/D78a
8BFANgPgYgMCaySTHmAySzqoW10cc+tCX+HC7zubxuIE5GVgcvw+vauySH8SLI8eMv6FXpPjoyOH
muemHq79AHebzpZ0aitUB0+2sZuLS76758bwd5BN01K6tQuGNIKUOWR1wk9S8d6NYfMJKIBiUkND
MfVRZmzve/b6+SVE16YOSJEmzFs21fzZh8dOiWJTWsuvqbS/ffrXA7QsgWaBSRRUhtfJ+6t8n4lp
IGL0jJQI66uFahAKXp/tKEI2a+0ar+qLWKlb2BuYClPZyc5NM6O+Q9sHtfTZ/v3xMN71b/7EAA4B
PZVV6GTzEdA1oDYQgm5q0jtTQl8DhYkvH4fw3tfmV8ar7UOMCpCwrZ2WcloHWOHWTRXuRgmTHhcG
rRWtvvqNdUk34z2oCVMGAAoCwlYZ4d5+lRl1xX7pGhcXoz6U9XhaMgVzLfOLJdkPGJ+g+vhZHPTq
z7GCIa21YwRfsk1IoyM6KJzeTVswt6pTzn5+PH3rF9i0NqAoiC7KCg0CRGHTAa2sEnlMk/mp1fxc
hn3N5xCl01Bj4xsmij6XPPXed40wIDSxgbJBWNBkNwHdjtKqyQ0P2hm+mfRW5qIpIk5uhmpwmycl
h5Xf3HzRNkmmBuIMHw/3zKED+BDe6phUYD62siQo4g4EkmNeClhG1Ikrj3vJ/y3C5lwYca/nU2F5
KQNSqcaS9P/Dgl8JnKujBsSatyzvFklygNoRVgT4AeirTA66NjCJYYp8drJW3ASEORzAPV0QRtet
99chNJvI9ydf2bBUplE+hwRl248n6xzqYHV2A68PwDGLbpdfsSCJGHphpQvaZEzt6yZtxBT63Wnp
+h18al/IUP9jZM5e0mafo3zn6F8f/w3vlsTaxgT6GUIXfyQvNjusNHoXL1c6pz7qoWVeXy+2vNBC
PBsCwibwqlzlL43NRHZ4g6FyYM/pJLvfhshOECHYfzyKd8fgOoq/QmyubKCLClYJC44xwzezMcO6
udNNFebu7uM4l4ayubXx7giCNkOcpgaxqePIty+Amc5FQAqNww44QgvL/O2qywF2KHTOEWGwI82c
OtQoyl4I8v4YAtgIgqrgQQM4gXt289WhmO30ICtPqZA+a4AvAyWi1yLAS59KGUJfuz9Adb+6mrXF
n1qPBzt7uuRttw7lzeG7/hFAN6zmSAZa6Zs/oiasKXxVAd6A2ofvrcJ4SHydIrRNGY3lJXLE2XCI
Amd7UOTfpSyFRCVTefaUuuDa2e0/GqajFUr2Ur04lwTt3t0r69AAGIPKBjSX3m1sX0AjAVo+U6q1
8Wy5bCc8T4Qu+lJIM1ZbvamJuVf9MJdL1opnI4OAARwWstd3UODJsSFKYppTqsAzmZQfWmgne80x
s6/N8V5OkGsm/YVD/11igNGCOLGCiOC4+Y5CkI+uhy5SMOEx2i5xM9e3Xt1FedvHbTB44YzDLKkt
S104Ps+FhQIbWK3YKusyertVHCkVoYLq1MUdUHv73GJwkbUihasb/7HtPgtfxTBXMA7yBYAN3+Va
FdWQZvFtrFcQF2sUAi/h6NbLcbshgOxHbw0pKfzQNhvCrlq3UWOLvY+HdUDzsAFduho+nQWs40Bb
beWXWQ6Ezt7OG7YAIBaW1Oni+LFe3DuzFMdPn5MIgfMLQHE8EbZPqHwm6GiIUadl16r7OUDdGO8R
9vhxlHMLAHoWaGXCxBkInM1ZWdNMuC5pdYoliY7nwRVr++zUKRUp96DH14/DnblkVvmM/w23OfwH
NY8zz3qdmjlgG/pXYH2Zqbdbih8fx1nnf7sM/NWJYuXoQjd9swyU0dGcuY1OUdJ6cLMOh/D8WnTO
sy/N0OI8gqXpbQ0cdfRx3LO3AvYT+JcAjK4kzLcLo63GCqzdYk55CzBKRlAN6hPXlajQ/ezpU4vc
lNnfnUvcoHPLHth8pFo+njHvsI+EUHeQ3AQMcXky8Wpxxe+O/LwwtnXSNpPqgvgHaWgsFgCSN2Pz
DI5u5bTolBl3Lk5gS/KIVHcq8yIOyxRzufeag23c5NZvMh0/z3/CUYxTGf+EMDXGuF77fyWTztSK
yuaGlfbNHNYo9jJ+kdb9foRvQqzT/FeIYOjXevVipUEND8B6T6z7j+fwzAX6JsAmjxOOXSk3xxjM
Ao0ie5erI6Tmo6J4Vdb3j0OdyYJWmK+H23MlSpubr2UsoFAX6AOmvvfDy75dwiJe+Pk/LMa/pgqs
1CWYmwo/H3ZWEa7GoR///WeWtG8gx3DW8w/PiM0zj48OOlfcRIVKAC7cz8p86gEKOpWT6V64lcz1
tzYrGyICaw5vgS5o/fnv/xrM3MoGRkzGAhg/hXHOq2NfL4Tv8vbZgcr2srbJ+kMAMJtzoYRy5vh9
E9h6u+AKt7SZdtWSioI9Akqc5PZLNqWDJSFwflCXxFDPHU+IB8oCFgZQ4Fv2XUcaG3mqXNLOYt+9
0vjeWVBQg39ulucMGnrN3uD+jyXrr+0R8JaPv+iZJeOjw4eKEdhD9jtbKkU7N6gVcJcWGDJdWL7+
n36ebkqaY1PyObfw86gaoCydDMHv/xBg9VDAUsFNuT3/mOSyCCY1pzUjz0obyLhZcMkQYt2W26UI
ksT/D7LVlxxGozDo1AOcmiEAwMsPTQlVCUJ/6hxtDsN4JRSqY01wSUvj3H6DaBTqeB6+EbBpb5ei
EGggmFkB+Lz8x0OOPezRRP14As/c/qsu1f+GWBfIX9vMkZ6nR1kvMK6PnW/CTGpxkO7nn8oIAgK3
46I0jyzzbRBp1pYtFwSxl9ido+bSPJ0fxL+/v9myGdTiO5g1oLQNkQO6Z+ZuGg7Wpard+a/xb5TN
15BDMKvVWC21+8SwQ/6PfWkcZyP8SWDxjIWixeZ+aL15KIf8z3sfkPUqyL9Wlrw1hZt8/NEvxHE3
2zLIc+ksMD+GQ5zxrK3hlqF/Hbq5TP9LHLzZAK+GfM42X4bmNuB8ChB8t71pAJaW6We9FVf8PRyt
/g2xyV4pg/t5XyEEA65JQtcLLkMfD+Ls4kLaCBK9tbr3bRYvAdYBzggeijBIHxvon2nlxVl3mqxP
yr/+GQsOYpRSLSgB40B7u01K8KDhdeigeYLyKZB2F876c1/975/fvCsqPFppDRQrMPZ+bP0agb+9
ZEJwbq6Q7+KwWgWU0YR4OwJYUNp8LlojzfuYdxE7AnXiXXqXn7uz1tYACpkQMAbn9W0QfyRL0Ur0
yYIFiCQDKqlF4D59/qOj8ga2JcqxKDds5iqosowzkxlp4E8JLcShyFro/JhJUOw+jnRuNLj5kcWj
bkXxPHo7GoBlUYAgM1paIhj3ZmXVMUO98YJUyLkoDpSZHBSksJS3mZvhE9cjHNnUJHeAOC3Jx4M4
993xLUwXLGr0XrfqDl4NUES2uEs628CJsj6qfD+BaZ43XEgLz63hP/Iuq+QjvNw3396SjevA0Eqn
aOuHY/mtAbKnqQ8fj+ZCkO3xCLixtFW3BmlZ1PUvo4OiyKVyxdkgeDatDCzIu25XGHL1ZkSqovFF
RFST34gV9peoamc/OxI8FF5Ren1HtYJVjl+AnafTAJjgk1w6C7L+6vfH03XmAeXja/xvkM0Kzno/
U8LDQ7cuUXrsXxsADzr7FV+Gtv8lFPqnqwAPqm/bZTw5Y00XHyj/AhJfoWWIK0rM+7FdbjowEgQg
zx8P7ez8UbDEcMtA4XR71HSVcETZO2BDuV0YmHgYXtLkPrtz/o2wVYYqUQWUIODPKfX3BYmX6mbF
Al5KwMyzqw21PROHAHJte3NNZmPTdYODiWvyWSKzuJm8Oawq+cJENVxlqrejBQ0TVI7r4B+ioEdT
AwIR1loHe0UVKDVjXPhwdvp4fs+9tVw07YBHQG0GKgxvD7+xrcySKLQFulp8r01+43Yqh87+wKMB
7bCQ1sa475v68+9w/++wmxU7s24C0iafUwFJQsARk4tMvT/qjNs3g7tSK7Fu0NL78+r7K6/2KVc0
B60GI8smVDwBUGvmoN4h2faujNmUVwT2FLcAuoNZwYGP0Q2pk6IuQYinfbdnVttHRDnF68czfm4h
rMxYdNXXd/y2EeMuWZs3Dma8mK7yf1QfG3nyHyJAzQHCJDBfRKXv7TflOWhsHEoyqQncaRkIwHqf
WnkJzXJu30Bd0EXdCwQ+8JvfRukD4MZHijO60mbcLMMJxV45gF5xySvqUqDNWmFB0wxjgUDZDOCG
0cZ+1d/pWkNEhjovH0/due0AWQGkyqh4AEC3ycsnzhac12gpNoTcWNOctJTsHQ6gi4m+UTUVL4bB
v34c89z41u8E6ip4CO/K5qwf8ywQoEFW2V3r3AeVEU6gg1yswq5vsO2G+CvO9lI16FxYYkbWVuom
bsE7kkClUU1Co3z2qyu7RYUFG744jZVx7IZLCoLnpvbv8Jssvp77LAOQbkmBVpVzJJaXVp5MN66t
0PAPH0/puVsD9yEmE3c7+KybtclL3XNPWXgoCuiNdM4Q4uXIo4+DnB0QOnEmJB2BztsiBgJo1beU
4bvh7TXubUKWa7tnWZTZA8pHZeUnhTOVj7LOLymFnI2MxAWp3mqatU3y7QqkOsfFVAp5ENA5E+gb
LNYXbsL4E95xl5xFz6QXyPR99DfRDlufFW93uljFoVQGzJdL7vG4r+cdIB6YV+/TghvQt4YyIXpv
6Ia8N2JxBg9utUVhpOA4RIv4CdLDkD9//NXOLI0A3Sl09uA7B1madTf+dS1Iw5zLGQhkmHJ+yZad
Ox3/w++D876m+nhJbmn9HbwWzFH3ZirhKDqH/SUt9rN//1+/v/n7DbGwRtmVmVq0iEpTh/2nEYTr
V/AgTICKqActsnU5/DVDBuofdTXbRmrkZWjFC2Xh56cImnBQw4Ak59o0eRugCyDZWkMmNQ1u5sIO
CXhOHwc4c6JCcQjYrrXPhcbxJoBqSqMhK0hxARFgirxnQpOxefgvQYDu8imUn94pRNjweC58nRtp
ZSgeQgXyqDIji3K6PHl2fSFNOzsiC+U79LPgbrb9Js5EoXYIfFeqpPcAzcfHlb4Xkrq4m4NLGgdn
The0ov+Ntf73f31/IkEntXSJl/f4taq+muLe47BgeYJWRA2VsY9n8Uw2BCcrlI2hB7SK425OahtW
k77wgfccV0Vfy4KIJ56V+SU/8HO7Bg0yYEoh1WZDa+ztmCwwM/xsQYm/sYeIUrC5P19gxdOeoimN
QeBUWcf516QJ5oCA3nmo4gKp714VWl2YqPMj+DfAZt/b3oLmPpyqUqffedPpkmP3ue+A5xX2O6bI
h1LX279fi8kf5gyNpeJ1Nk6BnWbywnV5dgDQ4zOxhtEI3pagqT/lS0HR1Qnqn10TutWlY+X9NQUZ
FZgFU9S58e/bk9e0sqqAmI9/53KA9tmJ0X84+NN2rmP9aVU5QH0QDB5scKhGc3lzRrYN+Ikmn727
1jzxK559ejW9/fnNFuQT9C2WBj/fXAdtRC9lLmfwgUAq4exd4Y5oeW3/fNrNHqjWg3sHck0uoNyw
3CnGQtUfTffYWUbsDT/NlbBMrkyQOU395bO7/m38zfgoJHPBW5vcO0KfehCKBT+p+pKV4vsljSAA
1qzdNaCItnCHkU5Nv5QYpMkfegVKJOxL/fuPB/IHSfk2qcYDc7WOAyoK9/0WadkugDwUSETvUCHv
d2KsvQnoOtt9zBUvXjDLoJy29QOd5fCsOstGOtjxPCQV3A/hMQf2O7x5rrTli1vAW9EDXLKCvyii
gv3gaHXl8JylQ6Pq41Kweu8yUe47G0AzY0bfH+xsazggIZDQdP8f0s6rx3Fr2cK/iABzeBXVanWW
Jnhm/EJMMnPO/PX3Y59zr6UtQoTm2oANeGCWdqpdu2rVWtk4PA5EcHuf5/6mBpXwMHZN8r0rQ/9I
/Wegom4rX+JpkL74owFX4RgUhw7lkpe2mpINIvW0DPhTvMkiJXatFHblPm6V7J6Lp6O5bCpeozzq
ABTr2uchcj42efNP2EvqRgrkhH61KWymHdmo4KEaR/9bPtrTUzXa7YNtliGIo640/xlAdP1O1HFN
8ffSvZjAPEyD9WZXX3BOqVIXmFkaqG+Bui016Dhv9r/n31fPHWRYFX1dm7761owfU/2Lbny/vpMu
vdf59wUH3CDXl6W6pLz1SSgf+qqpXxQS0vDYyB0CIH2ghohDyeUKBZ1gFv+FIg4Ua4AKZHJ672mr
k3uLhv1ocrKgPJbR78y/i4DJyErpsncCcGLXhygEFv+xRSUKXUkC2IuwzAdmJJeRVxzVWnVhYiil
LxpV20TTHiLnWYlWGI2EHfFuDlTmDJUg0kR+6XzFCkeHx0WnSSWqrG2khK9Rc2Mh5L8mYHmGHJf3
pph1T6fENOm/LY59SZdyqEfSrsmitQrx4kBI5sw0gbgSsYgHA04eqp2XH6uHyH9mqq4vy9rnBWc8
1oFfwPLA543vz84aGFeIXP8zRXCNqTPgbGZUO1+FIFSkVm7r4gi9pbHlyUxXYJNVm9yTnhPO6vWx
LG1nkzYSoMdoYFyEYXoR0SrZB1iDGIC2uBiZuEY+eikJlSZf2c/LxnD8czrP5DlzPjQd8t8aTu3i
mJUPSfLZIHviQ+4hldWmttMVYyJK5X0iYef/P2vzMp6cVMkeELEysdaXoRt408aXto39zS6P8AiV
6TdfrqEwXPFKS0cWyfv3thIWT3z6K0Ff02Hq5Ec9O7RR91C1KewNktsM+3C4T821AqxwZ/9nkLya
2ebkbi8qi6OnWpMyetmxnvw7aXweUKVWb5fsVsjv/Z8RMePf+BUsLwNGglp+0v3ooZeUl9Kjrfv6
ZhRJ699HA1yLXjPCUYd89/mSFbGf+grt2UdPCegCTcPgvhhhYcpDc5Q2gzf2r0qc23dlK3+Lujh1
dc88ykGUwJPeAYWj8/ShhBt8m2b2R+KPeKu1PjQz6dQ8dX772Uogirn+m0VawovfLLwzFDWtDSU1
smOhFzCWSF+cJnjySuWLA/ar0jo3q8aNow97OzWeqcm67aTelkK5+AmC4x4dL4YenGmTp2+S9KjB
hHR9kEse73RdBI9ndMEgB/MY279gLinjlc8vbWIIp3kGzt1s5M3Olx38ctoU9Mcf8zKDJeOlSD+0
2PmDMZwYEdxBFdlJE8oYgbhpNOkjWvGka4MQ9m4ItVCdzIOYaZSm7Qg9VLQyT0v+83SehK0G9Zlt
R72cHdP+76h90JXyri2f9SDfqdKaYxGfPP/ZVCfzJWwqdEkgQ640xjP+XUtPnlHQHvtXxjs9bT7n
zhvEe7ta/6eTrV2Yf4383fXlWroGT8cqbLlBzVGv8DDfGxtLowfmMYm3U79SnF+0Mj9IgWvCICk2
n/ZJ7pVJb2fHKXEj1VWKe+RhDevu+lgWtwaQIu508gUXIHzTk3x1aDk+dXqnKjun3OVrbJSLJ/TE
hDBd05TDCYQE3hE+tLj75lgrseHSRNkz7A7NEioEYlkZsoe6DJQ6Pxrhmz7cU3sd7qvoD2JrmuE1
MltzLHKR8QgSn+whgyjst2568lQwzflfaH0PsEdcX5Kle5r8GalBm7TERTJSb1Ut02PuaQtqKz/3
t4P8ye8f6/Fn3uxTY6Vi9f7LT16974eJNwNXmk4XxkVoXU5hPPk6uznxmm5j9gVUdlFmVHt+G5LJ
AxxPgdHG7pRlMOxodr3lPdDfIz5sUoyUkr1Doz0cU1wpdp8Gj6bWJrvYsBMXxEHiSkEBw08rl8Wn
ujD6j4pJNACFo/VaG2X2Qa7LT0ZUxnd63fwwxqT9hKyJ9SkzkaXPVHt4GJTQgtKuzspNmduw1vhO
/7MKo8bN5NK7H00PIHsD1VNVTNkn2tXqtVzU5f7lZUE1fcYUkYQW+4tjTauMKA+Ug1M/NNNbId3s
/fk+mWfStDT7Ivh9fsUYZkf6iRreIdY/huHPBCd9fUNdnnEMIDHB4aAmeQF8Behbov1ggCMLYTey
vcC8h8mcxqtOM292jcSVlMJnZRpaoMQwGmUNs1GltjyyLK5mvozZ59r57On5ypAu14Q3iGFA/UJl
BhyGcKPJahN0ErvgmNtuarrjmkjr5ZSdf3/2OScB+lRYTTBkfH/O4tg7Z7hzbpTs5NxhgiQHnstm
U4n8BYMRZbHkeOExaKxtDSw/yFcc49IgSAfMOTMO9wU6ITULOdDLLDyW9lMY3WfZNk5XkptrJgTf
3vlSDLtHGh671lVz6KPu6BS9vnuXlvp0FEIBaLQyudECRmHWuyaFV2X7//q+KGibI+uk5SZaSnry
j5+mkBquhMArcyRe5IM1mhUUgeFxDL+YxT9dVUGvs3Ie1myo5/vVLgtDtRJstKUrj1DfPOprQaRy
ec8SI1Dbwe/P/e7imRsh4yukUgqOVg7frlK4Q7xH5yDKKJZ9TjXVbbQHGHTb4Hdr/pKc31m4D9pd
XNUrPmZ5rP/+DuFsOlpXexCnBcdJ3bbqzg625ppO6ZIJeop46NHCeYm6kbwOjtomCo9wxGrmfed9
rNaA0Gsm5m1/4mGsquusOA5CHhauDCtUs5fWir9LC3Y6ivknnJjwAr2uJNiyjqH1VUnvpGxvla5p
3N9+fk6tCMvBbYBkeeozVx49gPtyjUR9caJI+0HjAPW8I6b+Q2MaIz9GmimXHyDbK6DWUu7+YAgn
JoS10CK76epEZWc30Fy5drb/g++jCsI1D4cDZabzhaglJS6b0AzI7mwkGUrTldO/uNAn3xd+v6MV
bU7KPDi2ziuVkSh7tWEICXfXR7G4ECdWhO0ED7sRVp4RHI1kp0ZPMR7fXivBMBHnsSjh7okJYS/1
IzwnVWqxEF+RzLFtFwRT1q8YmS+Ma0aE12NvJyDcMmarD7Jd2chQg8CrZ3xv9bvWOkIolOQfrs/c
PP/XLAq3pDEESkCxMzgO4w7S1mjNNa99X7giO43eEHOYv6+5lHvNGwWT3kOVk2UR0WZSmDl2aPF9
mMvq38ka6cLKzzeEtLLWRFZVRSzIpG7Kr+aP/9fkG8LVqMaNZuNrg2PTPBrlbrUjevHwQVtC18Es
CCxiQJu+tq0RYaxjPLlGCT3QawijpfblD0ZxYkXYQkMfWL1a4QVj2zVS+E2317+/eLhPvi9soRo6
ndy35IBk7UN3iNKHoV9xsivzJMZZba56et0zgh5MwuTmMVq8vwvv683joHRIDp+c4BxeC3upbGLQ
fYPvH6kQlINbFPdDs9LSurBdVQoEJARJBsDgISwFddhQL4JWooHR2zjWr1IeVjztwlShhsux4/OA
tsQrT9Y9OebxQL6817Zj/OREH61+n8IPeH2y5l8q+KUzO/NITwIERZPsjkKld0ikv2kQgrb8qDr5
1oRBfyj/VvOViZsd6zVzwgWi2v4AVzbmZO1rGh284H5Mv8X6M7JyKxfi5W6eATwqyXoSG4gLCbvA
g7dmGmNPPhjmHhZrK3uFOvj63F3ugtkEeTNI0heyTqbPqwGODOWQqa7l63dNsBYhrlgQ8wKTnUR1
+m4h/DZznq/l5ZYmCUIWgBVoi5BiFJZDaeDbz7JBOYy+uWtj40ORjnsp71biw8tVp9dPnwFbPB8A
owlrUUSAW4FuKIcc8gTkMe6lqvileOVdDyamrNuVs7M4KhpwHQDz8OeIdZqpGMZ0rBlVKnWPRuht
7EyGkPzn9dW/PDmkVGRKeOBbUV4S30LQGoMeC4gVqmB4isr+Q21VCSmy6WfvGU/ZNH20g9vznNik
E2BeKx4mIhA6CDqnivoELGcKi+0Up99HvA8KH/tKi9fqXUubj1o42CvSByCL5lU9cQ1l3xdKJwXK
QTfrbeNBAK2tOJ81C4IbRUZU9afSZgrl4mMQ5R8NZRVGJjaO4ECZM4QqqOcDJ7lobNDkvo+lxiL1
ZSIZqkd4tUB+hsL1sxRoG0uZdNev6t/5BPI2CELUhfK9h8JxHUkbsyzuru+aS78OlHvGaKhgzGkQ
EI6CGrad3A6dejA0t/xLAlesHMpp5QAszasxk4LNUsqwYgiPDXkcra5F3/sQaUG6twdEdsrCWsN6
LloBYzi3QJIVEEGYsYNGpwwA+xCiVuJ/4hr5g+1hnBgQ5souvK7jCCoHK3oOh6fx//l59Xx/V7rh
x9U4KYfJA4+zzb9cX+m16REWAQSJ0UG3oRwka98VD7m88v3FnQSFAhS6qLJp4gXXFkMWp62uINDj
NuV97bw5yrN6+9Oe/XpiRZgkr0zprMk0Mt9ltFXacPvP9VlaKFDTeUrvA8EMCIHL0o1kRNyjYKTC
9IuBYLAZw6J+CNRXNcyfKxT0jMbbotqN5sFb16/kLpfWCEIhWNBQdYSUTLj/8mZCipLWp4NtQ7Tm
Z9v99dEtXXwWTofuDQvUopj3Q20rLxKFnpJ4yL1wY8h25RpS3P41cOnuOlXOHgxEKlaCrKWdgbum
jctRgc2LnSxZpLR1i1TOoc8A+7d5Mr0YNSWdvDHaRypYa5LJS/bmJgOKYrC6XTSRhmMcaJVfy/gy
8z5t7H2NBIq5i7yV2VxarVM7wl4cRzk18rGcx+V9neJqD5n8X7cv2IwFZrEQlLi41EvUqSZHoXnc
G/N7I4heaMNGUq0bXhLVeELU5Pa8DVN2YnCe25NLNgmUKLBlDGb1V6N7zM1yW4yfOr3/A2cHSsZg
VOi+IJR2bqdUJa/sLVmGl6ZwW8eVp3x7feqWVgc8O2UmytXQ0s1/fjISbRqLULFHcichjPYFUgW3
V2SoUIFa4r2FSAk8pOcWUDwLfWOa93Vf0JZ1KEwF6agf14exEDyeGhFvtTFpKisKMJL3dOMQ9yGS
Z1F1V9XdnxiaWxjoAeGVIvieCB27OK0w5DT7WvrlNU9V/+m6iYUl4WYmfw06ChYMWYiv4jgNQ0uK
tUOqf/Wd38ka8Gbh4PNwgHuLBwSYafEKyhWEoSWJvrwof6nqr115HwcGkpYfrg9jYUkIl0CzziSO
XHfC3u3KUslH+vEOIbT7KE98hY77DyzQuwQzpa1esqkiZmCM5D9oMByKuzDtX5rBuyur+OvtZiC/
4JKbsc1cCucbuFAq3R5t7rpJepEnVMCmyK2KlZLfwqLTKQVaibQ7eFnxTZcP2aQ1E3eal7/K42vy
+w/GALMGeXgkNWgqOx+DKTmo2tk09SWo7cC+fkgL5/PkySu+fmnN6WiA/gK+EHD/wlkfUTK0h7Zn
a3Xq/Sh1u7hovoZBvAKWXQo/6OcEjKuCYYZoX4gxgWTHlZn5+F/H8WYZrtHVkvABKMIuRups00TB
PvPRPyim56zKf9KAWm9aiMyuz+pCoMDPYAcyo0AAxCt7MAO0Ux2IqZJu2PUJwolG+lcbmV80LyAl
Pa5sRJEMbn4UAWDh7FKPAIosdox0gy57SdfQA0qbwm4qlOhXWzkdMqqOvA3KobsbHUBHgyklX6vW
Mre5p/egfNFPdK+PfMmHkBmYmVpsyPzFbJ1f2ZWMwtp08INhQ5/BZvQc109pWFhr8lmA3DJodNOh
gMAQr8HzrTsaaVDWqDseVDNvXwI//hJLg49QU9wG94mZ56+JpJmPcqXXbuOZ9raVrD948nLweVKD
VYJCRPRlppcg3tfSmDXUwZ1mF8dGs25GjTHMExPCRZz1UYbIJK1lYDs25vCiO9K28tEv8tdQeEuu
Zn5+QB1CGxig+fMJDSYHgUYlmQ6Ii/nDJrmRTO99lxIcsVocDADEwuGM+4nkywStVu92/qslr8TJ
8/V3noxEjnCmiqGrQIMlTLhXnIg3cqdC3aAkBVCnv8NEviuVj6nv0/PzQemOt+90vNk8T++eTfCc
qNYETuZV4+FJtb7sYAT4cvv3aU8ycCDUGS96P9pSp6YVN+OBFqJmawavk/oaBitRy8KSs7vmXlw8
yJyIOl9yHnGDVXajcaAP3/sUVZ+vj2H583MXLlc9cZg4R2j0mhJNXhCn/50ZDyFp6OsGFtac3/+v
gfnPT6JUIP5SlWQYwBXcV2rFKLqtY39Sje4O/Xa3U/3tdYuLQ6I9D0rx9+KKem4xiO1+lMPEIE94
F/r36cp1v3BRkqMz0KSYTz3vzPPPN31XZXXVWEhfoErqdscs+oMBnFoQpmxWWDZro7YO2fQrpgAR
amvg57UxCJd9G/rwUNWVdWi9O0W5k6ttvXI2li0AqYQplr+teZFOll3zNCMnU2wh9P4Ixi6Pn9U1
/qmFi4yF+NfE/BNOTEhZKY81mbdDBmYzlWZvqMd/Z59v302nVuZfcWLFSGx1qiYGEsp7K7lX1yr8
83YRfCJ6TBAPK3RZgbgQvu+YeQaUMrEORvDdzB9h4CzC7/q3arodc0WGngw5iYo5hS6i6pWsddBW
z63DlHyrpd9OsYLWXVyOk+8LK16UrWLib62DZ3duL9/VAAQ9/Vcxrty2yxP27ziEZW9qlA+6jnH0
yn2n770AFcad98Np764v/PJ45vYDaEL0Cyw4FOrSSMLHPEjGj0Rya/st1t3oT3YXF9T/GhF8Vem1
aqbbnnmQG/tLkKp7mMi+Xx/HPB+XG+xfE8KlG42qHGq9ZEJ4YX0ru3jnZ91I88ywv25nye1yG0Ix
ORN5o1lyflCG3Ee0Yezsg5RvxnLrrzGZLYwDGjFyXnQ1EVGKD5RyQmBvGDv4WZx7I31of1n+7SOg
xDMzvFLs0S5a7VS97poelqFDizTpzzBc2VBLA4CKkcY64LpUyYWLwyxlB+E5g5sQJfEoKt2gghD5
062r4GCBmw9fMjNkCeGCCdGFjLCgeqgHd9Q2Tvdw/fuXg5iJnWbFp5m76qLWP5mGj+oI6Wm02V3K
5Xe5Gt/7gXnzIccMLOMzKx+Rrlh3swGf55UiqYdxAFMg7UzrmCrPTXyvyp+vD+jymJ9bEtxW0Jhy
nFdYkoaPTvmYAj5WAAgmt9f9z+3ME3tyjxRmJKV54kDSToe7rr21JVr0zWHQsm1VPTe3Iz9omqAG
TJitsZvF02I7le4nyHgfLMtnF6DA6b+gbLVRp5Vc0eWxPzMkpljysUhseTbkIcA4tH9XgLuur9Cl
wwfyAU0EjTIzykTc0j196XDvlQZEdOV20hHyVaP+R9Gg8tjFP9Sp/3rd3sKI5n5UJDJ4pVxqxEhw
UHWtMgwHq7d+JSauxopuLoPMPgZCbEqkJPDFh7Gi5TosMfpwiIwPwU4PVtZk4ZAqBEbm/PAhSNWE
vdagn6cGPp+3vsTtcxW8oDT/B3N0YkGIWgyrTYfUg5bTi+NN23wc14K7pUVA4nH28/wLf3Z+XOTA
tkJNzWD5QzC3aNDm9W+Ut+CxS1LgxIQQBKe+bQ50GELtTuTYoOJNfjDpV7ItC4kfrKC3aZIfhBhG
XGo/HzW1a9lNXf2A3mymIch+b/r3vuRyHI3xDi5mc63IsTB71NdQMAPKxKNRFa4av6vSuGoaUt1q
79p1Sz/s7fcAFt51QaAVRS3qfH08fayVVoMnOfN/2EEGdmnbxffXN9lC/gg9EJK36NXM+U9bPTeS
JJqXtB21mqJ4GY1xF9N3JGfmRk4e/PbFzx+TLn0o8psDWaxS7yB9Tx/HBUaHRK8dIC48HeoYfbmp
+9mX+p2c6X/DlXJzGhxTc6OTTKsT6DbhoKqhkSpym5N0dfZZ97tXXqUb+drmXX5mQjipUVzQL9KW
5FsbCZXr8aWu45W9sLTbIIDl93Njg8kU9kIppUoZSyG5zajz4TlpXlV5jRZuPu/nUSzDQOIHdUHy
xmAtzrdCkPXaNMtcHqTe2aVO8paWtmumMGyV3tZTENcM63LFjS6Oi+IBaRFaMC6ObixFPPMzVkdr
/I1BhvLX9f294KbZTCSOZsIVnhKCj8tNuwvNwhsPefgilzHqltGmC2+/ajQSO9A50VcBhlIwAtO0
Hdc+Kb1kkrZRNbnp2kNpYZrOLAhLM9aTFHUKFlgR+1u71po5/+/CygNgc+hFIKWDmoqwgQtaRtTK
kJpDYCDunob6JlJy+GjH1zJSX22/NDexokNtvpboWRoXHXXkQum+gVlNcKLlEFR50GYtIVTv1oHn
9rdjk8BB8KAAEEocgBM439SaZ456OwbtQWr6jVE/j9I9auCac3d9ny3dQTNV4EyOSp0YX3NuJ5cl
QBESdjR4adp8J9fmiyztq+bRtKe90gTbOMvufXui6W6t1XVh9aAt4S+CuEu0CRWV0IqKpD+kyRcp
Bv21sr0XwneCXMj0efZQehUBH4naDn4RUxVDBXzX4H6U1nzQfBse6hVvMC+GuA9RwUIT0aZ6dSE0
A2GgAe1i1h36+sPk93dx8d2XyPd7/i4svl1fsSXPQNwOzJEH41x6P18wXU9NPWtYMDWw9uaA2lwa
5b8kWV65YZfszJxPZOXR+dJEfHgfh2mX1XV7aMfkMNBP5JXVB8tegwYvnSQQBKyPzD4nR3A+HJOi
uNqnZnuY4mD721fi7fXpWnIRJNAQzmUXUMwTpysPE6UPvfYgZ4c8+kfvvhAsKu1zQT9LhOLy7rq5
pT3HHngXu4XjWMyk2ZJWZUkSt3D8oZkTfKuKn+lEkXLtabrAueDwfvvX0DyvJ29Gp6eOqtazofRV
q6Otng3P0+TtNbP4XGrtRvabNz3OdylkH66e/Ip8c8sir4Wwc5gl7nwKN1DkzzJjF/xJtVzYUyPj
CDO1fDGa5qUPMyqGslsZpis3zbZJU3id4+e6y5wNEMV9aGuf/mDOOeQk3rkuLx6BRa84Vd5GnIhW
36TJ3u6OlvU199a4ot6P1sVgnbkGDkyItJywlzozMQbJ4+gZPSKMfvaUj8Onou/oIEMBWB7NbRrp
2zD7Yjf+j6FF5cRIEfOcMreS7Z8o7W7VfHhtbcpnykw1l7xZqXJXy2vd2EtHF4wJcGsdhc0L3ag2
8ynvhkxIYu7z8jmmi9aObwcxOTrSfBxaY76kREQyGUPHACA4HnT5JVPule/XF3XBL5CioEQAgAne
STE2yREGbfVCHdA1rDfFF2O8HdDK4wT3xu0DHNC05kk8OUATrG+ekfH78zh0S3Ivq1y8C65HRwqP
y/X9OS+C0lM59gu57IeDlGiuBWvVWB6b8admfArkH974ZJcf/2DOTgwK4ZBf5E5se7wnS+lZqtWN
nX79EwMkEHE8rLvo3ZRZodfy5Vm99a5ytsMfbFxePCBoiapAy4jy3aVeGePgmN3Bt5zNq61+DpSV
Ct3CTY0Fdi6EMbzh5HnNTlbdVxs7t0q5g708+ipNzq6ZmnDjAMKL8zrYdMaawuPChXBq8P0de2JQ
18O4CSulO1hwzyfDDsZItwg/ys3tz8UzO4JvGvLYqiuIRw+x7bzIo/1YBe2nwKluv9/OzAjP7krp
1SzrJ1aoJ7mjvprVp6z7NqzR4CydfgM+dO6VWTFKzFKpJgwybU3ohnzpZDx79cqVseAhId6Al5Gc
PnUDETiVT31UlEGLCu3YbWoVuAQwg3olUlsaxMwgD3cMcZQsC3Nl6uN/j2MG/Vkdf8jXFKuXDJA+
IvdJfAOjiPBGcIKikpO+6g9t8FL+rIOVCHDt88LzsLK1Nsqnuj+Uw3ay3HiN4XHpLJ7+fOEsyiGY
rqnn+7aOpN3Gy+4V5bEo7vq18uaKIUeAxvRVbioRzY4Hrd5WCTIwR2d0E4Ns28qLZtkQfR4OD6nL
dHRmN4ZkB3l/MI0OIrfQ9RGiia0PMhSwQ7uyvZb2MITlPDlgCnIuHh19LvHfQ/TK2+lbEX+05edC
X3Eq8woIAQ8I4v8zIU4cCPl6cOyuP0x1eA9X1NDQWOVW+VNSPJtmuOnXtsSStzw1KHixKtOVOp4w
aHbf0+SpD5/z8luydgksz9xMLE+9is6feRlPfLI0Wjq4TLk/SFBKjrTK6IG0qWlvuP22tLhs/teM
cH6op3oJuFO2Xb6dav3eQaT4uoXF9aGngNwHvbUXLJnQHStD5eMAykrun+KuK1+cpk9cT62yJ2uw
FDI6cre36tHZB/Fo7K+bX5pHgn/SYCCBLzkYjTEmlzzQ1pl7HxX5URu23RoZ05oJIaSpczoYAYPK
ByX/Nsb+VnE+OsDyr49jydG9I+cAz6mXmGZzKDMzrVUS1ta3etvKK6HsUq4aFCmtgvMsXVLH2V4/
esXU0psKGswoN/BVZ+3zmPwcjWiTm991qIit8HYgj0OrHYUFOicUqJ+EXZ5rAUzk6iQfGii6XG6j
5HUw9e5tKqQ1gmh14Rk4t/VB1kobNpQa8zKenCgYNagIDKT87W7c1fVbKB9JLe9IY7pGtW2UyYXM
daP19aYikSnBjy0/mtJ+6u+y1Nvoyo+if26yn3JLp0r8UJbd3fUVfhefFj0ZDRdzKppo/CLNZRfO
mFUabTGTfu81lpt7ypvWmi7PZlg3n/Xwnr5KIlMo1L4b+kNcHjm8rj4QFmjHrnsgINkWyVp6VJ2z
Gxc/y8QFkeyDV1B8RNVW5sWIEsnzK15Pn53Q3jTyXpb6Y5r/kLLoaLZ3pZFvUut5KF/C/McUpMBI
u00xVfee5jy2bbGRKh/lxre+jY52rbh+3a8EzcvLy/TNJXfaJMWcUx1naKyhV30oo78cO9iM06vc
fJjKcgeVvlvAo596d5X+4NU/9ew51R6L7BAMAY/xbKsq1V2VmK5hQZKeexsywkczOl5f3wU3McPr
5xzwTBj83nd6sv+8yu4HLwVn39X1+GHMVf/Zz1CyNbNxrXo+e21hych30GIyh6bgtoVjFfmdZFQ1
S1YgTv8c10j2DFE3PhpjV7v2VNSf7LgtPlSSI614+4tB0m5DonROaYItRELr/JApHgxFg9ynBz/q
trHs0yorb25vpD+3cvFg0dK89OUpPTiZ/LknxPcme+U0Lk7hO5ki6UvCJGEghhobSkRh4tDbUEaZ
8lYZX+vxNav8XQ/rwVTd6t+BK5PGBCEEuN26qNplShzBXp02h9B+Usenf67vvYuYZWZTlpX5AFNG
wUecL8s4SXovxwpFiNxw3KyNgw2g1tZFjS7cwxzpr7RJXG6Dc3vildiXUt07fXPoQ8kd4PneZDJl
fNKMK9N2Ec3OA5vLK6TVKLWL5IEzujFu+qE9KGVnuhD020+0DGgbWwo/q10w3jPfa+CexcmcCc3o
A6HscXFpOUmbaqbeHJThudaR4YmepvxzffPLaR7aiRkhNCM0ajp1wIyWGVtZjzfB8O36rlhYJSpf
uIk5v8TmEPZ4bWpJoShTdbCm4K92KpMPWTEpruZ4ytfrlhamjD4m3AHthDNgRHBIdmoCEAwzLHnm
d4iH3qTUefD65K5L2jXyv4VR6fQBAVEj7gK5LYwqCycFRWqjpIntmLfHJHmQrU/Xh7NiQvQ/NGFa
UZpjQpEea4RTSuW1X2uSXbSBGrFhcnDnRNb5kU0pCgZh6RWHOrR6kj5pd1coSfKaepO1cogWVgeX
gCwDBTa6ccV9gFzw6DR5UVEBvZvsB2Pa191+SH5cn7SFo0qFnZbfGU9NRC7sgdQryDSaUXVwutRI
UddWhn0rlepGISf0lDdBsjfbKVxBQ1w2bL1ftjO3KOVXEr5C8cYb0zbUfAaXdI/0OhTeU2G9WQrn
9U2ncNR8jcM3r3xI7ZXDpYt38GwXGmbqOkAkLtI3U5v0o6Tm1cFs4vgBRbvJtS177e1xGbdDDsER
pgg7t+9dMP+WFgqxvTnlyK83nxJF/dKpittp/taDYBqMSLwN2mKrlMboOuiHXV9SYY8SpqJ+Q2EU
sVGSOxcoPSuL9JweayR2yrck2FnhvlqLioVpFE2I+Dyt9qosKDDhwDezS9faU4RN+d/Pz1Uqim+X
xMl5jnzN0Prmmyz3u5Bov/xdpM1G9x59+Ub+iAtbgkMfykZP/ApboIzvffk3Pmyl1LUwWaS3NUIv
Da0zWBTPfYaSzwElKiJvSrcr7ow1gLHgJ+YBQDoLKhcTcDCIyULLL1BK9hX7TRk+EhJtSqPeKNNe
XxOwXRoG+FwehXTxAgMWJqqOQr+UlM7mifZ395TZt11G78NgHCanE35I6NfOZwmubqkIfMd8U6A4
Pg72pPwVGaX0aUq0/tXo5OTGpwkGqTrOZjkqNrAs4Uby2tbvpqTK3oyxLI99MT4odqBOdxU02i5t
s/IGlaVvtlzEd/0U169Wk4UwMmbBxmsqeStTXnqs7dr5mKMLZd/ZZlLuxkrPmHzbcrVCjb/Tx68e
x2YmSZPy9tOtx3yW0cLLcDuA9BB/v58oTYfoRPoGZbZM1hB19k21gpi+dCVQ3NAXjpQqCe8LdHmA
wKEeKH30ZsmlO3nkusxhExnb6yO53FmzFS5U8AJsZLHXOauCXI3Aw75J3ZPiBG4PqOi6hcVxQGsw
t20TzovXTeD7I72yWfympfLGsNJNIbebfvjnupWlcYDwpy1NoXKHlOb5Fh7y0dBjLU/extDNIQle
GcS8IU/ej/OG5YD8+/nZ/MlTNVKaPugNPu8Z36bwTmqe73rvWDb3UXOvrCHLl8ZCQZCmHp7HoO+E
44iQvDXKA7tLzZIXy94keb8SA1xaIP1MzxDQCiqdFyAbwDcWdK15/Vao21q6z/P99dWY/dH5dPF9
Hh8Aipey3KEuB6GjRfWbotbRSyfbwSdalIPH2DBJ20AM/KBJsrUZgj65LX0772AsAzAFJLuQJQ6o
PtdJU9Zvza8u2dzY3XPxdcEPy2Ncx3JU1W9lFLpm89Ctlp+XVsag54bwgQIU/zzfaE6clGWEy3sb
NlI/biJtTc9m2QB9pwiVE5+Ix1HzFT1TdJZ+rF4l71nWVldgLswIi8/DneylAe0z21gYgtKqQezb
PsJw2ILKvDdcr4JMx5WT1HL2/tSGn3oLCJTpZLpbSEg7uk7TEfdCkRaq+AZD+p57TuU2sle5nOzP
7Bhlk3R+JwPPMdudFDn2Me5Uexvkgb0rnUTaZOqYbBFbj0j+qR/9vjFebc+Q9lGQBf5m6PPpM1Xq
0dwoJJr2NTpvxbbtrXon59H01Ktl/zmld2TTm2EfbLJasugRq+Rxm1WFtQJyu1yE2UU5HEGCLLyv
UNtykiyrlMxpD84+rNNNO/krx+AyipunntucFAeeS1wDuGk80ndOcYgt2e07FN8e2rJ8kFtSedka
9eylh8cYzzLEP0nr09NxvmfrYuqlzqvLg5Pr1AG7e1kdnrNCXxnTwqSxpzgWxPdUt0RQmFwGajs2
Y0np7MGKPtnlyoW79n31fBilXbVe0fL9Ln2DRm8TrTXUiU8T3AcTxaEmguHldXHZois39ENX8EqO
PiRatzGGHF2SV5k6diK9KK29NZQ3Slvb695YTFi/2wXmgXrBezZNDFfIVo9a4lT1IaTUk6sZyehs
U3rRXTB8qbynyb9XvK+d+bdXREDQ9r1NJ1j00e4+T02wUazUTSgg9vo/QzI8pJBYFOWL3q28nC5D
aWRDgZHMpXda3USUShaNpd81jv5maN24bYjaX1U9HO+5O7LnYGjLG3kkZl+OnLeCk52fwRdMkHQf
SlNJ9vwNOTVTVmk6le6uz/v/kHZdO5LrSPaLBMibVylNZTmputq/CO2uSHkvUl+/h7U7ezOZQhLV
89CNAfqOIkkGg2HPuVYo/N/hJwpMDttAveBSoQpQj2ZAZ7TjllgvBkfuXasV8Y3cCfy2CoHsAAlg
9sYFvJQxr+6YdqNjxQgJV0xM2+xXU9XOERAWU2SA0fbBKRZwCJDOBEosujWddEl3me90il+yZQTO
dEyuOg9+M4/uNA5JO+xbbdd4d2Oh2E+VCCmYI6VVtSijDBjn/NLQxOrycFC1aKpkSPvpIYogvYVl
gM3JbL5X1hjOqnbTa+OMgqVobkWkJah4peiHFLZXtpm46g3eOBL2wbRrsv0Q7GxdsWUbKghRopUF
fwtluVSPobetYbVslM1cAMq9GKp+QmPD00MPKWYSgTKJ90wWgPx8Q1o8ZnGvF9W9noOM25nm+SV1
R2OP3kuLh9NQ0V7YOh1ZtMW9z7lvHIYmM8GmzJ1HZw3GQ58b1jOreL9vHJJ9zFyPHtpu5Kqn6vrn
+vCoATYLxxq5N0dy4DTO83nq8gHwr2R55pWuxSDIBDtugAJ8vjbWjs3aJ16V/d1tW3CtV/C2xWAg
hl3ehuAuDyId+GD1qWXFtnNY23u+HpTUAhtnDRHAQEJkitSTHDasFHpQIoUdg5G4ITuuYquVE4dC
fdAzLJrwRBnoKmoHkRrvW8ObY2B2D6A+TLtPVoksZRg0bfHBKoj5cW3dX5ynzWGumHHEXPT4nLsV
sByaIFVNLm/ZPuQPcJyIZLDoKydn9LRl6LQlzu1i2rWTXu5rf/Z7lKuZD8Zl+G5guCM7nwTTK7ry
tXAZByfMUqQTFL7JxvFe/BTxup3Fhw6ILc1OL1i89ictOGTWo6Wqv20cLwwGUsWYNkeXnczQloOW
li89RPD62eI01Oaft1V04wU+FyBjERXg0zYQp7PYeQWQ12jfIUEbLIp7oFiFJ9lw05m0hRUQogVh
3gN88C8O4myXPMl+uxxHbBY1i339e0UTlxxrFRHFdS4AxSGcgwm2MdwEOYIi6QiAy0Uf477kiw3i
i6paQrTs1L87N8h+uQPNwr4N1oh5jbmGcGJUMdy1tmHMVTQpgkkIlVG5oGOhDZrQ0ZpitphTFGRZ
bPQeSr6pitBXIUgu6/B1XZ0iNadYM3ZGu+PlgbkKv+H6MYRzhUkSkXsUOXspeHDsitmLD1BCRLtz
EdUVprIOo/0yqRq7NszFpSTJ9rfLOjarRcc4MD8b694hDwP7ZNYHhxwxUbfr3CMd70u03d++Vtca
fylWeu2BOTKBQRZic8tZTxVxnXtUYKbTu6WA6hDpL3THouFAnkrWDULt2eimGDRx4Zp/qVQgTNfW
AbPtZwIkC1dlPVv7cphiXmhdBLaXOaIArP6kVcWCOV5LxR51fcvgORs6ZinBNYGZd8lQ+D74fopi
xII+pZ+MKvL5sUDjT2TVx/6dIMZ42ERxFHkwMVGJCXtxDc6sN2UA8V+9woyb8THvjkTFC7Kxd8ix
Ap0ZfjqeUBn8ol2KqvHs1oyX4THPD4EXGcOBK8z3xl1FyhDNcAiNMUUivw9aY2RrjXcy5vpdlz9U
5k6J/6cQIb8QQ6Y3g+OiCasoESdGyNUYqiBfJUI6dj5UYx1Uos+LPRTf5/zUq2bLNiRgQsVEBsHG
X8iwXx42iIu0xurqNS70wd7VZXGqTbS5uY4KiW1TEBD4RWIE8+5yWqQwSy3IC77Gft+eVtMEQ3WF
KgZ3Vc7HhgkVUKKocKF8iVsjrWhykMxK+wEromzvr58GPY1MWj/ZpA2ZavZUWMnL7B4iCUGrAshx
OLRXwUtKhqWxgiZx8zzMrH+c9IWNX93pRJs08jpfYT2vN/FCnFztnCe6NlUHcdP63S1PDVjzACp8
23aqZEg6t/KalY6pNUmtPZX1nb28EuvLbRHXj8DlMsxLpWPglaoJSRtgT50Wn4cDU9x+lQBJB3LX
6EbTIG3C5/wI6NUUwOi3l3BtxGDBkJ9BDRJ4j1fqvJqzm9sV4m6PLXrIMXOTZdYSZq13SO3y/a/m
pTTpsbbHlA1z39GEusve8/Nn4ihz7RuqjH5/5H9ERCaS4ZeHMk8z4LCpRxJe7RofXYgvTh5NqOIO
Lzz7dHv3NnQMxXSkaQA+hplBuUVqEkO5HfFoont66Ln3fZuFnsq0bSgBepZQc8FLjRqCjCZtz2Qa
7H6mCUgkXx0VePzmEs6+Lumwjib/ITfwddQrX7jPn41Ge071VFX+2joWdIgAiwRvGVpGpOR4TfnQ
sMWgiUGOLH/IylNe52GhPfR813uKvjyVMOnuk262Jm/QESnY3xYn1lctNEsaFRmwB50/6UAU7u72
Jv67OGkTMeyHERAXiytmd5emWZgjvUpV3YbbigCvWgybo8YjOdUVsLwyuDwUs6R98anNu/7e0yZD
odNbUgDchoZ19EghLBVrPXebWlR6bCeliYPuBxYF3tfbd0b1fcnlXK10rGpK86Qy9Rez+jaW5ufb
ErZO43wF0j7pjcUsz8AKsuqk53etfqSNotRz/ThjDl8wnMHpgK2R3Q1vph2rZhx4P34c6wcBr1TZ
ZugC4t8e3kkoA0f2UpjY0bMT8R0NETyFNuvusuOgdea/bm/Y1nU5X4105IB18paMmjRJtVfm7LKc
hUFQh1ULahNCQ6opOkW2VACjymhNgSMFwBBJnplyo0b8SZL0nn9TQripvi4pmKmPDS3KmSSWZofP
badyZrfO/vzXS+o1rhVfjAC/nk7wlaY9EsqF/mPO4vdnPVA7OdsmcWxn577adYVhCQiKF+2Xf9DK
H7ePXbVR0kuZa7VHcxvfB9pVN0fu/vbnt64hUngoeoOX4tqB9Zra4ZZfEkyseTtMwOzqwQtXS8UF
t3UcCGKRZ0CTMlwZSZkWnqEsPROS5P4xCO4N/YNlLEfNtCKW/769oo17gmQ4qnzQXECFya5Fk4Nr
MrV4ltStE5J0OfDRvNfZ8MloQSBs6SfAeeXhbZkbuwgaHsBOISEqikHS8oy01rsuCLJEy3baT384
KtvdNtQAbYFYEHrehJMhPZZF5Y9AherLxHAykFWfDH1VVAE3JKAhVQz8oCkFLQTSjbQsbdGo3WRJ
Su+z+4ApjPH1FsEvesPfgK6hsUa6kCajvuba2pS0BkiEM9ZFvj9/zEwV0pD4mZdBEuS4ontHjBEG
ckRmV5W7mB4moZvCt54rVs875LG7MGWNd+zNWTXrs1VZhkCB6CF6rBAIXhoAZ9VnvWfZnFD0C6VW
ExJj74+/qPc4tnGfMXQsrdFoHG5r3PVpIQBEmwGACdH8f8U8UE54QG1nmTGCt4JKqI4Jqfa3RWxk
7YQMkKMg8sA0g9yK7Zvco5yyOSnrOcw0oII1kdHeNU0jBjaiqW5CmvkhwySeXWkKb+0t+ygfJIJd
AdzjgZlW7jlAW9jYoet8TPzRfWIUuEq9vzPcGkiV+b1LpiYEiknYWdae1zoLsx5pS7fS9ja4BL22
/dNSG/+5vsNwnMLCbKkyhi2Qihb1t+tx2IFXzep0Y5LplhZVTu48EOL7IdqDA8UubGmzaB1Ahgxx
/1XLUO5b5YC2jwFkeLuGAEFgPZTGblZRamxpEywXIGFEMfsKqIX4U0m13BySymWnpjQ+GFqp8Pa3
Ns0FIz2KgBiMM+VsAvHmXncJZoo0Z4+JhXAeCnTXKVR2ax3nQiQrCc7KHjmsckyC8nE2nybFaVwn
RkUZEeeAFkFc+Ks5aH00UHE1gSHk+OFE/mCYKFzpj8b2jp3+YpRJ76u6iTZXdCZSci+q1Qt4qxsC
bswALpDxsbJUjKMqEZKHMRZVCtAnrEpfnwznvn4n0QY844tdc6Wgsk0nO3VzfD+r/1TWr1bFRbX5
+5F1xW1EmzbGKi4N8IhLOth6MSezv0Q5Jg3q9/f9YwU4b0EoCmCKq8GuUnc6l3tTkvcvQZSqeIWv
PRYfaQm0ZGNOET2UsnNkDL1nk86akNejd5WNGcUeM2RkfqzK9BOx8h+FYe0Utl1sumxdxWSkGIJH
B71cSaOZ7ZKhQhscKAsD9hWkPRgJDIvMDhea7en4rej6O7s/3ha7dVRoUoOziVzL9VTx4nrE0HMd
gFBlTH4w/vLffV6IP/PFCceY5BSsuJ9oRxx/oHv99ve3bBh8IxsQecj3Xo31jgLPzlpxGc3+M8Ws
2OSwUInJv+lQnEuRHAqMLE0GN7BJqc/LH6Vm26cqzZyPXddrz81q1JEL+rWQruQbDQYSmxav3t+P
B4howQiBwPma0cmuwRg1rgCZK+w5LA+Opmpe2d7J/xcgtyz5s9d4WYmZp8bd5ebO9I9/pWtna5DJ
XjQvozpjuFX2SPfmoO3aP7e1YUuZzwVI54RkHyi9Oqxh9H46P1Prbz5vglwKXj+w6WSszj6no7Y6
mCbN7gwTL7+vyvNu+RbCe7EMD8ipGPS9vC2eU1BDCzguI/mW8Wxf+cXRNU9WrwB52dwnjNCg2/1t
bl96X9wFbFLdBOupp8/0Xm/fR4T09rxgFug/n5c5Dy1QE/2v9dT96n5ayuNgBrFbmHu95c+ZY8YE
YFW3T37ril70MklLMttAc9yRDolX5VFn39ntc1CPe1KaYW4nHujX2mQlX29L3dhHQxTq0f0DB+oq
IUPKrq8NB0JtDOP0D0b7+/b3N/QBc7eeoJjx4dw6Qv6Z9VxmWE9zMtskL4eIdt8Hyw2ZdpjpfylH
2IYzOWhN95fMsNrEtg+6G1buIw2OBlWkrzYsjIGI3AeBpIg65fGz1nLSquuWNumnaGxP5boHZfvt
Ddt4txEso38CeHsuqGMlA6CZttUPKTq9S6AWOcYHv4mLecf6z6Q5UVXn4tbpnwuzLnctzfVSX30I
s3nYGlGhGtcTt11yCC4WI52+zWmR0QnfN9qXoPrGu7ts+D2YBLl4RSSwpWcoxAMWDTGN8HguVwI2
hdZMA31ILPLDo0NUo/SD4Sqr/3X7eLZ2DM+X8D7RA3ylz2bLGFAuhiFJRy0Mp0JF/rfxfeT4oWDA
LUUdS8bQKCrdXpsg58n81TQeaHN6989HQgl9vcKtvQZsL6B4S+02AJt+JO53z/7yF59/y+6iDfaa
rIyOcNHaPGBJRr90NAdEyd8IgMXHkB5K/lezzgxJBd9YAUg522WkaXs2qHK8MkiNMP2AlAYGLkbE
TOTfJTPsG6XLqgHwh80UGAdq969dOnyxSPfMZi/yKKDqpv4x5VqI2tmDXvu/OXI0PoOT26x3OSDp
zdK9p1X/u7VdoN2qSPM2NeTf32dLkQ/JdAOjV9ac2EgL6W0bqrpbtgSggCrmTGDjkH66vEr26LmM
tXxOPM0LC7RfjoXiFDfMAgq1b64gOnSuMgN511TL1Gtz4q5AY+BO9+pP1V3XjaFHCrSlDWx3Wy83
rAMEYmbYCJBMhetzuaTBxORdMNMlSXuwOQzT+nPxOy+ifXFiw/LPbWFb+/eWJgQUBAC13xTs7CnK
zJYU4OwDLDnYOx+DRmHpNt4grEMgdQNBE+PpQvzZ563UaQGj5wOrud3X+WHRdrYqeN/aLhMIE8iT
CRgD+ZmzrHb0K0D2J5wbsUeqlylfIgbAbtao8oGbopDoRJezDr5TuZyWD5o/uGs1J7mdf+1Wuhvz
8qPP/Ltxsu7+4lzwbqOdCiw1yH9dblyGDFvKdaBmDm0Z7lv8dfv7Ww6cwGBAZlP0LyMAvhQQ2DAA
6bQsSdEANEWfliemd0+Gld1h1Gk9oWP+MBvFs5NbR15W7w9Txcw6RmAcND/g7bgUXjTlglqiANM0
X1znQ67wTre0DiltFKWQGbSAZ3z5eYzh6X218CUBW2TYkB+6HafvJN15s7yCogJ2B0YYXQeXMuZ+
qDnCUcCaju7up4bM7O0D2tK18+9LrlW7Ig0TYG4VkXZ+WscKSHDFj6WYPwYoe94WtWUDwIgkZpfR
Xo9m2MulNO1UZuuaLwlGH+fizlShgm4eB3KqoviBGQT5kaKpwXTMy+OGTo9m/2DReBr+QqFE2vb/
RMjvjEb6PuAFRNRBDmxGoFcrVGrrOATiPKBlEYFAp6Q94pqhsdHliZMe/OqZm4CYuXsna/abTjmA
mIaFER7V1aUvXFD7jBNPJvPF7F6AoNmr+mi2zhpW3sCshrj9b2bhzCAbPe8a0KHxBIhMWjSx19uq
tFUxQfgEeyzS3ALc+XKfGADzAK7QATXP66qvC7opd6XtgaCIdlaoj2u9RwqX349r4e6WuW53Vd13
Lz0LDMX92VgogAXRixQIxh8A+V/+kLq1ODgRwLtjcKSLgjGs+v3ttYojl+KFCwmSEWPTsIDzCRK6
/jD0Uaa9psZjARdnCqvicdEVC9qYdkLT6NmKJBUkGlq70hz81yUfI8v6rFfWwcOccZGGDjmkhGBa
+UM28gPQ3KPO2lMyAE02BUbEMZvZsS6TRlcVzzeuBaIY+M9gYBfTP9Iue6AAtane4kU0m8fKa+5G
92uX1mgxLD/f3u2t84SXLkDZdNT7ZLwi6JXuVDZYGcZ+jpxqb9NJYQY3zBSWAnwgJDGBtiC/7iQA
/lbmwVfJND/qzKdSe9b7RnGKG8sAEpG4GYhoQAonbdhiDXCWBqTqWf6jDJv567t36eLzkk7mrPZy
r6QzWmSyaDg2pepp3fr9cLYwXS9c7qs2hp7NzKFNMCYDj/KD8U5uD2EBASb47+eFvp2ZJy/nFu1a
fD4jPNRj8FsqDln1+6X9L1swyLRlCmC/1Q/5tzVX1Xo2tAg1WwHO6aP9zZAPWLeRolqALYHpn4j5
wI15GJkiN70pAmh0SEyDbgWR6+UmcWY1Cy8Q9PUtPdawqwBFbf4i+YrCM/xDkCWCMVzOT3OwrFCH
ZmAGcCIgEqhmh7fO4fzzkvuUAXyJr4A3Toxs19TR31wzlEEBjST6Ea4wcsrZm/TFLOBgjoDbwh+F
v7F1BMgZg8pXoH1dTZ56pFnR8+SwpJ4j0HkNVbS+f0QcxQdk1TwTvfWifnh5yjNhaeEtK9ITjhHu
AUzw/pvgInAG3LQwRWgZkb7vZ/Y0uyNLTBZNWpgThZYKUyM9jxgUQ+kETJuYP5c5uxESujkrccJp
9rRaY9hafWTRJ795yDEfVDBFZWrjJboQJ20X8sVgdEvTBRc7+qn/GAB46/7NjgE1EY8w5iqupoLK
uZ91QHQuyVge1upIPt223Rv+BIa1cNswdwRobHmwbpxrzHDWHQ6cGdoDEofeXUH84Y+5tnaEEX+N
hBqvsodsbdz9WnRE0Z90fSWRZkM8A+kCR06O1YtAs1ImcjUL/aMbIQPs9O0FqgRIR1RN4+ikmolk
0As3Hwg7/cXnwbIjsvd4nORyV20Y8D4LhDHeAqAR+4vpKDRa/L5LjcYGnQkwL2/MBKDEJfWRmLH7
A5v3fR4z8/g3a3DhoYtWN13ur1go6fyx98HJ0T1nWqwC3NpaAdL0iJMAQIYWMSm1pNnOuFRzMwOM
kz6yGVPacNcp8mbs3Xkf5BSEKoPOxoOZkcx736PX0umHKan0Zu9V9KjjD+OqhMyGRgHp0MGJA+pC
MEpdnkjAB1oDp2xMxtjFsJGpq5JLKgGSuzDmJqg6SwsCwN+0+GlILIVSvQV1klbBT0CCG44PWBVl
h2HORtJPAUTkDdlz56V1PpbDP87yteJ3uj2F2diFfCyidijDifc7nvb78v0dJPBY0HhhIJssCvvS
Y4AEVK1xv/VjrVtC3+8i11EUKTdUDxGtg0a9N/smOy2mNw1smkYvNlsrtKZ+XzfmBwdo3+++QEhr
oY0XfgtG7OSF6MsU2G3ZeTFwMCOj6qKSqWZ5N3QCoTPgxdCigEdA5vSyUx/0jUHux5Xbhk1lRaWu
qNxtSUBiDmYMszq+LoPNWjRYdM2ggRhLFhMO8/stPVz3f78vGTJPa1InmPMgtnk0lrvhy/vP4Pzz
kjJR3ZsXPuLzSxuxqo6or0LS2NwgwBMKbH4BLCz+/SxM6LJxaUtgd8SFqYUWas5K2GKVBOmt6nve
LJ0JCaR+WT8jzL69RdfOEd5YQGkCNQflM4QJ0gLMdqj9lODzff7EbXBZdjSYQ1dzf1F/uuuBBA+o
tPe/vxdCpV1DuyxGaPsiiFmXA/NJj2pVk/vWJT9flrRrY2H2PHAgYS0PWR7R4UTf77aiBiMm5kwE
JddAzIzkxTCghB9zC4iOOnpg351owLnAGANf03Dw3stvitXAO5pSL16ihn0cs9fbJ3/tp15+XnpR
WmdZHXPG52vAaADlizjAmjkVqtHVDf3FnBem1wVQBEjPpStOM8sqF7tKY1AFmvTZqX/cXobq+5IC
N2uNlkxk9+LVioLuYL0/PkREg2ZZpHqQ2LlqNAPbDl6itU9jj33Iwyp/d/x2+Xlpe/IMWYx6xucB
NjJNob/uVJTmWxt0vgBpg8rZKe11ggS0+U/78v3d71gA3AbkGqCsV4z2MzJlee2NKd45PTzZha6w
FRtqinIqvEQxPSYw/S8NlE81Pa1Zr8H+1X1YZ86uaupkGK0Q1SGFs7gpCz0E4jVFLVJGiDNcWgIp
aoG7G/wcpm+O9Tqb3zRVO8zWgeDR/o8UOaFhAvN7GSpIWf1q584BytHvD0AEiysuHcwsAgXxC85e
JYYRAGpNSxrv3GqK/HGM3n/nzr8vWVfeEkcn/pwCzIOE2YO1/sUDYQtSFMzYAB8SHQuXC8BkjFbM
aPiPa+2HT37Q3e3fv/E6nH9e5ge2B3tIlwKm22APpfMzc36amsKb3jpkwQaGpj5wgV4hmAJ9tR2s
uU2Bf96AaUZ/yhrj4+1VCAMt+esCrhg5HzzdaLuTTtksvc6sSRDEXYEBl9XLoso19k4THD0zOwDo
UEVZvnU98Awhp4iYH3+kU2HO5GSzgTUZmh0NIFH0rQJIJElHFG7n5sr+FSTXhtaKldPMIEijH8zl
hTTDzhpBFrQEsZaqDPz2qsC9K8ApMAwlrcp0tYbbBpTZGvfufr4r1wfu/b59VFvaAB8aBWZdmBU5
3O3SbAL2GZy4tcyRsQEFUna8LWFjyzAjDndEpEmvO++n1Mp1rWzc2PI/5d1dB7AxQr7mGg2dRiFq
YzEQBVoVga7muXI3bDMVftbXsxtPT7756qi4Ad9OV9JrYCaLR9cARB327PLym95olX67uDGbGx7W
a/5QkPp+ct0dKdhPtiz6Ccv9ZDrLbnHr/e193KgbCj555GuFv4KEqlCXM9tZgU8hddMcWPl5Hep9
FjrlzhlOi57o/L7poIWAqrXNU6Dd3Za8cYIXgqWKCXIwTJst4sVs4pFeoFUSCRHS0hAtdfjfH29L
2zhEgFKjVUswoWCOUXpWc7dPieHiEDUau9r3jqpybFvLwei9jeQ0gLQxznS5j3XN/AbjaBpwptyw
TT852RI6DjsYZX0oiu5wezkbFh00yP9Kk06tyFN/RCCjxZlpTGBExXRuVjwAUlKxbVty4IUIEHfc
tKt0UlWTVC+Bpxy3/Xqa2uGRYk63KFUV3a3NQz8dpptg1zHiIKXHusBa1qzHckxahinG7mKE3uAZ
Rf+8wr3a0AN0GCOtgkcKMaB82TR3KcrB1oD+YXfI8ERF8O3dJwNAKSB+YJ4V/bkyk/QUlB5t7CqI
M9yjIKz53uDvN0gXIqTD9+rOdGhbI4vwQlxgvip0a2OLgPchBphRm7iGkdDXTrOnxvdjAKed+qbd
VxVR5KTEGyOZPJSIUFzBcy440iSTt8LdYTOBEx3YWhTYn1r3pXEPVoDpme/p8DwokbG31nQuUPz7
mZWjzcpAMQ6B49chK8F6Hyj0auOigC8Spgl1VBCPyNc/Q3DZ6mONKXMgPGh3QRFq1uttzdpaAwpT
IDRBbQe9VdLDPS/5Ui+WhSnp+9VDr8H77TEAxOBb4ZXDcK9chUekUa3ZaGQJ62srmkY/7Ai7a+ff
mtWKeaP14/uXIzLHYjYDQ8xyproz2MDQpkKSxX8A3aB5+ovPY5ZcgK3DUsqQkyhEUmZPPUk87w8b
8zBQ/PytA8d3///7UiDL06rK5rQlSdHOPHJ5u6PpvNdHe1AEHypB0l1pwFSsdRUWgmLUWEZVGQ2z
QsQGxisgJQW3JVo5wbMle7rm6vrUG4CR0LDsMHjtY1V0dxOzdpVvPpa1V4YowYB8DZWpGglzYgRV
BNheFfDkW/ZNtgtnv0N2hPMsm6x1TrPE9rQhHqzCafatZb6AVhZQr6VT7JHobh9sBscPBM5fy8wd
H1aAf4Ztz83fOoi7bmvRlqE6/0GS29AV2Vp4DTYGj9cBWPThWH4E9GyWJabACkJ7+bIqgoGN1nIB
p48yrSGY9a4gt5oOnQyei4sR4OQBHvAdLS2hZ3SvDLPSod3Ow9FbmjYy/C4DGVTQhmZDvWidpjns
+ort9KHtdjSb6A5BlL3Lc1o+oJjRHwL73YNBaDFH7RIIFEj8X1OmZYtNqxUzNUma809lZb8CmFfx
HF3p/6UIOZbIEZ45kwu75JDHoP6suVFJf90+5Sv3QxIhnTJNuz5fGj3DGC9weobfE5l2HrAH6Fdq
e4qHQjzOVyqOGFY03/rXdZIxzzFVDSTXpPGXF6dcPpQrjTOn2AVBq0jvXO2cLxTpX1HSo2fMmVto
Y06SzrPgH/4gaFtLC4Xt2HqVRCYdhXP0rKCz7/Jl9fiqZ8uwpvFQm5FT3jW16mlVSZDcHS1lTgqY
+zSep2Tm+9z/fPv0Vd8X2nHmG4x9kZPSxff1P1W+c2bFu6r6vBTncN0FuGWPz9cpktqR3SoyL1sK
dX4AklvgDrmuV76Rxov7MJT8ONppVOQvpa2CUbi6JVAnjGwj5YnOTlQCxELP9qlO87Yy/TSNnfRJ
C06Lke/8yQi7AuizKriDTVnQKEx/IBmK9stLWdRiOrLEtoZFkaeAYJqmfWlHDsxxY2+qeFk2d1CA
zolmSkDpSjvYdqUe4HHRYgD47EE+u2/t9AtptN9L1h1v69qmKMSfgLYF/OxVmozO3VSDJwnZ44FG
VvZoDnwPAuSSqpqYVILEv58d1uIA5NBaIcgs7ym4P8rx1DgjwKkVr9WWjQnQF4oOc7QlXsXVrT0u
djAj9bpq5NRW+VMG6vqBZ4rC6VaaAkH1v3IkhVgmBHVpMImyRPCRFPTHQjFzNJnB3qrWJ42aUQNS
n2awDqOuH0er+nr74LYUEufmgWUMp4fWqsv9zBytrFEPQMRSzGHdLqHWFuGifSqRQKtfb8t6y8fK
b8S5MGmxjcvGxuRuGmc1aI9K287g/Hi/29yf7q10pseuHd3I6igYmC0Dw12gY2Z3QS/MFzQqNOex
CRc0ouw9bja/KfG+aEb14KcufJh1eExdswoDXpqPjoEyNBgK8sNYak4468AlbDCGE2nwrEJnHYNd
BY8LcOd19sEtivTUDn3wUPHajYIK2DxwDECkXAzpXa+nE9xEO30mdQ6oCm4ED0FW/WgL1j+saEHa
Ya4/Py7M9qOCFcupq+3mmbvzsE/r0YxAjps+9UX5D5voYaLTVIXOUvWRnrvzszYObdQX3AsxYp2G
vB7GkzmhlIAGbJszsJc/5GswRyTgFgjjUdvL3DzbN3ZW3RUz/cq1kezAh4cf7K4/4Vz2YUW5FqfA
zTusqx2E87CQo71WGHC12PKPQ/1ld/tYr1RIeBmYw3CRT0YE99ZmfnYlrbk2634o4WUE3S+wUYz7
buIvnmY8rV0f0XpSPP9XD48kTzJrrs7S1SholniU7G2fRHT5G79JjNMid4nuZxnh2mxzzW2JpsWu
+4UHejRWDw7aStf2A3A9bm/elj0L4GMAYwU5iSuklQ5A+3mu+XAC5tBeXw7RbH6/LeHKkontQvYJ
MTywAq46A6wUOj2N0AlfS5b5O2CcqklxsTdP5EyE9IJqPsr0g7FqcVlGzRq2xXtdDWkJki9mc5S/
qIPvA6bxoUlu78/mjwfCnBheE3GDpE5jDt4WUGJrsU7JFK6l96T5vWKDjKtjlnRW3KGzO7Kmg4lK
Uo4AkIFeofNIfUDdJL33JxuFhGxBbcwHeyBKfG3UVDk/1LrZH8HOl0eO0dJfejsaO4tWwd5Zi4KH
WheoxkE29QQ+CSobcIauclce+I5SfRyypDFAmFXfm/yfMf3n9l5vmoozGZKitJjkcKxmypKRabuK
A/16+dn0bTjMD8xSdeZvLkhMIiLwx8nKiRgTYwu+B+jYBLw8u8z8vlTmodNTRdyzJQVQ+IArEOhV
V1h14C7xgfIBj843tGPGTg4QPyzveHvfVEIsSX0ySmyhqHFfZREQ5n4OlP3QGTn9d2Kk49HovLZ6
J7Li/ideJM36XKlK2tsrCYDnLCDEr6AkZ8RuQBFAOWFu5zzi2nRnsDkPwQCtOJetaw0aNB1ZcTFu
IM+N2RY6Mjwb/QbukTmfa0NhVbcutOEitYSxNwMwWdKFbhcNYCUTnoiZB89WYNxl1LqnnOz0xY7+
4lTQtwcrDsrkq9Q+HinQhKUuDJTxzSW/U++OvBtJEuYJUIs6aByRJLsaIiIonY7E7GGeimNKd7a5
z9r9X6wCuWgxqYRpK3muvusMm4GLTIuHNicnDgKOozuz9FgPnSp0F5HnhZsJhxrYZTCgePWQRJJu
S+mDSGZsMLxtTPy1CConnJrs61rTV6Rc/vQrwi7mGyrsn02pSPyi7VX0csrRVo0RRtDLjEbcTmSf
6ce8ZqHTfc7Tfbc+rAAavL2fG6YULBw+ihmYs4d2SAro+GmmzU2gx2nzT1Zj2J6m4YJJQct76ABl
dVuYeAOvdhRgBaIJVlwp6Y1MdQ7el7wGVUa9pA+ehSCP07k89AZY62wtB16k5+ztyqWhnXsqspYN
m4EirgiXsa9gCBL/fvZ4AhKwX4osN+LZGCPd/Nr3H1KiKZZ4Xa6G1iAIgh+LDNY1uk2WtySgg2HE
vvlCVnSALvdmo4fZfMi9XZbu4dUExc/b+/qm9dLGoj0GUy2i9OFiUvdyaWOKkKssOye2m6Lbg2IJ
QK6WRva0G/W7Sh+s3VQZn4q16kHL3a/DcR7HOlrXcfjj9z7bubQxnoOW9GHQelNY6O54NHvSf5ut
YXyt+34NrY4XT0uHoSK8UuYHs1vrg5HB1dF5BUXtGH3pufuN8a66Yx4zI12f5gOCpSrygINR7pqS
Nnu318lBWwu2HzqM1IUAlMgiBlMSp6vmvk49mGo7o1X1xmyY2Yv9Ef9+dvTZaOlksEcnBqPebjAO
BDy7wIdCbHb7IDZUDH1vAqcJsA8CW+VSTjnZQcN6w48d/64xHhq4Z+RwW8TGUi5ECPtxtpQWoUZV
NhChGaGFuja7J/yk/f4LIbgkglpWVGol05evbQGCzNmP/eLVNu7yLmoKqAZRXJYNe4C2oX/FSI7C
2JF10kuIKZ1qh1jasP6QZce6uG15WHXfANt0e13XlRwQ0p1LlC5KaWpaMzTj/5B2Zb1x48z2FxHQ
TulVUi9u27HsrJ4XYbJJ1Ebt26+/hwHupJstNGF/mEFeEqiaZJEsVp06x32KCy9YezegGTBSMdv1
Hvfj8t5Y9iYyGIb+fS53g/P2wAhdwvjPxQsXGAjJPeaGJrVBCvepYfb93Dj3Mes+Ta4Kz7Z1BlnQ
iQKHJKqH150AabtYOSXomsgbHngz+LU6n6S4Rwj3nfRfIz9Vlu0r1bC2vP/crHHpmiXE8tp8at0n
yj+N7SFLA0/VC6YyITkmWxlhw9qgxyHhP8wl/z7ObDeXb65CCN3CswmUHBPaZJzqCSbQnL/y4tiI
VIp2mMzdbXfcGg3w3KgMociPZnXpPqQMcPt6MegTiAv82ngZ2afCVXExbR0YJsrWGto2IYIp72UN
xzhNZwCJrNHcVYsXmKsR1OW/HVOMxtq0BJII6HkhmARH0OX629wcqkxLgFCHYNV+zlwa1Os6fjZL
Dx1EDmu/UYuRfaxri9/PbNrb0Po4ZlXjHSBxlQJb5ekgDCDEPE2sau6qpK6DwaTZrrbT/JS1RXVy
GKqME7GMYAW75qvt8DlwmlrzWY+jY5g7Z581rg0WY22qEp/bWfvSQxD4V1bw5n62C3ePJ2K+72oL
mR8KdrNuiN2HlJEltF3W7jNO5w/6mrG7xctwN3UD+9AvQFACWM79unPIY9ZClPrtnkCxXTFp8IUr
HttMyzobFBsoHqA7hfwaB3TBKXLEW852bkLy6ZR0Iy01gfHwHk39pehfuKuotYhPSGEIGnZBpIJy
J6qz8mvGyhiAGQ2Ln9jc/JMRaGG5lCmSOFs5EGg7A9qIwirmSk41o/u8WyvHQ6rLXXXQm4PV/RhA
OCZFT3t2JC0/dYV9x1l2iHV0py3enUP63UDjr0VhHW4v2+aAkeH782q/VjSYKlMbTV4gUZrqaEbP
iq9dpwKkbjwI/lCv/P+uki58a23JSgj2bzN9BhWr1T20DrR5u1O9Pk/lO6ILPA8F8zAY6JCxv9zC
PJ8nByGf8zRmoJAvjyX/F77vT/rL2ycOQZJA8cPZr5IqgKS0WdZZztNq8yDV//HerjCJI1zgkgVe
B72YcomstIcsW4bEfUqDdkh9T/ly2tpPFogZIY4IXSZ0e15OVRkPKCXyFJc5UAd5mOVHzX3Hapyb
EAfuWaxnelCUtISJTn/OIY2lBXH2kHx7+1JARQbNLODHuc5w2EW2WGum0afWfiFxlO3e/nm0w4nC
KP6/Cokng+H2Gzu4L5j2nBzdw4siihTXinzqIAsEkIVgnbjKfY9tTzMUZOMnyFYE9Tj+ROR1xzvX
N1O8MNq6V6yKyp60Ifux1KAohpoeKYYPZmsdqmQ4JgZqN7F34n2vKCFeo37gyefjk6KENvYSk7RL
/BT3dQs+B11/jlP6y+KkOnRL6+1ZW7R+rCc81Gj7eyTVa9w1yXGli/3EzXT+fHtFtxxfENpBgAJ+
rxtSmEf6tkmsysD4bUFjVjf7ZrBmfyX6O15TIPMHdAZ8c0DYSrDXtJ9rl4Fu4qmn5eOgm3s9Lz44
q+pFhbzRhgedG5Kql9TS9OQPSMMbTXbf1JmzN1xWHIop/oo047rXUPbKSGs+ziZp9utixnf9MNa7
NbadfZV27c61my5c9bHxhzrHy8yyf5io7B2KpUlO1UqHsI9RVSRGXO7AFmbtpnLmB5q47uSDxRG2
asd7tSdOoenhlWHacZQFEdcdCqqxXb0MUPDuizZsDBCzFo0OfakCpcbKG8f7gs3srshJWvl6Zfen
kS32vqp5deoT09tbbF32czMX6G+2K5/M6Prq0A99yDk2Y5J101FLM+qjvrR+dheKsGmc8gMEYO1j
putx4GioLE5dr71YFOnWFYUFcAX5tNaWD1qcgJnaXj+X+FcfutGrditd10NXWq/UKb6vuUX3xkwc
aNZlD5ZWHnBo0sMwr9qpW5v6NE1zEZjNVPlzbYJhf03GB7ZkBHwSxRIUoAPx3SFZXqDjk/p1kbRB
W2dx6NAVf4Gc6g4akkMI1TX+2a7SNhx0roWDw4tDO3ArgK7pHACV3n9AE5RzgM6NsxtcLTmCSXAO
WQsQsjPWn7zcnXR/hbvv8IIvjWDqBycA9AnF3a5GejlhySPNaxY2bF79GdhzvzDXXx4xVtCVUW03
caMBur3t/SpH8AqYyPBhrLi2s+alCBczLXZGaY333cR0tOYMI35k/M/QOsbnOBv1k9fSyUNbuL5+
aQCjzXcVMYGRhtBAbTSV3456vIcswO9yHGcf1Inl72Qg/xpTWz2uBYLn3qvYy7CQDNSq0xQAiUID
bvVaALxs/s319ql+muKPc+V6UUpK57DaPfgoipUD/dabYZI0QP6Co78P+bDaD3nFyscy1dZgHGrP
X7q6D42qrD+nBm2i1S3ggnCl6g58sszXplnDA5ohRNaB8aWkNVBLHqm+15gGbGSbv1pF/5u2bfnB
HQYzQEbc+G01ibu3yiQ5oOt1evAy0w0HsBDvZ4vXYdFXiw+Wtu6paABRJUZS76umG08MArUQmFm7
aud0AwkpTv37zp6cE6o1GOhcsrDQil9TGw+HcUrZM8kYCyA3mXw2nEnvfS8bUZBNklG7ozxfDmXd
Nr6Z6OlJz4h3NLTeDuiapuD3190D7/Q55Po07pq6tQAf6uJgrab0jpldfRjX3+NgBCn8tkN9JzTR
6P+OKw5lDlvI7WjXtEHaNNLJ4Tx+4g4XwnJD43dVusc//s3j/sFpVUI6IrKQ71QBYhKcK0hZyE+5
ORnMNgGF9lMze0ezAcKVz92RtzFOBUOFa906fnHcCCwTNuwVHzFfTJejVzh+SpMQq1KrgH6b30du
27ZBIQEKNekCHdrMqDIGCFhpQW6u1Z+7pVKl7TcuRdH1j6cb0n4of4i/PwvVaAWOX69jDlSgDxrY
r7Idmd6ePbowIUWDwEblxF5gYuB7tzJ8A8JP1ZvheEjHUbyuDOFleMuLuTwbR0Fjrpsp5CU9v4Yg
a6YIZjaWAgsscGSirQGufPn50cB7bMltqFe6gRM6b8ZC4tejbgkgHppyANmWQxNNX+vSXbOIlZ0/
UaSzl0+3g5+tASAWAZYTZTuMQZqfUiepky5QruySoE3RQq0ILlXfl/xo1uu+ow6+T79m1n4mCh/a
iF3RQ2SjuwT87gAQSvmzOmktPMk5i2rbOzHvCzrosnUOeoq6QP/jHVN1ZkuaKlx2duWtHYvm/WJ9
1LSX25/fHArSWlATxBvsqjI7u8R1nYVn0VjQZ0C38KfF+B7PjLCqFauisiW5LatMp54Qv0Qmmn2C
Ocm+raMGLHTvFIGRV7YPNumvt4e3caBQBP5I34oQ+6pcS7QlMfsly6K0AktR/LAwfmLx620jW94m
Hk4gjsaxBae43I4xNRdtnL0ssrwPdukXKvijmBfpGgHbIFCxuLqEFJ8UWBseMzO8VzJQhlMf8sV+
r/3Q42kXe2+vo18Ykja+OzLXLWpsfFP/6brfKkiXxu0nW0UbvuEHF2ak7QNOWL1ilYbzZf2HA3xX
d9QvwVZlJ8+d8e/ttdlwgAtb0vYhLhjQc93IoqGOzPgw1hGbDu8wAYzOHxSxAI9eLr+Vpr1l1Fj+
nH3rrV227BxN4cabHoD6ORp3NRCTy42l9lI6VQo5g2jMiwUkDWWWfoJwVvrSdAwKgGatKdKcGy4N
UkI0GKKfTZTQJZemK41bY+2yqLV2qz9Zu3dM2dnnJY/WBsgGaHGbRZMRo2Ek+5C52p1haopM6va0
/R2F5M9xOnb9lPRZ1K2+G/9Ts31a7+NYkfpRWZHcmS0IbL24yaKVnOz6jlifeAcXCP63KZMcWbew
/r2HFWFgBK4bAC2th87b3zayVdnDuiNIxqrj0NSkdecdUMEo6mTRUusFHguQlDAYKl2gY1oeB45S
Kd4WOYgQSqsMsqHUQgsHX1gmOVeMd9sD//4SyUWgfUkSnuKX0Dg0lx3RFENVfV/yjT5NgfSkOIQM
7NcQzGu3Z3LzjAPzJm5W1Eqv2EKmKSdGNmG55u65zB+N4SXOI5PdQR3oPRN1ZkmKdcCloyMDMOL2
Ib8A4lvfzAUEKjQh0PL/IxHufxbLtiVx0DaNTeS14IqJLSsPcrwtb0+XeDxcXXECViKUc5ELllZ7
GQm4HEasdlngpT8HKfm+DvFOtH50yegP5c/uzR3IYly4VEFKg85N3KyX46qN1E6QMM+jYvRN+7my
ottD2nIw4BdsASgBF7T8loGEalqtuZdH1qEZntZcwTEmpl2eMYBj0EMNHZFrpGzdpY03JwY0Oe1/
LR5Me8/YO/Gn22O47ojAJAEJg1cfFKevy55FPsVGs8CK6GRvP85Z6GT3RYLuv5AAOjH1q7+QoDdV
+nmbkweOedhEc/hVZQO8ubqdTyvsopHg09QqAvitz4O4EjycoiX1in03LipnrtqpiABInbM9Y99v
z9vG9wWACVtfHGBU9q0lsfvVNRm07IcX67VpFAAM1eel3QLMcTVlHj6f1tBjY2E6D+HtAWyETecD
kENOXla9PhVgMHBi69S12sd5Qh3SblWn/KYd00VwDkQZmrCkw8UAKXtXWSWLtK4NO/dXj6zlO1Cu
gLj+tSGO6rMDrMxGWq0FXmv93PrWWPkOq1HqfPubHBURgPJA6azjxJfuk7p12IQYnUVNg4CJfNL4
8faSbGx4vMtFAGgLQzJnV0JTKyliE4SR9goI3O+8b/YWuW/Rs/J2Q9h54B4DcFPg7y7ny2gpEAgr
DJn696o4cfajHUPaq1rOt5xYQBjxYMLD7OoRrQ1tUlor3uiTsYSxl4JsU5US25oyMKm7goURZN5y
9XLVi1Zz8iWNQGSR+I5WH92s+mxSciS1irRyy5PPbZnSrC0Ny1u8YnCdGJ7vNUmMqjmJQ8OO193t
BdqK0kDiKghKkVmEfrn4LWceTYos6e10BL8IojEPKUxQT/xyO3IyKh7aafrb6LTdjGPVj6m3G2Pt
V27FihfC5njPfoO0cyuId4JTFuMd9dEJ2srdga33GblnVdZ200/ODEnbd+3WzI25hqPIdR6KHqnN
tXOJYko3jSBJIMrQACLIjJ1VV5T92ltpBDXFLgCi7faKqT4v/v5swaizzEkSO3BESLwj3/WO6wa0
TkBygOYC9BqS76HjgcVdAvaGkXgT2tXYgz6jRer2GDY305kRaQwDlFz0aRrSSGsi0/w3dcyDYZSB
bny8bWfTsZCiF5V0HWedZIenS2l3wo5H75b+gKIA6gwqaJr4iBQ9IduFuEwHjBm1UckIZS70TJsc
d4L5G4inRFNEZ1uDwHtVsKjgDW3Jt8EEocmuyFwseLXjRejxHQQ6b8/T5hDOTEiLnlblWvQFTHjN
LklCGt7+/PYIEIyL8Au3jbTtUEMy6mRBCrt2wNAJkYKl35Vc8XTeCPs9YPb+MyJdNVwrIOfmID2H
V5LdRRo7EfJA6mNe/Ds03/tRETepxiR+ztk27POmS7IE5rj2KU4Z+C4Otorxe3tZ/huSnAys+Fzm
GmA5EE29y+mBKJZFMWNyFFCStXL5iGWZbT1cyHxc2HxstGHnFsNjZ5Uv7WTtUehVHGBiIa72y9+F
ktEKdYMWkW7OYZb8k5iDn8WRZ0RZNR3mrvHR+PA/OZ8h+bY3LYOjlZjEZCEHTtYUjCRGjFh3UERt
Co/4g2k484hpiGfcnzDk8J9x+uyAA76aj7cHs3Vwnjm53PxEE0NvWz1FLg3C8+zY1I9e4zcqlNOm
3yGYEggh67ovI0sYc+iMRD4BF3+cZ2H/jt5MIY7xnwXpxteJibo1sKkR5bU/vaL7zb89UaohSEeO
s7S56xI4WZ8/VcdRxc28udYgEADeUcTQsgJGSyukAh2CgNOyfDY/N8vXKla0Q4ufeLVPzmyI33Dm
T0lRlv3sgtVd93hQjb9W+1M37LUVb+bftydLZUlaDZN2yWTzBPnAadevrV+js97QxyADwKBL1/1t
a9tL83fupKXxst4xkw5zR+jRgXoIU5wv4tfemjfpIkBThF3oxEWVS3/I4u9u9oWDNHvMf9wexqYZ
qBQgxSRIQx3pXGmGAVqr64ykX+lFU8rvOTP8hqxBllv/vsMUiMZFpgJMfXIRNWmSxqajx6K1dACo
W4z+gTnrcLCGaopcMBUrZnBzhf7oCQHodV2ez3lvZRqQXpGbrpDDW8jkW5WqErVpBO9bvEDRHw/x
0kv3ngtkTVB4ZpHVfM8gBFeNikh2c4+eGZD8AG3t3Mlag0UsoUdBD5h7zkc7TXa3F2d7HMgKgJ1R
FFUkP2BF0YI+BCdNNu01oHKqt+eXEPr9/b6wf3YMtGy1+BLjWsm/QGCLqnhXNn8+KPLBoiaEyORs
aZfSnoGJGFn6/KvVHxCZvWN6zr4v5TJmlH/ynqDclK9BMj5jHP/b96XpN+audtwUFRN3Cr1yp3pt
be5yEAILDiH0CMmaK6s9Ug4GHGSs15+GvQRzBQCr87VaNcU8bXorFhrvCAtaZJr4IWfL7HVmUiN2
xo2oOz6QiCBb0AN7msLb07U1HoAZ0T0LBCuQMVLYWg/zFOflBLQE1L1R+y3BubLa4dAZigtY3xqQ
CT4kDZAMpK5lHVQzq2sjmXFotel4SOPqE+nQXTqSrAQyFoA9DmmJPB3DKj1MxRoO3uI3JX3M4/kA
RrkDfQfzG15ngujWA1YE58LlBCcJ8AKVi9rGMh1f+0kRmG1to/OvS25uVk07jjFug/6buYSmqol1
azLPPy95ubWQuk3yJYvMdF914VKBDPv17Z6BwowNsBSgB2AsuZyf1V3KaWoQbni55def6P1QBnOr
goaLQ1e+nAUBNuTK0ft0BQ3PuTb3PcV+ipPcH+wPPZre8+PEX2rPA/RRBQLbXJYzc9Id0DrtvIAt
LYt09hlvT71/uT1pYlKuhgNtEdTRgcq7Ksx4qePkLHaTaNXMJ3OYljCNl8XvzOlU91boASmQxMPr
MKr8bStkAyMXDiZsYqQ3hMOcHRcT0Ujm6aDKw+26L6c5NLmxnw16NIz+Yzt5u9vjVJmTTqfVKGe3
rmAuRe9JPc373CEh0FjQV12eAAl/xykF6hy0coD1GLAosaxno8vHGtykKwPVqpG9NmaO3qscOCLi
24NKBmprZwE+ZlHMJazJ3f2MtJPdjx1oUZ1wbA4gfAJ89fbkKUzIJKFa7VlOTwUhavWq8y9d8mP2
ft42ISZE9kNRVROU72jDkg/bPrdL20tQl1ia+7z7lqqkbraGAKAmsjeCaAjJ/MsFmVlaJq7N8qhq
8DSw5ntLf6ldVWPV1igAfgItK2yh8CEdovAyJIjcPId09vcq+Ta/mYdahJpn35dO0aomGfwVZVrI
8gHGkbeKPPbW5Xr+fTG+M7ctQE8dmza+33kfAYjX0t+a9sPJFe9C1SyJtTqzgn52F0pwVR5N3dPy
YPeKQWyd0OeDkLZ6MuRZCVAdBtE/TJAnaLJfBWj+k+Ee9Y6aqB7qqjmTPIss9UiNHubmIYBiBY9f
7OWgzGiorEj3ALS1Fj3uhWdZnZ91r6nl+iu6PfIvb9+H55MnXaIOHdKWdRiNW/9uoboyqdjar0UA
L31YPkwqTQDeeZFHOfWO/Xife/ckviPxZ85+ZtocjNVL3/4wvbtB35s6OY2qTaSYyj9l/jP30ylb
+yLDD4jrYJnDJD0mK3gn7t4xka7Q8AZQEb05EqIiLahBJoMD52IfLMDEFZ/fus/AZ/nf56VgsOy8
tjHQZxChnTKz9/mvNt/F+oGlr28dBnBP4JlFn4DgapP7ydPFK8pxBRYFb2rfQnJzVITZ16sB8gIA
NqFCBkZLvBIvDwOcNzNN3b6I0LnuT+wbSPpa7TQXKinD6wsAYurgs4Mh4HeuokO+ZCjRUYAo6vp1
XF5a82TYioNny4RQiHcEiAZpR+n0tIBJm7R2ZFFFejSxQTFRkQm+PjjxRD8zIB2ck7VUJq9ggJe9
D5xw/47CLRImDsoZAHPjHSdzISFxOnkNIViNovN7UoGksfC9SlXGvD6iseRg2nKQOAEtkVxPcZLG
WXM7LQDhfC7jHXp8ngv2PCOULruT1b/5hX1pTTo7SeW0duvCWn60PzAV48jGopjQbhCoavQXoXZ/
6cCz4ZVzk7A6Ipnrzy9uPyl2iMqA9PPROIdOnR4G3CwEMGQedre3+MYOvBiAdORXBK1ma43vV/W3
2T5NZQAZ98z++HYrFLVF8WQHiMqWfJdlc994PGsiRBb1cTTv2uSY18fbRramCg9jHFf4AyGYtBZ1
q8e6x2gd2T8a74tlfL79efEbL4NUkXH4+3lpJYaJaXzWnTqqizHgXVAOoRuvwTuMOIiDoWuBhhD5
fqSUrKy2sjqiw6lNPX9AqzlbFCHY5kjARGZootyIN8ql03LKGEm5wSPaLvMxZ8X4arFs+GxNjRfe
Hs/WmoCMzoBAsoaGLLn/v6wb285YXkc8v48M8uaaFbAfZ1+XBlI6a+HYOb7e26eW1b6p1X47vRk6
DSMATUF+FZ0H4OK+nK1ch8RaWWNJeDKjh+luWSKOxkiVOODGTKH6jjnC6YvuCVk0ziZLTCl4YiJL
e66rKH/7Qlx8XgoZCK5G0hX4fIz9UUeqY2rDpVDeR/YPff+GEPW+nCTQcFHazCYH7gJNng2gvTZK
faG36r0i9tm0ZAMQiZymMCWFDLaWlbaZrTyCz/k5iLz1kQUTiIhuO65YVWm3izP9PzNiuc7ixBhx
4hibMJPXX5p2Ro+O5xv2U6zdExKZpA+m5cdti5sD80Q9AU9gC8wJlxabrqr6ZLWw9HPpQwtk4U+k
VJzDm052ZkOaPEh+abwUNlj7E3zlYe/+uj2IjetE5KuAvoEOHfr9JD9wiVPlBcSlIqN+WNcXUg0H
NvCjNnWK9dkaybkhaevTMnMJwHSghgxYjhbpWRWabiwH5GYEvZ8DMgvEEJfLMdKiBmWB4Cc2XjW6
7807SwVW2pgsG1sewTVqsNfkKODinvF4HCHD5X20MvCIO9972vjrtLu9KBtzdWFHmis093vl0MGO
5Uw+L14bFYnm9XsEMa/QEwNHj6Dpla7GKmELcEpQafGMBjvFDerE8LtOD4DC88327bDMS3PSiYz6
XpxXNaiR8/xraz968a5LD5UV3p61DdYzEcmjqiRK/WB8kTyg552lNUYKVmAd3PNtABzGXof0Ql9/
nuk3Cux3Xn2K6/ntng2zCCZx6SAYlwF4OWA5SMDWSQS+gPJ1zv7HzwtnOTvYVmMovcbLQYuedwEz
BAWC4oQWqy0dnRcDkM6AztZyz2vB2orenyJ0+IGwr1oKHotdHNxeos09aqNZAr1ZyPrL2GxEMXlW
MPAPF6X2ohMvvQPHanenV+8oY8IXzixJh7NJOagJhECG24LQLyhqRSSzuUVx0NggzAH7j/wmMkH8
OtgTMPjtD20+sFrhy1sThQZjpIgh+HdNpLtMLU+tHJDsORlf+57vctO7h+crAsutUZybkc6Bvpys
fh0F8psYryOzPi7De3YHIEQabkkEr6AnvXTfmNpdO1Q9ixJ+v7TH+XDbo7ZOMqhxuyDbBK0j5ury
891gZhy66GlUUcEga4Rt5oUZP/GU3emm4jbeXJW/xuTeCKjU117FKXCka75LE/srpCf8cbJ+3R7T
1qog6Q0BWh3BMiTjL8cEJhqdFxRmxv70K9MUu33765gvyKkCUCQ397hJbXb6DLzw4oTd+Eje3n8h
6LL/fl+6vIy5r/DuAujZ6l882h5ACReAnkZxKm4txbkV6e0INT63sTSMwuaf9iT96lCFgS3HAt82
FFFRGULrguRYTGPj2HFsDWqA4aOFckNcvvTafJd5ZJeSTJVk2VoW0GPZyOQg8YVI6XLRp8qrTRpj
nyBc8z8MeEredqqt8UB9Cl8GKRpkeqXxaKVWWAw9t9Hcn5zx0YUMAFqkvZD9vG1na2FwKIpAXFwq
Ms7GHtbCGowGdtwy850hPRqkfnRtFTn35nxBE1xHTgo5ClltiYDbq50bzFf9kI+uzwZHMWHbBkAo
BuYZHF0yMTb3xhKdpDOaVtp050IJOlMRsm+Fk0hQiBYP8YiQoTwrczO6uDPOrpaE2RT7g/U8TGkI
2hnFWLYtIdZDxx2CYxl1k3S627n9gngP6i209Ec/B0fP7Ciud5UZ49KHV6vIE5fCTDKhMgB0UgPw
Ne+6gzt/ue1lwlvlkAUqnKiiCi7xK5xMDTY4Y157EcD6vXm0p72lP4CewRnw4g/iVnHbbzQTIpg4
sycdyTwGsT04iJJoQaBcAUpitntQvVQ+2xegYgwZgHj8HRmGC6PylnWaNEsBlozMIqiLkNQKr9ja
qhQSHYJdzUGGVzpydHALmjqHOKHnPbJxCavmPnVVus8qI8JnzsLXUVucrEAre7Q2n0baQnzoji6q
x//WXkUaEfhh9Puid1GaKQigz1NO8bjkzms/vizW8ba7bQ7Co+j0Qo4B8i6SYw+eaXAPEknRYLKn
YV7uBBJyhATObTMb3VFIYUBUWGhN4HkmS6mTxWhccPzBTk06yC/Hp6SJ9ybJo9Weg2UR9TYr4OPg
Q80lGOIpdIq38zVe/gbpZnUMZmfcbtKIeHtXu19GVQl26yY6H6S0l1LLZl5ripaf6T7jr8Sq9nR1
QojU+JamcPEtx3B1DY8N+DdCROlJOMw1raeYIkzvj2t+R+9uL9iWX6A7D7KOYCu7Bp2J29ZFbiuJ
Kr18nmbnkRjTc4d2httmNkeBlwDIFjXd0uWmuWZFWK4DFog20KXb5xmhv43WZqqX5tahCn5eoQPt
CEiEtPKQpprBCIZYurUQsnH9UNV3XpH6Cah1U3sKbf5xsFVx1tadcW5U8gbSG2Vv9HoauYIisUoB
0Htt0jhINZUvbC0WMl1igDgmAAG+PIm6Mq5AywDozeTyx5SgZOZxFjBv+PH21Tqz40m1ZHTCroM5
ogsM6q9hMuthquIz27yOhHw6Uuk6eDGvV4rMsdGtaTRrzn291h/j0n2qBuJrYxKB9uoT+D+B5nSi
PB9CkjW72yPcnElkvhG8YFMBVnc5k5o7LrGWx2LN0g+oPUaQJD7ErvmeCwpMwFTgBFFgkY9DUPrM
QKlOUBeuF5S5fs/9L1qrEpMbg4FXg8kLqCxBeSANhmfJaBltgb4HA3KaNrlbu+kA/fW723O24ecw
40A+GuEeKImlzZWA87A0DcwZmynKzTNIUJwgIc/J8PO2oc3xoH1fMBBAPlzGAIx1OjHeoy/daLO7
ZDQPvW4HRucoqiwbZxKCblTpwaonRHSlaSt1C0RlIIqLiHtM0oOqeL45ir+fl6lfjXTOemPB86sm
4Bldet+lP0ZDV1wPKivS9VABgZqwHGwEnd0hMvF8ggTYUqlioK3MJPg0QIIMjR2AGWQSJNKCQXNG
1jXKhq8eKfbNGAeFVYeZvfojOHT1/KNuNL7Fnm/7wsZVe2FXilsS7k223WORbLS6pTwF4+jnmN9V
KwhMU9X1seURJgYHOjF4+tULcxnnlTTjRJ5Q7vmnKKugY9Pnt48HEFT0QOFPtDpLm2jonclwLAj4
6f23dmh3GiBp3ncgv0NSKNpgN/YrRcOYeDEjD0fl/drQlgO93STg2UCU70K4Md6tA3rg1neUkMUh
6gCWCXosdMBdnqZWYiEXz5HKKJdul6/6cQDcxWvs3e25+5OHlt5MF3akm7Zy+qHmiQlc6EIeY2IH
EEPfz1p3YM0LWBMPpl4EVjwEI1qwUHY6dm4dzFwF1Bfnwq1fIZ0bfQbtPtC/4nbsTd/qeVDmqJjP
9/n61YsnP9dAm7O+3B66GNkNmzK6K+v0EqAoBDbU6ZAp+JC4WTAP/ePQGgebT5HTKxKFG1uBIsoA
iyYOx2uGm6nKmr6q0eAMDwvzugs71QNYYUEe0tBk5mj2HoIZ9giYse/0v94xZ4A1AEgGrm+8fC69
csnNekKWJ4n0Cuy74QKJJz308k/NdJjeAcVCMeCvLTHYszdiPXkQqDShLx8vu8S8p8VHa1ZkujdO
QphAOhWUOQgm5NrQbKD0kHo2nqHTvZ7ti/wRlBrWE1UVoTbX5cyONG1k0BMrFmVO03tea8isfL+9
LKpxSFMFIWwO4h58v2U7ahxbJ4DexAgWakW4smlHkEIKaBmKWtLN2JCWQOyuxMvGocnRXeIv9Wx9
ZqPV+9PSW3cZKM4Ul/GWSTxxoACMKxKLJZmctMqt6YwA1rOr5IO7eEmY4swS5OZNkI2rt/emnP++
PZ8bEQAoAl0PhEogRL2KltrOMjqoUMEoRDHr9jtKi9/jRHGXbBpBAgmpfMTs+OPSvzsdilMgAU9A
FfS994ifzZ9BIaqYvi3PA8+m6BxD8gvX1qURu5p7p1vwvImzzp/t2le9nzbXBw9awbeKMFkOYiqX
dgQAwzTiPp3vmXdvNai0fH17XIksC8CGUFMBWER+W1COxgmeVXhbaK9Ze0qbt7cEIRnw14DMD4nD
xppWrUT6wfnJ6C4pAzMHE41vFMFsh7e9a3NNcHii0I4RgVHjck2GvOi8oU/woiYnsnNdxSbd8ish
K4+a9x96VfkuBe3QUDUueWoccNcsNTpWQLX4MEyxqrFpKxo6syRXvkAIZ/YJRwVfNNWt3fNY9gH0
jv3Cfjv6EyIeUMJCjy7gGvLrpV+02BkXXAVuAsU5aIW49+mqV4q4eCsgOLMi356lXXhDKfI21C1e
DXP8wAf7aFj2xyR3j4g9Ay//edsTtpbKQTFJJKFcPJmk3dkYfdMujpCc6g9l2vuJEZiWYu62Fgl9
bsgcmqiKXFHDOSvPAfQC/sEYVl/XPpQ64ina+a6+uz2YLUOoIqAu8keFVY4NRlJM2cxhKLbrU8yT
2E8tcgD9Zpjw9R2FMVzbItUBp4A0kXR4Jp4zgpsAjZ1cNwKIT9K3s1CKMutfA2K0Z9GHhwYDe9TQ
fj7ZUAQAz//4jmMAFkB6ZQEPDnksKSO01klMeGKhNzWDZIJW+Qrn2lgPwASA5hPaa2i2lUaQ2Gvf
u6NAmqdL4ffYotygAU3GX2337+2l33rKAlQpXkZwZ1SQpTOnXLN8iB3UEeMxfnBb/stuhiCFngna
EY9JskZjm5282tr1fFQ918W3pTj+3LZ8CjnFzKyEw/aKcos5P5TA+U3afU+mXWW/Ni0LzElxUmyc
4DCJFLJoRhMZ2EvnKJAD8ZICqdeGQRVlOcxaFtye0Y2TASTm8A2k3TGn8mbqqsmbvbhFLx21AwQ9
vjXZYeGp6qWbZtBOIWR+Ee3IOWTUBGem5SvSXKZz0gc9cN34mFqeIs7emi9UL5BxFyq/kOa+nC8A
NBxOBH29SY9dAiERRZSzcXLjrgMG+k/i6epZUjZj3cErURDJy8BuDvF4BJPX6Lg+B7VLaVPF6vwf
aV/WHCcTLPuLiGBt4JVlNkmjkWRLll8IeWNrlga6ofn1N/G95/MMwx3CPvajIqborbq6KitzIehx
kBTE+xzvObQqz46uUbBWbUsjx3O18mWWo6INdhR9ZyfxrrHD21th8XBBZHzqGUdZ7orzveqihmUu
y09qFXsKxA8T6nqJ0OCWek+HtorLod73s7DWnke/29HnRwul4SnZ4aKmOj/WSEraSaujyw9YM/sO
oCfqJU1j3nV0GEA/qBYBMWoH5agKhK0gJt2YDfsurF4eHFKAGY6U91HaZI3XJXb2DM6QFt3IxA1Z
5fxMbFkfeG8OYY3wdSVeXNrXE9J7okODk50HDKXucMtp6xyXXv6pMiWgTCZuiWoNx7SUPkEH13+G
5jEDyatagoYrPzHiDl6lpvuWpfc2HpIVtMjFDgnR+6Yvg6EiAaS4NopF9y1kI29vkaXzBRAVcuIT
9xsayi7PFylZLMCXU4BWoNv2ibJL/qH+B3WLPxb0Swv2UPOR27BAK69V7/iaZOLSgiEAQjTp4B8e
RZe/bzTMoDhtxYkX46GhnxzwNcT693+YJrweTIDKQW4xJ66qNT0vDCcqTpaYWHICugZzWfJDEKr5
z8Dsyk2ZaSR1DgMAoWw45WEvobmEw/ILZZtD36iFJwslCW4Pa6lAjOQCuhQnpVDU6GbuaAAEmTmZ
S6GnUPlG5voxASFU/tNKS6+zDxCJd8UjIXRjsx8pkD63zS8t3bn12ebjVJSWFdnoN6vvo8YNCyPe
OO0a1mIKheeuCPIt0DlCjhf0qtNXnMVjgD06IHCPC6RQWg+cQzuIJu+jhIHIg+r7HmmBfCp8m85h
1MVbKfU7Z8geKh7/vD3apajKcSaI9NS5Cc94+R0d9NN5kZfYqAxdvKbb1KESd3UIsjLuJbFRrRzt
hdkFZfWkkQDkFK63aV7Oxq2UhdG1blWiylv6gO75qf2siU9/PSh4dyQ8JrV4+O3Z6XbVshjkgPuz
zYA3AkzP6wgEsDkCUwjb3ra14KsubM0GBJF3q4giJz9pxcZ0vVz3b//+whnEMECDMaVYISU6C0UN
jj47a0CnYGY8p5oVRvV9R38x+sCLr1D2XbGmLUSf5+bmoUDEG2CkI5hz9CcN7MVsr4FtNaEPlsq9
fHhIJfQgPmqHe1K+dPGzHIaghI54/yGiXyXZKO6v2+NfnN8/45/n6AxujAK9uPQ0iM34pIn97Z9f
md7fvuhsP5oGJN4aJafg/FB8d3zqHEjwPYnqOY5eqfr1trEF/h4EjGeDmW0Wu9RaQdwU1kBxLccv
TXxXy6+q8rN27tqo85TojlatF3W6X2WPtNujOuOV5kq4v3QGz79imvKzMTMN4QuudnpS2hdeezT2
xjVuiwW3goFOGSEyVZztadrPTEibQBO7xarlFg+tUdlYKt3lrv4I8N7u9qQuj+aPqdkB4dA0tNQC
plR6V2StLyHisMbjsxAgI9cAlCTKV6g3z3ObQJDVaWnBW9cORCvJV7d3AnlP/TZ+vz2Ypd2OMBw/
aKLfDp1kl/OWDzYuNAdXH802tac54e2fX1qW85+fOcbE7LpGNzAOlu1SGqgOKEmBOdjetrK0IkAL
4fpWp6areQETm8LtjE7PT3USqHTfN5CWX7k/10zM9hd127GuKpioUjOg8UM1hfL/oK6MFBP6EwAg
R0OUOm9+UxmRZq/ZeC94qX0f03+4OiZIFW5evIWQ+blcbMXJOLpQJYLtmnvDEXwzK+/IxVnCmwHQ
Rzwir/ofTd5mFlN7PBviAqowqk/FvUlWvMlSuIYYEV2JeHWjEDjvplU1XcgyxizVtXPPtXRfqYBe
W6NfQw4LaTRfZwoEvWPNy1j50pDS16FrfnvLLW1ssANAEAYUhATn53IqmdlXdd8XFDpiXN1AEdMK
ocpV7PICspcdEeXLP9hD1A0cJp4n4NK4tCdMtzSbmhanFDMqkZjZiuQL6lS3rWhLtxNwBv+ZmYZ9
5kanLg3DHYoCPIj2fV8Qz4mLI82TsDTtuwR8K2qSByWyQ4k9Hoxa34sSfPKm+LC67L3T6ZGndVgb
5IEw59PKt02uaBbBonEHzdroQwOH5jzZO2XIdFVG9ISk73fCug6RKxpfOXT3DnEOUg6Rm7nHVAmd
SC27Jy3bgrBarOy+xYU/+4rZXaap0ahDKBcOU0I6/HVUK0g0t15rfv6n4WJ7T32wWPXZYU1wPdcG
s+jJkNmDAlFqlWpbI8GlnZU1NJSTIxnM58aWj3lRfiZyLVBZHuh/9ueAO5pIkKvEsO8OL8bwHBue
2kCVb2XHLXkM1NVwy9nTWZq77rQqGOvMvMQomW90xxLtzGq6uT2Xa0Zmzrs1ocGr0rQ8Cetb2e0U
8X3UV1zr0oU9kayiTAxUy1WZlbXSteOYFCcd1XaV3UvF9VUy7BR6YA1ZGc8SUhFI0j/WZtcqqM4G
k5V2cbKTr6jsoFsq8ZEj94SBZvMs8eMG/L/FwTQf0Fu7smJLLuLctnHpImpm1mqhw3bGLa8wX4Sb
+GCA9QgOX5t9Rmlu5VJZyt9djHZ25GzkANSkcYpTpOWboQWrpvqiDWXI+ZMzdYizUDMhscLXFMyX
to1FdHfi/lHRnTzLqYimim06dsjZoKfDMQ6Sfmh8Dam7tHGQ78eeQeZmIuy4nM6+tttaxvC4bGxe
Rsu9K0rt0KkExazB3qfRGpRice+cG5xGfebiW9AqVz2Yu0+82aTMA6PraASts01zsJV6Qn+iZNet
wUGnUcx993RVT9VOtMPP688GGXkPGgFgrRU/31Z6ePuAL/48oAbT9aTpV504LjXjVifoKqpA11XU
D6zd3TawtBUmYObv1BRy/bNVoqRzuzEFpFFYz6LaK+1zlK1EFEtj+O0FwbioIUEy+eOzdemqbsgc
AwoUenlXiDc7XYlgl84tApXpLvmt5zeL9KMh1atEYAgl2L4qxwpqrjwhQYNmh/FkNCIsxuL59qz9
7uCYL/u5zZmfyiho4VgK1CyY1je0zH2Q8GzjSUi+zcMcHLkxsty8oAEanDYVSzYRSQOkhJEIxlvH
KU+Mjn6KvzlddV90yT0YSPalVQcYjZ90yY/MzMNU53cdeMyUggUO7/ZV694Zkb1nJgnVYgxuj2lx
JxjwBgQva7TFzJYJIO0RhLhTR6HY8yq0q23x92TRII5AdhXPFngE9OFd7gREsJnlpDWae3mADI9C
Vk7Logs4MzCvnOpovIoFELonYjmeZewlGGKtjm6I8kTtsG2fOuV7A/Yx1VmbvcVN+Gdo8+yfoUuG
HgIAkLkCknooyNmf4uFUt6eo6ny6Rgu6eKTOrM22XxH1RIciXnoqOvHSJTIQeb725FlMsZxP5uw+
JANwiW6BWmZE8l3ZEk80lpeTxktTc09AesfK8QvQD59NnW2ywnmiFhqNLMNPBpD79eT19v5cG/P0
9zM3InLUi5yptGqnoJXs/CgdV+7jxRNwNqvT388sVEMk0IyBQ621vSej3dg9G2vY7rV9MjtlpFNS
3eZYuawSfmR+kmCSi+le5mKTV981dyWmWZu02U3f5p1V2xEOhMLvDMhYZGwlEbdUCcSZxqsbdDC/
i96XkxZn4N0dXSxLrKNRtPkSZZ+QTFCj46A9leLoWM/K2Hos/yzqt4Iyj1ah2Ua+aXQeFduKftGq
b92wKdlKZVmbZvLKRZ992MzZpNIuYibxYTk5iioLHCDm4+akyr3eyqA2gGmvTlz/NtY/1PJDsE0S
/crafSneb+/b/885+p8ZulKaReN/qaUUXo+Oms8UchyA7vNSrdxYiEvGTvVaUPXEZhMoQ7cdIT9n
4nNBDL3TIvUAWqcftz9ocWKgOGUBm4fi/vxlIiR0xmqJPuJWcs/o9ug02PXQb2utlYt/8TydGZrO
wtl5GnsO1bsB/TimLg8lytJt2dzxVQ7/pSMFqCQayMFBBmzO7NgOmRIlCcX9Ly3LR2NdS3q/tqCC
Bx3HPo23NFrrj17cW+cmZ6d4lEncjA28PW2Fn/KN63wdkIfu3Kc8Vf1BRZtGngRD+2VIN2gW8nVl
CEl/bCuE2+6aRsLiMwLqWxa4jwGzugJRaK4CccmpJakc32S9hUyxV/Q7Xj9aIvVE/WF2X4Z8BTy2
5FjObc5mgOgJ1cTkWCw33dVeMia727t0cVXPBjXzXGXVRtqYY1BWX4fo9vLL+t0lije2XaCZLzze
3ra39FxBCAn2dwPFxCsK0a7l2WBL7KKmTreCDUEfWSjQ9A9k6hrJ9ZXhLc/ff+bmkYqhi4ybOnYQ
qMZqQMvFynCWzp4N5nWcb4CFQA9yefbKHJT8tgqnowPea4mthSbgtNzcnrPlc3BmZRYiYC+bnAPX
cKoFqh/y2SR3ZZFvQUAzNC+leDazx0i/zwzNs+tPNUhmo/Z56DZFsb/9IYub5ew7ptk+8zSgwtCV
qMN3iPG+eHUzX7SeaoSNc0/stTGvzezM3bRc1aEQC1tJ8qHQJ2H9gP9M0y+5rCHf98qsUye3JPvq
sK2wa2/qu4V46e3xLga6kL7CCiPZDcz9bOLHrhyVCtxIJ6N8UrvPqmz9rNtlmeWB69d3Iyi+2aZH
yFO2di6XgC141E99TgCUQMh2ZtoZ6zEFjx36j2jPws7UnOdOyK+ZVRceOut/EsJoqCZatLFIlwEn
nf1Kpd688LT81mftWhJlcemxy1FVQKcusA6XS2/3A1gVp561xmxCFqunBMqTCl5haZNvaJMHXKy9
/hZYrjVMwR+bs8MFL9y4tY3+PKA3j8A5hSLXQ1o2oaPKjdKJwCyyx7ZoP4Ys2qlVGsBVBnWX3gtD
D27vhLXhz1aDOEIv++klYErbA/u1n05ifA2Uf2nYOzu1frttb3H3nw19dtI0RZSK0OEm1RZ+H+3l
kLf5JW36cdvM2rBmh8wRSa9mfIpbm11puAHlr3UHDxYxP1ZRaMNeu21wigbn0eL5ks7uM6tkHaj3
4Y/TuHyJWPmjGIZ9ElVeKcH5a9amz0sRonCy+we7SIKr0DdHr9Hvg37muRzF6CkUR5A/SviDRtv7
Uq3foUAQFjS/U5Vyn+ZjYIt/aFd08cTXDeSWoNMxR1VVNmCXWon2Yt3Nd+lY7Rkgex2wMrVlrczs
4o45MzUt9dkIq0SrIjPBYTGoDIWmPGsjD0RWrICNpgW6WkA0s9iWikbPqzpSMXSpyVSYycvOa9M7
HVCKImzWUD6L9/aZmdk+KSXXa8WFGT3qPnLF/JVV9spIFrfimYkpUjmfMCOOin6ERwPT4kNiJPd6
zamnSEsAYIf+QNq8jbkMKwldz9ubcWlwMIzeJh0kVkDdXVqOQe4p+hY6PlaT+1DV8CK2EpYsWXDN
KfUDbCxkaWfuqq95pgkTeF+73HfHOvtf/vzMO7mNkiE5gZ9Xiq8y/YjWQD2Lnz9xbQKHgcfGvDja
9Qo+fwSiHH3gxzRunnCEVuKLpeOCWv9/JmZDQFsbNbgGfLfpBKnlF8JP1mZpaYOdm7ha5qpLucUR
tXXRnQtSL7sW0M+Wj4XkvmbmP3GNPipx49/eXUsnFFqUUxEWTItg+LvcXVU8xk2ZjMgnpcjKjV1o
GPzVpPER2OaVSbw2hVw5MHFongCkDP8vTZUQ0wBvNGTjsAWBe0y/MkQibWQ/VZVDgtvDWojFpsQ8
wmzDAI2sPq/aK2kxutkkdgS6bX8cfwD+4I0y85Rq2/ZvqlbjGCHXQ9IwU9ZeoosDBV0iQSDoTvI6
lwO1eTfqZlRD+Yj0aB8FjtlX+9rYIkJrNI+AzmbN4vX+xGhRrIfgHACB+rx2NPTAS9c6HvWsVz6D
ExpStTkSPSupg8VxTRTpjg3oKhp5LscV9WPEoOkArjMJeVFuNSHVzAPl7r0u13jVro8DRnRma3bi
CFFG12pwF+Z2Bmp85S4v9EBId1M3UZAWRah27KkpxEqX5+IQcfdOOwaiQvNtM+akJiB6QH8kN4Om
HNCuGveem3aHnEFg7/YmXVo1CJoRCzBgZN/nOZ8xGmqrKkGbo9c/XAkUJ066razEMtfeEYxJSD/8
5kBUr1pT9CbSWNIisWTJcUBSi6HwxtbooJaM6BOsflKywB6c3Y62zmVvdgiYKucFjRaeVaxRDizN
1bmFWcDS91Ye2RNVyQhWnLJC9R7RXxoZ4d8vCTTEAN4loB++0kiL9QjtEByVwzE6MGVfEm/oVzzu
oms6tzHtwbNQAtxcsdp0iGpllXmDC4WJ16KRAcm2Ee+9Xn+KuqMcWk8zP90e3DRHl9EYIoizwc1W
CayOGh0NPEsyownrwvQS9T1Bv2k95ihjCvAPrO2L5VX7M52zVVM6LW6EBYt1an3iRbNlggYZGNJW
TtJCzuNyaLNrLLFb4LwlDBXFlsWf1Kz03Wqn6b+S5FtD84DRu958Rf+gZxqHAozcJhe+wfd28nJ7
jpccyNkcz3EsFTTboFOGcoWtNomn9tazXvJD3tANZ/r+tq2V9XRn90zKYsdFbR1ZfveoyXuk9101
9yLkPMn4bq91v67tW1e/3LdpK2KzsvD8G93HPP2p6g36ibBh6+8cEl9RCQqQcsL2f9f6p9sDXTU9
u3lSqJvoej/NKgvU6g1Y6bT+2bsn4eBGj96N8QHCGx7p6f/OHczhEhpahfJEwZDdLizEU63tB74y
tunQ3TiU82Y7lv7PoURU9Jqb+j5ukl2WQOSa04DbyspJWfbU/51Id+Z8RncwItPBTArtF2i7PSm+
3F6rpYv7/ADMnIyTKFbmNvCgikG8RAExUgeeWpF2YKFI7lrFOXKzO/X8H3CakwvAAxopOIxvDtgb
mipTCoroxHCSba4l3qgV21YIvy8rf6w3uX6gcRp0xSYz7px+pbK1uIwgCIA8PWJpd45sHjWttYYC
DshVj0MUkCj3K/lClE8SwNDbM7xsairvWVML5RyqV8ZZLUSNl0IP3jjd76qgircJCay1GsaifwGB
5f8zNPdlpp2qQzYhAyLwuWivdSW8CYBYxPe6+cuunm8Pa6FiggU8MzdzZ8wqstwqJ0FK94WWwLUV
FTTEP5P6oBo/WvuhyHY9W3nWL7rrM5sznxZXaPevkDUDB629Zc69ziyv7R4sdyWuXDx2Z3ZmDkwa
iZpA8BdVbAsZwFc2/Lg9eWtLNdk/iynMDG9jpmMczdCEvNY9g9mhLdxAglWm0asgaVDTvm1z8XI/
G9P09zObsXSdsoQU+MkiuwRC5tQvjOC2idU9MXNXJTO5mhaYN2scH0snDeLSemqN9AAOwaDAW7JW
1S1K4DttkCu2Fx0ZmJNQQZ+AN/M3VYkuWRXUi3BkZevb5X0MXBB0YpKXKBMbJ/pW/b1CFPY/yneg
QkYJGI1zl/MJ/LOeAL2UgjZD21SF+9EXWYA83c/bczpthasLB7WCqQ0WAkvzIhQ4+UzhlPBUNKvR
BvxR2yt1kDUDs3HUWiVGEuPS7JTibeghTU7ib7fHsLjdz8YwfcLZ1nOUrG+LEiYsS3pG+uyMzjYW
zKu6Jy17NYe1+HLRTZzZm231LLfHuK0wZ0xHdulT0ite727WFdAXpw6pODA5E9SC5pmDJBJdWg8g
gci4D3WlyNnenrfFI3v2+zN3p6hdJiEoCUCU48f9M0Sp1iL+pREg6zIFGBMdwpwAqk1AkOlKGyNI
SVihwKK2wd+P4dzCbAxcKjzJpYNbCaQVLgZiGvUWZc3bVpYuWbStquiNcdwJMX65w0Ze21lXKrhk
QfWhNzyU/bsSt95oGn7ergTyy5P2x9j0MWfbucKrPdNbGEMb/qZJHxVnTXFw0QLSAGjFRebmCjDe
sdptqEMQ9mWuV3Cg/Brv9oStWZgtS53SrmCDlZ4+uePnzH69/etLBxAYAHC7onjuguPgcoYiG5So
MTCxp9arlJ3sfRRUh7UehCWvApZIHRkZ1F+u8uCjKQi030FblRY/6wLOMU19sC16OU58GXtGtgLX
WNxjDkpMyDSgnWx+2l0W96ndw57ExorY11oz/cz5UmnmVpL32xO4uDxIj08qh1M1ZhZcVQBEW0OJ
NBDTvnTA+/y4/fOL64M2a6TfIeEC3YjL9WGRoVCa4+dJb4VKNwSjaYPbPPVZv2JpaZHAmoAYX59Y
eOdhPkPVWucqIgJdWH7bZ36mPJTVXd30UxHymCT5P2xsKEOhnVs1IVMxZ9Xg0hEMfJfIbZWB8Kjq
3545fXFASM8BjQ/aEKSNL6fOrWgUFVWWnzLJVbQXUFSt4xF5YsNCbXPox6BOQTSH0uubBlD7V1GC
lyCxIhbSEerXRSxGH3r02rZvsz5UwL3moQ+3BvWI7B9TUvfeGKMHNnK1H2YlKzTK1XUAbmR0ESnu
gFKxoQZU4c67qKNxZYcv7TrURckk8TABmGf3Zp113CJg5z0pCTREVAiTYX+sFciWLrVzIzNXXQ1U
YSPFBMIzsDzzHKRSe+MfXPS5kZmLlnaTgikCRhSvdDbDWk/p4kThpQWoHF5bVyUDo3RBc580OQg1
SHtQmQVlj1HJViKzpVNqOuCYmnS7bORpL7eaKRszBrAQHZlqdlCp4hWiDNFC5I21uXJqFhcFTFZo
T0LVEgRLl6Zsp417K7Gyk2rWcjcQWoGiNrI91a7T3e0T9DvxNI9oAfwDATiImQkohS9tGdQmOVVM
dEd2aNCxRpyAYrCNR8ssIbaQOL3jOUY5AH8X8bAdI6RWh9b5gql+V2VX+qowq6AFLdHeVoSJvSNG
T7VqA/lRtzniNmoCQ1VAhtM1/ReaQlU1bRp5QJdz48Woq36PpCoicD415iOj3bsqZHLnDqIIkPIw
Q4em6GQ0ufPgoETjj4ljnwrc9z6R1RcwSQzPjVqOW8vgX5Ca+ZCqzJ+1GF2QGWBGd9IhedihMQe8
SHj2yPybKlm87cZsoqsBwquUI1Jf+vAikiaDzC/X7wfbirxOTS0PQj5H8GOTXV/Zltf1FfVsWqRe
J+i76sqvCShQfKArxk2SvxbDJ2d8qoAeBA/JFlxkcpM3HJoo5eglUdYHPdBL0P9sBfiMpF/Flh9V
EM+yNWdbu0URsBZdkEZloGfZRDqwMmjlt3rnHBzAwHyGCtUmqyv2Lw4A1XGA6tCVfc1Gwys68lzg
MTiCAUNvCn803yqx4sqWLutzI5MbP4/RONVbGicZINWqDxHhV5264VhAcaWPN1jxlfOzAFCexNAg
7aoD/4g+o5k92mGsHe2yU6Z3wivTqD+5iVLtK+JGdxU2ta8lcghtRXfvNK4mLy1Dlcmv1aF/QKcq
2Rgso4cBj+dtF1NjJW+ydLxRxCV4oyDndXW8iYGuFOmy7DS4o0/VKkhVtNrkn1dONuZ0frBdZNTQ
xgW9wSteAlpGdWY2CPVTk9Cp1ar/5DZovR0bh3pNZ5LHuOBiq+GKuSektFau5oUlB5wO1xe4CvAo
n9c7wXtSg222AM+KhXqxLsj9GGX7qLR2LCNvpamEt4e7wE4C8hhkHECEgt5nkLtc7rHIAI+hK+IB
KAYoFOXDHUneFFvbZO0RBVclKsI2+cLcxrPZr97s/VQ91M13x3jB3euhEQstdemj5qzRZl1HKPCp
0DxAuDVFXPPcJpSblCSOI3kstTeR1yFhX2RqAJzwc2zNQ+0+356G62nHdJuTN8femmhEL2dhYCRX
FFOVxzp97otvrHinoHYttDxQtY/bpqafutxgF6asWewFTtamInKUx7yIUOXduFmYA8Xm2J95fGIy
AC/UbYPX9zxODXoS8YpBXzlS+pdj06iiJyAxH4+FsclEkKwcy8Wfx5UBEkLkhq9eMDWVhpQWHY9N
TINK+2VEL7e/f6ESgwFAbxo5NYT5V3gRClUhvPsVeeTDo9lB1kHfK/KtcY55t2nNU2H+pP2TtLoV
d7g4sD9mf+cJz7xvPaLyVOfZeASWgrjPyT9gNsC5irI/UDAAjEAf6nJhRGrRpM6AEM27xjfZXZpO
7TBbpXm9PYHXIdilndnmNiOltpsmzx6BId7o7heWbl3wlUbu99t2ridMh/r3b+eJighyLpfjqamT
gw2F0JMm39AEG6145muXcPHzc6Q81VDlHBP8vEwPbDgAlW9bG1GHRvq9TFc29dJd46AnxkK3O66C
+du/HSoVrGUgv6AkOsV2/EBAZM/pGiTyemX0CXAC8CX6DBBKzHYAz6pY424HBoSpTaVE674ZJJW1
Ufju9tL8RkNcep1LS7OrnUBNHTADDkskfsx4r3pc0fcR1I4tmfpoQAjylnpu2+8Mewx7tzsmuvFG
ksE3ZL3raBEovR70/drzYHGiIdKDGBrsw3jyXu6ZRFfbqI96emrs76b51eU/rTV1tGvfPg39j4lp
Ec7OcWloktWZpNDJ+Ojal9h91OtNlD/H4Mi8Pctrg5lNMgVVb6IzDMYypecW+26YyAJWIoTlPYMJ
m55T6LYzLofTjim4kssW5EyoUkWD8G0kVFN7DxjAiqXrm2qauD+WpvN+NnEKUZs0qmAJ/VuqD36g
xs/S0TjoUZZuIgNBb1pBVzquEXKrEuCG27NpX9tHdgK9BYD44FoGS/GlfTx/4yEvh/RxMBLywSw7
K6D4YbWHyCA8iDs8JLkZOaGtduMOFxSBorruBjVhzcHWctcbilyBVu1XZAF8CwT6D0OTFb7O32tT
hRqj3YU8RfNoP3bjKSnU/pvT9sLXSbppu173wfGv+yD7MR9LuJ0thDCHMOvRVJbxog1YQ6uHLuqM
Z+Q42VbRx2gjInDbD/rYn1KuKEHd0jfpts0utfB2UczMDgQX4CAExek2K2r+jXe03BTE/S5LCFTF
DAUze0xdv3Ij40EyPBsb19noFm+fVQm9eMd1GHBIOREvzMjpzkCtLGzy7lfRQujZbNB0a0iVbwUp
GkQXSpP4BY0EGOodCzU6Fcc6MoRnt2n3q0s101Mz0W+jFqIWSQ5JQEbb9LHQeO2XbcKe+lKu5Z6u
LwmkZiZHjrIr6lzzS09LK6pYQksetVFWINtBn0QJnpmVrYOdcentYMTEkUc8gozd/HWuRzEQkHJM
HvU+MAQY08IxC1C2yXhw29DiaM4MzY5IlGbKGP02JB4jM/XKYiVaXAp+8L5E0QzJOrRqznnSykST
EJ9TkkdmjMdEJp8p7wXYW/tfY9o/RYmFbIP+AKDufZv0P2s2fF4Z4RSPzuYSdzlm0pwOI/LUs1M4
QMAWpFrR0R4rmXoJKdxti5bSz5ZeQIknQ9TXpo67dRs+BDG32vumoG3Y1z303QaWvaMpU3uAnmgU
Uihz+SOp48+VZheBK7ADGqgHbqJIdXdN5IwbdD/8AiaaPTCXtvu4i+sG9VeNbnKLieeSjuQpAVrZ
11oq7/sE7UQ62ikCktpDgHQM0gyjmw/vEqvyFElhP4FeLv4VNU71KVbtdnN7cmYOHw8GkMSi2xRX
l24j1zi7WlhvdJFS8P7IkWso1WNjfjVHtuIHZ27wtxHgQoG01ZGvhRT65QI4aKjiNKvkMWuUGlU0
FYqejdogq2Lr/SHpKuUtN8342SAFuzPB/rxWdL++QOGHJ9oRY8qqXYGo28JpBerh6SM17IcqSsBF
H+mv0mYHt6TbOImebs/q4p4Hmc+kRwB48RXZST6woixVGz6itqt7knbDPUMAFfYW18OxtLJDjCet
8Hilu49GR9w7PibKAUWCaE0dZbbCBkityfmn6JeTn3Pg0zVBkseprbcq2oNr1M+jMfx1lnQyg9Ql
CnI23lCzQFDjVmaL3EoebU3z4bu9lnxmEmn0/vn23C45rHNDsxCF5UyR0OBLHrn7loGeggI49PcW
rEmDFppJKC/ME76SuTWpHI6kgDZ4iqVC42HFu0/fOPNIgLmjmRUK2EiGzJG/7uhWbaZiP45KB0LH
ERxNpdcoiod8bQASY19fozlfsghGNACfgJtGd9bMBxYSj560rbE81LHv8MS270dLHUOtZO4xqYmT
eyptk5ex09c0IJYOAzi3VCQlwM0z5YQudyCVIledaDSOusbkNusN/XMB9pZnWx+LvctQryfIEULt
hNSbOMNVmrDU3eijFv/664VFmQB1YbxXfnOAXX6I5kijj7k0jjWlh7SoDmuPlIW9OSl1TG0FoLnE
a+DSgM7KPI9lbB/Le816LNda3dZ+fr6IvTKkrQHahU4cKN0hT397fhZcxcXnzy6DSphUA2bDPuJ5
UYofoO1t1wRUl7J1uAGw63HA4PHmyE0AKUxNFik51jbNIzR3KjY4NVKo+aDfs7dZaINf+mnK9Mkt
SwHTQw2hPigRcCptEz9Dl81D64qxyYVdPWWKpoYCydsPpyHoGOXMNb+gE38NybI48WcfPZsY0Ldl
NEebw9G2n/N90/wdzg33I8SFsWdQK4UeBgpal9vGKVFgikyuHXkOEZasvVfS7u2vlnYyYaFLDSVZ
ZJ+MqwKwNCpNurKwj06ic8/tlORVTaIeTwXBV0zNJmsyBbAMUFmTssyk/Xk5GnRpKj3CHAHu0tgt
PJqY/BtU4td86Gyz/l8z2D9INYMb4EqzWegonuAVIxC5oJ4LPWMu3hJtLdifVvbMU/+2MumeI2Kb
iGvntdiUSYdapeyP0WCEFARBPAmJet/xtbaWRUPQBsBTcWrBmkNntKaLenXs+qMGvet9DaXKMGnA
VtQ6ybuGIxH89X6Y8kL/mZtd16yy0W5FYI6xzMPbNRjGODStH7etXAd+mDM8lpAaRCLqqsNF56XN
8ULvj6KfNF7J1pFH0+y9LPtogadxzQYohHxz2+jSxpjaubA1DAN007MAwUbn+lA2A4wOjTfoJ9Iw
LzVWCltLm9ye5IzxQgM86IoiXFc7owVM4Gimtje+Ru1ftu783njnBmaniEjGTezx/qi+QhHYMzem
tqYvNa3xfG+fm5jGeJYdgZyBpHSEiXgHBfpC+eGPEaR+vt1ejqWNDQAIKBpRT4G6y7RHzqyUaudE
FYeVUXiKux1Au78h/zRbU5YFOC1AdYzZmse2zds+ycUxad0NsvmeRIxvkp+3hzIH1v5eFHg1JHTg
E8D/Nzs1pHMalmvonytbHMxNikYOseuTBOXhu9wCXc2rXCNzWdpo5yZnI0sVYKqMuBJH+WBUYV/u
bg9p7ednq/N/SPvO3rh1rd1fJEC9fFWZ5imxHdtJvhBO4qhQhZIoitKvv49yce/r0QgjZL/nnA0c
YAOzTIplca2n9HgY17qLiWvjRz5e4Ej7778PJOCkK4kzGkXi66/P3ErXQDLqzszlfsLCzliTrVza
7pMdiQlsE77MvP7aQDciBoKuOyfZix7bYS5+FPm3/zCKqQE1gVmwjmebcaTOAAd12p1bH+lzYDLl
3zKvvwsL2mOuih4U2kTza4b3pIVeqyrOhX4gYk+9DS+3/2EMn0JM+/TTPuyQIGlZp4kzbw9i2PF/
HsHU10K7F/+dkHmzKWJCpW7W2N3Z49UBBuknu30CPuNfx6DBqxTS/Uiy0QucdxskoKVayaU8M35A
BRfVlvu/f3si4vf/arwiMzVBy7yeI60faNcB/3I2oXIi7D9d+ntMxgMxRZSb+UqHZjGYg+vRA3Ad
ZYLp33/6IC6cA1M1LuTZ08p9MZw8cAEGNfVVbvnwpr4/stt9rk3SqEBFeNC7AfHrOhgDUMrDUT+c
43dm7Fx3ZeIWTkbg1FDemewQsE3c2e/ro1HmtFHkubPUL4beQbgCJtogXz+B/waxvsZ7MSl9VkR8
4Eb/cn9wt0cACqTaZAAIzgE6xLNDTIomNjuj686dpr/mTP0KGPKH0ZKVQS7M4ecw8/adaTcjUNR9
d+4L5486QLsCFZz7I5k24fWVjJHAVAL15ckGbb4mqFYLDnl+GHWPP7jhblCLAH+7DUFVD/9DJJSG
kKuj1nHjaRu3bqtoLuvO1BgenFrEgbDqIGmQCuayXeF5zZt3ON+QQNuOjS63Co+0+QuHeITVhiPb
M6v6aoNIfaAWdfPYa7Hz4PW6jDpbDUx6AZ4s8xu3jA+ZbbG9bjb0eYDbYZToqeczZo9R1dmmT4Tg
+/szsrAfr/7G6dt82o/mWGl5KUR7bnI1oglUFfO+PIxQJDC18m0oWHQ/3tK3Bl8BhReoLUxCbdfx
UJZzhdUM7Tmu9crXY2Wn1yIC9ePE81Vlh+nkmi8saEig/j15E0Je7zpY01mlWlesPWv6x9h/pMo3
x3gRwxcNMoYlmi0HlSp7q0E1u/4tjZX37dLMfg4+baxPM9voiuIlXd2e27JFe0fv32unf5FU9YKx
tHeGWGPrzO0n/q43B5ZSKHyi4gNPxuuIkk4OPkbbnnO1bKdGmbarjRTukvrQAObYZQ8sN7JLp4OD
mzZWHHgNwENWo3UB7h5r5UsvnU+oHiDXVs2p5Dc76XmdF7lIRn5ueqBsW6ZcqMg/ZLLW7lxaUZ/j
zHJF2FyiJKWiRVbWJ63LQiVXgixPAl7+o2rv/51f5PNIVaamzryn48Y5cwlp+LlLlPgnKPmtT2mW
/L6/QxbnDRV7tNbtyRd59hVt0Y7SHjR+5l79ZSiHncNklLbJikLHYhiUe02UKwAfm18fOIZbl/Qx
BmOXu84ZnhvPCXp46P2Hw92xwPExoUeEZu70d3zaBgoap443dPxcewlD6b96ADhtU+ow+lYbZ8Xs
YDo95ht+MixHyXdyAZynrF5GvWIEbe3sFFYoLeUEh8YvsdSKgLgo9gLrvIHt/G+9Wktll1IBqOmB
/YNsANngfDqpRiw+6F57Nr1nVdk1gK6nTRkShYZDGSbKW9PHOHFWHuTT2r4ZLy5M4CphV3pj49nR
OnfQU2nh/cxCZnKBrj7kSksFuJTc8raVUyRbSdaUC5ZygqmkjqzXge3JPHGnXjb2So2wAgdLQu1n
dMB+3t8Fc1Dr383mook05aQAOc7bZ23DjSTXDUzoKMbI68sxIhrAYoQrhl/iURrGnkOC2GD5V1Hm
RTSYzhgqotEAm2aWX+sa5EtK5MxFp/4jmGP646Be4kJACv4gMA2YnW2ANEk+pLQ9l9ASQGvNN+KD
oh+E9XZ/FhYmGlAzPLyhDGuoKJNeb57WApYgFYgj1DdZfGhNubI7l9btVQT9OsIAdmTW5wVQo3LD
QABxYOEr0gKQoudGAyS+f0Vpybf1Mbg/soXb8Sru7GouCkAdChtxW/Zam3HgtiDC71r6lJHXf48E
7vukdInz5zbjIGXptdM9bNF3CPwn8izKjxYlpvHpfqClj/Up0Jyd0+nEhEReh1RKhznucc0rZu3n
Z2vBU9skMwnGIYGnMT0BUMlaOXZxNXwewmw1oFdWFIYy5SzsPCD1dCoCwhDdFPx11MsQKyWgWrYZ
nJWpW7iMcBFhO3m4WG/F/3SLKLD1TVqIcRZD1FUmjyaK+jE2YJ9w/ysthYLigzVdEXAbmUuLgTOb
e5WGs8vz6NFJzF1Cjo21kvutBZnNY1n0Opx7+/ZM+AgribfWeU/BALk/kqUt9Hkksy1kOy34uS5S
98TdxxMox96Z+otlfDW98H8XaVqan+7wGtKFnOUYzpiEqROgENRaQdyeMr6SlCyt8c9DmiULwhgB
elZH3GdkeFBj68mhxs/7Y1lIF6Gh9T/ff/r3n8Yic5iUGgpmzcZTPS5/poYW6M2WrlH0F4fiOCjP
oQOFgLMrQue1k9Q5thLNBusQ25YaSmWsovujWVoDqC6DowWo+NRFvB5NQZGw2en0nMoL70k0AIU2
VK0AazPc0OVjfzRTI1/ZrUtT+DnobHUnfZZIUmILafkRgKbEAEbnqJQv/zw0x4SIJSpruP9Rwrke
WpNQN4bJW3dOh2p81Mda7tS8cvcuRGNC4Q78MfO6NR7H0hsK9rITcAbsOszpbFMJFTtp0LA8RuXR
bt8bx35o0j6CFUwAcs22tkVoJSeSZCdCZNiMK8/xhYMDmszohkFSFpfVfNVUnVeSMePNuTVKv49N
eC296msExYVFgyD4H25FE55BszFCmF2ti7pozonmHdIYWEPWHDsJl678wMRqijGtwVmSCjbxXxYA
iBpoU19/SDPteUHjrDk3RfZo5UT19ayBSyB9t9qJe0Bp6sfCfClE4zd2Esiizjb319LCZpxKZCCJ
oDVr3nCQRJ6QZii8GhiI7IdXf0/7bo1ZtpCKfw4x54fg/QyFmNapz1Tboex/ygYbbh3P+pj5zOZP
pvkfVgpk86dPCIEOOFtez6qRgzwXm2Z9Tkv2bnfyRXTtsyKRvt2fuoXNjr2H35+csYHfmX29Tlp6
M3K7PmuZiSLCqei+dvzRTr/fD7P0hVD8Q5oLsAwaGrNjWXjALDtxU5/JI7dO7prB6NIoUIKY0j8g
j26W/FB2Pb5EjdlSor5+EOK9dXyrXzmNF3Yv8C/AWqLogZf1/K0Lai5TB6Aoz0VuHVqlDcYOhiBU
roRZWGqTsMGE7AOOClaj158+Lx1a1nmsotcrP1hififc+80791gUCvEHlB19Df8quP+FbqNOKAr0
NPHKhVv7/C2SOtwbJBvUswVx1HDsRjesdcW3YxMi8TQOBri099qwVhy+XRhTWPSHUDLUACef8a5y
Ofa1UubqmWmh+SK07f1R/Z2s69Pp+vdnNygelri/GX4fmoA5TNFH2FHDyzLsZH6GIVhEC3Pb9fyX
nlbf8KJ5b5pxwxTUELWxDJS8JeGoWRs5uOexU3wv0aE5ZH7JiLHLXPnIhIe9orenfKxFqBrdC+Rd
v8o4DvSYbStXRJpeP9OSAW8nANaPZURQJuY6CByd/dpAnBqloBRQD/5aNvaO9lZgK0agce2BCrHF
zbnSoNFnwGG8baECOgn8onKNk/KmhlLabmbTHhPOEnoZqdsd+qrVT6XUxC5OdO0J3n+p8BupVxfP
VH8pCm+eh5h6tm93W2Kfxh990rE8VFKXnjxil6HN3F8Na1DS592wshtut7Y7QQrxHocwBvoxs0Qr
r6rG7JgtTpAuAGuA7sy28UuUGYlcc2O6vThddHpQV9JxQUPyc3ZIqdZoDkUp+Um0tr4fu3TclozV
v4tksiLlahY4sgfYemWJ3tyff7/DpOftYIzzsq5idpUDiLR9GtxvjfstDu//PJSpFwJMEk/IQXFP
o8l4fZ44NR2SoWqtU+naRVCnbmRlw7e2GwND6yMYVaS+VsdhTYBhKI0NeK4HqzGgj1eXe6j1vQ8Q
Bm0lB1S/IY+K4+6lme3Kstnj58IKlgoqrQJQ25GbDvBz51B9KV3ahYNEhaFx44vKOT2A0Ar3i9z8
0Af3Ia50IEz05kvH4mORe491BYd4WTWnLqnQtUnryK7aCAYs28wYuj+xUYP7QLI2bGC76zMHcqwl
6beSuW9lxjPA7OQ5kWXvU62NFC1/0KfsKjVqw+8TGIR23tju6xSOSkVv6r5w8z6SME4OU0pD3VH+
uCwLpKlt3LQMsrGCyZ9S+46AwAaWZerTIeUbgn5N7ZMk/y5d+yhK/pZaXtiX7t5k9cXS2pOVZaFh
JE+cJ3tJ1L3JvQcCmfA0aw+QY30DtW2fmPauQ+urzrtwbMeQ9vlGs/VTIdtdVtVfHdLsRys+jkm+
qVAbHvn3qtLCvrUi4Sgn+Gfg4um9yOoZ7A2HXTU4XzWbPOWJAG4DrOiQjvYxblR0Aer+3SzVt8ro
Q/QrznahR3XvBSnPzyXtk32hCDAxXBnpCVaCq0dJav2Esc9BjXkXlF4WB+Xoxb4c8mRTaXEK8kp6
Ho0MFf8+e0plGxrc/KmUlrMx4bASojgLyY2+/GHETnOo02xrd7CuQsHOZlXgGUNIu9zcwmF+bzoF
aECQEQwSV0Ep1SXvWZo0h7zxtNCpVSC4nD50wX/wqYm8sYvZD8khi2QTawXn7d4eijhaUPFX8aCb
ODCzxwjYL4wAaWyd7MYpAb8em63uds8loKJaYgQeuD+G19FwVMd+42mpvtHZyMNGVX7p7RAxowsJ
TYoIRAt/FAIkAM+eDs+9UOiTYpffOtmEKSn7/SjzHAs0To4ZhwXqIHkdsRaOkXSsXyQMUve2kgUN
Ub6rNXvsFRUs7v6pGI1HZSghD2Qe076nJ6mLAqY9w5PtlZHozK2O/dMx8xuh+Q+vSN7yuLB8kJm0
QGsaXCqefC8z8cPS+FFX2WkwtTAV7OTkbB/3Y0ATz/BdyDwMPP2BjgKuOss6puhNboY4rvxc148c
UqS0Nb+qg4WjoA5MYQRq02zMRKAQAuhbIrQHYuq7NBuftdyw/D7zjijcPd8/0W6P6ekeAHQRPUY0
UObV2SR3UfZPhX2yuIhxFtTMZ93w1OnpU6UqPrHtfz+hof2FKjwkwFCsnivjF2Wl9S0V1slUvB9a
Vb0lYuWS+9s/uE5TMKb/CfG3cvepbJEi4eOt7KyT6rXqGZMYQ/ev198GpSqHwKEe7mbLCDV1Q9Bf
HMKLaPS9mmZq1BR/DNXdlpCIVSD5Kz/qOuQ4c05V1wK0YtT2uVAb8IrtsDQGEcH4egwhlz6+0kxr
jxS2Ktv73+c2k5wIAOjIWmjKQiRgVj+gA60KQUft5I0ltBqSxCWHAdfqc089ePyBTw3VkGTgp7Id
qs392Pb049cTiRPBhmoA6iULCFoXilCd05H+lED+6FgbTf3iFLzYd7w2AoFizRZcv+QFHWxlksi3
f+aA2R0A54KcX6waBwiJN5Opn/uaV6p1bFJOYQLLctO3nAQUK1mnzAdTMH0eylxGNLZ+Vo0eP3dD
xWigszb+IjNVPE28+cjKYzAx0dFQX3VmqL9aAi0xU3Ac+jg2oAA6An8LJa3vRLX4xqsc78UlOh5h
g1KialX3R2dsydFsmXio3SSFHXtah6jY8t2gQdZTdIRDg0FLH7pWQidIp86XVpDhKyF2/yJKhgWA
tPJD09t2w7GRg9SyCPHrxFYKyGLbcZAR0UCdTxpbKK6ulTCnY3P2MfCuRI4JYKGDh8ws8xgbwoxE
0P7UKl25GeH6eqFEkEutwCAFWhJGRHiVHx09Jx9Yh8nKk2YhdcRTEAsBlTM83OYNXeTlrnC7YTgV
Y9R1F1Hsofdr8pVi8O0LBh35iSAERixukDlWr3ZEzWK3HE5Z/TiUl39HgQJ5ZMGRxYTrL5b17IHe
wy+X16qGReH1BYw6TcXXuvhNteHtsLJ3br8W8uyJ5QFsAdrGs6cShAcLR8aGPGny2dU3WA3SeejX
WqlLH+VzlNnpgGKgxvppkTtG6sMIbJsb3/lU3rZe7g/nNu3FxH0azmzilBrakJWKQGr1B3kklOFU
9e1/F2JaGp9Obam70qI6QlAviOWpNQOlX2l531520yjwVJu4B7fEXE5NovFimq4W5w7s0pL3mgd4
AhXpyrG98GHw0LKmVjOc2m7EFZgmu5FXmjhRyxG/00IdtxSuKJc0M/QIejCgPdyfvYWNgybzVLQB
kAp8sdnpYBBJu1rJxckymzpqBlXdCGdQVoa1sAwsIETRvZ/a9jd6l5bRdNCkY+Kk9c3wpZYDxbM+
1qKhM9YAJH/RTfPzDpgg3Hqo2wDzNksjqarFoPhQcUpGkZ1FYVa+BgmbS2fX7ZeEjcYvOvDxBHnZ
+NyMo/KeJTSFuaTdAxRXlN/56KYHgtsmYiQZg5IDKafkXfbkCQ+PlkojqCdA2N8ox9G3C0vvgpgX
eZRDC92XeVLsdcmhRltX9UaK3A37ZoyPuKi6gHlc9XHg97tEtr84MwUwmQqWVFfV0SCrrVQlcnLB
IHZplJA5w/3iD7aMmgTqVr1LU9yeMvaBSgxYZsUbU1ooYeeOt08NjoNpTPRQrxVr35WwO7AzM38D
E/lDk9z68ORoBy3jPIIfYXfQtZ5EacLrbVbW9KKWHWApHUrmH8DqK6fc5XruG1rG3MBu2v6RZ6Qv
V+6GpWWBJQFxz8kn/ubVzYpYH1VwYE4mV8mpr6r2ByVlc9R4NayUXJZCTaqHoCSjR42q//UpQVuq
AKDb9CdXG341HejZdgajjzhfw6UvnBUopIG4gRMc3dZ5YtxpeWJAlEeeEuKDcuvGoSseh+wi1oxF
F46Kq0BTBvjp3EtJooKbgEC2zYJWnluYaDbs2Y2T6P4RsTB1V4FmGwpEYsvhxojLb9xVygegqcm/
93JxSfz/SQNP6XosndULJTUwlhTuUNlXVm/qtQzh/iiALrsOwcocldVpumgRjTDVVn6oawXwhUwL
L1c0tPDtIcI2R+PRzOxR3nfFyWj5t0ZPotoSgVsbYYnna2HVm7EnT+mqKvtCqg+B6qnirkIl5qYi
7raO4qZ62p8qgOO79E+VviR8nyeA54H0W1nv95fD0roDJ0JDSumhwzUfpV3J2lNyQ5z68RFtO2gT
PpTmm6b8vh9maVRIGqEy7EKpAuXp6+81ZEruSoeIk105AYnNwi+G4psj6S8VUkrQ+y5eR0icrFyH
S4Nz0cJybYixAzE9uw6TvAfJMBPjiSdAZcSX0foRazQYizUZ25tAwJTjVebgQEJ/AQ/o6+GBy+DZ
dV9nF9M7wlWB8G8lICDO9/uTuBTFhjQB0MAwwcCteB1FIyBmUttKL0LA3roHGlCDirkD4Fa6cpQv
RjJRB8BogJWff66MMhNdEpJeMss44AzcmqLyu7w65La7uz+om5QFU+daaJBMrFYgEWffqBPW2Nu1
nV2G4sHZsHEl2bs5KPDzHjCUSMHB/bkpNAw600kBWPGlUcpN7dCvAwp2djuuwDD+NvWu8pQpDsyf
0fJzdBAoZt9GeipKThLy4p5RhAbbmCUqrM8pPZHuCYTGjD8ziKSiLeNn8qnS1x4aN/fU3/CgpEw4
/VvctssrWnCVp5e6d6bS7jOTyo8O8vAZYYcRPMr7H21xVnH4/b9wsywdgFGWJxYUdKhuBXlJA836
lvwzi2c2ptmUqqbsC2sQ6aXsW98xDl67sp8WRoFVZzjQh4azMb7c9X6KE+AWzB6jqFMz8AotKMzX
otrfn6qF9Y0gUGkF+BFu6/MDVqFO0hk40i9a/p3Yr2tYgYUPD1yWiSYHOI0gTMy2D9adWiNfzS5M
RfVCQS/yoYxN8Q5tCjvMcgeJrtuvKV8sThwUwlUQkia++OzL9IUbj72G4wE0/UB362Dw9kmS//sh
5KiAi048EMzbHHdmW7XCZDzi+xuJ35mPpXzNWjhSaCtf6OZuwuWHKBMwFf9AnO56GZhFAjdpy6EX
/hep50p1wxk8QqGH9QLv2NrvQfANzIxZ2/tLY654AXQqIgMP7OqoVE5/wnVkpa6B6YRmwMWok0hT
zC162BuIjP+QersXFftoLOtE7TE06/Kod3/uh7/9iiixQO0fIEIIMwLZdx1dHYzchQFMdVEfWxnk
3I//GUQCWM6nCPNOdKmrhclsREBT13ridV2+S6qLtYWyOJC/FUoc8WgBzAbSZDExEi2uLlJuyt+y
+7Ddx/tTdbuJwSWcbqe/MnE3Itii8/J6bEp2MTMPvvO92YQq69eYPgvrAWEmC1BojOqoF82yWkPq
GW20hl3UPD8TVYfCWhJV3quRvZSZeXRHLUw0G/B4tMh4Ef7jGAEjAZoE/8GrfgHw0dvuWGfaeGlb
4e3bTGk3Xgm99PtRpm9xdU/OosxuDmUSgizcyW+IbNMB+AfolRWDG9XFvsq35sh9XJ73Q94kMwiJ
6htwLCihg0U5Wx413GVgmVmqF0dIcizx0r8UkmShDnxm6BlNtrJYFuPpeDAin4FQx7y86HllO2YN
GS+yKdKgZ1bklMXRY9mvDhyL+2O7WfrT2D7Fmk2nV5WGQbwE5sVsvLhGuxWNfLJHLfovYXBFqkD5
6TeoeoXF6F7jILrksIjwx4YHuXRLv276lcRiYe6gBQIiCvR3gNeZU3lgLgS1PDIoF0M/juyNNmeD
v7dZsjJtt6BFUMBV3CvQvgYOAkDq67PPqDmtgVFRLmqlPzmG9EcKysT4UFqwRSsg/yi0MmwaaR0T
hbQ7gc5y5Ar47d2f15urZ/ozcPMAXAu3uRvBMUUOFXAKhXIZO81X4yiuIpESqI49w5ccVrKb++EW
VgvCIVXQpksHLIzrUVPLVsBrwqjT/JC5kLd86da0hFdCzMmvXp0qlkk6BfnIWaHfdHvbruH4pjU9
O0I+j8KYnZI5ZAJQ3uyVS55v+nJD6UresTaEWTndTSvs2QazJGjlAzELGZzc1/vX+99i6dMjqQG4
Eu0clBhnozDVqlAKxSUXbvxK3DzQvC8932vKgzeMqDOtCfAuTRoKtpOBsAe1svlTuMwS3Yg9nVz6
8XsKQfO6WVMxndvEggUBR6pPIaYRfyphDQp8E/UMIRiAQEe7MF4piLE9FLkvSs6KXTtIz6e8ahrf
MsYvuhdT+HAO74a0Qgg3B4QYT1VqwwbK7djKhl86V6D0gnwSqQ60/+d/m+AxxTMQiritDQ0bkJ3Y
j9hrN4Sv4B6W5hm6aROPGWV4VP6vJ0FTBEVvkngX1gC160Zpt6aSeJslYJ6BZkRtCv1zZOHT+v00
z+gK5kYjpH0BCfsCE79t4dpf6176HbOe2myI0FjI/UnWFIJZydbLjN/3l+7SBgGUy9UhzKsiYZ4d
no2RMTMmhFzy8aGCQJwEbsJbq7wufTFcntOFDZDrjSkVTH3NoR1U9zKgbrP/Sh6MNTktdLAXTpJP
MbxZoVIkVWq2aPVfdOlqlyFHI6MU6hCwHgCd1kXJvJDsF8scbyNco/9W2XUVtdJw9gJl2hDv4+/Q
yuiARYp/t1h4odZCWUoFrDmwai8LRWGJQ4UQBx24kV2t6t0+LoWCur9ARZ/rjtgqaltttQLHZQz9
u8531c72TQjd7a0USQra7ak/TEBvamsa9KlZHehmqvrESn84wtYi2YkSvQXLDlsgfHK4Bodt5yqh
mZpgiwe1Brqd+tQDwuEOogriRiYwpfaCQs0bUC1ixR/iyvF5AwMhaOTqZyM1bZ/qWuszzWAwNJPN
sc+04qj3Tr9TQR/eZp5dHVPuFQHw98pJKdNvdekAIFy5svjWConOiEzzKkRbaIDGw9Ao23pkPBJG
ZkWcJuxLFmvGDlxr562IE2ML0IMRDh284PuGpIeysnNwkxV+UOBH6KtFOjy0jtpeksQB/kYwoGch
JbmFLNxrksKBg/QOiQbdKQ/m2GY76lnNtitUFnkJGCUJSmUhnC1tQEDa/AKiFoG/uZUHeJJgPgub
h6WCrIZQYUSNbZSbHkT4DXcUmG25xRhKGffHiifmITVQoI87je6kTliEhhtwjQmcW6D15e2LXOqw
BTWTYGBShhKEej+RznBkQ9PhA3X9kbi08KXZ21t1VLuvrjK1jDKHXBonI5seRb5L6zipb6V96ucA
S0IRC9AiU1XcjWmRs0F4HrWEAvoPTCCMSlT15f7+Xtx6SBEMEGQn+PfsasrNJBWc2O4FRoqBkwCp
3GtFCID0a9bpb/djLV2DsGLE8xfFs1vST+paDElfTC6eLF0fB8GDmdOTokvA5NwKJCMaarm3ojOx
uO+BAEDZERj9myyT5SksbXJOLvoPFx4/0f0hrf367ApoDG+slAq/blegwAC+aHUrRc2bog9uAPQe
cM1MsnY3WvK4FnJvtCS5aEV+iI1km9dZWHrWF6gkV76S2rt/HxGepajEoNkGjs+sTuE6fTYKtBQv
3lh8dCyJmiz9D0NCoxyyE1OP4AYrP6By1QmjJxeY8QTcVI9OBf8L7Xdt8ShR1hyDl24wqNppE7MB
z8J5nxxcLJIVlebBKAIMaCguUCvb5OMa0HotzCzryLJeQNUUju6jc0n12lf6PfKnlTfE0mL4PJZZ
Us8LowciB0G04lL1+4L5hjwyoFPbldRmaat+CvQX8fkp72BdNkrhIpDRbXvnsa+e7AI6cIkBh7M/
rbVSUV+Zu3ktZLS50qTtgGjCezGUbMvt4YHgKL6/tBfDwH4QeloegE1/6/qfBgU6FW7hXHqXYQyq
7AvaeYqyvx9i6TidNBSRDULU+KYvDiUgZrrjJOAck0CoxAeGzK2yALyA+4GmLz1/GKFhA60YYDiR
fk5j/TQWAuHwkjmwfVCALO3/pMgSYObckMhLkcmAmAFs5/8u4iwT1EmddSRBRK+tN6yCkhN7lNYP
OH34fbVLdAZ+y1qrY3EZfhrltB8+jdLukYk1A2LWZhHQskBy8Gp7wKOzYtPmddBLc+VBuPgBURcD
3g3lOYDKryMOQF6ocZIQGD5uRjglxRYA2eR7lv66P5sLaxHlegB3XBu9pBsrKIX2saWlhX3RBojd
FiKugmGEM5xbK2N0P9TCoYFQ4MKpNq74m64bpa3aVajoXGzlbZS7uEfqRu1dqv/s/l24ALjVaVST
/AVaOvNuQW57NXTzGxvK4laQEDekZNgqDjkKAvhdTldp3ovziFkE6QRdWXTlrr+XpvFY8pHblwze
gLkyfjUV9SQ968/9OVwMMzUX0T0HHGp+QqlsyFAzJvZFN2vFVzT9W6cbfFvpFlu5fxcj4XQCCgF0
TNh2XQ+oV2vaVoNuX9qM+w4xNjCB3vT1WjVqKQwUEie8AxT+0S+/DgOiUMsqNwHMvmsvraoL3wBh
ciPMZE2tEkLa+K3ZWYXExXAm6QLo8s7Pqgn6DwvF3ro0kP18HBSng5g50fw0bkBwOVtCBEw+KegV
JHUT1XaK3hbcXH2lYR+FKqo3sEzgRK7zRttBrcLwa6togPLXzMeaxv0DMkm5UeoqDe2sgHtt3rPR
R0LIAwtuVyH+qo+BaoDRao14jkUlQ1B6yn1fd2yfJrntt15jb20z9o5JTVAUtEQbAKcG5ZJUKetz
rHjGF50koHTExRDYqUNRthutLdF5ciEVpzC15nGkw3gUCWAlorgYBVx0LesJjiX2vgaK2G9UU4Ss
SuCJZFUlrBW78RRn/c+ywF/gpk586IHZD1rcgwDjq2TXm5IeQFOGpIA2GbrEjbdltWqcuGjdY1qL
r3Gvyq2scJHFVuY+uICObZOYVAFA6vIhzilHxhsDB5/Fu9HcZIARVFr9YKE6k6Jg0ZVRCrI/3lOu
c2BoiO2A2BDbDMCuB42N6mVwzOGxaHrvKzou+kMbW2qkKPDxznSq+qY01ENhS+ejJBgQbYzxkACR
FuawiDnUPaYKyHvvK21gbwYKTLudfAg3LqB6AWyotT3+3+gbtIuDjqVdmBu8BEPCiH0cGHCJdltQ
iGIDRGFeD4EwuR7msO0MHTJ2ATZPGWhVxkMN3ME/nXSUbUlSO1CN1D0U0Lg5idoyDzC06c+2BDg6
htrcsW4gAETMTNlR0WuvNFE5FpYhpZ8KV3sp84b8eyaFjiOAUcAWARY/7zj2lsvMorWtCyCJUZm/
KN2HkAx8F+jv9D9Zu9YkvlUpwRH8OeDsnjYSuMopYOqB43Bpiu/S+FmSc5rsLOMR5U6/VcdA/DNG
bxZzdk8jVYvdTkFMAM1iETagqtmb+yfwwksLetHYdVNnB9jQWYg066BMYBEHCQ8PBQ5hwrb3Iywd
iSARQpUChrPT17o+EmmsAyqH5XwRxm+NGJEzFoBwrjHGl6JAGAkYcbD9DXdeh1K6XMniVliXuP4j
Yhg+hV79cX8gS1P1OcTsTc9Yzg3pIYR1bOHvmco1CNQ0EzcHOvr0yKHh5HqDW+sz0sEYNbfQu6y+
2z0ZYV8rB5+k6qvVtMhEs1Ua5tKYYOqMTulEwrxRw5V6hyIpEKIXWlrKhghW7RoG5Tylq37KrjMf
4C1lvOWmnQUDTAYC6/+Q9mU7cuNMs08kQCIpirpVrb2rF/e0fSPYPWOt1L4//R/sczBTrSJKaH+A
MYBhjLK4JZOZkRGDWW+zOkHfROqUW6x785jIVnz95QI2czTRCRxu3G2La9QeUgKxEexKW3iF2W8q
3G1tuLm8nrotg6Z5PJkBCAPccvHqK1M7y8dUjb1yfgMDF94SypMdTcFwf9kS0wTcIEdEqheMxuir
PYPJIP2ZRvMsHkKRVNtoQL9e11d/QTeQbMzY+RstR3IboNNhJ6qBAiKZpIc2TxQrFggrZ5eF97yz
IasuMogixUW8r63ZuI2RwkbNC5ye/QQiYylT88oQCYX+ao28csILZN3ccVPE0roqSvTMI8HGb0Le
8IMbj+EOTUH5awzqsh03jG7PQE8uWxvsQUhMbru8wN/xzEImLx2BdwYUG/m/EXm0ke1wqwAZb4L+
jKFTEtdAj7u4AQ+8qMEicnn+NK8HF7rZeJUpVk2AAz+7kLlCPdPKbOehElCw8pz2vqi2ZI1ZV3f8
PoBu0NcUyMyr/XLyKnKaCCyOVS4eutdiRmoaibvKozYYqJ4uD0d36E4NLa4SoGAgBQEE0MPMNrTx
RrH7376/8LhRzRt0SOP7b+j/UqnpleXQ/X7FZIVziZNzRngI6S2gONNCPFh1gNZl6D+2Rrpyv+sO
J+CZSFmjOIIE08LZWmyMaJjCA+TN1pRP4Vubr6zCyplccqfwkdApCyzx4Aw2SMaCv4a+2sachB5Q
aId66jdWDh2ny0ujG5Yib6YcvInnWOGCFrxFDziM9tPtVBavwG2+hAlYMC/b0S3RqR01+JO97IZm
NeYzOtsG5JemOPbYvCZgqTuUpyYW7pO4GbrS8Xp7AJkeyW4aG66TPUeI8S8PZWXKPqgjTobioEMw
ZzWGElavHbcQ8n5bFU//eJctr96TwSxBExWUcjI8aMRDWSDZHOcvGTc8wpr7ron/TnP+jNFWoNZh
x5TGd0lienbRbie7/INtjyIrCqyKduSsOdBo8gnl1UY89Ea2MdAnLcEuAOaaFQ+hjWZVByLiJeiI
oWjweX/YY5SnmTGIBzMNtkFeXUM42estdmQT/V7b7O82QQ//PFxBYfLq6+uJUBMhp8L6nnHAtmZO
e6hCqfXcGGCixt5cOdm6HcNVqwnIyQC1Wca0pC5mWbileOD5vTlIzOFT3vy4PArdAUNAC34MRLbo
f1z4WDNozR4vJucB0plRv2/DlVk6pyJF7H9qYHGCbcMta6iIIutd3SfGdyk60F0cbefWTO9FsOuQ
Mx7c49BB2c6+68q7MW29bvj78ii1++T0VywOeSXR2zvOGKYp702IoySRgDbpLi3A/iQ2efSPFYBU
6/dlqytzyxY15XQkQPAhtHhwZPEwZPy1ycSKU9EPDF0AiG6RRDmDI1YyguZLlDgPyZg+VNV0I0qg
YFhRPoBP5M2Os5/I5Ty3dfCeELEyqx8goaW3USkv8OirWtAycxM5ZtDYVoFHV0crc9NCn2vjzEFz
JTrWHXlVxhsuwvxbFk/BQxMhEYImyBxqSOAUgV4pNBVL473pQ6xA2vfbOAyio9UTBzIN47DNJkfu
Spf8nKaao57uurvO5Qm03kzztec2MFLoJdmnkxi9IIc0rzcQIPq/voaIrRVflKpFcXVGT7y2UUZh
xHvqIN9GPF6AF8LoyZdJanBGFAECyLYBvj3rDUYtuMHqWjDS58eZoll9jc1dtxUdkOEqIlzklJdU
hySNYiJTF/dCWOxp8zMIxUowpYs6lQNRCV71QFicMLMyQbNQRO5DaB5d8guOc5ek16yej2n41Zot
8EXIYXwkrRWxrxrsyZrUTdE045wI3wa7Emix11Qbzoaivo9OACU8ijrN0if2lVtX0D9X36/2zWge
hgCFreLAZLGN0a/0xR22sLZwkOCDCoy6T4WfyuskvUrXHh1nS//xfTSSqQL3uVBMVNDK6rNc+JVL
r4K6+dZT8X55CGch1MLE4iHQgCK/rpxY+AzsaWb2juLJhgU37fhy2c7ZhajsoLUB2GQI3J69dENo
x0c2XjY+M5xkk3HbOOAJP8JJGNnKvaXdA8hI47mrMjHLJp6E9ig6Jq7wQTpxV3Zyj/fjNagQn+Yp
u8Jz9XB5ZNpFEig9Ir0EjkWxiGNCw6BZhMqCPzpXdbIqtXMeF6qZU6xkcC+4JZae2jZq047b2vXr
bkr/mdB+twG9ObBhozkYB6t1yfWcU+TFqxAbsGqd8Jin5Wx4gIFPXgQBAi+kmfnVKPHjV6m3MLJ2
CN8WBzkziob3PHH9mTDg78Y9kFS1sRJFaacW7WvoQ1bB2jIkNpwwaZImc30Hocd9W65l7DTfB8Ab
OELUjSGWKBaOT7K2r8yaCt/8kdDjalX6HOMHWBrYCXDJQhFPYSI+e7uyyEljza7jC2t8sKGYQJnc
8izZith4iSAy5DkSZF5O/1Tl9LaYuxVvex5iqB8AMlc4dyTR0FH2+QcQdKZXZcEdv+ACzVd3FLmb
pn1O0To50X4PWMYmyp2N6TxePhMar/LJLvlsdwbwp0SvKOw60y+3mN5KSxxHFs5eqyiy/sAY+OmU
NKRqMVp4YYSljE8BwywPm7qQ97sC/3GGlXBNu1fgvziapSAwflYnnBJq9ZHl+BCzCd9EthLMa/wj
xXexUZBxQI5OObWTi3Gu+dQi6yn8Miyf7Tj+Odlmg5S+PP7BZClkDgS8MBa+DGxlPIIXzXD8lrX8
KkogZADRq2ALSrFXd0z4ii/WDQum8MxSONezGMylcwhYHm7IuN92qPqYxS51Xi4PSW8Db1V0KYGH
annKCsQbQSVwtYjO2YTg85fgnGu+HCThKOGhin4DFTKfBXq1GXQD5DOFT+daUecd0f98jxLeHkwV
YJ5xjJWF0joP5MSBAMGuO8fUgfGCNSTs4JzQF9/H9JnH5c2YysdpJlCmkxHutgDdw8YuTthT5uYr
WC7dhj+1vzhWaR581HZxr7XddZ+GN63trLQR6dwEmuRxaiHXDh1HtbInmx4qLHONAqjrB01Org2X
1M8g8hVgm07FFY1GtjKn2iHhRQ6hUHh9iHN8theTvmfQsHB9C2yuIJlLwjUY15qFxaRlZc8gEEJc
n457wndrt6728wqAgY5K8HQvb91oRC49jwrX7yX0NUHa+PvyUdIFG1gJVOJAWkDPMYmTYdTFIEZ0
MeQHHl53v538xmI7IDDqaTf8CkDpV2wyZ2t8v2xY3bSfnqM4XUSVWpSe9jnoiQBZ1RaVEL4ipA1e
if2ietWrArnj4m2Yf3VrW08txJlBYBZAsYtea2jXfN4KACMW4HVB/JInEjrkwS0x5HUh8R6lyLt6
bRrYOyNY003UrR/0Ev+1qv79ZMO7dR7Jxghdf5TWi5y6t66ECtcfTCWy1kDqoAHxDH+UowYOPguE
vwzF9DQYvFgmnjF/l+1jx566JgH/6PtlkzoPjCyGgCaM4mdYdiQNTtw7VWTDA+c3LD3w+gpcjv+T
iWVHUtU2gyxRD/DDJPnldtZzbbqzFwWOf9mO5vFAESmhCo0DhhaThYuwZczKFO1m/hCX7xSidHkP
hAG6tv+xErdHaZqZh8sWtTtREBQy0PNvnpVcS9BOYfv3wg+cYNy5fTtt3UDEOxolcmO2rbkLEcRt
J2igrMypbqyoM6mDJ2B8WeAIsiqYyMiix2C+qslmjLatfajTK+jbXh6ibtuDHwK9LhgfwuDFpM49
qIT6so4eiQCJ0g2zV+Jc7fcdJbWFhK6LMOrzscqF3dTZFEePDCpb2RaEzJd/v+aeQrOdkrMA74nC
b33+fmIONOyRV/D7fjyEPboiLHuXox45fv1CVBl3ID/hCNFVtrgQ1cPVqvqB+0EJTK6VXJnjfNWx
2yzbXh6RZsYcgKdwjyDFj6frYsZiu2JmYba23yXcK1tPtatdtqDxCeCLdfD4UVQn0HH6PGd1aBfo
Cia2z+zBr2j6Mhj1S5sVX49SHHhUonaxipwXMzaytGtn8Ib5yXBT0ysiN5eHoZsoBCYgn4GgCdql
yOdhxJUl8waQR7+nwJYdivb58vc1p18FPv9+f7EQSZiWxJ7xfXPYFT9kk+6aOtkJAR479CyKNfS3
djiIfPBOUrfsElTZEg6xRAAefXYIVJ5gxZedlwxANIPWfcBf0KN3HotD6EWWZTgw35qleT8Gs/td
5Fnjtazqr8MCLsYZeH0rcjwJqMzNTWxZkGsr5hjdDxyYsdA2dpXLx1tFUL+y6XVbElkh4BUpMilo
GP68ltB7rszZaZkfDuIZYdoR0hXF1jGCNTUVjWMFCBH1VSAFHHSGLjalzMykBP078yn6f2EE9N7V
psYTyIoPDklWhqXzTjZq1PjzQTuw8E5z5k5Qj5LMB3MrgfYeLVA/Zt9m8gdbFWVB1eQDDN4Z2liI
vGFhVNk+cZ8jR3rEvJvNbym7LYybbi0g1K0VEktgXEQvBdDai0GBgh9tem5m+3Y49CjSyQo10Y5v
eeWYf3DET00tjrgIIKlYyBQuZHxm5ROa4lZcoXY7OGhPhzvEzC1jCiQOezHUOHQDKrg7JqYYQEpz
ukqg0b3rexTUoqgWK0dRaxS1bzxYibq0FnuQy6wTI9JSPhJ52yALdynCeCZuAWKIkvevOzEguJDW
Vf1fwFF/Plg2Eq152gjbz0n+m0VgpHfAkF9br0yAJX/IX4IKPYyXbeo2CN7FYK8B2wUyr2r8J6E0
sIIT+MawG4to2FTSt8iROmvElTp3qTBgivsTb/8lHicPJEC2AJv6TX5f9jG42lcufO0oGHjNOPCj
/ExrvkMbCB1Dh/kl2ZrFviJe7O4vT5TmaaWUnf41sfB6iRXXzozGFr9Di+IkgXGPnW3f/O4dCAL+
7Ofw4I5vl02ea2ngGlCHV/UmKBZJ9ZtOFgeY36YDLS/zwVLSPqDhKLqOoZd5YFbFtnZZjB7nIega
ktnczD1vbmqh9AOBjt9EafJP6ZSjn0LVgoNcv0ZDCrhhnEMJrnGvkgTAx16Idg03rzswOIrIlUIo
G4m4xYZidk9rZ1C/edwZeAHSIyAxkeP1a2Lc2k2FzNBHjQrcOouTyfokH8CJj2uoQjVboirFOP8y
kFOtAKJVVTrCY28Z4BEwYhhO1TF/Nv+aCLyO43p99YvUpZdY/eHyeutHpAJWIOQAd1g4a5I5nWMO
M/NN0Jc4V8Bcf/37kHrDK4Ujd3NGj9WAwDU0CIIko4y/1ekAoec1uR3dJXpqYhGuRtEI1tcmYH5a
k9lze2MfcThLhLC7sF8j6dHl5YHZoDYCV3CXAILy+XxQamQo49qOHzYh3xRTtqVGexMl+W7o6A8w
Od7FstqRPH7t5nwF2KodKdwmnpUIT87S5eUsDTD+mrBdtLViR4EuSIsAumDWsLezqVq5HHQuDulS
U2W20aYrFueqtFmLfvfZ8cFa4nUhPQwgn0nc8Q/2IA4V6GSR2EYD6sLNxeDQsQBbcnxe+QG4ch+/
vgXBi6FIGwDBBQ305xUbK+pEGZA4PpsO1TZfw9oQiv9/kY9CcPDf9xezZM2Nk7IE38+kndkeqxPp
V/PEH0RiATRbgn7/0JjTJL04SqpDE5gJ3rky8AYnMjaVKbNDRmS0d1JUPlJrpIDIDv0br0GMhAIM
yj51Pl4VU+EewwrJQwpw0vcC+nBXl+dJt7vAkQcWUqRYkVxYOLdhCOeuLwKOuE1mPlYE+C7wvT01
kcsOISnXXIPu/QQCZETbCN/PmaVJ2BA3jirhN8NO5lvzSr5Bn2ZowEOyEnBoR/afpWUGKjESEVlZ
I3y3Mh6jgD8H6BALZ/qQkOnvP5jEE1ML9+DQwIhSWQof6CMvy2ywF5RePCOVN/26bEnnuU+mjy5i
Xysno1EktfAhXQL9BkhMX/6+dtIQv+MGQiR/Vv+Z8r6iVYDaTJfY15UDNntn10HobgyNlUhKuxFO
LC0PKI+pORJYatqfeW55vfsu2LitACWnzd/JWj5SO3En5hbnVQRgHclZhoQ1J17mqBDleHnqtH7z
xMLiRrLNQE7uhHdykR4nvicDpGtWDuvaIBZhWphMSY2gSvhyeHLaX4yt+OSVISyZA1Fw7x0wSqKo
6X5DQ7EZM8/J1kA45yxgitz2v4laFrllVYsa3QtIKDQjwsXyG2PzWyLqW/DCP5uifWai+qcMjAO1
4x1rnLuCrMnU6AeqsqiguQRYUXn3k3g3G8K8FWR0UL1175PKOYRu+L0czJXTtGZGreeJmTCNKGuM
CcVbt7tNXfLOLBdlpjUpPK0ZiJJ8lDrBDrLYFpY7lkQYnePH4V9F/KMMf2fxSkZY6xcUXzCKmxbQ
LYvjk0QQKouAHvQj484uKjROgpY9eSHZy+VDpKuiIs/1n6HFKUrLrh1YiXp3MNXbCgyZQgSbpofS
Cvokp79C+dh2jtcU+RWYrC/b1k6jDRIp0JGCb28ZgvPIStH9CGhVHtzN8grstFASvWxCe4BPTCw2
BEkt8HK2MNGAjas/RNVXJVzU0cILwlaILWzsxUVEsznJw9DBTgic72XS/0VosLs8BP0KAfmgrIAC
/qMkebKp7SYCQVFGuB+a38MwAr1yqYQ8crAd8LjZtTbQzc70IAvjqp/b/Tinr5d/gXYvKoAougwR
Riy7MDISA0JqJ47fgWrL3vK3DCXOYiV6UGfmLL47MbKYyaA0c8dgMDJAZSzamn35qzVY/lfROsOT
4ZrdTxNdGbsGFQYQUYF28vIY9U4SXhJNfeiXOSt9Z3WKxKMsHd8a+XVUpIcucS0ofk7vZZj8Tcfm
ijvxY5L110L2jz3pr2Unfl/+EepQn80Bqu/AmgKpcVa9NqY4NUcTUkwiAwHTjai2KK0xdpyzlatT
N9nwKUCloYqN9r2FO07SPM/wI7gPCRrDi3m5z2zWeUneP839bIJhqtiHVgfFjzXyDt0QUZ2HR8MU
kzMqyNAVsQlpEXjo/EfL3gFA5ACicvcILfTLk6k7+qeWFpFbMgcVr0C4A+zpgQab2dle/v45ESDO
PpgesF3wqgdfweIWMINsnrPO4j6k8EBHI6FqurUmJUgTN+XPOapeceemHqnMZjdEJiS0ZZTdDnZT
PnZD31+1STQdq5hCV9aY+K7K+MqTTOdfT37gMiDnUaLohrDKE02u26LY2DnIzvgfuMBTK4uDG6VW
agDDj5KcRPVnS9cSNdpR4JKFh4WWEV1etlnDzCCiuGyTQPxoWHAd8OINqoEry6ndmAxIQFCSqDLm
YhjgiHa4gRZo37WLrWzKTVRO9zUP3q18eKN12fzBzQSP/q+9xfaEaLLdGiPgcuFsbgNZ3AfVHxTO
oaIHchBQNDqKMf9zNISEbUuQgeRAHUCtDbRs+wFqkYVH6hu69o7RrtKJLXWHnFxS/UTjyc7xrC1T
gV6Cn9xSBH6Hy0dOdxG5yGkTiO8gkFxCDFkqAhnGSGEY5VUBiooxr49VYni0X4NIa4cDHBHmDswn
Z7rwcm6HSdoD8Jl0fC8n1Ixm5xlV3JUBrZhZ3qwQIkzGqoYZi0FhisVHZPd2lK8FeVpXqARKFXjI
spaoqDhPIdlAgaCwoPIYZsUtydhKmVl7fE5MLPZa1eYWcSplovcgliBSsGXc1uOmXCuyaQ0h3lDo
HSjnLSHJIV78IZI2eDCDljGdqVdnj2UEsLcIr0FbvuIVtDsOCVVUg0GjhmrK521NSWLWTTjhgVYc
mfs63cTZI6Ert7FmFyDwAZ4B6CAUBJblLzSRWVapXuYye86gREx65LeSlQBnzchiJGaYdn2W4ClL
IgkC8sPUAwfqroxEs9Eg8YrsH8pqGg5yyXNBmhJ4btfsv01us7UzkL5cdgIrNpa3WhDO1ljPwvHH
PHgO2+lWpPO3yyY0q45hIJ4HDz5QuUsaXR7bYcdqzFUWfSP5a4smM7TgP182oh2Hi5I0QGgobZ11
X/EaESaYg/wRJ4ZuyNevZTCmO4hR8HRwwB7xeeeGIUr5oq9x+Y9ePm0LvhJeaULIT99f3F+VBfpo
QD+435fFPnfkTd8MT2Mutz3ld4aYfwqSfid0LarTLQ2ALKB6UJ3nbMkh0kfTOKAWxn2egDAWrr/Z
o0ZcsZUdoPEyuGIYgG6KRRqFhs+zF1tpUDVlwpH4Ma+QvGMeR87cmro9jdojncsVVJ0umFR3Gtrx
uE1BBayO78n9CclJszNEoaIo8sTIX2X0Ht7ybN5WDo+eAhCzXbcQaQPPRGduEmn5IJLYBzwpdhHL
zJ+gmYIGH7PXDpvOawA9BMeE2wMdJmoTn/wsUndVSQAV8Qm/MYLvoxFuKEp+l0+CdrLRGqTwujhw
7iKQjhIIiAJ1wiFriy549OIcZjP7NufOK1bh2kah8bI97db91x76+T4PqqxEMScl4qIwxWNuK8AO
DwXexNlMIgEZ0qaery4b1B11MFhzAIZBkGEvoV4STj9unRFPEWdLG2+NJWHt84v5G9vUyU0Tn7e7
t/HadJ7+4NfjolWKuCBcXIIXRF70kCvH56Vz4xb3f9IkiMviv+8vztqA19LUBPh+dkWsfRXvL/98
3WpTPHRBcI1q7xmr61TZShvNtP0mk+Bo5mIbz813dEju8qHf5RAHtERqb4x+7WGkc1Wnhhdnxx1c
5FvJBNBHmWyGtNv0NjScyfsg1oSKdBsASBVFOkgERPwWGyDNB8aBZrER6L8m5qN7uDyDK59fRqkD
WMsGUuHziZkCpQU6m6/DU1ERQ2FcMbrAtS/SEbwhbT91A/WZU4tNAyjpwZ7SdsWKbj3gX1VrrYs0
zzLd2EYhEg+lQX0iD9kMYsEjaY4o/F2eLK0V4PQB9wYk9my7WaIbrKwviF8iLzeCQ11I0JWMBjTK
UrHmnlXQtkgYoW6E1gDchEBlLyEZCRDQozG1xG8mcMdNxXAtqfNX1RXfa4C0wZIOgvcaKazLQ9Sd
KJRiFbeMZVpnZLIyZSFgpSMF1Ly8qYDLFOAkDWnyc+qNYdPFxRv0CCmE9Nxk5abQ7USg61RzlgPM
x/KWRCNWOvEmpL7ZdS+RdG/SWa7cxLobD/lw8Nia0LU5Y9XM47HKIhFRP2+OxgRmLwPKyd8vT6Bu
2RS2VAkcAJi1zBz1saLrdguAmsKwiD1rkO/SrQKP5Dz/TdoxPWZDFG6DAo3mly1rR4erHPsF997Z
UyMvGpuWJs6A1Yz9j1LU46soebYtyTCvHAStqQ9gFd5P9Ex3K5s5eOqNivlBWtzFQh5TK7oOimSl
UKLdEv+ZWZbQULAfa5BPwow8VKBiLFe2nH4YigdFUBf4s8XtZCVOU4wc35/ru2q67oKfIEv8g0WB
NB/SNOgyOBP2EtAVaAq8Bfy+qF9tNhzdOPi76sT/ZuYDc3MSy80oMwcDWP9xj9NqW5DI3U+48ZGz
jPhKNkA7af+N6KOkcWIq4mY3R7mgfon+WdAIxzz2HL6ywXRho1I0/P/T9pHRPzHSoHoUm1MIKHXM
KwIO6Mk4Sqdgu6np0o0pgdsZFL3l1xcLKXpkhdDXrZgtPwePcxNkCo/OfFPuDHaMwrskXXm66WYP
EHQw0SsSXICgPpsouylmozSBV56ztyGo7mkmd3ay1t2yZkbdZCfzx61QgkefMn8yZPWSxize2hBp
+j7MVrdbmTT12lxeVC56NVFdUcXM5Wt0tExJaRTavoMOHzDmsX7fJHED0kA768CGmxS3cp6mfQGe
ja1oAr4pS2PcNEGf4mCD58tI2/QIoQq5G0PL7rzBNLND043FhhRmcy0mC9RP4O3yZqeLr3lRPSbo
6wa0pk73rbSDY4j2or2ZUnR3FSBES9E/MoGpCvwU/J3HYgiBHWnNJ8QimecOQ7cZIhL+Y0gCxGlh
/rAN03jDY5HsjGhqbkEjizgY5Xv09rPY2qF0ZXmpbdJnOwgtL4mjeMvyvr2qbRABmn2wlq7WuD3k
DtAIg75uQPaXbs8oi6nvm4T6E7km9T9hvsaCtmZgkT/IBknbtIQBc9gG13zaX94R2s8jGkfogtTa
WX9Nz5kSUi8o0CjV7472D12x1sKj8Q/os4A+HWppkGxapr/nSlqjW1oEey44TmJbms6xyL9N9aNh
rgEPdIBFGAMBokuxIGcs2UU/JYOZSXg80kJhLXlBd+4e9A8HlE6OVtc/JCzcMSgJbFBffLk8l7qQ
E/cTilDAYaOQvvAXRRWPDWsBn3dNd0up9CwouBlIjoTpGqGc1mecmFr4DBAGscodItsPXXCU3NVI
P5CVnaFZNrwFUYEFWAS9AMvgKEswe5mDC7fo21tVVyqLINz1hf2Q94LtcxDAXZ4+zVYUcOeorptg
LTijQ+lYGzadwaiPDO1Px5n2yFk+XjahnbYTE4tpc8H+1PcZRVBpWdvJsp/c0ToqvOFlM7q4EqpX
gBeCv+BcHnku0tHIO4f6kBR+bS1IItfzgUvQt/Go3LZhl4KHfg2hr50+eD5USsABecabOhshSfsY
rwEunybo+XQrc6f5PjjwACnFyPDgWAIms8m2046X8HQczZEi9iCctHKnaw4Q3hQKXAElS4hKLHxd
MULJrxgRrkBV7j0krfncUVnuZAkaNTZYfOUhqh0RYAZAEOHpRpfV96FteqhZoc3KockuIPa26lce
MdoBnVhQv+Dkah+MbHaHDBa6KHjKbffYGdFN3c0bp8vXAmTtaKDOCRoavHjRLf7ZlmsU3azcou/0
XuUYu8C2VjyC5vQgKvjXwvKuS/mEDArBo2VKgp8hyJe9cSj/EuOqTqXWELq0gcNGUHnWJgv2sqHO
oM/nD235jxFYkSdmiDJLAi2/yydV84QG2vs/S4sFKtF6OpMJO854a5Mde20SzN2mS7Zlvpu/TFGO
J4WJrQvfpqDfSxkg4RRoo5kRKLOmfWVJuhMyB8h8TeLe0e0EqCo4gEIRBWZdHCNGoJga84H47Whm
3mRKlMuYtHemM9DnqWvoJi8603ObmT7RuOlebBPU2RTheuvxOgHTHXcqpLhbQ9waSRofkzhLgXEK
+j2x2/EtEyPfjAkUAGhZN1dcGMULWBMgDhYG5TMWL72RMxwsixt7M0Fs+tj2gZV50BqTe4m+eL9r
AqPznBKUPk7E+FHWbf0AAqnsxgU/33ZKj3PbXdXoxxThVmSQ8BgO4ZhtR2sTG5sxDLY5FzdJWLE7
xHTIUcsSEslginmKqIs+BcOsbyzR24+gVwl/I4wVO9tNmn2dDPO+nkS8z/uiQVulOUB9D8Frx6sY
ag5O+s4EoMxuASY+UnaQtWPNuKOByPYo1MVPY0zptRuQetv25rySD/94syyic4QtwHdRggw8kKKf
j/DYNilgcrieaJXWAMKzmzYSB4L9n0D9eW5S27PSEs1RwvhORpt7kRseELSPngzR7H35aOhDKWD9
UQwFp9sZ3T2Jui6asRF8nl7XwMND8Mcrw18ubbdBMG8JpGmi8i42f122qzv8THUDffCFnoUBRiFt
q7Im4ktxQ+arsL1u+pWame6AnJpYhAFlD2kJexgJGGu+tXdZvOL11z6vwoMTr29XpdWjW4745NUe
2y0P6fbyFK0ZWLh6yrpsmloYkOORmxD6CsnKm153cYHqk8Nf2UjYL5sWrSJ1mQHEOMp70IccYskO
7WT1G9s0wNcmoFB7eUTaRcez7P/xV6Nn9/OUVdKB3vlMCLJ99jaaJ2xoE7KVu8tWdPNmoygOoBiy
lki+fbZipCRMQwftWaW1m7bhmqC6btJwTqjSVID4wRISUQ9lhs6o0far5taMHovipqmPsRQrc6Ud
BbLMihYd6d9lTTQtq8wBIZDtZ3TDR680V9yQbi1sxHm4FxH4n3UQ9VWTpNXQ2L4s75322wwutPhw
eSG0JgDTwQ7DBrOXybwpLCXkd6Ttt9GvarA3HIqY1rxiRLscinAYLe7o6PgQGjg5hqyakwrNm2gY
AyrlqQq3ebLbXh6H1gQ6ufCqVSQVH9XkExNNUEeMQtnT58HOkRVSF7Enk/e+/HnZji5MAZnSv3bU
W+3EjlPWYYTONNuPkm8QIIia3Vzu0mTYxGPpWWWL2ulaSUO7RCcmF04MgFRaFCCB8d1hj3YIPu/D
fn95VPrZgwC74vZQ3fqfR1XZSPIrkRC/NZEFiitUAiN6nIfku8GylUyo9tC4/9pa1s4Abk0mZIxs
PzWtYzTHuyF/uTwa3YQBqAIGAARdKKEv1ohYcYUs3owJm0OPFU8K8WqtvZA+QoBliKBQ+ii+gEkE
b8zPc9aMTpVJgQ5Wa8j5Q5s7gzeiJdT2iDF3pWcP3XvYl2D4DczZkxMPN/GQXKf23UAZGGaHjAUb
Xkn7PnQNsLORPmAbvFLqyismK/HtXtKHBsWJHfjNkPyLpwY6frRuvcBC4Cpji79PphNBg7aHl56m
NN5PI+dvpQnGxlC608ZmE2TlaUWeyj7pvZCU9eA5RXDvInwpO6jZhgejPWSO2f0TTWXySOb4b2LX
4WuUW/nO7sd8U5S08EQ2ZTdITqTeMBfDnoxz77mxExzNIMlWgg7dVgQeD6wHqGehpXoxrTLEMS5R
GPVjK/dq60mIO5n/SNOVPbJmZrHjgwmiWHSCmR4qdDZ5os79iGSAFUYrd4TabMttAu1HAEGBl1P1
s8/bpGhJ7kRxSfykNLZTBURwZx1L0W3CYkYUF9grvlZ3vIBuUkKQoCgDA81ne7KGoto0mQQb6Hls
v6FJ5vLh0n8f6AFQ8LkghVGH78QBCpvhdOUUEU/ebkc7vm+SZMVD6Chh8D4mOMMQL0DOa2ED3LBN
21WN5U8xt1+C0Q13TlGY37KxHrZFydNXy3b41ixZ+dIbU3iVl2TaJKQLthIHY1dHcf0tr0z3LqxI
/O3yBOgWFFcxQGp42sNbLn5cPfc0hCyu5Uc0PcSuFFuoe9+RoB69pJQ3bb1a09ZNOZ4hCP3REwkC
7MUWQsY9nYDcJ/6Ihsh9261EGdrPQ7gIlBiotp2xiQkJpgmjjvC6yNHW5PyK0rUYVjdlYLXF7+eq
z3r5DJaO2zK4C+Ibo58UPyxQwJdN683suhv+gHQVZYD/bJHP+3OSTlNyM8Rook2AinUm05X50j/H
TkwsHof1kI8TWnOIXwuoghlTUdwZFQkwdzYBG9tk7u02z49FMpVA16Ar36LFH/B8I+hEox6obhSJ
wuI30Kxz2qJMuZ+018K9Rr7g8i5Xu3jpttCcSFSFF9Kny+8nvTWMOUPIFqBOUDcGMNj8KqFrMim6
vXdqRv37iTfJrIK2sY2r2qw2Hdv25UpgszaMxWGdSZ2GOcH3bXLb9/c2eezWGELVhfR5pizgBtC+
Dj+FVs5lm4RljO2QZeDmyGjoXLkdcB4RUJHTjE77rBXjTTwO3bYuB3v31SWCYTBngJFBtbIvWcQz
exRWKvGGmk1kBKKdAxkwnKrLRs4X6LORxQLNmQQAP4ORpD5IuQnX5KvWvr9YIBGXkgbq++bvvn5O
m+fLP1/TKqh+PxKxyGYj47f0nTbPKkxgYqMk3h8Kk20GpRZYO3g7N+2tHOiBjAwideXsbv6PtCtt
jhw3sn9lYr7Ty/vYWPsDybp0Vqml1qi/MNTdGt4AD/AAfv0+au3pKhRdXMkRGxsey8MsAIlEAvny
Pa0n3xWxVL05zzRgGaBm1wZC57yNDiwXSpcNtrlXm2pn4C4PZaNy3ZDyS1SzBZeYm018EB6BOjn6
W6ZAfLSdhjQHXbdgxp61u9TdpuHl2ZwWQ3Z1PGei8IDuxvNOA/DgJmaZAKUzGkMA+uQwi7W1J5YK
rdN5dsGMjGhOSxXMUKIy0elbMGdTW1G5NwaNfIX+j76PUz1Hpbpg6U7QioNudkyeLo/zfBqBQUf2
iSIyXtlROTqdRl0FgExUjrm3zXVVf4mWkOLnLnH6femMcugwKfhFGCC/wf8poNXT197Sai2NQjoi
ElOYBptGUdoBeeiWMMrnzjANAhTqeI8EkNeRBjECXwsMKQYhmI8CLiNPSb0QfGZNvCsqIhkEsm76
+5E7l1nnDTX2556L2PILfYR+ZcZD1UgWkubZBQEjKzBuAI2e9YUp0EkRFiB8ew9srQ9GYaXrfoiy
VxHH8SNUCT9BEob8EQBVHYhIqMFKSTqEEEZW8gbHUvRo3RrDyyf89+jzkv8aFlN7d8TnNc3XrvWl
kvesY+HWi+e7CajgSlc0U3CPTmLKe3QCmM02W+pvnP8+ukjVSWXojGhZtyFmrzrIPfgVVQDXjN8+
MT1gqv7X9yf7R24FAROiKgzft8AtcevRhWLmrNcefV7yWqYyfWim1Kl/drlvqZtiibhozgJIFRGc
8GCDLFAK83gKaCMhsPUqd1dpG6NCb3a1pIA7twrHRqRVziJuxZYBIza5roN8XEApzo5hIrY2UfEF
x6/0eRScosS1K2tvuPc6vWn1gJurj6/z9DYLUmYcWbB1us5qW4GHdXAt5Ok7vKDQz4xg0igwp0o5
avGnn49AwATsbWXvVRLy9Cmld2IMPjEClJ8QZSc6CLkM7zilxTUTWb6W9f3aZG6zGoaGbi9bmYt+
yB8n3DToR0G8ezoQ3HVL5C8euNJiCBUoZnIL9r2NGnc3gP2Gn7AFCB+eeFBfQz3j1JYxcjMDAzls
9W4TAN5QXqVa1GxE0QOqphuJcbhs8NyNgchG8VqF1AcgvoZksC2VBMRYKJVHuKiTMSAtXxjSkgXp
IOyVPsGTgGPsk0eebgt9958NQFqdiP1rAJnI/LEKCrLEuzw7gInvcaJbm5Ke0zWpOM0T0uMGY3nf
3V2ifbs8gJnnHCwB7r4oYkGR6BzZVuL1/52YNdIfO/YVBJwg9gKLpG/HkDnkHF1GAsLUjp/hDb3X
1p2d+HeZtZBMzI7yHbUMXqmJ3uV0lCW3eN0keOMWP4iJXOXh8ijnPo9mGhQ4QE+D3nJpEmOvTsuo
I9Z+VPdK9qx9HFSiAYwFGD4AWYiZcjDLh9bJWsSi/YDnLrDPLHjZFG6lnBtMREDxQkQYR65MuUdr
yygcqPntUzxLF8Z3sVW+oWfEL0yoREG9+PJknQd/DALU+xOtCF4v5LimNMQq9Lz2wGcZhVW0IW61
HiLlw9Fzmio8uk7hGSeltPVVXplou4TGgAEeS7y1Dh9/hAFRDypzOF1QCcD17tSl6kQzqo4q5aGs
v/7g9eOHJ2lCME44FagForP79OsMEDkjJ5wcDPRB9CExvnn9gokZpz0xIR1htCyz2BpgwloruGM1
CzjCaUtJTgVI+ASBg+ci2ZUWwGUE1N5uVx7ctN9BeCEwtT3axfGqGqhifXm2lmxJUbgY0wio5L48
KMkq1TGcQHl1kltmfLlsZ+5F4WRQUjzWwPeqaIyVh47+wJbyW3RoGvVtyuMrGz0dcQF8VM+rCZbj
t723xAw9s2SgYMCmmZ7+0O8jh7GRA5wet+XBse4r3+kWlmx+eEffl7xuNLOSVqwpD2q9tqIn3b2x
avBtbSf5OJbsKnNlpbfmx0UeEQfQuYDmH0Q5JBunvo5cF0gmYO0PyXBVrZx6ISWfdY4J/qkDi4U7
yxSPjjJ+T0uNTs9IeciU294WeBh+zDpwS0CBbow/DGlBmwLudMDGWXg9kFv3GqrVVVyAJawcAxXg
LivpFuLaTPTEKYrnCTzwANsg44GbBpDNdHSxkUB9pbHbBjdwxXy57OdzRnDLmmqbk6qPKbl5oTb9
AAmp4pD0QaYFeRqKpSNtycTk6kerUqVWwzNwlx7AwwAt8ydIFzSon14ex3lyC9mCo3FIS5/XKinr
EuOIitByfQAKrXaN56vLVuYc7NjK9CuOhlK75ZhH3CwOA+8Cmv9sRw/11h9ptrHdhYWZ3aHHtqQI
oHKvrpQUtlxRo4lDXSlA+EFqxOd99ZZ0fM3c7lWP6zD2+F4p0Hzxn41VihAOSJs8M7OLA2/TIMft
v2E3VbOJ662ZLQT12cWDhK3jTjIFKLKfTmuRovNQH7B4owkAonHXOMGgrS17wcxcTAWl8r/MyLlb
iTKEhnd7OGKi+15W+0xfKGnOurqFJBgkGu/lqdOBpLqSlEmtY87GbwyEUNz9ri/1DM9O1pGN6e9H
PmiUHssZ0J0HkoSpE2TAA3SBtnRAzIzEUSGegssUkCJn3aBGW1OwWxfFoUeDjQNhViIeveTDV2uk
0EdGpMiAo0JV0fRZALl1l6c/R/2KLgHCZ6p4pzakwEDwQIb6MdKRim1sCJR7PvKsVlsnaeB4167z
0i4RzsztXAwLmFIV04fnRikfagqDNHldwc8A4wA1AY2uWHxNgLDo7O+288LUraKGarK6vGGnXSKl
YSdmpdQoK5TMiWKYbYEWFPBw4DjGQOf+0K2YjnatpfR+xhNxlUDmOt27cYJIZ0duebmGZ9v8oBch
YgQgw5kIbG1hWDNXlhMrkpMwt0rbiNv5Ac/BOt855q4dXhuvClMQYLXi++VJnPV7FFtVkASC9EGu
CfSO3dQ0U/ID0f/U1CeN3g10IXNYMiGtExmoVlgUJmiz7tIfWblSl2TXZl3haBTSygAi0ZaFg42F
K8dWI9/M7KsHjYeq/2mR5yK7ItFC5rU0JmmRRu72aDvMioNKnVVVvbbtjqjDwok0awSqUQAvmKgU
yDwGitb3PHJHRFfrmkSbHgU94nxmIEc2pIGURdvmrBOIrkWAjhFGQ0gRfdzFcFXF7QKMFRiIdNoR
LU9dIMjyw5g8FAQMLF+GjwP98L6Hxwl09IAA+QxJDg43HfJUXX7wFNAS7PR6S/v7aFyCLE6TIUcc
AD3wGIJC5NS1e3oUKXncA9zT5werD+p+W6oPn5ipo+9LR13uVVML1PT98blPXhT65rL9f2ZCyrJS
vRysIeM5bqth1t2VafgJljMsxtEopETKbqFyQMshP4h2FXuab+Q7li7F4pm9MREJ43UXb7jnpSbD
5loJjEd9IC6IobgaVu51rS/BBOas4BXfnWgo0C0hn2yl3dlxZLX1QWNXtbY16x1PFjbgzKGCBO0d
72DYeKOSQlevRBVI4doGrtuHhrnNWQFe0Z8J31xe+Fk7HgpzaACZMKTSwifKUI+UoCfW9Bqfcc93
0w7qDdxvlT8uW5qbNIieAZ4AVi0XYoGnuwRlujKLOrU51CQPq+w1RR8JI/pCcJxLdCDp9MuMNHH1
SHQ3YQMGpFVhkmXAeFPQr/RBbKxy3m3LxPWH2vB5/fyfjU8KmbxRBsEV0RwKkQeDfVeauk+Wnsdn
JxH0Z+Dcwql8phvk1FZsU4Hlavrxqk+HjRifoubj+Sju2Sj1TEqUYCiRIrPJWOWaNmsO9Kuq4tXl
EAFifnmyZkIm+PXwrjs9GyC9kNwOMATDGx2495DznWcVIdq1FvKLJRNSvEG2ZHSpBxNaCR74ePyp
Azh8eRQzq4EikofKKo4wYP0kXxOp3pVuldQHnhXbpi3vdF6vTXfpuej9OVo6YE7sSK5VFDqg0rhR
HYoi51dA3/5segdUYrQ0bnIn1XbAPugBsGXOiltD5OeR494y03kzetU61LFqbatk6J9EDPbXTCGQ
v6vNbDXYzptSZR20TqBu0ahVf22Kstg1ZvyWdXjUE6byaNe1GbRGRoJ2dL+mfY+Y6phfhJoZG6V2
vG3lKdGjoKp+68ZJ8dXUSBrYraf7g8XRscX1NDA6MLM4dRT5WqOmeGDpvIB4gm4TmzTrOiEDSJ9c
c8vLWqBDzhoDJAbxVrcrI0SRgUKrIk0eaZa3O1HqapAMmvnVMwu2AnOF8wh0YItLjdo99zXpgsi2
u1WcNB7+6qn3CejSr12tAqu9q8XPnhrb6K7jQ+6b4B0ApnX6j3FmFiuarhJ6BeWs/MpB3Adzktfd
N9QkV3lRgzMCKj3+6GR45Bp1ZdOpVrsyGqULONFBW1fUoFLpTHd12cdmAjR2oOeCJQGlAxAEnoZN
rWYjreqEHhz60uf3rRj9GrempVR5yYwUnccKJOB5GdPpdC5LP8lvE2CM6fryYN7f0WRPxjUGuRLw
g5MU8uloeBLHCryEHkpTONvIzCFNhypoQGqS+ZYxKhthpUqo1wSdBX2d+q4+lv6Y2toVsxt2yFiZ
bg3WpTcl+C2DLlHF9WizfCWgo/LASiMLxsowg5SrQCEaXRPqMSsC6rbj08gsb0PSQfh6XWMl6+q1
Yulb35FsM4xet1JUsAHGtRsHjWfVoWpBfK3iwFuhSuRCUF4ngYYrk6/pw8GMGPcJaVy/Lftk4Vn6
PHSh5jUpQYG0YnoeluKKUTAe86ZT92T8GpUvJeBAl9fhPHCdGpACCk01txIpDLh8M9h9iOZWleXh
Z4wgEUMrFNILWRlWd7NS2MxT99wkYS1YIJQHs10wcnbFA9xhYvjAuy1Qj4jBpw6VWHbN1EErwT7w
J6cPHVp3LbfemN1tF3+rkr2TfL08qrO1kQxKGyWpDF2xoSQFQHwAsTdfAfHMJyxMgDzQgKLcJtc+
hVfVrctggf7ZXBcL3EKzP//o49LPzxiAjDnHx3P9mmthHz1c/vFncWSanqPvS65bqNGYtynWQ3Gv
6keOFutsa1bby0bO3PfdCCTa0JSA/69JR3tse0pstUa5z5yruLnhybVtLTxhzszT1JOD548JT4FO
/VO/aolHcjtLyj30mDK/zxai+vznocgNpOxULJSmqcnQ4mYoebkftbDRHV8kS3eUKZKeRFpcRXFc
/GVh+gVH76Ol3vcdEoRyD+WQ9VhoQV8m2ypzNpod3UAmbWHd5wY0MWyiBmgZQGhLgT2B9Cy45Xi5
ZxT5tZFDYi24vOjnXeoYkYFeRFQDpoYU+Z1Njag7ZOOIEeXR9eilf8SivImsLsxL9VphSsDsAgKa
3VWiKSsN6KSxBvGczQ6Xf8fkXPLEHv8MaWKhodp6FHS7e2H1eZCm431M+aqlbOMo3kHY1lvaiJfL
Ns/pgd/HjpZopDETFE4KczQxW1dp+xJ9TiCM9opt0qY3zuitGz27Bvh+ZfXAMSXc1/AiaLQCCLZs
m7oZsh81UJscktHiw73T028CWgucnTirQNVz6mFd57W20FWI2PHGN+t9BeAolDAWouFMgIeV6XaK
x37UgiXHYg5VBu44xZ6kN9y9jvT7JHtICBBuTe6z4aFZUruZNQgmG1RO0Q5yJjKgpoYiyh7qgg25
d/oW7Q1rpLlQFbxtpvp3pfpKs9RkMxPQkDkA84sL/8RYJU2lolDRZwzhwKi3XbHiGiDf0UdvddNy
/bIho3BjWnQlszGuZJKSSmAh/ZaKDz/AoM99ujtC137qS5JTF1d42LylQ/YxeR7r57x8yvWny5th
JtScmJA2YCpMJ9cGi+w7dfumL5HdzizFydenvx/FTTZ1sqgNBpDoN+Dv2prWq5It1bRnTskTI9Lp
Qns904waRpj2zFTo05QoUiDhjvOFY2zJkLR76qZpRpxxZA/KvMQIY2Xb5LtyiVD7/biSYuLJeKQD
2UxtQ+QEZmzRBXn+cxKxq8D7GCVrEPmunOK7U6cbCL4H7lBviA3lqnJDBqjy0Hv0EAWF/tyrN2op
fFu5qQXq4/QFNd1g6B3f8yDvl4NkVq/9sX0ryE4v13rKHoXG18JbWTXxPf0N5Co+yZ8LAB4hsr2y
kXI6WhjjCRBkfBvX+qn2X3PcfPPsgavfR5Q+GdWDWn/ykltVWzp9Z3wUWw2EO6CQx1ON3Dea9qMe
FSWp9rVyA/H0VWtlCznQvAXooUJtAaeCjDaiFkiRbCuv9ro2ghaL+6O3urzPZnYCxvDLgpQqxmNc
c+qk1Z5qj320ScdnS1kwsTQIKQ3qWI+nwqao9hoqxPpNs9R5MOP+J0OQQkXP8Kih5vj+oN4WoPJx
dxx8AmwhM5nJCE6sSCEDTBPdaOpYChRBrwtX9+Nog1zIh6yWogwrr/t+eWFm7aHjCSyDaKsAi9hp
iNJytVDAn0H3VlYGQN+gy32v2utqiEJduY7j8LK52UXCyYF3LvT9Q4T91JzlQIKbDRHdj8K4NtuX
olxqSJm1ADZVDddEEK/LkFyuG3HWx1W179hN5vjM/cwIjr4vjYBxleFBgmI3Wn+YxXeaLyS/s24G
wIaLwgNUKVQpnKM9VUDGR4cD4JZLu4dU/1rUK9x/FxxtyY608OaABDiNNNhBhEudblN315F7J7KF
S+Ksg4ENCrerKbU7qzBmbQ7RLbva5zZq9UErttCLrbJnhQbiwyquACejm/YvW5NvHJ23WpkaXkwx
d2i9XVelCFHo2vWtu5BGzgazIzPSHiWiKt0UD4p7Jdq4FRjkSMiyJWj5nBHM13QFQg4Hfz4dC+Dg
ltqaXgUe/ibsPRYQxjYNoCmXN+S0zNJpi/54iM7hgoc2Bvl9HiXmyDXzFDLeduXn3b2boHpz1XAg
Tp3Hy6bmPA5tW8AU21AnOVM6dWyAciOrqPfgqovRsJDvSKL4We/tkmKJJHPO6xBH0WeF9pJzch78
90mV1gTDAt1YFQ7lKi59o1734t5NP/rCBq+DDgduk5NqwpkWALezujfjvN677ElFAmEZn1ijYwOS
W4sEhIUiyur92Cqh219r2YuJTnno7Bqby0s05w3HliTPxqs6VSMV02Z9yYewQqGLrqNuJ8YFV5i1
A6i8AQ8HlbPcy1JHPS9jntT72GgAjh3UbVpEIBkje2Hq155IFuzNup4D9iG8FOMyISc4ip0UKu0x
rsT4QdQfmkp91n3X4h+Xp+/M61BLm7qBdLQRAyQgd13WDF3MFlBKe6G5Nw7iHOj1wPH9ZYi6TVIo
15nhLkRxQPLlDQybuCDpk6yOgx5M4zROQGuQiwrj2+vZqK21xtYC2qLIS20HJPZ9bK+UgsRB0kVk
F3EH79e8oc9uGfXXQzZkoQLGzSswDqZrs4xF2CP/DkhutoHhFdkadS4WNGqPv3o9mLqIE5pt8ZzH
A5iJE1uBErfbg6JaMdBbmulf+sqBrqpAM70bNcOqN4f6qrCBYRoZxNy6kWsbbve2L1hCbrhQlJWe
pt0dy0rnpUAqssrAzcsZ04MEjl7l61YrUGthUGb7QscbbcgfGursnpOVSOyd69RB8aDslGI42Iq+
S3u9WEFTSKwq0YNSW5sqjgOa7zvdKoNUrQDiQnSEEip+7zjGWZgOaRS4BVi8xxZ9vlnFVV/X8cKV
lLT1HcU1NhkvedCL4clQFBYqtWGHpddW67YXHUYE2rqUNVZQA8u/0bP4MSfCXqeKcAPKWjBFd9EQ
qFr85rACCumcFCuFMmBUSkMJSnCqgpksatZKDzC8PuIPVqdkYZtw6nOjMfyqqht0CZfFlqreG01t
4tclN9fGWAF055rJbsiQHDZxZEIv09D9OurAgl5ofFMNRbNWTZ74iZ7qwWgBoKf2aFBT6tTyXQIp
2KoTkW9YGGFm4wqT20UREvzkPyzHSq66sgdFbud1a1BGKvcoveKqH7niWVXTLPGV1B43rccaoK3s
/tqDuDC2lm34WSbMbcabdgVMH2RDaJGl+7Y2fvDRUl9cZrFdnYH5KxmABxrxZLO9vA/fu/VPTjXI
iWkIyqAPwM5AI+PpphBRUUU9SAn2SdvcWGPtQ6DgUPUvrWXfQLHTz6hyqGzj2snuKgcCLuWGReyB
1xtVBSnkUKyQSfilncEDotuy8cKsRXEJl1CSgBW+Sn3B83DIcAO0Vd8dX7ry56Cp/mCOgUB4IVdV
H686t8CL/m2c38WDhQBX+Gb0GNf9Kqrv9QSyfO0mBUF8ZVoP2tguTMFZhJ1mAHgolPdtgD5U6cJF
eIGXw2wk+7b6aTAWlD1ZReJ7nNwpi4wqZ6mKZEs6nxwW13CNAe803Y3eqT7HluAfZk+SjEhHU6KY
YMyiMNJaz07xpXVeFnzmPI6eTNh0hBzljirTUoQ5fB+1cb9LX72lM2+ahTOfPFqRacWODNhJ2UY6
qGH2CYKS8KsuvDyAszNOmiDJ5y0TUjpOjwGMDZKEBwpx7eaxtRb8ammtpdfFgkC/pOPYWZ0TBRWr
fKiFha2ycCtdsPIOzDmaq4qIwS4VjCWvg7Z+6OuvkbmQtS1Ml1zsM5gFyIKAifpPzfVzeqN0ob7E
0bJkRNqFrpNTq+BY8yLyU2OtpfdFE9jqfzhbUgogStIm3tCRPfADVhaY1Id00mXnOu9EPfUuTVr3
2is7K8lUAjYb1VzlpgIMB6IsTkzXWLl2C91JRweHr6NCSXVULDAZ4/ClpChWpG1f67z8oSXuHwDq
LAWGeV8BqTfoK1Gikm8woHTRI5JoZD8kgUsDZfSpurC1Zk0AJIswine4M6rP0qzcyvHg9HF0J8pD
Zbw0+sKL+mx0ODIh7d6RqVzJ++nESsMcCJCl1pP5IaD0gUQReunyNbykIulMLyZ7cMD5Q1T5psd8
jX4Yvjq5CVCTeE7C68sZpROrzS53lIzsgcddVePOsMmCJ+qze+rIhLSn2i7GTaxLyR43SDtsG5vv
3NY0/UZnXQhkUrIxOHkaiJIFTFTDbW6P5dbiQxvqWQMWdp65vtCSb05OPF9YuOTUbQJwRhEXgUg1
KKjXY7pCVm2vnAHgotGNeOgMkLT3XJz4EQi2/YXNNW1Q6WgA3hdNFTqaiNGXJh0NaLFFjX60873D
653LrvV4PcQ3KU0DglY7StZt84fVPA3ZTdld22O38EQz53vQTkHxG02RWDnJPEqhZOxb1PEjZ98Z
qd9DG/TyCJcsSN7d5WMSiR76aoURNiJgH4Y5wO2ORyBFJyT1kUlQbdmrWR8KocCzN5dHMOd1RxZk
csjRpaxgBiq1sX6VAJBWJ1CiUo0QLGyfCDbHlqSHn5Yb/WgARA0OJ7Giur0yLYqixhLyf35AeF9y
sGMdVMJP05FMdWurt4F76Np13R9ia5uBdW1JV2vWCrhW0PIE7dszNQwVZcJciVFxzaDapdPXZnyg
6s+OP1xenVn/QksvJOih+grp8NPBcIcMqHh6uHj/gW3fj59xX9AO4WoPbUnAqU4/b0Zx2wp07+27
+EtG7uCMCwZmo/PRfUVaDNUctMaLGKK/txlciI6t1GbBgeem6DgyS0nCCAKyFCGO7Clq3UN737UL
5cHZMbzrdeOOB2SBtAedPi/G3HEBpLFeGYfWAt2perEQ/edHgVc2892InBj2AOqBwAdGhJZrKPCh
HT42+08ZmSS7AY/AaS+tBmk6RGOaEDwe9v69CnaVy946/ftSuMch+ev7UjTMoohlVZvjLMZBTzaj
u47CobvSXi6bmZ+rX2akBVGNaKBdjGF05fcou7G8Py9//10U78I4XIm4g+R0qHkL+oM8otfg8Ahz
U6yEkT2UtRZaY7ECcelVHqlOoItxldh4MjLp6vKPmPe6vwYpvyQ6Rse6qALNXVHf20kGqMPTYC3h
RmZn0kMXiA2aF+igTz/i6DoSxYDic5ug8h3hIQx3dsNaEnGZHceRiSmQHpkwi1xH/teQvYp3oHHs
/Mi5QiK14HlLViTPdrKkZ1WPgYAdLgCRYgD5UIiSrC+vydJ0Sf6tx9yK9KTCdIkQYX/4sCzulGQe
zZXk2B6kYSCHQgkgrc+5V+CV8cqjj/mSsurc2XVkRga5ELdE+gh9l32OV5OR6r6IM9/Uv4/GJ/Kv
Y0PSiY8HeaUeTIynMSKsRgrUgvLj8pIsLLyln7pXGgER3lYYS6NVqz7HYd+kYZm5C51G82Ym1Xlw
UUx3pVMzJcyU+tCSvUZvBWiKCv1RSw+XhzK/LL9sTN53tFPsfGBGJGqy73Xbz9itojhBXHCIay3h
j+b9+JelabRHllJmxxVPMJpIvGSq8swEnj8vD2bJhLTtY8druNLBBOViABisemDU2V62MW2HszDt
/RqGtB2Jxr3CtGEDCiVPcbM3nGE1mi94gId2ZuBlSWAMC/0y836Adh/AC9HOIkdl3olKb2OccNCU
6PQ1CGSLt8uDWrIgOXSsirTlGiJZCxXPn0mzZksMcnN+puP9GN1DwOye8d9GZIxprmNX5tomgvyG
nt55ZBVDMezySObtTJyW0LxD6UiKyZU3xJ5NXIwEVZOuKwE97SFkcFN9WNIHYRPwnr8MSX5Qmwrr
rMpGWFZvGqcNCI8/kTgdW5AC88hxNx0oLHjWFdS4iiWxu7lFP/q+fAmLGnXQCUgu98z5oerPRn3d
9AubZZoEebMcm5BisQ64eYViFPY8XfclXrVq76bFIdYpL7h4BHX38/LqzwUAHVhNFCenrgMZGy5Q
u+gd1Ob2ff9sQabIJN8uG5hLNpEuQ8MROjugqZPcy+uZkpZeSSEX2fjU2vTJa9LnYed9J3QpT5qd
PNR0gRUH2T7oGk4D5jBobp5ZeIrTneusDa3UV17jjfGq6wstxrOzdmRo+vtRZDbSrBoyHYbcxkfS
N4rV5UmbHYgNqRrcyTR05k6OePR9VGdq4VG73IN/PoyMOADsi5Dv3BkCZdgqH+4DmXbmJNCs4REG
1ESyOcvNNUq8qQ8E6mRPTrHgZLM+cPR96ZTJSxsCP2RKklG5UgLkfUB75/V9tSRONbtBjwxJzmZ2
YJxJLQyEptyn8YOqEJ8udTQtGZkW73hxUtdT0GsKUDVvniBcfAdZz0CDsNdlH5g7NvGQCfbOSenw
jNk4gha0Vhsl3u55ts5RZqU/VVECv00hWVcGrUVWPI8WjM4eBkdGpZVK7Kxp9H46OD1QXJchj8PK
IKFlLPU6zU4iesIN9M0BJy5nao3n9VE/eTjT7qwWRcFN2i1s0tmxoB0czz7QyAAi4nSdRpNRVqlo
3yEoDETeTVMzPy3vXffx8kLNBoMjO5I/eHaG9I+iXaRSgue8Cj/zdTSzW2gUASuLtDfVmEedG3f4
eq3djCZ/VFy+kP/PrgX42/5lQlr0IXWEVicMjxp/6MkXC7hFe2EplixIS6H2vLZEBQt5fIBiWd/d
uB9uCZhiGDI+AMlMEEbKOJTOyVKTKugq6b3vavZ1QDcse/7MUvwyMTnC0caHjDiNFG0o94N2lZev
Vb/wgjW349Glbqo2lNDRFibllEqiFrYbI1GGePvObgefCy/0tK/c+pMO4D29s7rPXGWPTUonJl4V
FZbpuPancX3To23SFiDWc7WrZsyeLs/enA8gmwVUCPsR0idSchZTDQhpRyA5SwEtqV+N1vBR87xs
ZG4vor0GiGGArRE4JSOu0XK7pZhCN6IHtbJ3sUuWsoxZGyiUAG8HzowzyLIdd11eRHWxz31dbBbR
dnOfh343KJ0nrpcz7U5W9mgIQLUenL6PVnevL2z2uc9Pz0hQWEMzIBKyUyfuSxfNdOAM3reFX45+
vvSUvPR9KZgoY1VkRYxoaBVrl/iAC31shcEtBrVDXO49B9IF6Cs9/f3IIrU2sQd2C4kJ33G/036J
dEs+N2QL0p4wMjCPa9XIbvNhq1Z3tvfU3ORLYl+aPE+wgssWUjssgu4gWz0dx6h43DOGlN3Wg3av
V/GaR/GjZpBNkb+W8Rc3yfaFN9X8tCtF+WoZL4B7JX5X5gsn/tkr6vRD0NmBwqyGygIa4E5/SJG2
VBsdt7uNau9Qqt4rI1Hn52lk+l2ebVTd3o2mid7XeOPU6ncjyRPfEvaSNLoc/N5/Bm7qYBLF70EI
P/0ZbuvVgPDgZ2jQSPQcb9O3ZhIyPjyNVQLoUo6yv2uViW8I6Blf9qn3NuTjWxc2w0RA5QFFa3oG
CDpPjccQsgGjTNfcCmCVN1HflVdOS0DP6fLASaONYitfoTTh3la8vYoy61tj9G9m3PzUxu6pj4Fo
Sr3oi+qmpR/ppXoXaaxZNyjZrSI+PBSVpocFxAaB1BNhkyq7xBJ+Mo5r6ogrwxN3OM4Cp43CoktR
4R3JprPZ9B+Yb3LvuhaU+pDWewPpzY3Va1kIMpAscON0LSprkwJo2eco2rd1vFYzdefpOCrU7kup
O0mgoGEp1rqlhvhz90UygswKEFobYtwy45XXRcJwRdHctl/L+MqI/+8B579+jP8dv9H9/819+4//
wT//gNRLk8YJk/7xH7fpj4a29E/2P9O/9tf/7PRf+se3N9KkRP6fnPwb+PA/DYev7PXkH1aEpYwf
ureGP7y1XcHev46fOP0v/79//O3t/SuPvHr7++8/aEfY9LU4peT3f/5p9/PvvyPJPfLK6fv//OPd
a4l/7442LPntmjZvr2f/1ttry6YPqH9DrzDChY1uRAOywr//Nry9/0U3/6Y56NnwnEk6SLfxFzJ9
7++/m8bfUAoDixRaW9GSAmDw77+1tJv+ZDh/m7hoobMLUTwcZAil/xr9yQL9WrDfCPJMmhLW4sPY
Ir+2kALIMRhtDZyIp1sHTLNpNaC/6sFz0B5fx7G2SVyhfujU+uvr8nkOzL6qtlGtHEhmvZSsTSAf
tMQ//W9+uSrl7a3WIY8wyvghItm9V1Zu2AJ1uj5axH9O0/9jWlQp44V8D6vRtx6BdC77VqGguCMx
7Vef+/h0gh0lokbfQucmwi9vB3RogXrrWsFjyMJBe5qv/Zpy6TzwLGFWDOSzDyDLxuvpoNDXgqhe
CO7QJQaofzfz039/9PsHWFCEgAmNd+M1HfK1A7KFhWz6331cPkgqLwey2o0OorDjMDLNrwA3Yc/9
l+T8x6v67+ZGSj7aqM8ET1Pv4PRU9fMmVwNLS4H7StQFvzl9Afo1+9iux1PD6DgKAh3mQ+xUAn1+
VbVtrFYDeDpl92AqNn2idd8V1ck3l4f076ZL2r8FOEBHBjncQ9Z1dyIuPL+IzCVyqfmP44A9HQ1a
qgkhlu0cQFT0TSl6oP8ba+FW9g79O488EME4/XjuNlXntF3/v5x9V3PcuLb1L2IVc3gl2UmxZVvB
fmE5yAwgQAQCIPjr72rf7zvH09dy1+jlzBmNCiJBYGPvjRUelAg2oYAd8QrD2+YQzk/5+jhJ2B/w
aiD3RAwbj6Vl1O5H/b1pDtm8xf9OxffGby5smjN02P//bmik//NhxBSoeAUM8UE3orTcbtf22qMf
7HCbtgT9k29LTiDdtpYmPJj8JYNOE8OWHYW4avwbWpD6//1DmOT0OzQYys5kW+o54PV/Rs0lK6gz
GYb/PulZ8PBz2dClM+Yh8rpDFH1zuahSzEi0XEu2DSx848Hg9mRer2LrwWs4jGe4LUESnRVXBIDY
v6+7Xwn7nz7fWZwZCzp4MnSQq6cOFJwCqEBR5nSGqAdmaK0wCTZ/afhD026DCR0c/2ZCNgYaB3pU
VRM35TLPe/wyIdsGiBgAv//+ZL/ann96srPwRF1Geu3x/kFAO6EMZXawi/8CmbGKRAMEREe/gpVP
WHacfwy8UZejMuyhSYYnOOPcKF/87HlxA3/ElyLqP4TOu9VQ+FhU++gpZCIabbVgubIwTpKdg5yX
d5tp2cKDWh3mJnpMrfwGGZDaNjBCZcHyRRi66UZRF113rT1X9U2zl/lw1a3rXTovH5EXXPl+s9M6
u/Y6cG08/+o0Y7DnqV3n7pTRuzUOIKGvvvRM3DIOrkAEBdHCyF0HHeU+RaUhvHybjH3txvHJenYL
NM1GJridm63YhuNylfT8KgunnTLQIBvNXRSwD+PI4WlOWOV0c4TV7buiIFLyf+4m9FhakcygtIUG
Bxwy5aVMne52GmJFt75i8X23Rqps9CWAwluB6jywLyuOfjfgHSQHIV9uB0E3f19Obw19FtEHG/Zx
QUEKjS0WxDqnZcj55/eNfRa844kSOHFF4ihEyMsube7yvP/w97H/fNYBFfrPb2A8RQeeJeIIMXGl
SlBnuodhlMP9IGA7dWGvvTE554Z0EYtcFrdOHZ0tYPA6Xg0+udB7fGvos4icSRUUSmTi6AlPl+sI
Qa2hiOv3Tc5ZEPWSJfeGqFXoNua4k0kIIJ+K+Dsy++H71s1543eBiTcXaSCPs+eOYKotJW4eL8F+
3pqc089/y8A0ruuZgWfY0WY4b4qklXsryb/jwv/niDn3t11yOKjk8aiO4zJ+zta+TNN/5wT436HP
NiotOtf7nZbHoDBwA3HrERfol2xM35qVs62a5XAtNRZhZ2wCIBPw5Lir+ndEn/8++dleHSKPTQC9
iyNZiu/r2Bfl1PsXcqE3Hjw726tjCDuOeOrnI1X5jknLaxUIeiEYvzX4WZ4VMacEyTF4WDRbrsK1
ss2/tGL7z6ycYx2bZJGaRDmiDCy+9gAEJ/XQyEuwzdP7/+Ekz862KTWUJLZX87HQwM8nK+7UR/JR
kOE6GNefNu6v2DwaaE+w9gK9563JOstqVJq61SenyeLkJ9ZTFbFGvS9YnptWFVPWEhvP8hhKjmhf
ZFk5oTP394j2Vj52ztCYwx4NJe7xo5kz9pXRxPu8ZqsqR9Pkm1Us/pZgmcHEToR3YPLLphSumSqS
BB+QMoh7aJ022zVz+nFZ0+huhINgyTjJag9+OKUenb2RTv8gqYrL1ARp/ffnfmvCzwICYNfZsnj+
fOR5/touflBqcwkS/+diDJoB/4ySjaaNLGaKj5kRb08TmZU6yp782GxScFtvNO30ZuS+OrzvXc5C
xDpbWjBPzMdlhDKn9Ak8goDzf9fg5/cv4P40QBZ7OGpd2lSezGbQdxGb/z76G9nCuSloEHmQOtJu
PiY5GETtmtDr2M60VjoI3negn8vy6SFRcZ4SCWLChIphSeNNlrL1Qj3yxjo6tdB+PxEbEUFAdcnV
MZsdVG8S9SN1UG36++yc+Yj8J8ydy+rni+do30txhKB7fPDnKbiebf8dekvIxAVfN8NivEOeQ6vW
qbCo1BCJzdhlxYUHeOvtTj//7byfshFRNpXyuFL1YeLyWrNLcOy3hj7L1SdviKWk83ycsvg79+Mf
vjI//j5tv/gTf4jf57wK2yyRbvJeHodp0YdAOCAuI1agXvVOMsWyNVBfX+KaDNlz2nVxbQUkTAmC
1ZU3Q74LugRsV6wNZLtsoT9mlHm3tM+brQUiCdWN8yqvaSA8RGccxw2Bm2mYgjHI/WI3dsknYRpa
B6sVtUfzcGO8VZRwVk1KRPW2MsFM9zPsJepisdE278e1in0hHnKXcIiKOEhLpLq/84qYlVHaqJqG
a/5CCmjPyA56YpEj4cfJLfNLQ6y7CkRykgqxbuNy/7t2aqh8mw21I4qXK4RhyzxLfYjcFi+ZocvG
hhAmWKXhsOA035beE5Wg/TtPm+RsQyjrjc4tkzjOcMiqnSNr6c30QqR742BOzo5JqKPksSGGH5e2
p5XriwxsJvaapRl6DjkbWxA7m64MBlQe69S1u78vqLei1FlANxLaky28444I5d1BNQxU1YKKwxKa
C3/hrd1wFsJDDVlzoFIhASSbG4+C2juF8hKZ8jT1f9gOyWk2f9vFJLRTY/wYmklxrquukLYyReah
c+C5QwAC54Wv88ZLJGcZ37ISyv0sUCDvi3stmy8+mz696wucwwGXntDcCSvAlqXR51xG9APzV4jK
peQSa/atpz/9/LdZcqsgLOsdP/qdf2O5+zGQ/EKe/cb6OQeZSO7CwbbIkeTYh9ez5mHpdOrfJiiO
33eQniPldRSSzHdzegx7v7jhyjP7KJMc4t358q4O+f8xpNWezpx0YXpMeZCWwBQ9DoW9gMR/a/LP
1v+apaI3HGN7o4Q8ySBvuXpfZx8+O//8sMRZ3UI9MD0OYyWTXffOYviXxM1vCyYjuecgX5Ae4WR9
oIX92kbF+3KWX0Ihvw0dLksqpPLTY9bDtwdeXqQcrLpE4H1jsuOzEC0LyDI5GPAd4Wfr18W0xJUL
ugtY+rcGPwvRkV2MSEaaHhNvGmo5zneN8y55omZ/jmTnjEa5iDnUiqdH4Rt+ZxtcpLSF7Pe6CCSU
f2JbAg3g1e+KOb+E/H/7CH6UA25uouSYL2IB4WCCFH8uvbvULGz79z/x1mSdVSEehD2hLBwkR8v7
yqbiyQuL1/cNfXZmtT2cn7h0+MjCg7mDD6O7JQnEhbl568HP9muezh0ZjMaDu8aUQc4+mi543zES
ne/XrvBF1KfyyIapBP0cOkA8fvn7rPzC3P/hLIzOziioKwMiAzz7cRlu2Jzt/JxU47IN2aema2rF
b5ceIhDBbqGvYfRtjJ79eL2O0kOmhvL0b+KqX8l2veSa9kuv/U/Pc1rpvy2yuFsmR4DcB/LMlumy
VHA1qwMBw8giPPjNDS4qYn2fieFAzB3MFqoJKBst4t0i0Gw+XWKIf4mV+k+1EZ3FBTsM05qm43RE
crCdxgQOQXLQFw6oN1ZMdBYXWDz3HKXkdGzy5DabxJUNvUuR+K1rtOj0R3+bxa4hqfV78GtzPdvv
UPzQB8rbr2jO91u+RuiBisQdlp5/6xrzKQ74E2d+/mFxa1TxBAAp2qaqJKTtNybFvdVkgr6OeGjv
TRC3D5PC76k5z/bTxD/3yjfAwIVfcNlwGwlxSVT8rRk6q4gWXP4nugGo0vO7n2EIPR+QLNYL0/9G
DhidRZqVTinUjoBqFst4O7kZiAgUdmXhKJxj7Tt37lnMsbhB6o214zFrl69at99S+/T3ffvW3JzF
mzVTUyROMN0GGr+0GI5DA1W0v4/9C7L2hz14Dkrq524V3bqMR407y0O3rMFHHk3DLeQL55KPfXso
KFiIVZELWc+tt9yxaB4/rDqSlbJ83Foy9zWESdNvXT+Zmzxi/rbt0TqcUQkCCxF8SsIFvpuzfV1k
NIvaThZybAmqFtq/70YeBuz/3APtuDYzEJqY/DmAqkgHROA7m2XhWZDq15VFo2wJxGPdLs3YUzKP
FwLyGx/2147+becCuI7KdZzJkeTsteDFS3CJffXWyGcBx7cLlEv0NBxbmbSbWKVy03lq9/c189bg
p5//9thJJiFRsdr+SDVEOoMWzHGnxaXN+gvN+acVeRYKIuYlfA0WDJ9tjYPUS2bRHHtg+oArd5oA
QzKYjT99hX9G2favMELf0bhAZX84XZuQYK27MalnqL5F6RPE9rYJMLttATVyqA1NwUfs0wpqlaRB
b4A/A9iAHBmY3vBjY8RGoTuJvzTnLxY/Tebt//7ZoM3e11X61Ur+bfKs70H7PR5HqCn738iE0OoD
lPu+D3MWgnAbHQwRmchRmgl35cBK9uE7v/lZDOoL0qYeYeTYiPZmCtU91++Lm+cqVVFrh47Adgxx
Ey2f3Es37TI+vmtCzo1iRgSYziVgzCTpoYmPMPF637hnMWGiIwtsupBjZMawLgArO3Ats/clxr9Q
KL8tEdIQRlFwYvRJ3LaNfkFf7vl9D34WF9gkKKEyhujOSpKq1YTvvJFckl1/IzD8wm//9uBdMuXp
YkJyXAs51Woid3ETFvX7Hv0sLHDI6nip0MPRje1zkHaqUot+Z1X4C/D925M3q80ju0L0zXFGtq2E
/Xp20fwMYfEP8exctQ5S2sC/Ias9BkOhNsbmyLiKJty/b1rONuaKrlObBj09xiJ+pgP7xjhK/b+P
DVn5Pz/7OZYUPtqE6JT1Rx+OdwjEN9j2SfqEWJuI/OCPEuywg1oOpxi9rPOmm59T9GJDyEk6KNO6
GCU29R5as24iHe0krOWs+hGRTxhhRGM4GpObEKOks0G01nv0fsuYukMU3PQtrUmERTo9T6g+U8T2
iPjlPMtSrkcEcM6S/aQPxt+eQrXKbMn9YYefrFgWnvUPOD9gLndg6ZdlmrJKzrf4jyE5yY5FEJl3
3/Lmh58/Bk1QxvE9it0bHAaAyv+QyyFLuxrR38PHyqe0EkN3OhYmLcqgi3f46yKbPyYtLCnwIj3/
MNADwft43WvjOL7vd6VhIIi/gyED9II9iFqb4Ra/BkOrDZ4jCRYgt9DCpf87jaCW+DLazTHyl+XA
lYL85x3ebWheteFbTAhOM+Pzq2aMgWX3a5o1JZPiava3RdPiX7enM85lQUnNeD8F+hodg+emANKS
P4fJgUCeTKOsgeL6pg3TZzxDi/5KO9J9GLxIFYJ3knzuY3rdsHlD4diYwpt9haqdmm/D9CbDBRLs
+8oUHVStxqr1g80Cf3VP6v1pCoPFr1CUaX+rZVrjyef58wAbP9+6a+areuwAH+Q14YfTO4b6JSfp
LZoAEFz2a/HOpsI5QLmzuO6FNsBwVEPbl0GTfGnVJYGsU3T/w0Y+xye3HQyYfI4yIpvtp2wOLW6g
9LyJwAUpe9nNUFA1yYWt90YoPbcUyCeZSgNMyJF07Y1Jpse4Tf+VfOF/Kt1zNpMgghOmFTmmuosP
+dRkZbyAJf33mPHWg59+/lsk5XopYI6MUhc3Ni/ULrdkphd6sL+Irn/6AGdHgMCldZLYqD8yrP1u
6apA2itssE4nG6z/U8ajyIPF0jPdvluDu2C+UIK99enPKsgRIs/jMjTDMY/Gn7jz8o4N9KQ/0TQn
PyOwp+8g6X0J3/Xma56lcdI1ccrXtD9C4EJcWxAfHxjcbEvW9Gh/aG+5ZfnQV+0gdBU3uoBrjgyK
A49UXjFs/EOftcGF4+WtFz87XsAnG0cJJxuo9E38FnyI8Q4K2eNLD1I8oqaDZPIwqnetHYhr/HPt
5MSL09UNULtY7Fcx5i/UtV//viz/fJBF58Bn6ACuVALEcgxakiA+Z21ZEFNUwxz1B5/IYu8Vo6vh
qTe9q6sPQZJ/vky2BK7JFwKRdzYYSEwT3DbCnfLvr/PnXQZrln8OnoOaRqFSCz6lnT4zxr9SP7wg
QvHW0GcpYtRJ5eWxHo+CuKcgNV/Q77ywmN4a+iw2OO2ReYjDAVog/lOjhmchL4pyvTX2WWyYBiVn
fwrGY2H854YU21HMF/Lx8DTG/407YHD9c7aDJp/0WMT9UWYhhUoKVHL9hMaflHPZBk4PIKB5kJ5a
NpMnws1o3UMGBuMAjCAd6k73wW6aurAcB4/WnoOauF3gNdy3hajRVAj2krZxGUP3f0vwErWFSgap
u0Y0F17gjZIatnb/fAGpnLEBL7qjXlhJErJliCQD7soZyWGF8oB8xgFQgX/4ipbQNKtOqZZNn5Ms
2gzJ8ZRRrSAS4VRX6zEknzi9GhYPb0R2+BmK6jmlG5LBsmN67mS8OaUOJm+qU7bVR18o+aDVycce
d/Iq3s/mh69fjL5wLrz16c9iFOzmfJ4MeDskvr3bBZc2WQgxhz9/+XNArywmadEdBa804N1H13O9
RfN0fYxTm+9NP6YbiFHIDQmovwns2O6YF3pAkxcwIYD3ua0At26Q4UhWFcncwHBs8ekTgbT9xnoq
bkumAlr3yso7K3s0vac0LU02mF2kuxVxyhrImCXkBuKEAbgZybxnJoQIDE/nYDtzS67tzFQlWxpe
+ZIjE1EDM9sOmEN8odh7zKfigz/6dbIE990skUQvUVeOCQAZ8+rGKhu5LLOOr0PVMOhkMGZ4zfo+
uvG6IkIm76YtJEGjx9jG69aFjGyi0et/etoOX/PCpq9mMvy144O6X6OJlD0pyKZY8RCAcCel0IF+
bkBm3GCHZKVYMobmcg65+WHxbxqA+LcpX8ZDNHg5lFmjBwi8fBu6yG2awPOqJB3lfpi75Qo4O1hH
sHC4AZmo3REhvva5NCW3Jr7NY/oKjZv2qVu7z8XEx2dB4+Q6DlWzs3GstonPaeXTAcAPFllzz/xx
3tl50XuX6rQeAVCp1qDPrmKlohrYCmSqFrordOqfIMvP7wY4pdceOOxPqIkyWM7lPP0aiyC+H2b5
gOO6mr0u3jsRtxuMzcrAn92WOB3gF3ArbSfYEQx8Ipsxy9r7Bi659z03EYrw2YN4/fDFLpxCngRh
xNFi3Rvqwlp60EghvlIfvSHDPuXxTwCH4l0etuwewwLpIb1HPQJQTdoFKEHTakyV6R2czvrGx21y
6n0b5iKsI6Z53ap+3keB8Mp2jWARQbOwVm1n9hD+Cg4DBEFYvUhITIewoD74bMx20JtdPvs2iepC
xMVhYIu/mwtgsEYX0dJMfQHh0zSB4a9m3zrWRkGlAAjaTpoPVw2EPkrgu5GVZc59GtkIx0nf69Df
h+l8LKA3latSIrYCPsbTSs8FEEhqRtWigwzaSuAf27FKxmG9KXCGPsgZ5vRz2kwb04zRt7iNJUyC
IGb5jRg9bAsvkZtA+/5uasK8doUn7qZ8iSoUGdEzhWkwqZTXzF+HMcoOzHI4n7gRThqdD+WjUBv1
048TrNDJJ1c5+HZfe5mbKoaKEDCSxOGu2CM7LVy4NWk7VDALHTfo4KZlnvBiLI1e5v06Kn6QbNJf
m0QmVxAkhO/gNPIFO2KOr2w2HYw0KHg1SqpIBOUcviQCdtJhd5DSdjVdUrsXfbaCKlMUD27s2BUr
1uizgjvpbbDqnJZQiOuvID0WIfUc24Pz3PzQKV5sWpwmO9/mSmyGOaNPsNSIbhIvlrupNzFuzEYH
U8VsjF4TktO0GiJfbwEwUddSo12Dxmkf3HVdQZq9CVjqUFUv5HqNEkg0g8sTHHIdsvtc+KTYQLYC
2NEkoU+WJcOOglHzOCsDl+8kElNRFl2+bIqAgv4+iR4MmnUCgWrtQtRmQtL1oyuwcRZh1x8qWcFY
yUfu0npOFt9tJzh+aNw60wDgV7jfdiU83NRDlPJWAwe+zN8HL2tOAyX6SRdwT0UeZ39y6SF4DDpY
gDYLI/2QryrdmDCk62YsRlXrWFgPtxMsKpeGDpXtVlAHG83vREjNbp2naJNwDXZVnClar23IroY+
XHFngbeBbP1YShXxMrA52D6ui24ozHOuhYLtMJ0kmphT7s+bFdIqdZot7aZgVkNYA2b0y5D6GzUD
1UaMLaqeRQ162BKoDJJNr8M8r18VsHFl4mDxQm1faSGqZoK+98puuA3BabcrQGUMC34pLfGy/aB0
WGdea2uXFlPV9ImNy8akIYMZoN99y40Ak8n6yTFqg3QtESriGtwCcOn4HG6jRJEqa824WcJIbnSi
440H1ebNGHRrFZgW+auyYcW7eSzzvuhkHQ9qTu8CBe+ZBP/3y2xn/Wz1am9aQHH3ItML38xNTj4a
UTQP3dwbdE2k75cJH/NahwUsxGgDVhaU03z4Dwy4s+GeSIArGyFw36fB18gl8zdHwcXPWSDu5lw0
SNVbehUvCztE3YIOQsCg7TZhHyn4N5WFitL71PUK+hzphPTG4V6eNWF71UnDdiQ08cYvKHv0hGT7
Lk76O+4C+nPoUtD0luU+Vw3yll5F93irCGZCi31tGuceDHg+1cwL840Ocb5dnfGe4znwDlbzCDYy
AdRMQ93WUABHbIMER9kO/pegH777NINbMY2rQQXRwzjFK7QJjAD/Vdst3LM+2hAHAI1HU+aKwcip
SIYaktZQ+s8WXWudfF1jF5chxQPl4TJuR4Y7jBwq4zUInPQWMLn5XlGrSrUirTQmyrBHV+RcAaWb
EVb1iI1LUfKuSzYyQm4niBeWdAREs5ubpNJZVnnIWktH8fM2+srZUHkQNISUCK0sjowH5DPffQbP
nCGZUvxe4d2COS8PFOjYeuRJjqR1AdYl3BZiPLhO9jsqT2/Uzu1WdkGwy1vDP0O3me3yeM7upNdA
rYJw/4NNx2CDizsCc4omAqrXJ9GuhysG/r4kWKHM558YL6JoO8FUCnmW9vp9FmVhVwtt/EOz+pCR
WJzcap3aKhyKdOui/LM0GpoDXrtzLmw240RwjCF330S09+oxyjUW/0KvCNSDUTxnS7MJ4eO0zYju
wJCb4hki7kmxNax9NQWHL2/Wj3FZSGb6qqce3G2138tPqcs5ghWN6y4omgraOQTeSpPbIRihhxcr
fyeZwuc/cTP7wINwRWCyvOIWrFEu2+JgRhHdALv2AULfeRn3iSjX2IO9EwjMQDqI11Nmeweiri4h
zGz9soNzD3ygYlQSU9jOMJ2SQ+n5RFd9Al0LL2riA4fjUZVN2NNUD6ykOEmu6BROZcNS73r0ipdu
HdID62PvhnL72PomrHygfQ9GBNHntBjaeojJT+lMtifz9JRxmP/FSOTQOiXAh8g18R5jb/C+ogPq
V5InbMuQzj1T1w/b5OS9BNfsLsn1Z4UHrFQcsLveS4J9PonmMdVW3qw4PusTv7Ng7iOCia1nbzGP
YvW773lPyMEly3oIRSu2UY6ojR07ldBcWbA5VNHvolEVO9YrWoFk78HYaonCG2bNtBUMfmZLZMAU
LuRcFVHwcV01EsUC3FiusvRmoll7zYeUoP/IoqsBuQkrZ8nyEunD8lrQMcwqq1x3mjKIBpRevDQg
q4FJzuPRwqHUL1BDQVWs0jYZ74QK1U0qFmS/bWD0cc2X/NMkpdZlG/bR9y70g21qZHttVn6PnDH8
NBjzZNTQVBaw/9qtrV87L6QfBgh0lxp4kc1go+JeNlK/+jGxV23R/0wL7m8i3oePawrdrhLU9mlv
2zDYd9CgArJ/yG7HKQCkufHReZ90524agZKiYmMnTme2KCdtXIlY2WBiPFb7VvjeBqGUfSZsXuEX
Rwip/bgniIUEfOqhyLe6V3dOtNn16qb+S5xOww4kZzjCUTrWWd+5/ZLTn+jho77RqrsmiLvXGgyT
7TKnft007HVMMlijYo5qTFh35+D3hwQfGR8PjQTqFF7OckhWWLJFBQgQBI7yQTru4TN28rfrYtza
Wj2i+7V+hy2Fc9WUD0vlvL7oNySZEUbh8CC3BZxu5qqLl37Fhfdc0o6/UL/JbwYWIDtEEgNqLvk+
CbNuuZvEJiTthBXlr0BymXgFs5z5yC5kEV7bDv6TQ075pj1xe6fMLRuvJ6+xb9OHKJIObmHLsIW/
noAILDTVPxU8pqBAUHTW8dw/NKfm0EOJvBzCIdsukqc7KEXQgxizAvmuZtvCLwBzny3/LNIp+sL7
JK+ibPUrHJ9pKZt+2YNbp2rPWL2jvFE3tg/a/WBWdquXYNrL2ZAqaJwqDTDxcITTxZ02UfwIJR1+
k8zSVApQgLKYsaQgMQUYX4fw5s9iRDHQdZtpwnEzeE4iSk3tHdHR6Zxv8gq3DtkhjTh7yi0/5Q3p
yaGbI5wq2A26Hhlx6mRXLWyUd0HXzqhgcXcmYjVvYkjx10zGHSCJmnwcHJ4AnfPsAAoNDO2m3Cue
1eyhjl0M+0zVHMOQaGrzJzFnM7RBXQCOd+LPt7Kx6/2I5ANqnln8c0VfYYUxnGQL6thGfTLOD6sc
VnY/2oYE+ynMJAzxfPiML1kHaEK3bPskfZm0zSvjQ38iLryfMTzothCEibbh0sSIqUWmawHW9Kei
xakHZ1N63cY6vXaQk6z5VAzXdozYHq+3wuSFni6J5vTKZwFgLZyF36ZleJYMlC+JigHlzRDc21UV
XpnEbN4nvfoJiMHXhCQGKm527DZQKv1hm67f0ADOYmMY6L1SOLFnzjFRWvl3qIRXwOBBqSRSJFtH
EKFyrdy90Yhuji9TBS879wGlVPHBhV5fdUO3bLRn+5r5+EBgPaQ1G+cVt1BruJVNBgZGnE+37FST
JKEuNnJh/sHz83QTeb28mnJYnBWBSz6OOUp6RCEUec4zrMqx+j5wNXWbBgQHIH5Mhp2QRh9ZJIxf
ouT0q0hOYKyF1KtygPK2M5SztqbBsoKwnXgalgW4DQRyGNX0P9sWDpVm5qTsIBtWg6U0boMiZLuB
abObTBps7ABmMEQoh7I1C78zoewVQjL/2U1N/zKSvr3GQZk9TmImBy8JT+W6iMsAsgK7tW2aKvYk
qsdVT4cuhPrjVIxNFY1rvIuKxN01GHW3+GbdIzcQdZADBtmss6u4hokjqEb2AXe0mPyp8/bKhOsP
J2Ai6fm4YqO8WI+9w/WPYfQ7HXvvIR2Nt+FySh/zlTZ7jvT7WqD7W+YriomFNg6OgyuyjiiHGcEA
jhTIssknCgOj23WMmwe4CMAxOAH/gSI9QZY/dv2tnoLoQxDOzTYGvunQilWCDpiYR3CaUVWg0jiY
2MhNKuyLjVPQ6hRDs0lmOS4qM7WfcUCVHnQZrhtcKZS9y7K71OKGVQuW3ypfs5t5SSwIN4XTSDJb
s3cBIAeMxgrrgrFdINGySlvTv4QU08SyJDui+xFD20B/afoY3D6e0s8woldbJukHaeL70Lhit7hu
rPO5H+4U6HgwKLfhMYV37JRTPy0Tb4mv/KnTqhatn+ESNfO67Szyp3TKgmrN+pdcT1XoDzM8ydZX
VGAvY9d8JmqkP3Pa9pXUWd1ny/8wdx5LlipZun4i2sARDlNgaxFaTrAQmeBorZ7+fru6rLur7uBa
z65ZDeqckxkWsQPc1/qlHg7zIGhab6okyJ35U48q++BiA99kzaICUxRu0HPPPcNGx2EPkLPtFBG6
VTKPmIJGdV5sDRuSxqscO32z4WX/WkSS+WAWNu+U9yeijQeoLJ82Rs8eO5idOgJ0PWSo8MBKVpq4
M0lMs+id2c+ZijZDQpRFPuT2cytacaxKTiurnPbL3AyPxjpr21x91zr7qIukcpdZyz3rkdyzeI+B
vMUTDXn1libxnVWMPMltR/i7cOa3vtPlb9aBgfHO1e5jBvN8EqkmHimKwV9pDsVr28bWfUTxvS/N
ZvbHuk03Sdyics8M5whwYlyVzYJc6ZQBdrr33g3r1UysU2TB47tRXoXZTJlVVjnLKUoyFU7EtLwU
wA0XndH0Nx1ScCSN4KqxXzy/T7pLVqUvfGYqzK36N++NBjjJGzZT4UBIV/3r0rtPDGT3ZAmwNhvi
S3n5c1+U6QExrwxurYGjH9kua27EVTNPoBCLeWVX6X1elkvB+RJNablZpzU/tB3vpy91mV4GpXVn
DU8PeEM53/e5u3zK2bwNGa0R9Klagohqxaayt6rzzt6QWn5WavKYjtHA37EXfx0WZ8v4pG/iRAF2
e0PyanhJqFO00OfC3PS980664otl2fOryeO6V0bVnp0icZ6B+tVWK5N+5/RK+G0Rufw67ZA6113V
ucXvEA8GdaxyqngM9eqYOLmzncpe31uV6QQsA40fE8Ee+1OJ/MS3CyTZU20+aKbm66XrbsxStTuN
gJSjZnYkDrDPh1Wh4i0AVh3qiUfMYFuTS9IW9tZyyzqQTZFscuag0KFnISx7awmMZi7emsRzjoOA
7x0SOwQnTq+r6BZfypSlQY+Pet2FVdsl3KPGtC1x452HNNMeVtGkL2bKp85v2ju5omw2g9czBWji
TroGm6Jt83q5BXlgJRsk08CP3Vcg2xWtxEz4d5xbTthweV6a1ToNUXWWhjLOddwgrijH1mcX1+4i
c/kalywJipohxZb6GFRzke80KxuZANYf54ZCofZ7klTcBnWfSl+6rRnCKyniNtofo23eteQmS9TV
dZyR+kF3rKCkxsOcFydhRuQTxObrWkhiW2rPb4Q8NxNmIdEN57Zt06DlMfG7Tpy7ykr9zBu7TTYa
PyZXWzPXAfselSL6qLEbDJ8jaApFzBtjjh4s22NpX4tlrxetenMk+HXalMldzUJxmJZKnAiVs4Oe
xqrA8TycaHVylKs4Oh2crjB2jWnvDFBPaTRk1wqXIvmu4mjR3WPj9XGgCfa8mYoZWIaRa9nVw8xx
hi3puAeVVBT2JILTNuNp1u2pe0Bgmv4YA5GItf7CE8EVqCkVRHYvfUPo+6knJYvMGma9vTPm51WP
vzozOjZ5dW1uXbqFNp/U+tCtTij1eacS1UBPTKg9bC0OXdtpt+Rj7huxFoHUPJ+Oj9vc9448+MlU
pReOCyf9UjyOa3R0XS3by8SrQSEG8JBs3TSmd+q54Pre3S5og+NyHakjKpWfFO1dWpvnVivFURbD
C+TpPdk6JyOaH7qO335pRbgFMtsKinyd9uM43cdIofwqVUO42LQNZplXbad5HZ/cmMrBRa3vcSlq
mp6/2jr9Wk1wfYu0g8CxIUaajGptGD21dWXrfNvFeqyWcdwnSZT6KuVRSRjTmsr38vp1GNLnHM6r
7eVLbpVh01E0M2vlh8yaP3GXo6TmsojK3Li5Ms/UeF00qYyLVsaPUCzBWqwPotWLgxBtEdJdpfHZ
LTGSoOR11oa/6WjuTQf1a+3NLEDtI3BBtkudyQ3dtUz8eB7P7HTnfNL7sFyN/YwONsiyKCEU08su
yaxrV5nw7RvTurFS/dSgZOboIQzVLhPvae31BB0Rn5kB/zBH5HasvZUHTWNviDZ6soelDAZqroPI
K0KvBUmaknqvshh1rCgcMMgy98t86N8at6PKJYlIN+iSc9boe6mv77iq9M1kMCYx4w37Oe68YMwj
0KdlvtQ14l1j/m6tfs8gqfmCRX7N0x+n9cbj2icDOFi7d4n1LGv1kTbqzH5+shfu/qhP6ufIME+N
/CUS+q3S26Opx2E73zEa0MQJGOJ4mTqlaY8qGGievWbSpzVwyk69lU75000cF56RbVtTvU9RL0/W
7I5HtwfzE3FjXgpRPYLl2j6S9ecMhN1vp/XY9S0l6Ro2aCKttUDI6UMJTpfGJPi2hg61+3trqY5d
FX+AfRJA6n15ZQUAVgcJsvnGb43irDes1K0yjEPSij6YzEsWtXE4Kswt4yDuhIbcPm6pfuBsSg/N
gFfDW98KT+98a6p3C8KWklyrYIBLC6RVNzxnwjpS3rONKbuzqpOh3RsTe+3sfnLcXyLzz9RR/Iqs
mmlvWPvLLHPQ13z+E1sePfeEX/qLpf3NTG1vCKc54FE5sPKUB5ReKVTLkH9PFKpox9FYXHuHPSYF
yF5j2YbownIY7dymoCI1B581/aUmqZd7xaWFAcJv9tCyyfazE9Nvp0FNwXKaD4kYX6Lbq+p4eQWJ
IFnfjNpiWNFGlD21B0A7RupPhoFda4br0rKiFw0TBOt+9gy+/0fLtXqv4SptnIS02Kx+0GfWX2Hn
ZPFi00x03d6Yo/MBNO6Eojb+drn36CAfNErC4eIk7wNAzWZjRlWxa6JvRQ0h3T5VqM1tB/yYvS2G
cgMrLy6ld0Y/rgeUsW+yjndWG7vYl4v9qEFxjXn9Z2D+0wUZZzIyGibZEo3cosP86NZWQ7Ku9bL2
R9s55YMeVDHL1TolORad4jTyEY3LEEhdnbJBP0k6rHzcveM+zfWn23Ummvk06G15NzvzI1aZTWL2
O2kNb9JT0i9l7/2S9LnTHS68iEUITvwnLgwZTtPyJ806Xy9sAGm3yoK2w7C2EIWm5fduS+FDw8pN
Y4GElJxPqRNtR7dKN0uU7otai4jzKZOLrUS680T/OnWtDChWu8Bx5hxD0CTmSLBJxEANOvNd5Yjh
Bu7WFdZiiFsXLDr9AOoCG3OSjGQ8iLZhaMJOM+kbpOLccZKFs6d40ubsWbdNPp/uatoIJKL6s+f5
DLqmf3a71N4k5bDiNl0/G8P7zlX2KbzuG45x3WiuqAOjnMuQC8YJtLR6GlZxTvVfw2olMKmd7i1U
1edhynJawXo70ErPepkZ1jdmlxwN0vHC0oXUSDWzoVfetsO6r/aF6lmdEjVCPYOLRym0kWY0+a+a
W5sGWv2tHrU+1FJAh2YpisBeEac1JheUFGX9OCQsTnEfSXbJpX1jC3yMSJHaZbWJxFPOGafSYu3d
SGsDJcc6IPY62zvD+GpXWnfVIxVtVtdAimqX/VbN2fyUW032mowpwLCVdE+uBIpLkni6wPw5G212
nSc5jPKhroaPJrEW5g/CufkhqvV+rvrowmpjPRWa0p+5CcxHGVcMaXJ+iCALSPxp3a0QAyOKk8h3
fR2bnSy6ks+aszzSJ/Oxqctp849R1Wuy2Axx+gznmivwbKgSNWG3VM/mUlkb204fK3cgOoVAWp+t
pAxXY/AeJmd1T6IpOUlIovKVpb6wspa7giE5cNaJKAMDGgsFgtjBLCxQz3a8X5vieWlUz8ltjg95
azdMh2XmewN5fUkF+B3n5C1o3WVkNDg5tVSBhm9hX2lRFmbGEOFCquf9OlXb1eDpXZJU2zitGb9z
Ysfwsd3ntJK96Vc9lIqHdTe07UpsdCduTkZWWwdtFmKjhmIJCGI45YWgkikV3jWPPQESGA2YTrDO
PSeGVZ6FWBX5JKRSymx5EINEBZDpGO5MIyWl0U65KCMy8/LUvEOYMD8kjXZT3+h/zZ7fV1ba5rNl
lnloaz3EYzus4Vxob80MNzD1ecs2AUk/kaItHQvYbuTgrANeD7PhFUyXEHxBeyE1A2BpxuPMA5Qy
HXZ2vh/E0OyNEcwAdNGxQ+W662lO+BDHxW4PcTTxJCOTiUVoccWHXWep5zLrlmNla3WYT/Z0P8kb
5GBN8tYqXjJIaep1GkjGXJfOexDT9Ay6oPstNLrFeR4N+5XqwutMFvlZ9H2xjeYcPcE0tbtRNeuD
KybRMLiRk1XTfXOZ+zk9OLMyvxplreEaeeKsUoE4v7dgsmrrdinYSbIjrtoJMji2Hawv5T92XVgn
ZUUKGDZy/YZe+t+os4gGGguDAREdiUAhvurR99RE2YFqCXHom249TGKwzsRJrzbBgGnxM/Fa3fGH
aytIqDF9dcae9Ka8ry5UJuiPkrTyTysT5nGeSrbTJKrfLHcyvyHJHDQwUbFNYfIC5F3cFSCmVqjW
JbmAfMbBHMfiWrqt59t0FIMgO4CpCgfsWZTzvIMFo41bSexzWdcd2iEHzltGdwcLbb61hW7ck/au
DqIv+1PLdPOcMck/ek3a/sajWCTOeWWGeqH3N7INPb6BxEX1SGeMqdHCVRuS+xnQ7K+lJcXOWIFb
gzmqpjEYowzgO4+8MqzSLCcuptFA8intZJ/jmEFenW7TAVmCbwyVPK5jll7nWq6/5lr2vCMtaZ5j
PXy1esN+UZXePlvomLczVe3iOLL+8NQP5zG2ii36RfdxHfsucE0eeFimIlnAo237IxZJcmlbt9xm
48qKb1TE7fowtBY2raqfk90iE76HKXG6cOlUe57MObnvy9g4yy7WwkLJapNa/TbVUyg7wFB31/Bz
os0xJfq3Zna/Bssp9kYHcK2G4RY3UKyGBkAtxKfjzDXjXlktf6IcbShsIWRpXMZfoyang66b8lk2
edoRMWNNoRDdDF/DwQshDcYHGuDoIw+ABwxYuc3flCfXSMvumkp+mcjiLPfLhmt9gBQtv4Rypr+V
N7p+mkYAbMK17/tWctA3c/x3dqzsUfWFDOVgQvtF0XT0El69vK1gcgwz3RYWY27MdX/OrQ4HzjKd
csdsD7ljIZ2YM6d5WysuHy//TmIZdzfkJt9ropmCqWmJZ/WsaJ/JbDOhct9E81KBKmn4BqrJxenu
Jld4sdes5ub0Mvp7Rz16yr20fqFnNcamAapRbYqucH6seAJa0vjq8TTnRwLxFZnCpPsLCoDPpd3r
gZigg2SOjCcC7f7SNS++1pJeqCVTbQDtK+8Gk+LZrmk/tL5tWj9lQ+FMTFb7j1XkI/Y2cJY0HROU
WEo+TAYzWjzFfebXsCb3FbK87dCJ5KnraiQCisbJxuNPs6xx1N+E29tuLtatOfLtaENcHWr8qmHi
2mKjZQ2ruqzMU+lGyVeaQULqSf5GaYHml5wEWkAomK3CxiibTxk71dvEZ7KR9sztgL+YYDUkQAvF
IYuvtDLbNUn3NWVtDBXafipXzju809191kxdwAgu9oLkyiuVj+arzPpubymKpHTLBJqiygG/hb2w
37TGVq+ifiPHHKWHnU8Bdaeo1eIEPtxgmG2q5VPYi7Nb9CnawuK4rM6u3Mh0McMyNTLU+PDFqzfN
W8/V4Isnr790a+ZAmMANxRERzMZk9n4DcfNbR+jrprzxggHhj69yPC2r5yY7M5oBuvQ4u8TSHgu/
N814J0yLh1KVduh03qutKMnzuZ/zj8Rs27tqdn+cXm/PYoo5FLpS52YR+Qtn/kjPMJhn/6wTAvVk
LTVQQVuZh2iQlFgkMjstYGTnks6dbV+OWgDQ87conIIgqr44T1PaMN6mZHJOU/80oc+EV7enV3uO
UghOHX6DiHAMyRlAjVlW3WUV2RIakWATjHj1nZwYPkEy1Z1ttR88/vKw1sscsrEV+7no9I/Mjcbj
kkzQyRLtUtfH+kvaaig5s/qRcawOlkkUfH6JdjfZ3RwK6coQhZrB4pdn0IyIYVXUK59AS/bquOPH
T5F0ttb6OcTTiiDIMXkt2nIjk6ra9G7LvlbX3hXRf7rtJdO0BrsdRE7+m7i1uxs9QKsk0Yu9qY+o
IpyhOzlcQxVM2yROYzWl53q2xKMSi3WYqznamVr0TpG12M1Jpp3nZBBfUdPyj02/nDM52ocEm/bO
0lVyyNqq3dXVGD9mM7iAP062dlXNOAXWaI4/fZEuFT+b9eTNoiFveFzR1ySq3slohcZvxx/KQRAR
s+3fx3m61DDLrnG2Y5kGiw0j1ZiGdbQQ+9Rh0Q3tV1ZFM7/CgT0i97yfbDDKU95Zzj05nQjzM+19
iJf83DfQksISxaaJAJw0OfZHHfPeDtRvua4p9UhxUZZBv/bruxknMkwKaQamtXRPReu1z81UtNup
Na0DkZwinLgbPtRUblG8+WNbjUAnSWApVBaaPjwCpAODdybFLlrb3EWzkW2UcETsQ2jztauqDfoi
4Tg0xB0E0G8MX7exRjVu66RBCVwcIMLDyV0S31q78livBCAlkz4+j/nSbLRxUc9qRTQmYzH8uGBU
gG5re2yW2t7IJeIfYwUDwQxR+fZsvfJXu6PNnbsn2fknQUXJ59mPOydS+ddKLt7LZGX9loMhOrfD
mJxK5J8ETpjexlmxPSxG1n8Z6Co+NatzHd4cSlSKUX8d+Kl2fLrWYxRX7RNFsU3i1+2gNk21NmE0
d2E8a81mKYvoZIxEjYleLE8YJRcy5CwzlEtePlBWjBQqq9HEi8ZN72I6p/bEoTF7t8ZwRLgwP652
U4XpvPThKBrv0kFKvbEqs2Emlln8aHOC5S6q2YPqVAJtD4J+NWNc7tigX6RZLDvCVG3ig+OhOcfG
9FKv7LWiWZtgNN2vUdni1JKHjQoGYBniMYOKRBWJ2/CRDJ1PO61+3ChOgQJo8mEbRVA4OfX0Vxcr
1E9WDAuHatmH7KolBz47Bml9+reQkbkrKjs9WLVXY22DMox8EcdmE6hOzC0x8PzrPK+0/WLH2d41
HXnVkvJTmxY0oCsZdXuHLq9zoRZ0US5OR1l3KcxyXcK/2g9m5qh7I6pguKRqH5ZunZ+VJKSuhq3D
cgdjnhTZtMtS7TOfXQptvNbe2zXUSXbLjtyRmhifctdOQkhRMzRjDgdCR8fmin75ZdHsatdadX4o
yc0MxnLFyL3aHzbSFdrgR/Pdpi8I9c6YbL05enXy+VsR3hdmRWFtEERgBqQ86tRGZvRYZe5et6/T
iuDCUfWn5hTq2rht+Wi3Dhel24aIV4xVafgGk5WMelTvMdyF7+Ta3ZrXCiTf/K45kANu97+p62x7
exc3D7rZ9VfRV93VwZ24Dk68iSTqRDdOvIueL9+dYZShUY+AvV3qcncNJbctuF1e0Jful4Xp/ngN
SWx+L1FTJavlbBZT77azasjlA6fY9DYi0M5DjYfT6n3sqjxg+id0R4+kFiL6dZ4cjsA70WXJfYMC
4iNV1fpXLFX5LHSEGLIfjEeEHRkH0VCCt2vS1+IxfbM1Wtokur+V8VhbQkT3qDQ1sY8GrT5qHhvg
prRF/tDnM1oiMNsG2i+Szbcn8Mci16k3NSKsvQEFi05bEZZdWTHy4NwI0MFyfUyVtVvwpkJxafV9
AjR3mD2h9ksV8TgnRncmF5yRkkKCqJuKU55P9DmuQwTtHsfT04DwbofYixtryqONhyrxudGrPGSq
X/Z1lMaBAdZ+TpQeB8gmQHxooN848Cn+P0JqIw1YIvYyD4jW/Hb7CKBNGhowYrZq3t00M4hPcert
qI8afhs4VtbxFaETRZmbblTla+NYFfrDFiwkGHQvDW2nETtcBLp7StwM+i5nt7hkS0cBBIZLhdrG
sR+UpA7qlvHQs0387YDxr4OVqjSMndH9K0sXidqAbieCEd1FxepcaY0D+lGqfJoKIci/90Al+3T5
9lCmHisNO2GdAR+ONnacKB3TlxHhFIDUOJ36tkYIEVEruxUtAVsG5UD8ICiAtcWjxwnlKlB8itwg
zuWj1AskJdoo/HRGzcekou9q0bwDPia3Omq+aIyEfE3GXzJFim9Pn/srO3j0UoBr7Tw6q47Vms3c
Z4qlpOYBbZWz7NmIRGCYRXv0hlKFA4vR66pW6hu6seceMgjTTJz46FRZdxzbCTOATNFyzMIed25W
xNcyKr2vcQTVa50u2shibvdJxjRTjdVMeQUMx3GdRrHHsjEyvDrMMx4rWrKgoZyzeE2Bh93mo7Wt
dTNzFvpOquazVBgVmYicZG8zPlCYALtpGgqlUWL3f3qhzSqwuqp6B64uHucO2UeltOjUEH+0kSZc
72rE6qkvh+k8D4gpCRXFM1Owk5j96MGB5c6jNJKnRG+inV6m8HGF8YGQhlbHjMvQNdtoj2K22pVT
ZBz6WqLgsmIzpcnWsZ7M2G3OC4o5nv02CxreI7Ad2+NVh9FKIgckX5sdfyJC+I2XPL1GFuJTluTi
tfdIHPDF5CzgN26XbLzBnO5EE8WfMf89SN2RrTjl8qzqiBiPRQ1Ho3DTTUdE8Kb24joke5IaYhtU
IyaZjUQrzlzw+icbaXtIfiY8Yqya747KDPaBdNrHCLcDQ1uG02isuNfVlB1Kz+22avXmv9KOeBc8
btAd108dVFzlkKsTbRpaN+JJ6dI13mDH4VzuVA5UEy9vnYv1HXz4Z9WHYTOaKCt1M14oOct7bW85
zWciGmhLBEYbhDtUIiBKmfCI0L8BTorFQzbz70QVqR9n0J+DHJMwnVSya3gDr3q64jYa9P4dyjjf
VBmO0JVl9aAvrnPMa5ce3ioqP7Ms/xgNHaAz4QyxJKaOqFo+NK1ascZYNtrwTgtq9LyPGQ4GLPQ5
r/JiSztDPUJZDRWSvA5W4/6n1/R/1Zr2XBX879/70P6lQG33p7p1jnX//of+PyxNIwDZM3W8i//V
zvR/Fac9K8gr7fyn6//8z+K0//qb/yxPE/I/TMsgZQ7FjOs6Et/jf5engUPTEOxZBt2rApPoP8vT
NPc/0G56EsxMSJ1OThez4T/b0zTvPyz+rKnTWEgDBi5c639Tn8bX+xdbnkMXss0OLOhhpJAVtvnf
fI0pQxsnkl6fdN0qkWmLxdsucauHMxzaNq0B4VVNuFmdYtWIpNUe1qpN3pjbEMqvQ+dtS7wa7zNa
vN/J6rtnIgmjv6O2YFvkVEs3Rl3mJfL5nOIExnzQpbSNjkA1DSsn6h4iDcr1Ug7cGJj1uoRAZ7nu
rVI6P04aFVdiXAQCfyvbWELmWzG0wQS5CQphtQ+2eWsImqn0m4YB4H1ItOfSM6sve+K7iKqk5k/X
t+TjxqwK4Ssn5t8sYxS1m2Ix17tpWZ1fhl33zz++ly6SWeS3pp24G33K6yBP9PVhsfl/8zyqh0o2
2nPTzfph9PKMr+qCsWyiGNUe820McJqp9cJaU51XKeeRn3BMcGoa/HBcFPwgnCjvJir3UHcqpB6Z
phMG3HRkP5Vrc+Hu5B220mzZpnMTaKtkTSpJfX1cs9Y5x11foPoRhMjZVfRhzAYiRpcJaWYEA3a/
F4h/cPJN0dFLDRGsmLtQINjlsIlj9NF1zC+RBcnznbqaseQMReszljRvmLZvFIOIQJxl0bPTKX2/
tDHKMuPmCov0Jnu0aakwUbmN1ms0FownmQAUXFtzqH1pzd0bLIn9mdYIfDr8EvcoxLpnw4i0N/DQ
eE+sv0cMYVxuIsydB6wk0VF2swhgSp7r3lk/bWeyftWS2mCtyuxg6uytLizvQzf1+TpjM9ougzXd
MaS4/LJXDckBqX0WQrhfN1vsg6FP4sPSjewetCL6mDBYgHcuvcB/gALeMlhF8SntbMMYt2tiJ9dZ
pe4Fq2X1Pse9/t4kyfKiYvJH9ZEM/JY1AFjeyl7HtU79IULp7UoA3kFvcThM+JWAfkWAkN3dWfnS
HhpOc0Q9DgbOuR1f5rK8UymiIGQQyNyq2fxKRgpq0eIh6hs7c0W2yvtQMuBU6CdAkI2oqHEQADLp
ubZc7NqI74tsiD9XV5t2E5aCQKBy3QpzzTb92mYX8MzsYuatesgNRCKLqsgoWXu1sxIPTZFtZmHj
DPYpVn256yjruOQ3A5GegiBNOV9vxF/3hLCtxp066PfJIIm7FzZmLIXvtbTad2pj8W0AiV5MsRR/
c6+cKYECiI90KX8jB9Owk80opVMoGYWA4JIvGfvaYlqvOUpnLkINRyNRbVj+4rxlJkRSB4dZ6G21
T+JuvjYGr6kRjWAH2YRPIocdNm/x6BlJMyK6dHEnr0NmAUgZ5nRRTjIetdlwj72LQDpCyH8Sto32
tB5uLGgiqvcYePspGRLx0OPwObV4tk6LWcZHGoxqutqiNAcVnfrj0K7DAapAu2TsOFC1anjFuGWc
m7lvJr8DY7qv2LTvB+oGzuD05WODoolmt8xh5KiSQxFhUJhrE0eX3jhfNvq1o5PE0Yu51EYQE/Qb
lnUx/T9iAMS/Grb/cXxzVXmG7oCQe+7tFvmXrJDI7gz8dNnJMuL8lR3HBVu2VwcFOt6XXW9EJ659
JwAaI+qnNMb3WnjuTi798G6natopDeCDMETxllnNtZ70Omg1RzwVqUzfdTjnk5np+TYt6/Uw2015
imQdFQFB9t7uf9yf9/8ZAvA/2w2tf1Qp/Hc4gOsw5lq2zbvn2dKy9X+P57UE1MVo1jXGh3F5c0uL
U1M55fx3xn3ymdw+w7ZDhuc7//h0b5/zcvvEy9tnn9x+C3XbOXtFcMs+X7XyUeSwqtactLTfpPr9
zLV0GU3Ffrs0hr7zYoTlPt4e7QLbMxy01e6PLHLQ2/XtAUFFFR+720Mz3B4fdXuQktsjZdwerub2
mJn/eOK028M33B7DeOGB5AAbjqh2J2jiNSXykQe3Vol2WfSohV5VezzE8h5oHx2o4nj59WDINvDv
HIgVhGE5E6xsO9UQNMVycdYeNoENKyyRrHfRIe1Kan7jg80syRsdp4rMIHnnNb4sT0jqA2+BiHfy
U6J/3kQ865fGdBhzr6AbSx9T8729lQTUf23Y3fkz5jZ1ejNIETAVlyJ5LNuvcn5pzBLd9UFUd+n8
jVebpKkrhAKsoV8u7wb+7MEz4OVP6s3DQghtMHOposWvz2WqNq42f83OFs3Vgu0L+PWZhrlNr+4g
NB294O4cxu8EKBBboq0OWbFF71yKk5TdY/xdoxFdwZHezSl0i+24fmj5GxJrS7+/cVw12mXYT+/H
FfvlW/LITOpu8LbuclkMIgzSwmf39aNGbenOw6+GVF+c3OSNgItwZDfvQP7tBUtgGS++recHZdWz
3+jiBWnZtUDEkk72ETzkxNlFLIMM4vKmM8A0yT2YAIh0M+SxgQu7pVP94FhaL6iLFlrYT5O+r11y
vLAI1RvKbfnowG21sYDE0RZtx3AC7DKWtDHaYvKF1Pxlta5Fu24B2Ifw/1B3Jrtxa1uafpVCzXnB
ZpPcHNQk+kaKUGtbnhCWbJObfd89fX4MXyCPwk6rMlGTAg4u7rF9HFRwN2v962/0cTQgJA1fPLu7
aROUitRaTRBoEGEMAh/ErRcam8hON7bSlo14cawRGzHT+jn1/Rc9M9+SEdcwLf9uTp5aadZTOhTr
tsqeS1XshrI+9pCb0waHw6K1JeOeLzO9LMsZn1Scdko/WzrOChw3j6Vod7AwwPAfIUdN2VGI16k1
1tPYQ6etoIxHS6Mf0JpjrxPiWgeNpRpv7KnPDr0y8exwzbFaT6myOcsB2eyy2rkyVfrCj6AGQ784
6dK/qwA+fFQGOq1ZFAQ30eS9Mixf91mZLNtR2zGeapeRiwQxyNzHpJ2W0n+N8BJxvxEljrB5OcpX
5ol6tTLTYiutm7zfdNFbbjGo9mB5Fez6qF9nGLOaiIFJl/TDNRjjok6Dc1YDsyNWgI2VpqRhGCtZ
bBPt80SDnZUgUGCHfQQfZMMq0wuGxtWLZx395Kudic92Y280X19okPX1l0Bn9iMpZtOj6z9Cq14M
0GFjE5D+gNgKQK1tuJG77gy5Z1EKfTlT+QJrHwVHZb2E413lbc3PiC4Q5rn7JKg2OoN4nfpj5C5s
2SXslAidcPN58tbDPPWA5t0YZ8RU6xY6sFt9d4O9SG6t59HAGpVJ6rdKQVuMvkus136gs4DPvGxo
RrPuBgjfNO8Sc7otyhM70K6bXe599eKjqc4d0xCrf6xaRr6DsTOjB5nipaEn6AZwY4AnAei0gIm2
rPrbGCbQZK8oRASSAsLAl5aqNla/c10iyYe91eRwX8FvzM3oGZuK6nMqa2CMz0VyEna61dufDXFZ
mA4syvxrACNjgteXw2bp8UyzpMXz1mvZ3LsmBmkskwDIUGEyLcuDDOAyJGtTzdPZJ7u684LxGOHL
VjE3QH2ppT8LolJC0v5UtDeTbN107Wqa4k9WNS3tbq2KYWUk4X3LUEGVh/I7cgYYbse8Axwwdpl3
wmMhT56yYFaw7KpgLlcMklmKz3r5CNizaFRCn5AvSU+An7Ow3Bt3eDFgWkS2th91ufMMG0nVrlc9
PMSfIoaE32wKfd9ABzfDb2X0Fdl7k9vrv1+tNIfv2rzL1UqfR0i3lK5D1v2Vt4+NSCqwjDw5DrnP
QoqqPlkJKVlIyisNe0Gq+IivB1SIcyXGVOeE1buvpao86pmBzsNKbxtdGw9Foygucj9x7WVv8OX5
cyWgXYqCca4P4rlScM0m2ei1Ex2JWWXfTZo8A5jm56ZV1Q67FXFggNOvrNaFKF5F47bqIo43L+mO
RVzBFAiie87oT0WqWCNzVYzoreqhb7nesWxnU/fxMOoPRXJUNRQhiG4L+ha02j/c/DUv1oiG4q58
zuNplbuZu2q5JA6BMdxk4ez63/k7n7HNYqgJukjHTWeGO0Rya7eemm3qZEG3MNupP+GHkDIIenK9
EabeOdBvtbS9BfRyxq/S+hJV91ov9yn2A6IIIEUYCKFum/QBneCR5vYHQzbP+pSYwU6PQcYxRVjH
dIk4G5nhE8oqpzzGvXsyUSNZKDgEFj8t9ozOBI1USyaINQT2dNlzw9tBtwzoPh7mkOmm/j4prmPt
bhTf0rDZ5zah3+4zHU+4RPwFOLdoO2ebptUuJUa7LZvjJF1kwmh6wT07VNpO9JTjFA+v/GuYF0dr
eDDKn870yR3rZezNemZKfk9+FHB7cQJ9V+ZJwwXVsAyXYHjd0K/MhibdrmbmWXeM3J7SYSLNukgQ
DrRfqYWm29iIy+2UDWrd18EsLHXFyswrLLELCsDLxvh/DV3dAiDkdf6zucau/n8FuAyLRuK/Brce
YSuH/+uYVz/whvuRwf4a99//z/++/Ff/BrYs/V+eqbuO8W8Uir/vP4EtJBhCCvwI4LfNvov/BrYs
+S/HMC3IYJZrIQ0y+K1/41qW9S8Tug/8Hxu8zPXIibsKRq+v/v2frcRVHAKsaB7N4+mEi7GbaV8v
MRuhVkB4aXBH+PB4F9pDsuxsbhu77bWT3075bggA/ivZWAsVgFovtKJJdsReNzdOnYQEuCdCLrAp
7G8L0N0V82Ayyn3PDbeaSZDaByZ0xnsY7vLAEiRDzHif4+qXPfMPz8eqCB3Xa6rgDpcU7R6NFEwy
M243SWUGS6dNv5SDgMqYedj6aLBltiVm0h+4Wb43KJyfAdDR5BvjH17fJfPiH8/QoABshIuvthY5
4uyDPX1LO6Pco2SHiF/rMQBK2YSf/7Gy/tD2GXOL+p/HwfyxvCCTFpb/5Z/rri9UQ10GZp3fhXWm
nHMDFvFip455Gs0cCMOd3JupKIInFaezO0iXG+bCKyYQoND1Y7VJh0zem03vJ9i5AC4hYDZOf3/G
95aHl0f0dEOCngLX2pCJ3nfZqW/VYwuOedd4Y3bTC9xYQg/cZuEg1Sx3eukae5yw7JPVhcNHVuRX
5+WvT5cUtg7w1NzlX93dtV5FluvV2V2oqlOkF+GTiKELtuQx3GroOg6EbtATEZbpo9s3qn2NJmjl
JSo6xGNo/DoyOcmCH/n/1fuyhAUmDaBtWDa76+r4huoucySJxhn/3uSJp/5OniOKjZ4Zf2fY2aHK
dbmFIpI+qLD73HUdOhVTo3ZTXub/iHP8qBY4DunbxOn9u//mm7KEEJLLxRYOFMTrxMOWXFfG4vF0
xq2K+VbqfIkV80l8NkOTaX1OBmsLLRTXhqL0vQ98Kn9/U5bkDBOGJx1pSfs6JcNP7Mzp3RIn5GAG
GZg4FS8G9ulHMY2426m4vCUd7FOfJREJbU1h3VlFHv4AYMlvEzdVH5gVXtzC320tXhSzBdt1Xcfk
wa7QoSly4Vg0ubqDrzAjvYXVv024kJx0b6hpuLUAexzm4c85AATs+vnNmHYxUlbnWXAbZ2aKwqkb
m2f94031+5kHPQkvCks3GS+6DpOMd9iVrdH34/4rz2WhUwkN+XSSvVm/gM2q7YXWK1t4fZjxNMck
irRDbuT/LgD+y9X8vi5mb7FzdInAzkXcxW11tbeob/uu9alOCzdEx50WhdrqjOKPOtXkcyxg/f59
gf5hjbieNBwiNnFn1U33ytS0q+suKtJAOwMSE7ZpVdBlBqV73w1z1M9jkYsHLZ8ZXIH0btEzz4oY
Hm7Rl011cJTjffr7A1326/tFwgPZApMC5lSmdYEY/3HskxMvQ3xL4JNAZrqnKfbeqsmYNjrOEZum
rn8mXedtA0vCtJkGHMD64B45cvGTvCycVjjTW9QsBdp2TY/WA2j2Uc9CrlSl5LNos2LX9q36ACy8
ZBq8f2pcvg3dNSzJneWJq1NI7+ByAAtbZybf8Xqqi2anleF3KOqA2mVPeCD36V2QRRgHQFDu1n6W
aTdu5IMm5EGIGGnCHiKep04BQrK7Sm+qXR/AlMyqzjhJhqf3f/+i/7AbeWSB6YZnS+F5106YuYgz
ZvihfXZjN8GyqLY2XSjireIS2VSyto9NP4x7GYz2y4B6ahMH/QumleO6rADzB0fHKGocw49Ord/u
fU4twXhyrsodnu7qdqMsKCAbVeLch3X0CZ93fxsJ1T7XLsx1ZJfmfTpEq6gaBvo+xzu4XjliOxg1
2q3RTg6Nd2OcrCnqVr7l1G8tt+UKa8HsoyZ2HkVev3Lb1B2eEVjVnavHf2LdaZtopCAq8xxHDZVA
XQ/5Xo0xwzAPdgVPBq8Vf7e9VSXfMhXFKygK41bLLfuDQun3Q0PyRc17hSVoudfVpaZ3RlUxaTpj
E89ZCnHzuwcfDwgnSE9+3Xz0ee+tU+dDis+Ttu0ZLscUWOH7Hxx+L0Vhl5hnK/cjfVFnb2B72TYv
InEHV8XGWwU3MRTYoLCe6360bn8r0Ph4yWdTnOmeJ5yrrabgvk1JxlYbfAOLmsbpEe058tR6CRhs
0x1cMcU3MhUK8KMpkIuX5b0dehCxslR7G/LiSUIlvB+4tf/bb4Lbw5SWYXPlWtb1m0gxS4HG6Ndn
eOvFy+glBMFgAMO6aNviRWTsqQ828e+L0JqvKxoLpvCCG+P9u2hcY16Hdn+mbWARxsShHhICxzEn
q81lrmXOiukRXmW62y1aGD+rAWMmDWeZjy6S+Xp8vx0sSuf5QDFc3K+u3bF9tBeBVsjhHOoY3DeS
UXzR4iXW+UFoLaiv1C3KCn/dxwB2TdYrVIUKEWeXu+il8L6a2LJfpPoog/63Ytmig3NsjwZC55Vc
B0kRJBwU9BL62XV6tTWGrjoI0wohcOfOi5FjGCA88O0gn9QH07DfWwk+2rGpvPhUaZjXFYVht4HE
ek7gRFi4z0XXgVQ1WZ4tKqJG35jfGScQFvfOQkm8DIiBYCppxz3wHjqQONSL1Zj1/W4Ix3wnA7cZ
Pmjzft/ILBnLscDnHN2EFfJ+8ZR6jeKkNMVZt/rmuW0seEVl236FA1fdhLZqzu4Uhx0mN4aN/DNx
Xj9YvfNRfrVm5u/Gcg1IHxYd+vsH0B1CvdDj0t3lnva5HlNYt5IkacMMiDqabxm3NNRtUGkho/Vo
DJiCAtMvMsPrn3Fy/u+F5c4nm/Xuea5ONqRuaRf3oTijRfiCe8jB8KKfH/zMvx9ffAafRG/N+fnb
opBGF1UykNhsVKPSl3Jq2o3vc3dkmIPdtEHCsCEmsTDTCeeDdm3vgqlDv91l8T5E4dsuDWE033Oc
8taG13ofLNo/XCZAYDb3yLx2Hf2qCq7yMLf1vnbOKmFNXE4RNUT2sUao/oKTRP389+/j9zUoKZvg
KV1KXo6Q90tgDCJNEK1tnzEDjnY2Nr10bSp/TJM8ogC2oJBVOJgmUnoHW9juB1vgKpLhcplRZ/JG
5kJovtnef75WGVhGFtI+x5rd7mHiBbtMJtlbOTuwGZG9MsZ5g+CLBudCZkxm5VPtkdMQxT2zdlx/
P2ju/3BqSB4I5MkxHNx2nas3YAFxFVBynLPG+3muIiawC8+Kgk1hu7JCVej+FCJyl2HFHU8a7a4t
42ZrhGGG+ZoJ1djA8Pe114P+jQzrpvzgoP/DC+Nb4qvmyKDuua7PC/j8WgB364yqOeNxKpHvawbS
bxFT6D1o6fDWBFCLLiXXMMCzWP19xfyhUaM/4K6zDa4aW5jXd96QC0+REHKWXTQ+1MHspxrFkCfH
+JjbTXNMA2RgBnZyOzUMyTZ2RPERQvaHNgUMxKAIggbA/OI6lob7PHcm6tI7j+E6B2Z2qxlDswW9
du8SbZq+yKFHqVqh4l6YnSCTVd3HTtweLYLco1VSxWgezfpbG0B8h+2usGEy2rOjGfBuSK/Cdd3V
zQ9W+x9Ka0oEAQjCdpmhifeLHQmV0JBAkqUzl2k4lrj3LXDYURQOcJUrR5wq7Q87jT+deNx+Ou01
jT+l4/tPrSNr8joHSTT3bvNc9VW5HXHITRdpRQ22/mB1/L4+LfSyngm064CRXYMMmt0MZiaxLRvt
jvJLFXX3CYZ4eJRpPbylttdgRy5VvLA09BygCd1aEIx8Q9f/LJFGkBEY2OUmkHW2Cp2amGojqLDB
1YN6O9tj7vQx7LIPXsylWbi6Cel3Kd89orp+Bx8m27N726xBsdqC8WKENmkJP6i8QefGI8HHwjiv
qKzm6EKTe3IFJI0C5LFFH/2z6Z3+YObtHM0VZwun1pKnzqibD47qP5yVMzVTwoXBfohhydX1OMnJ
AOLkIetS77DZRkJ4ytw42wiG4dsgKbz96Hn+UzL3IdgC9AjM1SrNiZOxO/UDik33UZLDH7+4mTPK
nYXJknHdhfGZuAaWSLXqyeaWgubyPBj4aPkqdx9JAFbHEWftfWJGE35GSf61azoKZQ3dtdQj61Fr
Wusmypvm2YZm/ybC8H/0tV1GEBa4Dk96tf6xPrdwRkgMsOTeOKHnSu7syP/s9QUOILSNyzQqkp1b
p/lR93R8gQqKw8mRe6OYmrMGOvD3LfL7KYBIyeKJdDGX7NcNdoDlEHEqvXH2ip69n6nipfMLADnY
pSQ1u2YFzZ4v8++f+odjm4+VcIyBAB3vt8PH43hLZu+nc5B5wasJVY35R5csqUzrtWZO/X0EZ/RY
eYV7b5kTNo8XhP1/8BTSsh2PhxHCu0ZkvbgfAm3AzzOG35TgmytrpL9OuI4cI5hZOq96OfnfMJ/D
5Xn+9axtPopZ/cNXwVDJYH41D6YYsl9BB25bta41mNPZhJN8zPMpJwNAirdYCePk+n2OzjM5TX2i
8L2zAUVrIbd//yIufc/7E4dnECZ3AfW/EEy43sEXbm8UqNSFfh7oUrC0dPTi5QIgBMhckoWPTQox
FHHsbLJxgnUalsbjkJX5j7xV4bSCOle8+MFcX5B1AjaJ18Ze64R57xJqcrTnXjdQXb6vDKdGDtMj
x05GFDc4PiVqA8mc2y1vGOgitqdDvsxKyKDlTPv7D8rX+vsFNF95vPGZ2c4RdlXjJVmHqUkLQHI5
IxJUFifhgqyGk+3ej1zzx4qI2lUelN8iFMoPmM7Ie0GFdrywvXPoklulm+NNlZmPgXLEetC0EnoA
yR6JbU/47or+B6aO1gktypfK6uxjOEw9XktEoeNoWH/iYpydmFFu/MK+h8GyzuWEinTVeRgh4oJQ
IrcJBWb95jA+YKdcEtxgYpAcwaVeGDNMTpnMNX1BkLxRxXiodig8Ju3YNVF5aGusB724sdex3mdf
yjRwEf6E2Xo0QKFyr4rvbTEELHyDtRVjodEYnvHAvZfvNV7V3sHO7IA5evk0ekX7c2qIPkKHCTWr
M4PbkHtn60HLQWWv4SDeador4h4d6sMMNVj8O+0t3mfVosjtDhfpzNpGoVve+okctjR4LBVaOHnf
9Vm+l8z27ksI9se0AG6cYv8gAvezjvcqtbbYBnqA+bZWtOotd3BunDIvXXcT0F5kFPJAGEV0qNxa
bW1GBUMahZsYnvsBp89hXWFvuDWh7h6n3kQZSV1yH7Vdj7NAOf7I3DA+qQhQP838ASFk0h9Lq6wJ
VBcaNM/+RzbF3qkfTfiJ2ugT4eGTbhNa6Td4z96BBk7bQJnCED8ywrP08CBK0Y2iK23ViA2kfWck
oI/I425UrHlYu7RGvsfXpHlOS6t7IB6BG4iJ8CfXSEq0nbUxLKsQ2+3F5Q8JPSEbIqzsx8qIsa9u
MaVzIyeDo4NJbjV4ya+7ipQdE5I8+F7V4CCmYbLwEkalvU8jJ78j/V3fWjYi0kVpYwUU2nGbLry5
01RzpZ62woa6UvI1XF6aVfJF+kzJX6M4FrdAN+42q9GStZ2XIYAbg3I39ni5Qj1tiiD/avndbdIZ
Llp+ieuWnflLLjhnI2obtV4Evz3R/WBri7F5KqZhwHDFtm+UXctDFaOTaKB9QUMraySRIo2Pl9sI
90iFE0w5wXPTMusJWUVxa4wxGaBCaociyZM1rivipEyVL0cxdK99XuZ3GRDkPrC1bqUGFHVdxsRg
VH2xcrug2eL84EJZBJFdW2nt3ZaZ99Bh4X+TeeWwq3qIHEob9I3PSma+EaDKL0RovGDegY2gPuLX
DW1yIhoAl8ClEHqIaNkFiBiVFq4MBH9Ls6jE57pUw89ZGKYVwieEzkP56BS4/aKNXIZ9+smoXZOj
1P+WBkn8gLbB/da34Re/Dow1BON0GxDQc5cgkqPtxWD2ciqGbLNnrqEN8zEeTGXtChcOSM+J+W3i
cD6VOmcpg5yvTG9QuMGc7N4A8PHBEVa+jxrMK3Fe6nDVbDrrG04/9TNlb/MsKp2N0RN/sBjKhEXI
vAA3rjEPv8UVp5+G8GPJzzl3MK7cGiVuX5NPsueIFOPGx5Vs63T+9FwSJ7j2sHTYDLO9bd3q9V3U
ExgwiiY4a2kT7BGz4flsZ+lRM6AbYMKiQY2XArUgWo1pXBtWGhHTK8vPMtL9k184IQiPy/GiIntY
u834QPJwecD8oXhBiM9B2CCRQEfNul5PvcMQ3LK5ZaBvlS9hibhycYFVLt9eMjoOmWcYLEVT+gYP
N0fZbYcE3CQT0W8yJDjA6JI3JnP2F8uu++9pMOS3g6YgiqW59oi70shM2bQ31VAjFnHrfm+ICZG/
39TrSaXFBodmgkJGuJOpHxW4YVfl0omS5vnSV5GTRMk8wWx6uRxl42A2z7hBYIxJUoS5C9FB3JsR
nm0Que0DV475yUk51ZEPPZlKv50Gbtkp8yvUS1pjLyAWktSTQ37UjOmQjmW+xSE5vqkldv8qGPk0
eLvFJ6EhaxjQhff8nDnhUBC6bpzB+5I2ovhRND5DVrdAMATTWH/JHfWQ9SZzih4wHdn4UTJG2Dlx
IjZVMkEmg/W4F4Zp7ySJN0uzw29gDqvKVdE8jiaGmx4qlbWJcBLudnrnOH107NrGvpdztem1Lm/u
AoeT52rM7P7M3eK31fdp92jqs8ICEilF6fSDzK7pthuT/Bc+Gc3FUaQ0gTEE8IfiVW2TzgINtAKt
X+IqggNkgA+Po4X6DXgZnNDYq7e4xDOIKaOAu00LvxDGcuNodoTve9Af9R6ngLTP9acUrsRWNuX4
llH3rcSQBO4qgu+JB6ps6mcM6KB/tF6pVoVvMNlDYCTyQoPMGiHjsXwDortWguPV0XgwPdGC0Lgp
9luVuRj9Mr6tFAqWCS436VjxyRhaC1Z1TMDuEPRbbNcxlUj7H7kzDLcGKutDjEhibZW2cUpcoR7N
WHfwL23nzLbO32Bo5D8k2tAcTbfJz0k2ggcKv5yzRNj1eEzoz44SyRlHa1KNw9HovhLAUBNj8Wt6
V8wJBeq+tOL0x+RbUGqyDKeeOoaCrDnOKreFv5AxPZ7R8zhgLNghiLF0zy4ckEUmEK83Xj8iqNG0
w1Rk9SyCr05E1KvtZRrm6plYWnopMdLji9y3JaXmyrTqfO+xwT/7LWFJEvLVbXe5IRErET0tSoJP
rRlaAvopFnUbscun1uM2yydS5qyix1xt3ssmRVtQ5tZDO4+ZMg/bUDJF1nnkdMEqhpO9aaUET49o
AS22mfQeR6t3ji1mpVvKIONZ10hNidHCsuxsySxCuTCwukjeZ0E+V8Uzg6cPHOerngwaP34cyvsB
8WKPZ6xuvhSUFTQRVcXdXeK0FWEFXHPy4EPPr/R9SUc515GY4BYv2LvwWxizIvNRjmwfoppfnebx
fgDJ8UtQB6xAT2LzSYqNOED9CQ8qMpw3jyybU+XFhDZKtMh7hL7oP+rcRCc81eWrECUfl5A/gJh/
wqYNmttTUEjtLHPlbEprQgsljSnb5/7I6WtqLtFxHWbqGFh1zijuBG412noscao9zRKkpVLx8NBn
6hz7Vjktu2721VC22z0yjaq/663WfWlMW90QF4dJtFNSTUh9mNz9BeUhb8X8Tsat9kWn6sWDobTq
e4R55Y+8MnuEzWGYkE5X0I9jutriNlM3CmN6U2FkYW7wHJpwxi+HF04eLFo7xwb9xkcfs2kwUKx0
9K9YvAQQsNOwPw6T+VzLQjxAtrlD7vLsJo73PFqD3HOOdnjQ9Dy8oWtUXRm7LIfu4of6wqTQWI9O
pK1Y69gwUK8E2tJJjWpZ5GgnyLRKoE0XD7avx3uGPMy+azxkE6DZl9At+hsjlmITWl2/sVzfOU55
eBCRnVFEKCzv3fAbHCoqt5DogPOI/9TSxEMF1xUIdXEzlkjiCG9JiJl28TWzqrdBFrO3fOBMkPyZ
gr9iJlJix5E0/ikjKTlbNYMlvrP2fG9PDEEb3eZhLKulk4/Dzk1xPsyQ0J4wkCp+Zl7h9BttVCHh
iZ6IPqPDmG8AOQiM3gar+iIh3mo35CJ2BOxEZlrCEE+1r5hjuqvCqL1gMQzjNqkTufSxuFtgM3ZO
pXUY+7Q9mLIfTr1DDIsZJYhFff1HqWraoShSyX2SSS5v7oH4GyeiNWLgOnjp0lEcZmvkf+bNSBCc
t+gLD8lERy2/TJw6rA9xliHSC4jxhQzeDueurr32DovNsPTw30jKeCuYy38yMKfh75ND8wzxkwrI
tia1JYsvWyclzQW24/4SBzDBaDGhA5h0K7OXtged4lf9kDhlLRekifvnQlntOZ2ZFgA4+b7UcFhs
OwjRpUMfa44DVXTqa+xv5KZsHTPN2TqXPxbphhpXpFbke51hBuslNCADXmqPYj5qo5Qu5fJHa9SJ
98nYst+73pErT6TdRlQEu4WO1dwRNy9XlZ4aJy5NRpUOoFSaqvJFwY9/4zzvsfqhleMa5hP9uWsO
0oKiQObeZx0bUOSTDuaOy8xKihf0/0m18Abl/GxVb3MazWdZks0NQRa00dFycvvoOG28SnBBj/BY
UfmnZpY3B2kPLgs1pH/zleSsEyMcswW+tGhQW5KBOJtn7K+JBcfOUDhNwaYqvAYniSbG0U4O9/h1
1mdNuM2zZeN+53hQ2L3QN389Rl7U/IVagAyNU1LwrfXhnAZQjGRC4UIiD4DTeKPhOnQqpzL3Ualk
4KKGFs4IGj85uLpA61CWm9qbht2Yhj/bTuKgUcJZ4Tq460vs3WFGZNDhPX/H6eA+B7NsI1QtlxQ/
4oJyN9hpsZ8ctM6LcN+mttJkEjzWiLNv2bNkqHteNywj0RgPedM2z7x2vj+qTYIChzBYNzHZJGRC
pfep8KdpaU2WfihCbdO3NjEHTU2WVKbxf4Lk2wUJMXqbZrzWIfTrsb+CKmItpBEH3z1NTrejLMH/
vUAPXzOFadeixi1WQo/ny3HlvMSyursDC7aOg2aRHjdizfHrxWJS9owkBujQRQSacqPTnSTdCgzK
foiLlPAQXu0U6RARRaz7yToT9PY9Gu5Xl8L7kVTJfK369LOWhLSryFlIAYiMdC2MyHlK9djY0/+R
iTDpgB8xMYg51OQTQZv4IFEhPGqq4bLlHGR9BL7CPjWma0j7UNFus4KjGFAvwHsbvgZZsYvLRfHr
RrUIg1iWjOn35YxYhIM77EHKR2w48+dQU69MK+1zVOIjzg0oxpU0acnxN2lvUCBifc/AFaFMVb3h
eSgf6rCMLY4GvjBRetqP2gVhXSb9hOtXADx834u4OAUjznuaM2FPOUWEeuGIrO/kUDcItHQ1iy7L
4dUg7ghcS6dMHFs/2eCAhWF5QM6MCBN9LzU3WfdyiM9TFVXBQtfU1wtAEyQE+TCeK2DVTaU7fuJy
5n2ihsFyuEusZ2Csz0i0MU+K8d34qtUx+vvGCrGxmyma8O2y78ng+3eX5V4GBC/m1Bbo7+fdHSex
h6MNIYTNkDzFM36Ngt8PyDsvsd7DVoRTZCZClT1a8IWlAOFKR8P8SrPI+/t1HBkmVqUu9mVL9mPj
LvpGTTl6jObZmXHjrR6Z1ewgqm8avHJBQLLqXomRAt7W+oqU0yRhTDHRdqc46zXEWyFCsvkvSood
nSyTTRPCTlqYvpl+JdypI4TQCs+X001AvdghkH5UlZKnrqbk21xQwkuLBNJRKvxVE+POtwr7uZrJ
VZf2jvsIsLDp2YX4Dhb3+F/jN8wt6d+Q8Crve2gLz9PlIK50fujMD49RkxMbEQ6EcrRQBw4Mwboj
4QnFaTAJ1cBllV8iKawkRezVrhx/balSv9P1KtxgkR6/2AopvRrEmlhc+wQ4pj1kbU3zMiN9hTX1
b42RkVzBWktve7uoXlAu4vuCxT9+nu3wcEG2PVIajk7a09QM6aYvbbFvMLA/Xxh+eLgT0joDkhBg
88+JICDZqQM8kPtRW1aFH6y1fIaI6i6vH2KyPk4JJJz7zusIhx3a7oT2FmN6sgJQULr2Nwt7iqM+
X3x4dbWn0MNTkRE7lmhdpAOLYLWlV4PY2BYmfwscEXxMgKmgh1Qnd5W8iF2KoJ4ZhOW9udMIZgO/
u8vc9hU9VrtH2X4yrMlYoR4kh9nTfaoiQ260WnPv3Qh+H9JKqvJOjgUu9wLjAltNkKCGmiVymRDX
Iubgb5pErW0OqXEFQoYwLvaS9ruB36o4tCNhddw4Uf/W2pONNmnGKi73PAmn3FHuNAMBbqmz1hw3
4T3MA6DcQ8Wbo+peoyUJ7gn6HLagRy7gBcGMl7UEg9/Y5J4ANED5esDcu9pmYLB7CKJyJ0u72JdE
ye69sl8XCLpvDAwYnrq4+IYrUHhDQUNRZkfxDWlGu1h05mtdiOY5mUkbsnAF1kD4RxPhEt5CzlPE
WA3jU2x6w5MPJ/TkeRQGTmbJrR0RIJx2nbnJhTy5NNU3Xq6Z31lP6qWDL328rPi/Y+KXQe978J8B
sOPM8juQcQal78H/MGIDTXip3g0s0a1jt8WzgZfSvidf5r7ODNYZg1JCdOOQ5otKIEaj3FExw2LN
78YwxGhMixK3XsTo/EchHnFeGhaFHdbl4oIsXnBJjOAoIXoOXLq6Yilg823GeHgqh5YewMpdQZgY
Wl8/Ko+9zrhr1ZK7rhZ9kKWfskurMs58cF3nTCqncTpysCGCbMr2IZy8/OXXofoLwiqi0VhNsTJ3
Va7Gsxdk/dvfv7bfR8vohxADuTbsPl1cc2PSzokrMTA+F6p3buxMj3cEE3ZfQmEaRJbE3SnMUUJP
Y5EinauzD6g5f/p4iKbMhJjaQL24mhoFHko50ffqrtZC7YATc/zrqoAMX+2KPifAhgCEcgNb8K2I
LfPu7z+9+P3zvXnwi2LKYppvyas5JjY1Hh6kQXIHG4ZVcSlKSg9i6gKLh/7NkAJIYa7NhlE3TuQC
Zj+NShLvh2aabZzPMHzBTJskb2mTDorAkVlBWxtYpk3UDKM5sruFH3JO4zFW7jU1UGSWutoGreK3
DKIu0fACYU8LmBnVo68N42dcfwoUt0Smo5K2PS5QZQ88lJZm4EV5yEf/B3vnsR03sq3pd+k5asGb
QU8AZCaTXiRFmQkWxSIR8AFvnr4/UHXPVSbZzFs97kmdVauOhISJiL3//RvIhtAwyqXDMuytyu+b
SJ2Csi8Z+64NgQKh7Jlod+Y2dVx8F+pQf+2w+z632X4vfg8i7RUtrfSWMVmyjt4/f7rvHy6dvc4z
slci3jvm/2C1Rjk2VnarIPoiuw0pxa3UjHhPj62daSRk/ipxkYMRNYuNMsfmiY9rfXmHOwLCg1VT
5NqQOBGrHO4IMZZdYO15dRtPkX5pZpyOvkhIM8Syay2GctXD+piBoXsOXcs4MRx+zzqjmlPhFOvw
Qzzsnw6vbnd5veSIh26b0aZsyoVNU5e76rVDGHbgdAYauM+ft77e0MENc+YYBmSLVUDFXnj0NYtM
xy3I7dMvVpI3QS9i08BurSI6rqKDfCO+IS+TQdRrHWqYDm+B2upum7JXNo7EE+cNxtUbR91mrUcg
00Qei3AY5b6Rntk4p4uRQLkoTpbHNxEY7H714fO7cI9Hm1AfHAd1HPxvtvJ3G7lDGIwk2Ke/iUnB
u/Qavb6wzJoMp9a8n6nPfM65jHjcgdhIzLGz5z6rvzYaBzHzHOSssESsPTBhGmKojTCpiiYR0pze
jtgFXlVp+T3NGlbQoGXLT8qMaodZIOW94dYPrjDGl8zT5tu35QPsBq5nJ8vdxCb+N/GM9ZZsQAJi
s8mafhaLjqlL7wz4j0cgYglJqKrb8Avd2jjT55qgGpwzt/U42GEx4t9LxIx3ExF7Q6TLaIfdbLkb
UCqJxh3MaVeNTCJcBqFP9Jsm7IU574gJJbVu98ZYLFN1vHUdYkqWRT4qsFsv0Qg0m8Hq+/vCZNda
rBvdXFKsZBfPZ+irPBVkfXxpGUdt7IJ6w+06rd9ljSpIy6KNkXqXvQpPKb++wQRxJ3UMs6eh+qqX
Ur3AHwzmMwPbZ1fo2o+kiJw9bJp6i2oawLS29OTEV3y8btBJmA7+NNBn4RO8k51Y3ljOqdaoNyRv
sItNPSettW57uBdsvCGdfp+A/1+g/DDLl//9v54rdvxmvnuJMRj4U2q8Fkj/d31y+FIWT012/Af+
kSZbf600QSxBKcfhmK4Kq9/SZPcv1UESBBVGRc7gQeP/jzTZcv5yLJ3/huUeowL+5z/SZMv8i78O
R0DTdvnHysI6kiJ/Jk0+3D9gcUG+RjS56qxWefKbcvkPtVVVZpBhkoXEgKoxGI/jz0KiCpbQSV2d
OGEOT7i3S7mQf7gKSlCYtkd7vKnBLHZV6E6ulxBirWOvUYjkUlqDhzNQLHciAspj0I11mRZPJ2RF
RySQ35dH0YFcgrBQSJBH3MeeeSTLE2vjxMxicavpeOrpk5u429QYytpXEozkVoKAwBFMs2sItiLW
7h1jcJ7j1Ilu4YGSO9SAoWKgkVmAkYvWOPU2ypRC2+pLWpQ7R6PBqsfaSTE8ErUIam42bMiXF2sa
M+46sHbLV3pqYoULMqRx3HA67T7uvCIOGpPEKkYBq0rV0r9mImGDwjt17w2zQvIZmd+nKH1vHP//
Pgb/eSyQecFP1rdyzIeaJR5QGKKSWpZ44LW9aupP5WDhkIZdOebFq/j6m0qg8VPeIuoE29NwC5EV
6ZKrLUT991KMGNikIsJzRuSxzUESy2coDdLxvUEWEel0qev4eRxb6S4veuNZm3RL28VW1j3gXT+K
UKR5/gu3xDrfQsxrpjO3kzjg9a5RBYkdzXdWXTRYdrti6v3JpvMIPbfpnjE3nh7aDFhkQzjwPF5r
cy8IiWxr/bw1Jdo2AUKebdXCKdq9Wlt4Wigp5yBuONLuw8nWu2aTjZ49g12YosFaPpmcwCM5/UnN
1SLzSwQKK8GZqvwKoBUnafxup5/jzDG7xygRJ7lRZM5+TtAx+EnDSJ8cAqBSMvz67t62zDhG4JFC
1YjAtp6cho7sTK90awKrZl4e2EDf6/gew8VNxjh2RTPwvAnVJTFrZoiJmoVIUzFPXcyFKCNyQFos
ZpZUWtZ5VQuV8OOZdgXx9WI7fmTa+V2CJ7m6cYgv1EKdNIIed5W8WYNOcZV+5n5tC16kZ6u41xJ/
8CVbsc4rgs29aLskrky2EGQ08EU+iiLI8HDK95Fh5HkYDVmrbzj4vPIm1VJMsaoi1bvQEiRqhzmH
0Y1ul0sVGrkzYstrtSU8v2hoo1/9YgrCkjmI8RDAVpCaybJxjAI8NEXoZB5DArUs3DH0srSRG7PP
mV5k0ZRs8Z5VhxNn50f7EU2wq61cSOT+Rz0w6WNzNqg9ypvK8XY2AU9ha7f1Tabpw+L3COg3y6BU
20GFB+TmffT6xxlx+3uN/ekKcXh2v608z1z10AgMVmb0StP8Y+vtNEhXuZsTCJkCzHdNZV6QWJqc
62ah7SqUJyd2wCNhwe8LvpWJa4mPgO+oxLdrAeYGkSwYYeP5nWl3AYHhzUXSVMTm1DhIR/pihp2F
vHJmHr3Pa2n8qkZizrYEuNt+gVx1u6zW3wYReSelGOsDP9yKTMRAOBqsZhk6RNnDB0KnX1qRXXSY
dxGWVXmztWPMQAiF55VQ/KX+kMaTOCuHwvHIIaHnNjpz2VaF0p0gR65nweEv4aAGcjLROKJwPGbs
lliyq5pBqF9bmLCihnSEBeDMaRF8/gkcsZfXV4KIgQYEJipVPFTOw1vWJFmlZKQQhtxhE7irUyzM
fcK6nRdlqubER3ljkx/fCNDWZU44ok2MOemE+5EIDZyJRpw48kjZ4NfMR+QoZr5DgxgVYV8VVnvi
577/YvFIMTDk0A0eCsXH4a91LYf5b8SvRWIqf2lG1e6iiUisxCnFfbLAzDjxeNY3/t/vASUr9S3R
Gxhx6CqaU/VoiSoOLVOMwUkAI9V8rCP4vGyx9tgHbrwYDJ3HUuwKLY9vZqMynpCNYyE41q2y/fyH
HH4P1CtULCrCG1R8aJLfSrg/lyqwrNSkltYBKOL4BS0SLLEhmx8+v4r20WU0z7NQI9GX8nEcPl9t
HKUJL5EQPPZ5DM5E6d0XpPbeJX0+P/cmTLKubZavpMANlxHBtzAfVdoc30xtEjGAXysiN6f6Ke4X
eEWf/7rD7XJ9BqZHjw+HHdSQEupo98D3W2/BZuqAHI5oX1uusplyTezKbPga91m6cc1BC+G5iAt1
Htr7f391Dd2vaiFVtOEtHz6apNHpynq86R1wcsZuOVL/Ci+NxZ9xaw2XqcIrddDHItSk2sOXXMaf
n/+CdTv+81tc71/XYSCtwjjEWevz+WO7hqQsqO74Bga87vCOhgRE9Gpak0wlsSCD8JjQxbbD5vPL
Hhs0rCeTCjtbf1Ppm6yww+tCdLV1FAGgp6lRJZtIV9GplFgZ+i1pYNct30xAqgmUa+KdraCcBFFQ
iZUglq8s2G1bhABiCj//VYc7wfoxWA5HFqentyqgvKOtGnMifWCO1JPpQjJPqfXJtgcdeARDWi4K
NRUnHv4xY369IPaOCCbfqnf46kdPYWh7UgeMPuhzDw4qESQhpbu2zRQFvrOGRaqCe9J9IR13M9bx
tB907NI/v+mjA/TtrkFa8HOhmXMc6+1H/vEJjJ5FrhRBSAHIZXEGjT26MhqDFAKSjR763Gl2ba/8
AtB0tmbREpKSOPHXNM6iq0wa3TkCj2yfNmb5ZA2We2KBHDtQ8ITeHNhRXrNTGeyEh08ox0UCc7rV
R1TPiLMgu03GwTg3EvjEarLnxEox3tXTdLlJdRAaf3IizJyKSBgIHT2bHMR5LmeFtJERkuviiP5n
I3OGN12tkIdtMRMtg1adCVqmDsj7E58Uc2d+4eEKowVZHei5Exs08uhLx3Jdb2fPRlAgCbGuDfcL
lXaLDaBKHgKFPcnEOfl9OkEe1IbXFrxoLytCK1V2oD5r7mqKP3AFc3UFqBAxktyJxtY3lsjGNzzv
7GdSoKEZtcTgVbiP42MUikwT322BBd4mb6nJJebDJNY0y60Ze99SaOiXaNq0aJORzgK9QE2cW5Fb
OcUrNeErvgLiO/NE7LFLZJfLRiX2gKcKQ67clpOcnxUR1WLTja6+hxNQTOFSdMMURvjSh01pW2yc
jMh+mPWo3oBtuTi36wXMjdjDN/0ig6VcMDjRIOSoXZSQJT1i5dMCQBO6LL12TzmOuhGVjz3C1pPW
fSoVaQWpKIXjN+b6jst5ZjagIkGgRJgKg1FXonXt+TxP3RbWh4b5okjc1yV2VWDCsfO+2qRFQByn
JZxQN2RT61tdjX9gJJwiMCxwslDmSnJepi2FeqyUS4i5cfcwoeD9nkdJ+wJvFN7YZBXEx1mQcl+E
RnexZ3HhZIaB1WD5czONv6gIV09FSq4HTF6LaWsvXt6cGbmBfhIqcBZvU/y2yYaqtPmm7HPtpXen
6ZeL4vWa3nswHrgZ73Eg8pHugjDJq17R4IDDfiqMUMd4uN0Uyhp+QbZcRqoU5KtsY8MT0kBH2SN9
soD4TZw8tXudk1T6vYA+RkKZNvMqUThk0u+ivoFGqwtvR5NVJkzMpYeXAvTrINIsY182OQEtzdyD
uY61m/0999nyaEbs1z5Ja9Een1tyYxkndKS6y3loAkJ0MDLTc1xOsLDqn9Kh8+BLwtD4oU+JBscO
htg6EVte7cyJvwsw5TLM1Emb9mvULqoQqym/NYQb/qj6UWU4oXlfFKa4OZ69RnpeVCkQb1bytJmz
jeTOl/YyXXfDQkCTIo3Z2XNfDpMbCzc5ryCo0Ncr0zi3MteOdjRCIALk9vXNRpdWPFzE5qDWoWK3
rr5DBRLH24H2qg0LkdlROHQZoojZSir6WLJL96kr1vCsmfjlsO9dNTk3mKDBTh7wj8cmuzY7RrKC
Llezq/rJLghKDCwnkiNkRZzn2HmaQQuknMg0zSfx5FYGeQkWkcsujvyZO2wYRUOXjAegLZ4kkTBE
ecc9nteNbeZBnWXKfkATomCnkBP70lFH/IoUc5l8Rse2POfO5XTd47ur7TIxU9j1Bmdf2EgcusMu
Wh1Vh4Ug087nkEnbnSlbfDop6qUKg882W/w1pJi2aRovvZ8pmMRvcx21jb90lf6d/h9mC36gxjUB
5jg4YOxDPqluD2oXNl2KXDsitpZQ3tI1HrweopDvxMhP0IS1bkhzrhIxzrKWvMGku2RIi+9dbJeD
gSGC6fIXFrH+PU5c2M+15cmaBi21H0mH15GgdD0YFHSS+IkhRz34Dp7hhB6gPv/pKa1QQgUnlecJ
AtcXZajbKiAneWl2DAm6B5Evs+7rc1RewCAWxQZcx7mrSFjLA8UtWU95Z3g/dMVwXztkn98JdlhI
ZclJvnAoyEboEV77MM8LQd76It1yo02Kh/V3EnNCto6r/NCsmJquM5j5E/BkGbexlizFtk5JGzrT
DU2/6mJTuuTc8Xw2+HI6wSgHbLQTOZh3npVPVuggdcBVdaoJt8OjcLyXM6cLhtYafs3mnPbwPHWL
8EV8FIrLJNEsyWfbCemnXqVewE9ebocpye9VZFMzYTkGlIKsayzwoVzE1ZmHXoemFDn8tHEtqZwZ
ZFaKoJ1smIRVakxb4KX4DPfZVRNUzg0RSSSEvEzZpJ4nbB9eyIaumVdJ3FS6z54BiymF6Bltnbkn
z7XNiWOMs3bBvVUvX9TFSL9pZGW8tgr50+Tq1eUPSHcEs+fMt6FFRgmRt7HBhxfOrlmFzCdi5ulC
ZYKTtKV1N8K3gCI2qHrYG7pR3iB27OBEIIsQgdp49h0knfkxLaeBWGHdnb4RQDrJ87nlizkzW5yd
N9bQWLCGOyCFsJVznp9N2mKD9Jhm1fs0K8sr26d27aUR2EDduvDz+kHESQinrYMiKFV734+Tg2NF
U0cE3alVvvTbsa0yzGmtWGb6TT+a/XgpEFrfkkHR2qSJVyjlWuRDRZCnNhFbRllmz+WyOCNfXA6r
g7TQRUnDQWvMeZcwrzWuKkJJjI3RmMNZQWMUX+Lp4nH6kO+gwIF0VGNbqf3QBabUBHuHBs+U1WMb
YeHZw5essvqtliX2Y80M+m6ptKXbL3mRXelTyzkodExtgtTo+36nEHORj5VyOfaRTM7MKKvToG3u
ksjGWrseYM0tdXtVeGX7UuS5/KbV420z0M9R0ZzLuCAK8ERdujY/h4UTPfJa9K2qSewQj9rketJk
kU/2FHi12mLubqQ7ORceNrsSpxDVqe/NxMJ/nmCGZg/Yoz5LlIAPiTEB4g5qaZw0A3qjQhz9JCxO
6N8NnDvXyvmwGkW5aGlllvUBOsPY20kOqhvLi+1Hyni7I+DLBhD1ZOLhhq8ryaOjunGC5ikjDkob
k/SxUI2eXh67lC9eWVGWjLEKmMlasOE3ZeChN62hiRcmyqLAXbIbILsKt5npxPRhhrfJQgwdRSEH
qLNTDNfESE6r3qMEYenI/FfdeJF2zhSXbDKI7fhoqJS7/qApuJcPwxzd94WGEmys5vgBLop4atVo
QkMV98YrEKr6I19iLLgz3EAIeSeRrQrU0aymUCxmR+Jo5BJACvvFU8+W0dESoi8K+2uOySB7cmQ0
PwTTnXtDyworKNCoNkDGSbnL3VinQuo6h9hRgG8Fy4iUuHTUV5rhGxg7n1G4Kc5GjW3j1qOGojru
ZOIGOG4XqBEi1b5UGUT91InYfCb6LBYbgg+LyocchsqkjK2SOK5RGbIAq5M0Cq056YaAGqLaItEq
TL8glXiTx339DWKUFoe95UgjKBA9qihEvPxnrPSk5kYWcjxFtwaiL502e7Wpd0xSSAZz21XrzHZZ
DCl8g2tLUhAyGcHxnju8XpxE4tQ+4jvnKiiwa1USSjNlWGNAC/XkFRWepREopmSKP3qi8v41mrFO
gmyYFnAOGNYefZ99pXgJYdWw8LU238QaB2lH1hptvaNcAMri29qRNZORH3Ntr4qEz5fsB/0zE1tY
bZ7JjM80jsAUbdbRRgLUBeoyz9cE1dc7ZW7MUDNKdStsXCY+v96KHB0uRzyOUd/DGjEM/HaObjeC
EVPXNadYCevm65DmFXlAmX1ZQ++jXC7sTZemWHDXZnMKvzhEdd+aZnYceJGrXZuFFdfhToCUYSYf
2iYVW8jsPPcm5VsK/fl89izwzYZqmNTeNFQEqYmpLEcyq+olXHQhT3BM3gM4iO016Esr541R+RGE
oJSJS8cu2qCtUgVkt7M3xEsPZ4NpzYEj0KKpc6buP3/wxgdPfiWYvAElsO2OpwxQA53cISUgMPJ2
+LvkkzADbWjYnMdElt22U7osDRQw+AgC4oSwL4LC9CQ6nQjCmsqjDCHoEiI9dQReJFY9jRA5zOkn
lBJqYRPTim6bSU35oRothRimBg8Q0LIwFqkZ9Es24/DuGVdkd1RaWHYOOmWkbGMVxrIhjdso3Un6
c2Hmm6XUyzh0U9lMQVvPkR3GzMDaHdLalomSqkw+OVxTtKk6YnNPLMj16R99oXjYETyH+YnKijzC
PlPkdypF7Bj0TRl9A2TIrCBH1HbK8+yD9wHHmsE7YKaKI9wRyKBw5S6VUR8kkKdBD12TwlXDor6v
qi8RFqIyoG6Esak346l7fL/qbZaCi6G2Sm0BY+NwKSwxzCd7Ilra1oW286xp3MRkhgcSatW5gifc
CUjlg+uhhCE6G0kW3pDHYwx1aKrFbBioRLG3XHPo1YgFyim6gdVCjmfBhEH516+RWZbHE8bkjH8e
ezM5Pe5hjuwYJ9tGE4jOZbLOl0xu2+fr6v1rBCZwGEZwRMJaeEPD/oDihsRVi95m/1ZmDWccD0Yo
u3hDpHhBT21Z7rQHxBs2dB3Fl88v/R6momkDiASRpUyhCTl8i6oaiQV9H8G7U+du+97wbrVe4uKi
qtX3zy/1wQu0QFkZCXBW6dZbjMYfd6m6LdlkKWo8MghnksNiPSIG1ak2LubsmAVk7eO/v6DLcJCb
Y+4Cz+Tw3tAVqkpTaV3gZihkXaD+s4h+9aF27PmyRsp74nr6evAcLnusGaE8qtDX1hHY0XIk5sNu
bZXvpSlKgN2sxgqRzO2iDGvddXZaq3nLjvy1+UHaxDD7ee2Zj0qWkjxjQftO8dRIhdxG1tBf20sC
N9JqDMHvtyb0lR0631CVM/DwXHkSfVTcaqcQ+veDEW5hHeGyS2BdfPzJF71otdkAyohBG8+bHi0I
qi2aztpCJutYcYyKRTE2bZka+1yfFuvEWnh/sLGhwWa0rRUhByk/fGkx4E1fmiRBO20kgsYtjN2k
zvK1ixACGV08EXAFn+DzL+X9fr3uorqKPMBkPHe8XyPam/u2wUxrQofsk9YOuIO4/oRV0UdXgTPE
2JF1vgLvR7dWQY7R89Wyq3KWL42I4GN6zqnK4INlZsN5tRys0inJjr/6hvIPy4JoCKbGrbbaXMDa
TA1669LCdKts7BMv7IMdZGWdWjrfy8rZPProOZkQIXXuQMGRpFdRZZcPFVHv23l0s9fPX9Mbb/do
gTme4UDrpQiDdHW0W7FlOIATBWlFuvETRLa5kG0NlkzDsUeyXweGpji3wKjYsXX1vEkToV8PJRk0
ERN3koVKF+roiR/1warHc5yNjbYO4tEx3XdYGmT02dSjA1GiG9fElNudU9SHmpz7wFZHe+MS60fs
D9lIP/i+S9/S+/7/oW9mnsNsjZIDxotzVHOUXWygdC36wOsRjPqS2efXNiv0+3omI4+JUqv8wFXA
jXxiwKYXtxm8+TZPhPZMc8CzqTLXjU/Uyx8sZpwomTNDhNB5RPrhF98OrVs4RgtJQ4meSjOe90Zr
G+fqgNW5R+b5boSbcOJBfHCYwgZh4gIOxoDNPOpG3BzR44RIKDDLJd3HUZyHmpmhDZuWOnA45jZY
86qXYhja58+/hA/u1sOnj3N8deLkwz+823jiuEmRWNJkZwR9Mgq9UQj0JMTejs/Syux/kRGcP31+
Uf39VV3sWTTulD/tMk8+vGqVFPGKNbGr2FXjBhh/6t015Voiw5bSIfLbrCPQDb0xc4+IkrffpGq7
EL+pl923VGA9Hpg1qr1gJtcTsnUMQxuGVZ9PJD6VYwosKFFzDc38pUcg/iI6i53Z0CLgmdiarK0j
HN0iXzWn+Rb8rRLzqXa+QrXZnigh3u81sBGoV1QIKyz1YyBGyXNXVi4YnNIP1q4xs3xDvdhiBJRU
J3qdd5d666cdSk4PQ1/IEoePNYtSbJgqdwkKvXtYamXaRc1oBUTvWv/2g6VAobOEiqAyg3CPF0ni
FnOhjQBewONJOGp1RKg6oXqqoslwarUorA3Z3hl62W4//3beczT4WN03J0sSg4iLWk+sP0oyzgX0
zFG8BJ6dq/elJmihZnDlxrWrMxRK9m1e9qstAxMxphIM6NO2+kIwo+n3Xezss7Rur9tq3T4+/2Xv
jkqbXwYGzRpe2cH20UeteoVRcetLkE52dIWPpX1hxZlx/vlV9CPKEk+dxgXO8koadsDRzaPDC7cd
bAIqfQqmClbeNtE8RQSdI3Mdk57R/d45efVdnayVPWVNDYzBMh2ZOBoVEhwi5KfZH5n25YEnOJL9
phPNT7AI91eVVpO2EeVYuld6tEQYb2Sqeo/T2oDnQNvVxEuqKfrAdAYgiPS0QrFI27NmB2LUtzex
siaHu4qRaigOU5WwA34SREAUCCK0oXev0EBGJaNt/J98FYNt+j8zUXu/HRu67WxpQQyTrP/RaqsR
lF40UI9Mp+hJ1ulBIsNRSOehEvgkXjSiN6vzuM7Atcembwf6dlVt8bGzscSxvTyd9yR9R8y/2OuV
UI5G3571zBidu8KdmyhcYj6IV6Mera+4UA1/W261lPgAFamHJZ4hYQI2zUzEUDJJY0s/zvRptMnw
DCVDgKcoj/SfTGRazx+UGDJlQUwtPlxDUd92RUeyKy8qgpLsKPGL5cTzOryvEzT0Mk+fmphhy5SS
jUXoRGS+MrfVLxYsCfFcazLpbWxy0MugwGPhikGKlp4vaYbBMA6cKnQbI+7umaJZguoaK/xAx2uA
/GjIwr2v2nNuQORsafqcxLaVcBoNh6ubsrkvrbhRd7KCGRxaA6jlduzK5bGUpfq16kyXVo68Tki1
fAyu39nqjO1Zn9dR2MN0uYnNaXx29XJSN6XXzD+7BZ25X9ey+IrNkW1tRNa5SiDszECiTqdaoGPU
VYKIMJ0DQ4Z9Kwj+Rmiy6/W4PENzqJL/2WH5vM1qScytmao1WZzK5MENqAVz/TqbyVCEXaK/mknX
tAEWTOAHHMi14k/QAkhwVzX0HaWV4TA36tUVDLqCUHOKG41mJhvjQCBGg3KBlRTC0g716Qa22ThD
6ul7M4xEqZq+FsWOsRP5OP2SjE6NS4HJx1bt7dbcoG2v08tKsQfHxwip+d6wy91WtnCrIBd1fwU7
qORoqvWHnlF3tWnRjvchzpbY+Yx64915BRF/qTd5djACxP5SGcv9apdhxNoOJvD3glrNXoOIF+jt
0D9h1CSIgPwaMawVuozusHrA0CVsNLBfuKCKjrUD88umWWo8k4x+X2SGUZBfSmQxWt7ee6aSJhO9
HepuW2KWxRjdMnkwQ9vB425Gx623gtEqr3hWqjwoKc4hjbsQlv0yY0n6oqi9v63Krr/ny7SmjQrD
XHMhNXmhzZ33Mo9DzF5A9jYLurVFFlaYuPf+kJSCWa1pSyU0oC9hm+Jag7ptY5jUFznF5zWdTUTk
mlLBoqMniE8l67zfj1fsU4dIik23Sbbg4UGBF0KRJyNFvhnXQ5jxbe8gZiynzqN3tRtoEjoRD0AJ
RiaE4sPLdBHW+Uz/GLb2I+PHhs/lJ7HraKSIETrnW2pv9dwdLqQpMXIRVf1jtW8M8NFzg1yFwbVg
lng24cXi67BYdkxkf8hKUb5WvIbmxBn1vhvh8HB0zOW9NePlHb5Qx7Onzi1HA/Ogsdz1FE6PpU26
jZ9CVbpggpYuvoMD1h0bT3RXM6bdl3WWfMHrJ+svFOyFr9AwVtqJx/hB6ULnrjrkdkCg4oQ/fIpU
n3mJaAM/syI1fnUMt4OKuI4fFVZ4nx+gbwXXQUPGC6PUhVkM93elbB1eCjIClgJRiw8JA9NQjyDU
U2+66QtQj33TTx762H528UIqMN1MpupiYEZ6Agtfi4HjHwECDh5NEaMZx8RaS1YGxyVksaLQld04
RzjyYbZkWJ15jb+NdqKp+fBya1QdV+JbPb7naQBWdR3A3UEMxnWsFsWviZCWPUIBlEeo9U+8zneQ
DM+Y7ppgWaia6HKOxh0Z54uikp9LEHFVw4oqJAaIRTlflWSTbCIvcs7GaMEnhEHUpnEjTr3P3/K7
DmP9AYB2EEYRsAORHL5kXFgVWm20TgTRzpukL5xzUn2dJytNX2BnW99hneSPn1/zo50AEh6uvjAy
Iakc3TSurpmTUQMGemm1e9kbUcia+Vv0y8MEwQLmaMysfxb3n1/2TXZ+9C1pOIW4MDNp43RnXVt/
VsTerAiT+WswNm6yRrTiMeoTC2D/GEfP6S8cvL1+gD7k8Q5rLCBoW02SywWDJKx/O2HeSRH33xIl
1e87JYZo087L0u8GS2pfscOPavLIrGtUStEXFc5i4dfqlOebOhtJUlEWqf5aSoOwHxvC3i4HS/xa
Sk88Rfh4QniiW74Yh9K7WpLBFVvdHCw4Sl1a3LpROg++PbXE8eptulBcWUUSprkRu5u6Scun2SHm
F+6YIX9ZLWWun094FVEzwjfplBRZSKIUKj40qiKsnWPEwyvA+jj7eovdHW6oXhNfDfBh6i9DIVxs
MtrO8ba2PSScq+j+ToEHH6wzjS/OprklVcU4bk6Yq3Tk0dR8dlP+gwwT/XIquDtlGGE3wZc4ZVv/
wfXYP0BuafeYrRlH7Ts2/MkC04cyxtM6FGNmpMB1Qh0dKOxy4SRM9dT2+X6nRq7DxBSDHyan7irM
PPzaEkvRxmUKcrks1xPHmh9Lo7qGd9I+VZ3ItqJqcSWxiTkCGGs2Gp014iL7u+ToOYMKhog4VY0w
VYr01LDzwx/Hca/RA/NcjtOYlHp0karQG9XalHwzBPP/tBsccCzbXk502x9sMVBYWefQPhghH4sF
OiI3hGI4XMtLBz+p6/pS9ot6AWWz5l8rsYsqMZ/YyPWP3jj9NuYP61gCW7XDx99XqUgUizscBOHY
QT3TkFyUmS3MrcRpz6ZMR/C+dcacxPhaQeqI06Pqax3cwhAHpGG+ZEVy5M0psJbfxEX2LN3IyJlv
pvU3CE/dvQUQtwRNa9akZihFsReThJ4LOtdvBjxX6p2UafUKz5YBKD6EnXsCXnjPuV+rlNWMwaFE
JFnraPseWLhTBM4XuHbfPCbgUlsQ6mLwpVZ6mzhqCnRzRNPEAzwwkRvAxJnSmahh7Payqb3m7PM9
9oNakt/jovSm81bVY6lYo8kIT7BYQ3tA70ctywDKZy4Wn+ju3xIcDvfyVXlFHcRYC1ny8YSyQSbq
yXYcAzWek7New1VuM8M9xSW9HDXfLuFFMtpLxdMCDtRhfTyNNdzsIn5KJ83EPCoyxD5pIouk7Mou
7lTqDOe8NinCac1brQ56Z56+gB9N3/S66EZ/MFEE4veByxfUdRHFQcQE9SKLs8UMyC+r/qb/1V4y
fXJoyVWrvENum146sydusxx2rm9VAkkq9OKs2hmt6XxTlwKuY2m5dRvAKLJfsSLIsU3F24OloafW
qannG4p+8NzgyDFn5bwH1TcRdR8ui7hz3DRKoF1DENaqEJOC6ruCBdsIO2YZ4PE52jcgOv3OVfDV
CScopQXO3rH9mhLGfpsNZhl/oQxpzW3EGLG/VKKpeCpnVMt0+w5whcev7zdOW3vVveOktbPhRE2a
3xKHf6Xv/5+li9/Il/K+a15euqsneZxDvl7vuZKMyWPRIUf/5/rhU/d08C+r/1IHBvqyau7bPu/+
S8m+/j//p//xn0TwEwp+eo4/1tz69//z566fCpT/F0/LUyba7ulA9v/2h37L+F3nL1LOcExCKIoI
hzi3/5Lxm/ZfZAswy0FTuQ5z1ln0PwnjlvUXjtGIGml2QJvBRf8j4zfVv1bsmQBlAxEq+LD5b2T8
R4eBRt/C7I8J/+ocg4py/e9/1GClMIu+g9e9reJG2L47RdmLJi0IidJU9IsOwv41pkXJKVHY0YH3
+7rrj2cUjzjnGElPiI+LxkglE8COBl/F9XzbmAvGbmNun9ibjk6et0sxIIDOAJuBLu3o4C8Wpot9
p87bQbKj5Eb/6HVLh+5+Yanryu0fb//299L9U5x7VEz/vhqWNCicKE3fhZCONV1M2k1EJToDMads
teGAmVpYY9y1lSM7ZJzUmD7Z1Yly+oPbZBRFBBt5vLQOx4rQ5P9Qdh7LkSPZtv0imEE5xBQiFIMM
iqScwDKZpEPDocXXvxU1qs5XVmV30tZtVc2IgHA/fs7ea8/YKvNG4056LorN3tG/R6fiDJFvBk2d
/r+oDP/0eWgV2dEhOrHn/VHCgTNw0qQAlVylZbUEgPNyN5LdNj04nTf5GJnKofqP09Ef2xkXF28j
yUzsNNeU9z8n5kxeSHSYRbebiiHfk2yQBTgX/yvh5M9PcYgEoj1NB5gXl93sjweGBNnFsTt33gmv
vM4Th/TQ5rnzH7XCn28An8KohlKImQBT+L86Hn9781K712pSthcgMhW2QKuk8MuVgp8AYe2/1GT/
9GHYbwkaZlJNZ4k16O+v+YBIzUocshF1pMdY1pdnaW7uzsrM939//P/h2uFMZxAE7Osqr7l+kb/9
KmXldZ25mHE0373gPuj2beov/7eqhrdLp74S13WL7jLL1v9+CE80se60AneJZX9adrHcyC3x/mPZ
+KdLZtvYFNldWZ/+FHpaaVI60uOXGJ4z7TkzPGam35xLCRf736/Z9U35Ww2AAvua1ocQgx4X//ln
J84xGd9rogS6GMN//o9X5o8/jprqurNggjSuIm9E7v97rWYc16tBK3kHYaqHBJGB7Xi0nNwYHnBc
9NlhQflHfOeW5CKYVDOpl2ubaXn899/4xz5z/RrMl/5KNeUXotr536+hab3lbYtR7AZ9Lsi4a2Ba
YHM0cY5kzHDUASe49bFMKnWO//7Jf9zHvz6ZZZ9WJxeC3Io/Hn2xrVbZbWO5g0hc7lcA4bs191aY
Kbr48e8f9U8/kmWDXf4KQzP+4uD97eEHyV1bwOSLXZtq7rMm++6TJMDxCEp6229mNT6iUh//I/bx
nz70+kojRbDA6/2pp0G0jrNw6spdkxl1HY/uMLxOfqGOtTMsXbRIc1S4Cxrr6//4Y1l/GeO5KCK5
nxQR/3tHsafBANJVtZP+dabjuCAw07p+78u5RWswEq1ilvbrv3/oH8uLRW+OUSVebogzBrGb13/+
9ys8QyNC7oXRZzVAtg7eXEbWnFnTf7w1/99Dc/0cqiw8pbz5lFr/+zlplvhz32sVQxSZ3ArK7HtF
Awsi6tr8x9v/5/3zUedBKeDMyLXkCb3us3//SWnpEBYwGkfEZ8NHdvn3C3bN8uYP/G15oWPM+YLF
mGwNxFCuf/2tf/sAa7SNjLOqvZ+GFLKpvm71aUqL6/ybmOkrkmjCHAtx1G8jt8lNsN61hzWABdao
g9mQDv2rXqMkRJGjPbtqpQm15NJ/s5nKgMpO+y0LOre/eiA8VGtRJTrJUtO07jtwwPFUAgKRoYU0
/8vYLJosozVlLwrFnhsqra4O+VyDdumLzjqNdD/FLWlRGhBRBsahsjNop5XmzK+udJF+Z6iLHuuC
yVPRC+09WVb7zsgH8emuwv2tY0t5gAg4QhyiafaOHFgOQAit1g8LuYkODLXyyRTqJcdERaxShtut
WQ8D7R8BdI8QpbhCA/LES5zcIVXbesQd3jCRLVDUD53DCYzj9GT7YW9N8igGpB+xRRurj2wjKZaD
k6ncCLTCd3+U2M/NeKFF7oTCkFx+zgiLfah5QcET+tr6C3Cz+UYrACPlyqivxE5ZZDTGpNmecpb2
NU6MQSA5GTEs7rRa0i9z4Zy+ySwBX5RoevmAylLBp2oN60aKFjtVmYstuSowJW4/b0Zz2rU9SEZJ
/Pp4gEFVS8a1dtNF0+z2P5ICfiMyd8OKOC4uW1B2OhxsUTj5ckj4B4S1+wNNUmtrmVpT2h1dqaVm
1DqDVuxmpCK/aU5vF0i9urmz1s4ajlqhyluVaYl1X3RyvmcwM9PrlTCnz5pWgJNpEqXhYCHYuyZZ
XOrv4+AxPTWtvuGBkhaP5YyFrdzPgI2sXaYxYWbkrlkvQN9VFvUMABICSqryCZ59l0b2igIbpEld
GCcHJvDjVBQd3t5tqb+B2imPNoPHdDqlfnxP3Kwxj14JcukbWV1PFBPCeGM/dNowR1ltqGk3WE5y
gMbiwiyWXVsEpekUH4wU5y/PnRZ/Z65D4R+GK4yWDta6EkU0Mt21hi0VcVM4ZRt1TavpsZZdm195
1Y6fFtNdHdrIOtXhYk3mjULW7e6UMRYGaNFRf7BLPweKrfcjssVkpGE0963hcqko8iIY5NLbOSvD
oFCzEv9jK7de535u9Qf4Zak9U7Lq056h8UJ7zLfbG9WOC4ZTr5PZXgmch1CW5JAcXfIhsO4aWy8f
tJF5frQyIzgRabjmcUFNepMsnd/gpxnpwHipKJ+J3ki1oMHaskSAmtZbUc7ExhdDj9jueo+J0LH8
mVXESt11T2QSc+F03koIWldPUMDBvyUfgsEc7X5p4wmP4dbIiVAuJVW4AaT51XVYn6OqLYWNdQGl
aNhi6wbZguO0/uHjIyRzRTGyj+1tIr5AHzxjjtKuQ/qXwo96w5DpbqGw0hEb3daJ51ko9yXLaIbt
VDq6XyusX9A4tj7Yxx75TQ9Ocmn6YLOy/rS0rsAJj+PsPamWZDjiZ6Av37hO91qypBXRRNT67ywR
tRWtonQ0QioKZ2SxItImdNvRZho5qmTe6bxCzzpM/FuFntKLEZasBsXHvPwgw0k2AcW+tHezXqFJ
r5223Hcrc5EY18WKBMTRbLnz+cbf87RoRmgQr3KXmILYKNGX25dqa/41GpziRRmVAd+mqZUdqN7S
hghCXPpzwgT1OLlYZ0OjTLAXl0huzZvCuebJN5WbrSTyOB1IEoVWcU981iSQ8vnaFC8FaDvotxtr
E9ytDnaYokd/6su1PVTeAtyAwGIG/iCr9TIs4Hcdh7nNRawhndmZy5KnRzij2xKZeWKbobE0ZJCV
aZWYsZnayb1j9+Unmiz3IoUq6tAQmtkHGoMaUqaa8oVnKy9jv8emGIy6o7ln8kXBU9A+8q/91Lzz
Ar3VcHUPaHiObdovCX5rUxbhNAp9CgdnIuuQkMJFBD2nq10yTQpzNa8DndjZdvcecVKvTQ07IPTM
HkcPNOjtvAwkRAV1WddvqhNdnDGFu9IZViT0qDpuaR5nvxCIs7W0OGMzN9EvFQmhQU123N7aShQd
DeVFDLb4EVJ4jlCv1NMxom5R7391WMIa/lISuJxoubygYG976oQmwLpCtt+aTWrvV/14xa9Op4TY
jPNILcba0MSj8H/WGrGUovJjfHe/ibzDQdwQtMJ9/y3GfnuazeKbzvAu1c2DlXlPZTs2u2LV34hg
i8hrfRuq/GAr81HIBv9h2/eIrPL81nI3Qp828QymAgIqESZBpbVnFC3rzVpY2gEVpA7jLzdCV2h1
0M3Dyb52U0EN7BF/IRGYqu7cTW73gheRRbmo7oVL6gMBCElQ9B1RdFM2hiR2mCFBV7ANZI2rduUW
jbXcoXVYjwYA9EtaudN5XtXWx33qOhvu3q7uIl3w9tde035ZraF+Oz0Cpjj3uuZHB375VLmrh5aE
ox1ZPOW67x2DgCyUGp/91pgbv30qloCOrvm0ZcnwaFcWRWzmr+AgugQFkaLblfND9iQ/6nvDr/OL
3RK6aPfGh18k7tlqkuniiKxPQ6l7NZa4qrMugkEEMS8Y5tIQy3+LjGoG61FTfjeNtp5QU96iiC9Z
DuxFpTVEPNF8itx+d7X5hpFMGbKX3CD/OJidne9ScMnvvW5EdMm9nSqW7wFTauRtmn7R3ao6I4O7
aVvX+hhzSd5Ovqb0RcwVaqFBnDHyGr37lVDI4jI2+2SF8IPwKkoWI7dCaSd+HSvLt76cwuyPNltS
F7ND1vthIDuna1Rza2kZblcguS/I5fKBeHJAE7FSDkg9yerGw2/qUDwacZOXKeEQmdmdcjF/bRyF
4mbWhlsQJj7pWJV4nVBc/iawSHz1mOijFg20DjKmeVmYkDwsHr2Q6yvC45brpFJPfADO584iK0uf
xqM/2/o3Vt+Pxa+tB3OzajDF64HaqIwNzdC+taIaz42ftOFaGG+p13av5FFfzanDyWgJtQ+QU5HK
hASzu5uL+pi3vsdYu28f2mHONkDg2HzhtVUHrFjfEyrFAO0ciZTkG8GlcLeYNJA+IsNhU8FI1N2P
wrdVBCVDMmKyZhzlQx7qhHB85bbw7j21wR7RW5MPNupHJ5sPvr5dPG0rmfqAvzi1AhVxJBPH+erT
tU5DrdGIL1NaOf6cIeVModU1V6uXrgcOdqzd6kx+PM9gOjLT2s2JcFn6MzOGY1/Ga9KJLPJc5BHI
xK0UhArG/GSreGUNteza0aIXOTp+VIyJIKiq100CwBIHQeXykoxO8aQaJFeMRf311OJIRuurE+80
J/W7VYzGj8H3jLOXo+2Cxe/c5yM5m7WbZI/kfUw924WXkLo4GNiDKW0v2cZwnKjeHFuwNxdnm40t
wHw4nhQJAvuOCU/kbGhel9ViSREDrxxQYnHQNPg1GpQeDzd1yG9Od8tWAsks+z6W+VCEfg9NhrE0
gr+xGusTGev9pQKTEIIeRWinhMONqxzthsoatyx0FXGfM4h7AcOxYIYumHuGCZSAfaLQrxBfgqZg
nVYVVyVb+w5xk7zQyt38cLLYnwJmpR3Zic3KqsEY7TRzl3bMbCCEWHN3VYut7m6YKASDri5Rs804
UctQOFqyxS4jV16WWZoPvB7bcCASV3xWRjNlN1WVEIxoOeypODpYMXHWt9N8tirPIRELcja1i1Fb
Mb3fto+9tqESgdczxVmjGT/sVKv3lUdVG7RuKmVItBLaGPz+4DC2rLX5e5UwV8XCxmyX3zDmTj5c
Rlb9Ll4rp9aPM0b0a2BVwaPgdekPhzyd8aHVbXXxeu1LKV1EKwK/2MIGHvaj0HaW1cCd9eTw7FPt
fLUNBJJ9S3jb43WwEzdZr19mO38fGRdGHc6mDJklGV6pweZNgYYA2+tgcmQOJ83OU8v+muQzkgCW
QkyUV7N/sEp/ed+KkaQVHcj9HoFEsVvYZMuQwJ6awyYD4qrllFBzNCC6lTa04bDcgt91j3Vq3OJK
eJUaeSCpJNGrtvLYoQI6lahxb129ledJq8cnYh9Z9my0I2QxVOlBAixlJe1wIGaOykJyRrL+nhBq
dc5Gu4h5ecz7rkK4HTvKacm31CWJPb7DP7d7504siMk10R2Q1zYIUqW+hWMGzZXjFKKDpuuBww7t
QVu4LYE+l/klr7TXTvWMId3V+GyNan0RFkC81jbrA6fu7OptU4RFsj65EU0gteMKvDBoAKtjYUNy
g5rxRrPbAFvZwUyQuRXIEphFzLtQH6kP3b3VtXYeNKIhuCNPz13ufZpYS4+cXm7teq3MYCknCbm2
yaaDm2mv9aqG58zQpjsv8XBZVH0dw+CwoIksv5ylrS7KENWla5vlN0/WC202ss0AHgAMUG56Zhzu
nEgu3hPoNj0yGjmC4mBauzaSa4tYUz8atVzDrG7eieUCuNHpy94oofcylTW2h8SltxSYFuqEXHr+
wZKQyEi7a8K6rsxXiofsx1COtRZ0Dq30INUGqeK8S8p57/eL/OFVjk/EwzrJu1JChAqvNf4HGyMl
W034mMdaSiVVUWC4k0JxLS+AEYFNdShHZ9Ve4R3LUD9rZYPOdjYHMwQEnjzJxJ4ITHWSEFxC5Tqx
MrLlnFpijEn40p5BtehLQFiWl4VTVXXRPOpv1/CspxIODpPwcvq59sRIImTcwXlDT540eYDojhzi
mvRmkidmtfPc8pxNCJka4nGpLRt3aa+pqew/TqX/IBh7/sqmLDtw/H3txTijotESLWegNrGRFiiL
ghpo2Zfyu2vMbVqs/W1XLYoapOvK36mADEkTuH6Xbme/DtInO88iQA8ZU+r9cpc1iXGxdfyZbdCN
IaAWXncSlhN3uK70S2KxJgPUa76cHKyDMqR267iaV51I0tQe2vJ6gCBsa333hFllsSQ16y6p/GTa
01Srq7iaV/GcpVrP2YLq7gOahx3lqMe/zJ7k0zbx1pcZAe6TZSg3GOkWzXEjBqg/RJCWmM7NZtrj
3iC9dctr79KteZ0GarBuwNONyS5NsYwhUYSXRMJbeUtrYgg5Smp+6G+pS+3J1SD2qh9WlH5Lb/rE
13HzQ4yY3k1uccrd2WKzzKiYphry2OgML6MnqfQX8I2nvnedVxuOMzFR6MgnFmwP6hVKVaQdQi51
HU3YBm5dgAVyx/NRAikuq+qWPgKpksoc6iLsmjH7OVqcy8JMdc19cnU7MBHC/UrtZBh5VEF7wEVg
bPpn1rOmR/6iHMKByCeZSYEcKwTaekmcmdJN6EO1Pm+RQ/6TBASiERHttl7/OC85gRUmuW018sLJ
rELEOsa3hiN64OqDxwwE2nuQPEuSStSPpQ6cbpnyPlRUA3rUtnazT+qhUOwEuaPHpeuq74QZ8Uwx
W5UqlPSabskj8s75unIeznOXRd0jNPret7YCzCdP/f01NG9BXz+mE8izjpMEpdwynP1FLt2hZvq8
hfR5y88Jr0aDynyyf0xlwQkF+NBmhR06rDZa7XF7M918GqJ+7gdS+KyxjoiIWKadW5A8xL8n5KVl
/972DcZWkpu1Jb0sTYdYPM/nLWXsMdZGKEu3ZJJIQBlOth5gYMCbZbGo2Kusj3M1GiQ15zRiKB4N
cW7mqvNDpBvjg2SnQs3DlVWRzUq7BLXrlti7ihIcSFuubh67HbL9oEub7kcJCh1T7aKhfUFp5/+a
DNq2wWgDZgpo+010sxFniMhvHHXRc509s1E5C5Jj+fhF2kxDBFJgAUypsKbqI7PGlvVzmcCBL5x4
vy0lxRtWZwnOBe2TFhulQPnvaM0oQsvS11tg9ARh2L3VXtzNhRFYGKP8xV90vpsURmgAclu+C3Pw
vntr2UhpruplZ2lVa4fYPiAnrX6Rcu5be8cOaiaOpBRnZqvixpnp1xJBOFhhnxR+tiO02XqDt0bc
qnI0XRyctsbuka2aQ9yzbtN7KPRxPYMINIZrG4wOR6I2if2eSdRFgqvBZef5S0Wip6Z5Uds1Pb1q
aIgEXlIU8dbXRCfvR+ze7bEeWyno9pX2A1y5zDrmg+1sV6FQs8szUpfCbWIOfzUHKHGvJqWP4bJN
JBXmqM2SwFYbxD5P5JT+o9UVP6+8i+elFtkPMMGcdcl6lYB/7KQOzEkZy8mS7TofiX0mxHay6nE6
lgj23/Q25Uw/cIh9mwZqjBiQpOlE5jI6T+Bwsaa0AICw1vJWr5dcd6c2LH1zfMn0jkg8xx9q+9d6
xRjceRpJybfUvPhScvKDvhZjNAAe8bWJxNQRMp8HRXc8xDXeAKMBmaPbUdun8DeSpjVviG+2LrJu
4D5W+bbY1jc1qtZ7oU4+eo/nTmXJ2N7rc4vJ58bvjaFixwQuMDexDn2dCB/X1uyqOCaVmWC4J2qu
0eShAYBYsz6pEhknqO+0uYdrWZOuR8eds7QqOLCbOhFOUck8x4nhakFJ8UYPwUdtUdlHtW6R3GWn
m9bt+PYifVWmjolmtpqBmBZEK37o+GCqIzLNTAvCx7yB8AXtycWdWKb50QNCeYK0y8w99ZORoXQr
ak7DJTPiPLmpCurWGBGXXN4mhUXlSBALXqG55owZkRZJX/ovMCZi3W2CxtQlqvMj256cfWrxPV4H
O58pPDLDyHjw89okTVhv0vdOzOlGFiC5snEL5Ln5yQ4yWjcmocW/J0MCi1o96FDBOqMoj2gHI1uw
eqk34aIoZ/eF0wO2y7rCkq9eIrvkrhg9kiBQxfpLXFu0tSLBgedqFWJ6H7D/yParsHsiqCHX1SJW
SwVGD+AZ49OiNXoKK2HXaVTwi9KTU+fja57TFwlJU7XBALMfZpGm5UOFH2LdrNNUAcbuA/d6zLps
6TXaxpOJN9C0EvYPS0CLjoqiXL6GSeiPimTCBoPMOmpnPGTI8NhLbTTSoE33ibHU/tnO6diwnKXu
SRPW4sbZNLlA2SZch/dj0chHWr9EIgbp0mvaTleJCXNDetLncSLZLZYAm0xIWghl3pJag6Fqi8ke
722aCcXecRNtDS3NFgXuemf9aYmeZCueIt2hV4YuAKJo7n7n83g1I1k9xuEdFYTNEXOcHDuCX5Tp
JzK8WvehddyiZeMvqK1nw2EGrg85jqLGqiFUr0Dy6rBM5FIdFG/jsENXp+rD7LbLN/V2ZrO7JKP/
kM2LtXxktVRJLJWhLxFqDlpCxKOQyYkHjHN8SIyEVf42ZVKuVDir5cc0MYFSkGNCijPpwHMdMjVP
n7yNugnP1EqKsybmDhKK1ar0C1URhD7yQfsnIoFWG9+TazxtdtG4gUt36WmTpE3sm9qZlnAQ0u33
5la5Q9i6dKUioyFhONhEm2dHZx4KrJWm395g+tzsoAcbeF/Zyn4qsSMVoQEg5bcvkS7dbMzLUGfn
rXavrGlm50Ub/mRzCv6J4rLJb9d0w4mo11BiSfpT2mPiec6jxvyF/xsTAf99tYhdu6eROj+tvtk6
J+U57Xbj2y44smnl8HgesQEUOxSZjb/HKDCCOlzLbc7jrsw9ccHFUz4t0p2MXW+tOog1s0tf/Gsv
iFM03CM4guNvZ7I4em9dunn7BRkpnV4WyvouAX7CGZ4nbQqhWtvVLq03UEo9T/dl65PujgqMcNSq
97p636raK/aZvjrzeVQ5ezsKIfGeWZkGQVxyho3xFXDs9DjD8k62efJJ0TLeVIA7VbCRAbyevK5L
p90i7fRJtj57so8/LSCIpaJH3mpgF/uNsjSuW1k8tz3ghD3+yY7yZNThki91WtLGMaolBhNg/1Zy
AcMqUz1B54rwK2si20m0+obltDDvOA4zGNHp0cK0QWa0E8NSfesSOXfkDZAueSzxOew6U5+qqGfi
axyLldyUnRhJIyNQo8BVGPCvV9NBbSVf1VHS3cQZTxXV/lWHvlwKjRhLnLsANnduhkr8qR6Nco67
ZBsYgawJhO3Gn7stxJQu34A/1AWTTEbTCFBdY7pp6orztUvrwQ4KUxQwVklCLUNyv3NsvJsyIgJu
/I+qGqla9GIoYR93rc7zh6OxKnnpkmy+k2T7Uv2SBqvTKaXpHwh7c77EpgM6bfjfeZTo3TjcFnQx
XQjOVqvHANir07AyKY0s3Vp+2dWW39j0OxqMiYV+U+W24pVn1vhOFq7LyZkcm4WCcE6fDZJP6zs/
ZVodFWwne24JAUAJD60TG7QM3Qgg6nbIhhIuwJA0TBDSdvNJVqgqV547fgh1tWX3eUAZ3JFyKVKV
nlqMs9V+azA545o0nGG/EFROHs5m0O6fccdyuCB4fA5G8tM/ANQz92XoQX+dNg8NFAabGoTgsdye
MRa3+smHSzmfbGIWluPmudSFshlUF0vBfCTuQermp+vUG6lnTl/UxqhLTDK1x3bQ+6rc4nTQFYMn
e+5B15IifZjLGahob6JhTBFxboQcpVgGfLi6DEvbvDnM4G/7uFPrck44OEtKu5E7NkGmbg6C4Ft6
qILyetcQoAY7gJ4rQTO1DSUUIqevgVCY9bcEyCfBjEW9yVPFgPvXCuekiAlihQWL0KugXqL9AkhW
YYy7zdgc1Q7d6kYVyt77CMG69uASlpYTaWtbO0AF8VAEmc9izu6vrPm+nBRPJBG2rfHOnNb80Y1s
R5aeaP7B2YRXhD0ZmBo71iaaaMiLanjsKG6YmsHb+9pWp7YPANHEEcOf+cJ5qhBRybZeRWRtJM92
Q+c94lpfT6JbweKwkusDqMRK7DX26MsnB3zWJFDDcTSqI935hi4huOK0PxQ8b68uM/c1yHu6RzFS
jgmwoA56PKgISyieMowHDPad2pzhuDpi63YbvqPyJ5DKZHgQhF2ek4wzyHkEQyBD4sSJ/Gk1M1tu
6ByJj7oAHRNd60hCGBR8kLilfJwwNjXCeRJ5519GU0xzXJp2/+hhliduG64lmbulMrqQaSMkx7l1
5h+Foa/zPtUHcoQ6zfaSg4Ym0D+M7cxXpLzBfE71tE07wnet9egaGxbsoiXMe7eB/J7vprJaF9J6
ZrJ1x0S38pAitFLxqC0GvdYVSzvx0DXBe2XSuXt3TPr2Q7WFbjoQL2lFxLlNJ+dNDlr/ARgNTAXX
Me93uYvnN97G1r0FK2F/ylbmPzbu3gKadzU1+ywc3tnY6F33bi0lsdVkODW0ckl0RCIjkmrcZxMt
wCO8ZJeop1HQ+omtdSZOkNra/dV6dgEQWpUE2SxLZUK4L/Pmp9SIHj3U6Hz8cC3VmO8ndtL2ZDI1
4eDRIoY8QUO29Y8EiKxxxvk1CpAGeFjcEI9t27+4m0l3+IyseFkiQjsq+eKmFZUI5nDJRBL279Tb
4exWnLwMM6sYG23wWoNpIR5rN7pOi39vaczptBQc8GJ33NL54LCnTRXyGtv8SgQLJTgCi4OOmEoj
P/YDfbgQElz+aZWzgeUIiz8C5cXpnJuZYu03UTNlF2VtyYyxbDvhPoxbtoknF78HfCy4zimp7k7x
Na38YeYQnMBOxfXTkFJYv5lsutcxYTu3B7Qpo9rTxeqg9VCiOwBUxXzqls4cH2dzWt6Z+aVl7NlW
0uD/njBigEoBaAyQW7vjlSqfe+jEz6lw5g93yMT9MHNwxqk2ql9ImHIg6pbbYQ4VonqYLOqByLHb
mcGAu0E9dgn7hfSaWBQomWks306XJ3LPPXb7Yy6FOcf1wlT8FpcRwImkKRP2qMGwPyjD6DQ0V8zp
mR4nhRMiG1K8eJmrN+C//FeNAx+C686zGEIRU5kyg+haTMtFaeZZbHDBnfPqarm3a9CCdbeIIsl3
RCHWQXfmKtGiWzISnZFBA5BvK9AFodcWW7tDxZeDEG4EuEVFu5/0HstEmERgJsyy2ZIAzTR4zdTU
LsswQcvSPehSFnrA6YuNLkvbxT+j1XYM3J11aRwompM3Wgw9VUGhGVvsICP8jZVRY1A6O02cD4Td
xlZR9WRkI+b62VdGu96n60rhrGm13hFNNot2PcARM7ebPm2KIXa9gXJCc7pGMkqfCLZcTbNCQma7
M6SIMrFp1c+quZH01qtIt688bg1WS1jZfo3ps8z9UHcgcESTV2UIflKTaXGiEvRlqIE2FRIupioU
owSqhQQSULpnE2V4uDGL52tTztG92rhRNzmBgPSwTBjLERKYtj6m25SLvVZrDElKc1QXZ9A3JyS2
CHbuAljHiIjim6DJzgVRfoSDXNkMuteeZ/I720j3yvTTc/ulop4ei1e3Xynzu7IHo0a6WtqEeZeb
txIP26fkqj0jjQC4n8DP+TZsDa7M0Hr06OZFcM/QG6x3aVr75gXlLR1ovla2BwHgFgFagB6apNCc
+2WiBIzqupk/xsxbzdCjdHoc1FyKoAGGIGmpW8DSBYNWsDKceO4nWTt3A1PLF55jtDFzPjecBOXS
SrAXKacsuliM7+xZEsukmwORa8xBVcCdr+8tfwDu2ZXetaYp0QoGLUPft4STfxNovpL9dVLaX9Jp
HBZkYQVPGGirdpc59vqJxVo8uFZhvbeiZFCTo1SCz0F79VJsOC9jKeufNDOB2swjQcxT6omfMzbc
L5f2J8gugB7nZNRHnayI0nzEvVuml1pBBgqY/RMKkNNr+7w2Jayo8zDoMkyonE9RrY123/nWYASF
4UvzYOeJ8+1VuYOx1Kr6XSlNpe/1bcLdXa1mdussGS36nrXB5wSJafg0ZkDsP5zeguChJznoEnjj
6xzkTV8nYVUk/RwYLQELDy2TePeyFAn7uOz5jmCNE8AhpCdgoGVk4m6RUfTahBOr7nhZ7aktrjRb
cQsl0daRpWCOCxATU2V025B9m7zDE+0pOF4ECpKnuTNBDmigt02He9xntGYqaU9eZJMmecg5f5MC
Vy2tuoUJSuIcWj2fqBbXPKc5WNAdXjfzvqkM/ds3isFnRYWWFpiyb26hsW8sBduyfQvSLZ41tMsT
iJCy/81+NqKj0AzbCQYbXns8iM2oY0SOefdjxGfQkCQipPW7s8u8PW/X5vN3luV69gn1IyviimCH
LhxgWhdhWfnZLwajZEKO89gsx0ZSAgduSVQlFe2y3l6bNENUEU1226J9ytEy6E32bI5OSnnQp2Lb
u3i9zc+GGLERLY6zbq/8xdXZ1frCOSdpXBqejESmMtzmOpnDpvEqlCojcLw62zxBXkE5rFU4IOGx
D/wOBetDKK85Vr670PTvE7r5lZCcNQIz61rLDBE2o1MjuyqXpETiJQXuf528Ma8BeSZ02vYIFBLn
VTlJJd59Lyu2c19sGyE4kytiN0fhA1K0nkkMr5SfHVF/NMVTDwzsBmqgW0SFV9t0i9WIoEof0UAe
GPiJIgKRuhaHjeesuPOzRSsj1/PRq9LOpOEhdGtKyMuQeknVX6fa7v9xd2a7lSNZlv2VRL4zmvPw
UA0U7zxrvpJeCLkk5zwaaSTt63vdSC9kRCCrG/lYDQQSSLiHh1ziNR47e+29W4tBlKtaZsbJgqYQ
D3AQgrqNI+ozmfjgAj2lthIzaPci9aY2L4w42K8yXmXlZ6Zsp96XneF0Jw2vepKe5iKt0T6NnHR/
+mZa4rmWTixjlM28aMyVz6XdPxLoxNcMrFdXRy32Me0hIczkK8lI6+uTMfTwg8xK2PW3DUHABGkS
pBH7IQqMdyvoTioKIsLckZx7axS6zF7IfpxThzFCq2rwCpcf2Wdik2i8bywlRBOKaczHMO6m6pNh
RHbrbnKyt3bKsBcMwGbdduIBeSrxShLfgvjEsp6inQ9dVXTQGyAx3mqksrI8YM1PS4C4cWTx79oT
dtV67MZXuh704TRXZj1sYf6KdFWNBAYx26a1bm5Ie3ZeYW6sn4KnuFy0JHvRdlObxU2OlH0N3lEJ
5B2dF2LHYaW1xQPRAiZ4EDDtuJyU5ThHnbf2lcd36jYR+sp34ZZpdDBEL+tVPAtSJ6BqgmAXZW4H
AUE7B5ibDUyzyEbbxgltc838KKeYDDll4YlZJHDPCSSo0pH7tbLh/YFx2onPtuVFpNfLqL86A1NZ
aGU5QrhtGmlMeWPps5LV+Ony7sjK4YczEMgW0h/TuFAUCRUEbDoqua/Qu/14gaHNE1tFtYvGCExk
jnfPerZkL6Fs6zNi55ut9My2dRY8Fd9gdhkxBWRJJUBggXMdWNICnqtZZsSNqrXtSe81AbFzWHGD
AazbvJtsltBuI/e3EMd57dK1Wa97diXlPjaQRLaRzV9n2ZR5wcueYNdxaUyzCNjQDWRAh/E0B2IV
OLM2bLwen8ChZbnPq071To39bq5Ag2g4TcM+piBjQ/PqaL1pxsQIwwVo7rbECerJASa7MpfJ3HoY
k0XK/hlpyVcrYMeS4Whm5RmWCTf1y6D3rkXXe6MTBsXPXdxoL7BIftR6dpjMsbcXrRpukjj2zvGR
T0NuPOnYk6twKLROZ9hQ2j3pmY17NLRIty+ShCTspz4vs12rdQNGat7o5EkoHwOUc4DWkHxukqq0
qtfI7eL2UHM9ZYPTllp+35jRnHKVs1gC1WajlVchFDv6RdPGAnEDgfCORKdavADDxsYxMDOC2fKg
mZpiYdR26n+lnUIeoqWXjbixyqOSPbU5wq8helVVdS/G2hiuQ0y+xy1h0tYgclTk9WpFEGQu3lz2
ikx5yPW+tcAMW2RVqBhyePpHw/BeR3gTlymwqSOxJBC2GZ54/nWZLiKd+FZJScJkluch74J4U8WB
o616vZ0t1gXsH+UySLWu22V5U8b7ufDgOOam6VhSoOD7X3Xq1+nVM8gr2g0uF7F71Xcz4Eob5Ylx
UaMxjLAhQg1vdU9r0akhStxfRir1qKCCEgeOZ4iNkX+LPFP9fKhjN87zg002RGVeJFEGygeI16Jb
B0Oe5JvGLrXizJqtq4+olU56dT0AmkNaJ2K+UGGS6suKqOng9uozj6XS6d8RQgS71K3QeFy2pOCH
QQakR5+ut+UGjGaYMsXBgHRgipgZlOaEOteiz6JvHHGr+QFND1j+HoLB5hbcS37hMOjcsDRvy2gY
e7BLDlBAtOmnJLZJWLx1ATePQZaye9plQ1Y51ZaKMLPsPihcqvlE5kUAlnbwEboUw67shnup64PJ
MskpC69/kSxbrCKUZZ4182cpaq5/a442V+/39iST1l+PU8+ejBcYdcZLy6CZuFhLMgwNgId0pkFB
lrMLAtoQVMAYm7QOJIAQftxyeppIgbyN487VVkWWlLNY1pNKkCCTXsZBuhp1Mk4foihKsi5E3fQt
sQMNc6a7Ap8MrwrJ1xY8Wm4ajdsOZUUtY6+NWYwWVdmF4yj8TV9b2UubDyjAqR7r96Olyp8pZpgh
dLLR+ea1Jm1G0ta/eqqK3gPw3CGk1ap/ygY/2Ey6obotaUj5u9G1zrXCqP+aiCqR+GBKkdXrLmE0
CGXvQONjIDIwr6R1u1AVwvY/TKW/bPC/7Mf/qGn/o03+j675//3/qw0f39L/+qPN/082/FudNeDC
h/jbTkDsfP3916/uvv7j78at0v0fZnyMkL8RsGRRw+kZFnEQuAHHb9Hzm/gVh3gtrL9EmOOmw9j9
y4yvGfpvmKcsl4QvunLwoPHnCbjR5D/+fvu125+Fs5KKU8QN/sT/+iL/9OOKv+tf//+P7nHzz65q
DGdkp/u3yg2d+ZvU1b+YtYAkOF4S29i2jbDYHeWA+a3GTmTZNA4N4kGrwiqir3ENxduubUAYg73h
Rymt8Vh2nV+HhtB/gF00O9Ld7qbYotJGmg9BYWsZs1XWndvEDJ5YcalPSQPQwmkMDm12shUUsDjV
csz/YVH8t57K/xxE330U6Uf1t3Dovj+Gv9U///bYf2CL6tNP8T8iCIJH4r9/Ao8ftfjzU8dv/6+n
zvvNJd6VB+iWF01z9z+fOv03nTg3ZiH79tDdMrB+PXWm+RvWYzIeSOczIH0CvI6/HjrD+i0ADMH/
SI7OLVXC/3eeuT97KjV8qlS1k/nyF49jU2tpYLtlsLMV8ZhLof8/jI03W/afrIf//KP/4rmljaca
u0ErWEZWGGvMAYBWQS3iJcvVipx986EOCufMoxqc6MYlaCKtzK/KVIyjZaooiksRHHqyroD1Q6sx
8FGpziKZyaurdQOaqUKiYu39jE37m23FfCeMgs2emP3k2keBv9KtQF5U3zd3fhmPz1arpvdydLu3
rE3rl5YSyEefmMBvhRllOeJriSFNrOY+0/rgkejy+UHo5fgK6ztdmPISNkpD9NYid+9wa7MBnpgL
9HAi95WYFtVSdKJZC5JqrEfHGdofAXt7PrD9KKD3dIN4M2TF0BWioqCuldVelZAgGwrrul0JIM7G
iTXuShESvCD5lbbDMveKa68DqemC/IHlnJfBejJGdp6QOz8IKxtWBMXq63oY0hYKxUhXwp3Li+nh
rBLslr4mVebLIZpS5limFzuokRgE+ucWB7+7bTXR4sEJDBaJnX0qKXk9BIqo1WUxWfF3LLrxw44V
BhcZBAiWuTedb3kl8BXwUOcMcWORl4Q3AceYK7o0ohN0WhfaqWdd3BZxfWG68/Q5Il28DakNhEFZ
0l1VRvmKLYfzgHXDW/LjQ2JtUvPRy5JgQEF0/G0wy4htEXzIzBh4q0bz4t2g6fNqSjXqJu2qZfVB
6+mOL8gJqaQ1FiSy9XtwdW+bQmD7IVCR+GlqM01SHY6IJ2gn/1k3UugryjPZSfITjB+HwYk2kZm7
W9wTrEt1W9uhiuWShtMADGIgSmgxc8DeEYkynNJm4tZD0169pk1ZPOaphx1u8tMtf4XsQK2vfhxY
WhRL5RQlTToNsiUNr/qFvtnfL/vECrI+HaOffjz3awIs9I0t0WjXqfDz7eATvsWDOd4DGHfLOEic
Jbu8IXRHX+iLrCmiZ1XP7YJClvmEt7jautFkv6Rkz9/Vg5m+Z4ZKTo6w/Ys50jHBnl/k26kYzHVE
0gC7SGwNz647+T9GIYaKbNRKLAklb07xnCc/pZPay7rLkOSmRunlmiZp724eJm039+Al0RAD36UG
fUhEJHyVwk7u6d5JL3QbpxsW5MGG3IT2h/AS+0DWXQQx5AB5dwVpdgFfeKn52armikTtYqAFIMlN
1JG5Joytwe6CSyh/vy/f7sSuJEqW4dfX+zbsTM9YNmiUECsVt6FQm70mXTlEzGdLuv4gissiW84q
Hd9nLmqvOhaVIzOvc7Bbo35OQYsWECTlJfN7jUe2FNferOznQMzxOUvV8CGBrg0ura5Yu3xn9lLF
+qPD83jXUlv9YUmv1JA4U2xurWxQKXxrX6M0rloinB/jhkHRqybjYs+lhemyGLBSDX7fPmiY69ZO
MWgn2NGAuVQvCZ5NKhnY4BXkUNGn1ph3I4TvgUeBm3zD58udrekeIirBz5QH1ptRekCbYEMm/wUJ
tFw40bDjT+QjhZj6hiV0eo40bryTNUxPQ+Pxw0O2WOSSlr9wGNR0Y6HaDeDdrQdVH85S4E2l7dR6
1bVxfo3t3Nik3STKUHadsxvYjK6nWzwuf3VxsKfSWzvN6ADbJsXeyzR4iDQbXwOwnqWBiL9mk2W4
NJ9iabpZLDkas0E+ELecHZupHznlSKt4VJOuw9S57DmJHGrxcxjcY8CbvV2RsOoKfd2b7jJAoKNI
Or4ahNX4O5m17KcV+VO/pF46W2mRmw+hPU3GJi6z5n5KcfGFuvK7B/goZ4kfKd7IOBOXzNDEPYZs
ueuHud9W1Nx/8dNIL3jrnJN0VbB2NSmv4Ll+OKu4me8tIxb436pe4EmdzFoHbmWxzJVTRNEaldju
KEKKukURE9oPNVhnH45hyo6dWQSrO2nDJe1syPyyykzgDraW31pauzhO4rnZqDRv2OoUWXeviK7e
tZPtPE7ZJLfS1vxjpxfznQ7/f7VbOaeLfCqLZ3LN5VEBQ73PGrlkqJ/6QtIhc2ELeotHJ9P4GHAQ
3PeUhgHLMibyo4XnHfMHho/3NJ2t8+zlM4E2GF2BuqXz09WyiYizKWekLIOnqHIJsLDJEgexyg+6
Cyy/DAaOmUZ22WfTJOOOblW5jvqsfEvmIng2R1fs4yHTseFB1zwleT7ekYEtdpJIzh+wwtpy8Ovg
NEwVrDo0TIXbKsZgxCtvPBio6hvbsiYO4DTgwxor+MipWwfkgl4NBqeVbLv2cXS84EdimhwmPE7J
c2nn5pIId+QbDrP42M+1POptqb4lhmJynRlxT3HnUWcJk77Ux0i+1ZOlbTK8FG+a38+rEfYZE3Kq
tAOxnPaG/JoRrdLRb8WMaVxifKjGCzvWiDFmbGjXFWC4gUupxQ0/3UkupfxGzDimkBbbx8w4W/qY
HbQgcd9gb3F6BSrGV9NGvPz1uWbRiDu6X02WmjZBW/r3DeGnvMRyNP5mSHb+2Jk7S+uKx7GZrJNr
1/YeRd/D2TS37KB48WyMIOkhXzAIrby4MuhntSLtWJVu8irojniwRg9he47w2nPIVPnBqEaLsp2h
CR6c3srubWlUT5zN7QZiBVPD1KYCb/HcUWBjBDN7eSVzb+nU9NwSWhicHN2z9gJXMPl5kBE0Ic+o
7BF4O0hocIpstkpYRiyagp06upiRk+0dkfWfYEfAMX66aokR5ZpR5DjKgsG9JlMmP+fGtU6RsO2j
Ysp9twRxsGEpDUsxA0XTFtoHWdYsv3EEoNdFg1hp3I+WPv/KQ5BnMl6gv9Ts0vzggfSEbE0doLPK
G9JIyKIuL21Hgu4s/BZbFteuBQ5w992OfTCJqUcDHcsGMIClJkkUorvmpZsRoOXqBz64ioVTljKh
zcm+zwLjZ03EFrxiHRDSZHiRB8nZDUfJnRAwA5DlDYdlRuRF7a/hq+pVHc/xqSi8aOsVgB/oX9Zp
MgKx6xMpitCOvWxBWfsIe+LOWXsTE4p94Tgan7cBVwLmCgIx7M54mcnFOlqdMT202Wjt8kbYV6dL
TGB2s7kHd3O2Ad2zYuM0unZFKegZObRBbaD9gk3C2XE3YX98KIMCeyj6Jj3C1Gg/OtwRl7Wd4Fvk
vhmDJbY2BdtORvtCY/cUl7vyox8NEmRKee4YMTacYNFOgcqPDJIWsYPoRDuO6Og6Gfr4MrDgftJF
ED+N0ZgeK1b/72gP7Wp0K2cHQ48xPG/c78iXDCW2uBJPsVINxsGajd+yoVzTWTBoeg+pMJ2N5EHd
+2nPTl3vhuA8UuweRiCoZ9/h47CKTckRL5xogTdoeM4U6RkLkZTjU0WO2H1qRfmngx/8A8SJJo1c
5RFChanusTmXqxGO/EwrQPAzJ/mR4H/0hQn4sGSn7Li9H5qWxrbYG3nbh3VSunti0+lpJ0iExZRb
jfMaj4d8MaVXv5C+WHD+mbg4boHr9HjTiPjZaZRqFO2c5UxAtG/TsmqSJstW7E5VbXnUfQRl2H30
5LoX1IeWRl8tAgzd2ypFvltE5WytUoDirRqGbjlUmU8WRTYeIEJctn5QiRvy/o0ItyapABEKmYX2
k7hPfn2LbyfN8tB0t7+R15bewiCye4lHIv4B8dfdkeaAIWua3K+sGOzHZIrEdioRp8PcSmptJeK6
vCezIz3ntvIWMDU8ToS8vMxzzEfVGivvibkKyymesFOVEFoZEmsqKDlG562kieaBRYowCrfoI6y9
NQ4DKirGlYlxmg5cS+hfxKb4i5YecZ0I9yqlzkqVxwYQYaMZVbJPweFdWt8VvZuDpZ6MII13wmvG
O2cG1gtSs77vypEUmMBnvTzqY7m0oq7fGLJFY5CDaPekCXlbLenTQ53eQmQ8s9a2UWfUT4XSMOxy
TVvUThYfA+1W9is186c3pGJTu1b7Sj4nAGNPEEyTR+ZXgzj+0NqVcx7jBH8Bx+asVnJqyqOXT+MG
Y+FwTfxk4lXdxThFTe+uG0TziJMqBWju6RsfLWda5nZm33Euxl9mnVkvpjIyAptmcza4hUzJuvWl
xz0JKmeBCZsNM2gbKddVFKxE52gnQyBhh0luygOuAus0ZCLY2CR6UIBd3mo7VBCvBxyndDvrxo0Q
6a1Xw2i7RWU7ZUcAAui+iD0cjITJv9HfV78AnvCCy2zdColldQkxcEBfGeocnG26j2uq9L7j3J02
foOhgrV2dVaxoQ4Y/nV+yhM+kMwcEUXwDz0BxOKG4t7qbJQvg58NsFkfTjfYNUC2upp4i+m8CTro
htmpnijKGndDEAXPUW163Eqzfl60JEN7HA83UAUKNUIEcQa0cow5QHaucTcL3fsEasC6mBNmHjpM
umfCKLDVjW5T3hUC0iDGIjpCyc+hw5PEwD2V/YtVpv6PGOG1O/RzbGLWA2tEVondDzPLi0PsGead
n/CQV32GggZ77S9zvoqbLZwjXahoOKZmnsML9QwW2pTxA6Fw9WRqSbLj6ugcncFjkOZdTilwkJ6J
InPf8kFmH0Zd4MrOHfeBTLZ4OZZBZ6Kxxs7OEn5xV7dS3+SooF++UVrrxmTMCP1Kvg6IsKWlBsSR
rrcG3vAzAW6pGT0HddyeXGV7VPPW+rlhN70Wo/IupqPxVCCi2JfZGkAJOs1bqlo3npVfdZsJQoKU
okE8upmmH0HMpyvifdbSLzsFp5Ea2b3pQcLbkpvzSAyOlhE4ZvKcZjunxk/kdFPw7YHUvpMRAXuv
BKWzHZempygQYqcT1/zojyXOFCfAWOUYcq1QR18s0h5+ksckNn3sJWcafyGSvZsHxHfK95E2el49
zP6hJpry4PKGX5K6TwUptfJHVNaM1I1kBJBTgXPgx6IIeQq8j4lLgOTqPSOX4GvLDyZfysae9GEd
pIH1wo6pC9E+tS2D8xM6mHqkcNQmMWkQ60pW7ani/Lu91Id11zEv8vbxmp0M1Ay8gqN7VpZcxDB4
Z9wEvAr1bsZElXVvntM67sruzOEtQRkgUFvTX9k2cF2t+tuz70+EgLRe9Urg9WM9eBJznkGDV1pz
6+OdlzF7VfVWuBpuTq3y2KG4/ZwgeBua+uF5+bPQ83qlWZORrHt30O7JDdJOdS2aq7QM8Z1plf2V
5LcvupUCw1+tR2udd9Vqxj650HXE3qYhAXVuZsXlJNgTfpSAInNkMBXc/t52KZvDTSPlXRAUtIa7
2smBVbHDuArI8FBQyLNZu++ogxEEDK7UMeG2VMoO3w5a+zqmK+Tct26xybJhOIlSFmeJpkLw0Kjj
D470Wq0VhkIRgjECW/h629wJRHjQOUqbtkwmxp77OAMXLv3ysbfy+C0hO4pwnl4u+VBVD4X0gi8P
bxG6Okz1kRglJOyuSdIfbOUop+9kwULcbbl+efAWFzRqc8OMBy6TU5KuN8Y1vsGqTtdUIIS9pDG9
AtGG9Zni9cQKyuB1Mpt7Y7YZmfKaVAgG5Lp9sMrG2eBkIlZCMPQ5C0EtY0jXjU82HcSFGZa2mcxr
bjmchabN63DZj162FRmpHMTBTRu98jiYMy7odujGJq/mnlDG6RZccjvnRBSmOCnvuLkGh6BLKrAq
vWrWiEzd2eo199gjf+mMXoRFk9wyLBmaCvAJQCc39JuUyEOrmtxyr6bS+NmkeXG1VR+3mzTOKarv
iA/7dj3ogZDktvY0ToV/Zw0iNYjf70v15UVqvpOZ59ZrDgCw3BbKBYg9Hbs6RMHgWcpSJ34YPIMd
jqmcdCPIuanYDdb2i100464CRrwx9uSzuG7fXwnsKZmcNe/gUF6/b8BW1rxDMWQ1bSDPTZtUmyC1
NRn2KnXkuuL9ARkJR3tNJZQQTFxzsxg69F9XbeQYYSAq99myOSLuIiCSDQnfzpGNg1euegvSogTF
vs8l3MHgjuLLVmI8QF3ezNQC237o9U5161UYnydn0BZcI+3nUXO1Lx/f9cZFSz65pVHmIQNYT2JT
Coxsl/WFIuvxrcJXTnSPrt1MDqW6bwxb3juajPf6zSrG/O5XmO4Cn9a/ypYPbVyn36VJkEKuvNwM
TVcZhDspd9nlGqBHSo70B5w+iVi1hwSNlajGNBxh4SLRQD0mjeiBXdIEmrLStJ8tB1wBAh9Ue2fy
8nVQ8skvc7iLfmagxYrJLdBM8anVeq2dcwiZHUEUNaSwAEyYY0e9+1PC585j2QdorzGEVrjkTdaw
YEazr3akmUWP6Lf120DUyDcrSu/VtWW87Yuq+1KDZp90WPF3FSt7DN0m2nj6+OoYClJbIlEdK+HY
77Up5gckAdLsvKG09kWnFVdit4YNeWw5FAf0ZJpZBrdu0vnFc5S1sBRV0dYXDCPdp+1CMIPamv0F
V1Gx1CNm0lDJ1F5bRV1zhJr+C15w0vNyzz6NmumspJ4T/0EafS7iSwQGFI55sayiZGugTPRJ9Gr2
afqV1b699kZfPkbQdxu8a00e1lJnydVgC16lAgZSbwr/yu48tjm5StRr3we4h32p/de6M9VPijKm
57mshr07OQ06dVf1mzigro9v4xjvTX0csgX7PvUxdDFHjl2CGgce2v4C8Lw4sSd1PlM+mDKshzFa
YqAltsEwIkzoXkDWMa1hGwMAer4F5hUrfKZZvaCfdVhx24Pg1vTStkJPTQUZJnPvH7S44HxJ8XGu
W2nHb0Rylm+dF6tHkzXMQ8DTxnKiik9pEgB/sRrajCQMbRpuPkOYGdwJuDlxmaGrISCpZ6KxULne
8DR4eoYdTnP3grmRdRlRLRhGQAZnXOBPjuL0i2NXrrlcVJvUlvOKNnj3ItqpvwfdgDanQy/E9Jou
qq4ywRUyb0UBwHhPPAcJL4nStmNsW2uINO4+kRz2ZV7V55Gt6DXT+4F5eNAqKhFhXhlSkxdSJKxL
WZlet+5ro1u7cIZ0Ps+1/QEN1G4J5KbO3u6btyCx/KWTiA6P0e9GUZoYb01xWbvkG1ZuDSUxPZKO
9EjqeXHWiwh2Nh4wY5i2e4ZF6LaxGNMVLwT7CKzd4WCe9ZfC0cER/BiqIAJMW3dIJ4diKsv7ou5x
0iR5zF3YwtJl+HW2jC3N/1HM3EYXhusLmptiKrQGCLpvyHD/1BNRly3hBGPc85xxH2NSyHFdVZnx
WhjSf6o6UoT2VQ3TsMM06eoLt/BSKHfdd19mz0MMxjC6M5JRHjVhF9rCdiAfX0U14h9pJSlKa8Os
x2rHWkk+K6npJ1hZ8ST1mOa1htUaQ1xjoXNJ+LBkxXTv0hLGZ/QD+/bwwqaS8Mh0jo4ZUSnXzI2c
UyfthE00dp6VTpwFe3oFehl6li+w+CeZ568p2StuBvCuDzA4psWWmAdGZl47mlgGGL4fs8Egksg2
ehrjXNGPT2SxGmdVKu29si3Yp7ZXLBrd1h4D9DWr3nIqU/E7uKq7dlPpjJhqTH4HrKthb7BSkI2k
kS73VNtdZCxsTtrPPpqlHvaYFhIuLqJ2yMQk/IfzyyIoS6L3cZJgwi8Xk0tWEXHqUXBfkaRXrOe6
s+SWsyza1EUexAd+bzN+zLZRRu9ONPdyKwT0P8yUprjh8mQFQi5S3Hoc24XbdSu3vJ3W9uiUH+mo
rO6caE6SbJJAmVDdSY/OoSrXE7wqDVGHBMRM31qn4W3jBiealUOOYxnagbKCHcR3Wi+0XGv9BTGZ
47TraTm1Fm3N+eIZXpqsfaymD6XPmLrij65pQUEPZsvpx52xqZWZrQcdHWkRV5qx0XU+JEojrs11
yznZZpDm05oCgI4IOGkVW/aF5UOdBd0iIvPrOU1N7WLkWHkWjNz1taLQQh1wqzUPHX2RXwqf1QY3
dnfXZnGDlBmXmyy1SIMESSQNch696UDqXwckVmfqJ/WANcklIGRsiocEs5aFcTxs0pq5THcFF6UC
j96zE1clFVyT8vQQrLPkGFLPlN0XeMWyxiOBAAvO1hsxFaJYpcOBAnX5lFqVA+3euTudbCCHWj/Z
h1bBcDXrDvN30vcbv+6HE6SPeeScG65QX906M4mlxCMaZAdsYu0VM57a8bmtzo0XJ1tivIp7BNd4
nwQtSxksF/ZTU1T2z0Evy7d+lCTzxa6DE9BiJbUY8kC0nCitSQ5Ii/momLIMb43ZffeckgXZGAHA
4myIx9QwsxW2vzJslEMkfeH0jyXOG2xpA5VSZM8Mj908pA/EbM0L1r71g5lMxoGPFSkKflKeYrct
F1QWyqeC1A9S03L3KCxz3k2OQqCbpLnIc1Ws9QR/l2wa56eDKeccxNWM1qEs9Lc0RqrIlN++zMTb
EBvf5nupWyYhFjP7nT7v2kVKf/FLn5Z+H6ayzXZgc7fEksr9gFv1oDkLYawngjXuUku07opPinbt
8wjAPmoHqocIr5JrSyd8S9Z2xt5jtF/ivhvypZjd7EIoSkKF3y0fSx9jCwHRbc8kl3CDwCijrSqv
IM8Nh2Jshb3loOnr/nTBczYc5wFy36tAx/1SoB7AU+orOdLUDIqQLG8WgLc8b0H36deV71k05/4K
+cffG/xxHVDqUKD0O8ZMz14fGUSuaK3x1VU0thC0pp6gz6W2+p0e+begmae65J+/sjF/or023/Wt
iOR/BEBzywj/7wGa08fnR/23x/98+BNFc/t3flE0YC+uDsUXuBYYlndLyv7FbvErsFue63k6jJZj
8e/8k6IxIWWQDHWL9Z9pg6L8omgAbAzdJXbbsCyXMvfg3yK3fsdliI+M6+rGmP1iXSB2/sK6xPnk
c3lp5cGTNg2B57y2ntFtxviWK8ClZMWO6zrI9Xjoq+NNxf3D9+hfEGO/59f/q//uX/LXoT9FT3y+
PMh5rcjYNh71sT5X8bOR+Fu9NRcXByAL09TSjd2l8KatV+8Rewf7oe23nDULgqQWrvrWSfkZimoV
zDio3cuIzWoE1fGCeuPnbwPRvlV8uAXaztOP//vXbv7e+vWvvvi/NDh4wSDLLE7kIU93k/6dOT+K
9J1Zz56LRVa9OezFms/K+AlvIj8Nd5vESzXe6dlMy+85mO/o2Vp4xVl7S3/w/26Li1oBpB8N83jq
tX1bPrInyQMGlnJtEnQRhVTpVgLpaV+/tz9zVne3Rd2OPcu2OlXvAj0ktNdEHK27DamSK2dJpftq
WE1LtSTb4MgiJ4xXZJgu04W2yJb5qrpo4Q/E3VCsojxMjtnRnMHzV3V0dQJ74Zlrs3gyx/PEO7Td
Rcab25yL4rma9nDjnvWcgzCN+mosrsHEHhzs1a9wU2IqHhZCXnA4+/Fa4q0v9u+CPewe051zgyxC
cAJrAYDvstuq+YckYGIuonM/E+04hSwqWus+ny8kr9Sce+626J74D0pIjw53m3AXpH5l0P942sqz
3b+01R5J2HK2RrN1uR7Z20netcPFjzkAN7rcWfLLreelqYWD3JbEyN6SZDGQzg/JiO6QLWp2P1ts
ss2PZDk8k27i5A+JOhHkTh4Pq5BVESyhfSi/qcNmBT3ev3BxdAUX/Xlpd5fgJvaujX2dIOhiNmOh
lL6Nrhua9Hx92J/658CpzgUKVt4l5QZFmag/LBeINQvjYfKIySadjITBT9RH/4edFG/VRvCNFe5O
m7bjY/o6mf26DYzr6PIGic8i2sziCVVogbWJiM52GZGqlPNj107pQGQG4TERkMSHywYiXnSbwlny
faIWnF5EjAouA8wyKbaWd0AFtV4U/xOsGKZKEqF36fwyQFVa+dlFNApehFwTiLyWK7GzVoh8z8H2
/xB3HkuyI+mVfqEBDcLhALZAaJWhUm5gKW5Ca42n5xfNbrKLNCOHsxmz2lRZ3cybkQ7HL875jr4z
V87KXKlLZ/EAyYl18pVH/0M6hPZXQek/JHjsm/5K/R8ZlYat7RB9e0vP/q7aaZvwyTiZR2OXn8ZT
vsuP2jn7H9JhNSSO5X95ngXLyL9+N3oBUloSvlt+6F6qU30eb8UH+Iu1uYxP9Sl7n275sj7ap+L/
9Ts+YhX+KdVAnywQIZi299qTuvN38mXeVuvwKTnKg/1k7ujcDnKjv9on4/7fX1rwg/6aqfIfn+nj
s/6n79mncGVGzez2xlNVefAYkFAAJdNenVO0G7dyl95HFu5ssF+mnbatNnI5r5INj8CuXnU7/tuq
XhjbZpcfnG8Qk4f63D6Vq2ifn8k/NVNQfJvQP+LTG8kPABoELXLB5loMKx3joL4Ea83ULVKxsnsP
uEu2hMHPQoS5h35EVtR9aSBsL9FIvr0L+LCaFkwd4qW2BEpg4dvxDqdidYEOg9qjm8gu8My38qCv
AzgN46HtL2pNv78q27UpNxqijpMz7P3mgDieTRtM4+l3YlLKj/2CkHD6HRHmMStgxvqLSI65VLbO
LioTIfch8fisrtXJ2d+bNaY6umxs5QyOk2O7oasBG9691ViVz1Bh/dVDWGVi9tsFW77BE4MrhntL
NhD2gkmriBegwQRXCU64dtMFK1tfV9muq/443L5F+euQBvGdlu8te7T8N2Auam3seDN+68dhr7wn
imfCwYEtuGaLC3qmU936D0Lpo7FFpARCPV3U38HX/D5YLnqykdL6azyrF3R1XFr7MfnoO8Yti9rw
FAlvcQFKuGYVnW5USP0+yMElB6Jha+jO39EJG/gm2FQvRnVxCGFH7uE9hlObZj/twVkMryx9ruol
3YZ3461bJi4uHh7J9FhsOq/mIWoXP4zuF3IFVOLJOfPpawPX48ppvaDyes6Kvii5e/EvbY0FIfTr
fEMHvpxd4c0r/UKYLN7xJeKfZXLCbaB65QEozcp5Un/D8z5YxG7tRQt+Ue7At489lFdv1RIIxIt8
JLi72iImXXE5HHnpba2lvwLEsuNHLLcI1/CicvgXvLmBLb5OT9op+GiSdetcAtid00vDcxDcc/qd
ImVzL70p/1L/OPvqWr7X7xyCin+SpYjX9byomw3ub8HAzjOXdebSif6qzDqW0XO6l3Ci7H774FLf
iRXxwic86G7xDFmLP8oXkLnH/kW7qtPNZuJ9Uc82E4D8ator46pulUv9GZ/MS/WmXaYn+6AsuaGX
xkFfVh7Oy0XrxovZvUsPotlVeUPednh8mIrH5n330W4d/m8MaV6+yFfhKjmiE3HfNU+uurtctetw
iZZq9T563+PSXk2H5IexR/Tefkbn9OTfujf0YKz2TQQi52SH9/rx1YA37OYd76wFZs3GFZ+JsW4J
ECaYolowqm6GpfYFbTNfqMtEumC+CfRxy0mw9eHx9Ag5JdJSTlfO3cg7GHuioJpzCXtc5SuWGAwH
fnDEFG+qgyBxb8vBo1L0NLiKyF3kqrmVR4lJc1ozh8sWyro48CQyPQcQsCxD+u8DDP9TcImUl+ID
rvGhZ9gJHjdbDL8DmSzOduLg62Dw142xUkcvMlaPNAx7aTZe8oHDe4NqaRVTLcmt9qq9GhuxbLfC
dO112myRCZ4YLZ+qE2a4F2U/n4dL/62bLt5NoOp1teCJZFMbcpLZQWJL/gawmF10yWARDJabh+sK
cna6jVSPWIIIaqpzsJN9xyKqWzTjxTQ2dbOf27NuuAwcK71xIUVZ6UKfwWueRtRL61FbDuOufM1v
yT7Yt1h3d0X5omvvpfXlJB9SebXegvnBYLc2bCT9CBosfP7mHky/MFbzeBk/p5d0bO9Nnn6x6Vi2
ZEQgGkFEzN9jEx/H2KVADd1R2ku2Fww9AGaEP8pbfweI+dqnBB4XVfUYjx8e+c6ljrtWf8AO+cUn
bvUn+2O/W1f9rJ6np2wmHZt6D5v5d/sZvLfX/hK8VaBthnbNcG6pjxWKJFA91IT6squqTdp6fvQR
pGszZ5FFmV8i9vWwVot6GyaQbBYRJVR9xfvptTf7T/uD45uqmUFi0h+6U/sk3uWNIqeb3oQit+RJ
sO7SofOD9+KOgLA0fUbRU9+vg37r6Js0WIlr8QN5r0eWzFrnZr+o/VfS/EzaVnnLXto3cVE5cb3p
VqRtUNxianW+ACIYrPj5fB4xG5lXhmQEvMzdykcVXeK35zOk+sSJbPXjoaQUxod3dJofw/GwS4Nh
Lwc83Dhxt+FzmQKfR+zTvoqFdYRNOk9uxLXNJWt6FfF3zjXTVrm/N9pzpa1KrJsoTdRlvad6Zosp
D5B+nqqbv0KVFL6YIeDBRYpuufPyySunBauItqTUAxnlljEjwkUAaLXfk/wF0nYQy5GJasYJY3j+
ztuNH80/iIVz8b+Dn4cgGwAe8UfnKXuX7KDCbpVOnjJte7GCHgVRiipzCNaqwRjUNbggDBcFHE0G
+i7tOjsXs91jTOSe43ca/4KQS876gdk6Z6/chPWnYexT/5CJL+TFPg2guWWWQW+n1c9Rjf0T3qsz
bBJ0IoQ74MIdCXhZmNrewKeafmk48KXO61lmgKq9MHnJGKbLkbyTO69NiwKmXSlP0wt34wWTRsNT
r+yN7mR2p+QiltE1+TSfyjej+EihLrrFa3Qrnoxnfw5crX1hBVhsm8V41T7O3EnL1iufo0VRLcuK
TgtmeohJGJJOsmQRYwYe7mOMf+CF7KFF6Ag+aiBF4xXH4j7QNFfte0/dTrz11rhyz1Cm0mkzfQXF
Rb+ZGPuB78AlcYf83t1Cvlrr2q/aUb1XZ7Qz5eyx0afrGAE9T+54Gb6NiWvC5dARON+nW7QGZEWv
OJDJd7F87BY98Wrd7VVzTomIWeN1x7CBNzO5tR82O1t1xRbJKfeWuNflHk4gSjC2kaxnm028yRbV
l8By/gzBy953t/yS/lFAQh454WxiH5kDKOG+ot/4AAsHQQu74efwkLz6p0dovcEUytOCDQvX+ad6
dajJEHOUj8JG1zeVhfaKpByXKXm9Uq/8mu3HssX7P+i9wXX5Sb+P/HhAOT+5amdspB1flDem7c9I
zHkDJGCc0R6CADzFzVEh+Mvf1bRLTfNC2o9JlbMalB5jbL58oFDUYV3iJRfKu1Z9dmm6HLrsmKIM
pZ12tDfwhcux+P1b+f2/Gov93zkcT584z3+L/zw9e3ynf/ZO/v07L/5/RgybeLL+m8FYQQ4Qzrm/
zsX4I/+Yizn/gnNah6ry79Ovf5uLET1sCYPIN0PXdCZgktnU3+diJsMvgWfR0qT1d9/Z38diQvsX
02aMhQvRcPCmC+t/Yy5jI/mwLP5HTwgoliQ9kvokPhz+FsQj/rVr8lsFoZBqZcdQhEA1LNFyKAE+
QUOs1KQZjk2SsRFYyLJim/kyYs9k6hIlIXuAxtaV8jmGLKj+kaFm208QCMiE6OQ0fLFIz6zPxPEL
dYPcRchPlseD5haVQaBxjK173kFRKLszpKYkx9gu6kUDPJIHpE19dHqxOmACQu0QoIipNZRkCaFj
Hgom2aDJVKJ72piGB+dpyO5NA3DnLLGMZAfFEekVvYhUidCa2RIHedJcADyKF9hKsbKbHCjC6C1i
I4PnOXbNhlALk7F2omSUfB3UEUNz86HJoiPJYpCRJetJtqoO2LUKt8ZIfzIS7HIjtZMVgzuADfqR
Jc4APdaAfAK7YyTCarTnqg8HguB6LcVlk+dtfmzAgdGzkC9jQN9AwQJLBCyW3LO6VjHgxUXWvrFG
1q0TQUpRuNVrs2g2gVbqzQ8zyjLYgpLIuHC6If0I5pKtdBIpw5NWGFRcdhFa0TNY82KRqaZZQg/D
/y3F0Kw7s4HgTzx77s2xLu6D2lrVCgce+nuRpiQ0BexZ7MAsoWngOch1L/YHYm0SEyLHnwiNG3VS
LvJxkScPvVSQNWD+iLTQUZbIyDZtDgWSh9UjXOQUtB0iv4yZsXFAxBHDDRhDLVKXBMZNj7EaEHKu
54gFgg8WowYWQtQTdzaaFLO54Mko/Z3ALs/Ot9KVjTXG9ExDQc3FyaN5Tx+yD90aE1EtQUEo3S1D
2DitO9uKqMlhrBf12bTLALWTmYnHYWl7zOELODIdb28nyGZKrMZuhvaU2pmWvFYG0lHPrnxQ3raQ
ur2xQxk6KkSLzrZ/MOYmgkiOeJxMOp+knNx+IMMUdwYrH2wqmWkt8FG1A/e73R5mrR/Eu8ZJMF4H
JJmsavM6w+zVj2itmVJpkZmjxE104xkZkkqRi5FaLhzfopg1e9zEW9RaQ3gG02GQFJgktQJkv89M
7AZ5oI0fwkDNyjZ4HLpb22W8nKfcJvDFkYEfQH4XSIgHdR6tjeNHbIyRwU8Ez5l6RNWt5uQTINwv
B69H8o9sg/jA0boLqT3EMxji1dLT+MmnxZhCdmaMN+hNdFRgzPnpsgPxYqSIeI2530mk64p0FfhI
WGwe8NyHQy4v45nUqaRrhAEadeQqcMOiMZ1Xp1cd/GPYX6LpjxWOhfnVWmJg7Qi9OlE1N64ToG9E
iPVmS1J2UZovpc1aFer45NgJzXQifesY4r9QbBDd8IpXZfaQ2O6i7oF63nWKJTO2vOz6zZucI3tc
j9NQGx+lMdHNGA7CMM9SG0PeffBptCJaCxi7zZw+fe7RR8GvzY0mWqZo4EG5za1/9VWTWkDovsiw
TqhIFX0D0dHeAa1NjziZEa2koVjOOSiAQnlDTP4ilFhMr+0kFAQvoZKhfsRv6DVgKSrmwELcMyW3
eXryKKaojlQTpbvVRMabtIuJi9GM6mrdTTiv3sjtUAoSD1RBH+OX05skviVaVyMeuntVTBMlKjpB
rOldId6yAm49TvJxK5LQqfd+QhJTMzbggQ1wSAeyt5CbxRW9Tx5EgbmWRa+1nANNVSoKhai/gvAq
3qogmE9GEeWuhp9sb6aif2qcArXZY3n+JBBt0v8zWiC7IyJQs9MorMMSZx17duU9mJX2PWloAcD3
GA6Th9oyNsMg7R8VcCvtMH/WVZHKUUw2+U4OGnOFEkm+rZX+E8xWtAoIFYMXe7ICyrWUxQN5BdUy
GufkMmhD9oeEo/nN1yJUt7Btp3KFznZE3TvXLMx9DrGBykUvUaWEI1qhaWIJSd9Qm0ccxMVXoiTq
WzKio2PSVSESJvt4uunoZ448DfCg22oqt1OOZACdrYDW7zcdBGmPaAC7xRrUhIygS1+RR3I/u+JJ
tlF3KzRHT7fF0Kh8KdO4TkYVrnwdwWcHhYu5RF7CFZ+KjI5FhU96Vuf0niQdH8mkIN8PWs1m4/43
kiDObQK44LcNEBeUhphwBTahZI3avk7VkLwEDw7Ikp9B9XwH6roXBKI8VqU2vWf5VG0HqNpPgWpz
LwRIqLJAC69jmyo7UiqCA6oE7h8YRnv087V/E6JX9hOJXJBtFD6QwKzB4uM1SbeDr+nNGvsgzV6S
m7DWJ0N5R7TDdKwTzhm8MwKktLWPwxBOuzph8x82ZOkQqyTebAR6aNCnqt7jmp35CZrmucfE6sp6
Uo42EB1PH0x9L0V7a5Drcsj0hDtlsjVWLg2yUWh4jKC6WuUsswQeyC/5kUq5iWIF0nMTJJfaauJb
giVlQ0gD0w1DYRzX1UyAkNzab6iG0nd9Ytet2oKzA/tl509l8K7OiBrcbh5O+phOe3/oS0yxQ7oV
KS+QwQqinW2hxYsM7bF20/HFqFbaFbhuwUGgTLSu8BE7cEKyYsduzdJt6o4dkIWCyE3EGH+K2BaY
xeA1u2pWKw4NTccJTVXnhvI2xjCIFgOGpL0f4rnadPnEYLSdk+dI6Yn7zHwGj1bsnOSAkRDmi/bp
o6NyBxDeN5KOVNLU+sR508Gt07EE2slCL78Fctp6ogXdCHnXORH+Zn8G2B6TFJozeXHWBeegWBNg
0O3LTGclYanOpVad5OpH9NlgyBhj9bpiPPVGkZ3SqAJ8kafnKhLY5yg16fyA2ONxpRfRMNF3ueVg
GwzzPZcxIVxI69bIB9QV/hRIYej197FGoAg7/MreO0UYbUart+6NFpB8gSrtMIrMuiixn73qiBF2
DseS65IxeDEnZ5ED4y1Jtl3JQojXYG7x6avwJUnBYgWg6tq9KObTNAo6aSyVbNwgXx+lQ0naYr+K
tRLmdCXezbb/DkEzrwNp+CsrjVECa8woAKHCKlSD7xZn/N2u0cVHvFY3cRan3LeTvmxKbGtoTnZp
G6mHsmWT4BjZeQKYhgmGTgvX+ckyshY3Pxup2fbLdWMNxQFL3kN+Hj5muVUVRGfOhMGyMDKcdG35
mjTORZzUJ9H5wR9hOfGHUXTFlTijipSnttj0MpwOsT+WtOW8LUYuOxvHWoYR6ieftfqlEniJAZk4
fPjqOe94kNfx2Nxs/QHm5KZZtLlYSXsON8DLwedlTJyyeSDINneyD2M2hgc6AGESiFURnwPy4wih
akV7KakJD4YvzX0xd7is+IhYWQJNN6u0Nj3MFb3NlKh29qh35m2OypEWXz5T98bntgGylPRdGm6M
EfiBC5RggoJMFLPe9sVRoBVCn8WJJUwAsQEClN4Alkl2aD+SURkUVg7fKvxVFNmuZ7BFAf86mbc2
bkIom72ifHboCvZ+2nSn2gBNBtmr7Fa8XxnNglv9DicW5wJ3KUCwunrmWNtePdqSihRdQD5pziJD
gko71LAGHi391MiYlBkSU5GlBcWxMKndTMqhdREDxtRDeoAocWL07TrbQoOuZR2i73Hph6gKSURx
gxCTVx12aKrDyN43ZRK99jB6qbAdf4WTKT+OPHP1qDMXy0WzVUi4XiG6I3G1MRjLqDOmJCR3Ph0I
jYWr6NL8CPrKRwCedPtJcMeMfa+/o8rut2qT8+6QebZAvJ7/Qg8/ge+b0F5O9THL03YRWmSG6qLL
VnbVjHttrp5aoWnX0kSaJdLE2mbObL/JsHnOQ2BRSNSQeoUpA+jZVv1FpeSHgtJrGxg5+iTVyddg
9nN8TD5WtdkO1w4r5JsmqrcuyTCl61T2XVPjAs06Lpwxj3ke63zRhKPh0mvV1yCI041JmClqAIx6
2K+bU4ULlw9p8KdFDXLcGxBHgmok30gPnH7XlOymWnKA37qh/aicMN2bSSThhmWShzx/b1FkUxXO
6toh3St1bdDXw4L4C3XRGnO5imVvH1pE+PswQqfVa+yb4Z0xGE84xHqs3xLHLu95hCgvQHn5xvX7
kWMkWQdRhnRcUtsoGuE3FVxj2dr4jGXzyQGbNirV4VJOorhORWmRn8lnXRsMTUfpJ2fNgdzR9Xl2
FF0oFhQDEGDH8ibw2iJBFdPObAkOUutH/5sJ8ZsaLAJnDevZNDNgVCfGT1nfkFCk8Bq3RgbX1MNA
ArnA3KAy432epsqmjY15M80M1ZsJ9bBr6Bl8ekTdp2HIQXLi2vFXNrjcnQYvjcXTjJMpxbpFopdV
E5LY4s+0xvJol0OyzRs5LI3UqW50+YQzUWY8jvWQ0RqxXBrD6WLEZXAJClu5Qe8S6xlJ575VSRMA
avnwk3GXYhaunxsldD6dbigvUUGfSIdKi4yDrfDsieh49O4JTl2LAZfahrfS8hOWNWl3g//33QgH
c4dewgGJg6ro3CICVGeCvePDArn0BOGNaacTjFfI6HDabCPeEqKSP9Ps9u+TPalnHwDcPhGlsWTC
nj01oYx3WMBHN31kcXI7ZOsmH7uTBfiB4ev4KugLXp0iCj9s2E/4STRryaPJ6pZXzDKQTbqD9Cgu
RdHdC9wiWp0IbP/xuHfUsfpMZD/veM10G00txXvUsUR7wJKfgr4YX0oelteyNxxajpqqLgw7gitq
5aUiY2wZmU16RH1JMCB99KcMKQjsCakyWrdjb4l+XUwy2Mt5ZDar0mjndpjsDMvCV5SZl2yMBSug
loTGTCcjzkf50RiFfKNDGY9jr5EdYwDVXbfcw7uSFBREzvV9dtiZzKbO3RlAN4lGRO1OG+5Hgq8P
Lba4bZeUTDsegd+EznSLMjD8hZNrp57E9mVozc+lkVfLNg90binGCVHdPnFhE0JbS+JctKBEgx4Y
9hbX6SOgG0KEEKa2tcb2LNJOW1u66F8iQKBLrXy8VEgcAtlJiGVkd9Xax4NxLxx5IQtO88JcD7bk
N40uVArbM2yig6MSQAHGUO3o4M1xi4G+XlHV7lxbFli+ODZZ7g+Tk3mhVktkn0FVE4OUpuQJGSer
ANxak4O0lJr6Wal+sAnsCPI4vwlXj3u5ieuo3uAXYctboctCiJ9veZ93eyTu02XGjH7x7aTeA0Kg
99SMmkIjNHf88Pkua8i8N42yovDU7xgTjKWjdrtISyy0jmp3x1pL7vUQKXesz9lVVXGnQbwGWxtU
4mNIptnLS+BLUe6DSBB6YzFSltGmsoPgqUnJ8cMX94MNLNzjVJxgnJcWC7DG+EP4oPHwSiX4NRkQ
7tKsHpCGUrQtChIslgwtoRnxLO4fphyqzU686fZcfqZzxS7MZtK4YG7TEAkrq3Ndl2xxaYMAlVrJ
Y/sWiWBjBTghSDqRXyqBJWwzFHMJx1BS3uARk9GAuLSa6n6Hh0v1WoiRCxUzg0frmu/wJHSvWVw/
SLmDPDdhpa1TDTekapn+C69k0s0NmXzGho/Ea8bGVaA/pJYv4j3SUjgxqo84LELwWtkGPie1QwBB
BUzDaObpAeRPvxeDhO4DEwadxKzsBi0+ssftlzmpDaie5uEBJ89JAQ0IcwcCoRIB6PP5NiR1QSwP
HkiBYNXAuFmmGhM7dAZOdo7GSGOb90AdxA3eWWmYn3VYagd7IHWtGkt66GI2ELE6PLdRXOVvBOtO
R7Xsko1eqwrWnKo9m/hAjtOU86SOOfrtfMrxbGBHa/BSfUwinBxXKyy2Sq09PY3EE7ySDYkNgeyf
uyA+THfBlNTHFD0favCIrJ7JmNa8QJBMofD7kWAYfbfNMoNEMjapJCuN1ya2f3xLnw/ZOA9bPWQs
45Yg0ddWFtiriJhVvOERObW090dZs+eFftCvlDwbljJQ7Jp5zlA9wthyexkbinJhZsocDEPwxYyn
6BYCg3eZOptrtRUzIIRcRl6cqfMC2gRQI0K4LiTVtHtFV+1rCBXn4CQSrLyF1nnAmumWTo/TVSED
adXmvA2deMCWSt++GsseUL0sHqq3GP9jC4umibGd6KAFiLKoDN58usEuReZaQn8Ko5bpfLdO7HZ4
1hBJIwQ3DBxjvt3BVe5C/4LTc1oqbTgjZHEeY86EmB/eSXhEfgqF++8x22U2wUAH3Tqy73BB9DOm
7K7oas/ABLjozYc/G8bTjTH8WG0ae0QExONLlEKspms9oK2d9azdBnEY0ByF9VLPumheTVbffMlM
PurnsdM+laYN78CnSYrlTTM8h6RqMIoq7DUgLzTpGnJA1SwJKxWI7x9ceIY//mgSjwpVJUacMn0O
QaqfuoF6U58EFaVijze7U9NlRjLEnwKP048aaYK/hqV9oJNVHk9NfxGydA6QihSNxh1rgi1D8yUo
6NTBzxpPamX1bNTHYCulwni8EwyMNZWMJvJTjTXkY2ynjayJSW0udlpYK8HppE81ScWTEMulr39k
khSlMqLoII88f236EXk7zigvq4gabKv5gH2O/gT0BjtewivIidxQ2v6xo+6gxLCAmBp923V3Avad
YIiyau08G6VAEKiBFUuGeRXGiYrcaU4WTJ31HTl4GJI4jy51AWKpiQxbUBeMFuwXMXKhj7xcqVnK
i4iKXRk9XhSpctFxn7kUr/deoj1BexsEyntTGFROxHK9Z3H1EwDaYVhha1QgMax4oWdPk1ayFhZ8
4pQRlSsYZrKrN9obNlLW2U5hp97gJ6iioI2vlKKl5ZUJfZXMyt821dLXOY42usmlKXFpLEKATts+
C5G9FlFE258bNVt/U/ucKq4LGnNzzbV9GwXzCIM0jQXDtOPcVtSBagN3l4SlS9RjikgwpXGS1bc6
D8aXKjTaRa1K+RiYh56smXTUzHzP9RCWh8A0/aO0DbmsNHFlhv5csetdlYrybE6YE3y7YrEPHI7n
KQICPNpnUjX2+KDGE2Mbm5NGLzp2/TGxmvS7FVyInVWOMNmZKOAdoQ3CFbItAzpSnWQoKFJDv2zJ
UbnacWJ/aBoA6kF3qNxwVm/HZGw+jF5HG+3rOq02EWu49PObkZCSMk9Js1XralgJmr2NPxfKA9uh
r1iZOGcZaMiYrMx3yfGxnnLTeaQx9M1VxXHKej4eroXgoRxmW3NDEbQvfoz4g1YofR2SxyUrEhAx
mTYwXTMzzUDTAZDDjRQe4krXm406QdAF0z6s4xLgkts9SN5RKD5sjQFrMSGBGFry0ystV74aRgIX
eEg1wAEOcAeLZ1eoZXMORDavm2CKj7ZvDvdAc5T1wxiEUtaImKJN0ljBOfzbfU5IduXE58EOuyVW
n3oDS9q8s4gq1iUDu11rWNGmdSROicY0t5nGMNgvksMgm2A92kykRYFBVVMz/1Cnw7zreorJnB/r
z2xb6PFwSAI+thqXTRPoRVYFQISV+DoWIfda3MkVZDj/GeU3k9q4QuozhahdtLke7hbiUERScHj3
TWq09BI9TwJuMJRVpcZ97Avz2KfmpPKiG5AMEQc2oZzWMNE1vUT1FpeS2g7EnM6y5sgSjKFLltun
NDH1YFliCUUT2LxbrQF5BE+1gXE4xXTNW2UpRqZIaj8y5m4666waNpcDNoSc8FgnhoRdHgmDYBYH
fU3oyc2Hl3Q2G1/bM5DwSRPDX7UhTyM6Mdcl5rXqontbAgqswehwiSnEKxh2BTagY7ruGnl0j/r2
1vlp9gQftsXmq1EfNZpPrZ2OwN8Ck+kmwISCt/5UrPuoE67TpsXxYfbZoDeig2dPdbT7LD87rS0+
9VBh4snIY7zGxMnDLrYJrM2HfqN0vnUYa1gQld0ZTGad8EuZus88qYAy6kZYvzCYigPPMWT41EqU
WSZorF1Z8iokOQz0SlLAFcCeXHORlc5iVnVCPHQT3QbDXyK4hxigUY9kI6AS2tiVfgEwMXxXGblR
U+8oTM/qN0enGXFVsyLds2u+iHIetrR3E8NIiiTLScl3ZO9bmsVRN6n258RCcQUDnExiY57GpU4y
EqIzvhHDm7qGrE3E7zAjxc4fLGdefn5ZXlgqZ9e4Cqj/nUQYdxp7KQBtFfJ1ivGvRV4V9HnhNbw2
NbRFoxl5ug519DtrOyYqij6wg7HN2IJ3YcG5fMurLmcnO9Wi2hC2UdJgAXhqlmYX6d8YzR2WtK3u
92cB+Ygoe1+/ApHTAf9k1gCToNDIBR9NeEGeE5mt+nDAQ8zX045h0qAb16at0mLVEL/wXNS84ZlU
FnCcxik/s4nLV8Uog53CGizYRlUetchtoE8tSAyyP3CUkSbFbp1/zzsCr3j3EKbGL/q1awPkpbNi
75iOdReuTOYLmo0iT8HRjmKnSm/K1ITflulcQBhaXxPLoaUeAq+pc/tcc5BcLY/sdNGw67hGmYRb
4Kv+dNCKuWQXrjXGXdF1EnJmMki3ZVqL7mCmfvGnIKXmovYmT31PxzZsFd8yL3USiLcoHAx128Vl
fIlpYNEMkYOCxDG1CembnaI/CWBX805lwOTcE2HXTHVC7oZPQ4AR9QaSxZqlcAiCJpCKtQL3L+0r
+FM+xI4JWsirWyTlqQlbhYkUVrAbbHhTkjQm1P45dJpa2aatCMLvVhEdTZrC6TGBadCiNMUvfCoR
b6Tgc50NvX/qpyCC6kJpttH6Jn+feHmtgL8hJstaE6VeQdYtwoAuIkUiinompwq+RamYKz4wQLmK
WqMPg0siU/1HDFzojyvRrEl7oe+rNrZSmSeTVmE7tkP3RclL+phRP7bMTboQQ9IuQAIglzKTGjgM
0+JiHtQN9BOSuyPyN2pdZJ7aG9Ovw4vglulgaTxkBfLZNi1xSSiqv8lnEvd5GOxXlew+KLSRJbHX
o0wm3C88dDrYCVh4/ndhloBGyI7g5uqMYT1VrGpZvZs4/Zu0OkgSjJl6VUx+XZtR89HqB+Onb6ps
01csp5KheRV9x2VqVDuzqIC2NllT3duRTG2s7oSxhqm6aJpHeTXo+ntRjJ9B2RT7SGpkm8dmi9LR
7s+THzLniQKqXW5oIrlCik09bhkJ14PcqX5vr6ucR3boqXozTpFHuEJxIYJa34SKLI4gCTnCCmlK
cBnafCE1ZAs6lcEx4qncZpb2mo6h/lFJXfuKJecnUYrwPrKkPjk1+rXSYZdS5URREQMIE26Ok7uV
9POW3cyNsltHDE+sKNQJ0gQSUmuOeJXZYnX9ZO/xjdobTr9168i/e5YIUy92AUevyAkrdaPcKBad
UmKuDno0DCR0QviMLfVf2Tuv3ri1dE3/lUbfc4NpMQBz5qKKFSWVsmT5hpBlizln/vp5KO8+raI0
KriBuRjgoBve7caWFhe5whfecAA1o0GDytpHK6+iOw8jmwsZLqwD7CG7QILznhNJvasLlLYafDrA
k9XkrCruV/QMtcnGM5w8edW6A7BBeXo0RAa3qtnLnWneSjHG4kM73riF/BNJ5M5b1AFFB4Vq6z6V
x4YUTdi0FwNlJbLBdUZKFEv2bgoqhEJcQddtISsyZrRKih+OaW0r2fB3EYx6Mm6tMNYjh9ey59B9
iDp3XNdm9jJ6KkcGh6O3sFpDvcGhLVti7JfdoQhmoj7TQksgtJk2XRQfigwwgGH4OUJEGtvL0wj2
vQ778KL0/YtSKdQVhaUfpeah5wU8RlnGVtnj8d7S3B3gBkCzrrZsL3VLq1ogP0QQH7MQ8UwcrZvB
QpILdY5rTzegXmlN8+DHcfBaZ72CspmGr5rd9upFnRfZjx4L+9uOIwA4n63ctWndvoJT6F8LOzO3
iRTiwkxLXNcaJGRltz+XVLYZblY3nqpchWYj7gPbXXEroNyqavEucm3gjmAbLbUAccgzBJtUKvNL
WlGoGgjwJ5qkRQu3G9WbMBxg58T9C1K/zy1AChkbNDvdjnF0Z+AJCuWsKq6oWyI3gM52cOdWyrln
QeNe6fgcndl9D4q40DNtPVVhwWLQYg24P7elmsKgbs2KbnBPL6DvO4APOjpJkZb5Z5EXfrN830cJ
OwrrhwimLZynSNyxNIAjFnqE6qthbLERhqfVFjxSO5rnDfgxin5CRW15BACfgOmU0TUpF22C2tGi
sBGUVMnKL2zd1q6KJNxYdVU6gyZ3z6x6yRmJ0G7DrI1WtY0auY8PGpayGEKIjPBDaWr9uadnsDU0
bHlpACnQmmmZ33pS5N/SKuruBDX6XVC5AO7rlgihiGC8CPSxIKehW/6Y0UrAp8P+JleusTddWz8r
M7SApcjzf1H9oB7r48eiLLmEUporWSf8nxkwGHSQgmRMz61Wx5gjKneZwp49H3kZl73kjdU5KBxj
7QXZEK0rJHAQOAvCpUSf1WGV0a6qxuKW1eI+oZCIobRf+9pl2Rg15TxdpXEvIQRI5hM3W8QFzJ0y
aatGkm5sJQObKuRO63PDCJrgIUFjai+P3uQ0VYpNhMXbqrJV+GJ1XV6kCs6Ym5J2y+AEhZwqexzq
fB3ntLzz0EuKdCiWNExDPLZVWer3YwFyY02HBBi4YY7nGCCCdFaQhmrX9WhowVMoU82GLSj1Qbep
sfGrXxOrgfLnKqCbFt0QF+E1bthqfcHM3euc6l+wwiy+UfhKJDXyg455pnWtmMh4n0tIOZCp09xt
g5WdyEg0UrbCrGOfeb2Q7jotENZFE1lNeqYnGvAhTYrhK5SRn9Q/6kHVpUuwZLF3TSu3Qymh0PX6
ZdDtNgIGFqAl+m2UChdWhWKhzgiym7q8nC5a/O1M/9nOZSV69aVOclc0fenDxtG4FUSw+0YUI/IE
OWUNDOASNByq8ZCq/biULZDXAcXlW+oxI1hooIVnGOYNBySFrK1vVaW/G1y8SJxaAT3T27m3Ugo0
mN0G1HsbyLbTyLp7WwP+TZH6hNOBr7ASnYe0yl+pJZXfTUSkn4UkYpPimWpEThoO/S8qFMPPMe+U
fQ3d+rlVtNrcd0mWIzs3kGytU0zJ9X2fFay5oRKIHga+tMwziAkmyChaNi6ysUDVJHmTiG54NXzS
pV7XXY7rAWdBZENaW6zQV4bK0VtCWdcWOVHiNflWcJf0qyQrBVdhQ7vhppZd9dVCbHRXIgy1jXqs
D/CiKweXEgVAzGwxYqBsXgvsvWqcI1VkD5Y0JcRwKYI885w6wUUA17u+C9RvTYEKIGJOStQHPwF9
+lTTVCMsm/ZOiowsvkRhVvYAxWmD2RRXOQqQeGOEsR6D5IqtojEPdYBEx96y7chee3kXEGJbVt3c
6GouayHwQlmA2Qcn4lHy9xsXVNzK9INsM3h9/GiWamU5dd70lWOiFHWgpN1VEikUVrw3vlbWS8PF
1BkTqqc0G5F66bzJCFqzqSINDtqyNJpX2aAn3iOHYxw9VhXJlyzrVbzFMQ+xDFysXPyXWxvhT9J6
swamEWced6akaV69aq2sbC9DnFujOzBEWg1TIHdb6eqfExL5/wEc+zL/ld7W5a9f9cVz/v8DKNsA
yPwFKPs5/hm0v44tP6Yf+Q3KNtEqECZ+HjJtG43q63+LFZjqX2gNGCCscXSlgf4OlG3+BU5Vgz6L
IAHFOsPkh/5GZUsyvjUIvPGTQucHDTxq/gSXfUzUNbGWsVHUNmxLtk3LsvUJtP2OyhoM/RAYVS07
RBq2cZMRj6HjAXVAiaEQmGUZnCn2+bsX9IlUwbHRCGNaigYCnHK3Rfav6jPSv2v3fprZHl3xAs0v
BdNYaIFqvfp6FPPTYXQhZMUk0jbmviaKmycaopCygz72QjW1leZuK84m6PwDzhRPWfQYxdscaGS8
L8ZVYS+DfClH9Ozwg9gV9xBNJXNvxIdcwlhyiW5mDaMKogkBlk67ZommLAlvhYcrZWOApwSLygqM
gHWuHGCim9mqa88m2G65MODv+NBGl+Fz9FN7RlJBjEsJf3sV6dB1CFX8ZXgpOjDaDtVYHeqwoTrB
eGba5ynQb3Qv+464C93ZldlSNHHc34ZRcBw+Nxz6sA74JhyW6GCgnoG10YzS3JXc5krLOihUelEy
7ix+h6ZRGLY3ETagSzF6/XIYjeuvP9Jn30g3sVOyGdzQtdmwcZqLIfMYFi3Ifk2WQP5vV/kJ8rt2
TNT+veJMVWViKHxM5IPjVd5WKmZdOl0639y1pVOYjp5u/OqiszPIZqjKLXL0No3yOUkfqvigiMsk
Q2iHs57lP4BgX/aLUt8pYF7Ri70q7ccI3k4qX5pIQpqEvZcBNu1YQ+767mnQ7o2EMln75DWHPvrR
pif2z6fTsRDw0nl16rSLjqdTDr6JAUMoO56FbNglaA9EMMK17513gwytD251ODG34yUsOafHY050
V6Hgr6xkQIrWBr/jRF77xVk8PovgVfJ3baE7sYlUZkVOeR6X1SrvdlGx8hvHDA+27ggNmbhyaiZd
Gw3gNG6xZvf1apgYIO8YIm8HA85ZMmchixCPpON5QdRwgWgbo4MlLLlKMa4p6COPbE2Ku03Lbin0
E+temeRR5mPadM1swSGNdNvsXWoCV5tUFRjC6VDnA5yrIvfgCx20cs4dWoCxCqJmm9kch02u+Rtr
NJ2vpz0t8tkj6KZuGIYQhs28ZwZMaPbnZpkavYOWKfUY9VxDlS7B1RQTFHnz52NZJtV6SEBs97kc
hI7bqgziaXSsAJhT3yxkyzQBXGXApDq5XX892if7jluMqw9+kUryPm3/d7fLkGvIiqGF5qi1do6M
MNhrkGGLRBUoCMTlQ2SayzCq6E1aJ7b8JwcLI5tYFhmCS1bM7rW+x8K7qAVTxImCPlgdbobW8E7c
MZ+MwsVuG+xDRVagSx3PDxwcvjHM0fExD100aUE5X9eGE+tDmX7NbIHgq2Db3GWwuOS3m+7da4wQ
t0u1hr41XIGVRZMJ3JC/0hoFVjclecSXL1MpAg3Z02+W6u7EIf3J3SAgZuk6B6dOuDIT9Rjtjrom
iCKHHHVqIz8XNdAYeWiBlFfDsPdE4LCCT4z6yWEgFKIDBWUmRp1HJtTIgKfF3ghyr49QtleoYNsA
1xFioQ1OkdbNF1+v1k9H5FQ1ZZWGvyxPR8X716wUkddhdeSEGZ0RnT4bGZ0LZ3dMlGUu0WrD4No7
8XE/2fxvklViYsfxn+mh3g2auwk0nLYfnES5FCVyF56B9k9rZ6+DpZ1Yrp+OBYJ32vdsxkk46/1Y
rt75uGYwFi2NNebK0irrUQ4yQgRGBkk5sQU/G42RZFsQ43LazF6nWwexF7NAnKi5bwe1owed0RVB
KxdooX7iNX62E43JL1E1+C8H6fHUNNnr6faRM6kBQFcVHhM6KiBYvl4hH6ekyhoOeZAhdWTt7NlJ
3Xhj58k2o8Cg1Vci/t620Y9B0GRUteDEzfTh7ETeTOi6rVtCN3Rup+MZBYWtNV0FdtTGeHwBtafb
Ns3k6h3JD0OFq02pjLsKkd7K8PdfT1OZ4qGjA4exDeqGqolqNgf37PT0B8iSNBmmACN4Gcv0vgph
afbAJh3MXcHLI0kMJL0BjLlucYdzyrG6BwJwanN82JE8hy0LU8XRxyIynX1VtwdWXHUlbuFj/VNl
d6xyWd8MbrSJVCB1gUS35j+YOuEogYBBNiT02ScOC2tM+raRHS2irjZhc7rCvjYggVBi1FGrDdTr
oMm6hS0Ki9Ky/oqYL1WiITr1JNNIs48AdlyQ/dlIl+v27HLBykZRTBMEOwgTzO6TGhKkKu3lsACp
aYnLqcJAlUKz1raM4FDfSSuMGfbC9g+S3vongs4PlwAJJ0kiTVJN1jmPZ5cAkmv0EJVwsuHDITHy
/ek0XhZoQxZdaUBO8fdJ7r9+/TX0D9vapjJsq5jskByQ7c4WouoZPWbq1uDISgZZ9rUlQfC8b1n+
iz2DdoFYwKJwYaH7q8pY2+NDYhz06CBX3+P2oWl2qvTdR5Rp8kvKF9fBJAjVbT0EY3GHMdPNZJ0g
fgGDRzFDR90mvnV9mCWrXN1l3kM4PLU+xcjrLrroq8uvp6a8nX/H35dIdwr84GwTPIvZShslQwlh
33DdlFtd3ktkn6b4OVhXCf3dsnoqUuC+BnqXd1l85lpkrXcom9D1TXxSGHEouwcFZLJXXOtgF4L6
m9FsavOblW9T0tpsA213sNdFsQF3Aau/dTDzhg6YS0tvVRhXXrcq611WrVETdcNdrOFfcZ021xIu
JPFFq55p+XOWXqA59dRHW42yluE0BnZoaCQ42rf+KVbXTf3Y+rdxfAAKI5pz1AgMgWqB8L/1wbd2
BKBPW+521HcaYjfBEiUq0PmduxpuJkD3uJA7IMQ1KKKrujxT0c0v7jObejzr6q57CeGYBDepuwq8
TRQvXYSQ73FcSuUrfzwQjsMloitUjSs7d0CKkmYL7QxAuIUKf4puEHXm7t50b4tmaZnneM8QvkjW
bgpFARgU5hkQQgtv+ieofT2MDFBRNVJyDkqD5xgJGc2lrK6TCE2JRQ6DTdrDgwrhNytXvhutg3o3
tj8S/0efrgZzAZwDgysd/8IEpQv0OBTEsi3tWTYuil0EdBL2Z7ty+zNEFxWBxtyun6DTJ274jwcm
a8pkz1NakmVS3uNLw+J2SlKkvR0/0+i9Keh4lF648rB8b8MYdwXO9RN34mdb1CD+FRYlHd1SZgkU
eOesLPspxud/LJOWfocVw3c5sV3eqkLz7UJkJqMcwM2kyLOjYMJUFNAUB6drL4Ffwac01GvMzKAm
jC8II1ry97y8G5qbXv+p6b/QvaUrsrWgt6nyzq8cyBYpzWcoe63TWCsIfDWmkfamm5Df/lKpHMP6
FsKXTptV237zr6dO2Y10luD4Rk9j5V+TtOjqAkH8EZEgb2/ik7rwjbV/Vl/UwoHIiv3fiIfhBoDE
obhVUaaKlwZCLoGDE0N2TUkhs+H9brxDG5/nzRY3F7Rmd8g0pbglvLT1nRXcpoh5DK+Y+skrunYI
4sDAZdNTcl8MBW1pPHFl8ZiPLzCzhHtWoQPSOtZwCODxVLB4vpXlIfe3qgKy2unbWyoClrmo6Xr1
m2Z02u5CQ+kKUyBokhhHW/uqeqJzW1+742MW3yd6v9DZZa3y3YI/XSfdvsa+pEWN0ZCewZ3r+aVW
UQ4DjVgWV22yz5qtSbNz+Pn1F/8Qa5EzUsimxsEROf3zeCnXWR2bBXwtpzPQZBdB+yJK5LMkoZ+N
Lv3jPx9NUbhjkMewyDlmqwuTIL2twA05GOQtQ50qXlcgfWOCx3JSmMJfj/Yxo6PkSy3KspHBYMfa
s9i4jKqpOj8M0PQsGu0JYHhPAz0MlhSODivPiMwetlS0pO16C2pAnLh+prc3202EycSyQkF0GQjE
8dsNzTzzm4j59nhDLaM4AJGm2tWJXfvZKPRGqC8TLBMyz0Yp5Wq0IqsAlpJZPwNgZAvo7qeS8E8W
Cr9cUw3w+NOXm92jamy3mg5e0cFIeB2PpTlRnaBXKJh7mNaonvh2HwOhaSyKRXBQBYWNWVgWFpmd
NC2KimVmAN2S9rZMGY1sB2ExJMZTANmm5ecnDvb5JJGqx0RWpexP1R+kxvxgz92xEHDuMLjtnvKs
g5dqXajjjwLB/BMTnCceDMUwKnG3RtgNC2i2NNo+9YCBU9ZWbBx7RjgtIEeMwr6fesiqu2+D0jG1
YFh/vSnmd9fUFbCYGr0BjfjyLSl5lwnjaqSpgFcrSDectGh5hwtkMgyaZZDQzc6RR8k8MeSHfWgp
3Ja2INshzCb1ny1QzZdRnGhNCusip0MrlRcwmhyzGwDVS9FqBCeAuYS6aZoCfeJRObE/Pn5VlHcY
mLoO0S2J3vGrDmIJWHtkZ44NtcYMB7D9GWFTOVBrqEf75usXPF+5TJa9yCVNsYpYeh4cUF4yXAy7
ckfuL6sOiqQMGNXCAR0yiemvUS34XqevX4/54aOqJLEUrzS+p0rbajZDSKn1SCCLgqHVl4B8UD40
Qbo6BTyHZZk3r1GSBScW8Ftp6P3hZqkaoQ9FB5IAhI3EbLPAYJOUrHETJ7OuxmBN7xYfinOrvDcL
NN5KaSHnRIwglErARzZSbuCBknP+Qlt07L5H0RrjER/jRvm7397Txqf5vA7ALQjsQrML/hyycNXZ
pLz4nKI7yL9r51eNcs/vgDbCLxCThU61xmWTH5US3I7c8zG7//rlflg+zNO0KEQQ8E2l69k8sVmg
8W1FqTPk5a3bldKyyHW4bT0CesJAxf/r4T4cDNRwWDlTG8W2qUxM3/rdBu27fDB6vL0BIZAGghEj
gLCBfebqKo7j1xGjyGUlB1dtql/9ByMrDE9wq03lsuORRwUQX50VgYN95i9cDXC06AQafq0vbRB8
X2NPgHEYWF77xMAf3zBTpiBIxZzgQFdn5wMu6lGlYUxCl1LeDPLkwhKYJFtDbS/z5NRN9qEZYfFu
ea+KPtVeqLnOdkssEF0X9dhD4K1oVFUOVqHGNqn6neiMAdPhfp3abXqgUeY5RlxlDvS7E7vnrTR+
vHtomNEPpdrMs9CMOX7ZWm6KPil7HNqASyRINckSWMJ7pSUaVVH+1oOVDDJyKyveXSvRPaXDGux0
RAnTeMeCHzPkGuUIhOpqiIBeIZKF+ZEHtQVoGhskvfXpTFn1Wjau7GJHYk8eCgEXvxeAJUBcMBUq
nmm+oNXJZuJPNqGCGkVJgQNFqjF+6IJ1DRWMiAcPUQY7d/nVyHchKXJizX/2ScT09TlHaFLSSzh+
G22oWF4CDY4y9CFQenCGIqnPYhIReEHKskvlBWoJwik9cZ3VFdQfLFxOfJIPB/fULAdGQCEV/TTU
zY6fQXZFACOJVEBpY2kxImvVW4hgtg9mb3oQXREx9aT111vu48rnJhaWUN/6wpyjx2PGFrCruiwa
Z6xHp2kQHIUPhPyBTllElxdfD0YTg193tOg0Sl0Ui4FIMCy31PFwXdrAgZS62pGvtZfshrNFfkAD
xcCtybuGDeEOK/4qvaSQRWhnlk6G4TJFH9zNo6UaLSp9Id+PZ96uTx0lcRJ0fMRP/mz6x8a+BKIT
FhtLQZKx5sCGFag9T3RrlpC0VAUl1h16+nAN43KVqjfZ8NQj/ekPC+gmGT1RaZnISxIj/gRuClcJ
+m6I43yxxIs09B2AWYWg+rAS6hK7Nit1zGY7MQIR4te2EoZ4lDL8NRT5QmzccAlhYoq6XTgZi/RK
uxyvamiXOL/cmY/o/YJA8NEklrZKukXZ2NY3uvcztSAdbqg9jweblK5d0v+gqKXeTs7Nxhb6amwf
crEuy3UZLmvcSuRdXq1rZZPKkPIPSFzWwCttqD0b/k8EGpBRGNXNUO/QxJv0Nbt1+L0KLzVvj/Rt
sEDl1j9XD/237hXHze/qBmfxXwiutZFYeeIShZluOM+0GlzyOkLVc3hB4CKPXoLkOoFYirjxFTA1
T9mDTkPEHGsq+6d/MZ44oT9cStPCmXQDbZmwlS7c8cKRYiwZE3dk4VQDy8DOYWObFHU0jLWVXvP3
I2J8y8BUPQeVKWN3YuF+um7pbrB4p2r5vEgbiKyHsqrUDp6Mq6wMF/D9nW5oNxL0Vr6WoJfTQgME
5gtAoE2SP80LmL4BFICaj6lbFOuPp68w4dAoPZaaVO0TfItApTa3UKepiqT9icE+nEPE5RR6BHeT
PB1HszPBCnyzNiv4eiF+xttqcC+o0K9zSIALbYifvZrFEA5Fe+J0UKcMbnY4MC5gIYt70aIVcDzJ
JAqKEnB+7SQh6FOlxRFYT0G1orCobzi1k7NAaBMGQlmCH+gv69hAtroNlCU90tFJCNNWWeyfYRRQ
OWmj/gJra+2J21Rk60WLfWogUV8MandZT6qyX6+Rj2+NEILFOUX4Ojbe0wp+FzbBa8JG2sZXopWK
s1I0kLpAe3bEjFhqTSTm7LELT6T305c4fmOMqSLPNUEphG3Nbi04nFaF4lxBmFaghyv6jWE0+7ZQ
z2jkSByrySm41Yf7QgNDQS3bVhVTJUudzbJ1AVXrLZAoCh/1PpZ+xKhjWR0G7d1Q3P3pG516QcDI
pmWo2PJsHQZZ1laY3GWOxF20KWSqcWiScM4g6m42TurZ9p6wOD1xJX58qaw9WeEGVi2DUucsMbaD
iciYZhBF1baAWFetgNvImxgjd0j5CLqF+B9+PdOP4YfGgplqnrTCaT1a09Z4t3hSUSmo1ET4S/Ut
6s81VcaupaZpjI27S1Xwx7URd2jBJVioNGqB9FDnL1sl+uNjFg3YCaVFrmrr6jyPgwGFBEKhJY6M
X2lfQ0bFEBhZxCBZugVWCQVLuDfQTxbj9dev4OPCOh559tbh4jUmWjeMbDpmb7mrFudmCJrCXHnh
idf98TI5Hmu2bXLqzybHGf7ihfQd11OEPhoNGCR2bfVhrM91NSzWiqAN+PUc9Q/blXE5VjkKqJKB
+Dz+ykkAGThvfIqASK8um6GCnSil3olY9rM3SVhPisFFASpytkW9EV97yVdTB/Lw5B5iQI7oUIzz
ApiJ/imwwSdL19ZBGbFwNfNN8/d4UiFwcXvM4FWHffwSGNErxAQYQop70XFzZG6xyoip/dg0d3Qe
vS2t0N3Xr1X9eDtPjyA4ADVEjkE2Hj+CV9Ks5HJEaaT9nvtTOT01ffr2YXoO3xqljrINzjIU9xa1
rjzrgwQPm0YASmKYWwO1P0c50loyRLlqGoGqbkjMiZdevvQlYNqoMP7xDcsDIzTDQiP14rUdP3Cj
iVBTgMU6fihd5m2xVDw9XxtlhNnhsKZc1eH9hHnT1+/pw8LQ6S9TEgKMS8ldGLMYypJcGFhVGDkT
T3eNhuF3qeuXtm4+aklk/SeDIUaBSjWZPDWa4ylmrgXhrPIj2Pqlx+0d0dOIlKcmR66Ovu2fzgx8
JPLWJG+ITn+AGoNbkrvSp+GBcuOPsqjSbW7ZGyi0Tqqgx/jng02IM2JRbarsz2bmVg3cUAinDvXL
LRSmjXD1doH0BY7FgfH69WAfLiNoOyZdBOIx7lt9HvgNUg+oDR6tg0gmRacQjf7Ctp4ngqWSmO0u
8TvjxCmlnBpzdhlJSIOZbUA1xHLBPqDlsMlydPSjtJFxsUfBf+xpY2OlECnYGSs+Frm+au8jQnc8
nB/HkeTM6CX9zHQtNC008wRu5UOkxTsBLECdhoaRIc+Bav0AKZ1yJEIQuSVhzKPFl2r9o8gw8M4a
TCwj/8qKu/zEKTN91qNYC3CPPtXlGXbKYefRaW9AF1RjJObYSLtYGn/A1z9V/39ro/57FItqkGag
lDSRCaaFPEdTWWCPPFVF8zKK/XwtBxnAXp/ytJx01/Cn8h8Qc6/hwCnbQUKtq7GVn1XUfBv08cz3
UW+SujGfRHaeOXjzXSdPYjuKdluVsFi+XpnHl+jvJ4XvTZBAuY5lPjtNUAIuO1fyQ6qSxoVmJ4e6
cFHdqLxwl5Pj2tqTH3jngTHoJz6/cvwlGFmlhE5FfZKshyA6L6f7qac3tIPYE0G9DeG3Y1U4bMsi
fnPrVTcyqOhKgCh2FQ/n5t5fBchBZrtUlOV3rxsfvn4Rs+7C2/MYNvWT6VoHOylmF24fSp0poyzt
II5iIP+Jj4eFu7RZruwKfxAvyzZjbX8DeSMvEpQtT+zX4+369/AUjXTYHUTJcwRl4DZ4YoQM31ag
GiAw30mIco6SfAUpD/50K/UnRjzegP8akSxN0LTFjny2FfIepT6aCpPaYghCTYwmJq/LMbMQzPMH
bVu0qKXA2f+94v6HfPRPZcrc/u/ko6ugfnnGqeUfuyp+Tn9WR84Q04/+JiFJNA//Mk1Vw/4PFQ2+
jPiXZaqkaDCKWCMmuT09hLcOzd/eEJKq/UU6R91Tp8RCCVLmwP8XD0kVf3HP4R3BD1H9gFLxv//X
Edukmv39H2mTXCHaXVf/9U+e7N0RSngGRUdQZgXn+PtGO44JDLsu8haZ2oPoM2mVNMDSS4/SWB/g
eobcy4lA+O1y/PdhOo3HuYR5LO1+g1rkHMxW6gnCabavHqQUfSfZ1+OVGmRA2lrjgMPAd1mBtZ+5
gMYl9ypJvkleAXe+UIfNu6919XvE9/NWj7foFJdOkNWpfqXQSrYmDtj79A7tG6Puqiw7wCxYUOId
cbVBo0ZJev+sqJ6rJHU3GtoWC5SBzG1Zilev6m7x1kbgvm/EITWr6yajkJdo3Z2ZVVgxJbpyo+ou
YpwyxNssoTRZauUKbo/m1F4b7MYn1chHVCm6UyaM2hsw9OjFEkbivissmibUo95OxHfpak6umoi+
UC8QHAWr2lDjGBbai8ACKqjWurpvZARf93q08xCywX62usb/obyy8x31VFPfCooTv7I9Jkdluany
Z7TsR3VVYvuEqpo4FAgiVRfZxZCdhwFM8GWM7ZC0SM2FB0NlhSRY4UwyyfoNOhuA4QEBGela/SmQ
nZLW+NiMB6BZebr1H5XvVIUHcxNUexTxdHWJrFIWL4dLO30w6N5pGcaze9ovjYlG5Grq7W8zikzo
/sYA8R1b3igJ/g8brQSRR4l8CTGENnUPCAE8ZIDb6dKHUwY2/gYNSA/940V8nd+bT9oTp+9AI/TK
hmpVLT2c6KpHMGLIAtGVRdFPwqLP2PxAHHEi1i+Ux+xaerSthWwvZQNhzbVLb6V66aF3qk5GUVVb
1i9BuShc6q5OcpY77vdC3k56C5OV7CJKNoi8U6ZTL8IL0i3HvMUmHvF691cF+yNaWP0iO/NAsy3F
bcWswu1gLkEbmXd0/jfuRt/4mxCC60XwOKLoPmzHYkf+ZF92D2v3wj5vztwDIDhxl53V6/i8/2ZD
cr5I02XtOa3n4KeIXvkSdfa12Lk3SFDhiBb5uJRdVFDb+o121WLkCqjWIY6NLu2nmGrz+JT8SC8s
yMJv1lTe2l2qm+4VBw/3Oj7vlva5vfNXiH60C2+Zfx92VMgfaDEtwe6tmOMORB8uSvEKKwqfdizY
x9fw1Uag+zUdpvI4Kp9ij77ROjujGczmG6/CCz1zeKFP6UYsg11RO2jZNWtlGf2MdhnqiRv7xjof
N/ZFu+p29q/2EB/sa+jCEizgw/jMti1XHm6LdGDLRXClrNLr9FqPwD46KIkFEeCiBdqAVMNz8ftY
+59r8J8oAL87WCeLpn/8SuugHibL8//658Vz/Iy/xfPR9Tf9yL+NkUDsANkhcn5r5f7r9rPtv0h8
KQ1oVO9h0k7sr78vP/OvKRuGQsQRTfDNv/Lfd5/811t8w2VqQdjSrQlyNLvsvrr8uHvfXX5wg7mK
6HyR9fNPotbpcnx3Zkb6iLpSm1cbvRnzrSXoso0eSpWx64bbd6/lk/vms6F4A6COoZmpoESPh0Lb
J6VwFlabWmv0rZkG35RelleDirDK1yMdJwG/JwX0gzRfaAo85qky825SfhRnPdlItZH10aY5UQ8b
qw3ylSmZ1TqjhH8Ddr84j9sy/xY3enT/9fDz4tPbS52CbsBEOtGLPAu9x6QSKoS2amMWUn872k21
RvgtXCOf696LIA03o1uEL7jhhHuzqaKzQh60BZJdmXPiSY5j4r/fBJk6PWSAW8q8gVy0Td5IKp+X
5BGdthoTpWsLRX1U640EyGYC52cwcv/Md5USm11UulPX92/cTuZOaQcf4DYiC3eRgb20H9bAd+ou
exhEZG7bLrMvvn7e41Ds7XFNE9AXpQUe+AOcV/RBHIX9WG/soUReXm1RvMZeCKGCsDf3mRkNd18P
+MmaJGCA7q4A8AAKP1uTQaTafY2hAuBU1OlT1aJn6GJ16kr1qTqXepwg/p4cLW3bgmlsTW2z41U5
2GAc5aZkVaCnU1FOT8NdJstt7aDgl3wzTTNdGThmTAoMSoJEbDlat0gH4l+UjFp6GalWi82UndQY
Y+I8+TimcBolxVXslfBb7jVFq/W9EUagGzR8DVby0DfpKsRNgG5qGI0IKIHzTE4sso/vkK4KzmpT
LA6CdV5TS+Og9YbArTZRhW0BIj/tUg/pDbhj5Z5I8Y4j1ukVMpRBCxWgimXpYpbdV1JrAxzNWB9B
Kx0aHcXXSc6tXbiVZV76hvDhQaKM9KeLhCWio47ISQJPdl7t8ocaWxCL9F0dkdcNYwNWsllVS11p
gvXXQ31YIxPNBK1c6iwmPDltNsG0RHCrrttyM/Ryt696gTYQKkcnvthno5BY0U5STUrx81ZqnlZ6
06dWsUmRDb+zXWFtXexr6hNfa1YS4XOBL2QTT0Vdsh36N8crvsSsKAwLGfBDBYt6p5VS9HOwKwxL
fa1sv4uhzX+6KLLqDvp5BirCES4FCzJ2pCMHIKnRRdh49DtwpME3BvcGqDRfv+9ZzjA9IneeCUHY
Yu1aUK6OH9EeEMMZMwU2jlTkK4hw6S7vKv1H6GViO46tuRh9rFU1Q/KcpAV3w1s1t5Gldo7RNMo+
QaJ1P6ZZcVZnnnXCV35+HEIDxU7GAqJNhkzLe9p57+4xJelKhIe7dCPp2AeHZXWTtTny2mz1elSl
E8v8w7U1DWcRkIA2U8FLztt9dlMrSSmLdNNlwcpUCBFbrbnX2+ShjAawig3enDqAzUQF5TEqsDvE
9defY36UvD0BnQCB3T0p/9sR+m7CBiL1clEY6aats2RV2UOCN/SIg0tQKZuvh/rk3XLJsMdoGcNX
mWMnkP0LcuoOySYwBKJtQlr4COsugxYuUFGYJ97t/B6mBgbe3rZ4reDePzBEUcFJzVAd4o1ihnA6
dAk77rpRgJdRniquUDa3tvgAadoqVPP2PxgccBNfVKgIX8qzi8eyoBTWVh5vND2SKE/mg+qEZqvu
1QRtY5DR1TIDRvLcGaMtnzhq5ic2EwcNO+mssLaoNcyOAG+gCyErRbwZC0tcKIYfrVtLai9zD/IJ
lNzhIQjV8sQy+jAoeAfaLrbKRYvYgDbb1OiEWdRMgBeFndJuWxb1emRZsXPSX25UoY+BGtew+npB
ffjEDGoCENHZsjoaB7PN6sa1rUS+rG76OrTOy9IKtuAt1O0gTBLaxFI2YZxGL10qJSfYkfPjnKPr
Dfnwfzg7rx25kSzafhEBkkH7mmS68lYq6YWQqiR674Lx9XdR9wJXlSVUomemZ9CA0M0kGQxzzt57
MY25bPNOTQFzm/mq6T1zn0tY98Awqyt76Mwzqo5/XMWic7ZWrFA/0BF4PxmZ5UQR10vE3ov7iSRE
z9hqQrZnnuKff83/L+IQA0Q/ifqYwzeJOeWDAaD3FLVzIxNomKJ2N3uZ2mjwr0IXOm0XWHavX4zF
Ig8QA5qjCxLmsid2NtAVaRXA44oboq7G4swy8WFeIqHDxBHNNgejPF/w+3snmcsoK9rN+65se6ZH
sr4a2YUSL/Lx81H04Smve18me9b+VVrmrqPsrxmwWxxy81Rikjng1peFqSfYF5dz0RgfJj9CKdj0
gtb1+Tjp4r2/ClEKEzQ9riJa4BS9n7p7PcXo2I2mdRgmvED/8a4odKIWJyKY/+A7Pbke+502Vcoq
9o1r5Acy6l36M9jAPr/Khy+Qq6ymZcHnh0z8NE0lm6p4RENb7AdVy7daGc5V25fQrDPPSS8I/e4u
rNjUIbcZBNd9fu3TI+daymWyWcXwq63qdI/ItnqaZ9gHe7ufonYzDqDowsxAeBzVgiybMqYKmKze
tdQsYnSgBESdUcl8fKnrSrZOfEzZtncq1B2sXjHpGMU+Zydy7w2dCKDdlUHnkZs9j7N5puP1YZbl
llGLc7fkhzGg1qH811BNG8fTSq8u9mVKTGeEA5Ns98R59HKj2BVZ7h9klwyHz5/zhy/xz0VXQ/Za
r8AL/v6iltspCIwD2Bqvt0NdNJPNijZCQRe11p55oic9NCajk6udbMdXN4Aj6h4IXuTXbSBVb7yN
4I6CQWuaL7XjlsYFWK/lGxvgbglmBzrGESZpfuauP75ak9MHNkSHdgHRMuuf//Wop4Q0cLYMkM7X
AJvc8wObIHxskgT0aXm9/fwZf5iDyD/iaOAwlDlusaCdXE3oIEOHZt5H6ejuIN24iBZAf31+lQ+n
A3SjFh8shi/adQQ9mO8vU0G+0zJLm/YDZkV47jQpdlazTD+lx2acoEA3pwRhZ82hGCsvDWfEZT9y
VUWXVm9pz6aRuhnZvMpdpdE5x4fPf9/Hp8Bhdu1AcUZgMjkd3t1YkMqbUI82Cx61h5lwN2WzdmZl
+fARcZYVHGUIfKEkgC3z/UOwWhhMesNVBo+O8VijBM+UuYTWSg8YOucLtGfjzDU/3Bm2kj9COoNI
Mhtvwftrynao5goO1d5jJ/+SRnZ1Q9THudPfP6+Cl2M1L6wd2fXP/xqzea9zeDGXcR81o3+03Sja
4XN1zux9Pj4/cig4YtIERGJlWCfrJTNBAnNMH/eOVsyBJmBBjtpi3nQ2Uz67i+FWtfk5P/g/bs3U
cbhzX1T4UJi9v7WI9aXRaqpGA6l1ITxJ5B01Wt//OADJemF9xpFg0Ab90zb9+wEW4I41/hr2DUHn
7QafG24TI3MfPr/MhxmVXSNyCUQrLJpYuU5m1HmKQaDVU8VeAN3KkuHhan17DMs6bnefX+rjc0OX
ZHJH9OhwAJ526CHQy8KM3HaPOg97WmI7W6fWXv+Hi/guBXV8+qwTJ/czdarw4spp9/MEe8pbkujK
j6PpzNH8X7fC9MCWn0RnNhUn39BsV0mitLndlwSTE5JLsRdYlzhzkPn4bpCS2OvJDWUcPeqTgZZk
9tTOPQUAoHPeJUV1+pCc3G7GqWvPDIOPN/RH7Lsmz+CAQbD2fkwbmliS2KvqfWrAyySwVT4tmtLP
bG/Xx/Jud49EbT2Wcb63eHynS0uCOI1CGmkYRSzLA1UZ7TUfy+gCTcz8kHrVcmZ6+LAlRF1AZCmk
bU5kBoeK93flxtCITZKC+Iamct9FnftAZK1FJmZt9Bea9PyL0nWyYE7K8cz26OO7e3fpD6cyc7Hh
GRczUY9Nsl0gQYZw0Y1t0svizEzx8ali10OQTqgpZfMPg9GxQVPDe2SmcJ36yuxLgFbFKH8ZhJUf
SNKczlmmPs66NuILnbRAdG64ItfB9Nfcrs21ubTw5ymeKOfC6YzMA3fiu1sBSOsySzG0FnaZntmX
nCpqEaOvQiIs0/QIMNufTvZt1EXkEJPyLtJ2qjb9XBYvRV5Nl10++V2QxXnyoqCb0at2mNcwQYlc
7ujEyKdRVC0tXz9WD+RQt+OmUnrlbKPUq+ODKDHJ3i2ttng7q6i7PiCp3f5RJQuCxs9np4+7nrVA
uObdouFHs0eA7rtHBzoLHITM2sOg2R3J7k1MmB5IH6jfsNEv0LogLAdoQwNgzvHx7BIC2r7Y2RRp
oTNhUgvIhzOdi0FlhIGQNI9L7sxPPBlOKOco16y5V2z+2HSeqv2IL2scK/LF0UHs3+/NrFiegGDW
vxyAoW8iztgrJFVmYrwx/SYP1ZgbmLtks2D9MrIZlpFXawaJmWZ0D1QKdlJk9aSy9Lm9mGceKE6P
D3PKaqFfp2HqBh4Sy/dPNI2siiREs9ojV3XIZco7r9wCNRreWpSTGNqauskBGuJX3maaNF/aNJa/
4KGmP0FoCEzUQ7dY20qfVzxSlQHytNospuDK/JURVTItNxRVJkQVS+8OW71ITO7IgYsBvsEu8sB2
xuiyESvKGS4Jzp8OgS+EES+vj7m0820+GtZKt9XcL9kIvcKM7a961LtL4EMkQoDhaTsEyXG58ayC
YoedEocJn0LXii0UQPGUe40qALooLA9xZOJuSRvK1huwlObIiHBJ9HdsNVtXRNLbxqGt2T4HS2Om
dzz58WG0xNwHmq6q175q0Q5MVKUC5Xc9IT0wbcr7Nq50uSW/HatYxab4ruZEP4Z1bcd3llECJtVG
fRSXQIPUPs1zgAfG1JQv80Jtf9NNC6ILNU2d3NVZndwUaKv9DbcNmxQoY7Sf+lwQ45IYEn9eRZCM
Fla6VRB8A9Exu1oLpF2I/nxJ0OUsSXPdgSOwA2aVfHVet96Psen0clO6xYBxaYobO9lafUt0btyB
iwpmKy6+jVY1XLbeTBnOIlVYHWLYeLcKV2u/G2dbxDvfBBrjJmZPepcn8y8iG7UfWluIX4LyVrk3
OLMTdz8M8V4VQo7If5xy3rhx1TwXU5k5GC8BayLZGkhmiVwXfSeUKedFi4ic/+1OlbCQiqRq1Pdu
GtuE1Ndz+0NvfKW3GwG9/NXB1P9SSBSwO6AIZbsfAHfpV84yechjytgfCDsmHDEouwnlhptNORH5
KvVJ4yf9rXuLFtUuED1g/exjWVnDppuhXIaxHIbbruzht+cldD2VC+Kj8kzgIQH0jm1Ohw0cXU3D
DFSvThsCpw0QUdAH6Yp7pJbg/tgUup6Slk9k/6MONnbcAGAx7oFsYw41szKVG/J4lhdzyXUCI/1E
rvB2/XExcC5sU5NMEMZ/OT3GrB5kHpU5RPNoHIYZwlCRdoHZpOvDBU+KVwiMgYXROu7eQCxr3xu9
1t6SonJBU0bPnBxJWJJeFnTUI7eONYFp6edE3Y9exfCC/ezVG0uvnauqU9UOI3E+h2ZZj+IA+rd9
NrpZVTx0uy+xzafOw0hKhUPBy0BVZLtS7TR99v1NlngcrNmJICMSNFAfu9zoPJ7Z0lwpkfn5dq6T
bEERFaEmlhUK8nBOR4z/hl5IMDFm5GwGPV5WHuYSa/Tya6VIRwPT3Wcie2KkZXd5rNV9wPKGxLCZ
agpRNUfLH3mXRVUoekYVBDfD+C7r2UVABobjDq+TbQRLr2dOYLhzytQU28klPoYJvHFaJHFo5Stg
UhpeAg4EmTamGq8FxOgnuf2cmOYgQr0xtJc+MpvXHjo5MjKdPGkrLsc2mG0QICSMl+Sejayfq0MZ
DIjrRS7iJWJWUTE55nI7SDNL9xrHSRniQcgPLfHp1WPhqJk8ODO1GCbTgGPZxCDl7Cenw7ZiQB1x
tlmNMPPRmUuC4ODxkg/mVmNLxpHqjOfaTVmMtVk0AhVd6W+LyjanHcCLat4o5DF92EMwJpFEl0rn
GD4q6q6gdcBENVgxcwgrzYYScGRf8L0u86WkQf7VhO/5KljdXHwytvvTTXPkbr501CPxYGjL/Gzq
vlrKsoEDtmjVsetKqWErEOUvnRwdk08izrqdz9vUgsLG45sDKinptNvda8pduJDqswIwUl9S5RuX
xUbr5bdaDoEt69uNFJN6WtK0KXBhpARWTYneqrAXZUcSezLqDQELVYnalObeSzFMs1g9/nkcasuM
oDBxJ8fdsu6bhN6NPT80MqD70OAWxV2TTKUZTBJA36C0xgklWWMDbvwW6uNE1epyhlTjXABMZgkz
vax1rlGdjjWYK3BTu0QlDjfgpa04dHESRbe1zMtqa86VS15XxEQciGam+O7CF+ITGoR5seJFHhxj
cV9V4QsS6TMTR6DO5iXfzX2CwXuuDLd/Lp1SLE+idKZl64mYMTUavfe7FH78hZld6IEO9xKhUSqn
h576C1u3oY8I1APyOIUZVmtBJFpiXFk9+KtgLpM4DzrJ1BLEsceCm8eSOa5MB/O3FbeEA4vYz8kj
ZVEjpLMpjJ1vqB4JnD8hpozjvrS2uaRXHfhOUr/1BaWlbd9opnFpDQRgB1JiGkADm1g/GxtQ2MbI
menu9EHXv9IQqdydD2Meh29el+KyRiiTHYi3qsZdwypPptvUC/1akNg5bbxYG62rpBKlOiDL180z
Z6g/UTl/HaL+7M8oTAqDEig969Mu6bi4QwX12TouDJ9rZrfSpZUHnH7TtBY5FnlLRRZCWTv4fDY4
ENh51MRRVvP81A+UM5DvNuw1KqrxyyZFdWFscTl610uTxn5I4LOF5FAU7s9O81Cwlpkvb6ulacrA
zHxWsc/3m+v+7MPtrN0en+4ziu6THbEvs7Su2to6DnY0Ehzf4eMZZrH7/Conu8Q/D40GLFtvNHcg
L04KbXbl24nVNs5RL9giWDPYBHfKk6Pnz+ca6f+4FOcxm/Y1J2mswiendpwNsyvT2DlGM22PDalT
FCp7Ol8XNvyY/35f1IdMlM/kj+E8WTfzfx3FpnYy2iYvnSOnZzPIRhIFtaVjsrCx1P3nR/h/fWzU
oTG7nHaNFp1e7lIPztEziVOaLamHhY0Ql+klOVN8/ccRBF065XeGOSXvUwVd04rOBFdjHTFV5c+K
HLqDkZoamRhanOy01VT3+b2dFArW4WGbAtEgnnX+Og08ZhnMXWxD9lEWywubp+2Q98/QfK/6Ifs9
S85k/pKec/z++6LknK3ZWCioTmouc+d7BbI8VMm6h3ZX9dM2GYS/zbDPbcdYY2+b6sSUjpF1TtP0
j4/OZpBSEcHGjvrtpG7qK6MHud7YR+C+IKKHvtsXtqvOfNofv4S1ekmYM3YoyjAf0BeTRgBZBVyw
itbdjtvq39ZqDGhp/9z3/fGGMHVyWGVLgLiOl/j+O8CpWuVzqklEjRyaLEIidt4wff18lPzjfggi
phbrEgVKOc58f5FFwUo1e2s4DnmDe7jxTaqYjX/bD6I9I4U8bYQzInHc06BFxkCTjUu+v1YElq5Z
Gm88TtmQXERxbVxURWt97+pBu5C9Ju/cJXYD053qrefH/qGw/PHJL/PxOEhnOND6s//zR8Kz9ZDw
IukgheC0VByjf5uMJeqOpQPZqhSa8VI52njd2IUJR9eFoOwMxWWRe/Z/Hkh0pKjzwwriB4jTBnJs
VLEYlmY6srGUG7W04wWbJBKolN7sP3/HHwcSml0u8qe7iAz1ZEJtqtrODW+0jro02fcjUcCSHZ+b
S09jRXi9FrVpm6mULjxNoJMPsPeHKG9avn2/QBgTx00aOI42bCiPyh1lLvNIwd4jZ8c1X51uirZ+
NHSk2I/1he6PeTAbGJg5uBubTCZamNhz+ixnQezxsiQ7W/TRXjVGs6mctA00x9a2ho6r/7+/F0AI
JtJ2yrroNk7ugmJ0mugitY595+jPjTFyFB0yHCbVGtDw+YtZB/xf+4RVQr8KmJibaf6SV3Dy8Rmi
xQompxYZplMHthcbj20/sH+ny723LAXIMCnm+QxI4GQ4UHNEkUI/nYY6zkLnVCcm8abbleZnB9Y+
dzvSDQ9sPzqX7f+Pq/xxCDB90XMlQPn9x+7aiZS56UJRr2YDzTOnqgPiELM68wxPy49/hh1qQuz2
oKkooZ5sg+a26F0/s8UxQaif7u02wgOkOmEOF5E5AeNMxzV8wo2KTSSA1AnOOEZgKcDdGJ2mMQsW
ipMUWFmef9MhIhf787d88iTWH0ihfu0XUszmcHvylmXsZZmidHC0RpJ3G0HUdrVY1eG/X8Vb3X68
VQSWp7rvpqRK6a3LX570cUhxXpBLMZ7TGH68F5vMndWpSE9lVaa8f6sErHsdImFx7CbvOwoCOrxV
JRCCfH4zH1cltn5Ew6AapnKLBuX9ZVTnG5OjYnGss15/4vxChnNjpwfQ1+b280v9645oHvNfYEGo
TU4mR0tb4cKI3I7oA6ajnRnLDrHSuZTbf92QjVyYlAayQrw/c+dfe9qumaCJlpN5LI3SvoHgLO/s
hUgtREvjGYnH+mz+mlQYbmi62Dcj2qOdweXeP7shNct58SMDhc6ceGHn1e7OkkIeLCuBYt9ES0P9
qGmJ9O2r4cxY/8d9YlBhrKOfZxd2undHpzOYSc3Jh3Cf9qqayGElAWe5cEbyJT9/cf+61CrG5shI
0ePDhlrPewuji8V9KsppwujAtiYW5c68Nv77GFmJGVxt/R+Ny/eP1G3NuVNNbB6RoGfwxTv8cVr8
P4wRgt9JrOHrWkVXJ23eImotEUlLHONqLHbcXBTISZ9AsIDH+PzZ/WPQcyk4GGw+kBic9npNbfTc
ke3acTErypeuRxp5Hcnd51f5xxtidUEtS5WS7pY4eWxWGTedXxUMejwON1SjFEC+ZnxgLj/XLzxZ
SddBz6X+AI7W5vLp6apKfJn2+WAeR2fO7lMKxvBVdXsWR+mU8QFYqXxOoRbrZwbhP69LQhG6Tt4b
ouD3I0MvVE5nqDOPVZN866iObwC87n3p/7QsLKL65D39D890Ta9c50VOWCcXlLY1+mBMTRYTn0aW
n9KmQssObSz/71diNK5nqXXck5b9/tameSz6rEgFKRejcd/aPhldtTveUhX8j/Isn8M+wQ50EJEM
ub79Jyjlr9nRnSMPVQorpDnHElGx6q97X/0/puo7l/zf7vAP72q9CkJfvi2ugwLr/Q15ndYOS8Gg
B1AnYVEtbXM3uFAjbasSzqag2WFzGk+Kb5+/slMXAnstPgKK7+vhnyPxavv/u6BhmIVbEiRTH4dp
ckGkoBl/8uxqetasBv53bvce5dbJyA6DbsdOWOrEQF56yRRTuKw6fAOf/6B1jLxbIShA4JLEKcOx
g8rRyXdZM8npvhorIIWFCuoWGvkshX5GLbA+ztOrIFrBCopKhB7m+jr+eqmajGwnXuYaFApYdY3S
5mGRdbQz4uy5yKR+ZrL5x02xDOBJXRGuzAUnuyxvgU1vW6o8DkOCQ7IR465oo3MJ4x/GEBJNNnIo
EizKAEK8f5WfvwYiBD+s1ZQ72UmRAr1qr1g33z8jzymNLBqj5NCiGPzSRyVdkkTXx1/jlLe/KKYr
2C2+g6WRTkk/4IH3pz4oaQjc9fGsvczsbJ5n3KC/bekYZaBnMu8AZMwy2rJUuf0+EZodNlVFaFJS
WQYxUfZEH6hJjJHoO6WL636plyrM06p/8CcaVUE7F0kVqEgnAFRvq+ZC1A4usaaxKO2T4mrGmyJN
Ov5xSQAOcb05NXg/Tkp9Hzt1HW071ZoRBDS5/JAu+ZZB2muZvq2rMWqDDnQyjUq6jz+aoVkiwotU
JLZEY0wkwJYJqgdfi4w3m+jBfEsGVPMlLrC2BFlGix/8dSFe6mHeT2m66JuqE4O3SwuPKKR5XuyH
BgFmEWCsGkiJynUbPYKhFaQ6ERU6Z0ItDxKVB1pMzwNnNi5FnG/MMaaBMbnW9Iip1kuIA3LJn0Vx
WIpgQXJ4VBYViz008eShGpEshGz0khvppHWxLeaevZRJE+O1hO26ySePPx6xw8R5D3k2KiKMjQOF
6UDlS/uoDNzCmyRtCBqnbU8WAr0jcd26GhgWA21fu9Gzrnns+woLjwbU6KtK6uHeTjTL3WrwuBFA
xwthBI3lNG91bKn7JCI3lejwdISY60r6Jp1dEQRPxQV5Bc1HauNqUUW0GaZ8OWiJMU9A7S0/GOy4
CGCQSzAmKo3DbORHhx5b/I7jku1+82MXEtCEy0eSPFVOMGk6tAQhW4viSssXcnibJnIfpauZz6Lx
KNHk/TB+BSa1ZFtvmM1vuZUVv6IBpUPYp3b8PbYkkQ6Onc09zyhyGKCTq62Oh5pfO2E25trMmMQM
zIN7xMZmaDzWJP8ST8oApzRzwkOk5llbpB7TLSeVgTHpMKSDZsjYfWIKrt/qGlhlmOlpxkvgpHcg
yMl7tYUaLxMTIUgoxaggMHCc8gMz8a0Z4NecR5u5MMZy73ReITd5A4uHnrAWU5bwdYjz0moX8raz
zvzJMVqm246uc88/BOY5SBdjMmjhNe3FEClHkRbRlJdSdLUZ1Ibwfniqb+8Hn05MPRXpTDFD5jYF
D3zK235Bfh5Wokq+6rGvruDW0/tItHi4X5yk/YqeABXjXKSINeJxlPyiSpJZHCtj+eVmyk8ul6bu
LXrncX6kKTYRb0dliLbaJCRZF5CwCIvS7Vdw0R5NR1Offxt1UhLQONCco4ucEKpUOlqPKo8V60Xz
ffXTzKL2rerT7j41s+m5ZB0n2ljLqm95nQ/XssX2vPHTFuhXDN79q48n3AmTCcFRUGhd2RFOnmS/
3DyOrX1t6aV5CX5DfY2LREvpLVmITGpZoYSIB997LQmuLreOaryjU9MmPihIEa9p0dFM1ltZ5xtB
eeYOeLJ8mytBqx9VUfs65gNVvGS28o1lpO1NXdkq31qi028X8s2SLU1R9WinLfHrukk7aWvMnVFs
2liRBIS3IQlcW8ubvT3H9J2rAZFQ0DiUHRGGdeVG7+bE3mg9+iTAZh5exTp2OnJjhtLll0fLAGR6
Ij6Y7MO+oZU4ppW5AS7q0u7D7in5+8W7NRnRHfOn3XcBDZSB4BjDWm6XyqgPQvlDsVrUC5twi1rc
09w1Egx8bWqDUOB+LmM39V7NWmctoD1HOWGxvJJMEb1gpJh265bbKR7bcqsmVR/9eQGmmmt5axxq
x+IulGqTt1hgsN5YEa7cwLDZcwRU69sm8MoEQ7UpKvOL2bT8y6PB9u5tv7aYwscuXvFeEd93klSK
iOqWqdpuZfIDaIr+Ont5Y26Un8bXsMht+LAEDfFutHlZdWxWL8JWxb4M6r5vI5qwGSSyBgWn+SVu
8p7Zy1LO13ZGoHCgLdPqG1+fnK+ax6ex8akh0X9WXvW764uI+BiWtASVUGenu0UZKBPoZFffPOxb
l21Jrns41qCIj9ai8p50Y0cBfjKaojp0dVe/FqabMvRIkvhWz1VBWPfYIynMDH+w925ZGPYGdYe6
yZzF/bFMXZ3uJ2lYcBn8MQ0nW9GZTGh7O5sq0/ofHZITyNe9bRPYbWvfM6yDRAfFtnNwYsRiwTJn
2a9B1/gI6RbEVWjpeeseUObEv+SYti+yV5VNML+W0cQjREFA9q1pheZ50WnBolfTNxQF3MSAYC0O
KVwaRpC2pjZdTq60WTiSqW+eijZxzAP1VqGFVqOVU9gv/MDAJJOzCKyq69y9JiesvmhCFMI7z2pv
qZsVBi58BwpmTNa2flwBZEUa1JOVm0dOP9AZHLf1RFAvxqg/ObORTgeox3ke5lbsvUkDNe8mrRJe
rB6LiZP4oGlfszLrxV4vJuIOyLHOqdp6oEQYS3X0kNrIFxY5uL+sqZK/IjsmoaoHykOSYeH2sNVo
CkcbhWgHBhjvCzokysKvFDXMe7Nx5Qs/YnnBOLE85Fab/0ZQQH7MXDDQBhr1l8RD80O02qu3oyMB
+41F8k1DMPHbmD3yc4Z+7SnPaaq5oSaz6Ncc9flzXgv7HvWid69GGbO7yWqd/OXGmg/u2K0RPsKm
0uB3ZFuEK2yGhlYiIPaiuERsN2id7oE1s8X3thqX9BrgRffILKW723pyRnRJDY3aLfi1ISdpZ1Rv
RKWO/R699FTj/O8qf1P2FWqcyMrbaD860LOCbE4aUnNav3L21pKbN3zC0RzSX8iyLU3f5Q2MhZPs
ZwP7SaDw1TzrQ5wRj+Ep4L6Z5TZ3rV2k37Mo5lcWhogQ6sH87DYNjZcRu/CckrLE4v9F85EBhp6k
8OaMuV8FMhbljHMDCQ900rF4yPpyvgLUPL52A2JAbmPx081cdjzPLu1LGQhfSgAApRfprPNkyM+z
SahSNFd9xj5w/Vpo5LFVrCgTA8tNe6IXvaKP79vWnpCXEDl+5zH2ExjpBAeQEQUik+M0GrOQLSGx
quYoSI1a3DFjGPWrqmdV3zwO85xjI3IgZG1QEaW/R44M+pGt63zptUkrD97Uv+oyfk0zK043bFI4
+43wOPc9G86nvnQIfY9sRDsb6dn1TS5StIkMM/e6ta2Yh5SZqUtclaWPoeUNThtgJBVRoAyZ3pAV
ISggjqOK+T1uMwaW2UbzF7yPyXe9K/RrpWf1z0nTphuNbeubAQjdOEySaImwqJEIBXVhSPg3i4rq
wOGzzYLM0HiraVkWXSgyUvcPfWHy212/sd6cSJlPMVrxbtdazXSRZYtzM7HOLVtXtd6NjEYDHWOe
kZCF2nVgf49SJ9qNaTKWaEAy/0UZRZledHnN2xIeK2g4jdrUhtShjPnSV0Suh53ZM8nOWqK9LfEc
B75L0deuy0JctBx8p7DNqmZ+1pxYPYoxHlBoWCaMysRQlkfGtsOmIx9c/JJxD/OhFybvkEjJ/jbV
xfQa6Qm0P6/xe/o7amiurUFHMmNNresEQ2sj1hxh9taBbDv2ekOWNWgxMytrt02RKQ+Jh58cpBFl
V0gXTYR/KarloHT17DW3Te2bhaCKLS/7OkYlIE7jcax8NygW81Irhm+tmA9tthDM0PF/cSPDeNEY
7knUb2y3u2tstbMtb+sgt18GbbfgcHqOWoHvXI1LQsBJ27Emt8X8A1PKdefP47d87LptgraWTSB/
V/T+o81O4DbTM/MbElWAoiqm77sbs9q71xAobeo29m5ICrC33dRvc7cOVT7ci5klECGqjVRqyojA
Eg6Ktay9aGb3MbUKJ4Qws5t9+BllxDcXoATnEKXZVwh/LmQHYKYaEAJH5Y1wcTp3EfhPG1GuhTQ8
MObU30SudWv2LSLQ3Jm+G5Gpti7csqdSS1yObO58UaWdfpcRBX9njO5gbDwzvVj8+iJzh36rpZZ7
N2rjCOZX1Ju0K/2vnoUeqomeBIWAMG0jdeX7Uf6wJFUd6u0PEBbpIOf72XRuMkRgrUoPE/Pj6jen
B0oKiv5jZkq04/F2VvmPyEQUOk/ECYxwmRwtcEkGQ4i48RLnSAz3YSznW9dVIdm0D3p8jYY0zLL4
Z8wpMc+PujG2uDnnp4Lc80kVDYKoySRj7qljm6iZJLrmRIUTkzBTH4+XKkiE2KDUoKQcZk76otSl
Cy+OkwpgSq2Idxq6hg3HjzCRalskVwDl/XAQabWlParCyMej2vAKqI1O7AXkcOe5kqqkEbu7BdSl
UFV+qYmy3w5G8+YuHC00mkdXLvk3X1nx+RIQZBNBb2QN52bHSJa9XchQOQ7hT9FwqBIVWqxpwM1Z
BNriLsubn53It140AoedBusube2rMlne0qIEMaVBTHWwdu3Jh3wovTh90pvUvJzGXv85toBLEMl5
oaOSIchh+lbSqLep6w2BPdv3DlansNRwl2TFQ+II7bLLmioQpfhmsGENEpTZm6auyX9L5TXm8v5W
bzv/1XXrH4JiXmg4hb1VnMkDuyuuiVnee6yzQWGoZTN26fc1FvwybmUZlF53cPT60RTZw8LMgFhx
3khgI0QJ/VzM9Em0X0qjffNGtRuEcdF4OpLOIfQXOCyp94C8c1/o8bPuqQgZHz6IyeEUw6zgE/AR
NpoPA4o/atAFNJth8b7nCSGClvU9KcRXQdWTOH7iXTZOEpMLMHJ+RJT5vEjseDSG7bJ5Nq341e2b
+BdhgwVTr+kQ+lfkUVjMwG5UUd3TWET6Xr/EWrPcINeWj1aVuJdGblcbpzcCvt997riUpuHiTXZ/
7IyGbVzZL5toatoHUSNLNt1yuGjc6sAEjQKhyHUV2LGlcWD0fnGkY36xzZA0f5g12bCz2fhsrAYA
x9Ds6mT4nqV+E6yiOZuTY3TFTrl+s1LHf5siL3vkywcMqKNWxfX3EnEE30lfXBcifsxNgo80KPA3
kVOvQHaV60VAcXSbZoj/2eZfSs29kaYVCKSE0q2/V1YPRiopWzDWnrpjWduJ0rux0vnQsaUfEe2l
fSw3dlWZRzeRbeh70vgtfZVCnvZxvLS7ZJ5vGSs/lxr0G3WQVntq4oKdf2c9Ay24jbXIRTvVSJ0f
11xa8igzK2K11GkwjMboXBiiFhe+9Z1xrkJk86IKMBtOrNSUcXBP3LdFtqZhUmgJbX8wLsy2d/yw
STM/iDyBOKolCiEq44VIylKMe7+oY0EPJvs/7J1Hc+TGuqb/y10PbsCbxWwKhfIsFj3ZGwTJJmES
3mQC+PX3qXMmJo5aHeqY/Sy0kNRSVcFkfvnadtqYBJ7nZVd57DRGwASsD+AtOphDaBcj6FgiGaE2
bLXF3iMYzw3bVtP1vR+zBhN1leb3gT4V5Y3e56b2YBcdLrEVUlhXf2NZ673Q6DxL23cFhWW3adEO
LzVSXC7o1PTuGbgw1zaqrMz+ca7SGnxkadr9CIJRRBiGcBTXMer/LfRcghaXf1DjIvVS9dlBnmAr
6HUezCJw0FhXTUOIXBMXfvWkuBPdh+U3s8UGS/S2ParswzabWdvwn7OQA5fFG85fJZUgAmFGlOY9
unG/kgqN5jipdNunVlNthOjqL+yxZCGjkzJ3aHkMUBQ09l+VctnyhoEYh62smuHZpEnmI6is7MWq
8tFb5a1UoC+g069Lorx7tgH8Ekra9Tu4ikkoZ7xMFEsD7z8OOsJ96sLaRJ64UA37BfnkdmjbTnVR
qcU9Q1Zlz/vCxF611sc6T24BQ+OCtU10D2nqD+SapGnEyV8Ve7MPSFf125oAsgm4VIaEyAm1MVl7
PmOvb/lfL5OGucOYCP60m755MFWZnUeXcpxEb1jEynw6t8AZm0Bv2jcTI1OzsxVmh03aa8jDUfWD
62sDc+ZKLryBoeXMy7FL0UMB7S5SXeoxzT5RYuMomTNdcMr0jbRnx896ht1xrN60PmFqX+zrOzAv
fvPKfXSpGhjGANuBlUkUsovVfnhdrFv4k3xPcGtKZtigLXTg5F5DFwvZAOzE888uKYyxeWZLKL68
OUMz3NEqGURGYYqbxSPkb50OhdV/2VPnApw5lhamJhYWnHLj9FkMIjVWYi6AUhJ6cugSj+ktzLuq
Gdm/qoAdPOjix6Ir1JsxV3G8NqVr/ixtYIowj625Dee6UOW6qIig32X64Cs8OoW47xfvJgFyfc/H
So23Fi1MB7pH44l90p9ZuXpPgFNnQKmsflkGIB1b2tcQqOLNErN1MlJr0iJ90pnP/E40RtQ1sdvj
h3CX+6yctQfZZUEZjspuQNgNQkNWjZcZL+64eA9BXLVk3RqFvCtitM+rMjf6NzN1m6emW8oHJ3az
YQVOz3BmDUlzrdZbrqrKuMBioePg2lKxqIo/0Cp/5zl8G6H01Whnwqv8St2SZ+T0rYiHvT1pMSnk
1Xi72G7/h0/5O2fFqQidHlkJWBRp4vor0fG/imyeZaJ3+n7WGkNuGd2Jw8/r1w7pAgXxwiDv3Y13
ZhNYD2j9ioMCidtYlRP/gdf5G4mMFhj1kAWHhnINHu2vFEle+TWTcYFEt0uFu5L5BGhYaY06LU76
p8aDv3NW5GbDJaPuxG7t/0ojT2lhCEH63r4BztsOHOOeFFtINLsOb37juI9/oICunP5fSTLuJjcT
zdw12PNXvawx8nxxnB33vgji/tPobfedwDzkb1VTDMCQo0GdbZnZM8CwzB21DXhzVklNXOL2n7/L
3x4s+Cwy+q56NNI1IVz/eqHHVkmvpSt4b0q74WOmflub1Z9KL37zKVS7gQhTfeZDpF3vwH+wgkZH
xdvsGAtXuJfboBLFKaigpf75t/yNpkPPgwSKIx7xVSST//JbFG2LVp7Fyz5uXePscezbta4ln1zk
RBy3knFjUQIZ/vOH/uZJxYmIYJcMPnJzfg2+QNhFQUnlLfs+CyDK2NEgjwj8QDqy/OGl+N1VRIdF
+TBKkat26a9XUWRa11mjv+wns1y+jKGxzolv9394In53FQl7JeCNV++qK/vrp/gxYFm36MvetYV1
i6fSbVaFpN9tHLp6U1ocJXUKl/9wGf8lR/3LO8EPuiaIoOejoBPy+K8f66Tt3Gmdu+xhrFKCFOOZ
CdMdhPkTNFZxgiIEY7zSWdOTY6n5ZQY1da/HokAAnfXWBCWhrmO0LuyT2SUaYG6rw1H2xtV29c83
/TfXCAENYgwSITku/KqSmHyv04NJoQdXIF72tWqoHop1t2hUKGYTAs4GCew/f+bfVilI7msqGtpR
br/+q/EjK3AC1rDC+xSGradTd11aObxcmr9W0L///GG/+4EMStfoZlYo1//lUWv9VmVMXPq+smYC
7upEksjWatkQKS/V7yucd4/LnBnv//yxv3mZEPETX4kLmhiAX1WdqR1MuIk9kLuhEMfYQT1RlZwO
avoF/3A5f/NRCF1InCO45yptvF6B/1iS3LlAtNma094Oqi5qA4kv2kq8cV9WlfiDFuR3n8U7S3Mh
Bm/0Ltd//x+f5dPa4WP0XfbBYDdvpjNDpFqASauimIM/6Hx/85gQAEzODwJ/gpaCXxZBZvjU7p2R
RbB23YSDdkF+rl+KQ8Lt9BnigPH++ab9ZlnCQk0uIxvaNVr2l0/s2aYn/boCirimOs+myhg217r/
50/53QJBXBZSSpOVD33JL+pQqdXIzA1+GF3y3efC03uLSwqqfUhr80VzpX5TZtiEUcRWdwGb6RFy
132fSlSIK9PKplMcZ1M0ZjFiCiDDZAvvPP/hTv/uWpB7x/SPCwf5yy9fss+quulsbdnbCNPW/UK5
9DAO4x+e3d99yjVYl4twlcn+Gg2jkjmYZBfM+3jxzW2ZwZK0RvInbfHvnlpqtFl0+DmEwv2i5U5L
Y4hl3C372aPJ3SxttZlhZDj2Iy751839/6H7/8V6/R/P+d9C989fzXvxl8T965//d+K+7/83D7vF
FH7Nfv93nbP66of//V++/t+s//8OVaJ9Bf/E/03cp4iGWQRXD+7Af6mpWR/+T9uM6f43WR1ojxwX
gxhv6/9T2wxf5a+bBKZSm3MCBTC/LGe5Vs7JoPJu5xVOd4c/c7xN07jco99eIsfXtDvdrAvwnUFi
68g0TGNbs+u1bc76el8L8ibYmdso7sp4l6VzFgWWOX6XZeauSdYQH8oa5c4X3vV0mefyq0gzJ9KH
sghrNZrXCE21QTRFF5Vrpw9o9/tzWkskALQTCuKsrRrCVU03fhknD8ByS4RYQv8SBL3Tujt3HSSR
8HaAbeIu0GFBaqn0x4UyQ8QVWezfI+809hTq+K8Sf+SeutfiYyHt5A2HNak3rda2G7cGkFdD6R81
w8j1VaIL/wbaB+C0r8Qa4WF1UBO9jDas874tU+/+CjCdrVS1L61Zx1ddLOn+gBdG5ZFfYFubqW3r
rwx9x11rpjZO9jHV3jyFQmMlu7g5k1fQ3ri6JAAkK53L4HuhX+vJsc+EccYnNe2gneZ7mTfFa2k6
yVMmWpfVLw8gOgKdXBM7tZYfsh6GY1lqZCAXYIyAgKKdIgwN/lYU9nAaM7P5MTmAPMTz9d8WLvcz
hOT4U5BOesr7YOpDIiFg7yeYjtUopLFv4WNeJlcY665frMOMMzdDH5UmdKcQGWyv29TuXmKIY4hp
vGmfTTuXn7VZVvtl6JufwsFQvco1ClqBRHIMBvq87tGBb3rL7q7MyINRkWthDYCDAUw5EqhVK+qX
qTB2LvwCsQpJQDcIqPnSjPl9AurV2AFM9mPVMCpyjPIiAgHLrYfNdKXhEHaF2LRJau9SYzhbVMaM
C5B1wlHpnkRfYxfnylpr9XdiWcY2s7IihIdvV5o1RlW+fLhzvzOCcqsZokP8RW+1pGPWpAhTjvZ9
X9nXXJti2cVCi9IgiaBc3pEEEMjiX0wOl995BS/uUbA9rVDC6j+VOcZrAmm/m0aqZ4KI+6jF9xG2
Bc58m7+ATt+tSWW7oEhfVAD30VudOJKMuZ76D9cEE7Uxmg9asPWUp4XQvMhefjgGX0uIJYpTbZ+J
fOtpQfXDnGnZ8ct7NHjNptJgwUGRCv1xxJRal+kNjnB3D7q9EplHegzEhlfJO3wOTLyluigrBlEd
xm3SFzszrT5RlPqYhMuohMpwq2lPDyd5/dniXp0v7NM+GgO9vbWZIw+pl62T2nnzs+QnfPYtrBmR
6abzlXnuRWSxWpWqaeC6B3BJQLmVPaVkM4GfIYXSgNOSU7lADvcEXAAkX7w0iFJPUTNqouHrCo3v
mN0vqXdXxl731AYaZexDJrbdmG97mPAzQTjhZFTr0m3y9UC8xuQFal2Quavwu60Gz893jcGT6Np2
RXJ3+aJfo3+sst3UIxqDonHsfWkXD2ZbfY/FE/ICPSQXjIJTZuaVxftJ4iJ5HcBtkW4M9YFkApOK
G2sfGIO+6njrHj1p+hcEmTwg05fLRH3AsvREGmB1GSeNn06nUAMbswnQiA2sscIDVyzpg8pG66Fq
0SN1yZ3vgfzjGdXv5i7xvquB5tV0jqNRltPa6YR19uzlnahWPceIBxNKXBNKybQOOhSWKbV6OBDK
O7frxvfJ5qYZU9XdKttJttrQ5GcdwCeDH12GY8OxaC0bIz6IGvp8pS0L4ReSEIiUJfaIlOyWLIrm
c1aL9a7VKvtc0qD6skrduiRdj0WkbQlZDWpnXfg2EJ5Sz86ggTq4sUNxlfFc1HAGgdHwuOUc4nxn
VCs3UN1hAcvjHDjV0GLCdr/9yTqS5mSHXZ/Y4eLrNcLR4UeBxm0gVHnNGDYdDViSQwXnExUTgiZj
6M9EOTThUEr7saEv+M60p2NVIZXIJvk+5oa4VBaUsyf1Pl15dXwbe275Gdex91lAtNLENVb2Och5
VcW/EoyIHaRDy8jmKfJR8txNc5VfN66ZZqj+UVNyRkxh3JWJ8bnYy7BJnczYOEh2HqXWXOOyDEoL
8RRMLGdiOhUmHuo4XbzXYWof2lJXxqpGFPN+5a3CBiVASH7nFiv3iYAioHO2D5bUpHQ2ZHuy5wRG
sSOsZqbFTEEZBtbaSHpbrbOpd4z1jPDHDePU7T4aF04DXb86DtLmLFv46uzV105eNnebh29RRhOx
jBVrO4M4Xwk1WvVa8Jx13Y2RDQP/I7m3zQJ4RQbJOshbZwU2GUrO4FY5uOdxeC2arvyou8YKc0Fs
HGK+OOK84EQDWSIGVBeS1EJsuBUlmzFSiFzzMMLk2o6byK3H5lCnpnbbTfzQlY56c4UsdYUwqfoR
G+SoonfVUSpPKnjJU2H5K3/x2BqCq87S1/wu7IIe+BdJfWgPMlgvDeVSTnpJnMQixeZKGlNZnxQV
CXfauJaDQ45GjmLC7TeL3712Yliryf729YmokXYi+s7tY66OfFI18QsjBv+bjLoQqr0c14cZpAC5
7A6NpYlVxjB2xG8qVzNJRqHbLzMqXTYOKP41kkfUlG28qc2fmjfIiMwkxNN8T7dy9rXtcg9H9VGK
9oSfy7s6lYv1VKgvOSnI805TDsuLIu2E1U/aerZaCmnuEH/XKzFhxPXmgy/o+JJJOHoG6rDWDXvX
JOYkboLQshD3aY5O4EywTrMCO4t81mftx+S2FeylR3kXM8NxlmRppYv1DWpzu6AFQq2qDpZm7wKR
3+QCemcimKhZ8FcA5396AhY1mxcyeAI7zMicWRnKaiPP6r9n3cUTdOs63ZssrctkJ/O2trT2QLr+
KvYRwntt+YWaH4mmv2YtQpCWtD8YcobjOAT8jgYSIvAbY71Y6maUjrhLxqM+x9qqbCeTCKTm6JHz
Jq5JYgYd4G57QyGBfM3kuLOme0S+ejjGn6jWzFNiuBGhVesBQmNNG3Vo98O50tKNxB6bkGjWD9VL
Wo0oIavy2XDKcAGcmM0LvuqbYpj3OiTeIW8RVnJbqOdM38kMhP603bAe4GeFtdxhiDjNWX0mreUi
B/L+0tLeSdbonWPS54uabONPw94R/Y2fuQT9EyvlHWwpV609pntJLxr0XHLwqvS5LzT7oVr8b7Oe
VwWElp+2YTWI12aCUCUA5zPwliUit1CoKQ+nQn64S4aWJAa+KXlYNdil0S5/+CrLT8iuQqGDQ6Cl
RE3unL1CGCuZWUSaTa9k/We3zWh36+tlclDGbtzSaW9sW7PPwn2AMnxGgb93NBW1bVbcW+P0DT0A
T1bX+kr2HIOVb3c/tcw5Ulxrrca4epKZ/qjIbaZztz/xzAqGrvLVDzIItEZRb1f4C2+Z2NiiVmx5
SxkSCHchv8VAeeSgAqJ4fBVowg+7snjzCnKiULQmrt1vDEeZK2PmTVuVlRZvnTK1QzLXmkhU+VlV
9alEh7eiM+Z+TNxdM5CkqPmP1qiYNPDnPIykuqO6m5gxKlTrNW90PYdj9jP3ncto6VuFUSe9Ci+V
KmEu5+BkNAum7RaGcLy4SXEUgXMDQYvtWCIeD7JK7hox+PWauDuoeELz8MiTXmQSrKchaMHhSres
0uzImQTxPPKTmK5843i0S5pTlW4J5dt3fpNyrpm/WPi1MjnOzKJ7opoOZmIwUy27ktk0Y1vpTbS2
cB3NAyATahmhu0+asA7EJDonvamPgdcuqyK/x3g1rw272BUB7X7KP+aa/tgx8pit9dHKjpPC4NzK
nkW0kVZoLsZt7FABKPP6xJ500uP6WZuWNiT15JCwiPt+va2h8tKiSNHJD7e6cZv55r5357urXJY7
4iKrGk1eVpMGY29pjogPHmx9CKK+T39Q4nWTL3g9aBH0gmHlaBnrdNc8ur0qW5TYQXWGKXbfYrSD
Tq5zDJPqgweWfXju0i2VWystpaKMDfTbcfAUsD2e8hm6LjGTszaRoeXrrwxTccq3ddZ5NjL4BLqK
vK568DIP9bhpsKzW4lmSRcp7goYOwpbHYaGqxq0x/BFXVldauw+6n52LGHNGXowWdHnw2FvCOH7W
DHnw3MLelQUiKMQddqEht9LZWdymDxFh4UsQZrpWibOElW/6n5XIph+jG5wz7ZBpw4RMN4lA0E6m
ztcZBolWkoRZzr0tA9BgFzSYIcb3hm4biPpJm9ydglwVI5ld1UBKiSXsUGvtbdUkT1V/HUOCdhP0
w7D3a4dsS4uctr4bHkplpbxi1JA7+Whucte9qwTiKjIBb6lB/fQG7c4zlp30HJwRJu2qc3AwOjPZ
tqNOSjyZ30SeGekmzWQoLS5EKc9mbrwS39WGllmf0Kd8Td6SndH45SvbrD5m/sgQm8Vagi1thGZu
tcB4laZerXmY+3tKpdF36CV/uueMkBW0nrJE/iCNzYzqKZGX0i+XO/C9fmVkeuh2Dgx4vnQrr6ku
dTvcZ4Zth0GJxb+R1clq3G4vm7Fba5X2UY7pT8Tw754tiJGklgh6HqEWOspXD+TutVLebelP2Zpz
RLPGmcDPaMTWNYqT7qmcpehK2pe2f+8E2mOrFfMujxuHBD//qILmi6IAhfmkm46W5ZVhbPXXAEAj
2V71LE4zHSyl33PnsTo4ThZdawqLnsCxehz8td4jyufxLG+GAehDmCoCz0jCIQUfcDNzX5CcUckW
7U8ZP/T2tFFdQ0ySNtDmNchjG5c7N08eja5sthP13dveLPU16fh3UPqHXNqffYZcJbjNEz9MRv8z
yVnigiH/qpB6rMzOjgwTUEAHS1SBeSkDFY4zI7XH5DXT6ekHaDGT+knWqDlxaW+TNDu2eUH7bErO
HVy5j3vZQPirUkZSrV6pGQEfLbq8qKYXNfmMSKBdzWmwrDP8UutF74zdonX8Uo9jZ4sC2p3REsqh
i2bNRtQrM+PUaC6SXv1YOouMNJnckpW4WXq1YFujg5y7uural45Veq8MImhT183XSRO/sdSe7SB+
KAh4pccW7EiwYZidIgKyS2/r2HzFFnqBBhWRq1R/SmP/0DT6R6b8r7HOrgYqg+5SXSsRuUx3RmWY
oZf7DBuQ6Cv21Y0mh/GustoXQ1pPfsqu604DRQtjlI7OlhJk9IHktg4FutvJfiyHMTIbM8xUP/CS
pnstI9vU7D+GUjzlqOXtvL6Alo1hIvx+tWDTLObiDnnGdxwn1ycFETeeqZpFNgs1Uv02GkU5bSq+
BanJYWJp95aWX/Rm4UkvjbB1atIrr2mtC3uf4OmxU1IxNARX2DQSfmBOOt5SYGIbVf/ZGypel469
ScyUedQJNvpi39QzqXZJt4nt9Ds3so0anJVuTPIp6ZAJaAyjDfAKuf+cTpq5fbYy86Pw2Qlk0/Mn
+yKPct28Lekw2zYtvFIxxeY1MlBL79wCh8McMD9wcFpj9nrlG4eWLO/LsiW/yo60tuxu47SpDrQI
ti/SctBx9j4g0JC9QYhe5rnuo85yH+qEi7iY03rOGALM1HlupomDx+yh0QP0GUX7kKdFlMYZkT/5
tMXN8dgZ3k21qJs8kxwOypvCeSIsxl8TJPiS4fIW2vyFzeDUa91tOogIL3a7sXwNF48/DpGm2W9l
Za817ERRxvWAb6axRGAS5FH0ygYPQL03HW0X5JbOg25FpWNR7VwkzUol8cGF2EAZ76PnQbn80l0X
FwKAY8d5yYgrMYh323has++r5dS7y4Z2lHvpI8Oc4/RZjOmmRBe8IRbh2LbybIzGBt/M3ZiMKM5S
tOwJBJq/cOJQcdjYiTiBC3Bdq2NnF/0mEB4eHbXRi+Air4Ie9s7QMzUUUQ1WHkevz4S93gYk1DI/
i9vYJm8FsdsurqpNYQPWsj8JPb0vlurFnrD4uvIa/evlAC7E2szCEKFf6XekF+LX6YYQ57faUjzQ
8nIn+sPUv4xutcuszTVQhoLqBFYT7AeSQ8df8HltaOpzfYjG1PAuyhEzhVvO1kjibW7G/sbvGFR4
1PfSQkaYHzXbP3lBfcvB81AOzk96G1apMB4nWfSEHmvPaQ2EhaudoX5+GZOMdEOTGaB5cD2tXXv1
SyCYtHEQrvputnZqetAxfMiOs/8YZyS+khaS62P/oyDkVNP7o4agDJFZdwA9pYNMd5Eujtaav7kM
yO7CJZ0fkYjeYok58EqdrEU8SUmAKxLrZ7oLaQnsMuRU9dGp/HO9+FvXvUq3l8a4m+vR5Hw1h44c
jrwUaxJFQsOwnmPOBCtb03ZW3lxy1b3mDVOb4XXjFo0EdK0VN0eza48iBeZz7NvMIQjXLPb+6N/S
54riS6wnPJoeGnvKUx0RGmBkRcvRzryelbsfTYNBfnSBZU21LZOtbs5nZ65YBfrqgBIPrSX6PL8z
Ge0Tp7vKkdu1zqBvuwyfi8rOnsXZryQTAYo+TFu0X0oc/MqGp7cKEsGMTz3VnvEn6GGLe5MinOAL
i0K96gKeb12y1klRzPdjP2aRVg/NC9iilVPwnSpOMgnTOaq/dTs7b54c3gg2ztYFds5TfLXD6kuX
nP2g2zlCHdx2yTfEpKznrmbMkktol721qwkvd4aDkRXfCh3ek6sj7LUdr6M1kZsiRSDvqgXv5Zzh
jO569OcuYjWkMhxW/Xw8QgeSzV2IE/66XeW9Yo4V9Ir3NYdx7CZjtNiAZyVE5TTJLTxlKLvmyXfi
t6IMjDX4C+F470GRPOpyOvky3pTLfWEyOLYUA0n/O2FSt2EmfM/6YRbdZ6U35J5m0eRgFnC0F6fz
9q7pRosqdlTkPS+kQS5V/pPQ/q/ZYVwZ0gfNvEM6y+zoHXW3uDNJ+10NrnUa/eQU503UENmU626K
JljLo8B061WfA6dmrpyPepbYN5mbqbBLuQsBwNT8nJstbe/QLOy8waVe8selKy7wI4y3PqRADHTU
cbyjbAZN9KSSR7cDhvYD1hQQI9Y7uqta29yOVfo+6IIxNt54+GI2rmU/uXGn4FGMi5g0YnXtxkIU
2asNyroFy91Yb2Ygzaidb0yskVNz34126gGKknA9V5/s3hwJ8UKRsMCja6bJeRhwEzve+6AMbJrK
2Xg6qWgG4IjXM5cMuOXKdIte2ArTWj/3PFm9Oz1wgLul6XjmX7vuyfGxV5ptFGTMrg562xO+JW/d
TdqPsRM3MgPq1rKfjJTPPoRUJBqeGcH8ttdmw1sR/RpHwtQPaXnFQDESZlfTbIKwbWVAEGTBl4lD
feWl+W5Ks6v6fgxNaTh4znRytJYYmLj7HsA68Aala2ln1bGCcpmKcZ2VtXlHsHq248TfHIOMEQ0g
mgmX/RJHXNBE0gxo0QqysCdBaAtnV2MtwVeE+b3WtUsz6qAt1NUxwei7NDbdTd5iKs/MH9bIi7Pg
L0yb/Oi0xPpMelZCWwy8fYVZM7fMrqbfSMfpdyUGnYPMF/exaoOBpjAEq5fJqh3yyP3gB3FW800X
V/W70wOisbglSEx6wxg3o1vi0g96BEC9mPyVVRPrbid3alY0Oo6w1BNg/+Q+Fo1OY40Wl82NGnNc
jrUey2GDq7bds+4AHpjjxsxIxp91jIROfwnGOsWNkH/qc3GqDdTreXkNC1hu8Fn114SBde+7zXkB
Lvhom7i6TAWGd6fI/bvElgD34wyUVvgtoQoyKfJtMxTcq8Ts3nNdVrzizMAmkcBlT71NZq5pY10O
ROXnHgeYiQGkocxF0gNLBu2oo0VGEe22s74h78HATJxbwc/GyDWoG4Br4uf8Y00PRVRw8Iro/2g3
1+zq65hhRAtG45MgUeicEq27btSIa9J2SFOPq6b7msm+DfEfDZE38h1FNRJxPi1q2FEnZB4U+Qf0
C2b6PTJljww+30EvsmBYXDHZx1koxt50sXSMw14u7viRuG2xdz3BoTloF/RffRQ7DYd/jZGywcQT
1uWsTlzRYeOzH5sbLV+qKZy4t7uBOccMY7PD2g9cX06bxcMgG1ZFN211TF63szX5p1i7mk6Sxui+
JwLH8Vw2vDIBSuqnRfZlFtqjBC3SDc17IVJNRb1o6l1nzhyvFxFY+xIRz7HvmK02eayxEzlpleG2
6m3j1CaKuUmWJNLHSYGN0M9+iKXUfmo4j5dV2o3uxuqMZB8bZbNx+LiKSZvwG4sn9j2Z8C2Afixn
p0mXDUytV+EVFxi66M29s5fGXMcy6DYDr4hY5TEl0rM7NMcEIGgnpvINPdXyaBhavbUCThnsV/GJ
9Mfp7DPPXMAw5n1eY+eySENEhG2DMjiNvXetMb0nNtq+TcdJRDqGlK0sOMSvMALY6pazDrScT1wM
wzte/WVPcmECos7b/9GluXfu55HQsVoL7n2LA3tIWYh2Y4HtRM2UzXKl5UH2NgRpd2OnfnGrjNo+
Giro3rBtdfNB9A5e/Jqp+ATGTg+27mVa/0aV2hAucmKqrPWm/MbuYuHxozpgk6CfznZ+khgTXFMu
AUWSGfqxOhbVCOdUSDxgpRgwPi1qxDLvmJNzYQFxwWgE1kXz2uiI9WVokrXXwGYrWWOXM8Evtout
xfd6o92j8uMWaD7LYmxU5WEZgul50WT/4oPlRi1ZDmHhyWRPpvB0QxqatTX9H6XfOltsOGmAVdkI
HrLFKslDsJpoIQ+R2uQhS+96IVvWoHogY6HuSrEdWeIpkk+tCwXabr3lbY+Tky0VR0GVTWDtvlJu
g4FABsTexMuxtVIXmBHnsBG6PojMxu+Hi+kWmPTyMb3xOUYSE6VpcyRLzGdWnAfFT/5ZY32SXIFn
m9ygbtuVFTUGbAzDhKqpQOCgq+ExsUzPgpNVzvPI4eqldT2i6zVvVofRHqcTKBu5rrWjn+p5in9g
MHGARMDPw7pa5rWfGvFNR4JPVAtQfJBqpgg9T95LexT3gUs46XX69o9JUNiv7YQ/W9olNoaqGu9a
r7V3lr84G1FN03Pfpg+oytK7PJHJxqD5A89p3npvCAYStVG2a8MIouO0pVvpF61bRu2BUGfv7Cnv
zS5a/WsEK8YhpGD6HHyf+LMbzmsdJSmh8sqA2hG3iS8GNoHHxUqXp5JNyaV5CMxtfoKvDB5kZuMb
RA1arRqSLQl0wiaUTawKU5UrguonxBB0odpYOGvtBVG1HamixuHpD1eUKqeaorTc+YXLXZ6UHQDo
aVosjjoHX6yiwDi0cHWhxPNwmnGQoYS1betNT/3gZYFm2Dp2uUkpMIkS6SUItj3nZQxKj0AyR/f2
Qco1XeloJCLs3+qRyEbnIFG8RMKtOcuMzlLgH7DzR6seQbZbONvMwmHoEQW1oXc83vTlkCM78CZK
NGiBW6N4YQ+nefq2MGV/nEUR3/Wmwh+UJqChxVDexOmsw+OZgjPtRMUK2NH/UHcmy3FjWbb9lbIc
P+RDewGYVdbAO7g7nT0liprASIm66Pv+62tBocognRS9It7omcUkgkGiv805e6+NNEYQusmeKqZF
EBGUcVHEOkbVIcuNeFHgH+2WU9K6w0LyvpxXZtVU25EeYwxqIu2uplFQOvXtwjwfJ8Nn1ZuNPdwq
e8KdWhTsNpA/1mwWBvPAPq9ZS5R4lLbdZJG4VF/dVsdFafhUAuvRNxj76KDYVdk/+QpLQ9xh3WU+
mtZC+KK4tMhyWyqZZSUrRuYRs69W2HddntClJ30+VNGuyOJRYLjO14bJ2ihPa+qtikyakOUEtP9e
ZT4yYAaFOHry+H50KldiB46787Hqukcr1vRruKD0rUDlmuT6Rf0X/Ma02gy4rGvpxOz4af2ml7rZ
inqru5W6MnjFYNKiEdAVN7iwa8VYUSTO9mPTVz8EDapFn9vTlW6p9QEGo9yprE7XWAHAgfx13dxd
nvLPf85au295wUaRIIL/+s9X/+Y95xeP6XN9/D+9+p36v37+WD7ns0rt1b+ssyZsxuv2uRpvnus2
+ePv//o//7c//I/nn3/lbiye//WPb7zKzfzXJEz8V/q3Oe71//48/19//9fvzRfwr39cPVaP356T
/9jVySOAlje/+YdyDo78P4kHd3VXRb4IfpW/+YdyTtO0f2rEYM6wMxAAfPb/Vs5p9j81RnkQjGja
WLvPiuBfyjnN+ufMFwdpiyzZtCy0p/9zhld/aNi5eb8l0mnv6ubw5h+JqhWfmxGjPt0jFbqISHPU
/XQfN+pFnJurabApYChfmNcuBpTuekW53dUlY4Hcar5oF2SLfMsGf8lcu31xD3+d4UtGnsX9eGFI
+aXk44yO4JOD1ehktIz1PirUvaOUEh17QYvNTTNIdKzHc6hhyPRIyB6bg2MRj1aatbpIp/Y71dTP
pdPoy8Gc9vCPHk27lAtNcewVIA9axxByNlqW3NHMsTc0SxmQJ6A/Iqf7hIQP3RGFDz9V90kbPpjG
tJ+m/G5Kowtu+edxqiX9r6rfZgAitmmlYCN28mbN8lzSmZmeLcffyTRfQdm9UvP8DiXaXZm2F3Ya
2+wVAyg0VvTFAPWxLBXtW1+pn7V2EF6WqLejlcsFVTn+UiMuJygMH99Q47UK+9831DrSzOLJgH1d
Dt3ejZAgdaWzbPHcLWXgIHJEyIFxaiWSYNWGCCP94jAW0UOe2TvqliYSJ7nqaqQwtDFJSsy3qRTP
sG4WafeV9j3+p+GqiSxlBSNDbpysT3c9FJ1VoyPscyO9W1djOhMouhZCy5AsSVdi6DXFHfV7+rp2
B2jD3n18qfprmfCflzq/Uy9E7RS51Q4pZ7cf/f6Kpt9ZlUVIiIxzbvKWNjdzstkly8Dy7Xvf4P3F
xvGAliRadxNLVKsp6VpRkSnkLYsbD47ut9ZpoH3XoOZsmXwxcp31aWFk18Eor1pJ4/LEqfOxv/fa
W0fa/5j9OYActdxXvtyOE7Utax+Cu8AQu0Jc76mmf+PQnJIUzSlJPHRC/SzihqZSsIqrfkW1JFkm
Ma+vVtKx6HlpIeloB9eAUGbnN3Lobz8+1SP1+593eX7RXtzlAMKoFdtBtW8pBWhhtspwacYdHsCO
7iXbq2+Vxevj5HeJEd1OFe4cP5DqlhXXssqLQ8qnshiqU5a53z30I+mvYNWgWRbiFsdoFy3mS6vl
y/o1rf12hPyJQP/TDPTn1c7C9xdXC9CV/pVakW9OYBXFRIzZY78oBalF1ly86OysWQYqtvvK1Dz2
E8zmAZ71RE9vZUp9OVKDS3+WitTQ5GQSe4aFDdROwgfifW41vd7mkf388bP5zXB+7PyyMT0PI+iD
/ZAhkJLPblrh/8qon9PUs+0TQ8pRhvef90R/fU9I06pDEH/lXsv73VyYE2XK/ZEe0sGFOa+bquKi
pcvmWuPy4yvT5xnpvedwNFP5mayzIclKxGQTLEXUATEKJtcMkkXdix9gI/0VhB7lUyxb6HfRNhIW
1QllWims+3gxGkp+HbXHRKpfopICYF11Ty5yQBALkMGgpp7KMn5fja5iH3t9f4Q1KsIfnWLf9N1D
ERLMqMM/mLUzEygG0GZhmXhCup90vUZ7Nw1Lx0zvKx0DsyNR1DG9rEe1+ZK2ysqXFAo11rSuv0L+
uIwDAqiG8FsZ6jcQQiaEiLq6Aky4rlP1RFCG/pvR6Dg3aHLqEs+OUe6nkJVxjNi0xoCpG+JOnfR7
hAxU2VsvNeNlJ6vVWIgNMYlsG5RLmurnI8guDMPXClLfSW9v+pw2aW2Dzou2fgqaGMXyqdjUn8DT
d96LY3tLltHwTn233Ee1gsSg1Z3D1CDSm9hmXLj9JNaSPecyGBCoIhoDqaLFN7ko1EtLk2KRztoe
hJUUmCQBlylFbstH6pX5qUFDqq63BNB9UvroM7X0T8T1fXWJ+mK/knhUNx5Vdu6sREJjGQ5qjnZw
PHNSsh2FZd4Z2SmTjfa753E0O/jlLNcxtYIOR7AUWXgmhL9PBZgxAinBmV7E1Rce15k1GRu2SGeU
VDZZkiknPvify8H3bvLRkJ85TdUSrFmgsE3UZTKNUEpTFj2o2YKrgiUF8BAoYBm9XVL/nmLD/FYA
OQawZuNnd43KE+yhVAeXWTLSKXXb70PKFgeCAcyPOsJxkGrElhUQPRcQOdIVwt7roojN7SCXdipW
RlGdpUl3Zs5BGwBM+lUWONYato27yVr94BR97AHH3Ca+/jjpisPSrAMykCIW1xRWU2ydP01OsjPw
ZS6YlGgHlOoNxOweuFL11QI5g2TCh4Yf0ETPlYsuaz7FiX0fGPFDxyCOagaxljS2RSDXQz9jrgLz
hFdLf23D/veIehzCYqt1D7tKb/fqwIK2luVd3aHgKnBALxB5UckJdPaNFUwjpW2MRdJn+lowKK6Y
ieONw1JkSVv60Q0oUYXFvPv3Sb8la3Nf9QPJIQML4Y9H4iNm8J/nejQj4tQgF85ouz2d94uqOyc0
G+DGlWkQyFjhsDBba0/nXV8NNqAD1gWQIygiYAJwWTDUMvEGSJF5MGE2qC7j4WGSybmtOF5Jnadw
ym0xAD+CAlfb5raaDC8xJddKkjWcxyQWq6qEVZ1/pQy6TQ1dW452dQPBhtI0jW5akaOvAVK6TsSB
sZfCySHtvg+6vZEASEM67R/fh98+s/ljfbEy8AnuCIO+q/YWpDqP6ndyF2d0rhu85TvNqWw4LtgP
ctIVlzl1Tt5MdaVMrtdq1vSIc1puzWgqUSiReVqrpb0ySqwKmt7RlDaxgNQjQKcTJztPze99wUdT
NvHL1E8Qxe2BzlggYAlf3IUiGs/9LPBZKzuXyIHgXcwfIIJme2mik1pKNz+YQpM4R0DZoyUOwiuH
BuJtnzp0UyezOof3ByIxy5sZ9oW9o4ijtahPrGfE7wa+o1l/RNkzm7XyPUXfZjWZ5DLHTSy2cY2y
sHOLaW0ERYPOIkL3ZqLO7FIiqrFXIreU5QGS8I1d+khGx62lIVgsLNbMgNqC9dAKc9nBdVmEWFbB
R0UNVE1k3gIr20LXIwGCI4XnFNsDzSlEHa68aqDgICLSzS3mlHhr0HDEggy+Kwn4QalhpkCePC6K
Bi9DNUY3ls+ib141+nWSr4K43nZj8gBB4iokTa4wQfDwFe1Kn6awkq0jH2HawgYsuJaGCtQKCenO
H+OY72he1avZ4NWduG/iWdln53LdoWtc6kmCYrB3TgV//W7Rax4tYLQyFi2b12LvKyAzSSdktVT3
sEn61B/msqMkLZLinZ23z4OJx6dRCgJbh7pYu1nbr3OjttZlrt1rtbWPJ+O6iwwkBkHJ7sSwLge9
O5gZYpHM0E5MUb/blRhH29y8LzLTjopkH8fOfdA1X5uZvG2pPUQqPbgiIfFe1+37VA8uB/RtHlnk
jJRCoRuToS8jZ/WqTrXHMQpvPv7kfntGR7tRgyE3GOyMSkaphZfaiNoIhK7e3PpGtg0UgctEd8sV
cCNrHWimtsJl12+TUtlXZh7YHgMMst6JmtG59KcQm5AvT3xXv6v7GEcLCr2DaVo3arGXwdTzwZeQ
uYxaekYCRIhFFMG7gGZsRVw2hFdD023gZ5IFsbZTDRIZxhXaP7m6UfpWp54AzqfgRTwxw/xuf/Gz
lPFiZNVQmDlFi2o1M+MdOl+vB4WlKs65TbNb8KnPwDXLcpapFlz/zadlvR7NU2SJ5CPQsfBDzWti
31NTC3Jo6Jyhv4OBqnq1665Ki1zcAT1B5H+qyQHTcT9SQUGCPRkowoPm7MTp/KYMZhxNsjx0qy81
bdjD+vtkRIlYGk2H1C4ervwILGdcU0ex4uyZbu4ZxLOdEeS3pA4A6TQna200aCYg/H3LQxOxQhU9
Ckc5Yev/mSnyzlxylD3wf3gv1aJVhnbfBsgzqOHIrz5r5h/aqLn7qsspSiMLBqRobMKwO4uphiV1
/VW18kMFPmrZ4aXfdg4WPyoG4Z7VZX/dSAG6VktuLMiKk4gebHLX0fyPiNOay49v6u9mbONoEvQT
BdpO47R7rew+WTC+EXENi6FRyCGo0gctbr4CLG+W9GPoQjVIcgkhRrMZUFMILsCRn9ehJBW7tY2N
nHjfuQk6GqLwWWasaj8+S20esd67vUdzniiUKcBG0+51DUW/q0bnWjnE+F6y70bZsnvK5aVg47sg
3uAA2e+gEau3gKTDmaWcHiPs3eQwYZX+vV2xOGv7lVLojffz/P6SQf5/Ueg/D79VeZ3/aP4/qPTP
b/jvC/2L5yScGGD/aBrsvv/rH/P//0d5nxLyP01XJcMRzTeJST9DMv+o7yuO+08dfhVRIFTwiVxm
ZAG51wT/+ofm8EsmUZQw42i1aNafznjq+2Q84aen/UV4ifuXyvvz2PXnm2RZxISQxObqOp0Ewrhm
P//LlWqrh9hlDLX2GiXYOQF9q6zaU7zcvLgdV3/8wZc1+9dVp1+H0YTqgvlg9P25e30xbI9TCcFr
GmuvVZSzvFE3yfjkG9+NIbhKUIJ+fLCjz+PX0SyQAhyKACL3aPkdc0kzHrb2WGlfSNBdYMj7L0C0
KzaMKaois1gD+SwXBG+sKie4ijoFoGx6m9nheTEFu6G6MQWbJ1/WT6rr3jW18vnEOb4evX+dI5FF
gGO4+Zp9NIpjMfP1wQVgBcEohLhqId3HDVjQI1pRjb8NtPKu1PStJZUbGp/lYlIwmYKrvzIj96DO
07ASzELmRF8FZc5IjiDj43M8Ggz/OEfeMaxzKkJC57jyHJhWPsWirD2CpfBllONCayskchQp20jf
K6BDTXaQTlGiGo0GSHgU9ozS9gYj3VYIypHctA9BVX7ts+x2Qqef59PAeOSfSsh7PSD+OlM6Xi4p
NdBd3jSrLJgvic3dZAGeekU61uswxEUG5nlBAd3eslWp4XSTMT716urj+zQ/quNvyBX4NoVtsgU4
jpFUW6cQsV/UXlKFHr4hviPlxO7/+DO1VHXOSuZ9pimtGcdVN+E4ISyEqPZS1TlrMWSGVuxpuTh8
fCVHyyr+/nwcaBt4xiF3weV4PRyIBvlrlAW1V7kVM5dTnNdxGLJox2FG4HnixQ4ys5BImhVJLPGi
jKoTa2LBwPbqbs6nAH1IZfhTBZqL+ecvhgqQ03aSxErlxaYbH+Iw6tc4RLonpx/HTZPmlbKH5zHe
h0VIz4oYngcZW+aiTlrnoFoxOzmRJuFzV9DyWNPfcJZWagyAukS/1Sz+1IZY1vrrUPnnfuleFORR
nFuZ7RLK1+2maMIbbmoLNQSQEGMd9yC2XraF0nqEGqj4oOxLuAno8Sb/U54DmW4ieSDqydhyGgdF
rbr1GCsWorpB3pmNai6HOai7N3EfmX5+6RQ4S8wQBAcSrWjZV7CaazU4EBCSrHubAK5R1ZBCzItq
Wy5R8Cv3Sq/EG9WV2Vqaw5M5l9c01kSQ65W16Nhr9vra6Br3YLnB+uM3wpiXFC9f7vlxkJPowoDG
VMh88fpxEPDgoFOeg6pL/yeIlNgVTIdLhoYbm1Er68Mb0qxCrxywV66KIoDtmlXmjpgWBDMhup/W
6C/xYruLnDd7yUrU9uoUR6gqqRSAcDyvO0LNKsmAzCUr90PFD4sKdgWSJKJ4ogyAQNRumUSslTTo
rEnV+fHxdb73geEqBFppcsX6MaRolOpgTXVSMYDUyqdEhs25nOq7sk2ePz7Q8bj/834ydRsqNC8V
7d3r+9lrKLzxT1VeQY9nm5UTyQbOkBCy3qqMWknbN+uuTh4i3oMTy8b3rhHfm6nxYRtIB4627qqR
w29uisrDKxo/l7VzHohBe0BK+deIcz+HEVNXkSA4jKvGmyMRFGA1ieoX3pTZV1aLZ7NIzFvJMsOc
IH77xfe/fFOFTjcFRhpUSJCgr2+qpnR+1sdq5alNaK5rw95rBDniZicmodDOzVibHU1//XZyULhW
tubo89N8fVAlB8I9hH2F18Ags0xEB7MPxgWEhpP5wa9rvz/vJyhVHpxNfiQJvUfDstWzkiSbpPJ0
u3iWY/xooLr1QAwu0XEi++2HXd82P0q1zpZ1Gn/7+O6+897Mrw0DMinJNoyn1xcqSqezcTgg8TMw
xlrWOfETm7o81Uc9XiPyZRBOaZKm67jmfLzXh3HbRDS+n1VePulkZ0zZ57BKVvmIwk0k2l2hZe7y
4ws7ymX+dV9tizkb/pwtrOP3RiuraSBz0dNxvtxjiF7qRb0LQpfRd0xuxnEIVoohip3opb529Cp6
cChk9Y3INxZaLuiGhTixd35vDhb6rAYSlg5y4Pi9Eq1SOJkMeNi+umns1oUeMT4W7reK1i3eN3jB
ptpeIUEg0atx6hOrvncfg4ttAcUXPDChv34MNnRuq+rd0rP66AZQsQdF5KCL7IJQvacooU/z8UOY
H+vRBCMMEi9ZcTAmQdF9fTyE+JIZyCq9ZHL3+Mzvy6g78ZzfuySDUYH3l5andrxAkyJqE3/qS09W
gbkxkXtgkKjGTa+NXyRAKtIaPr6mNzuQ+V1+cUT7aKiV6EiHKhs5Igp1ardKd1lUkHtIjHusrUIf
1pWdRZ6Z4+y2+3prsZRrBd2kWr9IRIH3zho8kN6PXaqfy5KwscomHpng9+ePz/S9bxvEGDO7gC8J
XPfo7tdaRnBTC+dfiT7byXAO+uICEtKJ2tmpwxy9VHFLPUi0pMiLuqTTgQVYJkO88tX+FCnzneWj
eHlBR69TnlRuOA1cUDiRyGZAKemUS2xhnxsyfz6+d+9+qT/nORsGqKv9/PmLpWpvq3DPkrr0IkLb
F5l5iFtschV0s9qxzlVaikqcbNXQzD3bkjcfH/2970Ywv6IMxObDP6+fHI3+sAfpXnqpnuHTBNry
RKxR8eX/7ShHgzKWVQI0WZl5o9NBUQOpLZMTm453VkSOioiRKoTjsnk7ejcG1y/9ujQKqtjDeZf3
D+4w3Wh1BCXLv1VhkhGCQO/w4+t699lBI+POcVQYE0fr2kxQyZ4Ku6CWPuBKzwYgBuNNxrJ2N9gM
fn4YLVXU99soSwyMFubdiRN4Z2FNxYehDWg4IOafvYEXL080jP6gDynPr9C+YiW/VwJ6JwLXjibT
T0MZP5hF+KPRkwyxAY6bNE9XH5+C+85XyV7ZNSG0cxriWFCZh7xecZEVaPgqpGxV8hxO2g1RZ5i/
LMUmq3zEyWkn12VfGfs0jXuv6fR1EBLyObBPXVFMia9RRwceAua9rEWEI6tLNoPr0JYXw4rqZLzD
ILKssqBA4jVduBY68aZTbusqqM802X8elapbZIN1Ngxu7DUNFNISGaJnG3h7NKNTV02v7JIym760
YcieToY4E5Q6Q9g53ggFm4BQsPyHuk+DDAcF9OX4tgftQc6OeVVgOIyCPNgHrgX0xja1ZdCn55ks
mgOOP4K8cCfiQ5kdtzSZwY8M1XCQTmh48ewBNSQhCOkE7y1VYnVlUlswyX+q19B+kg0JbrcCGc9m
VKTAlWRcBgMGtjonYyeI++xBm1x9oeY+kX9V79WTgnnMcQ5dbiUkNCliKYrWX+jE7C3A+Wj7uMKu
T6HiB5b9J7CsF0Y27kIlSlaydvuFllfWWYs3BxGm+ddnfkdlkUkauoYPSz361v0oM9xUHQuv6bMI
Qyz5YIEMrtU6vJJudMNvnfgI35mXHTZcDv5w3Zr3Cq+HMBjlgxIFZYE2zh3pvToAkwJ1DSdrTyZc
uOyb7MQlvilpMTEDKdENiqqsrayf1YcXX51ZBQl5l/hicgKA6dmMkBRQCt8iayUoIQsf25IfCoy0
68K1ronkfS7y5sCpZedSL/C5F0GyI7dYX1nhMF5aTZY9EYFkbFptdhM4c2Dqx5+p9s5I4Rg6wwSj
lManejRAjvCQR9eVhVdjbHLsYg9sr9lPaXDpGEBaKscG4RVN0QrX+49OcW7Nqm9PjBXvDBUOuHoW
/2xBKNDMj/LlfetLw26Q7DDbpCTd4XsEqrAMJts5cbXzS3a0HHSEOo+HiNOoOBytnIy6KNo+H3JP
j9OvIrI2bDhOrLCPi4XzO8CAx2bDmZNlj1e4VCvQ+NGM8uJe/1z3FV7vLIPkF2ypyxC3x+pHSOPa
rgkz+/hRvjfVkerOmsGyAOO/mXTiKHEN1GBeVIf72LGeE8LH8O9dQQTF94YkMou6E0q9dxZEDqs7
x5q3E9SMjp5c7FSgHhuNq42tCgHMdFsCdLFDQF6m35842Hu3lkYC9eC52/GmutGOCMEHxy28xBJX
SkTYsdmmy9gQZ4Wdwzqwb41SwLRQv/71G0v3Qjg68RssiI7eGqsXQa6ggvM6bVaerQsdqFuSh+2q
KLW1NWLhruL4/uOD/tyRHr2rFCktPBgOwFNSTV5/FDFGz9piYvO6yY13plIfNI3tmllbT0Y8yEUo
RwEFNX0KieilvLTK4vhMGzHVKzWksNh2S6KwQa3IfpyWssLGA8nToM2eM9xX0TfTxBbdK/VaKn2N
scuwlhpZnVhbn9y4eYC6ZSCH0z4ZMdRwYjguJjtWvBqjz8LJg8fC0GeIBd4EK3Zg/KCKhbtB3jTI
iHVVQ1Ky7UrfpLGrrLqwvP349ujzuPTm9lBKYxOJQYxAp9e3x0LLX4DIzz14eyymbMWcMTbmpsCT
UQHFQBfc2pvCV/ckRRWESOvl1wRgQ1wn062Kq7ppyRWy83RnTcTHaXZucjNIOYpC80E4EaF3MnQ3
uQhOVcremZhcdr6OQ84TvOpjzV0jrTCIq4JZQiAyHDifRZtN2qqvB4mekKfaliQUfXy/3tk0YmSn
5s58SBAES8PX9ytJBkuvJiv3qt5sNu2A1k1PqEAUzMuUQAp1E05pij9cIRcuCTUYa+wsoggVhusb
nyzHehr65jO41x4z2XQdFcLcA+Mr12CjlBMz6Tuz0rxIQKxL/cTAaHT0yRU1Wj+7NTNPxXiM/xtR
Kya7EIn5siSUbf7PnCZ6WW0OMoTKnG57vT8l6nk74GiayVqF/HNBq+p4RB0w2Gi+02eeMsZnyahe
YPBcxvW4bgJtlUG860OWsA5w1BMPa768Vy/3DPVXQf/NDUbmkHmofzEhWtUQWn5HeFnSwiFRNNfD
bA3wtcG1LJ8qP7jlLUXF2kJe/Ktz8dGhj7YuRFlrQaomTJHNuI39YYfr8dAX3Ykn/GbKf32Y45K4
0+G2xMDJR+B251nSUlytPT0/VW96M+HPh9FMHUYRjxDZ2usbKVUiDwjCyT2opdXOF2V+lmhmuv47
z4vsjLllrrMCnKfJF89Ln5yW4JAop08Rb/TGvA2EeSHC4KkjLrSVKciURJ6VVbnVW+dvHZwJn5Aq
jXXnMYO+IF6azYDk4IWyz1rjuvUhnsQNNqPisWzKHd6dBDTNXTbmuxMX/mb1ON/fF8c+uvBIUcIg
kBxbhu3GmlP4xNypZdM3Cuy/3V1pRl8GR7lDoncg5+TEh/JmKJ0Pb2okHLHbRUlwNAnIzIbkQESz
1zlPAXaHCiBkX17qCP7xL5442Hwtbz7KFwc7qolMAMbYQNuZl2ZYoB19ITCX9RZRmfDCPr6vpw51
9Nr6Ks1DtoaZR17hIu/TpWT007obnaL83zkS9k+mBc0U4mikMcy2KIXGB9I2trkuhMBOoY6gsu1p
hD9wUl307pXNtXG+SHylxyXBlI6kRU8780a3amEQxfDyuqTY4KzUV+0ACelvXN+L4x29IcQldfBa
eGihLK5srT+vq3KHV3Op6s327xyK9oJhsSJ+00eJRqrDSeRnHt60blE4kLHrfFklKVyg+FQz/c1i
f37z6StQvFbZ5B4/t1rRM5/EIq5rBNkiRApuTVy0brOuy2kXJegRFOPTxxf4dlamc089EB8xtSVd
Pa6mm5WqqI0/PzzydfNRV1a1Hzw1JeJxWewUM4W9R8CUTFDPNfZt0lUnNlfvzBqvTuDou2jNwuzV
ge+9BC8ED3Nr0qGA1X3z8YW+M2vwyrCDm/PgWH4frT4SXHYiRELrQeIJ9qzNy4WM21OvJoKrtyMK
RUKHdRkrQe2nDOvltFE3E8M2UUGe0JWvYaj6N2aUig0rAqxY2bru4UmMxdCvR2P8hj+W5i0lvxXZ
tAbFL/U2VsofTl4g5Xf0zoPSX+2alvoacaC3sQoewp6gFuj1WZkb59GgX4MRz4n1EMOu04Ju04eW
sgi6EkBHR8Y8a3wFOE3xifpUfRhz6XoN5e6NrDLzzE8zcscNau1LosjyDHA07znNcrdaFAYg6rpL
nR/g7+W2SgLrkHfEWWfKVdca6VnMkVa5mNyl26t7rSVleeqMM7+Pm01H8OjVlCnrvnPjbVdpupfZ
XH2cTt8LvCUXpW9+kdS3VgM939KqsMSmDeHJpjILVJMDD+mrRfDSbcPuGIeBhBZsFBMOnsoC6ejb
W1EQfqZbSbnrO+CzUEJJRSmjs3YatnmRwNhPkWLaSVteB5HpwOGy/UsTaxBW3Jk+KtBYmMAXpNCa
lQRaj2FZfSjq9q5XAFAZmX5p+9ou1grwFmLUrU1VFwK9gW4/EBgKj9jS60MKAY6CnzKej7HaI8qf
/Jk03S2zMKr2NMudZckXtg8qVSAgp3jYB3H8rBBmuhf6WFyoFUvPmW40trJauxHkGiH1CDO6zJdq
aoI/Dqy1KRp112fyoCkGvZ806XehqXVEqGq3xigf/RTGXdTfhhrMkxDq/KIrYNw1TvyNwKriopuq
J7bZE5ftrgzq55gdp8YzDOzKvZpve7QFaxNBGHMgzI5Z6LN1NagZ0G63XYEnSzfcpXBHY01iDdy2
OjO2isguqbzz7Hq/A1A8NPZianPry1gQkUg6OPQ4xDkIjB3D3yQRIRTLCEP+GpLUvke9+0lD5ELe
a4mJy051T8MQvrInM9+bbT1sU2qJhPTOiegy/5I7dbKRBm7zHh7NNdgZn92h0e6U2j8vxKje94q0
9rCQ4yuyZAxlnbegqQhzIZPC9A9olk2k12b/1cqqyMu48eASUQEYmw6qe7ntBk05F2ZJ2EnTVwRa
Qy2CUBAscPNDTDem+rrFHebZE6Qa9mOkfHcWBgYFEoc1gQdJaVXsFHVYW3UdeVGeC349/2yrzVaD
Tf5otSInjdy6YR8df6a3qeoLrNfuruxE80jQcLqOYN/4C7A4/TOwdd3E3d53BMTqZe+slFGJliQw
3s3ZLTYFi4WeBsQHD+tC6YHnu80mCRqxH3RogcGgnZXqnPlSJDYgRnu6RBRYLXupbNqKZzIZLTvk
soYcrLXs2Bb5SIxwNrmdl2glaNsI+NVBlxJ6XS9wfzG/pkSeEBtdyemyKZCXedIZkRey7QFLAD2p
MKoW0oo21hITzKTDVs0pezqympaFXiNRwukBEXlGMuLPG2w8AFFeXCpKhvUrxWxfa3wzhMO32RqJ
dH0bjoq2wyxnAh1JzfDbQGCFHZCxAzNLrHMIcbPvRr1WOtqrcEkYycZUZED/+l3X16QRyX7pl9l3
C5G5tSyCUK6L0p0qQs+x6C/8xBc7jCUSLEFc9RdWZt3EBjkoDTtolyrMWRwHkH8Ln4QfZViSvngZ
t9EVUsXrXjNxxhX3cCm/V2OhYE5UzqwkuXAwqNsh8KGJAGUbptLKtoNg2VbaPXkilGVUJBitQ+a4
SJL9iMzGI0mNGIXkelJHKjFhla2nmjAE9h9fhG7XK5GJZhOr2r0NoXldsvBZjtK4cmq2IUPXat4Q
NFfU7L6nDu/FUAOuATS+0wKzXzLlfNZxnkJCtn9wINBRSNmasjvzi/BT1pJGadwD7EeJWbX3tUjv
A5U9eYeJyIOqeNO7zW3sGOdKms20v/zghPYaojuip/Kma8wn00YP1It+jZqfpnS4ldwZbXSvlcbn
E/tMCHW9UIS6TvIMflp7nglw/05Gks0MjSBO1FqNJYVUUQUHP7OWfpM+Rx030AVmSj5Q4X7KsnBD
rZvUiODHHG4XpfW5hMoQWO16cNpnNYG935twM7WeKBV9LpayiidiAmDnra0pZ8z+S41N6RhaHsXz
C0M+aEOT8JkH910hzo3Yxn7SR+Wyj7Mr3Zi2rmAsGEjOuFE0vnSAap8NfBP96HialV/SK14K4jRo
RSnfgs7vGF3lhamlxIloD1D3rs14yHeMM4vWcb7yTX2NCUux7XjdkMzz5FLwk0F6BhDA8aR7AxZo
o2iD85jm8XmTivMKTPYy6ngd+4q4kMTcNz4eXYP/MBh+fhXJAEq8aUF1UKtlbHXrkAXJKoN4PYcK
4T1wgPeX9Q00q+d+rLt9Se++2Sc1nP/BC0QX1l9GsEThtZWaBIhc+7k9BGs0kmIjw3jaU8H88fEy
7G0blYQ2Sr0GKnKyPslwe72t9gdQf8pIpYyYw4PdBegB0fk5D3p/OeoqIKL0szT7LQS7U3vqdzaW
9Nwp96oWUhm6Vq+PXGZDp/Aa5R7whKUbONukUZaxcktQ94XriyujUHa+SkeVKGoe5bMWWvuxsq8b
zT6b6kfQugApTmzV3i5+UemSVzcXhebtxdFWrTdzRUqnzTzpd8seZPSUQoVCDfrxXX+7KNW4aIE0
yESty+bi9aXHse67fkcEjKE3Sz+E9qgwSkw3HWFeahes8pMe+rcXpqKeMVVbp9RFN2H++YvqiakG
Jdpgqie9Rco1Pi8W2+fT/yQr/hal8c7Wc5Ygu6ZJB3KO0359mCDCyULrNPe6ut1L1/LSQEENWW3U
Uv9v6s50R24cS9tXpIJE7X9DsWVEZtrpXLz8EbxqX6hduvp55OrpzlDGRMA1wOD7gIYLjUKZQYo8
PDznXa6838/t3PlhRvKDWJZm2YsqmlFYfdzYjGVnqFRY/tYav4r8xaihK+r5LACsG/gPqTwTr/U9
5796UaZ4PfQSiFlk6IkiOlHsxnQ8BhH9AxzSuPpLHEiS1YTGAn1Q+9AZzp8/tU8GXqxvrQxKlfUh
uo6+i/B+vTXzcttinyOG5oo7+7kdQwnB4YTyfAKUf/oph8lMhjKn7ITs2pzYPvBE8QqnvULYOhMF
sH7W0LymPerQjDkdJhCFZmFTQnGkb9G7+ChSXNVafR/W6Nkq9hWoyrlNM/uuzzQeqs48Pk+HU63W
FrPp+Y74e7DU7pAVnbKvnOTbVJWUEFnelT/qz0iCHix0Ly6f+zNryqB0rh0D9o/tLColSZgmXZEV
fL4poyPQjMk2RlvOq1rNWF8e6m2IUeEezfU6ASQAjsvpRMey7qIBY4xd2E3msTSzaZtlAp6+iZ9f
YgLimuoJC7Gpsa60jc687F+NrKmLl32pYGui2kzSrp2buXvoO8bu8uTOhJm5BsRndInTULNOJxdM
CMROEefPHJtjbu0d/R5/qDXmV1cGOrM7AReBrEHFTWC6vgjUyHBUod8TY5Dm+yTkh2pMfhQIUMg6
ONq1deV0n9se8FCoosMSoSe5ON2T4gxVQna9o2XmVY21rQqxCoZrq3fmA83vQ5x8bcxbaSyfrl4V
IfIhQo4ckIQv1QxNNI2Hyx/o7BC0BCjWw86ionU6BGI+k1qqDIHq652FscJKNM7T/26MeZO8utIC
MeQWPpdkLpmJcCa2YMm1psOZD+IKEPAUG/nnbGF7MgSol76knJHvGldFYjv60ZW4d6rjtXbl+XFm
PiAPVTDDi+VC2TYbVItx8LV+6bL4W6fnEFN7ZXN5ya6Ns1gyG1NPaZbU9oDqKMjodOvecZCxC64Q
+M5//v/MZz5Wrz6N0o86GDzmA8XvARHEB8TOr7UKzo5hQi+a+VSuuaQMtKNVWa4/30821pO+2Mvq
Wopxfgg6kxQQbYLNohtROqMzAEugANwoh7jJb7vO2F/+ImciGaVGQB3QCE3msgiWaueCTnQp9xZT
+svw27sxC7/JOrud3Gvt/LOzsenPkdZio7zs02mVn1p8/nw3kJ9gsMeUuj/GqgCJAR2jg38HD2b/
ppW/+vCaW2BgkFj5DhzSvfvbc8PptoaMPDV2rhSqz81nTv6g1CHbYdvLw9k3KeohKmM16sNUfwj8
axHm3HExoIfYBvxdOtSLj1NoVWEFZsfHGbPb+VVZ+AklxugK9uXcMEBQXPAvmFzry0Y8wiSZE/hc
MjpGk0YxUKLk1aNXV9424kzWynVpk53TPdHA0p+eyolauOOnbACK0CjfzoY1W4HoeVliQ1KaiKiD
QHMRuanMG5NyjhaIXV9/TqwIn0UEJGXuJd+zac4hppUhUdQW7i4pcFVFoS/vcQospo1iJ/tKb1ea
ft+Z5pUL8sx1fDKDxb1fhzVIAFfPd2mDSZz81mDoEKvFnTCqDVIlu8tn8+xoJlA2CJV8n+WbKXAx
KLBxLd1FVbRWp3cK6i8KOidD8StyrzUJz20CMo1/D7YIzRl+cRp+jITMkFqtg3R5a69s6+M/mZJO
I5LEEBTlIsPIw6SpMbIlBpjjigODr0K4C8C9Y39SWPafp7uEzv+MtjihXUfNuSwYbSrsra2POxM3
HHEl3Ty/cOA4kHjh9lQXC+d32MBkJTAWB31zJX9QXTxjK3llKufiNBn7v0eZ98qrwJZ2k1rblqAt
F6NK7x4nRNIdSr2a8b+czmKLozcSdaPOQB3et072PRWfTaxP/sE2AKmkO3CEKP4vHgfcdU6Xtdqc
B9Q7pf+lYxVRKPaachcmYe6VR9fZtfvPaEsuDdiFqK17RguMeoP7xnqCDzrS3A/bPwafcv+4820K
TIS+4nIzWFItddUa2QwI8kBF2GZ41l9eu7P77dUQi51Qt4GjdsrATkAGjaqyU7TrUP9H+w3CLskn
lxsY/9P9Rj8n8ulu5LxT78xQhblRbEpcUhAdvTydsx+HC87h6kHbYfnMD4zRzi2bW7Sh5TbYFsoy
GNaIfGVkT386ErU1jdfvjMsTb0pQuSjRO4lIdXIT9wtd3tQ1HRLZvot5eF8e6u1Nx1DQxYCK67+Z
uqer14ky1FoobztcPraOHF+AP+xCLcTyIdzNTpf1MUfi5fKgbzcGg1Jjs1QVoC5YmdNBk8nFfz2f
yBYSLHHtj26R3md1f2X7vb2UGMXkPrIoVM50y9NRUKgEs53xvfp42kApoQGY4ajwEfUpqgrWlW92
dk48m6mIqip7UZyOJiGVmYHkPDVKggYksGDcd7N+2Pzx0mlU8jiw1A4BJS4mRRcyTcJ4zEi00Nwp
lFtmvpJtfiUQzX/NadmOeju9M8PkVgJFNs/2VRDHYEGpo8TJdkGtojXolGrz5MT45/35TtDgk9mu
Ddge5azFLRvkXRo1LjoWWWFg94Xbb2++h9zyxwnwDK/X4ULwjgefsogR2pSkemrrGQjSpPIcE4wk
gnpX7qMz+83UHARsgLWCB1/CJBsn7sqhmbKdcMeNicdqprq33Sg3Ag2W3Mi/Xd4J14ZbzImnde/T
t812ssf1TlTvHIGlKV0AV0ZrxIg+/4PhUBxBv4diNSCR0x2BrY0qOnQld7KsPBR2dr457ULk0VLU
HWN6g5eHOxOXgLwQAS2YEcBSFhtjxGoKYfgs26HhvRq04Ks5yQ3wPs8276Nx3LejvVeCa4n/2xCv
nYy6OMStVSbTWOTZDjSCV0YY2ncDlnHRLsmsvw/y/5lwFI2G/7hK7P4/8pGYawP/s7zUezSh2uBr
+lpgSpv/k38pTFl/oUBgEdOpBFDPhHvx3w4Siq79RRmNJzshiwqkyoH5l8KUIf7iyoZ6jaLALGMw
J/P/cpDQ1b9oK0FB55b9LUz1RxJTi11r6WDRkGUQwnXJ5d8UdPsiTydDjbGorxP7PkR486HDtm3r
dEF0yOjgpavSMPyVxFn6Tm0xNn+1Vu//DtCvtaeWnC+o7BoIceqicz9C0Cg4PaV9GUR5COHI45cq
z0qNt17TgsYg6wdlVVFdLItR61ZGU0f3Jqp5aOoqlTvLBDvRqlCU6TiYVvmSjdh5R2WNXPeg908C
w75pp5T4pm6r3N7kg1XvLv/0Zb+Bnw40msYG6warhXh9+tMl7sI2UXP0LGscsv2oRpq1rVHxxal0
FPanUYo2xalX0ZiTP4noptAHLTmOg6h978qPWQTX+cegSjBDtLn7yIzmf//q/pPjWGdBSBBAarCf
Nm7XUgiCw5Go20EL42+x02BUqBkxoohAw4ptXmObva/crFF3Q5lF4aEwCzzJhWL6o5cqaozrbB9I
d2dEdVQfhdr3cn35V88PnleXNuU9QDbCohEFxdDmiXf6ozHjrlMpsNUdTBPuZZDD09tbRYrqblkk
RoHdHAAtOLcRTj1JqJbFtWVbpA38Al38bjMgLTP/jsX267ARAZQW9540Q5+HeTflgZeh/bVKdPzF
gpUs3BgMo290yvvMGF0jXXUt5uFI0xeW/wHXo77eYKSuWBtkEOkQKjF22S+X12mphTH/TL6wJVgn
fqO9rO9htIhLkT+1HicJDm1eO+2jirv8tmxVLlBVyEbzKtEWYh9Pigjvy2kI490QlCXQJXWSw6ae
Kg3HkBzw7iqq9V5cqQv/LmeefkykOkjBaPQ5lO1m953XO5BtLvBDFYXnFvjuvkthjVdeHDaFu2rH
3prWZjkW26xzjWhjjxioYWiWUkBUHGHv87bs8BPvY+cwFX77jctUbo1ySPqjNNNvsYyBSVlDUn0o
wBI5lNDMTlnnEsfkdaX0vroZMWQyNq0VZ927qjd9c1fRL/efB96nz7ZvpgiZt3YNvqelJHdlI/9O
lk8mb0Ntoy6KAgs/l7bc6eQxvRZYMdopwvpxGXsc1qBdZarqA6ZSsyBeFZjsYvLWG6AAAV98DJ1O
v8UVC5ctTOly38MUWVxzeoDbtzhhVATJ8AFkobeHCs4S9IBpZt86BvVAoypS+wbjB0CczThQDewL
mX+LBf3ule1HeXvEKO8mj1rYXDECeDNb5r2bq/C2tW7ob+wyBYHXKds6rqqXVm37p1F3P7m5qd+k
foQfg0nZgU55VtqbuoKm7TYYuUc5xRRb5O8iDaQhPPAmP1ROBiBSreKNUzjqE+5cP/LcRzbZTgE6
Tdb9WFUR3vHjGG8Uv0g9UwXD72PUOKq2V2hG81jaer+t0vFXJy0J8C7/Mqg08NYiK8pjr1S1v6Fw
hNMpnOK1sKvsWDmYi+Dyh0mmbKbEY7uEP5IKlNiqk/xetqqNsKg6hCGmb9K8c0csrcdpRDnabtvD
OAwfJqS4dig8G/upHMpHzQoe6wkWYMCO2KfIjt3hlYPln+PnyRYh63JXDpbzVcFE0IsDPbzDRkED
1OdbX4jlh1qvjDUKxy7WaOB+zVzkUMLwk+sCG2D/ABpG81IzwKo5DcTszxcAjbKVR5zxXFx1m/wm
1bDv0Bo122aRXa1x6Wk9u+n7D2UhngGfJu9EaSPfHFUaDXBMPaus2ilRfjsGiv2pyrCbrTojCNmr
MeBKFeSoigq81ZsHIFmoRLdS/sgaaMVDvXH0OtnV6ZC+V5xm2EgHVcYybL5Ewh22apv/1Ach642L
1Z+zHpIarv2oWtODolXxNxV9qwnfpqYDG9j78a+6qe0fknr2e9dorY/V4Ds/y2rClkW1+o4Oeqjc
G7EV7coaUaNH0EotxqETGsxF0QPwzY+qWbs3pSbyzrP5Dhu6fPp6oiflruMhtIGkBdFD3zT9TTBV
/o1eZBnggLio7rsOuX54MZWBRvKsPt8XOAw4FsDPkqZDZ4Uv+ujvgnzSj3Hg9xvX7Y1DkITgnPss
NXByxIm3wbx1P2FzSNQ3u+K5lN33LgkqUH8AX79CPqi+iV4XbNDewLkxEvkj8rUxNktQcFcIc4+J
NxWQQd08GHdtqPDKazALR8eo+ajQFvG4FiNkzVWNe8cRCoLNHULK7x3q142HXxkuWm1aZisrMdqY
k5Tk9TYZLLu6Cesh2rWxYazaLPoUKKb+6DSVv1F44H0jsCb73oDTGfZF+l52fe85ql+tkLvu1iw6
NIQMjkBCgH2ScSBWw2hbySZ0jJByuYirlSIS8WxGXY/lKS4GljVwZF38R3FPbZPbMZHTXVAh0d2C
xfZEGN2lJgbMbmi4e6pEKg7kdj7bbxi8B9tvpTq1z5pgx66CWgwHjARQs3Rq5B0yIz2kOENlffe5
aY1uO6hOdeOOTmjyuEL4ehJa/xk1zOjB7XwfjHyiPTi9EX4I6k65EV2fr8e5cFhltruv+7B6GqSp
1uvMxqiCrOo9/y96idU83id2B2cn7xT7JsAu7Qn3neFbp1jxpwb6tPBy2LKrzC6L+7HTpj3Sw/wx
hJimVv5Y/dAKFO5XNrTPz00ydvtRgdzMIo17HyBwsmrAwGJTgcnqczIND2DCs3eDYo3fXIysPDk2
3zLD/OlKiVEiuOrwqFdq+phVMrlvRdz9GiKpkvtiW36rGPAL/FgJMV2erL3ARrFa6QmI7bU/9LmH
z1v2nNXTjyqK2k8GmP0PGdho7DB0B9PyakAgYF6EgXX8jpPkdIP8KvRMlefK2s61bDPEI1YCSOHP
t4cx7gINBw2evvpeE9hirlCB6CV8mSZ/EYBW3yVmOK1MOxtu9aK29poaJgfhl1+1xsf4vBnig4kl
J0IJiT3LPCb31QBQteyr0Wvzqn7Bb9i/TftK3IxOPL4M2DC/l2mdvKsRulnhDWWhm6/jJJB1iCh3
w7ix/TSl4AN0kwys/xgleYOlStZhzRqgxbH109qatmMSyXfOwFMmqvoGA3kzCH6qUdnAMgLMiX1e
dG/VPCR6q3Ghd4s9/3S3w5T+pL/b3WVOnm+izKretzE2FWHnOBh6x1gQU30s8wb1zQJWQVEP1iew
QTN1n/O8SlDOWbW+3xdeDTAW4ZDR1HhYdaCtRHJndmH4QetFhV2vnxR426dW4RluF93Yg6m+gIIx
bv1CsW5BDNpe6IciWjE0fm5R1oLriOy9VtC4rOzuZ+QW4gawoXMgdx4HqHX8YftENNzT8XR14Ujg
S0FGXcmy2CR1U22HyhFPJUj8aQUw+YdS6+6tE2YtjilN272LWnRTohJsetk+11kOmQPg91NZYMnc
DGV7MyWF+GK72bZG9oJlaSbtJwAEtv8o8ve+EVQ7ktDh89CW033pa+19ZAYjPk5RfWOVPRZIOOqq
eDeXw1GPpvFdU41QAxpprGlJihURQD9GWRc8d0P5ERa/e1Cgf5Qg7MfiFpS42uIBnNhguJNjBHp/
NbFPdlXc5wcj17t9Bgg18XwcA0g7xE8I1/2jAgxza8yxhS5J7DkIYz6ZNNQDDxqdBc1VaPQVjOKR
k50eJ1k1aHhUaP/Qv8MixddHjCMmYzMW9LsaE04zco32ZzR17X0gofRsdN93UXIYDGzyEl5iEnfU
J9UvqhcZqPonpR+I8jbGFz81HqbvrXxycGnI2mCDXG8ReJzmr6IzHjNIRF7JJTTYjfvoJ0P1Bfvg
4LFDi/BXPyESGbhl+ICSbrK1GgWgVO2nWCzWISrzJQRhT5ui4caymnIVleGPxkI7eZaZ4Bfi5xrh
bIVtSAj8ef5mwoBYg8YKd1WCeCsuXLaNBRlHRB9V+Qjss+ZlYZBdDCAQdvEwaZ7eDVq5whQ1eBCi
KhoOVhL9AK8mjkLUOS/3XDG/l2o0YZ0AeH3T9P740nel8hCWJPiYqmS/jQxH89PUx6aXjVny2Omm
/CiLaESoJ3N+wP9RnbWjG0QAI6xbLGbVETmOsuapnZX6YdQxQVGihLk3eYgiAAcrpdfNqYemP4a4
yCTFhxZ5IG3tquMPWDNA6IdsRFzBjKT9WQR9ZK9UreBP0j/n2dB8W11Fuhv7azZru9Jx2Wy2rpIN
wyHs49h5MYs834Jwh7xFbcDktPezQiNBu8qMfsvD1pUkrCP/ohoK6T50UTmOOjvUKsO9DDquc1+K
0tr7Vjq+Z3ckCNVGI1bHsUR/YN2rY2duRTT74gTCKfZt3bjPWthmP4TelPC8RPsrkBbJattnzd3Q
otafTVqycrq2hfMfTyOmParb4qFlY5SJRkJ+F9otzLNQc3/kaoPgRKx3pDyBLT9z84a3Jb03FNFi
FyrQEBndrsW+cISB1HBv0K6w6LlEeNI2ehnexq4mFa+KW8ODKw0dgJun+JzJwKZzignAs1U5dbtV
nWkqvRzTXGgSk2az9xVLim3gdumPpted51TWyv3QV/zFbSHR36jiQvnqc22lHilmgQu6YwdPyWD4
X9UJWSIkpJRsB+RlKLzUkc5zHyHmtGvr1P6cJ1VSe4OiN81OcyHJriPS8spTo9D+CuWrWmfpExmh
9cWKlK7kKm/QJFALtJyUNtQDkmR4KdAMROhsrb4qPuA0Ouckjm5lK1UJ1XzdS+idqzIS4W0KwvQe
uSgI4vN1nXpjH/X9IfFz5xnLlMHc4SdvakelRaXYS9rEjb/kehvecpRz5aAiwd3sSA/aaRfjJIo3
FMO0XhNWVXrsw6mJPdn3zkxo8UGp1Qlw53ag+08YVdivIrcdndxdmoUHLF2p8NgqMXegd2BHR13N
7Bd0WeEoKANfdIM7h9lvbemQHOP5GVaeXzQuWbma2g/ImUT3Y9+nG8uN+VppqsbuqkxAE5hC5ndK
OzjohQ/KsPZbR0fVLrc+FNNwCKzQei/RDT+UIla+YoeH51BjTCxYnGLv5vWlpWAc1Ye7LkiGR9Ov
uBoy/IlWWmW4H8s2NpFEseDBFsNYHds20L8OBG/sW8vul0st0uAYKcUeRb+GkBdWcHbjLOPN2VbA
+HaJ1bSNN4ZTDPLNaUdzy0/Xre1gdIAflFrBUg33y6y+0ttaCjAjr0F/RqC7hH4HtculALNMwq7u
fK1e2bKE/DkhieJGQdUQOtHZcbN4cFbppLg6V2xsfe3iSVe9pk+rkStauI1np03QvCv8STE29FcD
JGG0yWw28OLhQk1R035GCw8bESXpoa+MQWmzO6BbrQq2v7GyFIFvbqfK9NCnqaHsCC00cxy9TYOV
GmIAs5JNI/05X0hmJ90UY8A/LE4BM6W0TfmOfYdw01LfXeaRXai8oVcIwQTf0eKBV9H5dfFz7O3g
gZ/Se6peAjIPWxJ+LvSZ8jHNrWhcs+9Sa4zfaSkS6is9MoYrfbQ3RVp+HPgeOjIUztDJXv44VWIN
XkqyvjqT8XPgazz8KnVyY3agzLrbHgU5nMoGNdo0U4y+i53KrvYUQ/I2u7xQi14NJbEZxwK4ee79
UzZe1BqDUogQWF7GI2ss17LDGc9th01g6c12SmLzyuacO56vS1LzcLrDlFH5ARO47FQauVvjWKzO
mHfja6MM5Utj1ViaNZb79fLEzo6ERwRMH4Ti3qD1MC9R4iIYM+omboiJp6seZBb2XuN2xs3vof7P
mlD/D/qU83h/tdyzY/qpTzlKhVFZRvnP+nWL6fd/9S+PcmH9BSLzt5AT0uGqQRHwvz3Krb9cg30P
yNlCsX/uiv+rwyRwL0e4kJhCZVAXbMx/d5iMvyyIIQKMp0l3mGvD/BOP8tMK+4ysRUCT+gQd8xnR
OTe5XpeFca2rxwoP51tyTWUr7K7dBKZb/b0v/kdy0ttRKO4glAsGgBoce/F0FC2m2lcO2XTrdqa+
GSO0Iesw63evVv5Mt+rcKAYBnxK8gdTX0pBl7BondTt3vM3JS7ypUSbPqaErXh7ltCc3r5jBX83d
QjGdlVsCbR1X4TK0S57RfVEjyMvLT1/rgdrpK9epg69FZKH+aPkB+sQm6tvxOlJmE5LLv+LMXM0Z
REZvEpC/tURItkYdmGRBzFXtsOGkHo89t15cCVKLwvnvyQK1h7Ag4BLAj5gX41Xfikuf91BQ9rfg
sJN0TRGH7FWoUu9XbJM68tKi6e/1uFVeOiS2O0+tnexlmlo8q3UEkCDUKaJ/f3nupwFt/lFAgjlI
qjMDkNWlEXDuyMpvsLy6jabim42b2Ra48I9OmeT28kCnV8LvgYCzAdhEdwjy3hIeHJbk8pGQHeXY
sPgeBF20ScmbNjLQh3usuN0r4y0kSP4eELgHk6LhSjxY3kFpW8PjY2ad3ZVeEWIdEif98Nksivqj
kvtpvFKyzv7lW2P9Q8N68VcaWbanuONVMeg3Gwxin4ZMGcGH1jcXx+mXr4shR5yjtI8xkWOdBc1I
Fcc2rhymt6NwWkFVza5MDuJS86d+tb/UiopJ1vnmUQ4Sc9kot26kBfnz8nc8MwqweCSLae9jGOXO
3/nVKI6ea+zLEqdxEzp3Y2vymaRI+3h5lDlU/udG5+PBupk5nmgpAtb5Ww/l1SgVj4hCFn56q9MR
nbZhlsdy09pVx8Rk3H8unZrq4+TTorsyv7fHlKHZn+QU9Ljgmi7ANKofltrU1cWtjfJe6SlBnOTr
Sjr6sekGMlVzsusPU1pWmCLRR4khbfZmu6poa05rNxnDB1oGSvPhjxfEwYFYwPdDwpA/T5cd75NK
dLld3cYOahieLkve2GWl5r/SOJbOVmST8UvG4KKvhK035xa0FKwOmMSkcoBRF987pKst+zRKb10/
NHaRbebrrHX8da2qza1MjODKuX27v+bxLFRJ594qCLnTiWYWDr1S5ClGxj1dxEHQkbALfX15OU/b
8fP+mpUg6YLznCHyLaORAZm9bHOZ3uKeoYv7RLUnnuuT0QzbFDaOc+xo7TxZhhH/rO2G2sbl4c9M
klSE6xuC3Py/xVUAFGVIKxiUt0XFm9RJlH7VlaN2JSD8hmWcniKd6wzYFGwMAfdvsZXNxszp7zn5
rRaoRbZKlby3QeWPEa/kFtiIN9WVvRNpO3xHMgQfo6Au5HOHbMpH15JJ6wWjXb9kVkmzn7JxQWFK
SrNdx8xLv7Iki8b/70+Cwy/oNXY4h34p06nZgxMpuZbfttItvtO5DXfIUGZruw+jne3m3UsZ9NNz
qaTxOgzNn3o8JTdwEaKPapP7e30qOX7Qx69k/ItnFb+LRjddZUQFeFzB0lp8q7Hv4t7N4/GYKk14
3yYdOtog28uVSxXhkDnWdAxG1Fh6K0ZlakLVJByj5McfbpjfP8KCXEOGO7tynJ4KqDS9JqQ7HAMK
W0+26WcHUCtXN8x8uE42DMPMNeA5I6N8v8wGhtBRE63uB/SWosBapZ2uYPWh6yBFeqN3n5AHTD+3
aq4/lgnyN4i+0or1BKyoLXDhuKViM/Aavzz3NymKzQ0wv7XI/EnQltCZpkrA0w7DcERrRffC2q1v
RhNTdF0q6pUTc2Yol2cATElubBBj8/q8unZEppd928j2GJt6uB7EqB2jcRqOALCsX5dn9SYE2IAU
gI6AlHORvF0OZbKnykDJ2qPbTvqBuquxJgcsr0zoTfTmkWSC50Z4kScJ2efphNQpVjMKys2xpXK5
TztcvnDvHLdUMcsHWen+Fbr92fF01FghR8PMXRqv4uGR0p5jPFUozXoYymSjj5T2FN8w1y1Y3yvP
lDd5wtz1pECPJPEcR5eZFdVNv6cOK4/BoE5r3Skf2kl7aXTncVD6936OPtrlz/Z2gkAH2SKzUQ8f
bSnXoFVJ7qZkPpyQztgmqBo/FHjRfaDbot61Sa4+XB5vQXebw88cgEjTuauQiFjioYJqDHzfzKej
UpF/rBCBKWxYDUWCDHAl1dErEG0GqeVq8dxOw+51ZUkNyBGpiZ6tin5qnsSIdYEXtjF8r7og3nuE
zDzcxiZurV4/2VG3QdysyT3VpCF1W6kBwpVlLUGnkaxO+SruBhpMseLgcjB2A5eJaY5w52idzcWQ
XOvpG6ml8fny7N8eEiYPoofH0qwjuAQ29+401MhIq8dY1OU+C6Z0Vxf1H6cc84MduCpnnn9SPTg9
JEaIcG8eGNrRLeTwM5uo84fwXJ8vz+VtbGEUkPuEV9JakG2LUcAuK6Uxacca7Yu7FL/NddBm3cZP
r+q/nFs2Xta8A+CNAI1YTGgKrLTALkk9gtYMPT2KQIVbkX8lLp+5GZkRL7q5qMLreRnC8BsbfFVT
1GOkI8Iv8wIvDJT1RgP1NeTl7B4jeX5Ke4/Vs+E1pY9kVd3mV+qe5yaLwjQ+U+D7uSgWMVurrIRM
oNCOdtIX22QCMZMUzjXCym945OnV6MJPAEDMWxJ1wKUWgAinCa3jXDvqTjMLpAxt58VOPb7zrQqM
iGyESiPXN/JnMNCawF9QUbWVEcuUVjfcsTuzBn9yBw4CL9DLO+vsCphwn3gfADF2F59blFzofeNr
R6SfczAhyOTlLjJzfz4Ksc8wZjFy03DmUPzqbhzNSkdyRGhHhNdoergIH/aTrl/BVp6ZC2GVcgwv
QG6QZSnXb92gNQanOQZuVj+2cetufSCN68tzOXMWATTznoLiBIthKYgRGaoCEMZtjtQpiq1tBc59
l1b9jdYb9s3lod5cGNSmycFJaHloYJ6xWDZLyZy6oCN6NIok/KrmwvxiUtXzEiL/ByCLxZ/eiLOJ
EY0aypqwngkBp58pBqbUUefpj0oaKWTEvl09RVOaf4pavbotwHp5TRXJK4fw7auZxgMNOI7gXDOE
rXY6rGqPDi7rjXbMoqk/5mWONItb1eoDyEVao7UGmoGeWfQg3GA4VJrevmiia/SVHmTlXp307Mq6
v41OZOszawClYqohvChOfxGy4RivpKl+BM9mlQCdDGBQmTQw1Kjsg1St7M6KZXDXkL3fAH9AyqZX
Idpd/vxvHprzrzBITEipWZxlAgaGKubMFvoR7Qh1Vdi+4XpTibG8H+BjKjUxQcbWzW+q4if7y0O/
OUrz0ChlayjGEhsEtffXB1Z38wRliU4/Qo1MvvjDEH7LlOjDHw8Ca4vHNPbMBAdzUZcYXCcaUREU
RyTG0gooY0tyIbP6yivszFwo4uGFwO3sYs+3CHEFb5KJEp04dn6cfsZRQ7nh8rsmLHJmFHh17Bcu
anKtJbNgADMddlEujhaemi9xJbOtyouu+NNIOpdRZk0qWgSU+ZY7Uyjw1BHeFcfYTwATBHrkOW2U
Xolx5yZjEeSopFALVJcsLSiqWl3nsTiCLEBSUBXRRkmL6Uo+fHYU+KI8TAF8kTydbrLEloVobMko
yOEeeJ0262py1CuH+U28ZsVm8s58z5MFLm1/rHxosEBq9WMb++WH2HTHL66emjfASJHzuryj3wZs
wobJ8w+kzcwqX+RpFULxkVDS7KiFkaRDn1gvxChl3+Q1wEB7hjleHvBM7NSppNqWTZEYBUFrETt1
0IRBl4Y5WkzQM2KsB+5SI+hXqdaJveuUCXgf9CUPzWQYR9eR9busUrp9rCXyJuOevEYB/r2cJ7kO
72w8KtGjIavihbVYAnSPwtHJZXbMZTJ9CTNfPGlF2byYKeBhR/TWO6fNMISzWj9I6ddYjYNJtVp/
rZQyCNYgJmW0qR0ddf/EbUHMzQniY18PsbZSjBzBzysrOB//xQ8mY6BROKupY6q0CA+V749T7VvZ
MR2wiY/MyL8VVRc80i0yj0EZdcmmrof+l4N+qOdjxait274JryVi7tufwVv+d1UcDxC4rIvDMCcb
RZKVR7P3Z1Q/tP1t45Y5dhIzCju28C9Hdlqt7oBBRBLlgClsN5fX4u1RmXtYIM8gISP24S4Cchto
aivpDB6kZbcAJXt37ZIQQExR/Sun8u3Zn6MYh4UQY8OqE6fTHUY35YopxUFJ/fpG+Kk2W2uLfzAK
LTO4XkgizCOdjpLUmRLWZagf2O72ToadRO44yK6c+nPLNsd9eIiU+8B2nI7Sh2pUxIjmHqLKvkeW
4bvSGbNYsxy2f/x9wI/N9RgLcIRYLprQSQO1KvMBbgbtoc9Rem0cJTtEXfDr8khnPg9cdJM2DaI/
BlWL0ym5qQxRuEzdg6NE1U5rByApId52/2QUZLt51FJjXorYjaQUwgyI/WFnVXtoCsGqyWjWXB7l
zOchl4H/S1wmKC2z6MKUMsVLDzh3DV5WyqjcRzkwJM1B/eWfDEUzdA6A3J+LZaORUlXK6DqHwtfL
75Gsv+HmC8ALxM410tK5WZGnc2sCq4LOuMjQmoJ+jRJCBGvBCnw35H9xdmbLcSJbuH4iIpiHW6BK
UpVk2ZZst31DuO02MyRDMj39+dA5Fy5UIY52xA5fbHc4i2SRuYZ/MJ0jrMfsXoMSv3NErl/J5Qn5
goqAurXSJyHpXgaDudRxNyozYZdbmt9NZf6hNhRRhozz+nNfO2mIDne854v0Agt7tS4KWoDGuFJ4
yst1ldpAMjmpo9PYpGCLOX/rHGqM7v3M+2FM77QyNX96fV3+QN/dVGHE5sp/de2JuzRz1SxIyfy+
NjSB/nFLT7vte4lMtDEM1XDMurz51251FJhNHmi8gX0GWVGbq/a+d/ShheOjKxktCQMVamSgxt9t
hr69T0YXFav9pZL6/KveF4QBFsSiIdrep7UE884NkWBUJ8FwThYZYCgar/vcQIYT4L2c+AP/fSLh
vnFIHJpeqJ/BievzQYAh/MmvNb5lTSSRqM+aWgBUnr3vdawsrT83ItqTkLv2aqkryVvpkVPabaKo
EW1cLiJyT0btfSlE/Qy6tgUEC4sziz4qSb9TYV45VwDaQAWm9bPG0+aVGlMKP7VY3JMtSCyH2R1P
JRjWnU7ytVWoJGn4o75I5rf+/V/tBuR5Z6dYv/gxT/OwilwryNpyT0n1yhe4ghpNPkLk9+jwXK6i
TwCa+4FniZBNwpfEGD+aFWFo6v/TF8jJT5fqZete5l9/PZBoWwHZa3RPJaLooW1O1Qf6KSD7Nbtb
tUwj61h34n/aRlJnuHUrKMnZBAet6TZSCk6zKHfxXkyTzm/Tadh5Wa8TnxXZsl7RK1Hfc9Zt/uvZ
lmxJjEWq7sl1mtX3zJNHgH/yDsbL8DFeao0PCA8JPXb1215m886RfaXWZxRLjc98D7cmJKkv128r
a6yxpfdOeKp34UAvG9B0DC8A/fTAhrd2qj0T/MdYHoTs0kfPwJtm54S9FrAmOlTEk7ea127ylB5G
Moit3DuRAdaar3ft+CO3xuT9+QMqKeuMjik5U4/N14fobySH2WSZBWYkwO4S/w0nNe7xNfR2mnFX
99XSVnlzfIPQN9+8Vwt9/ypdDO8UNY5BVzfOngutHz8NjK3/k1M+3RpGj1GGlP/mIFqgvWjRl7ev
4yvbyvCVHjOlyDp93bxakVUxhBdFOc2mXgGOtoUXqhyG1k4MXV0HKWUEGIC78bFchpAR642FWL9y
akU7f1Cl6oQkVdbn9z8Ns3g8rSxmAYz+LleBE8w/73nRSc/w9rD7QoaTtN7f+QEDCXyGrIyjjVnc
5SpxFaURvL7oRFcOEnAUT7BE2r3W1hppm6v9BdEEFmg1H91WGlCt1dKStnOqUrLzBSLdf2nreh+b
qkueO0PsDjOvHNbMSmkE8Gw83NYOswLjL+O8J9WEsHYDias6jVJkmO0oe5PwK9EARoTPDD0xumfa
pooasG9IMr1xT4PRm7cMc9w76tu9Xu2VB/LQJKcNxHD79eeVxPqsl7Plniprce+aRtgfGmyBz7hX
5juf0ZUkAYEgIE1oZtJF2w5K50HGUjrsnYuzZ1A0rhpmWTt/zIXi3A5Dqj0bkWx2OpAvhoKbEEEI
C3QnVCiecTshKgYAAjQ+nZM3mxC+K115WDFUf+pO1+5zt3HwU+md/MmRmqMEVt4NHglpNJ1VhkkG
TAjd/gdgAYhPBaU9SEvduHyHO5YzxrbsSAt6WahfDQRnhA/jo4/DIo96blf6BL0vegtLmhbxU/uG
YsG991CFg7g0yNTGH6SyvxtTJT66STV9VQw7/0fnMDV9dYjLG8usG1hiU6zO4dtHwBo62z0Bjfgy
9Kc409ag+OuuJEEY8bOf1oKpx90FeaYDauv1nTT18q5KWgXLaU87lUj0ZTtLX4lq7mgyNuz0AHe8
vK6/lq7LlbJfay5Gt4vqN07unqZi7N9/Q62aPUCUmXfQ6Fx/xV+r5JgNuXkzk49apQhQ6ih8GDkx
kMdxr6q59gGtRxyzv1VD/YW08tdSKAhUIq8ER5CcFgxicnnQRGoEVutY71JdY79W0LkLeBWLBtr4
W/6LLGvVrSLpnNwich6HRrf8qXHE+3NrHoM9W7EaZL6bW8hU6irLqXxOsZza27bNvAPGde9S6v2/
jwLenQBYUerUuJsX1HmpM2axc6qdxMTmPkMot9HLmxxK6Ke3g/01CpdtA3ePRQqTaJpEm74KxzOJ
4TRxAvQJtuIdIQC07j618RpKpg5h+LmGOWhWt6Uuw2WZz5Oov/4PPwI9Q1JgDbgiRcXlA4sy7hQB
uewEPp9aosmyg1nLKFw8YYflINVbOkN60EyDesubVe6sKM5vInfAIfrtn3ItYMEiM1ygY84HuNkO
1wRGpSwpFf/cpjfWMBS3UhmtADLcsvOxXzvxyQLgqZC56cjrbR5ai7xFAEo+GQRswEg3fmKH8hsl
mYf7RssQLFnN/t5+vmsnzHrYw6YgYWPly0WrfijttCJ+F8eCR+pkIvQ0oJX/yyroZSB3x3e/7bNa
auv0WWw5JwpR51YMlnbSS73dOceuPct6UJJu8MUzxL18ltQyhqRm+HXq8AELGNWk1BPW3szp2mvy
EPhchTDX8mWTaSiZPsepqphYVzXaja5HZtCZbhbEC2VSa0Grrsqq27EreR2GYIlWC2ICg7vI3SSI
AJYxcp0T++R0mgwGp01Cp8xxB0XDbeddvaRKl/cda3GeaQzwYOc4m5BX+tFB9yi3TpmL7utBHc0h
DpcILr+PrXjKfVx7+XObD3YOw1iuvmhG1N1bMlJhfeIQ6gWISa96pD3kSDtqRHNw8wqC/9BV/eIv
qjJAqhSNtlP9rO93+8PpcKzJLcAS8AKX718xXCWBQGCeLNz/foCnEQ+jWS63Y25bft5aSGa9N6yR
v6OxwShtbdo6mylGkSLuM4vGPM0rBLGXRnw3xZa7E9ZXijqHQa1NM5X6EaDj5mBA/2J0Kw68U+/G
YNjjxmp9z5Z6aM8tNbKeJ3eTrXgHyy2dUxHn4x8vbYudX/H64+JHgBJmvgaghlLocnO9KMOVNjPM
k1G6qLI11i/sCfdSrWuLrMQuMk8YXt72NBpUtYF2mFmnoXDcoLbcJYSsm4Rvv7ZrcUJGxY1NCsoU
fHPmRUCOlCHW7FM8xmQ5nW0dOSFFUJKIHykq98bH1z5edATBd7Akf6wnyl9JT6L1WmeYkXWC8hrR
ys2b04gr6SMwiGIngb+ygQyp6d7S5gOBtz0CzcaWCKuRKTBzkoPfN2NzxqNR7DlRXV9nrfA5YKjs
NiEZ6W3DrRTZp5LpzENnAhHJlPzz2+/p9UnLPw6TgQkhPSrEhy/3rZqLisDHytIQnXOoK8m4IlLt
e5RqjLCHhXyal3bPpeZ1Z4yAWKVZOd/BgGzbF45Q8LG1G+8E/AJ1AFxv5delbeS/yTR4ma/z14/K
2M1JaLaJ96OY0Zf4+PZzX9vclavDtIlHZ5R2+dy2G6Wt1y3eaZwH86lBE+HRkrv32JWoXA8VEmMy
ZGaxm6ikmKxRdUa5pB7NJ1fRjUcVcayD2s/1zvd25XlgDfKxYbVFDrsl6DCgsTqMBaNTQ3IZICys
hXHlKDfv3jVWYdtWtho32CYkhV730KiT6JRRlH4s4auhJaiVO/nxtWcBVggiFIMOTsFNPwgu+EI9
QXgoQEYfUgGHOYXnvNOeXd/w5iajl8FEi0wcvMkW1o8UJv8bbCRznKa5NXN8STlt83OulXWQ0V67
R89XP+qD+H8k5v9/suqKb4fhieoqw+gXvu7fZ9W4oIlheDn9LuzrPkh0ElO/HVPcfd9+W1e+7fU+
gTO2knqo/S9jPGUOXRbFIs5umtZnI4lM3c9mic+5Vllf8yTvDgxk7D0xxCuvj0BUDZBJjFjhK10u
i2t7BVwoqs8irqgklvmPWVbJziH84pu0eX2QBVTwIS9xsiX222Y/K8MUZWccrxblpq1Shbin2Z/4
hauJGzRLDNWvYkP/0yqu+VmdjGxALGVczsKCYBvMQ1WkYaLMtYsuYKobga02IvUTMfT5bVwsSR7O
2bz8UEySrCBthIp/sSxGNPhy230GO2GoBw1eSxRgi6qu73BJ3IOG0KASMHrWk8MoE/3rEi2T6keJ
XRu+5DD8o4BeWVUJXezDke1L1VVYJB8/NkzBjTArMDW/o1pSQ2ZoNPEyRG5jeLAqSj5Dn0zV79ko
1R+rnJQaMiVX5a2qiLy+6+exTgPJtQTq36aTcgBHXjoH0UN3CIypkUhmTV2EmfeSpj9iS2pFWLt9
gyIo7dAfcy+cgYczBy1wprF+igaUrUIXOZxHS1gZ3JepM25xKwX8ntodh3SvDh66rVr2rUNcCwtV
+tLR96LUi+HAbWyPjzjWWv9kTjmYD3GEi6oPxFRN702EvYxAqUrxJ9HcTw74MhdllDrIPUWbucDT
orit7cJI/F4Tno1vwdJ6R1cdtBsRI96IKiyYTt9CAuyPUZbKeWmtaArBkJQIWi5p9O3tj+kl+doE
3IrnAgWBiD1YqE3K7o4x2liZLc/D0Fafa5GgslrZylMmOw4oxC36O9wOx1tHUYajPSnd0ZCK/cHo
W/y4rCKOfENk3pOmFnvs0ytYKdovDhcqYwkYWduqVpN1z+5X09lL6+m3qgl1Pkxq3KFdlNZ6ttxN
MyPkoK8KtXmICkSBkegpqn9r9DJ+R6WGQpbhDSi1vL1lrw+ClZ6x3vCUcYA71r//KyczRm6rGtbq
OS8jhNYkPf0PliXqvcr39S3LOqhqoJDLoUqZfbmOKkXsjZkhz7hlOnddpWifNKHrR5pG9te3H+mF
JXAZBayFzxaYO/hQ/HG5lqBcq9VM7c5OouVGqNnp8OyhA7mqnxSiOKyaQ+lhQA3tnjKTcfjYDda9
QcR+QcYpmf1JzRGpYiQY/TdVaAj7XSUxiZ+od5EpdOfmGa9zbxVxd5MTsyU0VMGGp4+GJjSTyXzp
TX6jlZUZTLyzPMirfPoxShsZAiZscXtyu2XwgqIYWuvd9wk9/xUAh9QtRe82m7GXCRGbqZDnkWMg
1Mu8+iPQq0Txfq6OI8SYwKne6R+x9uVYFI4boJ2Vlb9lhRp6m2akCfI855V+cqwyvQfVMx2zNFZ2
atsr8QqcipYpVAZAc9sGgFmlnJFagta1abdBt+jRnRj04e7tELq6CpgqxHKQ1oDFdxlBC2RA6PRa
C7FGq8NRaCKMTLze317lyjcBkp8rZM1xoNdsvglpomeWIft6xqtax0LRlYHs6/FQp8leQXl1qVWO
Hm8UFyerzX1fOHFh903VnpXaRnQoV1WCHAZkUyl7dgdXOqfUrKs0CYkTvbTtPBmxjCa115QGmqLh
T0XmHqwpNgKhDMnnSVj9J0YY3T3MUGRUAaUMiy9Amx9igZnu2zv8uohhMAozlAQHXDRkn8v3yCWr
9JnXtMArleZkZZb7QYEBi5SuUcBGi+emPYpyjm/R0VIPquyVnRvp2g+A9b62bjnzXvUy9aGGXIAK
27kdtRE9d8eewi7X5yqMykr+VBSHh9c671jxXR0ToP47GfTrSF7bQHyiSIRwum+nw4qwp6WGf3Z2
BXp2VSmXw6gY5c4+X1llnWuiIIOQNfyXTXhlU6Z0LeLYZ92TGmANq72tbLV/91e5gnoZOK4mvhQT
m68SC79Bx/FZP9eqVA42Te5A9XZP0CvPAlaNpj+wbSac2+kwnIvVCwddy8zs6xWHKg/cI8pObnx1
FU4ypqcgUSnWLiOTmSNd7iQ3zwlS9HdLqo2fM/K5vWv32jKrGA4DGT59jMUulyl6r7daL0ICosq7
x3ZI4odlypydruy1VRjZE+G8fOxhNmmXUwsnl7FinOdCYbpkFdWjVCbt6e2P+eXuurzXvbU+B0Cy
DtNfAWqLxmuMoUnNs0AGWB5MdVQ+6VbihSkKgYFid95HTB5k6I4lWvrzIH6byujVftmk9SHOi/Io
ZakdjEwM1A5yDtM8cw5thXQsSSX1ABLTh8I0k+PYRuJAx2180Mdm9MUKBNLUBvOqvozDEgz0Thr2
+nxmvk2tji0SyaGzLXQHxyA3d3L9zNRghiXreEGX4g4x0hcK397GKy8LLRdEmGiiA+naUhJknQ4c
Q9p47uwZSgDzpZZiI06VnXVeV7Y8Bw1omvT0/F7xDheQmt1EuUPoJRWSvUJ7FKOonvNmSny7cu3/
UHdbdo6IK/tIGc1kdT3roFys5/Ff6WxUrMKzqcuiYkb3G7/VByTbrdJHClrdGay+pOwX8cigE4Ta
yut5kSHahL0hdKUsWns8l4mwf/NEy3In80jvglF2VXRAPzkGJF1VHUKj9shBkruKc0ibxUzDYVyW
M5Aw44fea3Z27nCivffaVR6082jh+5hiuGc1NyHZAB+J/vRJ3mghiVhz9vJcQd3SqrvmMKoFRZ/T
wO3MqEcJmd7CDEbGThTfpX1j9GHZ9nEaVGPXegEi6IZ+HNpx/vzOsKK0oQ2EYDqxRWdhMwPoVTrj
Tq6gE4xTwUdwIAv57W73/dX7hZ0A1Rnyrg2f9VUeE2F50lWwEc5WY2pHJMXihwbqwrG2zV0e3jpL
2rxeunT0PwHTcFJv23WJo/aep5jp2axU2wcc1YVaoaU3aWPqaWBLMX5U23G4y8rMOCiWrFBZx/2k
RqVh5xJ/nVJxiQMgZ5a7Kpq9GkbXZtFGHuonZwz8sk+U9brmOwCAz6Wj5ZmP5H3MnKnqrF+tq01f
3BqdGF9dhPrTy+lDHt5+1VdeAh1vgBJkroxBtjVGn0iAtK6Tn1ucDQ5FP+jHYqqyQ05b473pPg8O
4IOycT35Gfxdfs+r7KpTYdlybocFLVw5p0HGF7FzVL06EulRrUOdFaS/1sLr3/91asBqc8jGrBwx
hsLxNVnkQeeUy862vW4BsAwCV1xigC1VKuHLZcCwULE2c3bmUs7Sgz4Y8qHv+oyWkzuRC0desTgB
qLX4e9xN00crGoon140iwwcCTwPAnBd08t9+mdeeHRAc01SA7gZ+VZc/Kkfe2fAUBcujBsyGGPvy
ZuqbvWnCtVXW1weKZ8UxmJu5LZ5rneJGIj9HSzMcqLLHu2as5c6JvG7g5oul6DBW03vQA5wSm2fx
UOuY8Cc4A61PQ4+K/gCEv7tDDaYKKrR7d/buyocAURmMNzg6svxV1PHvuJlTQ20XGxEPNZm1uwiZ
i0M7LdUHU9HFe/NFeHZric3kYOXLb/s046JId1xUeH26g0J85NWnAoWMnUP89YiVZdbMd224w1vZ
0lX1caIIQt7vjKK859I19MrSxyFCloEze/FvHVfNm0zWmjz0Le0oX3oTFkImdg6p/3Zgvsof6OQR
lMx5wYCs/YXLza0RQS2aYirPtFO7wwApzw3mvO5vGs0rURVmTQAOhrlXv15bl9tlVWUAUAsj7XJd
1+3BQntKcVY74dy5RpyHyijVQMgFHkiqLc29plCJ7MSSsT7PJniRDuBsWBXL1tnb5brRknerGVl1
jvVWzX3qYsDYRaRpT0R0gk6z2/UfBzqZyte4SYpfqFKIwh8T0/6llE1VHKy8qs5aZeNtmLZgCgMj
T4ofelEqzxYzhq+5XMRNpCcT8sQMl4EroJXp+KOSat8B9ac/205Hg4JBXhG2vYqQit0I9JtnF+OZ
ELqBM90CRh+XkCwr/4XyOx21xjUKPRwaxfoyYBCk8jOhy/juPLuP4ImiO1WM2rCTLV85TahnGS0A
QKVG2/abCi2e9XYcK6QJrIjAXOShdsy9ALxy6yJBws0DhpvpIMayl2+kGCaG8HqVndMcllMKJegL
kJD0qatLs8FgQS0SZDAjpHvs+Ncya9gSaMl3TTGtb29/CmuVdhkaTNhA2pjk7UBCt1ktcgStViku
1z+ADmavdhPj45KO1W/XKvpTmSfeKen6OfYXW9k7eV5/Dxw5JHUaZCiAd1tuuWbUsJ6WIlvlMwof
y7JbU++04wIvEy+2mTBC+O7dL5j4Zy26hIjOAHrd7LzWcP9a3JR53tsfsVKB8FRir7Gzr68hPpQ/
yGUxuUezg7N1DbS/Lv7athch86Q9N33qHdys9ZAijwf5W9CoWcJmwqDlaCm848Ad1g9L7ZjrBJa+
0L0X2TJ2OChnfewPRrL8chMvkUcuigrXC2mjKjBwQfwcTNBQO6fF65sHrUFI12BDQASg0nH5wyOP
whZrAnlOCYlj5HW/vdT4TGakH98OvasLkbfg/0Wj4lWP0ugneh9eS2sXDr70K9UROD1U0bkUrvve
NgJZCC8CoQRijTRnc31bQphJqQ/9GfsW9TwWiXqnpWr/Psvtl/QZxiLKD/Cm3FUs83LvxjaNPKPz
ynOSYXZUaBDl/Ajx/YMooyJMMzxBd8L5yiauEx9wLDAvQOVtDpI2K6RoJ6s85xnKJoNnDcwgJv2A
uc+0c2u+PhrRNPhrqU2iNS6DhYUfhHLVatpwMYXiz/L9WpdgC/9eRb/cwjnpK81InPJcUokGOD7I
0FHq5H/ZNs48vDthONOKv1wFz9MRpxy2rcz6LyWSWkGTaybtl2i5eTvKr+4ajXjUnIEXQnO5XAnU
LDmeyUq6ijG6o5TtAcaku/PRvj7G2bW/Vtm8G5w+C0nrvDw70lGPmVfbx1o0cdjQX/iU65iOgR7p
7mAOvRutQSa1whjAgWPFQi/68vnSDJIXro712fE661BohR3qc/L97U28EuW8qVWElqKZDGrzeEnZ
5gadJR5v8NRgLtrVzigvQzyes8PbS115X6tQPz1A2NvMejfxV1otWvlgMs6jHnf/FiT659Gl9/D+
VRzeOD1tYgL+weWujdj8RW3MKnMluYBAaqz5Ve08v38ZDiI+2lUHEMza5TLgqThz2oQjVrQ/tLSf
TiR26k4L4crLAbdNSxsNbyi3W6m40kpc4eINdC5amXzVBg/3em+enxCwfn81jXgR+TNctrUjtK3Z
jcZSOmzkmnMd4YQle7c9RGh97HxMr2s9LiRePr0Buugv2vh/X92CRCiBWY+TZF1Z36QrBVZYunM/
5UX25JSy//Hut0RJSS5iwpkCkbYJuaF1mdh7tjgPsTTv7VKfA6ess50K9kpgU+TRIXqZciCAs4mF
Ssn6Qp/FWTF0cUw6MJiuOsqdvXud0tE7JOTW4LYgfK7B8lfag/8YWgE44p3drkw/4YDFVDuRM4gq
p3/s2NabQdmVu7tSW64MWzBjnKQro36z6mzFU23DXDivsXOy9TFr/KgUcahJa3iM7Ti+0wCsP2iD
2tzEjIAelESoe6I11+Jm1cMFg4/uA3t9+ezOHCH810Xi3EUa/K3aTG6aTKY/Smm25O+1u5duXGn7
8B6BpLAmWTwd48sV4bWtue5Un9VCnB2ltw66M6fhPNnikCuFS19ncpXHRLreocyNyTdGkd2o7qTj
5FXGO0fnVg+Q3hPiGS45Fr+KSfq24WNjCaVPbYzaOsq8/uSYWODpNaCmDrvC+2YpcLxBU+wpiyfz
yR6NMswbJAOT1J2egZTZPo41yvsyv5ffxM3LbHqNSVpjl1uU6dbIqx+ss6ZS2eQp1K5Ol8r7ctmX
VZBTQ4kYWDBQnM0qotQzu3U0+1zQV1wFG9xjgQBjGPWGdrdzWmzO23UtZqGcgWA9mYFsIfElvfh+
mSMTa9I2eRxlpVOckfO2QdKY6XPad9TKCEC6/w5GB7K7MVsjQ2hnaOIAo7D0OLp9kgaKMrmj3zpl
86uu1CrxI1GuDlhZDRdu0KnRq6j3kpCmTXdSrLb4b8aB9BlTT6sIIsdN2tDMuqUMANnOzrFz6hJz
Iy483LSF7t1h1YW622joE/6fqKMvPtTfcgzIvWgxC1kyL6s6Q8sDRi71j3JxWywvomnBymipMPzO
F+2Mm1v7STdlZx/63mBeloIH2SsJt8cHjWCOepp6JrvExm5VYcrSzcy5RHwM13kMx9Sy8B7aAhN5
fOiT8YBTaXxni7kJppmva9WBqo9L4e2hizZJ3MvPWB3lgZ6gU0SwXoYqrc0YPVZPO1etDqZMmKke
+SMqU8oRtWc+WQdXwBLTq8i0Q2j8xjuhmy8/ADQDbUBucaAFmyhGiSCpU8AO52QezY+5kTQfJQIN
O/nC+q/81XL4f6tQIYHZgh+wnYKDx+j7TFGZtU+uODo67M5JrbOdvHt7Nr4sw6sk4PgDU5jNnVAB
Dh2MUtfPyjjjhetlo2bdDKPR/QJB0n5z3U77MhMYLQ5JbfITKmMLehIHt2+cmdUTZXCz55VFYbt9
dk5IBvCregdjF0bNl684QX3QBUO6nLth6H4ovITfEJOzpxGYg0eDK+qQM/ai6WAjCYk6fe3iCVZi
SlfdRFVZDr6KqXF8iBJHLLTXOmM45gqja7oHCfjSIqbDGOj5gF262ix4HrqKGWEIaja44CWGMzk3
WluMWahaEyjT2Vm+LrJEBnfQ++LWyafxky2TBWe/HDXswILF8SgwmMuDVFchr+cEKHGYTmMejImX
Jod2zKIPAKrwZmmNrntM2mT5YbdTrB0HM0tB6XQNqmNQlBR4/csis3CWMWbTfd0oT/PCP+vnhcmI
azQa978IB1nr0LYxGJqu09xftcfU0S+jUv/U8tjmwUCrowbIbEcZlg+eGMN2HbSFvMnsG44Q1j/l
FEObUfFVR+t5EiNua0Cs/nHdRq7YPAeKcaS43UOpguc7jBjwxkw8PfmsME7VfUqN/liCrhCBlyiV
cUhlW3RBGpXlkzE6OFeWWssGN72J17PRJ2Prg/Qf6rBGeUfiFYqve2CpOHV4had9wM84+qnV9X9j
p+tfkiRlqDrW4EdVgybPgsHmsZyYKmCWrg5PZuZUH5q8HZ4jhtvfGnTkDDwCR+1OyhIPc9OO0tvW
7uQf7IGM+mhbS2/6nlckC+DZvn2MY4k1RJUZ6F0XrkupZCp5p53cKavvCmnp2U1VJvQXx7GZp5vE
0odf7mxigT41S/NNxWr1NnG69rcdL5Put/DVwa72OFpb7iyIxkhWT0U79HeRbnS/kzbL+8D2Chdg
orWov6pFUx5aEeN3X0/t/NAzMvzea1lzwyiUY41ue22FGUZKSZCoTf0v43NaCZgyOGdayGN/A9JX
/VgYimqFpeX139W6yf5t4nl5zDCT/TmiDvB5xitlwQTdBL28sMG+NSdV68clst1pald3wsy15ybt
+hpBkMj+4vIdLH7fqX1BOOjWWZ/n0Q3GcSgeytiun7zeMPMgKZsh8xvTEiLop0U8jnmGX2onTeep
gLwkD4qSRgqpcx2bt31hJV89rRqfm1KNfqLK5j6Vq3nfcfCcfAkzTLu/oc+kzn4l2noMdGUw6oBA
1sdPuEOLz6VlO3FQR2kugoVHym/czpDTQ5wAUQyrepQPZd6a35Zar4GJdhVGeTlIlf+wQwZ/IuBS
dbdx3mrlU2GWWv8w6rX+L1YFw7MFGi0NtblBKsDB7QK/xTJJ2o94sapPqEb3K5xF8f5Bg1laAdM5
Vwv0YWrxjUiBsgezU3vVh7zsNMHVPRaVb2XT3DzMidl/TLKS3yeHklNqynuHE6WqlYe5UCvETlEW
IMEYcU32e0vAF+FKbQOIP+NBtTJvQQKxWBpEp5b2C1I41Kdtbj3NtmL/QjQ4x361NZznfIjr33lj
EgfpJLHi0AohmU6PtFRPfZ2mv/MhGmN8voX2rE6umR6wULT4gjFRrE9aN2H0W/ZN+YAGUUN22Wbq
4M+9mycBE8U+DUYlXv7VQSrPPkef/hME4xJ/QrGlzA/RgDkmhqBmB0orLYv7SQNF+HFVC1Zv8LiM
ZNB2nZP6IovzPyAxvMhPSmtKDnmduf9xw48NUYn5dycpJgMVr98oiDnI/mjDKKejM0gFyBBEqPrX
FFkIEVvR+D3XlCwN8cRsat/jwShkVhftHiI5oFRYfSGse++/vMuZfZRGClslEtM4+lFvdZbvNQls
hR4F8NJ35s7D4FVUCVbXU809YKQK4j8GCgG3JriO1icoicdSqsatYbWiB6leuf8kSzcFeAJHbTCq
sXIq3Gr4B1Ku86VTx+UrMBTF/TDrnvJdVYs8O06T3idHA7RTHyhZ42EprbdyAfrTcNDHUx59WxbT
A0AiS07mPspBLs+wbb9EtBV+ZE2/PBTxwp3SjRkXRILwHyXj1Efi2Z7nsrhtklGrHqoU1EmoZ/n0
QbYTVA+J9eA/jEiiryko9LMZWx2klhjlfY6pbnmCkSofRatwDSntkn7GVEaJDymInbM2NqoBKL2f
zBCVPSSag6GpRHqWSSLGWwXmcfvA9437zaAlk3Wfd3L2fMi5GRZPCGh4PtYs7velGNwpqM2lIVVe
Ive2St34U18Zbfu44ApQH+wc2ArEfhEPvNHSToJeiW3dF1By+ILjtnJD4AMVkZ2Xtnfjymz1iUi5
ng5KV3XpB1dLwLzEHi6ih15PS50XKfIpcOds+RxbkCLI4zszC5JM1evATvv5vkiMEng4YNksXDV8
8K3PtOwPdqLzjKt3lcIQaxaNZN3tbY9vMxLfFidvm5t5jJTqCLKUmx7v+dgJMDtZbr2ICe6HinFS
4WPvoBlPZlQpDdlG0aR3nmjU25Im9LFxsSUO+X8j1Fp7JvM33eQ0Kkijbvhda032EPcyyn0L49gh
kOTBPbVpTLximI17r1ZbKNbh/maNgdKa+rfWnBqPVp9YHkygtZWPPbRn3zRN2X4ouwGT3qSj/YRo
sI7kvha1OGwPvKbOj5YBOBS9//wx8UZMWJzBUJ5npF1+NEmcPcLzNexARQcmDvIysYtgSMz2qTKN
Vg2ZrSQev1JbFPrCg+bCedGHW2S8zSZggm38gYeKrbV0MIK4mepZMNR2zPq2s2q2WJCh3FearL55
dMrxhqjMhe8tduwHLzex1rUEtXDYuk3yr6HY5h/TURjucKIp6ueBVzWxH6kyHwwyMZKtBbevQMx5
FPura6/n18O6i3VUe0YAUWf4r8Jc9U9kmSjRi3US7wMIHBnu2u4UpmrbfZrcDGo53e7ihzCVeDqU
aeZA2669ab4tcff7OlMfTkDMIiv5EdldNT44MzNcf/IKvjbEcMRz1lAAYoicm88LkkpRqI6OmvhI
XYv2YHq4MIZMrJJPY+7l/7b/h7Pz2HEbadfwFRFgDltSoSV1st2OG8Ie28w5VfHqz8M+G4sSWugf
GMwsBuhSFSt84Q2VHj/odsbdBqTyZxbBzEJEtG39fk7Sj+Fs1XFQJpNBmyQUQ+WHY219i0285Teh
1Su6r+S9dj8kQ9T6SrcYp3Z9spgKZHI4UBFpRwTMksrYzfGic9gQsnS+WY5Z4/eqFlkbG1eyL3nn
Zf1BlqX8j9goS7d4gsfHMo008uIFgIFvUZ8+oZ4w9L6ocyPz4d5OGmSlSv6ZESNIfIVGbrVJBpkT
qNFY6P2ys6NPOE/GKbJBkbIfbGG4W0qH1okKkeg25VQVn8PSqeYttKsQjNdgu4QYZqMWGzUMp8cs
wqh8y5+YvkwwQ5sPXlos0ZwdmwW5OgJuvtkXaMi6lQiJ2PJxQf0pVgXW3A2/x6anJ74RIp7nh0lk
fugGb7yPRJ10vqJiwru8o53px5WWFT46FOkfGPZFu0lbXTvGA9CkTZgbIWdE9kQJilIjBQkBePwB
NqU3ydvV8lk3R/7+hHoV+jhlxukqE31KPhkFHcsAp45JoVfttOiWRGIq7urcjfF+8xL3h20kluMj
hi6RbJhk8lOzlarbVnrj4SdiYqzkmy2C84FjjEV3sgpzfM6EJPHOeD8opECc+ZQ389zucnK9dotM
X/m7FPSzN8aUeNUBHaP2q9TSqt7kMV5Fv2Q/V+be6GJezqhx8zpoYzTFfE+4xeSXio1LFdISdJhL
QSLu885aOnduV/4pjHL4gMiRDLd5XMcvFkFPvS/yURGfei3zfpa9F/3BaDX7rlkFx0wKiYh9FDmf
43QK/7Pb0dtjjJ4Z2zh2MaYpBB/kQYyZxAArRgJ60zW2Kf08TrjcQDOFaiCyboY9VLLIm9kYJ2sb
QcUCdUBZr9nWaDtEmzGXdv006AhoBiSB4wOlzUUAcrDlZxNjrfoQIgY+3c/TOD6Nk7PAeBqDc2vz
vD1bbudMvpAKjttK08bhH9NdnMRTdRaPkZI1Pakccne+kaIsgiOBFX/m2qYlzRHAUmfUcqP3baHZ
v4dQK/aE+uG0iaRUvjiT4ab3TsOTS8wxmcpGoTT1UY87x9t3YMbju9qs9M9Yy5mPRutZ3R8HqJa+
yZQOMbkyTcrPpdKxsWIof8Z2isM0JCQK6z9KWVG+xIIdqlMF1phfAyrX3irIGLUHxAvsatO3aCA/
505hf4eFL8egJvoNfdId96vMWXE/omD5xak658VKo1T1vdKVX+PInbUgzmgcTJ7IBvbDTIyvNGGL
O7OjNj+Byaj3tav2yQbwhfrT6crmv3rKgDNrurQerdaGMOrpciFbE7+FQePY5S+XVOERGA9BIeSc
EZfWsgmjuxlaxl3X624XVPrc/xWLfxoWNEWYHpSeMs7WwIxC3VgIa/QQQMveuFGZvVJZAtgFPRAE
4oK2WLW/R/DSdqqVxmm2veRLWY9145ehQthfDkOpHjwzbyyis95L/KmMo2Lzds3yomRJf5ACLjqQ
lKs1OgTnZQ8KLqjiVaCSbbutgxQR4aCI1P73NNf5O6UglroPNR/ggK+AYSQuzseKuqLEcK5ST2pr
GR/RPLAwY7PsO47TLd3JVcF/GQpBc2YFhhcryAtQ4FKFycEun/raeG51Ud5Tq0i2IDS1H4NX3qhk
Xx0NouPSgrcoBq7KgybI6q6OLO0U1vpTLhY7K0kttKbWsm9r+fXtT7Y2SmRy6PuAdlSpNNPYW3sI
9U1vN6JPxAmLXj3bWCPe5Xt1LgdguYYab2ZtRD6xUrqc4MGxhzZQuG6/xrlpfNMIWyd/CO1cfWjd
OAJo18zTN83G68mPyyi8xQi43GDgO5Y9ttgIgwVdrU3hSoGx2Tjz0eG6S5K0QISCMvOo6O/roy3r
wvZ6ZdWBG6CnsNpfrmLES8PphEifthWKqDaWOxjPby//qo/2OgquDja7mClduPHEoZNWUmnlyYZX
epRg4Z5Gs6p8S9HbF6yctE3fTbdUky8rs2ivY8oC9wDgEnCC86nBFdC6oq7lqZOqFoTaOAQeZY4b
l8G1UQC+UQS16NbBuDofxQ1Ld6a0LE+j41aEjJ55V8Tz+xADr+tnqCj2LLceCIvVVIZFfc1MOnni
MVBP6C3E2xF2xFc8JIb39n7YEPANwQrSPUC9cDVUI9UuLciqTqh/xndWNU8vro1zzmDQAfTf3hZX
9jngbiaFfSnC7+pq7eahcRIkguZTT4a5wU+QklY9l1uGSm9M6/K6gRFAs4mtQGcVfuf5ZworRxsi
G/eihrKA3vfUdzGODhUtpBpk3hJFv7bfgXiAr+Zk8eFWE2t5ekunRK+KF1NiOiQQYwSGGz7Wako1
fO5yJBTEeGOXXNuK/466eitUN3VIrQt80lB8ein15sXroubX+78ZvRQ24WI7d9Hep68V9kTvWOm5
crrTrabYh50S/pBiHv6+PdTV+SySSyiMAhtfGynILjFKKijaSVe0kQjZsoIwHOcbN+C1nQH+AiAx
3AY0kFbfCrR2VkoHH1BRCPpyZVjcpVS6k2AxxRj9RpdIyb9zYq99Ew7ywtKk87n6UHoWEptEWL1o
SdHt857ypNc22o1L92L5llFg9YK8B40Brfd8y3emiMFJe3RW8yLeacXYBMTu2fuwZ6+94uUTcY4J
HiB6nY8yzL3T5jX9Wy00mu04CWRA2nQIEo9a6vuXDQ0WEAI8j4A6l1P3DxrDjdzeqSvLPHWaaLZ5
Xqt4vNjV4d2jIN0MwA3yPLiHtRaLRTCfGbPmnBLQ2xs7y4pgzL38xrKtMdPLuoEWBmIEgFMFX7B6
eM3CFR6dIuc0lpb+0WgLi9LO7BGhm9XecpGJj2cYGeVk6lsvT9x9gwfOXqbAz985X25f8PugZGkZ
0yxd/ZCpSNu+Q0fypNmYoTf9+EV3unDzPwyyxMtEAK8khfNPl4VF1UTYJZ4a9PgDaqCKHzu4rr89
yrX3BIgTATPRk8mRPh9FllVO70PTTkqjkkHTTdgQekZbO7Gq/+E9wUSe2wm7Yt7k1VBZQ8vXmLnh
UeHOP6mhIY8ZRLcnJunGfpQ4eGS+PbnlHjpvNLNwCwzp1cCGIPZ8cnrF1d9N2MS6mWaja9ZOe6qh
HilWm4eDb01J/qXU51IPygVZf2P0Ky8aiFwCHc9AoR0w+PnomP3FSQhv86RFafcjQrzZ3OliiHYq
SIkkaNtCzYPatJsb466lkZbQB91/TguXjL5Yg50PXLcargpaN57w58xfkjZGES+pwyTZCs1o1H05
dM33AmESQSYWZ7GveEP1wbRKVJEUudBaUzuCdxd7ZXGHXKBFp94wa8R28Bj7hqqKR6nW1fp405lm
9ykHbfojTXT7F3II9M5kKavUb9MxCh+aKtYzioW0EzfmoOZI8zRSftGVJj8OKRWOzQxZVQZGEZq/
1GiypgcAEHXkG1inSd8Y1fYrJVsl2eTqOH0HIE+CSj1YNzdtJKmIzVGMYlyYATsN1Fb290UlpAA2
7MTf0S2iKmS5MeLH5WigbEfhTQeVrWMzSw8r+u5oeZ/vQsxtUHvE9P5zPFYDFW2ma/vjNCHAaJjd
j2404zu3WDgxyJ2VR70WobOZaXo/5Gwc5YS8hp49NKPi/SeU0HiokYJxgi5Uxs/IUbT2LpmJomGp
WfWRgBjHL4nAbYJHQG1+85qEMpA+ZNpXQy+K/qDTlAuDqdTqD0XmFqmv4o/yK+sMp9hrlUn9ylUx
G6EVgQyVnnrt17Yvi3A3ROao7jt4TM+TzGptOyiQ2bd0xA3D72kJ3rKYuHgu2WiQxshIYWviCrSK
EJM+py1qwIhO2RK7pJval0l2bIG3j/G1g8RaeotHAPfHGlvlRgoqZUMhT7UYqcyB8d8jAJU/F9XY
PqilA3gBFfUbMc619Jf97EAUA9QFuHp1fI1co5saj+KUQ789yMnLd3XaNv8Zk15vu6HLAmgz6tZt
DflAd9PdoWkY3XlGaX0ou2JCLKtGC8BFjQm16rnamPao/H57YV5VNFcXHLcL0GtoNHT+1spHjhrV
uZk14gQCq/6uKlJ/lDKKfil63wbzmPyXGmiRhTQ5Tmy9aCsmc3j0itA7DPgM0dZxbXpqahlEUaXv
3/5xy/pc/Da4kvwscK2A985voS4BrCQSEtiiHpMTcC/3S6Tqi+CB2n+LDa/+9u7xiNjgqyyxDqok
q1tvEqDTlFonlK9z7ET10jPAaUzhPR3zsQJjFkU3MNxX3k6KaQT2SEJpyEasRuRGsTqSZe1khv3v
LHNLIGp5symcMn135UdnIwKAX0haCzH6fC1Vvej4zJp50gfNhQWUkYJVQhyLuep9B1TMjfEugZwE
2RR+luoWGS2ItPMBrSEiqaVzcLIgof2sUXX5WdcqRV9FgZFkdoq2q7XIdGj7pM491nP5Ua2N8lfc
iPYrwLiKpoRykzV/5b4B8whVDfVaKr5rTuykAhGxRsckgtBZ7LjPtjZGT3+9tBPfvcE1Piqj1uy6
aHIP2Fv1iO13FvCQyigPIAfYijPlJ2CndnUjNr2yFdgCYAgXe0jwCKv1qsamxY0ttk7ZSN7alpTR
HS0RPn3jW1Tva0Mtjtao6i613DXGlukbAw+deWpC4z/Vyu27wbO+mp3obkT1Vw4w0pFLrYup4WK8
mpMnIjfNEBU9zcmsf0trWT7oerZNgNFu51wLb5zfK/N6Bd0v9bslC1s+/j+pSo34tjFCkDu5guJd
XNByQxFlpn2pdu//WkwICB4Xp0p8topEo9AsIJKW02mQNNqLTlj0rMZ422nhrSLK5ZY1iHZJFdDI
MReA//mskmFZtwjzjnwAFt3Sk9gkzdDeuGsvX0i+kko6Sa0LRunahlyMVoroVCJPYDK8Z5ViyUsE
m/YLhFnze6yq9kvtjvRY375xr44KP9BedgiRvXE+N20uYyNSnemUI9SPpdysdl8GZIR/WG1Z/Eid
urybQRO/Uxd5mSCyrZC2OW2vfg3nw+IOHlvdNA7UpTvkNvsaPZuivQVSvdz9AHF5+BdJAXh9rr4a
xZ2w1Ap7hP4ghm8but60VOkPv3ClmB+nMLwl/n25/w2EWrlDKLbxNdey0tGoSV4TMZ4cYFP7qhfe
HXSQbkdRoPr+9oe7NhSHjOo1XiSXt1WfgNxhvJ77UB0DM0NTE48qEYQAOm9gfa8sI+UUxgKA++q4
fb6MogIj2ZbZfJrjTvtIV9zb5fqY7FMTu9l5rgGmvz23awMuSkcL/4JawZraLysByqty5SmPzRiz
wd5R96HZhhtF5vahjsFCvD3glROOJzIVcwpuyz+rU4A+lKYkyMie6mKKXrR0lMcxqd0bl/EViPoi
4MQo8Co4c2vCmKisgS6wIWk1TZDiyY8+qAOkMS8utUDQDSK1Va3dYn97jPQ6P3Rq+E7D0eXkLbBw
6h501bADX70II9qPdq6I+TRyJxyk46gbWSAyHYNUf/+qkjl4GNdpJujt9RVteJHmTOBRT2FfKR/L
cfxEiNreeHJePb/OY1QDvsqi/MVNAm1o2Uz/vDnelEQkbbY8Rd1Y7aVaJ59yEBTHznWzZ6sFrjcL
pAAcVyjgnENrI6paR0UlH+4EfejRj9HmPNZgalG+Nbxvep1Nd5Ohth/Cmna+TPM0yBar6rzSoxuk
sSv4dlQ0YA4S9SKBDI919eNTWy8xSp1OyHGq+QmgcPobkjgccrhCgDGqNFSnp7EFd7YHBawZQbhw
7XeUfMLuVE8p0BFlTKvw+e0DceUEWhjjaYTGZDcow53/rtHG0iOdTQnh1UaLyk6avTGCdEocFBHT
0NFvhOFrZd5lW1J5XHT72JcMuRoQ2WAIiEZOeNcASmsS3aK5HmvxIjnr4m01t5nXPEs3cSL4RlO1
N8Jsqu67ONR+KaBM/tCCBz8pxeR9652JWsD7F4RICqY79yAypqsbAuyUyXvlyZPaJJ6vj1Hia0K+
yCFrt3qs3YpFr6z/0tJwcRei/IRY2fn64x+k2jFQp5M+mw3K86hjN1GYPBheqn7USn16dzSFtA8S
jSRCSMK7+vLa/HOIoqkdwEOl8qQJUQS6IySCHkkFAH5MbtyCVx6uhVcIR5LeA4HuampOqgCriqV5
wni9Jgh1GhDS7XhQyukWQfzKtU5Pn/sc9hKk1jWPcVJDvW5D3Ty5Tfazm5FCoPXq6b/e3hpXR3nl
NVPdRodqtXUhatlhbJJnabU+3BnUMh76tjVe3h7lctn40+7SSUZAVzPXZhxwAIoU3KtxwtQnA68S
QbRawMlGmLs3yiaXE8L8x4I3zaFc9AZXE1Lr3hrwNdNPZZVAW6ALi9h42zy+PSGPLXV+b9OPXA79
IlSxMO7Ot5wt1dEchKvB3q+/unH8AGX2EeuZjuIgMl65dGq/12+R0K/MjYCC6iCP/BJ7rtIGq5wV
kSPDfCrzsNq0opObabTVzdtzW377am42wthk3wsbjcfvfG4mSKyk1OhZh8JMKSbUx8Q2JtSz9JyS
jrZNXfe9zTUaXdybIEt4Cbm014iZKSVW0LPMO9SJNz1Q9h02BcKBN+6J9UdbRvEoYIAqQfSOD3c+
sQhMeqrpeDoWIpsBWNpp+1OHffhU6npHcVmZ7SfUysuDCd6SqmV/izh5UdXgF7D9ke+GfLW8Tqtf
gNm2WZZKHh6cyk4HwFkG5NNIFuYBdXWgrl0k9i5EqYd+mMoXDUPNjBqqZn8B3DvBFBmcpxaCz40P
/v/j/vvJX38XQd0i1mpTclmFIZWtJGhLauEhrAflkwXBq/dH8j2q5ZgBGEHUGmN0DAcrfmkQVesB
1phKutW6DHN0dxgaiGKlBpkz7yLsHktyTrT19ckqNoXiRV8aMdSZr7u91QeRohc2yNQ2+Zl5sfdJ
SSfh7Wekd49abtHwHICG134a0ySAluQpDzH9FT2wAF02PsQOFVrGYP/MLc3O0SNPXDtA/3cI74gq
1AOcFNPbqZGT6lBQwTDchYajPIguCkHWOsRPAGll9RmzAE/3h3QO4ZnQF/haZAlykqpQtBiIYzrn
QRa6zkYz0q7aGIpnQUlTZa0ditTK75LGiD/iGKN9qM16eNRzG1qQMDM36Ko6+1NrFK98EIL9H4Gk
ohtgttdam6bsB5PqVWtBrUgGD4RBnWSfajME3zg3feX5hZ5wTcKZGZZqbz8dHRSHM5xBtCH0oX84
6otdpMl4784J6pl6Z06f46SxsqCoTV36SVQn35UuGRK+na79dK2ufDAiOC6A+3Us00a3aDUS1sYW
UOTl/MeKcuOhjLMafZg8rf42UAZAi1fW+NDos5YHlV2Xpy5XygysLbYoQZ/2GG7hHuYGXinTb4Ao
68+zJcMfdTjEkPYiJd/pUC3CXV6TjwRhZ5QxPg6Ra/iZC+WtNiNtQKIaUMIG7Wb53ZkN6zcuUJJ7
MxyFGdj5VG3UxNHFzhvLcPShVsASoK2Sf8hjYJBZb3jPXYbn+VZYuvKrUkNv9GG4GFBAxjj/3PVQ
u31j6GUXiCrSOt8FHJdtNGhPT21fp78FwIhvpjfA0jPCie9TCRUr7t5ThnDXzyZ6ie7QN2OgDer8
A50bVDJBdre/NEiRSO/WifhcAAlD0GzphW1C4cw/JPpzqe/lXV4QahE644LmUbNs4lGfdiScRk6l
QomeCRhnmp0a9pLbtiryOBiMrHoY3Kx6EaawYDmGaCIGTagkY6DEZfczGgS0vy4b8+dGtjN8TeTr
flvVoFlbcOFGGBjt1P7O0UnRNs5kGn9AmFdir2lKeYpxtSu3ide1f7KiiP52UbYo/mMJXPlaqmhf
UzOsfli1V3wqeabjoCtz/VEU5fQNjlj/0o+0geAtptlC1AONxBWRpTVhviWgvLUcCQ6OKFo8H6bp
U2+6+n0KlKL1LdnBZK2lo8xbhy8xBm4RpcZO6xpl9g1RAcFU4Ad8MZMk/ztlphi24LvVx8YrZBl0
rll9i8KmbHyqZG57wCza/eU2jvtomnn4iX4gdBtqXwaMTyGGbmMYTTYEEayk1EeFJotofgD4uscE
EZOJCDjyo6oCe9iotac/4b3CfZfErfPdCRU5bgtFy56GVgvnbTUaY4Y3VVyLDV8TQr3ilfZDSLfo
+zwa/03AyGuWrPTnzKI9N7GvflJ4Emkg9TLq/A5F/+dELaLPpOcjOHO10hUfJ4Mq2ilg6Mt7q4mS
Z7gGEVyDISwaH9gy9esGvdVvba7qf8bRS9ttG1bRJ5ksLJ/eKIYIVpOMvkJLIKmRVQwoKjYVxfSH
wWO7FJqbPimxgnJhYvfRZ6tOrBpiaWICAc7b6Gtkxt2zlrFpNmXiYW1YeEP+bQgT79Bz//bbseBO
8zUbwmVlCwcKipLUlZ9befP57YBjHdaQopFH0iamck2NZi2IlpDDsmK1dZirZAowDUqCpNbDG6//
OivhpBG0U71YUhNqvKs3roVGVsRCQkN153vp5faXzo6rXWzow6HUYufu7Umto6jX4bBGZz5YPF1g
bKBO6EYUwnrVQBg/4R0d3uetGb5k1AE2aMmavkOAeqtAcrmUTA+usbcoCQDtWaVCqSYn8n5DOzqz
1h8bKGS7ASLxjXzy2iho7RCqLZUgWq/ngRQGv1WnKrl2VOoQ+nKKA/ygZfmNSH6dNCwrCNzKXnJ5
1IFfyw//pHU4YLmoQgg+GHDqU+zpc8CtDV6zB17z9se63BtcGUjxAkIhg8dW5XxCcYzG46IocrBb
S+4nJR5+ZLmt/cezoTy2cZb+fXu8y81BSxIACnEXbFK29/l4U2EOUKc1JCrgrP4qnL7bw3aoHiw7
LQ1f9i16jxMI5htZy+V3A9q4oJSXwhb2n/r5sJ4+zaht9t7BSrmDDCUVP+JMJjdSysvvxiigNXkB
SIz4iuejFCHsLaGmqGPiUgXHw/H8eISLqabprUrD1Qn9M9RqHWk3F0VGnfxgV7Pc5AtkSDPyW/bA
F7ivJTxG4mYRTKCGQov3fEZRjSVbAoHqYOfAZXwVkNmDYOEGnxt2UW+k8JkElVRF4+dmy2MkO6uD
36L1cJ6Bp9fFjcvsysQdUOYcDgq/AMBWORqhhFq5XuQhgi7mgytd7UNelcqNc/66D1d5AX1s2g+L
4So43NV1Qm1Sw4m+dw7e3AOgCbGoSHa5TDCYKiE+BnpiJ89gP2DCWIWNYDvBqvFkqKBnqcNk0a8K
eGsYqKaFzTQG1wbiKw1yByCfoN8ctNwU79/ii20vSd5rVdVZcsB/Lg1YzEaMGZJ7UJrC3GiTdDay
h2L49vm9KIYvdxN3OtKRsC4AAq4SORQIQsttM/2Yw9d+NFQlOTXA2z5ntUOSnETRMfIs6FcE33d6
NDabEYXbGz3yy3NG1RUwEhk6vvXcw+dTzRDxbJci6HEoIdOkngx/d0kRBZOlFDfq1FcSV0ANvGKk
zUuvYa1WmKkp2qtSqkcrU9ne2MTKR1yQTX9yQoBU/RjeKXWS7nTNKY4ZWt/3guJwgMRJ+eQ1WfXo
GJX75+2PcHlpU4HhwmYNYAxcJK0lhiJK7LTqUW8GcVCbHLyR03obL6z7AP+/7MZHv7LeMCyp/nGt
cSNYqzNnozM4KJC4UaMtYFJ6hen3ck633EG3CrYXuBp2FhQdWpoUzSzewNXFhoHKYOIPKo6a0mYn
r2nQSwt1b68Ldlo1Ia4okY8+2kjwPIS4XCA20U0vEb4Qm3a2SKenKH2phs4MYCZ6Ny6fK/chZUnS
GCo2NAspLJ/vvD6NlRxWSH8k14ShKsztWOeflEH7q6AS4mLGYrXicxVDelR67UHB/m/79re/vP+w
SKDxi1cyBoxApc9/QRkDFuxjazrWOXR+x4HuLEJwlW+PcmWHvRYsEW6lMnpBCQDsKtLZaMRxNsPh
2TTm+gORsRa0okp2mZzFjYjn2qyW8hDWX+Zyt6++OvC6CLSjgUZimikvOvxDqLbZe/XIlluLpxkM
M30QakHLPv/nipy1tK4tYVJZsOfh0FvNuGvrbvj09tpdmQsiqvSRSXzBr62/0IBukC6QNT1aXmlt
YFg6QTXZ79TK5PDjLkT1n2I8kA2qh+dzUQ1cGdOQL1RU9hDYWV/vOq3KbuyDy7kQLWn0AJ3lOAJq
PR9FK4dCtJbSH7MU5XG3ned97CA+8t4VA1u0EIWWZhr/Wu3pIq/SRSdCp84WlUcJ/dQvqLjd2GOX
txgIrkXAjbcDJNcaM4ZczJRkzmAcawLEB9BK0V6YzbBvcNPav39CtNzplPBhXHiu58uW2SiSoEdi
HPUxtjejXpUB6t630BiXh3QR8dIpxC/QBRTwzkcxTBG6o2SUvNVsgVqQSJ4SRysDfNoapMqq5OHt
aV30PRFm55Siq60R49JoWG06U29kF0o+lEPx7amZuvzk9kPz3JaVeEDPRcH4IkueGlTE/4yFpEQI
wf+HOg3ZyZry9OONn7O88+dBGiuM6AWUEQTdL97BVHIPStnpx66MreeSpt59rLb93oqWgphTu/a2
bRqxmfTW/oAxTx2YpZ7Gm9ww0IFSYU0/1kpbf4vGWH9MSiP7ZBjC8VHT7Tatmls3ru6rPxdIn7X0
vVnEVdjiKJknBJKMx8yKos3QG+13njf3GW6lvddTyw46ZcGlK9UtuOS1nQL6gGY7CCWS8tV+7Exr
qnq0R4+Eqo7rE96lxzTXW/yEIvMhb8bqw9uf5vqAi7k3jVB6w6uNUrszheXE1Y9TNKmHXFEUX+Vl
/5pRK9sZyMN9fnu8K/cUNiQkXbhjkuetFd8bieH8YIz6UaKQ+DSGnrYzveTW/r9ygyzCtEjTmssL
vM7vWrNEGskujGMa80AVfRvvgEBRPJ68d78hyy0FuGD5D4iOVZRt41ZRIMKrH9Ebyo+5Qqm8SMdb
WNMrq7ZQyRgGEjXEkNWGtOqi7kMVOQqrsYtdnFTp0UNV6u7tb3NlL5DQAxGge8zdcUHG8Ko4LGmf
HSn9mCfSyRx9kdq+K1GaQyWt6W/gnq58pbPxVm/W1JRzZPWUu6qi77dpZMpAU9AwGAYcMN6e2rUF
XGh42FaQjSLEfH4DI1ueYkIXa0dKiiKIXX0MZFnfsmq4NiHiYSyywHMDr1p9JkGZlECy0I6iKBIw
5ONIRNaPe5pN7+2zcsFjVQKJmxSbyGIdfacocsgEvtJx6vt2o6JX4qcVqmJvL9urqvLq4uYMLQRu
NgRMLuN83Vr47ZnbqepRxfLa3qiozP+k6NZ1CPhJJ/MTsyePDvHx1APK1+oj1TZrUaGZIunrWi4R
jgT9LwLk9dzDEOVNs+kTt/jPnAvlv4UCtS8WTmsw6oOFvg0WocqGjIV6P/7Y83AjP7qyDZbYCBwo
BDkSs+X//xNXTvUQQ4e23GNmDu6mlyOcKgzBb4xy5RxxQpZttuQfFGXORzHN2pjVzPCOiiJRbKTT
xHXuNYHEe3VX1GF647W/su0g/JFhcwPQrFjjwOxKMWuA3s5RcIns1E4Z95Mdq8HU2caNK+LaUAsa
jOgcbDAx8/nUElr5k2Um7jFuO2M30bDwTfp4u9Aq/r699a6MxHeCnQuKG+TMGuoMP0CMU+8ZRzS2
oAkNiOzyBiv3s+YOh/cPhQr30vGm8EgSdT4pJ0pl7dHdO6pT2f8oO9XzQ0hQP9IqcW5sjSsb8FV0
A8rAoluwJmBECpVxJc6d49DlKR1T3dv2JMM30F5XRoHQSsoBt06HXbI6tZgRzXVjN+oRjnEfDB16
gBaQxBuXw5UvtDQpnCWgpSO/ltrou8meTbVTjxnoraOpKdk2T2pzH9Vzv337C12bECkH8QlVDRcw
2/kX8nK4b1CS1WOfF9mdlcVi0zpVfmNzL+/N+WXnkqItHhTcDBymVZje64WuVE5XUTMox502D9lh
0tVoWykqXV3uYoHSFhWOt+d2uYxwYwDKAKQCNQM153xu2WLbkNI4PJamXW1D1Wy+lIVRfHVQH7sx
1OUyLr4hJFbMktbmOnn3Jr2j31cXx56MlLi2psvZoZ379oQuRiFOQXxhEWfmEWQDnk8Icx6rG6Q9
H+twHmB85f3J6tpbpa7LUYjsaO4gj8Gc3PWhFVlT0rdswmPowGWEyY/kXSTNGxtvOfpnW2IRrAES
RgyJ+QCTOp+LoacYzqatd2wqWIKJJ9vEd1Pb2sDtz7ctsp25b6hl8WAnhv3eNJiEibIzry8SE4y9
WkcpumaQhnCPDtpNTypKXs/omKc7dArbGy/IlcVEB47nHbUMiqevYcA/72I21ik7U3ePRYK0t0QK
Pmhz+1YL62KnMyFCMNpkNLoXZY7zxURemUsxtLxjloXi0HLn3iNc2W4mqxxvhJavb+zqw4F4NYHd
ANda6uDnY01zak8j8u5HTcbiromQ2xyklt/3uh39RcrcvkMfIUfDQLfv0QJbxFQ976MTD2ng6lnx
JLneju0MbrJ0a5RpNTG4vwtupwgwQdnu3j4yFzfPwlECy02CjFwJv/f817YG+j9CcZyj0liINopO
7D07D+9l2A+BHPMetbtUvvuc0pYhC6NAai+diNWzB4JAb5qu8Y6ltOaNUBvnOAJQuTE1YPf8+PNP
sbhKLck/dWLDXW8uTDtiQAkmJ3VyRpyI20rtwRjPE7KN6tLsL4UVaiQYgLB3PGuQeWEUWx4Shb33
U2Tt9NUWY274tS3LdJ+GYQwZs1qOvVuPxTFMu4JeDizqyVcA6nyNEWe7h9JulIR4MgyPWqxkia+H
cdhvULm25kDUZYqfqUiq7wIi2gdbYHe18AWrJ+4biZa2aIpPeu9SsS6rOPEFiPVHJY40UENqbYNR
0ouW6BHFjb9A4OpvYd0m7Yayi9X5o4j0Ry0eyydzVvp7s/Cy7/2gaZmvoTaCQnHZWNFGSaLxiz2R
gaMm2E9f6dfUH2zFKX/UbmsW3DaR8zeJiibdTvRR9Jfa06pyA61XrYI8lf0dbe/uT+m5vQea2APt
VoMkyQ+ilGZ/XPoOT1Nldc4mR0EBsVecJuqga+qBAc2xVH1A+nF0JwCiwEzCvOCvkxgKWP08FcBS
q4TalIRl4FfT6I47W5XtnWlnnY4ScWcYQZII5cOsg5L3dVOxNiBKk2lnNIP11VDz4SWmLQRCMzK+
GoiZJUCK2r7Y2WmiNZuotRDycFO9l7DGPfWhAGlCf7T0et338BXofK+vZncT/R9n57UjN8616ysS
oBxOValL1e12O7TDieDx+FPOWVf/P+wNbLhUQgk9J54BPBgWKXJxca03xAbKnmYeJJ9QWfWbg95x
/6NDpzUohMsNzspdhZ/KjiJSHu58CW1CQZivMLluZ+B3UjIXX8xYj77GPKr+DDpEKJBaufqvhdBW
tTeiOTdAxcrzwYEz+FT2APFdfYagfOkqFTR6W4xq7JrImkPjmixNfpGMFKkJbEtC/VCYuLi4ozLo
+rnKUaDeWbkOo9JINXgQYOzzfuNSuj1QVDZQNyLXF4CRZa3XQA8UupqSXxCJRhfWZOOnblLaGNGp
Gs4a92PTbSsFAABpOMQr6OtkYIsERTbhqytlUl8S+MOtq3G9pwcqFR0iohBIfyjSzKNdnQOn3tsz
qw2MKp/CA+BjTgjK4FuqayvzR7yBeEl+i3TE0sc3zbuxMuWwuqBLNF0A02WXQJud5ybp5I2UcHUo
odtC6il6i+p1YNbkERY2sr2XoTcsXrjoa89MaG+1mPHdX+fVoWh3OI54MxrGYqg6K1FIMOfqAhcG
FxGj2M1ygc3kRN/+/kj/T9LmOiQLxiXCOnDAyS2WqQUABBD1U+Z4tZ0Y5j6xSdf2NgLp3wvHTIqd
PcrSpVJ9+2tsB4F/aKrQ9HfUrS35UQ+QgESpXdF6V836fDzQ1uTNbzUpGiwyGUt81OxI/RWNeC2j
dJGHv2pcbeqTGtrdKzDY7p8kHTQ491ORhAc1qtN/qr6NEZcMmuAjYqgogqH1n9if8gLh9mZGf9ut
I3aZ1wOG/VbxjvYvaeDLMQ9Do/qT6U4FzhYsh3SK5EKLD4ifygmyQTZwh6TOkMmopATPFi1O4o8W
/om9S03UPGV908T71A+c3zJlu8DtZqv4XplK1kGJrpRunxhW9TFS8upnGk5wNzUkDE7yFPW/VHMa
gG3GnDmXHC51DrOGOq47pWmTuFouS/4JKVsWa0B/YnyQMUmH810he+oqdmY/mpEeS3vfJyhWmhJH
SND6MaqkCW+pHclzG58RHc5fy27EEZtcE5XaLkzR6c6riGZVIDVdscMkAG1sqtjSx1rJzGBf2kMx
7oupsMMdVS/9d081NEAWf4wxtA3p2jwEI5e12xhp7biVH1fFE69svMSzWgIwa8bOmJwcxFA+jtze
5W5U7BwuuVZJX8cRZ82900r2t5bP+RNThjDcBWY0N3z7uP6CRnY67+R+Sp7mEJWVD0FQ93TegwAZ
p1CT/0mcfpg8J/KD9pTbedkJWlibn3viCBjehBr7xiG+za6E8hx6SEJJD83+RRLfRmzswSiKS9MG
OnDfoHnlpOsPNWhkvl9CUYY/8o3zfJtTMyqBw9YR/QCAsQibY9uUfeIYBdYqEVgU9scndJDLw/2z
LP4vi5PMKOKxSmplAU+8DlC0UjQ/N5oCur+QO6FOIj+PkdUdAdz0jx3onvdPi14/FCY6S3SXNLHY
fz0VZg1WbDpG5aUyjP6cmbOFFZEpvbckw50jGgTiMf5me3s9Clq6owVfjWnFSM/WVBZdBReUfQJZ
9j9MSLSl0AnQTMD2izRYUeXa7327vEydInljpNtPhWx+v/+Z3jL4xXcSKmZk2ry8Ka0v3iNyqqL1
kzThRZ4T9SUH+2/s4HDPn80QdwIw9tRZXMuakRdStDr8Am6/njx8Jqr5YXScHG2UQu/lg28RFmXc
WYqPFa7TKFt0c6eBDO7L36lvDj8rwOzZRj1pZZMZQMpEV4C24o1MSY2eRKMOU3jBCqb9ja6p5lpz
mn3SgA+fpwhQ1f3VWjk6yIaBuaUTwfpbi6twnJ1mNnsjRFUhbt126JTvTuY4v94/CsKaDsUK2r88
ga73mI0RmGBfRJc8lsLDNKT4VcnoQd8fZSX4IJEDp5FjikfXshistK3cJ2HLKLhzeLPCJYbWu46a
9dSXR5U28Ct1/C3JspUVFCwlQIH0cYgOiwogFqaRNFKWuyhWjpq678AcyOW2trdSCVkEz+uNTffL
oZpEABK7exEPlAQTXakfgovWldovpW+D+UH3q27YBYoRBnsjiWL982CqwXd/aALNtdESQ2l7rrvX
wkj7bwFOS7hZdMP8hHQ7vzAaglF3c1ScpgdHwYOe684uv7TpxON0HGmGuV1vYtGEWLnbyZlAf8/j
+Btxhy7c2cNs//Bh8Hz3JQ3qkhrqw2ey1fjJhHb3p1B4gwov68Jwye0162FEFWJ020Rqwfw5mMK6
SlIO5WMQNnO7z9sg/jkHvdnseztCuDGTtT7/kJkCSNkMYfJaVB32Inpum8HO9Knl7UYraNO9qbXp
PxxzHHOxIlA/1Gplf57CqrH38tRNX0Y5gYE3cgejrD8qQbbToVTjlOInWE2ZQrYI5sWU9vvKKpNT
Rj3ceeqsKo3IWhzlBdxv9A36kvJRhjhrHlHqjx9kPY8ekzIonQcHPxLLbdvIiNxe7lLtkDv5jCu9
UzAvDKTsfxAcj3PIG7ZRX3LJwm+k0Mep8UKbl94QdrzQmhzAD/0cJxlcnAlwIJ/01NRcNY9mXlhF
3XUCzTd9NMc0+GCMrf6B39TgJlU6cOt5PFR/2ipAj6sbyKNfQ566085sS/nb/XN2u+Op34uuuZCG
0NB7uj7NhpqS3kRBfFHCRnsoury/NIq9hea9TdKpkyHgKJCt6LAua5uRETZszEr1nNIJDo2Pd07r
6wPJmWVuBI7boMsbB/ka7gs4jrfSMnEQIIvWaF4TBvrvzJrkD61RQh+y/Aw3cHN4vb+AtwBKMCqE
edqWAL9xgllE3bgIRPrH+18jpXigIk2hAornWS65ZozMKWA5KQXa/bn+QYrM6ZNj5P4+w8PjWfF1
Ul6Ffu5+40fdhhfRdoR6QboBhGr51hsaA9+mII+RKMaWxp1931SI1SRSbqrpWrozphGuXopJCUGl
15pD0IX5d2JWuFVSFPfBdaSjy4/MN29PeivA/a93WEbFe7aqnEiXRmbiJqE/vdKktf9ntGP2O8t0
9RtY4vwJpzy9h640YNVjyVhCuJbcaf802sCxcIC1P+AdZ1O2SDGRcMcMJ6Wd1CYJn1ZWWhutqrm3
ft9fx9vTAWxApsonUDjo7C6iND55M0Wp2fcSUffKZbPaw47QNm6DlVFYH12Qz2GU3KS8CL1naF3k
vmf7GSJ0mf9bDkxpY5DbcwE2kMYTTXZyEmd5BG2g3RH+H7Znh5jPlZr/TIMrcufI+ZbmxUbmcwuk
AhABKZxhKMtSil9khwnFZTluwNVPWZHyqvLreFfUWfYcB138P0RVU5cI74sqkHRuYXbveZHKz6oz
FYGb4rqSHO9/yZsIRBuMEEc6SM2YJV4kkjr0rxJzSOPcyvCpOitoDloG1hOU87ARgW4rP8ya9h45
koDWIzRyveN9o0iQTdJSr3R4D/Z65QIxzF5TqIBgKOzoe2cZ1U4uIKy1cg4YMIr76tyBIdn4JTcb
ix8CrlkIdQqNiGUJaqjKYG5Zdk/z7QkpNT/Y+YPSbTRcblI1oozAnFJV0w0+9+KQlFobyJ1dBnRB
WvU0pLYqTFDQNLAynMlSp/0UpLG1sZ3f9utVWBGj8jYQ1RgivbxY5DFUJeZdB14Eglptx6/h6Oz0
ofwI8dRrHf1EgfWxiIdTOpb/9kjOW0GCCUrzIezmD7Wh72YtObedcURa7Vyj63YoEpwCS2sjKb/d
eGI3gPhFXpq23rJ1jRM7oBebXU5VzjmWc5QcdInSLPZF/sv9PX5zxFkSCHBEfNpEVPgWH4KYXyZz
5wdeH6KZaeG/BGo/zoCC6tFrpONCtzG3tS+PVBWSBTwBSWW1xUb3VbpRfhJ6Hbp8IFZ0x5Un+QjB
N3Gx5fCyyn+vIP5bZ/6vIRef3SzQ2CV9DL0oyr7XmaIepgRCYWIHW4nE7eFBDxQFTO48XlNgt68n
NzmdJlf5yGrOynxOff9n35TdBtNjJVZwMskgyAi4Argfr0fpqnqQbaNKvHggILqVHtKlGEK7IhYq
3R9fcdLhoI7Ybe9sy7dqLGB8NGwHczSf5BTMzP7+HlrZrujICwAxh5nLerG+rcKTO4j72CP/DchD
LeeJBwm9oNZM/9wfamWBeUKKW1WA9PjzeuqTDrcm1ebYy/MMwS442Ye2it9deEFmkKola0zqKd/w
CdQpC+sssmLPbkt/rw9j/qwotfXeTjCjoHBCIUSntsPr8XouQ2kqfmbksccjAhtZCwYVbhDGRtBb
OeA0Z6ErcoWRLbw9Kv8qIqnyzPOmsxJvCkIqcursv8hjID1MelMNrt4jZXX/E60NKPJ1GyA+4y6J
mjQIIWrKSeaBlUI8uJcNIiSaiYCVO2CucX+8P97KlqBXQj+XnAEK6rLA3iAL6kT4unlFG8W7aEZR
bYoT/f3LCPRBMBeok4l6/vXHKoumyqZIXFiDEh2lRj0nuhoe/KJ66WN6nffn9Ab2W9xUhsBBAJg3
CSVLJkPYS72pofrvhaWahg9BPVTPWML5r0E4997cCQY9eBnlt1FLaefSJBz+xYgctQUnD4pwJzlp
rh7FGzm75POEIgeuoI3ywEjNi/AcgzDemHK0ozlc4WreV9XOT8qOPp8hKF0Ffi/Asad2PHXyiJwX
BCTZ2NFnHc09HJhqr+GKaB6aSbE6N4z97GePhusn3obptHFjrF3boiIGAMXEiYOH0/Xag/vNnc4Y
Y88ceQOGSNzQ/vTo1nw2neGkQPWIeuuUo52Nh5u+a9L2iKskXQpL2vUdEdLoFZQZpi8qJK3KsQ4q
JS+s4yb/5Njllg7azTMK7vobfBhOlCp4W9e/NiyqQm6QN/fseLYueokeNqD8/rdfoU2Raal60Ooi
weLOl6TEpXQQ/AIKlW08oUSyvNhA/Aogq2Q5ZDtLrqaT4Upm1MRkREyjkBZJb/wsRzP9Z0Qz6Mgt
lf5sdSXFmhH/6o3AdhsBRI0K3AkYd/Sql+V4+uJRG1u+4g1JZ+0kq0F9Ngf/yRMbhXS01zciwC0C
hT0BtYh3itDlhkdwveSlXA6GVvmzJ9sTJqFtb2Y/o8qvil0ZaMPoqtZQ0neWih73uDId5z1lnghN
XiBi/LQRL+u2c4KdqoWW6Mip1Ue1jDX/mMh4p1pq3H2po5BH+v1Tfhu5+NnioQh4Bu08c1EVLVDj
aLisZ1AhZnLp7PiJGlGwUd5fHYSEi9KrQNstn6Oq2rbovUizR/Uwxnez7d25KceN8HibAgiIr2Cr
cUq5axZH1FcLFGkqQxWcKH2Pd2n5gGBv/yzgP+91hRLkCe4x3g5UbXioLFLWSCmQDpk63RvwHnIj
w8z2KnJA758RERjxdrT1FcA7i4DfdXFGzbpsvMaHRlaP1R/60waqNfGWbu3KF0Luipc2yr8CsbpY
u1JSwPZGTgVohycHcuhUOzNty+VldRTuLZFuIPwnL1aNV0yiTJ1ao0Bh2t9q8tLdGMTv5pxACebM
c1ECmwDktihsEanx6cTm2sNnwTjWQ9+cWpRP37+naS8i48ojyUQnbHHewWmEtSb5lWfaoYUwUlV7
Azfkxg5YWTGab0Rx4MrQjZaBXA/ImprEqrwWbZ5D3FR/Zr9T/8MgeErDW8S7QKMIeR268sa3+ely
5Ul5bKDP3f7bhigA3Q80K6fTol4rUlomQhJ4PYjV11OFa0Xl4RNh7Ew1zM6SafqPitrHG5/m9t5B
6pZHAM+tN8jM4tOYWJyB7tPYzHr4oeocUfP/2kTDS0ra1AICcmNL+nh/ereVI4KAOKaIIzMuD4Pr
+dWgu2Y74EvNUuH/DvFP/84mJMcpsqF4wgvcPIXAiD4YFF4v9IGsP2hg68feGaY/ozTPWwJ2K+uN
VAlxELor3E1nEdij1O5Qy5FrrxlHTQIBFRk7ux38A1fxplreyoqL7cNhIwDzZlkMNmt2b+ggfz05
8vuPNPkVfK/wGTCLKvOMvtW+lH4FEs6pbXNj4VdOCDLDZBdCQg8K9mJorIRRNQqrjuJBr+HeXGQv
WW4ap/ufd201hbgMGGSiF/fL9dcd5ggWVmp2ntM6YMZGfd7r9gTdw9KrrdfSG935Om8ySDR1Mgk6
sJCIF1uJk5rqRp/1XoJ5wz7FsuTSJSCIkMyVrSchTH+maGyj79R3oYsyHGphoNWlrwGqQX/yZMQa
20hMQH5ULvOjjuD4RsRYWY43mC1+XdzqvLqvl2MahWhi0vde3Y5AsvQkO/UmAE18i9JP91d+5fvC
4qJOBxqb/GRZq9GLDjjeKHceQon5oZzt0rXseqsidJsuvrWEkaPXQH9R0rqeUIdL1qwGWu0h5Pni
YywcExXdudaOaYaI2PunRDWbZwShgqxrMZhe2h1+8EXt4dKlP7eSb5/KMKv/yyjYFMAyEBfiUsMK
A3r0E1Wl9ux5mj7NZoH5nd61G3nv2k7gEiTNRtyQ0s6iYB7p89wCSGGUyhl3iTV+Q8Avhq4xfb6/
aLcDmcQyjUItfBBSvMVAEPAw30ZZzAOunZ7jae5PCAvLRxzCt1g7t5uBLU26hXwyDG50R683g0TP
sQOgXXvBGORHpANH0KBJvcfFOD049Js2cvC1qf093iJhQaStHmckGD08TOtXHb0Ft6ti/0tvmlvQ
Dk389uvYgjUBqlLCvtYALLC4huN5kid1jBsIPIVc/0wie/xgamnlnBGXc3Iwxrhfg8VtRrTZwnT+
N4cKq6OfN/vJKeGJHuLOHeNC3emSPFNV8cMWZ7txHHZdbhvpxxagebcrY7t8lavCSvZhq0+vAWUa
4Z3dOS8KQjsOJinG9F2t8tBL4Rum7myaww8/yuVo70RK8GqPxjgLX6pQefe54FEqyAKiY2WRw11/
XWgWVVZMHPXa1oJTWnfVXkLTZGOU2xLzm6yqgOsCACJMXo9iVVEmWybFk5I08ejnkvFJa61oNzUg
IeW+68/B3EQbh/E2VvJMEPYF9MQZcsmD1qJBkoN+ADcZRtE+RyZsP/a6tb9/EldG4XGFrYvQdIOy
Kf7+r2oeqFv6cZKUeV2W+jt7LpEhbfWt+ufKoVABmIg8XujSLgsuCo54mZKquQfwOH+O5kg9xOZk
HMIRPaf3TwhgrApPnWoXkhfXE6rCJp1p72Ye0cCmhhMO+5DbbGPZVnYEjWT4pgK8R0q/CGDVoAZp
Hpa5lymT9nkaU+uj2UVT4Pq9KZ86W05/l8DeX+/PbSWWQYHGfxJ2JT2WZZML34dGmyMp90AXYPXe
I0U5m9qp11RUO4stJuJKW4DyGD1E6q6IoHHArpcySNXSqQoz5w0epI88bHFLBpj00XCk9NSlPT3D
Gv1RKdY1nKHCzkvwjqfpUqT5xgFcnThvM7S3LciKS0IpSUPeUnbIaU5XSJ4leqR9ShoIKV0aFhbY
W0ne2EbiSC9CqyYuWxqoAi65vNalHlMPw9cSj0ow80zyH2k7vtS5Abi3+9GgPOKqjn4ctPn9hWEB
auOoCMCCoDNer7ovY19izGHqmUYfnvIZq7xEUvJ9h3rfATnaYOPCuk33ecGTcJIOC/TI0giGfjUt
M5wckBtR8nhX00ZDonAyf/oGVns7JU9CpI7xSfo0gmja2NEr4UcUqugWYnsl7ujryY5j7EPTpEut
oRTzLQC//qhk6Zae2tooBgURygfUK5Bauh4FeNQc6nWceVKvRvu6LsqnWh+mjRb06ijcEFh6QJq6
wReVdpHaA2QnrwGBfmh9RXuEY1I9vD8GAPuHuMsTCYDlYsUCs7fHvokTD2SRdZL1MTsrdagcYwrH
D06bOBuRbiV0szEECJoKmYoAw/XatVozh3i/xZ70pndj9mnpZhZAuMkPzC/vnxscFZrUQjqK0a7H
GgqfHAculFdVEqizEqzQMcj8fCS6GdOZqgqSsfeHXPlogqTJ5US5lBxzsZxOAKZtbtXM490tuT16
h7um1sv3j8I7hAITrXehKreolfVAfNsYPXgPWk3zkue57ell+uv+VFbupLe0nSaBEBldYsACa5aH
uOYlImtN9hxqinTu5HZ6mnGr+jB1NOsm2Wk3QDYr24O9IXopOhuM6sT1J8MQmVuwLyoPrE3/wIuO
iuZY1vvc17du9rWhREVLWOTxxZaChFlWtVMiG4XXtpO0a/T8N+6AoBnr4P39Z15yTEv4i3D3LaNS
TKsbAfmg9FBCzw49cganFL4dOM52iw+29tHYfdQDhaEEpgvX6zfmYTg5o156WtgO+6i1+mcLrSxI
NEmRBO6slP0x68ItcZC1YXUweahmCVTcsoCnOAGtK6yHPHHk91KdBrvIqj+2Qyw9jI48HWWleDeD
Hck5LhpmysgIni6OWjGiKC0nU+EVakL1zqT7101bKmcrmQJ3GWVWqsbCYGIRQoypRbEvYT2loc7O
dTTRabQl+RHTsfRPErXhhiDorVSnUBAW3krU2VFwXVrTwTwn5S3q0jOHPJ1c4rbyokW9/AxPJ0j3
UjlJ0QM8WKiyxDP1DBJ5LNykc7ZAKSuR7A1SB0ObBt0Nzgp+lzFGg1l6HYSkR3Me5V89UpKH+0Fm
fRTCi42mg2B3XO9XtYhhmGMS4mV9Ij1kU52gDVk0G6OsbU/0B/7/KOJX/PUqmYpSi5xSLT1rCkwI
3EHWHEw5pjKWp/o5nGB6D7DBt955axGGlAtRAorzIqBdD9sDL/FVkLReIF4WaE/Zo5v3wChKfQy3
pBbWdqpFmVk41lBtXSYlMsq+ciTTP4liJQatOxu80YfSDSt8SCvy+o0ceuXLcRxo3IEAI4IuH0Y1
3D/8LovBy0dHZ25TtbelaAtosDIrKrg8UlhFJK/fShZ/fTlVq60aPkvvkSfVD3GYAzSvOn8fy1K2
K+ZNROnKJxMuhhR3KNMDMRQ76a/xjBaieVzWPTAK8vQ+6dOHRo+yo92axvGdW19cdHgYcjegZkKN
43oo2+7jVssk/ZyiPJhy0jXjGMpQzN+bLCzGWWz+lA4+PQ+bfV5VycXMgJ74cetvHLGbtJ9RBO2M
RzIt/RuZzlzLMXUlhzzLVp4Zj2Viyi+tOTaYbyt589jrrQZyPKjrr5PRxBt7cW1woaMsVIhQTlgW
xTXooP3cJ/rZDuT8u9GN2EJWtZkq+y7uHeehj1XlYexHp3vI6qwrP7//S7JjkOASMhM8DK6/pIyk
dI/Ik3YOu9BHhHCSXEML/st3hDFGm4xnB72GxdasbJj8hFHtzHMv3OlRYhyQS9U2dstNqOScwaYW
yEfIwMCjlnMxfMspLf9slHJ4moLYetbsMdzlWf3mnRNS0Iu7T/cX8ObUiUHhXwlXOpjcSzCIGqga
NB3ZPztGOH6WCs42tazw3NHrON0f6sb9DvIAjl5CJQYGAanzYoJNraW1NubWuTchKWFp2J9AgyVf
ldyQnubI1p8TLTSfaIcWp7SspVMcmuYpdbLymDiy9Nr3StSdhsjcuqRuAqr4Yewg/oFWE2pX1yvv
d1Nk8WCwziW+98c0jMuP82Ru6W+uLDWYLYFMEFhuyubXowyq3nR2H1lnybKDH+CKo7OUon9Pw6hT
N5KZ24Ly29WHChlC2oJGstiygx75kdQa1jlp5uEbL004Q4MRDe1uKDH5dQcpV1tXjgrpZxHI9bOB
4fq4Q9bLN3b0WFSL/yIOnnCeqfq9D3zslWGyZ3i2JXzmyYl+427SVLtWtdC7m6UarTgnV0cMAytq
yA2UKi2JccUZY2nX+dYI0UtX/W9UeWCfhVnW1S5WJLmHoG5e73K5rreo/LcJHWsgIKGArUjMQVAs
Ftxw2CqJZp5nqUNh2qI28rVrpzJ2O0Nrj7aTZA9ca/qTEg7jPzNCLDPap+oWe2Ztd/EiALQt6Bik
Wtc/I9Y6eIAZnmUhdkRCZCTeo9AR7jdOl9g+V3UuZitqzOhYqegV3dyfVdNRHdGdszU406Go4bdT
ktI6Ot1Vjc1LlB/DtBm/+NDIwUGVzjOa1clEkbgf/kzIY3+7/4PWpi3UmpApFoFzWXNM01hWhhR7
WTWSUoRhavVQD+9v0jBrW0ghc0mjnrPE7fdpGkaOMdnnHHD1TpsrpP4qu93FnbOldbW6n7jm0M+h
B0w7d1HPQ58HhlUe2Oc67a3GzQr4o9MwGV7by/iJNYGxU/opP1Wd7bhdYqN3YHVW83B/XVfCCPQh
1Capaooq3+JXSLVklpWf0xmyKv07fjj9J2tyUCzQ8bbd+IY3OaCgewmdaUbEcmc51pT6/YDflk2i
VLdosdnKAbFmPXHDVjN2+pz2o/v+2QkfF/hvkE0ACl0fFk0dgsZBt9IrbaSAAqPqHtrE/45Z0rtF
FJkbdGAbNAovY2eJfkYHIkBMtZDOw9ji/I2ig4TOR69J2BzNyn/4aKLoTX+GfgbH83paZELWNKeq
dAZWqD23fj4ccq3XX5JRlTbSwbX9IW4XLnVoFLioXw+lZ2YoVboTeCPWkxdL0qPTwAP2gMJFsxFz
VoYi8SO0UnngWl9W+VqBgciyNPBiIXgzSggCqgiV7uui2wJErg3FgxtPBWCRVKfE3//1OtCGAaa2
M4eePCnlw2TP+qMdzs6TDUB5I6UVC7QIpFT2RDoEc5uAutiCkW2UamwGkdf1GEijnmOdEAupVLeU
peFzKxfFL9CrYb/zx67/GobOVnnlNqemIgzRy3hr1hDWrufalQVqSL4ZedPc+kdLEJtDHeW03NH3
Ey6JJ7KLHcmMebh/9sR9uJw4ObSgnrJX0S66Hpd3QgCZD3680tizs9e11qkeZsfJ0H1JNfVL4dRz
h0HJnPy4P/DbTXwzMpJ3KNKJXGVpLhvWLbw5sjtvNBN1P4BbP8xKh6hf0fv7NFZ/p53/QpR7tKrp
Gb2Gg2VLB0QgwTMpYX6cjSjHIzPoj4GKcLKTO9FGPrW2JygfKoKZxgd5uxr+2n48sApdGzQOlWXz
IsYeFH2lAg6Ya3a9fAp6p3JtBF4uMNX8lzJCuOb+Eq1EYsBidHBA9ohewSJ5zNguGo17/9w0crlj
96SfsMZrHhFqSb4VRha+vns8ixYB54BiGOKviyiS2fhO8SDyz5mMTVKOgvcBvYDkObaH/HR/qJVE
4e+hlhXMBhfXBAUK/zyk2AXZ5YT0GIKA749VjMJTldcHdeclIsYpRgJVzCiW0gYvYybb+1lCv2Ma
caq9P6FbpBh1SwwzIGDxzbioxUH7a7fkjRXlrZr753iWSmxAAXy5pNDOmd+X8rTKnT+RQZFDjurq
ocjs+YRlfIvraGeF5yhR1YtfJrobo1r0agW183L/963EF7AmKmJiZE1cEYu9JIfmUMvS6J/TLj7q
BQiQoSherHHwZMyH6Ib6z0W7RdxeCeCgsrmXSIPREl6mEh3LBDuc1+0U4hTaabn5KQJG8mjFtb5B
cFgdinIEcGbSbb7E9fI3VJEc2ETSmY7kV9NIMEoD/3hsVX8rUq+lhMQrAU1DHZSS+OJenwe5b7Hz
8nnJqfMhGrL5ScnBceZWBidTD9pn2S7aBz+sxqM9xNNDM0CjvP85186P0GkRPC78QJa03NEJyrJC
4epcWQmJrxn4e9QJtoCrKwEIVp1gv0EtBLuwuJTkIoU2ktjOObUmgEL0gsuHhhbgodA4QnvEQ4uN
z7g6IquKWcfbxbC4joycilIHavdcpk38Kw5q/VHpg+HrNIfSyUcn7cv9dVzbNnDuQJxgFgSYbDHD
Tuk7CaVPiW+p/VSjKsKzuw0ph8TSf4h4SJ+DgRD5IINdb9DO7+MMTTRIvOCvUYTJsaEKpS0i9dr6
4WwuHsDYFUJ/ux4FTlg+zUZGguvDf6fbnDzKqIucx6yKPsdmL70/x2XRoC1iXc02WardIOs5xiU4
wTOKjsP3IKG8U+Sz+jIgmbSxgGufCgI61QaEBxXW8XpqUVXUtmRa0rnSp+LRLJP8u4W1yR4ni62h
1k4XVyDsVa5D3peLXdGg3IoYahKg2RCZXhdGjWek+RYKaXUUsgtSWziEPGWvJ4TzUanlQNC9oQ+D
XdFp4a/cH5ONHS7unUWaBXGVIWTSdhSdFpmtnCOrh2GFedZza35sJMc5WHUXDq5f6MNLmyLERpqT
bYWOm6/FU5VLF1ayGPuG9JX25dhIyVRfGkMrP8ZSaR9yM5tPOspZu/tn+GYdxauYfUH4gfxBVL5e
R94osV+EUn2x09F60hxUfapyGDbwITfZoLBhoE3BuxjUK6i+61HMgdJa0gf1xU8VhboaykTlbgrV
KsK/KktHuhel9sEMyrHjX5OifNADBHc3UsKba5xfQTYqaGJcQDf1YouvSY1NrS8F9u/TYZqxrXEL
JbGe46kO0S7uR/lHULZ5uy9rK/tzf6VX1gAxUl5/fFkynSW3wClKdfRnubmA/EPHMYplFbFGa1AO
9qSqD43d+EdDzsz/6UkjWccms/UNwMLtt6Zp6YAU5TIiI1+Wfsqoq/1aL/KLkpfOb0CI+uckCLbs
WG6TOYpqooBFzRaxD0Rwrj92RNZSBtWYX7SirT86ha8danmovoG00VwzC2OH7G3qyZuo3f+aTBsX
cHVyqkOkgyQ1uyLnIVkFX2htpceoSq2NZbjNQfiBUFtErk6UQifl+gdqQ6o0shEUlxCeLcIUmNbv
ERnALT7ETcsAd/Cjp335AWlr83FSw+EEfuvdSbzFPS2QD0Jfj/RAXEZ/pbyJPdexHZbFpW3a+dlI
Otvr6sjYOHgrn5xR3iz23hiLyysNvfdiatviEktWta8bKXuqQy3e39/aaytK0mHQFifqC42X68lE
HVp3QzgUlwTpr0+dlASvZTHYR20u+lPaN8Gz4cDYrXR9+JIF3fDQ82zeuOJWpip4CIJfBiIZAsT1
b2hLRc2m3kgulOtNpKLRv/2pGGX77f5c14bhGCOnLarGNwINSD5pKC+O6cVKETmfzcpBkmjTUvv2
BiBzfENggoakX7y4eGKytdKO8vSS5FiuuhBCled0nAxoWHk6btCs1wZDLJgNKTwfiQ3XK5cmcmtM
MyJE+aRaX0GySk/kYc7DUM79xtlbWz2CAq0PsmL4+Iuj5wPaH8rBKS4O2uPa1FY7ya63bDdu8jih
9ULrANKIKI8sYZ12U/nqoGcl4nB98y8pUXtuEQT+Gc8IfbW5Pm7sPOM2tKOtRe0L0ilnmZGvF3AK
bAsjmzC9+PigSZA6HGWEE09+sksmLcm5ZCykQPUotx5LX3Vwjk9nzIiyYWhQKwvDxsLXKVMugY7Q
ojtPtP0guaF+vquHxPh3ivsOdERbOd8rCu1eVQ/GQ18PbbRXlKrWQYkgsOnq1eh7NE8q2Q2bIX7u
aCaFOyijVGunYtZ+xUUP7QibMZ+KYCpXH9SUfiLSH4ljuSDho2BfI6QZu0lvxPo+aLviXA1VW4Ht
jkplX7ZzN+2LoRo/m42mBicNUupPTWjjuSFwstqVu8FOsE4O5eGMch5w1hTR69J1jHroXLuXS8Ud
qzCCA+YPVUDYzfJ/sqH3sxc99K1D2hvVIdHplB3vH9uVPY7yOP66iGmwiEttTr1G2z6MkEstCZfI
5KPLYFlJRkst28JVrg5FkgNUHTleoDzXu0HigRGiuV5e5C62Dk4JD8Vo5XOR6Vs8ibcXwlV+ahGH
6LAgiE3GfYMLpHEoD3PDUAaP7n0DjfehH1Pz4NcdLjpaaXuVNAe/7S5UPhmOXx/UQtc/Bcgn/Czt
RtllRa82yFzEwf9x9mXNcePoln+lo97Zw325cbsfSGZqSWuXVbZeEJIskwQBEsRCEvj1c+jumVtK
KazpiYqoCldaYpIEPnzLWU7BfemvoOPGq4HyrDSjZkhwXfsFVBZz7iAfvouzPvoBJY34+vfv5oP9
iuk9hlEh+ErQmt2Cxl+OwhTSYMWwSdk2XhIhNwj62goNeWNCYjBw2LffX+6j9wNoP14NJuoZ1sPb
y0nmBatNfYS7EFJ34NTO5Tjl/t4j42f0+vd92gyANIjpgb2KWARq+ttrRahcXSKlgnYFkoASxFrb
10oPxW3jXKB2+Sj0eJYjIppSFGt+4hetXUpUqH4dTmOLlhcjfVbpzJBbeGssLwoK2eIsdIHcmYRO
pv79w/ngXUAmGXoAm8INzvSjs2AkPJuFlvJAx3z9ialdlJbhDN1GxDDfXTRD9mny8Cs8Hq1iBGlw
G8ARxVjkuJaDEKUchpT5h7ZlkN6fdAdgEUJh6L40rI2mWqSJR096PJWTbGgJXlqTJwQa8xFM5ICN
xXHvgGXGSlbrkpQzwF0FuBhJ9wNSfP0ZHya7lnHakksvpSs98YfU/ungm8RKsqKbNqUJa9FWgPJB
aX0+3CDQudum5+a2sZkBjU2B3R8lncBQAWZveCRL5s2I37m6jxNuAb9at6/OwmW+Sedi/iGixsEc
BDymu6RFb7Gc3Lh8YyGjjxklrbtdUo/2iMWkvxuAz/5mF5C8ITqU308q1M9pEwtaiX6hF0PQUG8n
DSmeXS/SrormpoFm9rDOr7LJ1FJyCNTc2p4Dj5LG5A50fgVh+8TFzw2YSTh4/MA7+LQjT61vBpRY
rQVeMyANhxI9XWb4QDB0pUrMgZOvougERwHUzPcRtFRPfSAVWAnPCDwcoPMBBpAdmD+ALeBRQcJW
wvnCBZmCkREv8qbMMVcOq05Kd6V5Zl5R+GVTOchBX2W+B1X+NBkXc9IvpFV7M6y5qWTPFV7bqIql
nEHog85rS4ITnDYQyeVrBrUQSiOMjSe1uIriCy0QJ1ogZUvUvPzw+IzRDkI6lxdJw/v1Clr6ozwh
BpL2lfEpw5FE4txVKDb9ECedKYaTdga2Egi9qcGqgpo2r0ApZI/5AkODMuqD7JL1C0R8AMLC/Qdr
qqA27/JuR5M+eMShzW09xDTVFc42PVZmEp2oglz0wY7POZ3qNZoTXull4F8Ui9KxJrAagGZvqL2f
moIxD/sO4qUQ3h3DrmrJGr+AOMl56ZHQJ19at3h5NeM/phxUqp43QkxbCkNDswMEiIUl6egA1RXg
US+ytbfdHqpsM9lTL2iek1CnemMoWb/Cy4PosB8R/HIIumh4uOV26mDyF88PFPpnYD0iB8SCDWa4
IXQjNOBLIiyhZ4CD6FtITbPHPs/6H7NbkrlEumHY7veR54PUEKUxzk2IVoIDcTzEmza0jx8Y/yDB
9KqmoqVfyPhptPkg+IOKAF975J7o9R3rvUFlFGCPOXYHNEPGHQpBVzNof9YiC/4/Uo6NqgY47VYT
AO/3NvaPUeSsctw/5IjjF3yEslXRK3vaFND0//2z2xLMowiKvgYqEkzcQGk61sqDfGur4nF2hzDk
0znDsKAmuT/vyMDmZ0ivg8tkk+np9xf94FECSLL5ayGd3wBDb+9PjOjkOwS3A/V9cTN4wL6W6OmM
fzYW45vfX+uDDBuoRaRtuEnMz49ZlA5JiLLT4B+aVQY76B7CS2eZ7fwarIBH1Rx0mS8MLJMz2Hsu
50FK1PRJAvnRI8aUGzUSznIMmo8ORgLNhpkbHFKJzuooUv4+b9U1jfufycD6PSBin7WrfsGSj94q
ukVQo0CXAEfjsVhDhnNRc+XbA1yPCFxrcEoirMM9Iyud49JWQKl5Vy5IOuiH565xZQcm1k8vDQNb
znhedxph72fM1OB98jTeb1bAIDf8EFCJm0bCUQ41TzCmBQHaHcAaBopVJes5rE8QGX7/2t9nIyDz
bDePXbRhII9aSTbPWNM0uTkoWNFXcYwh+zjyoRRY07VocXD9/nof3Bauhzwaylfb4PPoJfs9CMAS
fbmDT3CsTm3U7ig8HD+JdGjuv9uvuC+I7KFJBpURrKijrQPNTothsTwIjMhhH5xOwcXm5MOqiEOz
vGqbtGhKHQzdRbQUVF30Yduc62ylUMtISWLqRJKOV4AJM1EXiV7XfbIG4SFO1pnuAU3N7oeYh18V
1Gez2mdCuTKhlACYoHSo6gb4UFlGc9reQkBeYgeJDkOqtQ9Wv278iYiqK+LxJW0m4ZfzYvJ+N41e
+0zIjH6dinJxH2aWhJXni8LupyzzglJos4oqhROpqvrVy9edhkv3o+kbv0UOxUNMdbsUQMZ1mOEe
oYNE3mYsWG4HVLyoOq2Jov0gVwWIJzwOLjlyjBXeNoBm16Fn2FPedOqRha3qd8bBQKqcaZyTMxkX
Pas1Jja20kjPhjJZ8/R2gtFXX2kOEOehsR5afYR1eV/O+GYdeJ0wT73qCyfDOxsrUB28PtU/1rYI
vRPVttOL5bp7aoQ0Y5nKRgKwsHKN5JNMmV8CgQEt72wr40EkbxZYw0XjWIGmPtwsAjifCrMRw6oe
PidglxvhHdogtl894GGelyBZTmNhm6bEMWy+r0gUw31rYJhoBu2xfdEleAWtdBB48xbfN5AzLyAX
HThd+LsWqwoYG+Cc/WqYRhixrmiao4LQZM7qBfjFF8LCTpVwNY7vhmF7rLYfxIvja2hLGjcZHmsX
s1ukEkbu/Hm096JLoyespymsR3AQbVVAVV9WaeRQKwdQTm/KlGY9kJFNYj8DY36w0RHWN+k2sM9A
ID3aeBBXTEjbmPkwk1XUPGqXHRKx/hQ5yHrem558Er/eR/Nkw2Bt0DJEVxSDbzegL4c5WkJcLwyE
ekDWzeBaYAOkwz6KtbQnXs3jAIrFv48v7ycQGwwSkpeQ28IU8xjiCUHHHlJHuGwPsmSp7ZjtE4kE
GMvXlZEGoZ0pQ6oRJpqfXPmDG/5lSgxmytajjY+SEeTaqcGAeDmAIsYq2XZr3aJLdYaSlU5lMzdj
7XcdkDK/v+GPAupGuwlALcJ6P9ZjkxlbAvg04bLDFOCGRVP5k/6MU/HB6knRONgw4hgyvesqzj13
RR/m+jBEpPsCzoe8ibZOE+WW1QCQf8b8/OCu0CfdXNlhSQsSwFFV77t8Cdq+M2Co0OTSLYvHyy4n
4j9u3qNtA7wJ0DeAFOHW3i5SdNHnWUTUHBwMkQ8u2gAv8fqZoNkv1cK3aQYugyURQmYZDeBj5PuU
Z1KpsTUHmEOsUVWAh3IJachYltC0zCRMeuL1kHtGPvrjIFHFrCESSkcX3pRextLvimXkGxZXbMrY
myRoF7aNHwKOEqlyCXScSocKd6hif8w2tzBHX0IiW3UWy6l4HMKJdjsYvjhWL9pDp0ERi/p2WMxC
SgpbDloTBdQ8mpBGmh3LFliWaDq5F8Cfmqsm5vnV4vf6xTBHfsZm6vdYiJMqwdru7L6dF8HKpusK
Vuc+BJ7L0Dg41CF9MAVsS9BqqVCSGHi3gN73Gf35gx2P1wekyy9SGLLkt+9wgjGZYq2vDxFd813e
xf4PUUQQsxo7eqbaMNxBmYT/HGKZ3/1+671PzwHbAoIe+eOGvzsWq1x72IaNItaHtV2my9Zm6osd
RHJBk/Yz0vAHwQXAFZC7MbDG7OV4tAkfrT4t3KoPaF2kdB8iK76JIUZ/A+XUAs3kYtwq5c+6nx/d
IMiKAHXj2QKGcjRLoH209IR4+gDRQrOWxBfkwoWQyPOaJDz5/cP8KGND8YEWK8jl6JnEx3uxkQyj
ciQSeSSStVpzEpczJiqVSblXwSnGihLGPaqkfjPtl1n719qu/YVBVVaF1C/2ZJqn0950/iPahR76
W4xfwWtjPc36sHiOmWkupt6nN1na8i/YH8H5JGL+ybn3KzE/2uxFUfwroABud9zf05hKdDmL50Mz
Kv85pInD7vTGlFbBuMRfJGgAT12s1S0TzlULjGthiZe/bC0XtHlGCIyVXVxIvwy3PPkiNN6QlQ38
CZ9gTmTEbiXpdL64YLzSnefdS63IpQ5a/QAVTvbSpZkMy0B6D2mH7giq/ICPezuATPkfHzzYt9sI
bZMzRJlytO/ybG1Z7PrlMHoQKe6KzWO1CD/zq3p/8GxwboB4Ntg4Bknb53/pXDep0X7E8/7A+LzH
gF+A2bCoh0Yn4dmIMcQnN/V+n0GaDKMmoLoBG4Jww9HlBiYSAO7pwZB2RQhc99QnAqBfxkpKgq9A
D3wGRfmgCMVRB1ODrTcLwtHx4KTpYfo1phnDsBzdIyS1UzOVCzrRtgaVw/X7EH2Ap6lZ+OvUNBhn
xVC3/pY7pLlVOCzgT8G70jM7DEvMf+yBB44QQPSgfWMcvylFv30eeQ84IRroGl6FM/o4IGRtbdbP
krb3T/3tVY6G2wGD8ZRvsfVx0OQnhnuWovxq+kOIUgHYNzPvl8LwTyLOe/Ifbi7AQB3wALx0pItv
b673pm6WaacPxkD2t58CScrIAGyexu0An2O6nDkoBNcjBna1Hb3ui2+CtJpnX58o3yQHVvTFNREd
++SbvY+72xdDTQ5A1C8+yNsvJvnQwSOr0QdG224vC8sAuQ+TEr07s/t92H2faOFSwD8BLYMWAPyd
3l4q81buoE+uDyMObuBFMKAJ0Lb+5Ibea55ujxqD4l/g3m1zvb3MMEShagbkjzHqzRrdV/LngHnn
VTevI8QhKOR9SaF3mIiEmKrNdOepZf0qVdqfAOs2ffJ1Pnq+4SZ7hm+yNQm2z/8SVFTjQTBlCFCz
wnDpABrafA1TSblfoaD9yXHw0fMFJArrC095E1l9eykpUfQ3lmEDqQhm7XGgqmxc6Sdv8X2UBEEC
UFgMKbdc5Lh5F+ZUchJo8JyDVZ7OI/uO4Q6B0Z4Q+0k59UkT57PLHe3XZoUrerugyEoHGj+CZGMg
GMmv4F5HL4Jl/kxP5L1WGApJQDTQn0KTFwnN0fVmuAErkRXmACoOJFPgHjiWWRvyU6FE+0AGtaLh
0a7ZiVrS4YtZs+HQQyyg8rUxn1HuPlg7wIqjT7ppOr/Xd82kBCfFJeawSljAe8x9gbbusEtta+vf
b82P4tMGS0cdDUgfSFrb2vrLMtWymEedE30g3pTdUxvMrlxRbJsykzptgWLos/PZt5uDgrH8ASTe
+QGqJJAh7SP0kqpVeCPfWWTkc6kw2pCfrIMPUEl4MYhS6LKh5w9mwdtvOPBsjYxD9zBtEgAvJufO
0PmIK2l59DCBCHjOowngMxbIkyAoZJXMgfskC/9gh8GFCxwUHy1yMISONrPNpUnaeZoPA3MDJjAw
IkpNKs5+/zI+vApGJ2B2YmYL3uHbO01Hbnvo38+HFvIJNZPzeJKspP9kH3+wuICKRhceugXg3x17
08DkgQ0ENekhYdBfjRr6PbYyqxOMvD5JdD64H1wJaTZ0o8CWO5ZmJFkDX3oMDg8wLcwOnsl5PeWo
IH//1DI8lbe5cI7yGhUS/gXU2nGghRbqAoGFXh9cbIsTucZBDXKE2MnIOthzdN5eB+6zYLi9iuOL
gtWOh4g6Av2Do5xFo01PBUWt5AELtVfGticYVoq6W+1yHi08vUWrkVQLcMaf3O771wdeElQvABZB
lHon5Qnc3URB14L/vLfeaQG1tikcv8GFpPuEh7Dtqze3iFCIi0BTE7cIvf+jgDgKay3jYQLPCjl/
h+Q/2lo5h6pMyJR3DwHJvLRhDlreiL71bau8qf79i313p6D5bhUvAIlAMLwbG0wemqhgkU8HNfV5
KfvI1TJUUUWRWX/yUN+tVFwq3PASELXffJuO7pX4XgEWeTMddLGwqlmzoHIL/Nf/4xvCzAnSPJCR
ArX4l6vLX2LtgmntUnhDd8h8ne5BnrvNYJe+021z//sLvQesoHuGd4YydxvFQvnybSSZOdynSEwh
7d4DPgQb2jYT8EpboX0wrnYcKpiuMrTQEd2bvY1ye1XYyT70TRzfFc0SpxuUgGYlybRCydWF9kcy
znYjY44IveEImYzT33/nd9t4W9YY1wJhg40Mltbbr9zD8rOLm9w7J6rnryxwsOFNx7Q7tLFermBu
2KWV8Kf5E2eW94sMnVSAa7GJcWkMrN9eNi0WiJOMTXdgUTJAKwn7VXQDvGPHll3//g4xoDvaUtvU
E5wp9B8QgDfE19uLraRBFyd2EcR+KXvqwLu4ccOKYjxsEpizFyxg9NQ625wT0KfmCpBbx7+p2U23
gZKhdxNBWSe+Nl3TnfWdx0XphzYd6iTmyQIdHG+K0NcrvKKiEP3U0Fb1M12S3levkL8kV0tCAYXw
OaiHJfWsBWqRQ1YMOAlFE8yAsgYGyD2nfu3ELNIvuhiDDbQhUZJlJBb9uYYj6k0js2yo+nkkwEvA
ZMjs4ZuDXzlh6DWgPRyI+FBYZR8K5NZB7U0p+anm0N7GCqjlKtCofJS2sO8rSLBC+UjG7nEQs+ef
tRwqKNgRNJZV1jUJK+fAdKZqw5QllerNeLoQn8ClqZlqbJzomceUb+oevfxCQtaEVcO4IBUIQskK
AUb4sO1nMLXgteM6IFj4OufnC7A3z5jHFMm+SRfRobgFj61iyibktHcekCod5gaXQ9Zh4ob0Y1L1
lLj0KoEjuj4tYqddlcTAU+zSztA/8xG2KKeAZaf+3gZMwBlUGT3cxoYKtQMcrnnwfAOcIljicGGK
XaD92uedEdUI1boOZtBL8kzWPMQOA/kKAgospkGZq3GccESH7QsDsQAGV/B5gayX5+DxSrhevjPO
VVvPhYKPkF0T78+I9/k+dCr4NrFoWPYWfslXvvS4t2cdZ3dw4VN72yX5vrfcb+sFcrTXeNLxY9Cp
8HwyU3YWFkuxg02UvCmWZfiKejneF4rym0GvwNhnGbhoYsDXg3jMg03DWVXQ38PaAckGsv82fhWT
Tc/83l93CdhYZbOK4UFikfR7uMmjbTaGg/k+hGnr9l6+5AvauF37J281fUGbdy3KkCLC1YPIJJjY
RrAqhcQ6IFJtHq2VDWUbw8yWA7U9YVQz1uGgcg6PyihVZb+E8nXamlWgDOufAjvc1Ggijd9d3rZ/
Yg474od7UI920UhIV3oz7a9VIefdqtz0HYPV8CmGIeN3PDAwnZ1zyV1Eu3zY9eG4ACPLeMRrIJRo
WrVTEB9mR5ui6kgYngS2AUU6IXId8LIWS8pYFRhww7JB0xuBVguQcT2wzKXIwd6alBWnaSZ8tuPw
LXjihdhe+wjrUxAapMkxrPMmvOsRiPyK5flgzwg4c0A8GV8+eenE/pSu0GON8g8Fi/Uw/TqJQMW8
Zrpjspws8EPVJInCXNdRvlY0WLfnvWpDzwbALsIqH/Lmpeu7QO+ca11TIeuZvwaIJhxmvWS+bLx4
+J6YSQ57sKSau65zQ141wC0WlwKI4cuimewh5FGwlC3QWiHMtYo1LYcC3vNlnlCLddDy6IDCEsoZ
ijT9xSJ7z4HwvKzY4vEIRNMUz/1Du0KmsuKQdevPUdOqjpbASkNlIbFRvBPYhDCzCpg560OV0lPq
reGtzCFPX2kW6hfYTW6VS9RCyKeRSIr2CrdUoPtp0+AqEFl7J7lv/FOHSfWlSjuOcNhA1aAcDTfX
sSV2qTlupyiVsiquJkvycqXtMu8F6qS2TCaaT7uVJhBrF2CflGO/iHWX6chNpV5WHJotyZuwzAHb
Tnc26CnktLXKY0gDtcEMyBcV2AAGgbfMCwkAJJjYzf0iaB+W1AAWVLkVsbXyHc/HXcMjII9bCjU1
3vZBXBVemjw3Mc3vJhwA5GKe6fyyYPHcxM5zEEFOMKurSETlZS9sMGA8062XvsxGvE0dpXe9mPVU
QwWkN1WeesyehBLI2TqzGTEXgkF55kJTC4i5RwIcuoDEi8tiCIZvSyBcWtNOiO/aCwFKRz8AyggS
iEFValiEgGYD5jfoFESxGq1My4GEoEJjnC+zQ9xHpN1pROY6gTZPi6A+xVGVwdTvm9ykussAqhrX
qdgmPX7Blx440YE9iNyt5xEs1IZao2N6CbR9zGF/gJ7L+WhDvy9HP56+pcSNZx32OebrsO9gpdeO
Fq4jDDJbFcBy2OkmbMhVnLehX/o68098i4yjahdUvcAgLtHNOIx4LS0Tra4hy8rSEhhDfTuJPjJ7
pNihKrHvklec3OIafVwXnwaIOrLEo1l+AGZF5d4QtEuvYlMIJDAF1U1dMIKdLPPMjbX0lfoZ9HOK
D701F5uZLhABnXFswUkL3NOX3GQY5iaJ7r0a0PwxP6E0gy9dZlfvZ0Ys/ndI8c8eWqEBTkED78Wy
90Gtv2wpBDT3C4GN0YkdUPZsHjfmFXp4Pt3De2hMKggf6uQUJLIM47R58rMdbBUHuZNI6x9l4ve3
nYmXn4GnMNZ2AGbYKuo8ABIyDdmACaH8yYRsfAENg7YlHSAmUOop7Pc8xEGHZ9dE6S5IWjvsQj7S
rqaBgE1DMcVeVPpQ3wLiV6zrVew3nd2hI0GC06iAVFadsEmewLfDIjhiQjGVM7ogMfQmBDS1A9df
eWlkMOCPePaiHC2+UfAAH8fFTWkdAJIw7DVICvcwDgNwiguoZLT+tIASCfH3XQFTi72I5r4re68B
SpZRC39d4zjxKvhGRLrGiJFfr1NDw8p1wBeHarJxZeCYoFDIQai9SkUEQS2WyCiBApLIvkUh7OgB
0aH0RgIe09cTEkBIe8aeW2ueTASD65QKoJKhbHAJgggONThOIQgKEUyAerQYOVaOTBAj6CZE9GTJ
56Fs1VRc+1AQ/aZ14X1NmEqmUngqWAEKikNaekEqfhrppX/6KmcRoMDp8qVLAjzcVWkPNlM+ZNZZ
Yb2noA/9qyDiwVJHq7GkgtyMO6TS9XehDaHfoUwEHHChhQtrjM2an/0sg3tn/P7Z87u82EUSVoOl
zuX4M0VrNSpH1IKslFnv2xKwZjgutGyOXjtgdBiiWWe7ciBmairYCYsDsLWW72Ark0f1kKAoqRYT
YYFHY7CldwyhuFa8IyuEAxhaabMN+2/DHIx3npWmqTK2iVU2Y+A984YBi8Nmkp4qkqlnTtPsu8Xx
YsoOiIsY3Bw1TJWRCdzJu9ZKUUK4KgVTET0wdEZzs7y2sxz56YLB2U8QSRgWL9FzeCq7AgYiiS00
BuaA9t55fLE7OCDgdzi/G0SV8QYT62IZRhBdeQQd9kCMMQoqJrurArQD2QOJ27NxR9fZnWPOAnUW
qP3xL3MbBd9yz4aQQ3ZzcubbSWdVwrR3P/jrBOsDvbAXThZYZ48IfOOJtEt+m2jlR5VgA44/ojOd
VAuFx8Upg+TZTWxCE1VG9e23RI+LLmG2IGTZQz/wHIAZ+jIY12Z1B92S77TN54NMKFA/ievTrszA
Sk2uh3mBz8FKRNKXDZRcH3MV8ZsVAGavXFeMDysVNhOEqjMk5tRaj9cJLAyDU7RgvYom4RrXca5o
eJL66/A8ZpAwgSwC4a/+EK0bfHpM+5uJxNj+rXJaVT4Ig48rug73tuUmf2QwR/s5DoPuqoBAkBH4
XWBAKsDIwObIsDA7iA91yYOci+x7qDM2nbZkQQEKykDidjHr1aWiuc2hrYtDs0obp57BiIAIRaaL
Frwt4MquM5t7AHnNIhnLBWYA92HTUQ/AaEpvmYFTbhnPVMAEEq2Be/TZox8GAidoaodZk+yy1oIZ
jp548Zk0y7ve61YOQtYm2BTGMObMjkreJNM0btHXOBcNYq1PGv2ATmhwEUvJrhc+FrRc4myCxVTX
uHowYj0lTIunLKbz5mOd3EgMTVFPyPgzdu2HpSqm8QDqojJGi+uoVB35PLsunaNzNBCaqpkTA8Pc
FYc70T0S+CRoYGZIchjB9/F0MoFtfcVE0Ox7Z4vKX2lwg0lFXqlWRLtEBQ5pnF7OadzJk8aHmmju
o8wt3STX/YSuwO5Xqf2/Xtb/al7H63+1qdQ//xt/fkEjCnZ2rT764z8vuhc5qvGn/u/tx/7vX3v7
Q/+8Eq/DnZavr/riSRz/zTc/iN//7+vXT/rpzR92WKHa3phXaW9flWH610XwTbe/+f/64d9ef/2W
eyte//HHy4jm1vbbmm4c/vj3R2c//vEHqIl/6Tpsv//fH14+cfzcibFPw9O7H3h9Uvoff3hJ+neY
Qm8AbMw5QJ7fGhDL66+P0uDvUGAFkwqWgWBTQ9blj78No9TtP/7I/55s/DTgpLBIC2A08JEazfZR
8Hf8ALqpGG4C9I+/lP/xf279zUv6n5f2t8Hw6xE6QOoff/xLAeR/eo4JBpI4fQCWRsMRQgbvvMhw
tuVpD2Pcql1nHpQdwP8Dqv4xRvdqTUlRDg11j2B5x1+dgKBOOeQF7RDVJhQaELSb75ZuBaEEaXf0
qNq8u/ZD1D7AAA/eve1d9GNxoghrzAnPJwzdbxeII/Wl9tYF9DFvWg+RCAYfUIi5uR0JBumVN7j+
xhidfAliAvZ1scrkYe07zHEF2LZLmTN47VZZbGOkBujf4wu7xr9bGr8QZQgN0W+Y4+pLWPZ1Ua2Q
m+m9r8ELqjLSq2+BDwmwOh4iPsGg3s+eZGyam0mQeUYtFfWvjWpRM0rg4x3usAd0CvgVGIgD7fUk
/XZlFXD6zVwmKWqME28YssMUkqSpkY8h9xSMgz+CAIE5QhCOeVCnS9B816oxF7Nu0AQkeWGBgmm4
vWkBVY5P0nZR5xCK8kzN+exdSQeM6V4hWjVlOBXDXPaZwY7mpkjmeojYSrb3wpMz4fzwtGlQ0F4u
8FZ3EDJcs+9BoklTxRkSBUDA+qI985Yh4aXJZprg2S8DrLe7GY6QaoIf8omG+MGpSLM+OYuW5K6H
GNotCDANNHBVhERaMB3ceryFOP2E0dFFjO/XAHSWJaZqosx9Rec9Q3rtt/mZnyK/g8EmlMPL1iPW
ll7chrTCMxRDybhXPKdyjdoK5DT9HKzJqjfWkJhPQ58nd4nekpncY/P90rNsLoNY2b1ADx6JFoqy
KjTJeTf0brcsHbEo6wpxMfMlSWqmoWlSQXwg+Jl7ESp2YjM0BcwUKIWnDT5g6aMbDIw0C2MIylKZ
2jqb5wg9IQs3IGpi+yNCA+h1Rhvv5zo6/yqV0KU9IUMYiVKjMueVWFgLqm3PCng6x57GK5ts94x0
UC+lDB1atugczY8zjvnHbBihsmJNAuzHYGN3ymDpFpcuWS6cv3rdzleD9Kolp7kuQyflI10Afy1T
aP+HYzh3+yDudbwD1jA9T7RmBYpGkrnSNW0Y7/jEJfTowlHIZ+sRdklcsSnatZk6Q8sSoMF8Zjze
2QQOgSBrIfUr/dSErg5Vcgh+QfSh6STuY59HeTV0qDxLGqbTUK3dPPiVBZfPnYySzjfAK3AKxR2/
sFU6MACPcs/lz2JwAE/IGBJb0LQMxhTqD8BGQ6bDLVcgWY/Q/m0M+6GDXMmDLLL2i0hZBFqhv67+
CbJq2+1QyvtgrDq8i9LOo/gJLmH72oeMfOvU6OBNjldfhfCL/T4w4+Pd+bH4zlpvq+sbOnu1v1jf
K30K0COgLAUg/haF630egpBdLX04X84QqehKkAvNI2zcIygrxtarW9pSXXIkKVeDc95TZsBgqVfo
5/zIACgAYWQk6r5zPNNnEcJfu2uVnu6GiQc3WGMRwJKhEEnl9NjTHVF0nqrcFji11yjtHnKCRBZI
eizcUk5I9fcQXuPNbhhDYQ46Rsl0bnyxrJdz3K1I+Zcs7yD3OBt9no6ALIGbLie0Z6A+2FYm9Biv
MJyW6f04tdCwLrWYUj+pY0oR5Dg1/VqjTQ3YsO+P/WUiVJftgBiFq96s+8xe0AX67VcBb/xnjwK4
VxKG5skJYy7dajA/AEQnxXTpakrykZ5CkcTvv4yJHIfapiK5Nsyz+mZ0yndVrIaO1MSmcXYbB14b
nsvWjv45ADjg00vDkxQWml0amBD5HvqTaGkDA+OhQkbnc6es8b9mbklljQa851VDnC0+KBwQFy7b
/03dmW3LiWRb9lfuD5BF37wCjvvp+04vDOlIMnqM1oCvr0lEZJV0IlIa977UqJFvkREHxx3Mtu29
1lyZ1UzXpo8l6hlAx0gQR1UuYFMhiqgENgkcHL/z/fVYiolKkpgp+8XPav924FkcQlwqDW/mYhpf
hNNyjuG9x4CZ8luFJTl5emz49fio+G4QQMEHCpKiG7wlgWLqLvGwZtk1J3N1PjTp9poXdTpF7hYU
VxsKHwMo2EyUGS0brYuUauW7GMX2TvhVf9N2ZfFJdouHK9c1XlJe6HdaFRmiwBGZcMii4/WxKjfv
q6fUhDtWtHrI60ZP3eIQV4TTnGYFZTgpi3FPNjPAF6rqFxp58B/cXvOGaNzqcTl0Yz/Ah++2ml2C
JWdSW2aFqduy2uDlY3pHTGZrRHOgLxv7pVtc5l4+PZiQddeTGqTz3CpVqajgmPpkyopnby7pK4dD
h8ExhIVKFkM+AvZLSqD6W9zqPl9g12+C9J5cLFApyYXMEoOQLHrtiDUwRKbd9Ky7C40mDflHSuU6
0VSsYPrKcFJW8ZR7avCj1Qvo+o+glke2i4KrFrSAL7eg5n5Yj13a+Ji9oeC35idzsmWOldqgNetX
ZTUnRR04nxAo1N89EaRNRDovWh+Ng+5b07bLs4NGk+N+qrtfRl+Oj2DE6PXX9lLV2I0HLEPrMg7v
HjrHs3kM4F3ka3kbdFO7dxNmJI+9MwT1QZLafLc2edEuR3bbAC9dQxfwecJZtUaDGGkqbKMWfC8R
E3yfdRF8N2ypszrV9nVukbsa1mU/3DiNhrIlXduroV7G18bvsE5bxtg+5vQaaHqvhd6FE4Kjszyn
b3rytRn0Mf7+/rKiLZNjH26sET1gY04xSaTA/lLPwtGKIduKMn/VmARllv7VVcu2xgudjva0Ol7a
xxb9mDN9mSFVW4VpPvrWZD82LT30xCQcmEOPXqR6pAlJzbUU/iPq08bFyVT2VojeQ2sjJuz6K/7v
+TWAImcdhNvT2GkGixMjwKDteod8TPEwTcNZ7oLYx1NXFdeTLar5mohiZcROUYsndhS9PCuC0nj2
vM5UkbXAb8JlQcdh0fQR8Gzmm+JgedNqJebSVNoB+577RJSfPhw3KqfX3suqJbasrHwErwDoC06W
iGZd06HB0w+4ZFHPPo+BPX+t8VB9pZpdv4CgbD/5W4lu1xv3n87KN5NP6fFTR7zzCPbRVQ285m46
3uZemj0NS+Ujt5oox0LlrejdU60sH1UxpWWMWNh941y+XTREa3eJg+EsOJfeaGB9VulonGFSlnAI
CmE8d5zMb0Ww0gdpmbZ8ZVKdDTHULXlhpBOIdtgixhz1YoJckOGTOmNYMJs4vQoDVfBWVLE1FO75
1oh6i6bcspD+0NwSEc/wjp00Zx23vZDp0bcwP0SbSXmwMasWCXCwsaGbsxiv1Ag1hrKWIjEmr3d4
yUYXO/6QTtiWpehLj8ZIUC+hledacQpSpgGRZgPpJ0x0C+7XZj9CImFQj/gYs5fWCpi8aXWDBqlt
zOyl0Vb1zae/LOKmpHSiWeVMQVSisrwo7Tq7Y66nYZtRynusGby0SBtScZ33wI9DQ5drAVRjWbCa
A+3ZQl9mwfXmGbl1KHjNGmvSXi2i+SzGEASCRO2kGlKbStods7M6Z2Xn2k8FrQUW2H7lD7TOkN7M
lslnUE0a9LS6DCYFylIWo9CJKJY/tVN/HUN/OmH9n/Pt//AYDGRgnPpv/8UpePgvDPtfP4+cPP8/
OBCbuxjrf/371Pm3A/FD3ojPsu2//Xgm/uO/+fNMjNjjXyi+d98R2FraMRxu/zwScxb9F4Iich3R
TWOJ2JPN/joRG/9iYwcIQuIkvp5djPPjiXj/ZxhPd2sYICbzv3Mitvc2y/89EHsIfZDnItuGL4ZK
jwiRD4qBPLfXtdeA6zdp+Z7Rpa772aY2YuEggtx9Nt21/jwCSinYsCyYB0s6G9SQaHZCZxjGAZdt
SiJ76q/izKHCOHAC2ygIvQlbYLV6TG272fASWAA3iykd6hKhF5hNC9o8vdTEHNHwaW76qt9upUwL
jk1TUN0xtdCeTLIuH3LLs3PgEaW/MrbZbnQ88iROEZBWRWm6HQ19LvWwcHP3pZowGscORjUrZByh
RaXySs7fNUAPFm5DRlXZbWczc4nfuLA+Wib4JhFSYvNCTrT3Mj46v2kaeyNR9u1x2ZyTmwKO6Xsn
P/MHos7rhtpwrtc66ZGy0VXV5/MKZkdaLG92zTwTZ+jnZdTEib5Jc93b1gXLcgXbofrG8hUchsC6
s7aUwVw795SXcrvaUPjHXpFPa2gj5aMIhJURpvb2G5nW/gT8/ITsAlHLBsTlIOf++ISgiG6HRVft
sVHalwDrCmYu6wpERRMZmfZYNMwd0rL7nZbln666P+f0J1Cp+rua5wcpk5NlRVXgYjtq1swpGK5H
kmO3DIN6tkP4iMZv1NQf1EF//HpEouxkM+YESJp+vl5fz9aiaU57XG1zvcUwpl+aTtfFBn0GJo1b
DznDXH7z1e5/9ONX++NFP/ZAIcDTHPDbYwAJi0q2o59ZpgbIycJLfliU/lqof2x9/UEr/tu1dlPI
roHag6V+vsFGn6Xw+0DyM64b2/c+kLPOB9Dr1PlGjMdYxCvxBgln6utyHEWUNXPx7smhjOtMM8Op
rturZgMH4jL9+Y0I9+/LEIvdznnWdxUshqOfP10PqWYSHoOJyX9x+yG/GHtkuGZQqBNhtP89Md4f
v3XAlHlHUuAXcD781jTDAeoWvKl+umVnPIEiUVX1u2SFf3qiaCTBEfNNnuCPpp9+TQe7n4YWbUBq
n/WFGJlby/VY1eUc0bZi7GMUy+HXP/MHneGft+bB+PDptCJy+3Brrpu35Whxa0oVRbQ0pNe1evG7
IMW9V/vhwUXEjlQfOyj/Q6b68881qrbElu62x8w7E9O935+lvc7gPji0rXFR9fKg6nvVnDTtZerW
2JagqWQRB9p3XUuMPki0mlNd+oR1PmxaK9mqw2J8RVezE3NDQDxRzmB0LRJdybj3jqnlnnrrUInh
otO/2hM9HmowMXyu0+1MMZCqvKNtfxq7AzD4tLqSjhM6SC+qxji26Z0lOCvM6yVwIbA6KqprJyo3
yTQNLceoDk6bJ2KEjAdZ8zcPtrm/Vz+/d+yNnLY8SlCkeR/9OX0wBNqWl92xwOiWMOLLOG85zl1T
EFZdSG+NOqvbktZi8Ue8ZtBxVmSz+MzNHafuz3RV5dc5iopjqq36sSs87LSi+9zlmR82pIknSAzw
U/36OfrHj02wq4V3mToDZ9fPv7CL92/Njb4/rj41amgTTsW+/O49Wd/rSw558gCQ6IUxN9IAaE7u
0b2/c/8Mh/hvVZe/HJ/8NHb5j+OY/Xo/Vq9/XX+v5P5fDVnMHeXxn2vKx+xzXn1uvv5UUu7/yb9L
Sudfu4aVPdlElw456N8lZeD9a68jSRL+Y/iyv/5/VZSmTknJ0rpPAvd04N18+9eMhT/GSkj9x7ZA
LKwJPuXf1e5fG8ufJf9/mLF8eN6xHtKhQjlOHgRl5UcJqjNUHRD2YjjNtTZekVJYox3ZXCcsrKzO
frOSf9w2uBg5Q3x8UvZw936sufJGy03TsLoTJvJxd2R1Jy1fRIx8UpwQSSB8+eF3+Idt9J8uCJh5
L77R2JIM/PNrURhTa/l93p/MQOM4F9i5ds1Mi76oXjW3i6t+F174sfriDqm58HfRwNpfxH3B/6EO
ao02I1yZuTR4McYjTNe9C+YOze0wQ4RpoWEkDOrlV+Gwq/z6Xj/uJS7k1b2UxQVPXQsN4udLB4wz
GkPv+EoLRLXkH5hJBb3pN1fZd6Qf18f9KtwY3yZOVTg3H77R2tpsCmau0i3zeI6C1nmuhWYmfYc4
8je/3v63/nYtHHNsWRCTmIz/fEf0J5xmG1V3ool5mKplF5UND5OF8DUrUzas9ObXX+E/3RxkdlxB
FBuc5j6crizVa8Bk6+7kBdoEZiXLTvqitOPqOe+/vtLHHZlodpfBKhAxD48VJIGfb63THMZcuNxP
qJ7El0wfxwxunCs0SXY1r88lPJ4ljwIDhceRzpqNcG3Wp9/Rlf92w3yM3dtPZcDtOh9pAtY+dRZZ
Pp10acyPA33uWE7oGXUra34jrP/b4/kHriDgUpy4KHf2j/LDm1H3Fq1lXL0nb+fAhmJMi7t5G6rT
r7/Yv9+RxUDbpgpkaORRrf98Gbdra00Z+niyscEclg0xNWB2eZzz/HdJ2f94KVxyLOg7xuOjb9uo
1tGZlpzfcGyaOEPu+zTksLxcJC7Pv76rj27EHWvHcs/zwsmf4frH2yqdzvNwXYynMiidY75RWqhl
GJKOl54rqiA9bMzELrzVATzlO8zQjHk4703pPfz6o/xtSd0/CXF76AJ4YOiH/PwFVzJwlrJuyLFl
4KY77besVW8QmEQi9f/BI2PtgZUwTHgtffPDpdJiE1gQxhMyzeK0C5NOGrOm33QC/unBZH+l5eOS
oEvs8s9X6W3MFkxbxxPBdyKeqnq68Bqj/829/G0t42vz/lid8bSzGX342rKimFZjysbTuqBsOvZl
oA239dANzmG23a44THWayzC15up3MSsfn1P2d2r/3Urjku2KFPXnG3Sl3miDZJxpK/Tv5G5Q047Y
TMqDpOX69uvH4yNZAOHcvlpT0YAWcCgp9pXvh/fcn5DI+f6wHE3R15+bYchJRfD04kCNrJ8FjEIP
+EnNJ3MYnHcp1BqttWud0oYJJTIxeWm2unb/mw+1v/U/7iR/fCjgTKy2eInoT3z4UDo746ya5ShW
342Gqu8fkH4C5GIiHjE8kgxS7PnGbid0z5XhJGPTpQl5uL99kanIP3wWYp8I1kFUw05tIJ/Z//8f
viDE8iMSRAj6pa/mK7OstDeI0s0WIY7f7rq6QOtGc8o6AOrygcXyUMI59xhgF7b2lbAS7VOzzv3X
vtg4fAVViUJfY3StJRiIcppX2TapxAGYmoYaXvQsBBo4P2TmkOPOZUiMUM7ojAfRDcu1uZl6iwgh
X1/BdYNl01urGpkrW8Zd2Q3FFAL8sB70MbedEF4EI+VVIISjoW5gN0Lg2XQx0bf1HJcBBPLLMjMG
caoKi3PPPA4bx0O1mXdGhmmlRiPqolxBI1+NfC4SUW0yeBku+hnDA1PLvTDgszZRjaXx1ezSVp00
vWPwOW1L2985fe2YJwpW030Cas+ZHKhoNlfx1Fft2ETFsPXZTedpqAHohzhSvUzK7ThdblaZqouZ
Iy+zhDFlFhvz2sEg0sogyGMLt9mb7+U5lge00vRHrQ5WKfCJcqreGiYGCASdWXZ4ZZp+Wuhw1Z53
qXR70G70YtXnS6YNkG9RtHskJpomjsgqtUnGkPW0AcE1PDtpsna6NflC85isFDEefB8LAZYYKbNz
Rxb9py7FaU3eJwkLbcMXgwspyceKBFU3GJr6QjPXWiWWXmw5digIOcnqSGO4QCpaq4jMk3EO+4VO
XKwzDZPors3ORfxf6/hRdNHrD0gxvQKsFdGRoRMI0woLksOnV3Mx8qc2GLzpWZBWJBMvsxBOCbmC
XOpRPOBCBkzuX001b/6xzLomZ+yijXuPTyGRIm9T9IknhL5+sbOyY5C5Nhrpjfxh+3bWKDPiWq9N
SPN1jp0B1uey3WHWSR3Gbr1EOZTl1YynBlXHheFAiDj4Ew444MHG3Lk3qME3K4DQ1zXFdaaQQ8e+
yLB2bY7dTce587LgXE/RIIXZEjC3GVCN7DNWy5kIWV6wkqBGT/smLjJjQT+fmQ3Kn8aSOQOsQPi0
MzwBzj0cxTgOB7d0HFCOmseaBDZZ6c8Ns2JkHJ0ZXBOkvPIAa+vW31cYCYdbRNOeiQ3NaZ56iSEv
Qv5iyWTKlbIAJsrpxSoBZsVGY6IDshlAZUgC7PKKVKCOgXqVeg1FC8DV+9kT+hYvvCP4JWDv22d2
bVlXe24yHqW6h4LKimoCvlqAYT3ytAdPYkQNH0pCH57aXOjGQcs2kxwcdmsFRakRFJdMBHAwkySu
Z187v8HvoZdUw9cD/j1SDmyPZAOsbIpBdNU5zZ2Lvl2FsCIHIx4XAyaNvpo26jMDVdxyshA2eTmo
pNIydhNTGptzjTLMBo9uxrOw12vGf4WMCxPgdURGvapDKMvM7lID1UtcbE6JcLiuYXEiAPOmnZOp
pmuHtstXKChrEHpKs2Vs4I/80sCoYd4uPHzULAQpKlNPm25BWss2yYd8fG8sN/2ig6XxY7q0axXp
Zs1gAXNiXsSD548sbMUChx6z0HQntWIgqTg1tG9Omyp5nKxse5FZUU/nkMm3ifADwaBdGCsRpKVC
+I3BUUFO2wo8c7gx/Du/XjIzSssVr/yg6pWM70WBeBy6bYfVbagIq0xInNHcqsJQmFpnoATzlCGf
VjbIwWoeBiMviEwCyeiXt7Wa+rsRHPoTIsHlQfbUlUeynPoqmWZUi9dNXjLw3uagv8mCEfmFmwdM
zqlEAxVJHIovFiNUNwI+bby7k+g/z1uvRKK3KDsSmpzdw0SxsHOuMgToIOfLgdAmYg941nrnHNrP
AEl0GLPDYtYldBoNYGrkzdifws635VnuVPp0zDbcnUhRNhd34uZaZx4SNoQO8ziB1Bw9+3On+1nJ
M8HoNbIGXTGRgqWNHkEyIIoa/NdXvakabK0mRItmc2FOkUW5PDHdrb9tRVt9Ab5UJI09Lm+Bu8gj
u2D96rTD9mogkQCWHixFGnrgP/dfT7F91RhXlzOrpSEWjdakPN5Rg98dInSWzJBS51M3Ku37gk/i
hu6LGCDBLPmbQ/zkW2X1/eNowBsNy7Yr+ojBcKrjTyst62jm6/iuai3NIlGTaRXhUSjucq1KC77V
1sJKCvLum2k0mC6kLya+uXaQz3kqHCICMt952DMdPq068oEch94kR/+wzalYQ7RuSOQyF+irEXwi
tfGGpDWWDguoRtoOuxHIfS6HVdwg3XEetJ30VasFxkXzJoclMccqjxmeYxgbTeutzru9kTvYL71W
XLm1RNrZdpYbK2nOhJgCaXUUlsXJLIc+MpGmQLpCuSrZ9KhG2xvWf55qD5HFqElFr3cwRGzY43A5
Gd50hwAXgujmx8panIO/NQ/6khNnY3XYaszttsio1L2muDC0Em+KIPJLIyXgIDzlxaK1Hra6A240
iTHG7ncbDDZ5p47OnwPjso4eQ8tuGK/wkPaJlG2Bu7GfqqsKPxvpCMG7xDh125QWCNwWiWbUTchW
CzUtn3jADLqbwLsenTJHHiQqMVsRaTxXRetejIMjzn19yk72rl8vJlUdtMJ5Q4zkXLVM9pCs1Y19
rhH8IsMCeiK5KhVj8oWq6TxtdHFGw8OMNa20v5mTaRBLvM4+e+XykivvO0ks87kdbNbt0FT6SZvM
OvasevyGT1ec9HV+hlSOEcL18u/QH40pWrbtqZF8lplkBvBrXk93Vk7oDZzGJVoF83QQztpovMhU
6teFRJbj9M543o968cyb8LmaIMbi4qyyy14SBThVnh/T2iiT1K/lfe7o62MmNePCHJv8hlGAvGlq
nL2yXrBaVrlRfhqM4LzeljmZIb9EvlNdDno1IX0eHJwmVhG86Uv2Phitf68UzoOpn8+Lnp23GEBG
EvQmrkYHj/ZVbhLxsBbdEOGsdA5EWmz7Cj4QwmGRnWOqyromEEfeV9VqXaP13xy2UyKmfQ006+qt
8qI2zPy0W8jrdrn32DJClFmjHmIKZpfJ0sJwTmwPpw2JIxDKc78T5VmGMjpGW9MdpPKu2Z/nV/qx
WkJZi8qsM91rLJitSEBVwtOdbOjHx1EV6CUd6UhWLh+Fucom86C2ZruTwEX/EHwOItQzfpJQOb2d
jFNAjoqt1eOZPbfmM+V5/kX4i94lI2LCh1b0zE6cRT/4s1FDD9R6fFTk0Dk9JvqI2tN5lRAy0KxJ
m4hDzzMPdrNMrwCU8uBtHosW53irmoeyLo0v9YiM4TSUi1IJZtZFXqcZwiWGcie51KjOljEtH2VW
b3OSBjg7b10fY1Gkt5pcEafse540xvzZKwOJiw8tEXY8zRyss1Vayyt6mrp9bbHIni+dASOqWTQj
36V5873QUzfO0+qAl3hbIjkL0jGQ0o2JLMzxgXgcD/HMnD9rAOiPSFhK71hqHjWrwsb+ipZuXpAJ
ONA5HEsLljgdufPIXPL6LZVWj3Sd0i6ukRqMUdea3fcR6dCtv1ryVFIeHgTBtQgk+68WfjvjXnMC
aqTcsqvvGI50ZhgWEsxDwDbjRaADkDumpatihuxaEVmykS9pWreHoXMzXFGlPT31Dg3tCGk13UNQ
1uAdy3khEgevVF+FeAlAc/vzlgE0rXqXFzIt8vdgVpi2chJzBTfi3IJNghoNGv6+nxSAyB5BZN7V
9VkVFGhO+7qbn0u7WN8H5aMOd1CU4nHb5pjGwy3rkX3Se9v4RMKzd+owom70amS6XNR+SrE9Tn1z
qiwuT3CuhwaaLqIc43EOmnghyuIhUCXOVFTfAk4gPza8hl52R/bQJdr6ihgJ9hBEBUaHf3cel21M
5k52iU7RfLJtXWMfb7tz9GfzadUdRAimm1dfMiQv77xZ8qGWZpMsfMv2lqp7OErGsc8n69Lstts5
rZqzbLHNcxgFB00VF9Xi2hfOit03pNtUn8aNAm8sBe9skK78a1315KncwRiX93D1LHVoCzU8lXip
b5WtFy9b5UxXoq37O9yGbSIa0+POVgsr12TG+O6cCKmEFrvF8E3jUKJn1hptQ9olpacfHGO54V4+
+WjdtAxzZTi2djRoznTPcfBt9J1Tt+E4dduS02Yt/JuUT4viX023VEPpOUeoA+CeISSnRl1s02JT
TODA5kW/Hu2cwnnqR+dY2N582xjruddBHrYtEuJIyW15YSSaSMgCkApk9jTVGM/MrfUjy4VxHm1W
5xuRQGAesLXRw9Kp1UjMu6u7MkNaUjecweqOlJpwciv5ZWqdsqQsKOzhhhpkw8Y5tpVxzoG7TmNO
oJl+Vnu9tv+eVabOfNwFGXhAMbmxXERjX2Xb5g9nQY3+PZz12WILGgZx1oCjYyEa4hUqfOinaTLM
Nqe6we8+1bJn2NNVqrbjUmP9Cp7hL74OzQz2N1+Cg52bsJOwnF5tTa3xSXX/auvW4b7nvH/oNKV9
M0qchK0MbnJvk6fNq7/3bndZemQbwRqOqK1Ig6acNLqz0fXOGNM8cBR+7PTKu5xz/55jhhNOlpyT
ciTiR0wOYRCO/+btm3lVTNPzhO2iONT51p1VGmVuIPJPAjNvOFviu9hzaFs/SCj50T0sfnCD8g+p
fVkHyFtXE33hhCkWgQT5vym2TKvs792OWmhoGAUchKaX+cXg+53BpinGb1qQPQXIRGNspxa/+nKB
M2DE6o0syMCde3RHe428DAwCXZjmvVFDfV91jKQ1IzVDh+fNRnczGZ+2jIDeWOflso9UxsP8NLIX
tn1o6kKWzyVtGgCsLjCxeCDkY71MBTywSK1aP54RN4NKMEhdbz60AszvlVkjFD+vSkFseUgctHqZ
Mx1ZoizXIDvP5KA0/rkQOAwQt1kQW/Am1CHzvbGITX3UjASrcDXfDVL6dcLzC6YcTmY3ndqgH+t7
RGBGnbiaVeWH1bdMxYO0dvr9DIo7jWwmMtv57g1jUXXxiB505hMPA5BohX3HGrxY0sXceiTTjp3f
jRvizERteEOPIyjpy6D0HcI3S6KyLvg3Ksg3DYLMM6m0KTtUtlDi0yCU+Zlzz8z8KtipNGFACSvw
3yN5PpqzKv/42aknRp+jP1UcPclwQAc03y7BjEGZvKblxennpbzMirSvyDhY3eJhbpwiYAcsMjcp
/Qrx6aSmekv8FjjNJesnDZMBiestXMHt3ZCunKNVZn51RqZs6Z0qb8HsTHp5y92ykOX9mbEqvYoc
v+AX8nnhcLTjTBgwHyzIYLZ2N9VYMi1bfiw5finzlFP42i0t5q1047gaWizS1QUjtH67KjMAR6dm
Qtp1gHQ4deem6kyK0gnvwXzPqk00cpg7s/AOm2PSOMCVhOAfbgS9Lt5ifn/BORQCBQcYlesHDzDE
Fvm1PfrxSO7Io2Anq5JSs7IK77H0X7LS3L0xQ6vOpFu3nwL6CFEqhxe15sgUyg6FNiaCFftHasr1
zVWOPAl3ZLAIsyAz4j5F2x6u3L2MCajIIMPO+XS92Sa+c+Ym6DY4EkMLbybhOgdd82j1OFWb26E+
5y6rvOtvX5BkZFccrtOv4BVN9j9EPxO+AcHdVQCCcMwsK71CTELrm4OK+AsQHoXlemngsICb7JAj
4/vCP7EtuR4t7ez3CM6LDQO5rvnI+VgY9GRWi2EcZFB57+kmccLpo1ff4ZUukUAOHYrosgnUvau3
hAjXdje7IeNWKmPLm9GrMzqWV7TRiwovO+SY0BCMSG7xXuBTS8uiqqIsL9sUg2ENg8RaFN6COVhq
tiWj5Yt2Frf0D4OuFS9TX5j1uUvD4bWiPXTfuWSDxTbnixuHXhUECgECif2D5C7aQ1s/RlUaZEGS
Z5MOtWDydnf9iksgsBaCCNNivy6VBf5gH3n6bjCDd2FKLW9PoKAb4xBY89YiqHbzS2dyh+B8Aqtu
gy5Y6TlrmKm+DZiQIXiYRkV9lLtENqu5MM4ItTO/M72zodgYapq+EVznOmd9tjjLeRrk3kkrVbDF
LmJ7I0QmOX3vq6GbkrmRcEFQS/PSVpbe3fYYjV55UKcvvCGIgvyVJExgHMxbJ28vp1Z3zcVNjkr/
qlio7qOgNkZr7xs1jz5a/9es9zasoDnVIe1Jvf5KWyxdI6ckoovtaSgvaOhrDcr4kqWeExXCIgLu
eEDmqW5v2sq3qtjUJHtkOnkrm78uly+utzhNXOcS3uWIXENG0Ey3+0bfQfVmtXCw6TbL62gY6Wjq
jLXsvpdWMT5nqeifSt+u87DTMxhTtZlhgMrTro/yrplf+iI32qhVbo7By9QIFx9nugE4F6R4q0xv
6iOKVgrqbpE26yTjqBunEDx5si/IIXFrTGXQtTf/DX6j/Q7Uq0GbZTWbitqGo2e4BiaYmX5bYaJW
wTxYR/II3Tpx7FQlWBLEZ+AWTp806DAvXVrw6RH6rX/GDVlcxbHmb6Qndw+iVDxwCpHEt5SGrB6Z
K8ijsF19/zM9wuDSXVVDTE/TBl7szMuqh8xc9ObUOaOgOSgFzniU+11SEaVw9JSPgEsZGjl5AMG7
MewY7bxsSyeMmAYqmAFn7yMfzcqhUdZgz6MjOTMnI9fUL6nb6AxaMSZGXlyIC/gkPRLu6ImSBIgy
zCI092lTdv8628J55+ki3mQ1xv6lsaV536QdGASVtxsvny/VxaLnSx9nHgOKAyCnBc9iZ5lGUpOY
d9OPPgtO6cCGhKnht/PlIkaesABnSXWb+wt6SwuD7Lscs+51xi1FabGYaktco9voumct3AvHWsYX
u4Ar2NHUmYpbgaRAfS5lJ56lOVGmo/qF90tP0UABrGrZ3g724BdsPC1tJ9WbujrMgYEquhiM3kxa
OGjDURSenSUeeXNW0s1pl0dk81Fp9PbMMaRtLGElfj/Yb2a7LBruhnV2r7IuNzDnwg7t0oOYRmgM
delh/utbJHthR5DeFs9DwV32Vaeqi5VEWhIAZ8M0bwJ8qV9mI6ucJMAn+opgomsTPANrehhttzGv
LAwDftSSF67durWuy4uMbsJu+GT7oGtqbfWBtoD41GWm3OIRRAae6kEw5ejMYU6cHIPNFX0C4ntF
oIQRbhk9FVp4jtneru7EZ8+VkY4wj5bqUXWG91qPxEQkqiYzYp8r0eZEKNU1J2Tk40tQl6q9LE1i
jQ6N2RrYvmXbQOaiFGhC+gezE+NVSYOzmtNGSkAuuWuY0HqD50H5S3uTQsf4OmJR4ezjaluAyXkm
vBzqoPbmmpm/JMxZm4qhW4ZLfAHLqiUuT9WXrGrtF4M9UAvJZnLxioOFoigpWi94BHDkL/G0mEV+
zPVsu6npBGUAoVIP+BcO+Cmsx9QhZcihBxXbI6yUyOWgeIY2OD8v2h5+jcmDfZ5mwfZFmOZoxbRW
nace0pVMGlmvPZw4joJ7ZatznBgJfw07R1Xgcijf2ImEk130MhuKG75ex4gsLIG3qlVeQGvFMD7V
XeaXEfTBoY3bpbc+t3OLLxMb4v5VC42iBotWcdsph8NxKoINEN60CsZivr3KqKjMlLWErMcztv9h
Q7pC5RQ7JV6t0BJuZUZz75oXRaVrS8wdyUvMU53PCbQoHwTbhxcWGKVXyqPB8MOOzpcBhtxIj3jm
AzfM1ty9p64XPmi0qn+asYCncbcN5rvI0iqN6n5rkl/Pjf+udWB0Y3rI2u09ZudjzMc6CHNy2/9N
3Xn1xs2k2/oXcYPFzNtO7G5lKzjcELJlM6diKvLX74ceYB+rpaOG9rk6wHyDAT6My2QXK7zvWs+q
2n3FkfuHo/fT16zp1Ffp+ZhAywoazccDvtOqN8nTQYqDIscEQPq6N2zjpXJtGIOBrdooEElY/YEl
NN7BB3VuPx7qVPZAS9yE8IyEEC8LfcCTodTkliP90jnwpM1G0vbGIQf/8UnJ/DIKOgAgnqhkdNc7
0R6MHcZn8t1UkDi60YCxTzw+wsKfomBij4jPKMbee3/LYMh/XACu4mS4zJhpcIthCuYQaTB2MJqi
5nxFQO85nPs7r48bFDcgknzQO5zqJoFq4vSagfIbHg6HxtQ5C4pCnZmA7zyP4xCRiD8FKxKKsdfz
oRAs/xxJusDq8pFbdert/UhXL06lnYuEeO+BCL1AlIlIxHVPHRy4af2ixc4fIMebiZCev5lFdTaV
6ET7wHQgdgIPE9pq9Kanij6SJUskbn4bNHP9O01KfztZ3TlR2ztPQtYxfzgTDjn0KcLV7lBZ4/XF
jqmBcyotKz6WuS/PCM3eG8UQrouSDa0n3+vrn8bjmoBFyhoCGq3phtZdeRQckD8/ATxKwmRTmg7B
gqdydHCIba3JeAp8L+1vXNrQ+bo1HO0ypZT6yVzGRbrjmd6SsALVaAkHef1IZtnpIJakCljWB+4S
NLTJqy4njDRRj4Qkg/g4ntFFvfMaF4cLKmcAL2jXT/R6zO5M0ghQMO2c6VrExRikk+V9MgLy76Nh
7hAQZRbznHHyaHNSFQIGzhgMS4jUXS3CwtkNrV7qn5SQLu+QfwysSaifUHu/fodV4XOC9cMxcB01
/Bh1u3vBTDv9SgZ3PhMP+3ZxEBT7TeThwiRYd3Eq/iskGsqW2yC34qAA7hOYJonAQ9nVQVVzTfns
ZoFSFbcKxxvK3Lp9slk0PtAH1Td+4I9OCozR9X/k8LR+fzzK2weiXGELAX1ZtygNnHxSid9Aa3Mn
AAa9ngZFVaoLo3EcqF1F+/V/MxSLBEserO/TiIxO9YRuh7YILK3uNxA5HGK/s4FuXWafeXeLtuy1
9oynAvNMZYv5x9H/9c/EMbaPdSvF2eJTAOgH0auN7+bGs4xRNm2HqnsoZ9zxoW1lZ1aPtx8XSlG+
Zmjpi3r0NAEFRZaTEntCEd9M83t/DifuMCB5Pn6X74zC0mQQx4SulwvTyTys/F63lYjcoKBktC9n
N7w0IPKeeY3vjcKCvgjsl3FOR7GUA9UkjxnFDoeNkWXdVkea9ulTEdsf3SsLnSACRv3k8zVZESgU
6S5vjPbXWh8dOLtDnE6f1dG7tklcpOnYHB3YEk/tZp0s8pY2kB7ErZ9uJPDrjaVMYLFZVn7692Hj
4ARrLLZQtsXTJXasBhekhh3QcY/w8iflTu9BNX52FljINhDrs0Bgnjr9omzETjAWpB1YS1E2mnAk
IhwxPj0L8FUs0ZNLBhhbxsnvI3R8+YZPT6YX6UhgT/0CjUTffPwob9chFPlLhgQu8MWpsnzR/yg0
tQUyElFSDRzf7m4i8MmXpl8hTShywrA/HuvttKbvRmYYp32TqWee/DgwZAkOJHIuIOeu1tcOJ5dk
IyEofHpiQw7F38hei36cXf71MyUDFNqULK3AKKioz64dcXUHnvzx0yx/yuu1joMd9ndc9C4l21Nf
qBkVPfL8mqeZPPuitbSIckWsrynqlvtKV5/MaWCnhUTH1qQ7y3ESYe/rp0KvYyF61OGcsUui+PTm
fe0DdfnsU5GEY+N2sVBQo0M/mXRZYRUUgRJa3EM89YcRP3u5po+0QEkK4sq3tpOO58zGy1/99avE
jkFYA3OMNYInff1oBdUij+6EHRgK8vqXrJ37YeX3vVvsLbLXKGhEErdqHpqYYzyqK9ZtMVe0dD9+
9mVnP/1rcEAzMJLbi6/pZOfvc8ejkVXbQeHI9liISNzYWhUSPKzUnSUGWEwm0ZwfD/r2o7CZRn+D
/nzO8KeHQuI9qK1nOZ1X/ExrW5f+WhAcuv14FGPZeV8/m0dKDN8FXwZXYWv5a/zznc9lqyG8g9uS
yNGxECfbNYDwTC1y0dILr5WNeG/rRfqi2UgoJAa1pWe/Julp4hC7OcQ4ahDaBMzcHiTO3QrzbOqX
obNLQElR6O2gD67nzHKirW0uCkzCNEpjLeEA0JEgQWA4CBw6/ad/NDTm7F78B8MNV+HXD5Z1bWOn
g9UhMW/lBo3aRVRwpFZQYg7cvb11H03JmdPo20+fMQl15yi/WN8s4/WYU6KALeMJC/winb9wmAeZ
pU/+syi84cWTvXnm4vB2kWZlZr/B6MYEIef2ZDzyZmNj0lrMWSHB6brIgpH/+ViRDPH48UR5Ox0Z
iofjubBuUCB/PZTvhgQK+WYbtFyLv9LBkIfarc9FA759IGyKbDsLk0Jg5TvZCTjJYzPTcmZjI7s/
wkmyi5Ar7iaJHOvTJwLcKJyj2NoEXkFn+TD+mfi9O1D6D3UZJJXuHBFL4ge2o+hcNebte/PJzzE5
yBOIhM3t5IlKTfSOL0cZ0J2MHxRqzHUyFtlnH8YxuDAIBPToNTkbnEwE2OwqM6xsDPS2ii44pFAj
kcI5fDwH3vw6jMIhl8ICDBi27JN1ECnnUvJvhyCf8nyPxDre+17iEgA2OMHHQ715bctQBHIZVDCE
45yWlvI5ko6IIbar0DYes8LVD1pTVJvPj0I0u2tBG15O76dzoCUlaCFmBTDIapT2g/WkADZ+MsyT
NQGXMogV6n/cDViMXk81+pi9W2teH9D8tbYqAhQAH7T8pIfr7yhctqlNLf5icTIHCOvrVTnkQ+BE
FeYdQnk3Xkdv6/OvzOVagMGXi7B1ug6g0LdTx/L7IAyr6L4YkE9345T+/PwoTGObgxo/DuvO6zc2
WZPeTW08UP6NG7r0sjVuokTlZ/bYdyb0sqfby5lmOUUts/CfNSCcSe6zAPsFEwz/6kg/1cBsIyd6
Volb1GdGe2dOU/pjIeAiSmHptJJedeEsilT2wWx60ZVG73aXKledOeQuB/NXGzreLsy7FOXQrLAc
nH6kOmpKr6j6gOQBke4imJjpNi7KurxSUWXc5pE+uFdjO+jO2sjs+lzk6HtPySWf8hImcNtyTt5p
OSDZHJGeBb2sq2siGgcK62ej3f9WsU8fE9WBI9iM/u62r386bDhKOROPWeVmejQiK3nKlsV2N8cy
vosNdL2R7cXfKtznWylDf4sY2j/zrpd3efKXoGSPmW1BR3OoP/mwmzmaCE9IqajZY3GZY3za2AkZ
84bKUFJ2vqzo9RvqXCXqnWm7VKI4ilK2YZM8+Tp47pDP0x+Cshyiywyl6Ua3B+2qQ7V55jLz3lBw
EbjVUrmhF3hyubAL8gFaqQ9BbONqpJk/tr8mXBCXLbkD5468771OipMkji0zx7NOXmc5ZTXGQzEQ
eOGl+5nd+LIEEgcxuhP1rk4afmhU2S+fXmuYRlTAluqQYBN9PZM8JD1Yj4eBaiV66hTY37b0W/X5
1Xm5S/uC+zQcmtOCvJtFyiRaeQy6jHzpodbbCwTb5wpEyy9/OiH5HNhnOBcua+frZ+Fb6JNMSvYA
1Ux7jgsEKOuaNMD51yjUNiVJe38+//ro3pIPi//b46t/PaQyp8ZY5L2B3oQZdBzUTDkVy2//m1E4
WzMAV+pTiEVHlwHLHDv1hFPl4M9Ws4nyPNr+v42yrK3/7AcJrGYzFPQz6jAk0oOzzrofDX/z8Shv
vyniUrlyLUsXvYbTqYBXSXW1nWDXC5E2aiRVbafU7chrqc51M94ZCg4ApVfu7uRFnvaacrYIQzbm
EEgoWei2vM1U4ojLouzTNRxagBY9W2BYBr3OU0t8nRVdo2eKH6iLs1VOjOpBxzh/5pz7dnOD6MYn
ZCw9ND7YkxUil5PdQm3HN6xmx0LiI6lc11lKHgQa7fIbNOfbsBjCP2LKMfN8/LstH8/rj8vkMPo3
+YG7CTvP69nhFQXZzjGnBRf48CrSyO7pSbw5Mwf/rjcfDXOyuqcTQvMaHGBAHolFEzIlXY10gHVf
EDQXRamNggVOJkrGYoXYOd53DsKyGRfm988/Lx+bxaplCjabk+dNZMQMTsI+yIgFWRV+bt35WuU8
fjzK20WfaxiCaW5IHCtpfJy81Vr5Us+mPqCWM2bXRoWqHv2DN35ni1EX6aQNHtprxGtnNu93fk46
/2ScLjfOZU69HriVZdGB2e2CYYyaG6fDfWOaSFw/frzlJZ38mn/RRTwd0AoW5dejaA7iTF/KLpB1
VF+lsV+tm8JqA9Sf566a7w21cOiA0i11jzeEs3y2xiFj8QeDg15V60gYatF+ykF4ny10UDOiVwmO
glcIu+XkO4TTOvTU24aAuMmrJENoqSnxu+K8Cb/I2H78Ct/5oSjcozPgvGOBwVj+/T+r8ohuhqqN
0Qcqq+pdHtZdv2r6uH36eJh31hZ6lRynlhsHJeKT726GFBzlFre0aTawZKUx5O4RW4E1aNbXeIq4
INbucCSBNznTL33nAYkXgeGIvgZii38yE6myO6WPpDTA71lvh6KcvpvpInP++AHfmR/cDlHw8Bpp
s51eqiDIA0oBBxXgfJqSQwsPNdll2dD2m8ocjR8fj7a8rpOJT58PcAlLx99v+/WvZhfSH3Ik0kEb
mcW6lbNs1vCkJwKh/iolycQK3TNP+HZMCuBLD441i17wKSylNNpUg+zPzipBCVH2kRDovJdKtePR
Upk4czh++7txKEb8AAwKHAyykdePSCSeJ5uGEmMMxh8gjVuRvTe5m49f5DtXHZsbNW0yi+M+be6T
YchlUlJ3uer4XhaAznjWlYTCHEW/o8jZWmPy0/KHedNy71vZcRV8PPx7DwlojeowMwf9zcnotqZF
I7AQ1mfRoWj2jfYSN//09fOj0Ig2AL7xNkm1f/0qgQIguR34BFKatWungzLZWsgePz8KgfUsWdTk
KOWf7DVl21VEBrc8i2ZGF7jq/H0+ijNr4/JCXk98PmbOQbC6KGPSMnn9KKP0k7QrCxmgFojXTVrZ
L22aq12YWundx8/zznxnKK4uHCL5eU4LS0mn57ab9hQXYTxhOM1U8eB6tW7ubWNwvxAoWT9/POK7
D0dI84I9Myk6n8yGpNVVRTuYwKraTe/9BN8iCtN+IuWdbNDuzNR/ZzSWD3paHgV86rQno4msMuZC
b9tAWrbcKn2SuOAq/LitmX56n6Zjy6mO1i3/4cDz+lerm2TwgJjIIO16C6WeSB/BBakDMT3nMtzf
nngQsrFDgztdvqvT/m1P8mypKar2g0v2G4ZJUq9uiSTskx2K8ya9KZWhv4x6mM//oVMCi3wfdPjO
UkKBkAaozrmfeXOKDG4akZIbwWFrCca71fE8XY7kiWhPyZAt7s7B2WD3r9dNO2zCVIs+fQlmeFDF
y9DLwXLZgv/ZyY1YGDKfASfAJIy3UxvqQRKnZzaet5NmGcTxUBSzwnPFej1IR1+esIK+J7OJDiHh
9dG2T31tM5NP9PHH8HZpZCSKI+Aj+W+AlK9HEt5YQ1mY4UBAXNhFLVX3hmC2M6O89zwcHLnD8a1T
N3yzNJJAmCGcDyZDLEaaxaaStv7aB6N/Zul654GAQ9EVoYAMVfq0fCBNUlMbl/0TUVX2I0l6+4DY
rtj+fW2fYqT+X8mn/4JP/78LouMq8c8MesPdf3hOiYxuu+dX6XV//0//oaS69n8JFh+K98vU5YLL
XPgPeN+BksrxkILNcgLw+IT/B5Nqif9CcEL/lfWLwz8Hyf/BpJrOf4FNpRrM18Ddij/xM5jUZTr/
n42N49TS+0GEST+eZhNHn9fT3bITYt3ADwWWp0DChEP92LXt+DWkfHjl9ppx2aWNuEMlcq5yzhl8
KSO9GpwyL0d/xzAMDpRvLjdgUnV3AdcEBnT8PelE9SPP7PYXyg1DLKv6XOKXde1p44RON+zyOryY
nLIEfzjlv1qJmaTqdfOu9+Yx8JTvPvnEet9DxWixHpSjSb/bjj3MDUl0F1e+sR8Nc7jzMr8goMy2
pdjEnRUDsAIScSugDv0MQ9bONEebvI5UeEkkM/ltpLKQldqSRB/Ln46lur2Cv7Pj/Og9KwpjFHy6
EVX/QFL1Ctux3eGKKMb06OPJn20NW4IjivK3srzkD8eVvDuABRBAjUcYIhhk++LO6jDP4kXKL+sx
jK6EBlyk7AanJOLAqG/MVGHqy/u6+eWPc01YHNWoTS+a+FeFs+9bk0bl1oXcuPFa4ZNC10V2TbXc
6qOtorgiNjUr+KM2Du03Kx+hz2T5XGPoZNkpVli4yaFSbpot0avFE0GUci1xBeL6csds606Fd+VV
qjy4bZhuB1bQfYRBfGN6Zreu5aTtM5K4bicvqxA5RskO30z6B3MSMTJ9HF57YSpJ1cJ2gEHPNa5w
emgbio/qSvhh/ZC7iYadVpf7LMwy7BtgX7J2KHdNRbrAahzV985Ocn01EZf4ojKVf5vDSFxMem8R
DB4Nuyk1myerL8TOxEb6CIQT4mcykzoyoWtdKZFitaIWnq0y7CQvHE3tm9CShCHPBD+Q/kDO0RxX
0SbXqEquUl0eNSQz1/VCTp/ykOSW3uh2SZ20z53nb0CZXPu63ArLmtdlMVZ7GH/tgUNdc9fVhnlT
ioZk5AWvkNfRCwuEdszdKls3M+Ghcal3FyQTWTtiQ7VDWubiibtki8Pa7IIqIZQGP0nxI7M69651
p+lPkZhJvrayKbmvYTnM6zaZepyMVrepxTRczh61/GNZ6dN3N+vIm5vxBgDkIPFnZdrdvDXJq90V
ZVQf2nk64GL9hR8oBABWVxu+hJ8NH+7KKfBcmyaYdGvAfye06dZ2NO+36XVXMdygTvjV1h6IMrVD
bWu31FiiAdzizCsjfyq9xXKTbSiP2BcNwbgicmQQx+Gxi8SXuiUKMilmNP7WoVfhlrzr/jL122JX
FuV6xnHjZwZEo6kZvo6GwH5p/JKkc2xMPfqtifum1kilwSWz6FMwGt2pPHmquulBOvIYJuYDKLb7
LCm+GHGzT3t75YMC8mjkOH1yZToEQIYKOFqKHKDo+Jiy0t2akXwg5+hZS8cn6YKqwP+JYhVyQBYJ
NEiPk2/j9RlASVgPWIp/TPHUXTmaU92AJgzXid2Zt62RvkwxvNsVEW7XdaddZpNzHLR6BV9ob40x
vc7f6JhI47K0Y01BEuZttFh8oA3l7QPpVltWpLUZlkzCvokp7HuXXZLDOUzlgzXll5VvrUxdbUms
JEzP3i+IAJmIFS81TtYyJhoK2/Uvcg5JDsL+e0UbIj7kFaIEfMQPVhbaR6lwOOMcbn6ZsYYND6vg
Tgl7k2XTDYFY3/CPexACTG3vgMtKx/FhtBNri9K7uhf2sDXKPPpK4wvMyOCv4Shjyo2PQzGvrPTr
WHVd4Ih+W+F6XmcsmHlG4Hf9wx5KgpJMonWz9HdpNF9SBJXrzmd575zracwlgNcIflrxiFrsIfau
4yR+SE1wdUVWvoSYd6EmGcSCG+EVLYOV1QnYav34xS1s+BYF1rN+LRrLA/CTHHMIbciSf8yVfkPS
4RVHYjzcw+XY5drV4IzDdkrqO37cjZLePh4g2enKjcFktl8gwmxS3Y2xulEmcuJtpXXtagTtTzzd
VSNtAP1izY5J0cMnFa9v5muDlWpMqztjBsmnVcAhDWqOrpN8ixLnGyGFV/j4xlUiza8pWKzEL+/6
uLjJpLgTPQJZ3UuP0iFsXdf8y1Rr4zUeQCy5kG7oLiWUrJKb1NRu+KjvUYVCHOVPixwHvJd/EBkQ
QayycMnUksZqYEwcbBgbpHoldX0zDsNlrfXf67EEFGSTdBA9d2YChQH1Fp47N5j05AK0hrYilirg
en0lJheYnHS+RH1/QVnuupxRVaXak22Wl2IkYnSJO42L4S5js3BElW90d9q2MSgjCFiHMcLx2s0+
plkc8C4gJi78ZEvtO/sR43y5xseNf1j19G5lQ7YPKXL7TshLVdhXqnbSwKp/833FYI8SE9QIiX5h
15drm/zabcwCfymivFmDphRYOBQIqBHAh95OBJQbenlbVp16mD1HO5aO9SXHhAnH0dJXgE8VlDxz
2oARiZj0I7NHK3zmt842CCVujjpvn846ztLKCdeKk8Ux0cuJO38sVm0/bTvzucYnsJksXCS2D1DA
9yd33SRhdpF42pUbTRoTJ8MNmqTlbsia6F5LWGO4xqv5eXD7L2FVPInOuZnNwnxSbq68yyn0Hhe2
AugGbPwuAbfu0bN4U7lN3k66o/vmr4pUXXnmZdc8eTUJcIPFz9RqyW2hL9808vtquib0bTOW4snV
3EdrgtMyZIQmWOl3o6ByFoZxBj2Vqj/xrMVNt9SqR7P94TrydlYgdkrcjpN0jtHMjjSLvSu6J68h
iziL0mfS2Fi1DG/XIU1uRFyuXDdbfKxls5L2wMJZWy9D6T7CKsGbacNCaOv8p1vka8gL3SYp0gag
kTrMmoyYUA3nqyi/7yPjUGuwIZrkts3qe6g3jzmxK6FG9rlLHmMMzd618+tS3vd6u8+hJymwPBHI
hDwuH6YGKJ+gqcdM8QNQV8fMjhv2seaYUlsBbGhznq2/+xD4h7A6GFLfZWMX8270b5Azie2sYCB2
f9KwvvK75iitIvCl/12lyZda03gsbytS2w4ILf9iVnkNT6ux1nGd/MAG2q4qC5eco7nHyJ0uBFi1
thhZqzpmPjnyYVDp+r6JQ7JaCU6r9XgzK7WJimTjV4R/KLe8bBVRga4WztBfCKm1xkOiiLpt0uYy
9XqQIKxgTkP6OVpc0sU1eYtV96fUO34tq0wo2sh+g94Tk+qkIHKq+0gixTQWXGOtOzuvry8yTV8n
vWM8RTa83bRPvqRDN2wSLrt74tj5W1fYWGE7rYxx2A+6ka70pLF2Fl6VVY8bcA1UNgroBTwquyk3
Ti53fQ/MwyYIke59AO0UEJiB91vzIFPqrTD2CUC0tcFhe1tM8Te6/UGc50ctL++smCPZyIqy6jv3
hy9B2kgVb5zJROBR+8la43ixGZxkyffj3I0q7Sf9KkC9OSslKqktGZb6mn75EyHld+E8X+GbGzeV
23CFDh3efRP+VrW90Qh7rhLYlrV0tSDXgC5OJD0qxZpIjYS1KZ7Kb0WbJMdxodcwt0C0Tu1TwdGN
hGfvECZQNwYpd3oNpCyuqnU/x3+En4JLLOVTtpA6XeOJusg+Ig8TaAIrh5Gtu2VSOhBfmxh4VOq7
N8Qarqsqzg7QipoV3dArcsy9nVnUP1C26CvdAGarS4rpVU5SdJrjR64Ki6znCnYeTIm7GehZ2sHu
Z6EmT31tO8066QoWXfcrhF0yu4mPCtDJZJu80vetykh61ZO1WatttgRWial7cvLpyqJf3DjkIrvD
Vwf4KEE0t0bv75NGPY7gZK1UC6rOfpmcC7CZKYayCa7mOF/Mg7pITP1303rDZiHfcja7MMLuu9ly
zPHn4gKWxLhGg5dtmmbYm63dPtd9uHUlf4ehMWh5yulH2dQjwJn5mb/rszdG36xWvyZJBhwETvGV
YS60n3L46RX5nTkBAGyJTtRYMjepY9c41G1SjIQ0eTeukRy1WWzgGx06S1wmug4JskHSqi5LXC9r
q4keSmeKA9rzapWN2SqWslmNFrG8EbYHwoChsrGxZwkplAWLa2RtWvMLrcujdOHaOsm869M+trZO
xrKjS4eFPn0wM3BZCNY3s23+QRsCCmLAvRhvHWN6IEd12jZuF5hV8iRNWLpZw7meJbfvQGG1zbCy
tG43Ls11EjLjh9yM9HLT5jbJd/RUq/3o812T7dpzYSy8b75btAcR91mQe924qwbDP5T24Nw1HLu3
UrmSDDqgkQd9CssDcL9iZyRJFECqNn/XnW1A4Isn+iejO+/LKtq7sYQRw11ilSolVkLp4U2KTxaM
WEWJeaVguRxjyw9/2bljfovguXTAmsmdXRGOl9xyoxIRpLCGWyyivmidl8QgrBfL3oND5spuHHJu
lr4S5u+MmwZrRkKOPacG+Wd0+uU+EY+wq+xYHCpLa7ZjXQu1sxup3Sg55C/VGFYXQ5Voe40ssW02
pONh7OYe9BkAHrd3YLYkbs12ndUQFfzOUQHsPIrlpa/vOZsVXwsxVhsnhkuB+MfdTa7XvNis8peV
npZEy/tG+OjIZvhl4CA7el1WfyPmAZxoDhVqpeeTOhJZMGTr2HWrtTuKcm8kZXifdpW3S3zN3Pd6
FL8YoI4mcKsy01amNhbePgEWyFLmE6SGwFX96bJYu8Hdb4BtCY9KTQDj/LIgvMGe2Tp9AK/eQISS
ajudk1lvqVvOFMRnyiq2rqMluGnF5cU+qgySd+xwQu4yx1w3wun2neFbT2OjiefK5BfAP/t7Ln33
HuJjtzUIR4ZPoqLrzjQPeZw9eYleQyFI9ICcBdAejVcZW7OKqyvNH1Ugm97jmgXGHUbLUmHQ/P2I
fJuZWznafQexw1+HDdBfwQ1zgkDj28ew7g04Qa4pHxPfi3+PZIr/SB1lHqRdDBDhJs7NVqNdzX2h
Xelhz34Yjt0x9gVwPJ+gV5+bfqCGOH4G80kib+hMHNrmIXf3g+dmt1kLTUsQLHrh95HaTWMMpYem
42oQtdqPsN9WfDzV1yYqxmen7b62islfjRcRF6qglCYABjhNyU/dTFlcayymGVemHgyMBVt7PWUk
RK/UgPxIWX36y4qr9MICiPWXHstXj4Aa3rMLzMFMw1tH7+c11Yf6OLRDc9VYTrahr37DX1s9pE7p
BFJ0zY6QB7luHfu6MbnQVS24z8JQ113ZO3zb2uju22joLipnrHZz284/NUvLAdIKNI6DUAHbTH7X
DFH4PUULdHAijvn8Y3xpQ1FcNf0wcWlOXaBurCF7OSU+cSqELhAh78TkMU6tywXMta9VBsR5ZYYW
DDSDslkMunNdGRrgEuI3fheJTX6z23gvhNlOuykcw8uqtppVE8WgISYjeghHFxhdZrs3Vjd629gD
klab4MStIQNdSA9A4xYikHBxrzwabuFdVlwTrrh1tjspVfrV8rvyNjP0Ars3Lq3ESnWCCdzxLmvH
4TJ25/lHJtjunLi372LhTYGRienCGvz+xq+m+QebhMXx2CudDdnC/XaM4a2xkebJVT3QbiIVuypf
ehBw9zEH18sagsqt7dcwmVvTeGwE57nY6Aj/neT0oLstWw3XPVBEPu799TCDkKFha+zmJGzXld4O
F1xZUKa5tXPjO3ENL0mbN4VNCpk368ZDXcb5Pg6rdNfoNmB15af7fvL6zUBubrXudFE/a3zXBMVr
+rbFdL+JXP7oDtnwmqBOmLSuXnydyP+DD1uZW2Fr4YVrdDf1WNw7jZsEfghbx/U4WRgJpRzZF9b9
7LbD2rBjyqJ4rLgeVxFDRHP3DelQv/IHP7mQVdktzS7rSNKxt9Xs1OPy6HEKo0A5iYdQ0/2GI7QS
ezF6/a2G9fkpUtK+hGyHx5WOnNjPVQtuE8WIsy4hviAKsSme4MZT30tVQmsfoui7WSTFIx94oV0K
kQEnt0bEiTsZNekP0PPFVh/BunRjURp7hHioLbI+gvGsk4L3UMgqe8SQCoJ78v38prGnEqo7iW+X
ilyd1agaagKibu6gYnjUFPj3qymDR+n4sbxwR9sG4afqHzm1vycDEKORelzzNJsw5bDds0NC8M+z
K9sfyg3hL2RXJeWYb1ondm4su+13/gje0NOqcd0Z0mr3gCu1be6KndOHbC5+RapgTjDMldWokfoA
pxUbZjahxnE+aPvB0Q5FbC4Hfz28FXD7d9kwl8jYvJTZ3ukPgyl/Z05LLHJXJ79iQ0PfDA2gAktP
RTT7KaVmbp2ZkJsGUC3VM9F+58w4OatKgKc51l6iHQmV7fQ1SyV8O0/zl2wcyrr1rskT9eT6oGU3
YcQaTqlE8k2MgkADq+cqiroXVNvkkK7h5VH13KZx/jMUVEG3KbiZ/eBHNF+npAu5Io5+so+z3H/I
C23edcptk9tSVz4VKTdCBCrdhgVymHoufDk5TwcLtgYn16gladFOon7L1dm89ww1BiMI3ds4NbwH
l6ole5DZ95clSqLd6HLexBDsk3VJFTzdyyHyn0zqpEzIZRMc00Uj3FmrqvJCsuDrejjOdllwHrbi
puEuXoXGFluEcTHOntwrMrSI+C3HAAiw9SPsMuO7pQ09GZeiPFoLpnFdw72lSEmK8Esk+vagShHe
ALyznjR01jc2JHDga/z5qPMS79BWKVsD0eTmI56zhESVZk4elqzfYIzpkK+LOXXW+TLR8lSsGxKu
AlEK61A2FpvEVNvyvsmJfaAppKerMp6mGznX2lVSOuoXAn6Dktdc3SeqrrwNpGnjuq/L8TaaCmNT
jm6bQWPPKtKFc2msFyqLv4JGHD80iGFQYeb9I6lJ2mHC092uPCqx3wBpvETDBL+rrxCSrKcUavTG
udQ0Yy1SjCNDeQslsd5rpDBs/WrmJiLQuMDIjBRKGs7eWkb1PtSvM6d2LyxFlhwFmkReNlIYFyFx
wfyqtHtXzItqrTeKOI6U4hHr3kvU11SzK2FembaSD23d1I8VDkN7HWvjfJxhOhdrV0u0rcgohGEB
dQVgYGu+Gd2QxBFURcauHPEiSmPkPGBxQCuRCG5Qu8WbgbryI/fB8GJwhuqCu6ncGTAh7kdfE0dy
6Qx4nrjF76i8VUezhqY7ZJa6kD6xsXlnLVfBGIqaaAtmhUlZM64b9z6qwojrgpb0D3VlOl9TIiwD
8guqR+lrcRyYFIufCWfVNBiOQI+v7LhwZ0LNQRvKqSTlswG8ltO0WllW4i+nEa9ZDbLN7C3aVSMw
qZGrJ2iEzg2XElFeTQZip02IsjPbzhCSd8Uoq+bGSmR14+l170K6KoFKsiDJ721lp7+axiMRwCnj
+CKp2+7JSMln6AluWdCb5a85rcs/hdHW4I37/hHyGp9C7lvfkYCRUORmFRxT+Jt79d/sncdy3Eq2
rl/lxpmjA95E3HMHMOWr6EmJE4REifDe4+nPV+o4vSU0ixW9x3e4tYOVQCJz5cq1fqNkxhaFOmq3
UpwIx1wO0psm7bqTrxbCttHizkkjNbwpUI87VF0T2nAEME1MxfKGuhQLqrXkb5EZy/k6bScyQsgF
rZcEff9EIa3BfyYKGi9AwN4x0RL1uFFmqwAB1G1EQNonJEhPLIsfTa6TRVCPWiOA1d4LrdU+zg1i
2/aIasVdRpQJXWlWWAFpFuZ3pkWjQqTWiccIiXZf1L1H2yD/Qd/hLBI9ZSNdFmnyhE5gyzRVZ4m2
Wp/ZGzl1ftRs7uqOepmEbthjG5Yi6uSWvKOR2Ew2cNHUMxo+eYjy5Io4V69hllUuhuQoCwNrC75r
gymnnhwV+DD3ldfp1JmQ/avf+K4Kl7iy/WkM2Ja0rSDe6tY4n1rcpFdw3WTXQPDtmA8i1y3VQK2W
a4VGYlcVZF5Dfev7iXCLxPajFVmPdeyP9xkMTE8T9Ha0eVQt4CaG0jX0r/kpPWPyuIwMQ4daKmA8
xx9Us0Y81BS280wPVWgk30XPvryvzZpyQ23UbmoG+WsWmc0rsWU4qPo0H0UcI/Yh96FDlKvzUyBz
gLWGXr4mYS1zvsEjQtu0/57GhfSY+82PzAqo6xahvyopwhzQUu/RkK+UtMcvgnZU12f9XlL97KaP
R+UbigwbGFHjTq551jQpoB4HfVNtqWGPt3puqoh+NtQMHSp/ScqVPM4OPjezWR/T2xjtRRjIGar5
olEOtBPylgNfKN8EiH2Y0QGjjLnUrrmSkYrJ836SzMIVz/66Ya78SOAymnaPYCX9lESpM6cGHLlR
OIZW+hwhcZcXafEsQLL/qRuUHuWC3t7op9OKC/FwxPO59+KztW+bNflurOV9asQ1y0R/UdQaUVCl
V1ZTIvm30VChTldFqr+uFEFoHTR0slMH5MIG9XxKo0p/C3TxW2KG4bNVUCmr/bMnMAJbWkbhj/uZ
figTyziy4V6g+zVnAvykYtEx0q3S+dhUyycqSDP5mlkq8GYr8znAIMQNktlwxjZ2jL7bKiLeFcmQ
Hwf05+kYCPd9Uyv7PqGCx4V5wGLgfOPvpBs0C6aXPKYDM5ow/QyT1zbOJu5JlTPVIM+MetAfRjnY
lrDMufQrMzfY2SlCFEON7Cnw66cqnc1tDKVvS36xm5TxVejb87OnrXAXxOZNGpenIc49qrwHpRBf
/Tzfm5Voj3K6HSXrPh7zu3ioj3jOZEyFkm5My7+r1JSmb69pm0QTqdTkve8EpjDaQq1vYzJX3RaH
UXyxkPe2O0GlStTeDzpUgV4TxFUtjI9cT+71s/W0PpCDw5bI3maq1Ls5nhRkU/W6H7CGMtTv0Yj3
Alp/aXBIuUOtrMDSIvSPkXZdUUKbdqOgQDIfmvJlIP6tZxChzhyZyosVJa0ThLPv0Lo7V6jK4f4M
28ucpNNonoKvpgbeJEqASGWM/aRpIbob+/Fh1IecmsiQbdsC9Bso1OyV3ji38LSpV5Wi0TvqdBr3
o3pCljBdY8dUbixuep2dK/J7XI68hFiAsi1mEkncdgiVTZjeJZx3Jy6x1Ihra8rXku7Pp56AuB6N
bMep1b/EXTHbDR18d05aOgDc5bfyGPrPYqWT7g4WDcdWVblmJCLVGlvGbwchVHNYSU3OSSX0TXkX
oJ84bGBFBzZ88WQHIb+1uf5P69iMZyzwLKsD0Ed8dqRgQJa9FNv6CZz07LT9nOwnpUEMfPBVr5wo
puZKBatPCIfui0Xb8UdShJTVoG62r+KkFffIQIy0mnAUQXZzQokzzUVX0wptm81ppLE3MPQUBQFZ
+lZrDpzXw1MqNPWhwXX4my50WDxxdeWGr0lt86Mq23E3xnr4EhV5s0cKnxr1YBbDUy6qaIQ2oDcC
p49KhcwLC1MCRVdkTj+YnLdzBAXGiRT5eTKM5rs/DdJDJGX7GH20h1i3dlaZarVTQkqGvIdeZeqM
AG9Um5UWjjvKR/hQIcODqRpn5uyVo98/0g7RMAqSrBe57Q1XV8pi0+LOhkhzoT5wby22uuQb3yVL
4IZbkUgekQgy3zXMG7510MMpvRbWDvFXFOmpRQT7oojDLWK09JEpA3GLQBThtTSUl7ogKsgCb8vi
0cTeJThEPyjrFgCO1RQAiFIN91oYxCc5UfyfQhDTXSUP57wUxbXuJ8a7XCfRLe4GA03eulRulI6t
5OBOgai1NvmBR8pAoyiv+pU05/57QhuRZj+3tmhQ+7vez+kbh0EleKYxTI+51hVPuu8HG/zfCtu0
zHaFarx/EnHl2vjhXWvM5F64DNkWT/yQSXOxEUkzv6jzmfcqJ61LvtS/NhiAQMOLhUOZN33qJGKh
OyV62LdzG0YPU9OVdz163HJEhc6jtFdSXSLGINYNrQiqQxTT00KnMyGtmeNkn+eJflshj+4aUVYZ
TgCQ+g3Ph3QrS0JkY05jHfKJmCNUovAu0T92RC0OnzN9nFZsX2Ub1KqIb1qmhChEzyFdUEk/Ikge
gjSw+l3ZZVwzylr6Xgq+gRmGph1EWgM7vHbyk04VZXOm1qwDI/8e+uVD6otFZpfc7yiiMkaVaDHl
uYIJ6LAZKBu8XtTazLxast6bZJ4fYxkPr86Mfipl1ewFI0097tjT0cTgCSHqwHykQy7eh2bX3U00
b45RmlDr9OeWFgYNMDsUE+tBEYxKRcM6tr6lc8ZVB2URxMPbTL8b5Zyq0jzXmC3JMRdBw5zyTTig
BK6hk/NzUAOAHWWrPjdBHmy6WQkpJgnWivvjxoqjedNpyNfZZqEbq17AyUqxcnpoKTJ2KI3T9dFa
fMLQ0s7CU261vks9XL8T+3OrkkvYvDayCO0F9KpR4a40yKxSJ1PeS6VA21Kmkm7xoihuuzjsTmiB
F8d4wKzDwWMMwXbDlLZRmtFIGMDJRmnVvGdiFL50gjZFNjMY09EYBNMr0uxpprb1Qr2N4lhVqAdM
XbjUzWXlFQMooDTIUIqteuMQ4TJ5Ew9CvyprpNfNVuve/AqrtzpC+XyWk/yAVLmPr0pK41GuiYqW
0d532pyflAlPjwptFQdbQvxQMMbSQX1k9CNksq9hrlDEr6w7JVQnN7JS5b7AH+EoYI7mDKVZPRsD
jgAk6rBpbnX/7PIBKEEskV8qgTB5RQf7x0n1HlsTzWLKyCn8fT6rhttNIirRrWJEezy40r3et5OL
ZmIMYuF8vQ1QvfIVddzVSNm9UD0ECRPENNwKdgqVmBuwxxGskCp5mmelvZk0jPHQ0c6+StzI1kEx
V1/8JjRfUBzWf6hZfU4CcPkEiDY65qhJmCRKKQaDxdPQZO5I8n9jTk21E7PeOHXiTEkmqNSjrLZ4
ZkZdtZ+aQljTeUdXOe1xzbIa3lVSRqlzDbr5WyrH/rMRi+M6ScQydEmdBE7TqrzpZmJdLSnUTrUh
726ayrC+hUFobCSlagNbofCDuV4SPyg13wuLTUM/0rYYNlYrZR2LvB4OciCPKE0RO/DNsyLlB+Tn
zqWyf7TwCqRSgp8fmAeqLKV8bpQLyaTtup7csG0G2iu4DXQY3jTao4RDUakKudcLtf89yUa8ihK0
l38UoHRuOy7dpiulYhrbOGlWXo44OcDHn21G1hDO02MvTmBZpJ6aa6LsE2ppnh8iFWonelG9NqBV
4MsEM0VOVQ6RW2odi6uuJ9EfPo45xT23zqAzaFFI414jHTvVaAycemBeHlTXylOQhalSY6ahQbpC
S1xVxxxQgEp7XjClwWHDCNfkmeQz8PRPbCgVdbTKLBXTXFNeypAWWIQaUzVbayrZDXBK8D2Tb6Rf
0qlXnwy9GbKNbwryXV351c7XSPA9JRZRj+U4zDBXjazQ445AUG9orOLKN/g7KZSgLRW0bAK5HTd9
G6R2Sd7ziE3A7IogXaPVb1jg238+7//BBfa2iPK2+e//WoLzIb0gIqDizQutAki5tiCONGU/+P3Q
Yf2FeAQl/y6rt1EsEzFbWngrEDW1p4KL8ApujAfT7MIziqzHbu3/47Pbafvjv/8LGZbfvskH+Oxo
WGCzz3/wT2y2JMv/gEiN7qf0TzA1DJF/YrMlSfsHPFkQ1mRrBtrV/E1e1G3IgPo/gLXCjucWLJP+
nvHhJJO//pf4D+RRYb4qpimZyhnR/f/+7x9Mjmbx358sHgHBDQO5UGXJxEyrKFAhX+MMCIJlhlNh
o/MeflekNY4ZIAEhKf82JR8s0z/pCP8aaKkem3X5VODylR6zbH2OqRHFzf+MnvLXb5+R57/xQmoo
W2qspOlxDmndO2nmUDESRpAAqwabUHTi8yvMoj+ZDn+NtCBTVF3WGGPKW1QtZi7CpgP7+fn8/ImS
/+uXz1yt395hjHzLpzuRHlGpAUJFuzHgzuXb0Rv4hc+HWFDE/xrj/G1+H6OKNMEcGKOO7PGxv81w
j8Dq8aZ9xS3rtfn++TDnufgrrP41ynnufhslE5UWIANzNNzhuxqt5dodv2UPn/+4dI5mH/36Isol
NJ9N+qrpMfg2vuVvybv63twJeDQ6rbQ239qjdIXGfnEk+c/38MmfgcwW6VFja5yUyNY1NwOTQ1vr
fXpEOD/WXP8l+I/IvH/N2oJApjZnXcCI95oi2U7n7+k1fvKfDIi/fnjBtabbhIPOxA8ntd0814/C
vXiD+wqomytPfmGAparsSI6SqzUD4O9CpaY76V/lx1rczt+0a5/iPOUffHRpscEzKTa46DLE8E5x
SFKcaA9uTLmXVS8Fk7wLf3abz9fXhTC11GrkaCTdBs0IgLdBgRAvCg3XRoDan//8hfixJIlTZUUP
RA3To0h2cG5L+Fgcff7Tl558sbnFTJnqrovSI+omhofLD2bEfTnusni4xkC89PSLnQ1wAm0aHMZx
HOEOTs+0qK+x1X6x8T/6xIt93ZcFmKyI3yaiZieQXLfCfaPYyqviBF/NjeN7tNA/n6lFxvSvLfFv
0g3ioKt0ZVmxbwKFEwym6fe+yG/Gnf9l1q98jwthcKkL1OKSHhi/Xuhd9eZN/KyvwrvPX+DSjlts
6Vb4358W+WnhpB+0dyCl7rT+/OcvHEVLgZm8moVMGJL0SI25KfZIHd9a+b781l6Rn7ywjJbawFwW
Jl0amX5Bzp7TBnOaQLgSKS5Munj+99/OnpBqtFXPPPr81j9S7nj3v1AP/XvTsjihra7RcjM4b7DU
kR6JP9SKjRpQPJerK2vm0sws9jDtGNzG25hYHRwDavtGdOXZL/3wYue2StunFgLmx3aCcAIy6KWG
H/L5vFya88XOHcVWzuGEpcdyKGhH0yWlW4eDDl1rT2t1bvOpdeU1/iSu/2vjLgWypyCiEEqL/Bhj
hNKpDwkysXVJr36+prl4KQ6Ji3M4HHwcu4w5OYYCxu1FUGCOq3VKBuYr1xxQnj+sCJfcHFlhnI6x
eRdaA2kPvem4bhcqenJtsZPy2fc+n90LwQr1zD+XtN51RVrj/3g0Jyc5iU+wBJHCEO7GJ8guV3b8
x/MqLynlrdhXJrgt4wAEzxEChCBKhAecNBBWICe61eev8vEJxY3nzzexsIMta2y8D76FvF+VnKDt
U/ZGevTK8rgUuBZxUdWbolVKKTmi+Uh/JfwSPGmUMEsbxsbnr/DxPvo3tTKwVXDHfTE5CvmZyYEb
oHDlly98AmuR4nQsmTnUreRozsJapc1cA1yK1MQ2/Cupzcf7lArBn9PfpWpN/Y4ROqHezu2mU259
4b2tpY1CR+7z+blwxZCt8+v9FoCbkHZodb4glZiiWrDQHNhLlmFTmvzSFPY4O8gxfT7WpW+xCJZq
21G7yAEndu1zSwdCnq98iosvsYiWuT74Wqfyy9NdTNFvtvWfqHkCZMe3A2qkLgCWvRLxL+wJaxE8
DT8sO3QnsyOdFGlr5vWKch5G7Il2rcz18aaQl+pAeTzQ2RkYQT0GWASbqBnYya1Yeep/Jof7v1FZ
thYRqpylLjSziqhML78ynrHT/HtfeLGfLc0Pu1wv02Mz3gjqAZ/XK1/4wqwvZSnbTMONJcqyY5Pf
9tq7DMszbK+dtZd+fLGT0TkLcKtNWT3WS59+TaHuhNmVGbkQJZY6N6HETUuPuuRYYotuhyTIhmqt
5rk5abn8/PmsX7j4Arn8cw8rEmHaRIrgOAQxiAM976cbSci7e6M2clsCZOXOgTVtGquIvY7DybPm
XAE7P36nXShspKAf/iNliX8tLWOxPapMSFUV0s6xF83oCeiVvvet4lpEvDCbhvzni5ZRZJa5VsRH
fDBhwIAPseAWm99jIzsTqzqKI59P6ccJu7yUwsuFGgZKWCXkLThyorYK5dDm2FNGt6LK/5+JKf5r
tsxF3FLTcsIKmtylKLjgyzdKuv38+S8t6cVnwDbbLMNBiI/aDD5ifmvGF2gVn//2hWNpKboFpK2d
ZjUvjvRavheJorkW6dYaAxGibEKDPsJD8fOhLn2GRaACjQvxUsmKow5sGWQiTuS4uW3pQvVORKF1
l+Sh5qGQUkLwlPS/Oeoiig2Ghmd4zxrOnjXNw1QSkQlfcs/9St1hQ33+bhfzxEV2NZlS208pw4A9
rWs3Bi1lObD8wEV0ws4HcVddGerCNBqLAKcpuFMH83lTpmAM1vWPsXGwyO58e4yc/ufn73NhyS0V
W/XAx+VdTeOjoEpUSkZXouNYXwkrl95gEeFgtiRmpfMGuunkvh1L0NBAtnqTb9cw7/7mK5xf7bdc
CHBDYEGZjI9qsOqjx7i/EcsrCfuFQ91Y7PR0jCxJ8Zv4iL2JM7db5AmMcS/go5I0X/qwvLI3LwTI
pRZSiK0vvJhoOqj4zkZKCWH4q9C8zdqVyv35cf+96IMw758zFKh6OSWqMh+EwLjr6Tk3fnXlpLz0
04tPrEdtV+WFPB5mobUVOFS0V//Wylwq2tUYxAfE4PGgwd/3p1tfvq+jv/ddl+rnplFrZV3x1IFE
MPIARakCYNI9clf6fCUeXZqZRTCHOhZg6M0YegUmNXkYxCsyXZdWi/zn1+y0Xsp8soCDDlMf0CIE
A5/r3ZVpv7Dkl1rEutqNQXz+dat1MniyMnh3O783VWcQrwxx6QUWkVrQFZ0ufjAdhArk01oeV6a1
jporQefCvC+NlqouqKrKP69I66nLvhbxlfr7hUi59LcMgdqGvqGPhyyoNuA6djD8V1N0TTX+0mMv
9qgyCN1sRd14aEv8ySl4+dL939pI2mKLNj1o8FHpx0MEskHEAbRojr0sen/v1xfRNxalccbEYjz0
gitIAFaFrzhnX1kpl05b7Txbv8V2BbbkLM8iax29ZYyjzdTOin4XZypmZ+Eec2N0FybKYWejPfWq
k9+FFbrs8YstfbVKHRnWHCDwi9Zrk2UwL4fvaR+/fz5xl/J/Tf7z3aJa08eiC6dDqCQRLE0uwDn2
TF5vmPnpbDrlDdB1jnJf+jdRWHe7NBs7ZxzD2AlFbMrjLrnm5HXpfRcZm2kgBgGWZDqIDYIjYQVc
56y/cEYAXpH9Uy4Nsdj0BvTBAh7gdJgBLW7nBCIIXGhLb2FpxxkoYp1Kn2hE8dcyl6wbaeySsxaP
4KTI53gZE+NI85yw+2jpNF0FCyCFFEOpQ+zgLsrSnTqp2A+ohejWohDt9UYWt6kZivuuKiANx5rh
sVD7n6pc0VOJEn+GPzdbxsHMpCmg+yQCSRKtH6hSTE5ajvVGT9XizqBEd+2Tnz/tBwfx0johFrre
r8dKOhjSQVCPmPLU8+bMfxqh5QnGXtfvhmhrWtsAdYvPl9mFeK4s8lXLZ01hwawcMnyTgTj3eH1N
SezUHeQsXa5k+EFj7wmh1Py9iKAuRlRA+aopEnQHo9DWs/hNERNPv1bcvBQRluKUuWLVMXS8+TDL
6JQNnatOT1mS2J1lrAb9IDXNHlBoal2DIlzIYc+okd8jUFcMfeWn+nDAG9VtC8SYqh0SLXAyA3cK
B7eUsfTKnz7/WJdKYup59/wW7/pAMgW8B6VDeZBuxoN5m21kOIe2vm+fhNXng5yf/KNFuIjYalCL
Y4he0kG/607hsz2srrWFLn6cRbg2rCQShJmfVg7GvX/oX4pDsRK/B+/qlUxWEs/p00dPv0irBkhb
7Sw34qEO++S2NSaUKAKYHOjr1l7LJbBwM6sed+kgbCa5abbdFPmbAUXcVSp36OrElbrOutGwUbBH
IiI9kz2wK3DxxYggbygmmhuZtpmqWndQnpFg2ZXpqo1N0xtUuXFnOS69buCoC6xYXFsiiwD9esPT
S9+0u7qpkKuCaSbVuvliSqm2klszeJPEtngfrIS7aKmpyON0GSKuIA5BEGauNUHsnOKc+irqjfVa
h5mWoykH4v4eEsamtfoSXz5LR0WuC1EAS0w76YVqe9aR9YIxS2/FVHxrTeTmEHTq4gc5qjSUYiwT
8RhFXfdwR+22GtofYtGBJ4SLs87iOIDvIBdoDZrKvqnrci0XbY4Hj5mc/CYVgINmxbpJ5G/JOAC2
bM3IhRQiHftQR6oHL1hPCKJhj2d5eUiQdrAFP6CTPDUWQ8B3arPMfDOSDkU6NRWdrK8GZwiFYJuI
Rr6OFK3ak1UNjuwPE+pufuBkMazNQgFmmfqSskUE8GsmRT0lHXC7lKGrK1cA+cJCUhbXa8Q4KwSf
rPlgVpFnBc3jYGTe3FhuWHGVVCMvz6xTXiiQYePETQzjq6aePZrqudhxWjqQXCIN0RvpJTxjm9FA
QowGGSKj+DoI5Z6FeCWCX4hAZ6zb7zHBaFvOobyZD+CZXWS6oOXaqmtkoU3OrP3orpkky+fT/oOt
9evo/i346Oj86KEczIeYakP9CKvGTyn3d/YXY7AbfaWgEwYQvAj3xg5z90hwcKypngzhtu02dfZQ
JrefR6hLZ9YiQjV0+IR5ErgPr6HSdrQBlYNefkdawrOG7edj/LJ2+OhtF7FKknSM7dJkOig2gPv9
Tb8SDpODhNAJVMpWWzV25GRbRPcd2AUeN0RbXI3OCUmetXVXrR4oZG4n76F2zNMOKqHd7a8F6F/C
2R892iLGmWKXd7iKTgfJXIsiEH8bngHQPmdo3OJdAf8DfX/YwRe1UQysvn8+I5cOH+Wctfz2/cep
yPtZi+dDEDldZleN3YyWV2SKrTWn4gma/rzXzWv3qV8wkI/ecpF0Np2QtU1HnmCug03oSDZaPo61
Rh1yF6yuzeUvkfWPRlnknX2AM6ppMYq+9tfdc76FSOTAwt74D9ZTvul35qoE9RIefQ+RNOfKVF7I
dpcwTOR5kcfV2/mAowp6sd+gZ8SKV5urgaMkPA1g6Q3tMUR0MYL1JiIgpKEXY6vyldVtnbfKB6+9
FL3WDdhQyA7Oh9wInbZLn/H1PoFrXpkaJTgxdmJj21uISrw2geUWdHLzRF2hU7+uQvRywBl4Ed9F
G7Zi3H5La8W0WxLoLNkn+VcLFp1pTegszodyep3NyAFZ69ILXYV1v1L61quardlthfjQFPfIVcpG
j7bkHi9Ppyt2QvnciPddzBZS7iLtJZ46NDCf4V3Yonkn84QFZcgkEj1fDu6l6UYZgIEgyDJFbwZ6
FI2/9ecvnblOE3kvpcUtLhy7qY33oeCjRdACcF+3s+maEHWU8DZQ2y0SBG6UGysp2gbNsc31zaj1
9jjcc0oO4xH9Iqf0xa1WnMUZ1QkhrgdkG15aq3sde5LxZkBwtdVOyhC+hVJ3rLiAfb5WLgS7pTss
2rRG103kTNwHNrorDrbCHkiuFVsubYCltY0xGUE1nXOy+mwLbkN86LzxNiP7F7qd1bvxfZjvYbTZ
oO8QsQpcCY3laJcLaPXcf/6KlwKavDjCRPieZt+yHboGYx2s40Z0mtGVHXIRlY2jlH1tk03NBrD0
nQmXwtAgtKEtJWRXamaXtsMir/aHLKqblOWKdI+TjegxHBTpGqbgF4Pho822OK8SjhLkhyr5ENWV
+DrG4bypUbjz2v5c9cZhBTaur60KCeW2Oh7lnREq0i6VEou3RTIrwlSDvZ9liNAk0UrydWSEfEy0
S9WCfRgMOOmUAtde3ENXmHB03tBKzb0MHdtc01Zp35J+AM38+df69VU+eJ0lbg+kvJijlDUfpvTF
CtetPNoFqFZsrpBb0+X1nAuOlLpKqMOcccPyLd3E/jNSq/A+1a2JblN1p0Zf4U64tW43383K0afD
Neiocj6gP3q8xbmh6XOYjaYG59QXodUf25tWa0/ztEeUs++fABmiu6PUhhP2q7bfBWu9hrwG9X4t
RicFRcBwZaJJkj/nxUZTdg1mCgjawkLdpv0RRS58f9Hgu23yU0iXQkXh+fN5/XWOfvTgi6MoR8ZM
QLF9OtQrxKe92NHs3tVs+Ij27LYu+pq27gi277Z25gRbJCK2urtOtpGDkuSOU8qGYn8t/T1vvQ8e
Zok+7KVGm1LQMIcxCvc1SmuG+TVDF9e4i8TNNIhOp5zqwrLzAdERxF0mNEOayI5bYNMobNtjuwri
17lD8A2GoJbD+PfPjQvOtt6dlbtBMBwRAtSVRXnpQF1ka3Mm6GYbsCZJCKd+Y5KUhLNhJ+Pb5x/n
FzT4g/n4dU34Pfkx046mf82i3w0na4UUoyc4IFA2rSd578KPaBXu8isr4VKm/Ysq9dtg2DGnbTeT
aZvraA/uXTyme2mT7LvIyW8lhpy/mW/iYXzSX9rj8CAfms2V17wUCBebJ+qmvstCRg6EWxmq4mDn
6DLXWz/19OdCDpwm8OZsdz4cpwr49Oso330+9K9C+UczvFj+ktHCBc6Y4THtjoi7OrOo0gXmHtOF
w5rof4usz9aCNKz2zzlCN5YwQ1aXHY0g1z0GTfWlse7ncZ/XzWuYTDZ0U280HuGOUxn2V6JUreIk
sGdxQk9oXYlemqELV5ODIFY4nv0iqwSxSpSDEY02g3BVDPGRNHsXV9ivIRUmpZFnJKc5OEj+LgB0
7Sdf6/Eg6jd+hzTaQzicy8+bSa08SpmHDigztZmS6tPnU3QBFQlF/M8MHCFrScXGiZJwsO4k/9VU
dU/M7rgq+9DLhnuU+eyeSIE4Tb2ns4EC/+cjX9heS+R/FMKaT1HhOlT5OoeuC/m7EG7q8dod9mLs
W2QA1tAXaZCb0yHzqlfRM7++NdvB3Uq2/rzKdsY+XkHcs0fP3OT2LXxIR3bfJKddQ2T9nnwnW/7x
+Yv+ysA/WIVLaoDel60l+sZ0SKSjOrxNxUoqNig2Rq/Zc3PXRyt9jVCSDC/XrtfCDq1DWspHQcTc
aJ2J7lkC/j372gebBtb7rrvStPrlZf3RYy1SiD6oA6FX4+mABicCgK+J+dwiFI1h6/yeJPgEBqNj
ofN+qoa1Vu7mzo3CtTxhsmRRc9k2o6s1OyjpE5puYOm0K02vSxW9patfFaCuSNuFsv2K5EX41q16
L3PlF53b0pUvcuk8V/5c9IAb5znryRDCQ+O1h+G+OaIBBBl7H7v5xjrqX6rbeJN7pUM/Yg26w1Xs
YCVdqTX8opx8MPP/BpMXjLNsz/kNyUkdbjUSlYDAnb9XJ9j4hS0qLsW2/CQaTyhGVJYrXeu6XBx6
sSmimQ7OXATyYXDUdetaduWEbuagtE/toVnRnliFT5/P8qXbNh4zf1zu68HSk+Q8ln8UHvLt99i9
nd56R3IQdHGvjHHhSy4t8NBmHZtIFqQDfoKi5arjnUxq8KAhAt1plI9uosNY7WlsNVHgJN8/H/UX
rvmjD3h+mt8OU3lCemmuebN5Za2UDQImdntAHNwOV/5asB/Ng+mqjr7Td42DJswaPq7g5G650nco
VLsUUl1SVpfzdzOf/4ovkNsoUzmRo9q5/U1h5bXr1Jkc62ag2pOuATsffNsP7HBtetY2XXebbh96
5ir1riXhvyLvR2+12BUZom2CovrSYdhNGDQU8qqZdYxlvwydB5ubHPet628jLd8W+j4FSl4pt90W
kP6QrYprUUlmCj96iPO//za1c5rUiSrxQetVsOkPnYf55ab0krVIScx3rWN9im7VL7WTHsO1vjad
q2zrCwfSv/EDkGwbypmRg+fi23A/b4f38WBs9AfxrXgU1s1qfu4e0p+fL6GLk71ITYJ0RBcDyuMh
9L+XJsKtRy5ubEGXHhNXBCV0010rPIRrCPXI6IRHYV5bV3bN+Wz/9znG1evPOcZUJJ3znrH1nXag
wOaOHq7qR+PKzfdCVU9aIt5R2At7bIykg4U63+P4gPzui/BTp6Z4TASW85UpPE/VR6+xiGWgyPAg
6hgGydyn0u2+SZvpK7aD+Sn2Ph/iQiUDu6w/Z8pACyqozzMVb9XUHg/FPl2Pq36ruM0x4sOsWpuK
GsL92+lW8hCQzK6EmAt5mfSryvbbPmhza7Lm9DyHD0JhG+SbJ92hWIlm5xfRLbbBbXJz7X77K9n7
aCYX8UzJaNmifSUdOkdbIaC6llYUw7zuKfBeyIzW41pdiStp1+yvrv9LH28RbGRRLMTivEawGRFw
b3Ss+/IZrx3Ji4/XUKHKOZX56L0WwcSvUdSzEgaZ0J04Rc/Kqrov3WaXr6cNairbeZV9S2+lPWJD
z8JRvy3W0dPo9M/WzrfDEweGO6yCIwXKbfFgXrmJXfyyi/uQqJTI8Z4nu7AHLzslu8LZanee7Kbe
g3Elw/nVqfnozRfhBXwHTpL6eZBxo6NdXe0K35GsFd3D0i2xOeEa403Cu3wrrrTEEfBxCNzONrW1
Knn1Me5XVv8uyrcDTkwq+i135mhX2a4sVxCmCskeUJgIN0Frm5k9f/18t/2SJvjgoZfgfbpBfq2f
E4bWHahUxGt5Ld6NbuShDlZvqKb+D2ffsRyp0nX7KvcFiMCbKR6KsiqVzIRQqyUg8d48/V1U/AMd
PlFE9OQMOk4oC8jcuc0yGkaeSOABXsA4CuZL2tfbM2xYTPCfd4B5lxsl671l/dsPmRunPw6fzPCU
mEJH1+v02EhdxWSN3ErMwoT8rzXhBhfV8DI6zY7XS6/Rwn1j0TvhNFrviVFspU8rm3fJCIggEiFB
aAr3UQRLAXio6X11gzfGfoAIksE6EIJudmj7iVDX24p3v3eG4Xr63wdPpzaUhPn2HeBdaY5wB0uN
rjaJpAtzwVTwWkmp4tMkP8cW1hWGF8xQIH72FbQaa/dODtHP+pyLRwoS3Idsa7ZwB4799kHmd/Tj
gxRJFMpkTrho5dACeUE0X9ZLAhMidaDUDCri6b7IIQVrstiwR6XaU/mpF1XgIP0b2z8FioEeM+Tm
shs8CNnzwGgoZKC8JJVmT1F6HYMSbsLlBpKaQQ1BWvidnSYMSBR7qO1hNrpQg3ks+9XChVhCaOxh
ZqSn7SloMMo+Bpe8NGQOBi3qxlmYQ9RvT7wIyTM4RoppfAko2Do50r4bg4SoNQA600JcBKGJ0bH6
xWAyWOugKaqFVRqN/jwYhcVotROqTxu/ZG1PLCJ1WiQlhOrxS/JUb20WF5A2uWyqgx6rQBLJyTFV
V6Eieqtf4gNvEwu9AggNAmBFHwODG+10MskrswsaY3gaDfEpPaff/kGkTgV54WrG2IqsK21a5n8I
B200iUyBX8paFHo2+wleeJ9Ju2tCY8K7Y7BfTtShcwYClxG9EtTJ7i6dxqfgCKjsjXHi5I0DbivW
6ZOPMYGZISsPDnJ/ahExt5iG3Pzifvu0iwtA7Fh4FKTYzEKpF1Bxeh0pp0rN0WrBV9I4xsCUyBgE
tXySO015+0BXSD5Wz+iCEi1l1e4GFcFDAbcvNOoh9+HxILLKsEa7Pv7gK6MTRl7cHSkHAWLIIjFo
FXL6pMPmw4SalMa5+PTHWM/c0BA2MtEVSARzd/f8cbB5oEVINudw0aFxeFfQk2vhyW6KPiilpVco
/lm8ivzqFDvBtdConaJv2aivZMFLsgPb0zAzAqfZk8+MfsWNcoRfzOZmXGljgG7y35DFBpXYVVC6
9jgztmnjS7IgOGxRztarWynlIYH23wV6lm6Teo7VjQlRV1xLtYXS8hppAPOilAzR5afMv+HW1fB7
ecRIixAc+FAgBbUch0uTLdG9XmBZiXv4wuM/k86YRzi5HQMN7k96qtfGLdDhTLCx+PzOfjkxS1IE
UVh5UiqsHau8MXcrGmOrilhBiTJLIloz1kQW5+/UmHBL5a3JlNEJpNXSqJzUSC+Q+dcCE8YMmmDD
rlUF7gtpwElUqw9Wz00fUQ6mczsgNTCz0umNg3EHS/72yIvUleeiCV73+FmdThuZOXjtrVM7l1Ex
/3YiG1q+Bm+18MIx6htky9XhO/f8Y2um3mA0lo2GnAPdaIs1R2zq3g6dwNxKLldqV2ZJXIclOpwd
5syEOU5eb4gWrxXHUoMdoso6tR5ovSOdy1OxJxtslZVRCYDI/93rMVzRU39esQhgSyodCeVO6onz
YbANXJce1B8MEgNorGqxIYP+unnIVi6/JbNd6gI4Dg0y402f1Ot0Rd8f06jqL1KhD2hX88cihfmr
OjrcU+/wf8qXjRC8tuz87z/CIqPQRVPNz1vp6WX8nvQCPZBw3nXQUdRbnDCC1mSgV1sveD7Fv2w3
cRGtSNpg8ihJeE50PL587qktz1AxxQY7C62ODAODALWpdD7UlX+8Z8RFAGPh7UQSeLV741k54i5M
azP820E3VG2h4g5uz3uFJC2WLqO4j6KN9vLagy7CWA855tkECdiH4Z0RbkoEEwoybmRta52PJcun
oUgsVR1eo8Coqaiy++BSmPGef6JfIe3A3B5vj7XdscjIhgFy/2IiIiODoAV6nlQMoVP6tWhgQqnI
sNgrfCS3A9lYbgVswIiLWORLsM2gCdaDOihE4w9Q+7+Ve3KMce/o7bWya29yIwcilt+1zdqFy5oY
JunNc4iy6PEjr0WAJUkIKqITtKqxWfpviHPt0Y3hXsmJQFnTGuDM9825xaU6hGfx8o8LLkKOMsCy
DD5UKL8OyqfiX1vIfCMB4tReUYUv9oV9ilodxAjxb+AX+pY22VpCtOQShZmUQB4cO+jYPeWXZn7H
9XNy7PXUmb4VN3jKrA4ba5cbMdQL0Mkoj/DIsB8/9MrhWBKOGh/WSX7CgyxAh1rfXcLyBm2cjcOx
1kwTFjGm7JWyGXJsI9Fi3caJDNgsqDMAYQL4IPz4+KDtyZiM+boqNq7RO83hl7h2Lyh/BFJ4NwRj
N+CJ8C69kHg8yA8+ZKiiGywHT+l7yavILLX+SL/4L5LbgDVa3CJHuPS9Db1EYNAmYGKgEKdF++Gb
g6iRWrjyH1iB9C9ig+8QntONLb728heRKSdTMIwSfirm80Z8jTbukpU0d8lnotoWYuo1/qwovPqF
mUjvQ3MJ3mhfl2ON2dKZWRlyMkv+EgSmoSx1j3yf0YU9MA5nsmjhOFCA9o3sCl8O8Srs5SOvBs+i
nmD6gS5UeCjnWqfZ5yaFySfZ0C1aS42XPKcJvit8WWOnjQYAbthfoUZriQkDVlXUvzitPoZGZG62
i+bC7bdNtijoqDGq5aHAcjBLNyLMKSYzNEWwHET9VKicBh8IVdHh5q3jVey3Zl9r5a6wiFDJWPOU
NOLLtu7c+2BVlrajCFJCISi9O+XS7VqL2bHQ7INj0InS+XP1We/Cd7ijOCxGCqIpCCb92rjpvjoO
hr/jt0h084n+5YUs+Th83YlNFjW4BpvXREa6DlQECwAqoWkgdMKNgHJPTn5bZpEltVDgDsAGZDyQ
ZWBXGXfaJFN7OBobsfTpi5MqEXlPD44ACkADd0gCvKHcYNiSv1XdU8PCZxmgY5h+iHFr0xE2KyD1
TfxHSgs17OCRlUDXuzlEjd6Q5wKdD/ifnClgPTh4Ik/hH542Uyj9Z+hI+UPW6uUomPCHsYlszt45
sdFn8H6l2Y8EYDDYOAmcTYIbNHNEwNoBxh3G94pcK7jUi/Qt6xkrjEV1aiFSAGcZGINYJHmJy2Mc
BhqcOUxfrHSK79CsFSLtccBf+VD3FsCP8AhbSp4uIU/p4az238lT5/qJ1m0llSsl43KSzwT0CIck
ivam43D0Pzqnh/LUSXzuL4Hbw0bUgl8U8PxQGBD/PH6elWB3Jz7+eB4f5oa0DKNiUKegUA0LAZRM
uQMxdOi3/1uYXkIVCfg1IVXgldXG8CfZhfzWbv79zNxTyh8/XR6FCl4u+Ls+3DeaDnK91CEsVXjg
Pn41axnUvVHxY4GCVgqlGGTQmCJcgNlVPgfYt55y7jTfY1zKyoz0SF39rfEc//sDLeF+NWy5ozFW
aA+Wmno9nEuu1HvRaMRDFIJ9o0/orTLAfx/yayhcs/a88Zwr7bUlfa6AVyvT9jWq008eDiqFTv0J
oKz21Lhsa6WftK9NcE7duF3XrpolfS5tE4bm4R3sVdSfAT5JECcGpgq+3ZUKEfUhO4mDXe8TUaUw
nSydFuLi6OclAPUQ1nz8xCvHjF8kDnRTSULu4ye0s8tbjDTHlFgIx5fZxgJr80F+/sQ/ts7Q52lS
j3illdnpoxHbBEVNY3d/KIN3PsllbjcnFrujrkD3PX6otS4kvyhy+LQPIYbZolCzRqM+DDtmR54C
4CcYVzQbCzyycZdZjxdbQUcyS0R8Eib9VEhgyfbseIUFicMFw3WcIrMfoVpD5jY/OZQhbzEy7HtG
zhj8CEYBf0d5UrmGs8EK1SL0jZvqnQcDIBIxMQS1bePXrWSG/CK/SDO+5NuRQ/sL+fKee5Ns7qk7
EsxidC59F3NPwpBG80MPpiy+YLRP4F0wsNrRpmcfnCJg3OEctLHhV071PdH+sRXKrCFx6+OzyONH
JV9bGK0/fsqV0L1kDUcyLGcGv0CROWo+41aYIDHZrROcWnkWotxIK+PxQivV85KFlxJATJoBT1CD
CBPCLhz+RwaRdnCjs5IQimTfj9dZYdszSxYdDLNE4ufYVBjhH/OP0u2fg7NkJB/y63Tr3uONL3KH
8P6SBt07mz8+CWg2dZkKeHO8VR8qL3FCLdFlfdIUZJ4iIN6okjsVple74jmxMdx42UpB1w7pffD+
Y+kOM+YUdqUIDCcODj6AFaNXGbxLl8weXPaT+5BBmue3SU5r324RiJgqGogwP2qvUUd0PYxJH+zQ
TNB5hO2aFelvMNnRBmMLQbC23iIIKS1kSf0R63GYwinqFQ6k3hZNZm1CsCS/8TLVCvBFROcZU5bx
AMcZldiDwaJWeLwDpd9vYG4RN0LYP4Nyjw2YJO9c/1c4l05P62G30Upbi5r3Of6Prx/xeQPFHJyk
zszdwa6OqVu6RCcmhmy7btcYud4fZRsMVhcSz/2ObOlUrSEFlmQ3oav7hnCIiPgqr4nZ0arAqpNv
xQI0dewJ9qTA0gGfY8OtWUDvMjFq+KG9BT20941xxxmgTJcNUCAjBG0kTdKjI3d6/NLX8qwlD07q
SVn4Pd56CXi3KWooAf7Cep26gNu7U86s3u07K9WrZuMrr6Ug7Pz5f3yGsoKoX8nQ6HHcJi9+h09y
BGSStJ8s/wljQqAF0b84NFb0lm4lBHOJ+UvIuXcKfyw5ovaMmXnJ0vDPsT1/7QgDQrDa/jGosYuk
pozhnuezWCFx0ITuz42TutwLoA967IF1bxf2qFea4CYfGfpFtCVdN8cbaw+3CDJSBG/Mcs6nBA4O
t9fcmi3cYI61G4gb7sKNJsX81357hYvQQsejTyklGn3xwGojvOKS3n68A9eaXkuuB5kotiERGgN5
opO3AC5rF47RqqPPvaWjVbUqyfW2g3O9JjRo6j8F/EVhzqhapeeuv7I2/JySQ3sEB73lNHJmGmvi
jeC7/gojJEN65JvAfLiQEYY3Nlztq6fHv3stIN7jzI9dBXXNYBznaFsa6HqqgUVM1gEq25Iv/7jC
omWSEq4oSiWbG5yffqrzXAG7thIGfXoHxay6BZrvtsn3XzuY93T6x/MkZZ/EMMrDdwDL3+hepSPK
+kvjZGbsTOfw5j81BxCcio9841yuXFdLTsUodPEIp+i571VCqloVDAGoxa/Nnvh8cfyyZ+8P+uOB
YIc9MSNuFeh4YEu9AO2sFntaR1BT/258oZU76x5VfyxB/IjPeAqRvWP0AkedGHWXqoloZeihFOga
Kx77JMMYtXdxO5v8qRpjoHjsauNYrqy/xOYz7NRFwlyGY2z/jL++LzerjLXp0FLDnpIFNh18VODB
YbyRU37jMNeDy/T0ER+3ioW1TbdE3ScV/OnBjQOw2OENSCXspNfBiV22UMUSfVfIIYa78ohgIwcq
Ok2PP9vKxqMX0RpyKFNL03hrjYOBRf7MWInd/tmUP137KIuIDKktMtA9LgNJQSFPCxooKPyfVtr4
9WuZOr2IxTVMSQcxHudJ5Fip8Antepi0qkCbwJjw4ptlYraM3jYbLaQ1COhS7R42zGUZQwvGk6g9
80fY99ByIGrghGcfcvQm2oce0L0bq61Uj/QiCxybTOroGod2zpWBY9+4Zda+ySKUyvRQVwzlo7kn
1moz3qgC+qfQQdUUZQNHfs9T/zfc0Eucep52ldLHuCJZtwDcTQBtK3Kba3aSdoAou8IZlIojPGLF
XC00GnRV0Yz0ECARoNlv8q42oMDrbGFQ7rnNb79m3vs/I9MUyL1C5nY7sCCwznBZK0b7w78Wu9bD
LEMbjdBs3PAg2r3d2pSOy1LnwVAQ3h4fMvHX6EsvZd4jX5Abpke6XY0nEWzZCCM6+JXjTDz++78f
YnoJdi96UkcllaNeVTmPOkAVTKVO/tbVy678+kWIaPOuQf8Rf31K3iMvbHaDb0nvXXnzWT1Eexy4
jjbc9D1YqUxpmKj952uNlEhVCjUgfwSfajLkMyGwd2KcKdQwvItwF8eyToMErSW3cGvEuRJI6KXo
O9WIdFzP48ay//PBVWbPmp1olg4pdBZ8e7utXvz3TbubFZQ3dJP++5Ai2whJkWE5IjuT4gjsN5tp
UWbwsZELGg2nZlhbqD3ERmHLrZa8y042HTtFqKJTVCUuBRRTqseVF4FXIMRwsGXcvA9hkwz7IkmL
Wb0ELbMtsbMpD/x60rzx3EeKfhz4QWXx+njfrTAR6aXMfENJPpdL+FbEmwDDGhQ1v0gm9Jz0ateb
g1pcMRRFN0M8Dd/B2/ARHWuoyd3q0+P1V9qbtLIIZUMwSCSAvpY3mPStvbWHwOUOGFXqgpF7xEWX
7VMErDa70Hryb7MR+n+w7rWiiNJcO8+wXsjAupIZn4tdhBFlo1Fv9K45N9aW1cgKqoCWF7GLlUpF
LjrcAYx5g6myJ+6ba2mRS7QX/gye7+ReaOcOENBolFuBRg7bqNyVrJ5e4tiVuucmPkJCAlipzcCD
vHWmzJFgI5Nr4WikkP8ox3/K3uglfp2BM7TCJJg5hJw2REb35Cdvg3JjXx7vlN/vPHqp9l6UrS/V
NTaK3+uYKYwKdG4uoGhCy/HxAmuXzFLoHRopkJqrBHwonX+eHPYZBvap5Z+4l3lGg64BEKQj0J3A
WeNcuGT+WNZ7hgFau/ETfq9LaXmRC1GCWHakgT0xy5NOhRHyPq+7jRt9pTKllwjt1BcILwh4PDkP
VVI42ZVmTUwGeYdT9EYxO/nZL09ieeszfQIEuDDKC9xxsvIlL28yDHKy9FUmziC5rV9ijgPv9g4W
ym6HGhczRcHrBEibOIPVK2pA2SwGLlK6KyoTFq5K+X9+qP/x2vx/P4xZVy5KeZFR5WIWYQqIdHE6
NsEz11xmq+fI5KAYRDa+wkqtAM2mRWgvqB52DRHj0bfwytkwdQFLr4ah2R7pjfZ4t63UCvQSfZ3X
YivVbYNaoZXOLcd/MuHz7Lwu2KkC5+VvXom1uA8NNLHf6iidHaZhP3uq4dEkCvmxULaygzsG6Jfk
agnGbjNZgN8wMnw63gkjCEm02eXXsr2U41GEPzMVDpr0wh9Z0E0jAqkgqxonMz+IhcUBwBBCGG6q
9SyZpZsanEzA/WmbHFP+qyCJCc1DAhlNGhyOwVRkI81pWGxAQPylVVTCWxEDqCPY0HisRAt4Q2S/
aPAXmIioPMxPJPRK+kjleDeL9lU56G2ggylqsCA4yI1H8++Pv8fvIxB6CRlP6kkRigJjNlqrnkT3
q3Mzt7OI9fivrxzsJV585EfIz/kV4rDwSTdvfrBxqFfS0iUwHJKMQZkG+HRTekTzNQ9tJR/VYFO0
bd7xv22NRSY3iYQVMljcej1xBF9PnzuXcxkDhQccK7ZSgDm6/bbIIuq1Q0IoCZ5DaGVDOkmN1cJh
7NQhpm+iQ6Ocko0j93sxBjvmxbHO+Zap+BgviwNePnmTqlDtWufxF16ZBNFLYLaSBzWNXYQNhCr2
yEB+E7qNSKNSu3KAStqhZWpgx1d2dgNu2W1ulRVfN1FXK2FxCdJmZTgf83mIdpcKo15kcfwt28le
BD2huRmtaJE1GaEBWLHyJm3URCvddnoJ0M5jEiJ2YFcnTgfyfW11HrlGu9SQdcGSTSh6yZ+jJ/3j
Pln6JowjjeZQhiPau8MRtiJ7QIp4GFomKqPRL8ppvDz+lCuHdYnHDqu8I6mMTc8nMJMHZIoI18d/
eS3oL2HXQ1M3nBwg6DNtu4+5Gt2zEGAB/yhx0NcTBoOrJS33nwdaNMoJY0Of0wUKZLe0RqXdeAXP
GXz3vfFrVg7e0nPBh3gt/OJRFoLzadSXdp/uvxq8TFaX7W4fbqTbK1tzicuOw7LIaxafrWJij2bh
oDLkRldOu3SI9YpPnaweNg7hiuwFLS5CSc/Dih4j2Zk+xbug6rkASageXHnBFhE2FrmPQX6JV0tI
NgsXG0WaEXaZwxq1NS8SGPGefeN1IA4tEBirHSiiVvCUWORZOlFOqKgjSgpl4xespfVLQDbgEhhu
z4+JOT0oMqU261+Al65txWTl95AsLjKgUSYdXTFoksWVWaa4uu061muTAdmxcdtw41Zc6cVBu/i/
EbmaID0sDXiTlF2r/v2TgUfiglkDDbRRj49bIJOV51mCqydqglEni+Dc1AZm9QVIfJETnarzFjRj
pTpZ4qsF30+DWMICkB2Brst0HvZbwPC1Pz3f/T96X00XtwLJ8ac56Znjb51vcjGEFo5FeH4cB1YO
qLDoDpWc1ErUgAVGxmovPrTdFHQpSpBqNXHLR3mtzl9CoYcpIxTqK7x8OCsEkAX9CBNNRqvX5eAM
MB4YFBg1hIACNYD1q1F+s4oOWelIgWCT+fg513odS5w0K3Dc1DP4DbC7hrxhkx6lxANGTIIcWKz2
9E3Wc+qWR71OoLpQv6ajLYKXn+5lOA1pHGqfYk95kIX6+/gHrYWrJVZ69KMgLXr8oOmp06ldfmCN
6GwxliCo4FMYG6usbf5FyVSFIhXRPUqmZnwRcqcad3QOrW7IrU3ieymPKt/aUZijvoP5OoT9WDeX
7ZHaScOV/sh6eCdsActWaAj0EjZNZZIUwP+T9oSePbVBZUZvUQalHUm0O8GMuH5PuH3EnUeiikgq
yA0ioSnj0A1KiX1KgxS+87NwIx9cOVhLpHRb5KHil/gx1JhpbQO6Ewu9eAncaYjThhtAjZUM/X8M
DCI57aQQIa6QbBhaACN2KUP0epzHH3clp10CLlu4MvtMgWfIWrCRmFKloBcdCls40pUMYYmwzMqO
apT5ogEH0yo8CCbtuEOngXA5CyGh/fH4KVZ26BJFSSnopqYylunM9gNa6+pMT6C9rbncWm6+xFCi
n9rxzFzcsRAGPQVPMPw4xq6oS6/pR/fCvkpgeUMNLNgzWqJoUCuI9QAiVlszrrU9sMhKIqZIsrab
Hw9QgHhwoG+vhKlekI0p00oA/x8EJeGoPozmxwM5uDwgHdBkALA3jsla0rqEQNZTQIlwR0dSFSM4
qP0tM+UnSBcbcq+2+uQ2mnQd0cIUzon9eD+ssFzpew/rx53XTuGU53O9zPa6jMBgM3ZOqQmUAog6
YNTE2hXRxQAN0/hEzcFy3Fh5BVdFL6GQbNbQUc5i5eETfLuk0hkAeICZNgKLPyYmpZEbREfwpMo+
vsbg5iP1MrbSlBUmD8wR/3vXKxEcQGMwyzF1C95zfM3J5DUfAfIpsH19fIutcd/uASjUQd7JLtR5
qlTowu/JTjRzu9WA8try2Vvrgi0hlEGo8CHLIXL1kE/LzG43nWuT0wqrdjeVllZ27hI+WTF8LIcC
8FrpQXnNOrxNrYN+G+AZeqlBQNzzTcHgTQhCCEC8bByXlZi5BE6y2VTTZJg4T47Yb6oBUEseocRa
ZJ+Pd+/Kcb9zhn5s3hEd/zAX8eKUYwgyZu1twdvWEpi7qsWPvxz3kJMmPAq2zGM/0ATHyXhpPjkT
/bLC607lPnrGFjUiKz/lHlvZSaQlrvDGeuPGq1vLWJa4SamEiOodBFpBduUDYqrw/wBUu6bUj6jX
hi9ZDYOthvxaf2GJoRzrqQwr+N+Bhw9aFbw3CyCt/9InqVYnd0Kf6xPa8fVL7/auuNmXXan+l8DK
QaJof5y3ZPOa3kpg3pGOfoo6p/tOY9C72Nyk1a4015ZAyq7gmKkcANxoLxT0GlTJGnCzZvsSYW6j
9l55mCUespXHjpmiBiNlOW1tme0nrY7LauPaXqtDl+hHuH1CQoTBfgw+IMxGGZ0G6ZRAe2a2sC1r
4XgJdoRtzhi2bUl70lNwwRSZXPtv/gZCC4w7ogjUa3AJmdPoZvteTxJ11LP9pvnQ3Bf8pc5fwiBj
nvwfK2hCEeBW5iQdU0sx4G2sxqZEjEovN47VSsS4n/cf57pmBpJMfAu6DprhE12ro3iQW0alsi3h
m5UM6z6c/LGCRKQqGNkZAeCb0DSuKLhZQXk2BSKJyrQKkkBko5pc3RSLNusIV6apkRD+pP5piHS/
+mglXpNgCdEGb9QrNbxGWxrrK9fHfdf8eCreVwT4ggO0mEU65uZh4TTp31YxB8kc6kT/p3B+r2V+
LpIyskD7Jef5TMh8iKRItWQgkCWp+rBVi1Tp1McLrcW7e+38Y6UuZP2AKdrJCzXSA4MZE3j+vCa+
3oJRl+pwENA5iDjlpZpnDj/pXfeWVaEOIOXGD1h5n0sMoyTLdSKRbvI63+3zXTvSagZ1q8ygwaqC
HK9fgSJplW40OKnvjJ8I+23wlSZekdIb2+eeVf5y6u5Z6I+X4DdSqkC2HLL51RWkKpUpiN5Pb7Rk
hJxHBmPyocUoT4e2OMTN+1j6SBp4jclf08j0y1zrkvK5HzKNp8HcLDOtGKULSWwOmsnKEBhVWxop
V2qpb6PTAa3fBCWZJcL0gEl3bFEYKfnoMYnKWAjt0QYbXWvp77jpZ7dy0pcQy4jmonKAoZ1H7XyX
/c6uQFe4kjaayaGymXN+zWL1iTxvfM+VU38H6Px4l5HSZ0zWwQ2n1QKbhoJTb2Duawazjg90LMMP
9Hohvg29aXXjsKwof9NL3mnO+DIDJy/YNYD9zV7rGp2kLDuyAQSekudaBC4/OPECNH6ma0YEKxTB
Ts9iI4kyT5SmY1leIUsCHXccARgjiKIRcEArhGpKBg3idu2ow/RR7ZgMgvGDKoUG3x7GRtw4AvfW
42/bb1GryVLcTBLXwxXLbyA3gXHKxJuTYMdEQifiKoPuUNc4l2jRtOxoseHfmDoUefUXst1qkHxO
8UebM9YYfMnJS8agoeX0cBuueLshLxQ5ttDthneF8uTHVoyufgQlC4H0uxSnXITqdg0AmJ/oJfMi
YpBDC9mRz62ioFSKPnPhF1ROtCKEUm1IqWn2OlTJvqOsRDFq+AiM+HNQxFG4bC8psiZVhgi+Y59v
jEjXEFZL+i0VSWXcCNDOptELYHTqwtgZ5JO7W+mEwN1RG0PNtSi06FcRcRTbUuBHTwb6mIchhhrA
JSDIQc0er0r39vhwrAG47vfXz8OBDZX0Avw5Or3fw0lIMePvygIGVbBZC3dvrWI+ODGy1lrEk147
xoDHmyCprJb3hcp6MZqX5oWazcBquwu1tkYzEzoa3aGBYoi8sSHXLoUllbdlGB4WMzhQCMhxBiFv
2PccJ4OepYjiV0lrGhDhQSzQGKJvFRorHB96icQWfLGhg4HQaAkXoIvXZ37CcAH8LvEYvRSyHhTH
ibn2xWdbm/S59LVRVgf5lWcGtW7yFxZ8NNB9Plt/0jlMrejI7Pr9OGphoqdo+gl7Eor24++4VpIs
kd2EBXmU4pAiMrVbBlAFJ3gnEEqDzAJj1MGbAtY+AN/VG11utURWdugS5z0VTTHENJaENNglMQNH
tOvTVnm6VuUtAd1kzOo4K1AXdODnW6i+2YNQ4A073R/+ijY5zHggSb0bd8JVOWff3aVKtOnEQKne
yndbU6472OWXQEjPJcWP4zHwCtQTYiXfy0pvRMJuNo/88D+g4EJCVRQ6VeaOYAPAU0eFPxj8o4rw
In4JT8U56j76Z4q4LeSd/vQHsYZHJYwNdnOjpoPRjMYhsCN/Gs3mj1iZRLYl8gHZ0k7Fda+8NN9x
4g1PkPhivxKgTDLox6vUS4V8BP6TnzRCIXL9URW/FIgS1kbs1mDI1HqCxpqVN1qTfeECKd+heV3R
anpqIJTLG3F9hkvIFAYe3e5g7JFtBMXVo7K4MFqGJYTOqGwvtuLeLyWbnXIzj1K3hYIkMGu7IJoO
PF28U8gZBTnfj1H/JowwtI5cNJ4buO1FXwBCgS42WjyNV+OjiYMRiYxGd4BGeFW1dl/BignaBH1V
6FmXGawUAbwnbiD3fg2FkqIsBa+7Ik7yNKPhsnsMvaOeuv4sx6z+0W+1HTcqjXA40OoLpeWq/BfN
UrdXn1pI6UdWpAXWd6B9wg5zT0PP4x9nFkuU/ihySp7U81VzFl3yBu83i+wZh9Fjt9slx3SPvhsF
/dX0L4+D8DiSCOwdK/zbpl9cPbXMA1TUsDCnSMkVRuBnenwtqPhP1rXnnBMbCZikkFGZGJi2CXIC
TPvKMZdICNwqqvWqzvZ5Gegs7uDsPPonOTLz6tzlT0SA+3IWayWGXnBAVTm48AXDcPKh6hul49/Q
b90mGA+VkNpyDmwIKWDNQ+CswEK5Pa6RfldodSi+lpZwk42q3eQ36AH2RpAERg/B+iQ0OB+sXLq5
UIwyqpUiQvwmNxWW0cuB1+Gipcqsk6UeHLb3vfJUgpfJ0Q4QlUaTySFYdkfGN5pB1ij2AwmX3vi9
2cr5Rxs5tADrCDyuIL8RwgMQBi8SWvXbP2k+xVqSvI04ipn0HdSKLQ+1Fk9sqSPZiRuzGF7o1KQa
bORcroiWBFAwiLtIZcdTyCepyjHFIUhDqEqOPVB2UV+YUxMbTTsggBhy5cC+0OUF8d0Pkh3sd186
kuhKnD0L4WAVPP8WKok21OmfcOiPzRA6jGK1BWT8m4y2m0ZRQbdha+IVUQUZLx53wMiSDPpdfJS1
ap0LuDY50cgmuJpBYI19i2MrZV0S/M1r2E1Df4qWeTUkMu7+TJU6sGr5DnIabUE357IX32uZOyiV
QqxKasXUkFKRfHYpW/5p8zKFKFAJn7RMGfAGoeUGxyVqyPQAntwOFcDpJS1rScVbHNWukvB/dqxo
jHynChyuTnDyjUyB2wNVvYZiFbwKefZC0vcmaTpPiAWLGQQ972LZTvjxnanHxM45oX4NQ+iKK3z2
PeWlNfU1BJeh4/3kh8f/T9J57LaOLkH4iQgwhy2jqGzJeUPYxzZzznz6+2nuaoAzTiL/0F1VXTWP
L51+SZLeEYhYafwV04h22hF8Qj9pVMk16Zw8sjwlDnLJyaL9WpUEpZVE3prWCD8Ydgm5y095uzIV
9hOptpxeFSZ/Ey6IsMx2Q7NfuktPI5bkkaOMjRthNrbYHOfJbIuDS9QCSzehCtDdUggWwgOG9KiO
R3F1RvWJ5JBC3QGDYD9oCrdpOSY9gio90DoH+sTwTFNSnCh/FbcTSXPljEa3IwNesiNhPRRie4rw
9yhh8TDiu5pbcrMI0F0Zh6qb85zfG9at8b6KRD62ZCDeNXM81t1v2f4u7Dm1I2xG/moWFoky3fqB
yI9cfYMsxt7GoCEWsERXM8SmYoLv9eiAETkJe1xqniv1ukXP9SzXoVGJF3xBLkUnnTq581oiuMJ1
iN9GyfRjHTR7u+XSucSVZ5k/t7w+8DHWGWZcwDaqf43azZms4bCKMep/az8rkRUOlXxXVvVGNLXy
bEZzvytJtBYSV1CW4qBlQGJs3qasSB2ssFFjaajQpx1OY5nd1KKjFm9Km7jLmj3j2j2vvPOEhOnW
8Ov2TMZ665iGGBqKV06lt+QE8HR+uWxvU8ssOdGbkyXQCdlLfB4/ilXnoZaXaSYKW8DNLJkgalKG
G4gMEmJo1METWCpakfqAA8x3ErA0Py9S5nfG5taa4tRGz0sS21Bq3Ur2xIdRDQYt9ZHLNMbQ+yQY
7gSmJ+IH7xF96D5+jkpK73KsNPzXZSvIUs3yW7Gvd0rCPIWlNx9to14beY2OZXyf58vY/g4ZFvUi
5HeQt88mb11PwSoHl6kXdkep144xik6vHHRhl5pV5FbjecPT3Ezbo5AUYQnVFIt56XSp9RyREe5O
1GKKoN/locckWsj3POA5aIsTuKcVeyOO+UeDk+0iQpwY12nAR5y5uaR4EidbKD6ZCzGtO7mD4vSt
W5FmC4iFPgsrENcd+XsMBme6MxSO9M13tluYDU5DLJ9pS7MjIaSFjlLsicgdPT3P5FrVR3Gz4/JW
S9cUx7XKG2if49Y3pcMQPQnbX1LiL1T9k0qcNgg4MnBvz8f4ZeqSnZAVoZ4UL0PW4tCe13LQl/sE
mq3ty8CcEsNXsBDSLIK8Fz3oua9GRSawIHf6sVucHBNkTGE1rjSNU/BhJHqIlWdO8nQlZmvFMOtT
g8iKtYNFd69WM24RRuNo2i4Rt8Gp6obfEA/Dqa2M9Fu6d6m/aF5UYFSkO/JDHIDatwwUwwgYRcRe
eTEcSU9tFg9Fn+oINfqnlCm4+DprsrsZgy2YRNsap57gKjPmEN3C8q/YsGFh6OjWEIKS45sfDnru
DDUBclk1f6j9eFkG/MDx+gd4W72qOJLzlsuY5REzN3mjtG8UT0i8VkGxgAHNwO81LSeZU7IQWp7a
V5qfeyzhc5ryGQOpU7WFSg6Sof4qIqYAqrvW50x8KTfBrsGhhr2he1IPwde9YFwWaP0xVt04YSq1
HZ+0+txMXo9hnAoMRVB1SVzacN+eJuRl2XDDR6qKOmLtqAVL1zS8kYqzUV/WlfOoWnydKfFeHp1h
Xcidd0fx08x+DCJhBppoP/0dTQ4JbMBqzinkVki2sUCXwtpSHFn2JcmzuucuftHqvfI4Kmx9OtXV
AS40Ls/66nW4TsOPqHZtOE3DOfchLPdye65pmdXRnaJQZqJyDKphZ5HEDML8vsUH2G+VzbElX6Sy
+aZsHS29PVHlkaM+wyMZ0uCNbck5lK23ZtXCmDfaxOJFBQMpmnQ4ZoR+Vl0HGQo57Kjt5lnbss/w
CfFiseeKWfOLboJaSomX6fqX+Zl0XlptLNrMUXR5F/fFAdeo/fR4+PAJ5pz7I4nN7UaIQu1PHPQN
7wLccFiWPRYbjtSObrWeCzQiU2tcu8Gxhn2RDK68tME6TpXTdu1RA4XSaxS/Sntph6Ms3COlOPTy
F/G71RoxSD9MVyUVrgw8OS32tHicPo8GiKaw1wXiqFsMTpdZstXFyczsNC+twvFU6WQm191hlI3a
sbaVykrayfH7aABYjqpBUSX2FHsUZYls+Gu5lN/bxIWfGYqblT7SeQIJrDpQY91f1RHDpN4dN8Ue
4Z6AzMWT0bB/85BLwFCZ9663vbqavlwBash6kLTzZZnfUSvYrdo7Is6VXTm7MgGJa606iXa0Co2p
gGo9WFtLXDzuH1xsqX5v5t5nrJdwR9K9QaIsoSTOXkzeq8gIhOhLBLAC67U3a28ZT6ROB1YsE0T9
WMyMoUWVaptPXRdoZbRvLPNvVWLFnTLhWlZh1IhfUkaKa8qr1qY2kJuZJwYv9DJAem6BeWeMQdNM
2zIOjBu0VCFb97muS2B1ODJNr6X1KYuvw/aqrpR1XlM8bSRtSIO/Er6C0XkUJjimUgo4sp7dZln5
nZgudESSznAdHNFElpc2bU71ZMm2Ugmh3rBihW5nTL5cB2KZ/VON1kusAQPnB6ldb7uqJSy7q3Rv
LvTMxvpvIW01PrRVOR9nvSd8tBqSMFmX/UQokM0o+W2qpZM+rMlOEaePmjt8x+SvFdTdl7RlXpVZ
v8tC5nWdOZP+mumU7wyMwPKkV6trSMyUyu88ozGZSsIkZ8xZptbtC8SD67inmg3bSDhUUrZLmigg
A/QV88iDqgrBOlPiTFX6p1iEL8RkN2oi5av5Ka4GRRrLTifDmtMSjU5dnbmcDwra9r47btlnan2I
GkfF2citxM7Z8NVE4iaJW7nXAHH2Wu8JLUfJtOCIg9ji0G+L+jjYgVWtMTkug7nrIuXSGN1Rg/KN
m/KwLRYDlDQDXeQXcebWUsXja8SdOtTINLb1uMSln26po61voqp/NgttmlQdSokNBd6fab9Z/5FQ
IQ1ls0sgAWqv1TRvG/uLnA6OqPiJ/N2jNDCV6i5Itwafk25+IbD0WKrFdRli5lxMfhIJW+eR3yD3
K/EnxUrRprz1Xf2xKtau7vPXKplfZdDBRb6243GpEvAIleBrcpNJ2J3WiHsR9rAUGOW0o+Y5JhZb
YgXeB5KP2Au5lzdnTti69uT+kCOBkPzVCsribtEOUGs89q7a7AdL3kkVycfc/u3MKjG5eY2xDduU
Y7fV3FVAlyx9zeKzvrpjxtyaKv3KxfiuzT8sQpd+jPPDicrS65LMjfLFjdp/ujHbvfJbT95mtMeV
Qq6f06OkiLYw/OqmYEuWV1cvivlUpm5p4AEP0VLjGLGA5CvVh6JlVyuSSMsR8nBlmKnVV844CPy5
dmX9fUuK/WrWL22KdqUvd7LolCJ26oxwFZprWHuDOlH5l8UuZ+uQf6oGD8lJGQLKeHLjrkk9NX2O
mO2u3hPFNfHaEIWjKe7Kb+jtTnNiwkWqj1l518yQKmFbgrwHR5P26UxsTp/sDcvXWm5q2pSDtozX
bTZPMd4WTLuJfeUKiA2GgZIWu95JdyaMp4Ycx15qouFn2QhTI1dFeY/WICO1oMOsIC1jT87Oavul
MzxnThlBo7R2ky/qpxzeAAtWQiWH3G+NvV6fOT07bpgpOypMCotPMramC/unGVwTeEsn+1M1Xcv8
jOPU7iJPkEMNBjz6Wl8SZDHtw/26lH1je10YKO0LZwDyJINCChs2VHuOFF+LwO0ImXLodBoqvkFw
R+M8KCVn0aEY8FrerLNJFazmrSdh3QQdMXa5K+Uj6VMc2VTZfRmHMR2XYuVeTLcg52xrEUb3tlZQ
DoPbrPEJT7qgH+golmEvDAQuSji2pg8gISUFsvXi4TcivTktVr+das642k67YIqDTiswbXzpVOxw
glLyjCLiQ3SHrIjdOlOojVNXF5fLXBuhFqP2UJUfMcY3qux2XO1XYVZ9ofAjzBCX94jpoa4qwlX0
FH1fl38GR89S0XZ4EmB9lIUyul7bxDQAHjEc209DDSdGO+r1q2+uKjNHlQ27OZBLxglQ2FTf+eSB
Mla/RB/Zba2/ln0oJ+dBeNeNNBBmIlJMLCrwfePpm4NLiLtpnaSCyig6WFy1U82IZNbUoLS1lv48
XBzplg1jfErqGQiwFZcPNWp7gHJzVPeCUPvKvARZNXjgE2SDJrmvE90cDXS+MoYDWf1nstfiqiMO
YFb3Rbfs5zgNZIssJX27bpLMvF7uD+sUVlL3s+l6eqIEfrbEuNohdHIwV3oelObWlvNfHNO4waDb
UZQYwZBUt8Zkei8yrZu4Wrq96AndyxoRYS881fLq9GRF87lccR2/zWJKgjiS/gRT8uox+lnnW96e
t95pPpX2Hwz1yOARPc/oKoVT/NPxAsumzlvHRwFnDIf6TZBJScE4Djc5M3hQfSYdmXpqUsZLPUMg
8cyVZnutPGnxh/qrJoBstlXpWe3tonES9TEcE7Jj1dpLi70p+VofO1HnE9cFxLCW71hJUghWCM7d
QTxIIHZNa29auPW2ZV3LmmH9P/1buqivyocAFn3CBFgaXUl3m94v0vuYnUatd9AtaNeBy1qLXcAK
5qh7DevCIK/PHf9a8PEW0Da7L05jFla4ZE5OlQUt5pTWRckCnWRrJO2V4bUkeNEFx3uBQqd+0fF/
im5TK3tjaU/5v1T3I2YepFA9Kehg6w1jxG8jy+0ignB/bZmZ7HeZcijLJsz0ANCdQet5+E5GV07D
KPsVkq9oe46Hf1O+hY3kd8DijUvrVwETxh0W1TYJz33rWc2lNjaOU8SUMRhYvqeQ25oaKP7LmrJz
oeForfNlbA+NmI2G/Gm1cpaMpZGH+V1pYjrQW5t53CVr5soVblVZckLLHrR9clTNo37RmiMeBib2
h4i2Gtf6J0wtXbYXG68lyER16adQ2nwpzRGK4PDV6vThhy7bUyYImEaIpGww0mu9lFbYaO+JxPhr
Md909Z+BPXQGwCTN3sxhVr2rHQG+gu6p7bGs3ET86WXMpqtvC/Vm+ddMV9iKUcHZoPbw5JQ0AI6T
XH6AMw3JJWrCVrtX+anTjjXeDQwglHg3IK0TBY9Lb+1CSQ4pCLb6p4q8glDxonQNQLvBw7nUlsGq
smV4DMGSR5BMupv8cSVFZHsu6kvVqxyz/igAtJDpPZ4oRxpmHP9R47lts5NwT3srgdW/uVT61/pX
a/24fS70UMUR4tRSnU8Dc0UYag+KNV2isn4aAAiUhodJirx4s6KAlOLEfOGzGPVTdVeT13i54HQt
bC+dQmWTpE6WVudmoI+nqdaTEiHdGOgiH247RW+VsDGwT3SQFqrYuuUNyM2hsIrAqDJ2PG5+lisl
V2Gv4mBe4Vt/LNv6VeeWLCjC5IRmtnjV6mu82nX5FA0s+ZNOO1OpvAG4DFHFfJxw5dWJzeua361t
o+w7oeuYugtiSdswjmt9rZSXNjprFLQ1HGzhK5E7ybuyOKRM+Y8K4GHug1tlVdjfas5BrMF7mSVL
X3NvKt/QP8dtXwpgvEH72ee7mbFz40shM07k0mRodfnkcxlJMIsEeUn/KnUHuGkX9V5LfSyACCuz
DH/8ZZcJljeoO/j3mQpku6bGS1P9jsWX3vZP4O1oYJT+2AyOmvPu3vlbq+xjUTq77SCsjRtSZYvX
11viLgGLaOqnpfxY0/OGP0383lexXSpPWRRU9OOxbVgv6uICu1nnrAMHUwKlCtEGOgYn1UQjBghU
kJRmvEntQUf0lieHiVKWc0R3up71fsy490eddl7iTNkEF2iIkqKrQiogmuWU/UgaH2shWpjnt8kF
APWyGKO0/Ii7Lv5S639z8d53jspEGxZI1qWqKwc3XR2sRDr0NTiKfkFCM1Wk/AVGdqV3qmSuTb2w
DeXVpKyInHpzRPTY/VOL7WPJ5fGXa1elvpaFo8dBrPxoVuFq+nMOW5SFSReM6g6Sg2t4MpyZMJHm
BYvfrMBhTDit1b0nm745j9k16d+0CgD30AuzNzGxkhWfixUq4h8VXSvEjk6VIlPHJId8Y4Ayd4UF
BZjTtmSy2BVrnupFpB6xk84M50i9D3UMf8LnwyaIID3N7n/mesdOaRI36wIz23UdxctzT+ZiH/9G
+kGP9hsS7MQ1imD6aTNKNfzDMInQvOR1idxhceX+kmZQm15Pgyc/WyDuRyVdcLlnGhjoir2ccgUG
OiiJkIVtXLhF95rr3W4oITwO2UjRaIRC/7WZhqOn+xJrwr52RGNXIbAn50XmOg2Mc754qvy6/Srp
m1w7mkDz+xZh0sC5rFeOWPL2CVR048o1OLHKE0ImQfvpgVufV9UE27ZLIgs6ztGC9PPBFxjXJWkW
RmD5WVRvOOCFv0oI0IAXn7mBjAizOXkn6//y5b271lwsyS7FNYgyLfrVi7cZHTpQVsFRq0LvRi4K
sUmnPAd2BP+w5z5c0epqxkesnHoVv6bcnxMe0vIizwdWQtGCEToKw6Cta/VncUBYDNjryupbCvhg
XKfFxXtMoY+UXgXUFipIstDq7rQAiSEFMmyj/a2j84wDtBWqHzp4TkLZvFvNS03Q5GjrJq4Xr7NQ
u6hu7W39eeCBH4jODfEoLk8LgjZa/6YO1t5rMl+cnVpwo97rhxCHaTH9NKcwzyp3mWHCxPFJmSJ7
M8wgjkk56J+qhR1G+6mRq4FG9JI1t3jyumbXzvvupSXIlXyDP3rPCCGu+hajlTW96D4yzvBh/I25
m0hOLZKPsJMtmxkzc95N+wH+YPRk7uhfJdtLv6VKbgS+f3GkemP8aQ7vi/SkPiuYYMjTU/+urEHN
X6R427oBVd6qWNpRgxDh6dDFR+nnpoiOgmAQ6w6tMkKuZHAZugWeQ5A/IDuO3kusfUkpJ6U3lAfA
ekv+TWK36L/TIgBp1YEdlxdJOPSdmy+7SAxo+PQ/NTec7iNTf5rxC5BXokrKPmVK6ntemSyy5qGo
UeqgBHkvztHShp1+QkVhF+tR5dYVRlBYv0EbsC1kyH+N+E+YT+JfXd9oJQp9p8a13S4HreaaXuhb
QyP/10o/inZ74P/YkHGyyeX1P2DpseRUOzumyQ7jIsvR6h38ABpCEWAo2b71LBTJzhRfCl75zDdv
jOfnd/BmG67ViO7iHd6kJ01TX4J2edGKe8aaShp8v3GVnW9qODTnRgmM1Y0WH7QEOSJRFPhll2hr
6WXYXbhrBZ0YtpLPejOWz5FrIT4OmmdEzhgHUVO5xPrW831LMNw4WO0dqHj+N8atU7+r6p3XLiJr
wFRcD6bOB6qeGbj53vRDFhGqgb6BpIWWokZoeWvrqwY9k772wu/WOTILx1jhPQ6PGAz1oaJ0rLh0
lMazpNodyx+8RozYy65b96ao4CsSNyEu+e84FQr5jiq6Wb0JtZ7A9R90KgIUYiK7byKILe1QaEGW
7wrJsahdCWgy8bYbAtPkjPYLWl9OITOnidzlY8DW1EsfhFsgTB44qfBF6zX5Wgc69RJuSnamZKcZ
ZwmRqXwa2p0l/5v5xy2cjLDJ7Up4i5qX5quSo32UvcCcPJoea2REpMNkrn/vTyqQfrcgLCmeOv0g
TVzmEkPzL1b0tiRIkmqHl0CtJlFob5qbQYlxEvdUzjoM+WSL08N+K3XzmskC/mttVFTNs7qUh0Wn
aVP9mbWVMwRtC886ozblr6pIH7XE5HcBlrdAZDDb18kKN8dhrdxBb07G/6938kJq8sfWeXYSMsLq
+kslqoC5Kf3JaOV3AQDCFrTxwWHXpdN3sPZcQybIs1bmoERkJcX9c6e0+35NQrmqHX1sdl0T/YlZ
82lN5rcgp0ELtWzneuqo/U7Pc7+cVc8wPVmfuFjsKvZVutkrMjrky7YpuXXyIyffMmoE+RCZAS04
6budEkrN4QHDJa6o/0HZlz+WoOxSBX9sJkbrS3sf29gb179xUlz0Tz0XF5jzTuUni4onbcoYLEOb
OJgH+pPmdZK/mX4F1aKN6d+i72Wok8UcPyrVoxlve0c151PeYpc8TId1YBOXYGIyw12A1HJ6rm9W
/xFrop/NmAq2uR8b+RMQgJ8/1EWZfJumR2MPULsQ1d50jzpZxImfK2jpFi9uOV6b7QSmFm3Th2Te
UyV7qqMw46s1Tbipwp1glC7nmsCT/pokJ+7NefU3ixrrqP3F8++Mzj8GAbAp8DFAMVxJPcwIZxW8
2mL83ByO2kfRCzM8PNCHFeB7uM7xrpr2K0gsZBVUghI/WRX8BTxPqEmHTQdyl70m5xTc9vUKTBRu
G2zciVs4HR1T99XlXmGN3dmR7tWMB0dk6AST2If1eq5R4YxObkxXwGVQimm6CuNeuG3DkeQJJngn
40MzY56uW8hBaeysJkbb8Ktj1FMj21qUsMxxjgyJWLRzouU59abRp+FWu2fVuqF2wfkZOYEg32WW
PnUy72hW3SU+ZFQZIgUCbkEmRn4QRjE2ZqT1Tnwh4HX/XRgf47wz5HDFJ4uwuOVnQpFaQuBdJs5y
daRaK70cmjhasAZXkl0/Xcrs1dJP63zOYVkBerW9OqD2BNxtH3HBS+sXYwra/44xE+zJnSKPEkXC
HfRlWi+tdB/+rJ8i1e0x9fToX7MAYKXpfdHHD4mbYeWbx+Stbr4KdIjWfJj+i9SeUx9SVBlcgeHC
YXLMYztJlBIfOdUjZWThg98pi23tLHLSokuRB0V1t6ZjN3lCcRHhlsf8QCa4qZhv63sL6vkr0muD
ewbNTx39aqaTWzT9KOVz0eG5i9p5W1yN5704xP7ozqpSuDrVazqT1SWVXpJ+NO1J/Db5mjH3lvIn
ql9H4mjU/EoLCAkJe6Sqp63O3EHl/pSovaR9XPcHtYMDxA8LirEUw22ikwA5Burz2csDtdNJL17z
DTodOQv6NGJSfJXHW7xhvLSo66GljpN11xqOm3QpWmeZ8WcOsHnx1UNkPDK/VW9tPxCD1WgflN/1
IadAUWN5dB8KspWWYuPR3+QyhQUqksKpQfwoGVD6WIyZZx/9s0Rr0jiDsls2T7lZ16l7bd8yy2E9
AIICVkgx5JbwV1SfeOI1pW99VBSa0nsHzBJnO7Gy3LWyY/TZpasYCA9FV76mFXS4+6jdPtbVj6Id
c2ii+d0SQH4BPWfAH6boYnEd1BIPfQ7UYd+MdDQWMR3yoR2/GQg/Gthzq5svQGNu39GEWqJ6nj+E
hw/RcBRQaXQNca6Dn3JoiOFCq1Rv2EyeYgVN9uOegVWQGy8aT1t8ztePNn2PE88SP0UoulR903Mr
0I6L6C063OOhAIG3oH/I2BBT/cWSxO+xFA5xy00TYTP6aoLtC827nnHMusn4JeFXPn3hbp/kLr1G
hcbVPK4aBms6L4cxEfV3ifZlJgQi/HUSheLMA8ru49T6VpkHrQGHA3G3XRq0dDEEKGMA07GJOCdi
V2drN/W/LDmnINNx7HSISOJuZ3als5INSMOQdN+a8KyUM+KgmYkQho3ZIbFB8Y7wtkr8bKuoIcC1
dW6pVveMfPZWDT1OEQM8KPllKGa7kYzTCKNPOJXgKPLTGN8JOIXrji0EUjb19mR0tPf5LWnwo5gK
rUMDBWIiN7tcJ4fGpAsvCz+hV4R5BjEZ3szmy5QC1iXNOJCiMJ+6+quwWBMpgAvVqZnUZ4LLncp8
Enr38ainJ3W4lPzCuPjipxkZIlrzqVB/ogZj67dMZDhEogGXnwVy5xPNX7YBky2aXerkiJkEjopy
J/3JgPZW4oOMtOuGGDeSVbfS3wQSxa1Dw1G4fdXWdx/Hj285sP4zVDF6TJtwUg3q7tSR1du8JCi/
yg+ubFMCTjR0e2JAoDTyz14HQi0WHJXewEEYEkNABjHwLvbHKvnr4eFXut3pb1N79z+hymXTziPU
ekyP1nIm4kr5XlMSpd37VOR7xUSTlWR7mT88No0DoayHcpHuI44Y875Sn6P8qqJljKNXsZ97d7Ok
yzhMkdfJj2qz/kiKLCgPwvJhSeDXCN2ckY8yvqbWTZYnfyn2/QZPFT1VMYiS8jTE+1qGObxJwk4z
vc2KXH367WovgV3RjZAYeKpdrQpT4SWVJyrtf3r9rQIxpUOoqdAtdtaRd1qBvOf4EZe3YR7OWSnf
ChWsmvC8pNxrmHiW/9QOucSwirDOBLZX29fcc5Em1p0MLvbc0n3rS/oiWHDtzab5lTTBP6F8VLo6
bEd2+DBqnGvGv3EAKeEGnoTE8Op5Pc+AWPMWrac5kbJ9CoMPZGaKTpVC3uYUJr6miInfyNrN0OP0
rqiIgNqYur3a6lC14nuD0yL1jV5133JMRF2t7bvx0bx0n5Y8p461lk478UDl86rucg07wKFI96rV
vZUWOY2COe3VeerQCqLLT/TmIxtHousG9TvujNiH3kSKsCYnM0IVoioTcbTSd2EWVyG6q5IFWOdm
eP52zD8yRFVyBEBQCyYhPFYMA2LMAnidtrAf9SdS+FAZaeD7wncNiFvWuGOkh2b9hyV3mZEM1He+
pRR7Kcc7UjuMnFC4XV/IpnCm9anpHmYXDoEFVevkwk0hVmg3Cz3hvKr0A1s7XFKR80KUlgU3loEU
q2Y5WX1xQ9zszJCEqhr5gio6hiyeMMZ83R76sraXQwYiiKuXkPTEHRKgVo0kBrWUKMRjD1IKF+rE
DCZKEDUTwAHqMs+/k7iSd4YFhzHK2erCvpz6qruW8uPe2T4EtDEazzwGWtCoF/bGJH+a5vpUG6SJ
aQuGpvNSnacZ+rWqVdMfczP2B1IpNHHzDUtBNiWhZpK8bFGAyiXjZYZN3/dLt+dPoHFDmV52zw1Z
EDGNwAUmWDAOKpp5zevxBOldKwWSgRNNOYRHivBi21EsW0yyMXtsmt7I6InioRTwa5yGx9VwldjP
uiaMWzMc18QfIetHmR6sfU1mrx3HXVsoYasOKjQV1UX2eHwIzHXrtb3VII+j+c/giKNOHKavYrBw
FlI+mu4HjCnqqvMQp2ep3hXyfNysX9UEFy4p5jt5v2q9v+qCozZCaCbfikoUieAyJ4it176Q+sax
KvFLtAKyOR+LTXWsLvrqqpZYmCxCb4FwbZFUV6j1r9SQNooEEhz78W2QxJ2cJfc1yp2oNclwUx0t
ShEN1AKS1alfg74z8GVd6tH6mbpG9EZxNV1BilNP0qJfqUa6yQZRxp7kz2ZAYZuJ5CqWmlLzP0Da
k4ZLbytF1I89OVdGbB1QKysuZFlTIWor/TzLdmNrHRIWZt8T6YLgZ4a7rpcYGKnRFifpax9UioyU
BBARXZdWwQdmSwuEk1zL5S7GtxYsYcyrkwBzpUzSbkO2J/TyLe2esMKuufzK0knN/IKo9Zyn2VMq
FASoo5oDqRFE3R2pjTdGjkokKy2p2WyiHEVeII7V6OvNQ2V1XrQDR75pzv1tQyEp9CX6roR6teLC
rXptr8fq55yQeRAloT7Zm1nuLJTz2njqlcJO3+l2dBTiFoJCqcoQ9HzmubTfMlZFC3G2RABRen3R
HtcqJtDjEkxK5eZw9R0lZWVQz6KyMl/q1TTwDNLdpXyr/sfYeTVHjlxt+q8o5h5aIOESEZ90wUJ5
sqrom7xBsGngTcIDv34fjLS7063R9EYoRsOhqSogkXnO606VPhpycs4TnDCNd0Yfu0idjdT0s/7s
VhcnetJqIN2DXpQb4RHtSURo7rDNsBI5rLmslnHS0vWUXvf0X12KjVBHe4t5pBTirb4znvWOKhNm
6WU4atol/KadNDGuzBjYX4Fn6RkZoem1cgnRzmMAtDzzHZ4zClzVfjUCfdNI7eDdI41AudQ7V46x
7ouPNPge8RZcjiM5fULhD9SveULWQgsGMMoRmnijV8+1s5m7TYMDQb/0jMnLdyzQwDiZQRtdUuy5
JmK/e3ucP7o8Wc19ne0i64FxXM2TzLaNZZ/GrvbtPGYKSb+1kWgZihi+ZodAvTTPWeKg6Gqf8nv3
FbsLVI3+0FartH2IHbFK0kM9clSvMvSwVveVpKHfLvI3Is8RaDBFGrHtLQdt3Ga0+hfrOSuOU+Ss
HZsmgD75JhbPUuTw7ogkPd/WQxig94o9BLkNqmQkKDSSV5ONWsYfl1V9NZA+ttSdxbhqq2fRr2Om
MhhrdXbGb2HMFgiQfixcn+47W0NvGgNGnRbxVQ3+A2RPD1Ag1HqNiYXk4LFBROtiOJnJmj6Ewqt/
cqAfcoZxNDaLoVs56iHtn/r6Dv4IlnjI4UQ3HkYjD/2oO2kWC/za7TaF2a1RD/a6C+aHV5T3HJbP
nNrnlCLbqo+j9toGycp9Vd5jG+dHdPSxpTba8GiZFrm+w5rBkW22a0CRilSzb20KupynI+uBg9RH
oOpD6Eh719YzSTOU+esy6OBHjVtesxfRCrEShTA7Tpm21zEdV57PN6FBHjx4hAnY0/YJ9Ol0lpkD
FWBi2ZiO1Sfexqx8myfCZUZrVc9iZRgvbVAeKjtYd28e/gSRvrkuUil+v1nQP2hH4yvv0LuKBmcn
SuGHFnNGaWaxD/otCfgsortB31JXXNn4nDLkVy4AObPTxeznVQQ9Qoh8LsMBVQFNb6J95tJBP4q2
EZl9nGyjcFORTVQCX6fxrq8mSXe3V7K/yKxyzmZcjWCmHWqS6I5E7pGiCBTAtLr32GppRBXBPE4z
gT6Ym77/ipQr79AI8JBFRXfpIrB9TrURhiuMjIm1jePDA7JKrjtZbPNYUfBX1pOLKAW7R+nYl6F1
NuwAMcaXQ41JHieLVuxkzihGjUq8myTRsTOqylEEEQva079VFTHU0/yczr2GmmNntDrrOQcuqeN2
K8KbkSlMlWvJKyWSc6GtMxQjXUneoWnSP5bD+Cq6pYPEh5vVO9Fr1Tk2Lm5YQ7eH6W2nhfdhn/nT
aMrrdpzeyuLannl109ZrXwp0xaXr3SmD+WfeeAcWm9bP9dJDNyL8Kj2mH/DnTEpUqxrSVem5F9HA
N2dnETygX8/WafKqGIQzPju628DouH6F8udbIo4m1Qh6w05nzoV8qk+m9RztAhq0Wj2jqui6iyFg
peRD6zyPNuCv8aiDLTJmKYgvcfecWNDKJq/rs+ZO3oDLIIiUunYn6KjAzoydG0firZ0o2h9zSNZw
hr8rg8AvU32dZQe935hLL9jBswez8gBeXYwDab+NBhiRdlbrgZxqSw8exrjfmYHr5+loPOjyI+i0
Fe58W8XxE7IqJomwOaxqs3LP7Ln1STHiiNY6/Cqy+AX2uGnyz3COQNieq7nZqyR40oAm9O4hHoFz
IwexTmNn6S5yR8EjiSK41P2cxXuVdBtpu+wsWXhtObtMf58iZglKc5dBBHeQYnksbwA/ulnq0NE3
LD2/QzrH6WaXHAzutii+usS9DM8Vk46m0bN3PVjQiXwC7h8ZW6PRHTOSAkTf07pc85t4fbL3cnh2
OlxIIP6W5YGMpduGE8IBIwy7t5IJAF30gM8LMT0ax567xC41PHYDwlNLL+iFEt8GrxEz3JNrxbuW
eh58HuRrWD5vUlNU30L6ZuAEnnxpXP0uLLzXvMrxWIKOOlOuoVxYgkuQVG7zvH5qncxvgPMSpNyE
bSfaBlV62I5bF7sV+mgLukX6dU0vVSeLCJ7xL1eRBnkCXZ6baGpsB3F5ldjBN2Bl9k/16Yjqe89C
QCViRAhTCZJML4R0A8Jod1p3koxcWjV6ixRRPZNZilbGDPHsgKGSBN5hGjM68yqiVcxL+zbn/410
Xrd9u+84kcQsj4w7vcIyPxpIZmq5ylosh8HEjG7AH+15Crmnyrip3GsAzpu6B1aXzsUIyx3i7Dwc
6m8jA2WLrsSdhBaO9HK35d8LuBVa8WneWi4awZqH0ya2s/oaAmDCcvS+dWkNsR3R02u493PHAvWx
qg3Wh5H83hOiebVvMk/uZk8B7kbWdZGAJVI+6n5YeurG7NCxSaNGyqwfAtHedknjJ4m9KZOQddro
PaU8PpfG5uyKPLhIK7h1Bgd4yrVPmivv3VStjOBUTvW1QyymKaNNI4Gi5Ypt8Zh6YLXQa2HzrFKk
L8O4Ky3zzHRAiMFHWM6JonE7DJ9CuUe6tbUlucOwa7zeA9hxnQ80O2of87aMBodA/1gaw8ZOXjln
dlOZH2PP3QXNltY76m7sxwBFUFUxtx5NTFMaqwDkeHb7FSLvQxS8BDVbLQsF6U4Uz9dVaG9auHNr
HAF65WNF/GE5MHHJuTgIyYkSgNjWV2r+tNix2qDbq+LVY0w10Sb2lWgHlHfFh9c9a9Z9536gMovi
t1CHpkEl1/mx9jaQQW85Hh8VvKRmLEo6+UPVY1FL0KbD6EEgpNbFTF6C4UJFX7YgZBXPOJIOzd3o
rXYvynpHtbypGY2wmhamxxzDPRjA1pTo66dy12vPg0q3DinNXnwU41OF1Un0DHijL5Vxs5AojpHV
q6zXgDqXh37wfJFgUO7ePXuIdpYI9qntvkb02L3KtqNrXWcOdroCW0+O3E+kDho2ZA+OcYxzzbew
hgZNeNP098MQb6sJY6FTHUwMClgO14SFLhkPncWV0nqoVERdrnXlWH5PNEQJFkdnGdrjIUVLYoMB
5tF97XzX4ntaCtxLiONeJvFdVO8urL+hSCzuXspixmGaDO/TWJIbURUvRplcqpiA5sZsL8boPkaz
TjZHPq8qbzpq2bHyiE9sGHMn9wbNQcJZuVyHMOJtuhgca+4Tdhk9jD6QPHHGH0GmebbYW0s33YYl
4vYUovSmqy5RcE//F5VQzsc8pFYvN6pL1q2dvNvAssP9pD3CYscquPQ2xNhIuIUeDki5g5YWDcA/
UcGhTVGZ28NwqyN4ndHxelO/a+nnpIyzKyGLk1DU+nZ+mCJb3DELDsWt2eLIjNtxLTv0vYYRsndn
xrayp3ch3e+FeHOzyyy7VVZryGdEg+Ar98KTtMc39PFl6q37gJo5GHUw63IpxcogfzRquIIWPW+Y
tAAQDhCIli/JJXG1GqtpNaHA35gFRNmU4JwP3Z0uN0bNtMUY7WpxYhbUphU1Ze56mftgSfOY5lDX
rQwOY2reW0m0SW3TD70Rm8e2SraGhm4V4Xxn+aLeFslJk8EdVos2fh8G9zacvtnhB0ZihAI07o6t
+SK6M+zbRDMvDSh+7VYnbdRXDthG6ejOnTum6Kwi19zQ9xJOlg8bjI6v8YCnayB9MJeJ9eYGKUnK
vWIqaAZ+lZrtTsuQrBopJbxUGrScwmjcddwne9zMEYom7Jhj8SzlG7rC2XyvoCJoRfXeHzXqIDaU
6kk680MfOHuHU6cwYF68UD/1WKy09vs4pyc3O04KHiUs/bjIMG64SJKmXTpO20iGNI7hXo3JjZ1U
BxHaOHBGe9NVQvi4i9aZrShf9YMKAFriKnqqKWos9HL4d5kfjx65bDZtPpzCJliFkDflPKH6nxPf
lK6flQMKvUYZb9XsORE+XeKLtefGrVedx466YzoJsPheIJ0bmHTh4IXzsxAI+GwOL2y8nfEsp70V
cNNWmDjpMu7miGgiNPF3SGoqUEJErd4tanHZ7L38qgzkQ1U4cD33s7MZy+uWSsJQ4CxWux1kcM/z
VehERWqf5YgbZUxXtdXxlGQVskevQoiVVJpvmLJdxWHDBTaK/JA1AzmLQMhJ4teAHWHsK9ggNQwH
t3LuGCxX+Y1d3jbN/RRtTdO3YvNYgT8b5mOrykuFlbk012UWmFdKYXgrNzqcrinHVbYki9EjmcU5
GTts6c8Y5vaeXmxDIxXb2ZjfR+duoHqr5ounfeTjM2S7420WvykDnwidtuW8CspkA1iaTTaqUHlQ
6Cpks9Mj43vfVEiY88MISiGKg+w/QnOmHYnfXZGBtGucfR6Zd09tGd+MBNzTT8jv0Uz/GJjz0UIf
MFNLdOMZNw3A07SeOMins8aD3RNajBbgKu5oawXYz0dsfhnObm6aS26f4UkhoSfczJo6RXXhm/j9
E7u+yeZLbWVbhr+ua5gpM7+tixc3eZpqzkGc7PKYDSjla8To5qkmdy2tJVqmhQ3ZlC7GrNjPFo0j
7K9NWUvD3MzuTa19mcRBA8SGTo3JZpFAdXGF81+u8SdFZC427Y4ZWqs8jtYQyJOBuhg/7wZptXAk
zXzvl+RPOAU/DN8XQLfEnK2aWgUEQGcYHotsN1XXubgW1Dc6xfsSSwFtcDWT8eWSOxHPTwutFq7L
ao//Nw5Wgb0HY7OsbdufVbfKQQbDeytcq4IyHO239amWuW8pdyx91NCOoMJABxVdI1W/Ss3vkpYe
rgL1ltZD6xIfIrRTFyF0YQ5uitTPAzgQJvcI7iE+w5dqNscrug0VAJo1xWaYhuuqgTq5ibtjM71M
lp849kqkxza5bcYbBzmqiM+VrrE0o/Slyq29KyVX792rLrVWHBwXDrn20HxivAThLuw9qAAIKTZw
ELZ1k0X+3MpD6XmMvMQWRgtdtrDmo/2kW192XqAacw5xOD8m6s0zuhxXDEYKNRg+3ld/Ei3iinSr
Jchv5TFcPlH3HXCAO48aqyOipPM7K1gXbfWo9911DNnTuYSi10etDzGhaeuoDh/CZFkV8a3txQfF
lRaBsYHTWZl1t2/NG6kD0siSEjYJGyZZpju9bU5YmSnuHmRYfsMGgrwAKmLDiMF1IvZBSgh4byNZ
mebCn/rvtm2SKwGPkIfVlsw3IOgaoGHoSOF3V8Kb9oY+Tb4arNu5Lq7LJCN1KKIKK/oWYMjpw3ET
yJY5gooeWo3ErDD9zkxrvKOgcd3YPMZ1yUam2hFdj3wMCXMlrQHO6N0S5lfZgXo3FE6PHEsUL5rh
PC5RlbrvACX4YW93IPvgFaEHhGF5iEXliDYV3xU+GG16VjN42T41vqV1uZob4hEQ4SsI7xeXE38M
7xXMk41bw6s3QVK/We2ldnBoTJjQhjH/LBoc1lMTULp22AkM9eTSK9d5R1U2tO+RKa5rZRzkEkBR
5ZeKuC6nlPGu7G9rIHiIvNlIr0KdwW2w1a7BaYlPZ7TtjXI+mOdFtFcy7oPhM8QX7UX0dVFw6/VU
T4WcqnNRo4zD1N/TsipNtzEUDsY5WPrLitQxU3/JDPsbaV9a2e3zLHkxQ0zART7duYzPuO8bulJ1
aC2chf0FyMcBXsvmdcMjWHd3koQqvAJx9D61exFra12spdvttaDYVmSbVVl+HxERRzk1o48jTpPK
nWEkSAon6zVMz3nuh2jCkaLGE5KK6RIT5H9F+U1oAXrjSHMv+TyvzCFYJc06app30VZbHjG/b6Jj
R0NlptrKhvJ0M/hyFWxFNh+i8d6aqNecewk27TfBNK/cPKPyJhBOy/uvfFmH8YZJfVvTuUYlpIL7
wWIOqVTbaqk6oEhU9YrPuBs2MsZCx0g2B7aBz4rfQYkNyiVZQo0T4VW6Zx3hYELbYaTklzuYnoN6
HKkw8NlhmozizJ+LguN9bk7QYIsR8xYEqUwelNrg9iUA4BKPULw0dY+IVAkt0PnUYygwq4FObML8
QXbrYLozCILR9jyt+Ggrb1Nrrwt8ZSWbzl6N9Sti87C8dPpdExyi4WEy9n2wS0PNH+NLkFxnCF49
fxT3mdpMw0eRr73iLUYK4LzGNhj8Uwt1G79EbCHDk56tXeauDTciqndaQSZOQZs7N7T9+WXMYR6k
sShL4+vQpd45p+wlXn/r2H4xnkT/VFj3sid5KbRfK47UTJ4ojX29P8GHNnr3qKJD5z2b1NCVBazb
B+W68ZzgLLthJRpuWoyxpBM4z+hhwIutoXPPniLfs0HaX2audTQXJ69SkpRbuPhVTax/bjQUqM3J
s9ETzQk715yDdObmua2RgJnltOs0ib2lbA6BW9IZd5PY9qi+Vuwg34z8WenvWTJtFQaWqRoc7Ogz
qTt9zA/Zxwki0EjqfV0pgB4sWpm2NXAeSGJo8utoGYE0rqP5I5IrGSRnvWw9cHXnUBk6DYmBZBts
de+hNGiADqvhJUoZdF8I6hoHlsjYmp5735cU92iQj7VNnTThAVT5K1GL15FOb11iRE6i294t2JWn
rSSYZ8y3LdipOAtzL7sjOZDIUa8zOvhmupE27KMCZrbcKPCTyP5WDsT3BHDrdURqGkOBIu54b1jv
oZC7BGNZOkOjp8j+YYei3uQRN68cgRGMTDg9+Z5LpLYRJNckrC0gcmVR68r5UJvpTW4297GFzljL
HrUwPgYIQmwtPBFEZV7JCma4TXaejEiywoVBqOBYTj75Hj1DXItbAocI/HqqEkwUA9zwddCRkj7l
9qpaPE8pJuPbjqXas7maiz3aSdnolHKQlDumyeds78DcgRbLq4AmMhIjDoW4ya86pX/TVPCiJdDW
cHyOQ8RCZH84nOF1tjZwA3jNfow3TkwVE01fYZIcCw/ZPO4ICiu7BN2bFjlpse28bu2inYuMYh3A
ZYfxTYsgyIZIYQXDNWP7LRzvYNQkST0Il+REFyI4BTyGo2yVn2DEZ8a5jaWx0Z5CUfteNX1rswiV
yG3IO0JLntjKn2frkBTTh/LQnmhQWyTN9BMuLJlfu8CNNarWLkbHhBTxyoRZzTMCzSx1F5TF2cmi
CxPP92MuL1V3kwwkOXXdJ+qdRNtJ7Rymtk/OxzcjiI5B7uirNMIRQfEPoetdAW3dpAHCqmRExfzX
GVjGElv2ZwlYP03+ScNizl1vwONzpa++z89QiVdLSujtcAXd/ouU0D9LYF/yxpa80j9ky1Vp0tu6
sJENWptIe6jauzZ4+sUHWKK6fv4Ay99eMvv+8LeVFelTZgrjqOtDtahSRX0ziShB/2hDhRlTpV66
dMCPa9c2hX4Ee/3ZhXJh0uaIfJxfvI8/S3pd3scydeQP7yNtRVH3HpKgeTwtidEZJnrf7jazj6gM
c5RYq2zlAbBAc2g3pOs1+i9e2v1vl2B5S3946bo1ndlxORlGSwfWtHZOGOi4AMc1EB8S7fuUibQw
SHh68y479uZ+MPZO9za2pCs0LDBNbVsPgyQWlLj9pjKxTjTv43cSZsfzC15XcDWdKwUkYTW3wp5W
YqJS8/hQ6i6angu24ebNVMYuVjDWHs72JHTeouGRMxTHFT7QlcTWFkAl6XO3S2ztkFkNmn6GHcwd
hS5ufRa2SQBAfuWEDwzhcWti1RRP9pve4+UsdqojMjdtD0UEFzhZzCWmKvzIaBuEOgj+25hh9zPh
uv/6lgrnv93TnzIRI6mJRnND8zoU/Y4YKh1dsKa+McPgW+2Kq8ozwQjDNfjZwm4hXEUYGicDJiST
4ph8UAiGrKUWOnQQUD2F3k4xUeF70jzHFMg5kbn2RUUXz8h2LmLuLiTWf4IuGkjI1W1xQplyGd71
6jGzj+OXPS0v4JLJNe/y4i4xnzRiOKt1Z23Csx4RTLXIGk5ikHiYnnskeIVzwNJqdWsUjfDD7dq9
Bxqeo8fJ3ugkYKTk0d7AmMvOdym4rlzBDTyEL62B6Js0EPyH69nCVr0pBnDnLQmYd4tjErD0a3Dh
v3EXrhgdpN+Y76TMVZehezPZBTkpuBV5eszgZebqDO86Vlj5tQOayxpSfSCnrL8KiHsqACGAdoYn
9xk21zavTQ4NqrOu38Ef4Glrhr1DNFCXnpYgrtx8GElrRikmPpqKJUcjGiBxYLDdjM5j+G5bSI6j
bhPn8wkBF/t5FIkrXYfwD8NLVofYfqynTFiXOLkJSzQ83jlHYUjmQAJO06zbad8IC6nmvRSnLvhk
WlI7ns1RrW31fYZX5yG21VONzcphckzF47AaeMJbAzhJ3KcsYEPd1xYihFmX96LqL3VXfBep63t0
GAYHbF7QaBFFR/zDdExtb0XdHtfrkTAAOj7qpSuZfBdBQcZCtYkgT1GQVOEuD94a/VRQttI7V5Yk
HBlxmSCwZF8T3JjxjJsnTowZiNxEXVvwrtJhi4AU5d2cEFVSUZKZTOEznyf0/piykuaxng5dcRQI
HGrkzMjkVIKzO07YrezuS5LLFug4Gq1hxcxzZ6YlZxIjNgV3vHTWTZ7fEvRihHvPIQUnXlOYDe5R
NTDRKea38KUR8TcZRU9psSv0lVc9pu1tVQjf6MM7jSor73tczcyaK+Qq6jCPNGa0Hcv0Cn1zhcqx
y8v7v36ef5+S+mdHxU9pjyyRXnpThWqTwBWcKIQzav1b3FBVIkjs0ao60G4R5dGcGbeadc4NjN2E
Q0JwD1F9hQZnNDEXpgAPWXAzKPdLs5Aw5+3it3irwJl0mjiq5p48/+gWbTEZCMcIzTL2ibRDo4jm
AammcqkdeDzSvdE0cCY3g3ZosxtNHvr84CFMGaqHDNorQ66TNbfVtJuS5tKDymQeeHnVtdsM9PTK
jqJbO/beS4R3pfxogmOATElHwZ+39wCz66odb9Nx+G4G/c4ap5WJRX7MyKMW4cmaX8dib7Y37jz/
opr4b+f8z9moRFhmDF8S10HKtYg19kgeS+QRJclof30T5bL3/tlNFD8edoWOZNDNtPEa1BprBqln
NWlYmIsMck5wDsvGwpKZbaDxbwrI5yq91uL3gCByLZhR94x+3p9mJJvaZ6qA5eJ0HzZg4bW2kcUh
SnmIDMCyCsFvAwiS94h2PN/UhlW8SKtVsQ1gRKg/CTVLG3kXZe+GcR8lvQ9esGLLrI2bhmwmswE7
SuOXrjiV6GUJL/AydgTjtWYkZjduPO2pit6NVL+tZ5iQJPf7CBGXQfCyl4Bgah1j656UddszXLvN
T7DTY8XMg/G1ikkpZ/xBB5o8eQfNQ07BSX89FO/j/ChqUOwoP9UjjgEqYIijBAw/zip39de3wPhv
9cZPNaPe0ojYTgPi2m4jjTQxDJDfNCt8tEJcA4cgJ9wT53H/i3P4z1LtqazkT9Uj+90wwTTrxzas
nHu3TpszsD0SorwsPQLXi4K8hgy5RIT2nAw417784oP+l/Nf/lRb6tqsm1UxmUetqaE85qDYpJNz
r3WcSsWIDdwdSS2Oz7beggx85kpf91qDXnCgmejAfkogBU+P5S8W/5+OrF8uxU9F5hDlTR9GyjxG
Q6NhiMvawCRWvtBe4lInWCeGIvkYBPl0Vu+ChztChxS2SSO0WtSGmmuN73WaLSqDrNo7RK8TVVg0
xbEdcCepVNS3o8u5JMqgeRg8J0FdORiQjctDhyM7npD0zUgNO9kE/9o0/tcPI96bf/4PX7+X1VTH
YdT+9OU/H8qc//3P8jv/92d+/I1/3sTvddmUX+3PP/XDL/GH//3C/lv79sMXAKxxO912n/V099l0
Wfv7C4Sf5fKT/7/f/Nvn73/lYao+//Hbe9kVQBV3n2FcFr/9+1v7j3/8BmT9h5W2/P1/f/P0lvN7
zLNIQRvjpn37z1/7fGvaf/zmOH93JOPwpKMbumsxafa3vw2fy3ds8XfGJriG6wmH3sn0eDqLkrHP
//jNEn9ncTiOa9rS9KS1vIum7JZvmfbfDeHp0jNt23J4FH77P5/+8q/N9V93hKvx76//RhT1pYyL
tuHN/LAF89dNV5qWZxoWwjkPQunHrbgPQrPIbChRUdXNZrCsbhUZnrF4H+3toKLuFwMCftzy//V6
zF7hkzkGFOjPA6GF03iFhwR/nafKIpO1JW5eaiEj6/9wF/7kc/00yubfLyQN6ekmUm5XX863PzRU
IlGy1KSQ60wf0fEkqmuyrbJiEpVC9Ms3SalRSDloiUsULE5gHLLUMyvq/YBZFX/9Zn48S3kvluFI
7rthWtLmUv+0+1lWLIVlk/VGfma6k8oIH5xEEnQ2zRwwf/1ayw37f2fq768luZEuIKtLo+z+dENH
GFGFuM5bd+OokUWh9Etr48hoey9/NtoawWc0xxdN9M37X7/yT/jDv16aFavzCU0kYNZPlzzRo9Q2
nN5Do2cM1yCJ0W1rOPWNM5QgNJg2iB6RhoPfMOibc8R13mbAeQ/NaHN06pUTYFQs88dfvC3xJ1eE
AEmaZ9M0dGEsS/IPK8GoiqTXLNtb26WqNsgt3V1hTiCJk4ClRgVAD0qqhlnDp2oVcmniOIojaS2O
P1kBYR5//X7+44mzDAaRWxbXSXqshZ8KrIIwwsFuF4pnnoBOk1Q51CVJTY015MOwL8Nwzn7xmv/x
1C2vybNO8gsPvC5/ujNtnk+OmIlIKUeSLrOMXEanQOz015/sP5aeI03dXbY63RUua/DHC43dpZFa
TBSsG1W1eeqMvo1QvKVdASSq5e+jlqfevheFW+1KBqn8ahSXq/84ls012VSAbUyWn2eZrvnz8BzG
FStqJ4NMAqaxkx7UpJjHrkzcKALDcNO99cwafx1nYb8q7OSPVqob9bU3eQoHc1OVbxQK2WcWLk1t
FuU26Rp63M0bImEMJD5xgyolcEyMJ3msReJcCCc7Dwk0KWp5a3rIwlxXj5NsnVuB75IYOSsUXxZR
4u0ZoX+nA5Ci1ntM4DEqkpxGpZOXXnSTDZ041cgs3DYDGdCitKnha4UE3lZ9g/GhNkS1wg/mXceV
S3WmdSlSRcee0XSJFvdyksYxl3jCFqocm7yOQujmsC1FQ1I9GiyF7a1RtuOclZVVT2bpxqhHxwW1
JYpdeQTDOzYOE0IWSI9b1ZXmUpRFBYlMpZ7SUzYNgly/MhBOEk5dGNZXoPOh7/saZnLHCLSsuUTK
mL/yqRIl9G8evStGkmgbM7ItnZCaDJOcHGJqXqKUWua1WOyceCBb8TpY7tQgdIrm11i02PvsuSMQ
ho2Eir8eqvYltTyvZdfImeA1jnryMswaIfmlpS8eGeGaIebiBbwWKI0lqTsN6uGhUmFLpgyb4VWu
zNg76rFZt/jzvcS5gmqA609mgRJk1vTG8pvIVPnWCXpL21W20LCtiW66ad3BIn6qIVu4iiogJIZE
2JAGQZXtMpYlcYeIlOgumxaLoUlkNyLbPsLLOZWordFFOP1XXXoRFBLbonPQc7sc3W2tMrQsblqb
L8IkX4NP7QwEutt6SSpeVucEZRhBQrB/1Ef699mrPTRrQ10W91MVB8bRdhvDuyld4cXultszJqhE
gUqfO67euA3tNgPL04eGaQFY10yXIONYecVxHrC/GqgB2YSa9WRadrXOmra32CXzdlipMWDVtVYL
bicTl+a+RJq+ZMRZAWleWpwe0mxESIFWe+GfOO0xY2teYvtj0yN4daUgkj2YJw9drMfAjXXZVGSz
z3ZGilrdZETuNaNJ1mRi2NDotZXED4a7wBHTVA5+51l26ivbDFG/x56DJUU6yZbQXaIQpJMxb0Cn
fayJuhjTzDfaTJ3QcoUI+Iuo27OVanwWy1Pw5SqzWpRAc/YWm40zbYk1rZPNPKLEo9WLEB8LMi2O
jYOo+MrR2+kz4R9vaWCCvVIiGOIby9Vpr6eoKAjoJn2rBAvwcE3PgztnxOplTf8am8sEMtm7Q/h9
LEIife1kDIhwNVCTbXtyi18810iZPuQ0I5MwxjlK1lZeOYR6WRXEURiW2Ixnc9AZC9PCPC/7GFZj
sPeAzBpGoft6PhBGOrrhyDzdNEPbaWeklKXMASA9uGsrB/vlYtoqlEtKRkNTi2+7AzVfZwFXdlWk
6HlgbUtz5fQSm63KBrJZoFrJasliXZL6HMenTCwO0apiCjk7ITMpfXwRAWAI2t2PLLDEfoiB3jm+
LOO6nKP6NUpS09xmsyR1wDZb7Usr+xAguJ4ICFBhgtOt0eoQjVZoAF0OidlfZyn1AS2/q/TdrEg1
9InltBkMOrehDdw/xUjWVtw0BMvif1N3XsuVY1e2/ZX6AaTgzeuBPZY89MkXBJkk4b3H19+BrCp1
Vkvqe/WgiNtRIUVWFnkMsLHNWnOOqTXZfalHwltX6OYNxgLc+MIqbeajqpIx7CVW2jttpSZPprRC
rA1lc5vIwqyu7nMURPTt4jBEh7aaWBd7SUoXzON5T70Gr9jDimNZO8mrsnmae2GEKj9JxLHWSU1Z
TgnrOve6eeXemOVoDadR1czZF0BLDjsro2/mdmVOgNiYy4tTLO3IySOaDD9fFOGTadkSoNREQu3V
sax8WBnbY5utMuZAKelB5UWiMsLMsxo0hKWqlC7TsNQfkxIhd9DOK17MVS07Zb8aRYzhJDZgLAiy
zHSzM9ZYzfxJ0FqDcnCJV18eZEEGL1JD0rbUSolPSg0MFsVDWd+tCofFrXdmXFvdoiRRosQaTnrX
6OfanAjPyNUQSVjL/93TXhwAUmC/xKgml+mXoNVUxBG84s03as08JqHVmmcxUY1VQMLU4HTdDWPe
18cZ1CqsomQeUR7UiD2Lvka23Y2L8qMQV4FEtpzE0x1O0Bkoex4ipk5NhMfjVCcKkAJKj5D1S75i
FqbWvlxFOuZ9Wcmniv0GDbWuSkTQjHG33BhGXYvHJWy05LkX8rY64YcT8gtRHTHy1dwSWmey8nGl
jwQhuZRvqEFNG5eXeZLCXiIVGXBiZbJAybQ9oYpEs8dIEPtCbWk3hjPHcq5mlBom5eN+kF5YKfoR
165l6MeqbesVyb+Y9/OhnZJ4eFE0mVQPNRuV3seCI5s+Vr1ijza9hQ4wNf3yYzE6o7yR9AgkSF8L
A8yIn4m9OwrOIno5qU6GmzrNwXhPDNvntmbds5tJIeQjMZIcaMOcTvdtu0bLYx9r5XweMyDRt6Wc
dLcGQh8Kwo1EclFVCNpZaMMcYmWS5OA64yKJ7i1BiLAnrUVzaisdRKw8txRD17HO0wMFz6j7EcpT
A+Azn+Pupa0pmyDnJRbgVgcwfhsa8Ja/D1ISPieqkKdBjpmgc0KhRDwRNzq1aiXmkX+uaI0iWshE
rGcmikK2hol+10sz1xljXYjAO5MihGTAp26W1sL23611xPRVW5GxW5oe14/ULvkL7GvgBZrUMaeE
YYhAV8OzjdGNPRF9At0MQZeuokzjbLQQuy1Gbf1Qk3R8JMcRmncnWOYtT778Tt89hqAhdDFIUH35
oNK/Xq06hZUihEp7nzZxunImXJtLGtInPpKwNuef6lhFd72lr9GuxzRQn6aBxhuCWBYkHCCx8E77
kj3fkBk5uxC+ufR9KokvcPWk6Nv7TovFc6qblHN7Qe2qo9TKbY+Gq0dMGcs5iLtcyUI2FGJcXBNx
3BprmsHZPI6MZxFbpYB618T8hoNHg3WrWhqyS1Nsm722sLa740KYyS4tLDTObcJcYAtNG2u2ZoVA
y4xIBOUIIEEwnZGpbsISyzSzkw3IlcAWwiQPshRbixNRiQC2JBeaxVyvxE95VnJ38zmZHoRBgddD
DT77ksxIgqSxFJSuRnN9SQcdw4rGkgcns48BtHKH+ECooMRHPTHat6paFNpvvSy9QEWBUWnEa/zO
Ua3uz9HK7mwEIzIZ7dXSKrRJYxlm+F6bWe+fGQ+d+ZGp6Di+i2IjD3v2jrRt3TYcIzaqKQqflFQL
legbfQ6tifB1w9KWIMm1mHCkQagugNgVfmZUkDfDCleseySHenxUMIlLtPsWS6S/UZRh6K/mGKpM
aLmstQIUxCyxWCPLSPzU5NokSq4wQi51n2O60Yw1O8XDOL0Ka5bQwZqG4VFImomwdLaraPrldkPR
K/CewMbjPGmFJXsE1jcrFOgUWOfkxeSAstm/VuTGCmbsGlKu0w5Y+uEmFaUtfDPETuhpWE8afryo
qWkL6oz1p27DT1FLgRRmyGRPCxfQQhY6Y7xtNQO5iViGRbBoWZr5CByQPg4FWOwxT0hnWVtVecWd
L3xnsVF7FNhhjmYo5hhiZ3Uywl9ORzhC2uYyMrvEWrZGGKqsIppZTRS1BEje50bbA/ZcOlK4qxSV
bGMCE4oaoRDtqNrcNBYt2WvZq/Aoljyl1F8pywhyIsxZlTNYcBI9OKuPnFpsjB8i4wTzSc1Tjpug
70BMWTns+TxaoW3IrGYfWlJZJzU0iNoqWw1FrlKtA/vKOpER+tSdcTWSNauDxepN1IOG1D8rS2SQ
oTNtrhMtSwwdjiGjqZqScXWjoZI++6oEMV2V4lDZFRjdNJDxkhI9oPereOgFQf1OtU9Rg5Dn+BL3
sfGlySnfAH/Ggnw0taTbQas35V6WMD5WtdYxS9bZJqmP0ni/lOPyJXUblqmDOMnbRo2V+Io6y8+9
ZcyTY/bCAAJg2dypa5EYp7WSQLSlRlbgwbOUgVP8JE36OeljzHxFb87cgEztZFQDYkeby9wMfu6o
NjVnpn4Fzq5O8YYMElEEzJaMbHkl31ZF4W8IMXUQdfYlQxIST0ZVTio9B2PCa4B0PlMKiU1ctxqH
2LyKGFFNm4yqE1Zd9Kak0mb6WmmQ+n05jN/HNAM0WU7j+l7O6Wg5DFVk+cuS0tmFB7GamxQvVvyl
F7fAybYcuoAEiyb/KDQ9Kn+IuTmTcqO1IqkzCESEIE51GTJmxO7aKzXsWzfMT/poa/wFSvs+A1X+
s57xb1Wz/2Wp+i/l7Zv6s4R28/nZn9/q/wVFbUmjRPNLcecfyto3Xd9W42/7fmiH+re//UZOalv1
w28Y5N7Kj1/r43+81O+lbkq630xLNiRtO7mLkkbx6/dSt6Tq30yqMrquaZzF1a3Q/GepW/umaZph
sNdV1K1wSXn0j1K3qn5TZV2lgKtYGuVwklT/nVq3+dduFy/DCZcPYIjEo5qqLP+3Qmy9FGVbCbn+
2GrSBxt1Cihiy9mTJexcrUhhiA7B/Fzi/zKNyyoVq0c39tSLyNQSaTwPNJY/JrVhl5KsW4ZdL1+n
UG6wXHD8LBZzRn3f9ndhKpe+quQatDEcCPkYWcCpilM3ImVkH4VEflgiN7JoQw5r+CMXlatRc84v
yualiKGzyAYIaUOMPhA84wsRQoJRzPq+WKJ9l5rfpVG51liT4Lt2tTuVYwF0aNvXQikGb/g+VPlr
WIRoPMwktcXJfGjJ7sIsJWD/QiuHbIMWUCVSabSW9NXK1ie5iR7luHitMCjtjNrcy4XwFkuAfob8
awgrznqieqE75SHibvdK1YPskLvnBbzWTm5r6aVosvdEMh+A5iMT4bgjyrz53OmXUBUO4mAA5y5r
sEBlfIyHjhKRKpvEV5AFJ6Um3Blphe/Zj7U3xHw6LELzVul5CreCaF6ED4Oe6ztmpy1hh4vVlPlX
KGOp7S3xSSzaBZlE17EokUnEob13JzX9MISOnZHI90aBX9+EcqTboYGRptXK224Fi8YUhJepAK8Y
KWgN56QcAnXswtcJT/8Lm30QC4j9b/MR6d+Y1yQ+QZmtJUQiFXHEmyKkAwIZqQerJ+7Eoslggz2s
XUm3SBNIeH9jFet3Xaukl6FmBCRGtKJcy2sPtkVHZELyIeTq1TKEgzTxpY04KUjJir9KIf6C5PiV
1BtdU0HIv4AMyWouUWRA1Uf0Dy5sXkhBGwEiMEwSu8d4FURTfWdk5YZGlbRgWVn6hza1GLVqc1hm
vj7PAqvtOJ6hFS076hqU0mQU+JG8PI1mrPojew+Y22OL6XHJDma5sbyRmz7n4BQINGOARXhNV3F6
CoV8sY0O9JomGddODbVdFGqKH4n6RehG7ZLUavODjLhmV28BJlGtXuOhrF16Y9esSj+mdH4izEwM
OKqv53oS5sdioLPf94yiaMDDrKzlg66PgPdzIUFoxavQQ78tW+WaJRw4dgTT5DtV6YHyqFQLyih8
CJv0XVhrjIrc/SrlGmR1R7bJds3LumNbi5lOIG2dPUpPRFcTb4fUW3Eaz6Oen6QE6uq6lrUdpjxJ
BiZfm5DfeNexA9hps+arMl6KtGLoauyCHUGYopNVmHtIOgzuqrxtFCO5ril6Lu4m+JX6RZipIQoj
x1yl0jC4Vvdiye2b1+q16danCD//bhHlp7BnnCwTOAmhIKmCms4pb0vVS6IBg2lSMuxUKph1x/ZB
SszugY2EgUkA+z6CEWzL7DHxIGouvnk3UfnurTicIzMnNIDPayzWQyfXt9XIeBIt49KsfCdx4t3j
uCCHbBLXQIpIxTZkEIskbn7RGjk3edU5igwDtpmRQIDpAdTQCgT86U34+nP+q6jO7NQyNxAOkWzX
ioyiPFyfBB2Zrwgpw6U41EEKAcwrSdzjJsevroo8KnqevCPbuooAVqniwrApC2BC5mrMjphgMUpM
HLkihdqd0hAoUQjckaqVZkbUmMkwgtiLAdvgv0dVn++xApW7wmLyMJr2hXiNF8DJ4s4YmPIp+ZvO
DLDcaOsGA57a3WXbjWT34WkiWAKB0hNROSusb0ZP2ZkP4cgqIPJhdkbZvgwxK0Udvql6/FVoU7sn
+zZl3hx79+drl4qcscfBdTUYsNlWiPsDYvVszd6XMRcdyLGo8aNq3FFWRSE2lZSkJsUv4+UpTNIv
uUPdvIaidLAwCzSSUNlTxCOblxudNs7B1sF7Kfh9lr2L1U1nhUOEu7YsS6aavpZq+9IOpKL2ZiwB
4lmf6g55Yj0yEGXNREc0DXhZS13HYVNaQkpmniGQ3dela3u2qPOSpkBi7LTlmMyjeVFq5QrYB31U
VN9bRfnaCCk2KvZ9UcxYyBorcoyBW0tACmSiialIWzPVoUh5kaKIQvla9vdKVhsujjsKVMLma2E5
mIfuJW+m7ACo66OWMM41Qy/b0yAs9qTLyiHXxiSIZBUxhmlKFIlR640TtMN+Va+TsuEZqeTjFbPc
aCw7e+qIO59D/aHKxQKtFJ5K+N8M6j7+Yg98v6rV7axlrzMfy14ifjjVkveIDG87kgG+NsuT0OuX
sWoavN6jAYw/R/ipckP7qH0p1tzaGnZMT6bwSQRahlnU2JdW/so4eClnBrWhGg9WYf0IhfhDNI3Z
leWV2TvBXqosKy7fubzNs+UpyusXNEqjXc9pe8ZdDOO7w1pr6cInK01HaTP5EkR4701BeFpeFK+S
QMJrrdMGiKMPAVWrndG4sbU6JqYHUx72qO5lnmgvJRGfUeIyk19l7QVjeZqrKTxk5ojTcy7SK6Zb
llIpOuoiku4JMaHbqpgTNC37yOfoa5nhpfV4kAdmmbqKh0CoN+J0jVaNDTgSx4m1jkqXRXAEtVBV
XFGgcJTg+eTGsmCBgIpA0BbVxEUS0i8r4WlrBe6dNLEGJjrPjDQk76MiHAqNx9kqhIdBYyofBmIA
Vm27IDqT85Ay9qmFZQCoKZSjh8E3ALxa1AGOTO12BeOxopgR4RSQxQqgtarB/WsxYDxJMVcj6pl0
tamOF0etkndNYRWgSogrVlEB2kAwUfjqVmqVO0WYnzi9047JeH+UjkxHWfgQq+K1TyhfWmtbu6bG
g7E2huK3+Uoeco/ks83j+Ca3yvmwzZT20M1PCdWUt3aEZL/mHY6w5qXbXINJNpV+igfNFdlbERzO
pqaWmXJk2jOegRTI4WBVwI1Aty2wEXTlPCfeSXqrFhwG6Vi94hXCkG5pPlxFGQ5W9JFkHcOP6SrL
mP1FZM9uE7FzxNBTBdpCK16sMIcvDZyBWLU6X1CYIVFUUvmpGZpIi4hpUZm7BZp6l6mB/Y3q/yqm
W+CnDMYAsCWZm2TJlYi+B8TC48TnW8Q8xjaN4HNNRhaDjjkyibncWGbe24JpJy9YeOdeo/208Juc
bCs7knRygYwYIJA8eEvLQM1UMpflbX3RFcKc6+w1migzjNsWO84LICyQjGymLAxSJfKNcCbZMMZs
bcYAmiId7te8SvsIR5mtkV//HqLUQ5K+CO+RyGKm1riTO4EHnRbGvP85GSYq51oEKIci1r76Etlz
WqmLzabnaazDPphmufOtUMncZESbZmm55Y09I1hWpeUYlaxv28RC4Qnd/hwBOlmMh7Vjv0x/p9mB
8lSdRJ5pnbSsRGk6cxkzXTmIcdz7/6kD67881v5/qMAyOET+7c9j3z+cVL32s/wR/+YPyVv59uvB
dPu130+lgiZ9o/9oiAbnT8Pg9Ik+4vdjqaCp35BeoaJCHqFzzNQ4Ev5xLtW+IRkxFKRKloFOT1Q5
Mf9xLpVRYImmJCJ1QWBk6gi3/vyA/w8aLHk7Fv8i2tF0yeDILIuWxJuYmqZsEpZfJCpNL8lZQ9oj
6NFwzPaDsOJEJvZjSwDoshGrhNwCopdzDeH8RDnxu9LG6uBPfVY5ZjiG4BjnZUocME4gWupKLGYg
3VHks9JLqqcokE6TtN8yS7R1Yt8pw3IDooPBlsGIMLYGH/oWLxJOVzRC0Q1lwCrxFFONOBLUFKIA
aQBt3pFjuAKRW1ZhX01t92WZXcFzUqBnTcO6p9lp8GTZY1tU5DUWA1ET6tIJmEvTgdz5LozD+X6Y
Jf0wdSMyy2378R2xX9wj5jb1a1PNylWPsrEIioWTQSYszV0mWrROpQjMKrDP5iWSewqL3TymwsXA
IxNMokKeQho34P9kVJROaVbQYCs5fukhRd1pSg7KoyBBS6ZQKAn4YtdyJf2m09THJrfGrUkjpJyx
J6H4kORQL54IrtPNpy5fsY2GAts8EL+j8jCWxQxn2TCEns2ghrYlLEZSFVhd6AOSNo6hgKVBT27F
IsISnlkZC9ZSKAN3MR5n7HrpIDRn8IhFwbXOVjJ1yjZBZBpHzYETcfMhAzRIbHFR2JQRCWFiTEjz
DVrBdLa4tbVWl2JABbCT0q4bDoqo0Dwb6nwtDokUAh7S16GZdn2hw4sJLS27Keux43bKegGIoChT
0nvjsv+IrVluTwNWVugXhdISsi6YpDZM6ocelzQddCq5TyBZo+dcnEiVyUxg/65cqzDxCA2Ak0sH
f6AZU08dCNFaFGV86436GZWEpN5kTadKXpwIkiVCRp7TRwq4yCz6uQQOIBTKyso6cG0J/EmysxTr
Kbt8y4BC1+X1ANHEqHEJioIu7i1DiyRMsAZFTj3WYWTkRhPFFDYI3wU6LC3TvGs47nJS1ob6paV9
RiO3jeZ3jmkm+XLjTK5qmCxs4ZpZcuam7WmO0Ey+woeukKmMa15cpb4GBj+g+xX2aq5OX22POQX4
RhrHb0hIe9ZTKVQgNHViCzadakMI0lxjJ7Ni1oGdWxQgedturDO7WGfygFFhpAOsnbgn/8Mooa83
3XaAydIoSn30vskLpcz4kzxtA6w8fSbwZDot+V2rKFPBvVKgY2lReaXAoM6ewomB0ZQx3p3EUFdi
HStVNYkCgpQGY3ziJC6MlvrFBg90qpT2UD6t1JS7k47T8s2QOqgJk0qDK5sUYFmx0qIuonsHw6NE
edFQ6aog7MhFHUqOENGFghYiD4epnauacEw98tAjiUnAbqPw51TDwh3n4nhdqyZ8qeOITkmb9+al
ELuw5YQp9Q/IWeJiw5ZmD1FkgTka5dl4RjFlEdyay7fiIrTnVFkVO4/0Aaa7kJP2YahWBe6+KCbd
Ro4Kt6iiS017RU6erb6b30KNfeDetAak+8zUDSHuc9IudpiF5c1kEjwEClHm2YzAfd0ueS0pwCyH
ULWh82SUhVpZlW1a0VbIEJ02dYmcDTM7/NIIoOgRiBwvKMIPeTjMOASmAZihMpo97L5kNJbfpXr/
iaIztG3qs5+/UXPufvOG8uOtR7z8v6D8rGOtZGH9n5b1PwrQ93GSVUirKUH//Y//WIP+++v9WYXW
v1myKJmSbKgqwqO/VKE1FlgVNSi16r9UoZVvpmmprOqSpBmyvBkI/6xCK98MlPccLlUdaaHGRuDf
We3NTeH5i0SXKrSqqrweml82HeiT/7ra08aggVIm66PQSM/qIh/auLwOFTBvlFoiscfKkX6qx7n+
yLHDAGtSfarLch+ahEoo2lkqqLiknXwisR4Rzh0xKV4EaXYqJ07CyVNWrTwrnCg9PUwDbUxnd6xo
iBEJtx+s5X5ps6s1lU+Nqe+NZnmFuEDkUPgAa496iQ6Kx1qBB1nbSaeqPkcMxuxb65x5zHqg1XPP
/OYm8ErGyOxAhLRk4lX6lzThZuuV0ywbe1MyHsBwP6Bix39Img3ojWbIg8EUkLIU34sifce1V9Jy
qkhQJmLGLrLqs6VOhjVqA65OwD7UkgOsloCnEdmfE2XQk8q9vFZlwu/M2XdBQafZpqxp0cIBXprv
VYMfbiWNthAU6GlTKkZK9WROYszrmjcqfwuXmcqn3N8JnRCkiEWnwnjqpBnGN7VbsjpkD4w58Su8
VNfScJxUAikyQE9MOgdrCb/kqbrLN6mCMJIaZVlc2xnWgYtWsAHsInrm1o4XkZBwEusAUdFi98e0
uFLVZ4/XFPa8NE/8LjbDjcGsG7xspXi5ySKi9fy1qRqXuBoLN0yojpkpqXhAND5TcgR2loALeYyh
3SIllHY0u6kKtdyJtWue0mh9npTQZSHHqi4eYXdXsOybO2ESf2gVRzdzxk4kyRKuka69kwb9QbSG
i6A9qNPySeXkNomS76WUSXbXlZ8RLDA6D15K/5yg2eJzLUjuFE008giferJUU05sOQSCukutAGDu
s4UFmD7fqzZEuBKMS25AdNAU4WuIOx9Yx32ksrJ1C7SqvMNuSK89UAWwYTU0C0cLBVdLGyisQoBk
/HnMm6dM0vaaUT3lYn8N1wFveHknQXOxp6p4QmJ4T0s4ovy63ic5sYERHtoVjLJdNjDNyH9A6hYD
VRpl7WU0gUTKRI2IGe8DA9KSQfOFxBY6Tdp+ZhJ3uJWPCHCvoxW6JkZCg7CbkDtPg+yjSOcAgQBh
LMVZSrZbEJr4KjeR5Ni6RkfwszmSotb2/miQj9dIp7ifMIsN4Y2SWtQdiVMRUtRAfQ6VaPmSAWuM
shCIaR6ItQwoCfhhLb5OAxWGST4NU36Vlm3XP1EYEwbrAabPj3pUDl1CccbS9jVsse3jTZr5UIrC
VxarB4N2cC1wgdRJOqlW/L6I2oOkSEdw6kg2tyBiMQOaWt912XwvNiQ8pOgCTEaGoMbvsVDfifL8
WiYwcdHX3kwN51VZPqbL+ppWOnTE5XUqi8+5lo+TRr3rl6n+jwPSr6YUaTvv/MMMSaOQHh3rBAaZ
v86QCu+JSh4nXGnCywib+iWV2C+ZJZKNOvoB1v+UGtC8w/IU9d1LisMP+ob3f/kU/2yepuuoWXQt
NImy4l8/RWE1E4CPVuRTYOlVIorddaYFzSi461h/18lKS+vitaCAVi/hoaIXIUcJNYTC/flJ/gN7
gv9N53o27NgEuOj/+nB//1lmb9mfbefub05CeWvo35Lfrtt2p/r1vP/3l/tjEyCr3zRdljYPzJ9L
/R+taFnBdmUoiq7KmsEmATfEH0d+WWPjYFEnEGkSm7qk8On+PPJTDsBcYIoydiwdm4r672wC1J+e
n/8a4gI2FEDVDOStFPDLUZ/Tt2okY6qc031yJCDuItwIgbKrnW1qPsuH7V/JH76QwgOVxCPMOlgO
0j0NHPhS1+QyeuDHzsvzEoTu7BVuejP5yQF7g9Md0lP2lu8pgmF9kJddvVd9EkpdQrA93Za80IaV
4kCUP5CK6eImtgf+TAaqXzvZXXigduvPR2AAdhM0x85VbUrHR8WJ90IA4sGBDBG0+8XtPQ71h8bP
/NRZXMGrAkg899FBcQgnuXR+AlbzLDn1HqmrB/3pAqKPs6pHLENAgMSZ4LmGYPdTdjaC5iIfjBvd
by7LOXaIUHZIo7gk+zEgMiZgvfBYkYPhANTtGt4Kl/w+O1iX6lwE4LMCWls2mTB7yEqucNZ8cAZ7
c9qR9FycKcSaO/KOdBbhx/B2gIY0vxeHfq+6mZvyspwxd597lyOh95DsLFvydSdxZTf80m2uq1cH
+s+PQdZXwCs4jc+yEiBX2neeK96Gp/mQ+JWPJdOmkhwMPjnW3uQ1eyKyfGDVjuS3gf69PXZO4bEE
OcqB3Gx38ogP2kv+dFsGI7813RXX2Ft9CwTPrtubXnyl62ZnfnGgZJD5bGXs0l+c0abeuUsP8SE9
mB6Aw0N2m33IP6xX8o34HCCsdsODHdmT0+8Me3S1Q3eaPP2GHBuPo42b+XUgeoUTB8PJuIY3ywlv
tCN6ooNSZ9c4+k16J56KDxzL8o6+EnGnMtLC0W4vyNRc7UKb6dzts/v6sXSb/fwlegjl9nDCeRFy
+I6jLwepr+3BwLqSi1DprJ41h2ASZc9BjhNrcm/cGvuWd6OB4it25q3ZbXlIHArafuKIz+gGDqwo
z8K+cBZH5sOabv+DOCj+EQP1rjgq+yGwMPtLtnkhmuiWkeiHbuLlbsNzIvJ3H+C9H6Xb5J3nh59M
r8Z++ZmBelB9wUtusvv0nJ7kQ37Sz9XRvEvPBk9AeyLd+FAe1GN3/GXG+ieLmWJsq9U/e9T/m+tq
qga50itY1/Sx3C2XzOOg7kDXDsjA3NV8htb5+mIv4Bk8lfkeVKOjuqKLKNQhr2tPHLVbvMW3ZEbY
AC6d3ptceqh2tntKnMQbdqjzbMDU5i4JJKfd84R5WQAJHlfZj8Q1XEaRjUzClhzFMzySSrjfCqO8
P6rRofAzGyGvjezUptPpA6O+akcpEFzdIfnZh9qNG5oC/YYf6T7Xd4IUA2KG/ezRxLoUJP5yUwcW
oz+r7PF4J9goyp9UBz6z2wfh99jT9/lR3RP44VSP5vfoLO+lS5ScTMbSWb9hQO6jvfyw3mHkdztv
PBhnUg+j/XiITvlxvYRe56k3mq9UtyY/He4im2bRefZpHjG8OaHboUf8307i778IHbTfvue7HyWz
ApT8HVI9p3OR6jnK7uMr5fcxlTjbz4a2aQOP3hUOr+SS7XiYTmkw+ikTq3lpgt6bHc0b96j+JWdy
ISXbiQcSbQksxiNRb8+MOKe23wjp2tMDsvXd9uE+mMNPqs9NOQvH8kTGnEPKhV25hJTf5rbGv2WX
1es90zXv8IblvsVwkH3Z1xzDIcnUyd3chbO/K/fCDUQP3jc/L+/RDewKDhsIIm1cNB7MzcDaN0Hl
qn4UEEvnEIFskxB1ARbrkNvtInO3VVs60lyyES55mbeRoFpv8QeWms6FW7Ebdl8RK8LoMOvvZofc
ccdyCDuz9ik/1QTiXRMQwPFgfI+cluGXvGC14UFV9gIrECnLfLrKhTzthHfGHhjqTvbxTPEi8aF+
jJzB/p8fI47tf3Ux/teSuf39L0vmZCSZrCimeG5c/byylFU2rasdYeAgdHguTL4wJjHHtPkGXEoS
gk4xd6JkrSLpgr8VnPuMBWhwNf6YcDWe6O15RGrsPkqbYKYdGUM2SZ1cSRgEfn4AZ3cceAx7b/S2
R5YDqTM7r6ZPrK/H0rxDYO5BgmdV7NzWIx5vGzbbIsl/cMCu2nT/XBIuPN2XvHZvHkImqtYzmcoR
MfIIi6/DId9vL9gFRHnwWBeX2Wv4U8yk2bgd/wxuOx9JenUpGtvbXzGC3rbx3AWaA9eP29vuszt2
8/vGrQKLIQE1wE/3kz3zZbcXb1xpT2x50Du/f5GUjQI4DCYDItQdAIqMynTPb51Ne7JxAz0NfDuZ
4aPzZRhaFy4ai7jiMXvxzXk2vOotfeD1ua6kX9mhq7sgaL2V6wnPwU34R7fZVRx4PS43Y0q4zR85
S7l4Hf3li9ti1w4P4Dtqq+iealr82B0bxo7qr47OlcsdcNf7gvtM8ihz5+yV3E7MHo7lxTyzjsrE
R2YF93bZBroDs8FZeHDgXHNntv+2XTNsOdzMyOO8GuTutjAScciDQHw0TyMP3b5kCdqGcuUS7cXD
XvEmJd+Byrx2kna5Ezrhfvs621ap94YjGnKPX+KNQp8LxE8Iu23oVcF28cr9+mKep8PC5ej41Cb3
nv2EDzj6FO+7Q7MNVEf3hZvtThvOEpTMAQYDOPLIU3db+77g0xMDwYAr7S+ii3ewZ3cxswLWmZ/X
gsMlH5rz4M+L3PPhM/4nsg7gGPRqaC0MWD5OIB8JuA30gOSUIHFC1wqEI3PQUbidgi5YGMfbe6ns
8rZnBCKyG/8cmBJLxcQHTW2aNrot7Cmr8m6ya/DkbUOiPDE3BZyu/ZDZRWSIEdrOG7R+zyVm32HX
LFidu76sL/EeETskQp/pKiDtqGWpS32D8Q2ImIhwRp7Iqty8W3uQWJ7MMyv7sT8FAk/xNlKTi+kT
jetRNvKC0J6O1r4LYn97HHp+pLSxWzIDjy7tHQcXLvOPaSMW3vc/VKZh67TNVbkPOJYhsw1LELa7
xCHhns8+8RYGo0rmWi4uV9Tnkbqaj9NVvTCnca8LRzoXzna9az6MahM6vL0vi0vmTNwRhcWEPZLX
8jlKP9+uh53wM8hoeCCZ6v2J+zJdSDRhLjEZlBC09wNPQshcpPCpRhYKngu20aJvnrUfOo+veAVA
yRLT2otTvwl+xbRGSCmPf/U08TgWbANmJh4CPbk3gOC53v+HvTPrjRvJ0vZfGcz1sEAG98thksxM
7bJku+wbwiv3feev/55Id6GktEuC+7saoNFVKLe1RDIYceLEOe+is1LsENgMiQT564607QCDzW9C
zEx2MWNrRydw/donmdsVTPIQMrG+eqGfYhtypafNrRGx5MkjdysAfxmGsEvcs1N3qFt6eA7wCN1V
D4OPcyRhTtsdKmA+HYtAC4eEaSTdkaceH2W6SsgtJg9veQ9f0K/1jZzq9sLkgxZMA9GTr+NvTkru
7LPHiBS7uS33LYkKtjzEJzTGMF6+rm7L+/XbcpCJAuDOICVd6Q5EDrZ6tNf4NvcG3fXpkltJgH/W
Pr+OLwrKlqF24P9eVGF5kV/gaAkb7wpZreR2uWyv++v+G9xabw3dveXRrdkDBy3fFiFXqgOfJQSu
sDM8NWSBeYk/71EI9hBbC1Dl9kaypHrfhOlhI4MiuSXPybhSpF6568iKZNoFgp7/ouq2S0LahV+V
Xcydwd01gcxb8Jz1Mfu9Hm+WK2uXhY4/BHjh7JHe8ZdDA66AXy8COjpBdETv2b1pDvp+C1pS9nyn
HptL8yZ6NOEg8Qf1wX7bWm/XLrCuSMSCJKQFXO4drhLm3sKD7chHZFoc3w2sx4lgchwuo2P9lvll
oWBBcIvQ4R4VsbtZQVLUgx1/FGRw+kfjq/OI1Nqe6eF7swesh47Wh/Sbe9NdWnflPg4wl8xpJHtg
MOJdfK8EStAdyj1HJGmmzEOhN5pBvFcCXGzCkkwx5q8j7kvlDueo3ehH3pfhkJNJmXv+wsOZy7sj
N6XnL2nIK95mCOLW3GuAvOznsAlI8w6A1Y32UCE6fHQ/mkix8WN/iodI9U3WCX+oH/lmcj75ehV5
6SMN68gXIV4yh/VR3sPc03tz+YWI6X0ylkvlI+kpC1Dpr6IDTn1e/IiZujim3XHbJyFyc372ARFK
/8vCS4y+zP4cLsEn4JoEBZq/Hk11m89o7+wAlw/PYnX1fsPaxcfRW32ZhmKa5xmnrBEEGkMk+JTD
5uLOxfUS66+9CDVMQjeE+ZBu/N4TVgcM6WtvxgDoUXyB+3fsggQRrHD5voZdEDGczG6lVzvXr5YR
kCrwBNvWYSQ+hefuY+eg3IvQCtEp5mMAkPYzsJJfizfFzRrvjbDmcJNpHUkQYS1iTePdu0fHMWC1
E9ZRzg5Kn8IbY6mh1BhtiA2cObw41u7u07DTOWj58Du5aTAK51/5AgCjhTLZlot7u9h2b79ne5nP
yumSVxC4wXyckWuePD3U9woxCi/dC5SxvY4jW34oAooH6pdnQn6YgER2zkUAg1P+Cy6H0yfndHH9
1avJpGVWp1xij0hOrSEZFOJGxJkKc0k+B5PONXRfBQi+hzgQ8UGA+RLkZToI+Y5UF5O7sH2E5x26
Rzxg9pghsjuVvfxOjt/dcmvyAMbBvWAdPbZH5otDaQ76d1uYk3uglsnZmwXT3jk03DY4SPey/oLe
lgzDgZxlrgAEZdKCqwmfle89GaMSgosNsgAWExk/AvT+wAcmkQqTo3qR3mRHmWM7NhMqPG4gho++
E4kYaoLfuGpzwsjrokJW8XL+jYr7P1xj5d8/Sb8dZUmBYjTaNUkqmSZ+MhWFJc714Ct5SiDVIzlD
sPvmAsALsMms8KmjFkTliJiGAQDpE9wf8jOZ5m5+fCjuZL61HDGDp8IB65tTQaOWRGbqbbfR2+g6
ukaX47Y7Amw7znuNCodLxtrvqDGRVM8XJjWj/l3xuAbxYThG5HvzziJi43UmCzWH8qK/LsLpsjtU
/IvvjTw0rodL6ygjIi5jD5hqcGwl4fR+eb94dzaHULnv38KFvu2vs4f+mzwGtEd5vgFH8/PAPGhe
zRHQ3+O+7H2Z2Nw0ck6hiv4G/1NlnOe0Q2yT6AAUJvE2vgw2gRAMTW6X+QlkVvJMea7AQLjEgDSk
33xB84zEl/qRD+JOxk1MKhiRg+Ygj5SNi+VMisr4OyonuzUsGCLzca7nViMPJex6wtknTPA9MkeL
7pdQZjcmhQayZk+823yZG8jynQiasCeQyYngLN0reysE6H56HPxOSQpbwhRvBNpdgOBrUB+3i0q/
7y22u4dHENkWP+nNZNJE8mWXod1MgagPrQcenTAQeVswvVPuNzaaHiyBfpFy1Tc5tacDB/N+JV7q
AZuDe1YaYq/H4b+Q/3ShzCNdvyJDlDk2twWeAdjrzhxu3bvmWn2f3ZfNAcZ3EmTXM9tbBhHE5+Pd
riQJaxB/ILuzfdStWZMzf8bSGE74ZRy+xdx6Nx7RlyZMo8t4v1i75KKTAeQgr7ZcrtmzM++RxNxj
A97KFBFTiUCmeHrQqqFBE/GiCCDA7WRiuDBx45GjlViCfS4fnYhAWkYlh6Su0a/kpQRTBkKqjFzE
sSuoPjfx3exDmw1kyaEkzFRkY85rt2Xzn3bredMib8wcwQb7GmPdWygptUcZQuZ7b9U324OFkcH1
hKCxTGTRxgpkaqmF1Z1yO1NlHj7gqPFg3tWXVNXuty/FFX//HfOeEAM+0k7nwiElSW7hRwUye4ju
4ovqYbpsLrW9frF9r6lvxuQ8WyCocq5herRIDIcrLtCkMVyNjxMpMZe4sDustwW5hnXXXdpvtwvq
e35/5NAM8ouaJZJewZbiinn9gcOR0O+rN5CiWFcBXfKjuBMfhovyilOIhFZwlkXhSJGzpTRhHVCC
v3dif/6CI0R7bEPjsr10b4sj8Z0oTvmcypt+K276S/vI1TuQF/xs7x5OAfO3mjYI4fHPOSLjGXXw
/1LHRqOy+c/NGu9T0n1Kn6ngyR/40Y4x1T8cIcA5OmBw0MKTUnc/2jF8BQ06AYbShQZoWcbfInjC
+gNkooOUFMZeqoNe0dN2DB0a3VXpVKPdhaDq77RjzhuOusSEaqgx4DNqa5pDc+fZGWcqpp7ZBRYw
VuKARbaVFgemQn/MAO9fba1S+HpGbz/PFjZG4m4fcW+IMdyI4AXos3F8Mm+/KBkbsgn0d8XYPn0c
CC6GhlYR5hnGmYib2eBNzbFLDtps4wgUaXRpS+PIFRT1SGV+SaNPitFOkos0gQ9rUOZp0SnBVCqi
um2OyUcTTZ87p4V2BlHbj4xZf8CvYxuhcs8g4stVRf/DUACSomrldRAibSSyDOlNB/LhnYiNcdcj
9LNf7QEvizVVOhQALAt13yGOXD9FgOth3UzKUBFy2b2Vp4bXGa5h4IBSX5vKkOCPa9vTt8JpBuTf
VDQvQLXNkJ51O6bImZeAISd3tT6uHcC4UkEb4JVGsjiXJJPvlQagZRgmA6DA+Py9OsNWZAq0eL+1
x0ArIXhCpMMUtPDmoUKvKLqewHs22n4q0FvuP1als7eTN+2ErbAa4/L0gHU0TPG0ARSDIUyL/us4
ml7DX6dwDaM8xVxECrY7B6NWXlFLfV7w/LEM2ACuKQAMAYw7WwZbmw91nPV8+nxKfTrd1LrytNq/
vNp+NUcW1Fo4trS5wTg9nyPN3tKk7DCEsNeKZpvJK62i+7FEwa/8uNkzVa42/Re3mtD2a91JcUbF
1cHtAb9SVZPHQ2lWP8sqY+gXWWMNHO9VW6KEXapXMxIHiTel6vLJFJn+jZeLWji43/reKHULm9RM
Tb6gEFhemelaXxVQcujrqSWX9iRRrtRMZO+zVsvfJtgJgLfHFRJRD5PM34mN15aW5Ao/26M8ANHM
1R2kHWFMnT0AgWQzVzzSwT1OC3LcM82wfAJYu5Hiicyqw27UqZhNCJtY6liECK+y59QGPSsNorDZ
J5QhlaQIFppESPs3/WHTldwvQXKgjNBhs9vfl8Uw7cq2BvhAM/taq5X5FlEHujiN+mbY1gqDmBgx
cTMZXnnA510rFp8J6YVYbQPyRqD03PDBnBSdjz1jqzEZ3UF03bFNnQmGlPFdExY3kFclp3+KeowI
acIRjAYgXz1b7kWu1BEIzNZvuu5xbbPSW8dZ+LmCdE2v/8BU/OMCPFM+/vF8El6CtxOIQE6R58u+
znOo30bX+kgwYVJrDiF4VntXGamCP6PO5Q81E6++Uw+WA40tXb6/vO1OQfzZAjJVji6kXKESQJo/
j01jpHTrCL7ejy03BhhVUscf8W8rbJDpUW9yOVlxhwEcbntji2NzrbdEGtNGEWcowMnlW3+lTogV
1fYQuvrwuE35GuAz6e6UfEDULDEq38ohYem4CYPBS2hmVZYUGsHYIC7ABJXLvSHR08OsKRhJ5PjT
wZ/HlMqN3/SZ4jxO8HT3RdTkgZ11qEW4xFBzSVag65hdvWVNUjjsKDYuBgZ8hZ5dLny2d2nSjhda
3XD3sXl1S74tP9qqv5Ve/WPu9CzD+r8mziApKP+cZe3Wphv7p8AX+f0/kiwdyAuLGR1hgdKB+UR+
QRd/kGGBhnGQZhCuJWWw/4V5QU7YcgFzIk7Mnkeoim35L8yL/H0WPyd1TBxLF+gp/A7w9SzkCzYS
EFpkT8lrgL/KFPBpISEpKjWLW/SUugwLPq9w0aXy1CwH041i4PjQmdMEJ7HTcIY2os8oZXeJVxta
93nJLMBXdteLg10azdtMW+YW6SRn+FSbVvNnH9mATNtRsyl9ZUODgtqUJlWobnFS/95xyVMABibq
M1+mQ2pxFve7xp5rtVO0namtVHrTjtJin0H0h1rPTqQpWHItzcYPT97yL3LCs1P6NCzyA4RjWEdY
m55Nnrs0ZqUXUpk5XkGkRr7I8bVVS5wWt4sGHv/cWf0rR4AEKDyJUD+NKZ6/sGWZFb0Z5JgqtZqo
wfZmxr+rbcXHlx9OyN90PhKziSSHY7JEz2Oh2iFlpuBPhQaEDni3rAWQPvh2UmGwmpTHAcOPyzJZ
gdvXCANQ2lMHr84r5FPXuBwvp6LTDgiMIPUEExwd1SbRufrO6UiJtxbaJ9VE/QzIat+O0NxT7TZN
7YFejDYhHvnyw5y22fnTaGQ0qOHiAsbZcp5RjZUhED/aUAFCYWOXNADLdnOkjj5C3NoSGGZSaV5U
jfYSRPnakpTbLu7m7tbY6X6eTeAP86RdR1G1zWGnjQvhNm6nb4mB/KKXr1ZG88VWIhC0uB+OPPOs
QZTVUcRE953HNXKRH4e8kcJDY8F8OE29YC0rp2mREyY1jmhCMYtGhfQfGo9ybns5zamc8DZfYX4V
p/cwKzP9OtWBCoLVcAwJrNFx2gSCbHxbszpfdpumuvWFqTt4AdfLuLS+M6KRAVds+W4sqCDuEgbB
EBwo9eZtg6t/R1Fqg6tcavBpBrjgMXSQyEByUp+ixV9MtDuu+qRb+OXlUg2QSruFW1iL3r1nGjq9
xCHehIY4lpGY+GrpsHByocXZw+qOF+hNLkGmVWK6mKsMoxBrQ5e4AsMKe6XFvbYCT4z8NwqmY9hU
yg3mpNYba9GUxwQxQbBomt32d2rszpo/YNj1hkSsPibAvKfQ3Pp5+2puZbkF85KldHJsd1lulrxs
cWuY0fsKnKlf39ROjRVEYq2uBPYOUbyfi2VpIDspwtitg1HaqKPBlwYf3GnSfaKnK4ZNqbS/gMyL
GpbYwj5dVhH21cDJm3B/8tIeFPwOZ2O0BZF8nB9FtHYXQk3Lcs9PsUIse4zFTnfdbfK4o/UP3Nti
bLejWHyHgIcPPSIZ+rc6NU16Z5nQpfPmNH5C0XJ+12j1TL875UUXcVueREAMDDdNI+CWOH2tqgW+
c8k7W1DNKnGvj5JmjvZ5C2nNdDqr3dWIh/7Zy/A8Ic7R7iwZtC0ZvudTJK9kUK97QXx3ZKiPZNDv
ZfhHZXx4+J9yRexzgKa821xUqxEBtIIlVlOezE2UBEzyoji+1auYl+pW7j6mWYnH0Wv7+DwooWUO
PtS2uImj4H7O05gNR8yJzUQiEHxb6eVXJ0MHFTkOPCbH9ArNQs4kIb43IzABuEgoqFlXhtnRUYqn
N+u2HlqM417+UGe3DqijyHeDQXXgc1kcp2cX2r8nJu1tnlicHt7Jo8RDtYI5MU/zUwwKzIBWTtsq
J/D0Gf6Tev03gfqfM6//LT7jD//paerF9//IvIT2BzdZ5OWpMiCwDlj8r/KW5pJ5sXqQteIOpUvc
8F+ZlyH+kPduXqcw5P3b5vz9K/Ny/2DN4ZOiaqhHQwL5LZOH83OcghbploH8FiesJU6n75MOTju2
aVsRfhCySab7vEIr2bMhz2IFDmXwlW1Dqnm2byBzcqkHv+WwWDVdnN2sWrPMjBh24g6NMePPzR3S
z6rdcpQX/VhfO/gtgWRE8aDz6lLMn3u9dGJCjZhu1my16N1UCMZ46Whmt0u0xkB3kn50pc5Sdm/A
FtX8ZLCoSUW6W172xlDWuHE1M0oraoX8M3xXWDEWSsZ5FMMuMtYIPZnJEt26iyOtRp1DZOU7M+lw
s9e6DAUhq6vv3Lmc+CxtRocVRUD8KQdEg9GocoC+4Tt/jFOpI2SaI4c52pIcZGgSkhOpXSXc3ZBH
4qOrKzZt2tVO3vUutO+dqhXUmhY4w2hzmYpC+0sZdJoHlq1giYyS003cFfX7fonKyxrRjjdxZXfZ
AckCgw4u6oaSCtWOIHwmQwBu4iJ4N022iANtWLXpG2KALagsbRs+xrVroo+ebCg8LJ35p9OjoOJN
XSHo/RZiBsuzVe07ddaW9IAaPd7FWx6v93YOY8HHhbOhKdUo7QdhuGi5uksBVsR0CtszK7WHeq1u
LceOOs8f4WcgHi4SzXkvoNWCY1mG8jMuAynO6MYKsmds+176IzqUDJbY1e5nJS71gzGYPcCrTRvv
s1m30KCdx5Km8Zg6APpsY1L382JR8qxmvNNZtY3qOR1iRRRhEppPpWNuYCEbNJuoRFofkwWQP6LC
wviEto8CqmTLUIKAtJmgatOt7d06D9PnrJtHA07vNgD1wyYenR+jn5Dapej81lDNbsOcdXHCqW03
gDHxTHW0nmcEdZsZES2zMrLGswxrup2ipNi8fio7DKaSGhiZ4tphZdXastcHo/uWNgjoB4YYZtIR
LHqAuyazuxOdY32NMyXTvLVY1ccqRuDHVxN0e4MVcrZ60ChHBIlWTOOfxmwiuCLWRNCzghwvgiK3
549xsiwoty2WjtJI3WFYFLd2CkNnXAWpuTG7SAuvvQEAyChWvGdtoXx2MstOfA7rfpCrDmmufkgT
3mwSoZadO2uPAg/kmtobE6V90DuT4KB3C7cnDVkkxMpzQyDkbiNo7vXtvHx2ZtegqcsBDe7UFB1U
gk1vwfQraY/6bgOr1hu1HPY4NjDzd3eEJOPNTsFu5mM8mjp3t4OV4pAbUFgzsGhX1ibZzSpH1Q5l
8gHQnDuPj0gUwmMgdOF8R7INWwD+GhpeygKteEEaDUdgs/266dO47bRIGy3Pad16DTqIaZ8aNB8g
iKlxbQeJMxcfsRkYatjmlG4hgSPBFhhbrH9DR6gcrrMGHeZwabq+3m+JlpoXrrLFj0kxN0Dflqqr
ELFuhy9FslnDbpxKVb8e1j4n1UEbCYn0LhlhBffb1nkGKnUfN0vpQGpmnbgdLJR3bOwIHptiqt7E
uIn3O7UrpjvTLUxABa0jqELlul3+uIn856D+b3xcXjqq95+2T/+FIGfaPD2tTz/0d6UEC6K/2krU
b/86r6l5CEQ9NJtCuIUY5dNKifYHRyiHsk2RRONg447+13mt/UFJQ9oyaTpeBybgid+olJz0Pp5e
h2mG2TalUEs2vnRDKmI+rZRUPWuGI4cODGKN4TRixXEzAUJyqQMjPbBcIE5dFbu4AQ0pQIbP/BXC
l92hoz20+Br2YgRfUNPX/STyS7N1lTXUOOAwDNG33sMOI7vt9ZUadVLF4OWXSKl9CoqlX4+Lotz2
ap8fI+TR891apWa2r5A/8KLG0oBbiDGGYVLVAGRXhG7C/2SX+I1iJaZpL+aXx+7T8+ap/PYfy9XS
aYSKU69EkPMjpPrXckUhlbIdgqa8ONVGSIZ98Vdhz/2DvipZnzAxweLHqVT9a7nCc1NN2rB049Qf
P/Y7y/W8U2DaFGwoDkKaVzUXwZyz1bpl9pq1QuDpRXS9mNDsv0wyjEsOizPpIPPqGkV/UcWDqryS
bJ4PTVqNziw0P8R7KKGbPP3TjTKVvWbmXLD9ZC7nsO/1rykSFeFWxNZ7rR2aG6SW51cszH45psZY
Oqm0rp73y0wlX5a6tIHtGavu2bjKfqPZGb9Xmly5ydvmjdU5xitjyil8EhB0+ZzwGDUSeHzaHGkh
9/Q5zXGwsaehkWs0MRI90ZDptzkC6kBfMDF8gJNd3z8JmHc/fvdTDu6vRqRSrLkyDtnIHT0fcV77
DTUzXOTNuc0vdbXNLi3kc0K11ed3qtKP+98eTzYE6TUR8Wj/nI3XowSOKUALLk+PLxMEeRz8c246
K06POkr+u5dH+8U7hNWLgJNAi8E0z1tNXe/2abrg06HmbcwZvt5qSnGdliOKwJV50J3k4eUB5Z3n
7AWS8OO/hZIldn7n5dsVKT2nWHP0WoT1tp8y98Lc1vKVOfzVIJaKm5WLigVGWGdzKBRsGSxUnfwt
0qrY72fItN5WI4/y8sP8PHs2awJPPdnBQjPjrBaNtm2rWrq2+vHcbbAMunJKb3WrFnE4kg7jPdeM
CPohvlKjYvx7YxPq5L1Sg78rUHPW5Rw8ucuKMkNDL+k2f5pWZTehTfVWSyY1jHoNpaq0Al1aMdGv
xJnzmZWjQgQnXnIk8/rOWpNbvkV2EicbbUAU9H3Diiwg/44Wb+HLj/fTQEQy4qktECyDtgys5dnj
IdTT1Yltbv5gZ9KxGGUQUart7e+P4pq4L6L4pLP6zyK27ShzoeBBQTFLWz/mCBNQOYqxafjNbYaq
GWKcPIts6MqBnj/N1FpNnNUIvJujlX81iKmBamrlrWpRgq50097Rmcdz7OWn0+Q6f7rZKMSA5aFP
IwvwKpLjz4d1xqiI+yyffAtqM5A3h+5lD1pP6IdeMalBukHUjHtVf22ZnG8M27Ac3p9JwZDGOXvk
+cBcxHpFyXt4tdiR4duEJxldUpjYOAYZQYzuJDSQVRvuXn7gs4KLxFL8cJfkpKdPd16otCskYgXR
zo+4K1uB0ekbsqxZtLbLrqhqJf1dXArjofAuwAWo7P7z02jRtykeKWb4i8YkI7lRH6olHV7ZCj89
FUI7OP1q0lSQkhKqO8+2AoK4zjLGpeNT84EkrjTDu9JZ3bu5M6M3vzmBDIX2H1grWyWHOTcJVjqj
Rm0icXCqcSEudS6ewHYyU6FKB06KV9bnT3uc0cjUVCAr5E3aebNrNJZySAHj+L2t5sduQJtsS5bu
Fd7xr6YPJ0bm0ATZ4573KZs0S0xlcwBkR439BUXq+ouR9RWSm9zC/d+fP3YPGD26ozaAq+evakCU
rcHXzfYnNYKJPffpNY3l9GKblvWVtf7LyQO2ASKKRiGgqOdDxXaOnvbG5Ik4ay5BZsDBtMv+dwOk
fEXAhyjXkiRTBXo+iugxORmzXCpATzWaf012UcZZ9corOs+x7LNRzp7FKgF06CbLrrQEtOKMyVr1
MfExCAH+DTTo7cuv6SeH1h8DchMUMu83z72nO8WIJkIX+GhrmN82TZY+zKjlXObpmodaZkEUYevj
kdqrF52ujD5NIUQPxAhRJDdDFZnti5c/0k8RU04BKRh1Hrl0TiidJ8c5Xu22vZasHOTjy1DRsOMs
a80Oe7Y/4uHjV3XuxLuXxzxrpVNnZ0wTq0wuQOAR5N3/aQoxltWG/LFm+4suIOzNJuILhVLuC3tU
3iEX9SaOxhld/MU+vDzwL7ekieyHEPSFOCueD5x0EchSZI5pY076QUOwMUjHadthu2e/cmGQF4Jn
R+DpGf8e6uzC4FT4gs4bzzgm83KVJNobMULQSiqTmrdeHpxe3R7aVBFhrdf1Ky/1l3uUdr7F9ZM6
u302eC2NjGaM8fwum+lnoya2x6Cp+neCzt+jnLfC2ni1knmyMS7Sp+XSQJDdq/DI2JmN0b2Sx/zy
gWTIJiJQ/5HSdU9XTLHNSkvSxIsT7rRHpbH+aNfja3eEX65LFiZHKs0ggGnPR1FouZox5Vq631Z1
4eqbjVPyHL9fEMT8VGtmdcH12tw7rSFemcpfj+yYHEsWu+Mcy5hg7jCXgpHxgtTQO2xr7YArhRKa
Y51cLK3R+ZaVbuHcTfmXl/fEr6aWbJf8kC3hmudvEfuhRpmViaH11H7YKqO+QC05fiXy/WrnPR3l
bGop7s4q1VloVI2WhRS7jF2r9WB4F7TP/v8e6OzoGEq3tB3gA35lT/0xazN0LAa6Dy+P8qujAygQ
LC1KAzSo5defxE2bjkzdCB5obSvXp4w+7Xq31XwN4BNCpA4+DS8P+MsZfDLg2RGv6p1qDqmAum0V
xZfKFHiMRYgN9vOo/xu7jWqSQxGAIr1+gg4/ebYWsO64uByLU9fpX+xuWo/dvAyvHPG/eiAKKUDe
gLlixy2//nSU3kiwpGNPYyy87LjpRpeicUsw31iu/f7cOULXKB5jG0fh+PlQXaLGSYNMLY41klhb
KvVXG5jHYYyS4f7loX61naheuxo3VZAC5+uiMHBv4D5g+wNeSzu1aZsA4FP+ymL49ShADPExp0Et
i/FP5w5bVdCCXQwEA1AYfSKnuVrreTz+O8/y9yhn6dGa91xhFN7Q2mVE+RjdtVSvy39rFPDGVBIN
bsPn6yByVOxJiX11u9kgoBbhaXmWvrIEfjVjqIpZ4MRJlLkPP5+xHIluDKB4Fi7JBjaqcUls118r
zMjPenbqoyHOqQumGCrNed+gF+Y4ZnOjIfabuY3XLUDHgmg1IdZFUey+sk9/Hk3Wf1TuuboE8Ltn
IWEzjXzMI4kgApsodkkHyMxHG1gvrtTa7KtXUpqfpxC7ZmroUIEA1fGqnk+hJlJnVdVE+EpXIma2
2uhdxY7+SmD9xUOZGpQb4LNMISfx81F6ZwT8ScXRr4cWS9bWbvTOM7sYJdHWyfP8t9eFBWKEEgV1
NJMIcRbHJ0zJhQtuzcfG1vxKbQvBybVaaNa/vJdOn/v50sDwHi4JVXrHoIR1lns28KjWBm1cf5vW
fP4cVa3V2oFmK+p6zN11WFs8HQ09R5AW85K9Oulzt5tKAeg7ExF3Ce4CfOUN9W6RhrVTOG3oaiiz
e3XkuKi5sEyqEq6MMkdUxlG/3Y+jk4nffj2SkKDaJAocfD/dneMOuPDQ6dwXRvYsw2H5vRt1o03D
Ja/qNy/P2vkp66DSZ1FPBUQIGof+y/PFwBvbuPeAxK8AytHELpX8A645deHH/BzAe2eJslfe1PkC
ZExX4EZg6Brqxe558Wrs47QuKgO8S7+5zmUz6zoQRJyPMj8fMUR6ZULPdxX4Ntlg1C2dQg7lI/H8
EU03XVo3553FXWJTiFAt40NnTeKVKPvzTErAtMT3Mo90T8+GURykfOshiXwF1XYE3IvG/raWLI/Y
jJqPZj5qs//yu/v5wRwUm/mHM16qTZ9tZIrAM2VigfjYMHcHXIthzs+988r0gayXcefpzuI6x683
oA1C1CIOnm3hvpv7igZQHcyiQM6yUC2lPdjowXZvUgFUNIxbdQGIu0bjn0mGYVwyivwWNXTnNp70
BSwzkJ3Us1e3Qi2pToaHNsujT8BLkXnuFFDKRMP6T7A6l26sgRypjYMmEJ71jCzSYTmXbnSjlWTm
llXOdyS6QHYGKi/vkq0dAnC22YNw1P6NIty28jYN6uIlwOSmuQRn0vkLuVVyWBE373e5pq03IJBM
AMdYFT+awzjv9Sg1jmpB+AtSOzPf42aIWlHUrjeKaL81Qkmx3ho3dGjwFkYitwWgrvXZRw377kvs
VwsURTSOVaXukkegPkQJvULyg0/idQ4gZsNcP+dLFQMbAjz0AD0Pkyp3WivhL1mlIV7YKljKAEvN
0AKMnRhVp3y24kDdSqf3mm3CWAaaIXzvwdgO1lw6l2guo+JU6Db4a3wG4c0M203Z11lgm2O3U6Ye
raS1a1W0tSp1vQZFUoerYYAdA8pVbvg9lWoWGD0qkqkS9dfgzHXsOMCcf7CjCb86g4pILvCiys0e
Wakmc8dQSRL9myEmAepJUVDNT8YU5bWag3GKxXDIEvLdd0Njw1hXNFPOVBXHaD1n85zsgA5vGDnG
VCJDLCggvzlpYtrvdb3AG6R2W/XdXBv2n3Mi/Y9qXBVKv3G0+lORVTB68r6KvwOfqS4BTsfjo6IV
NVjVDs5ITZOrpruINYTTW5oHraeZv5WbnWh3fcwP+nonrFt71dzogl/bU5zEvIuCwWKJJqR1RWcs
m4dCu271USC3VHTNIYoLowtajN6B4dbx6oky0qzLWC2zCfZPMjW3LUHH3Nulmapfp7FMG7zGWvs9
TtLKRSeGLQ1GJy7fiyV7oyVr7a/12P8pVmGX+PTMuHyUddagKYLVF3abU+1+2bQhv1ubEX29scDL
Gsx3fj0rQlr0ZZ2BlVwxrPddD5WCaNZYs0/RE1x2W6UxGOhqLmsUR9J1jQ+w9GYTJHlmtWY9hamt
4aG1dc4qfIFH+yeAW0sSuph5vosxkVdx41r6eTe3fXMz9Iy4my0w1F6LFnXh40875Luaw3cFT5Tm
evmm5i5DwWWJo3x5q4+LxmaaG5yhMsy7UWkq2zV5M2ndmIVCzJsZ2G4GBtAyt5LtPcOViOF9GsVU
37ptpqCkOqCYjQVC1mAQgyNEj3bJ4ABCdHM7B+FWdf27dnZadPl6V4k/YtpY6Qc7rnJIiFmsQKVz
hv4WMz5XwvP7uceYNF7VhJZnU0a7FEt2gXR1v02+W9u1g/fUgP/MCMQciRn0ye3AcuJV8UEoAyNP
89aF4wXENTTYsKM/q1WGiszqNHfOxHYKk6XY7mJ3cyo/sqaKPtOyct/S29j6WkZdr+/A8bmYRRPL
tLBMBiAnTjtDrG4Qda8CHQ5i4zuqIpwg6fEpVWIF+XBFd1c9sNMs1jDQW5LbtMmqDaxg1UB+UMWt
uUT44YxoW69+rfUGOjJAfq4SbUt1TBzm/AiIEsNNJ9Xir3HHEeiDT8eXeEO7HDEW1jZ8ZywjEGjr
ou0z7ic4GjeVg7nxyefYOHkeK9L+2ILKKU3OYpV2azJOqgeKNOPzSuNkq1PwUNZPfsq0+PFWXqXN
8gzsP9mpJ/flYaktRLVOrsyx3q6X6yC9mruYLpXnnjycG1X6OTexXmLuXJ2cnlNryeyjPWs4QHPA
U6hlDeAMrZ5colVpGJ2fvKPdk4/0ePKUNoxFvMdoBqdpvLRwnV7wCLC8TZpRqydf6unkUT0lsXXl
npyrJ7PBxVp3Fu1OtNLbWuu2PiHUYnkNzs+9IX/CBzsBsPvBOrlj6yenbAwI3OxgNLAVduMPN+3M
0L41J49tQ9ptFyX2g7vm5MJtnBy5F1sb3oMYxqfbOXl2D5wf93BFcPI2Tq7emGjpiHSc3L6HNnKu
Ipo3X5W8ti1sPebZ8LJ2ANMYt9IxXDu5hxejbX1hkeEp7nAYa4G2aTxBc/IdhyHeI+p78iNPJjS8
k5NLedJKx/J2rpev9cnH3LGkp/l48jc3Tl7nVSx9z5vSNpDIP/mhq6KX3ugnn/Se1fBR5zcK8AXS
SR3clj4ECc5KH9QOq/X55Lo+SQP27OTFng59nu81adHem9KtXft/7J1Jj+TGlqX/SqP2FDgPi64F
SR9jniNzQ0RGRnAwzqMZf31/DL1XT8pq4bV6XYAgQBkpD3c6aWb33nPO123k9vV3intrBpfGF9s9
3zDv3Rfx3XOWxguD3nagDLjZOOwF3Q4UsW4+3fhf3HjviyFP+24gMPSLLZ/QniWIMkthzg8bfn7M
V4iU/ReV3rOQG+8dG6HnmrBiX7tmNj0lXzT7QGRofzfEvfii3dv5ZjAa67T60CbWxqgdxyy4a9xl
JUAu1+o0hBBPSj4a36WJrEFmPtDhjE1u1jpw7SASFytWs/AIuVOAlAAEFx1px82aN/uJi00clFB8
xMVIkQIXstTXje/gvju+tKyLzms8MqHqmnTh2vLX4JzpiuCBFRV4E7meKGHPSW2CvidYZ6NytjLE
s15qFRjojOY6mxNh4qjSYBS0a57C3kPbro69AuMAE7syIi9Y+unVTFjpTzB9DEKvh8Ux36xgzo0d
lVYnrpt6ZWAfNlnWqh0GqqWOzUJp3m2OQ0Y+VMUCu2lTout2toMzyHnmiWKyhOS0eOOkgdadMCuu
IXIUu6jvMBgtJum2ztgnxi6R/QLHB9NhT8tFgAHjtbhmzbTT27VzESu7mjuU4L/knP/My8wUrx7u
J9Ic3ATDQsiSY5DY4waJCqXXN/W+rVxFjhAq/CR2RjGQiphW4wZILouzxdtwt8W92NgIdvnBSj2m
OzCq7QRoEd1tKCu6UMQ3dA0hoPmSfQxFmpRhY8ruAfASBCfbWZ1DzaCh3GfMN/NwnPgTAA+eeVUx
1WE7nfkqQ4slL43qlnPQVW+bRbBXVdp/s3ltbednrXawunFeDlqFgDf2e86kYTU5wt8llVzuymK0
3Qu5CO11hlhLZnDqAe6FNrouu6USvRHsu8KRPeOkdHxorKqYMKJVhYoqzZ/mPZLx9KynnVGfgLAA
Hej7ORtidovWfykbDWBE23j524wyD6GxGNn31mBeg72Yqt6KlonmaLSsyn+Q5Vh34DDgIUXZJEWy
T2U2ZZFlJj4RuXltkCpmzsF92imSz1u3cC60XJsv8Jy5MmTkmH1TwrK+FUXdZI9FiyP7YGdrcZPJ
YeYTdPl47tWyECAdkC6/04Ky4MRoWME3sOJmFZm0KwgTNTabwzj5Nh5Yu/dvazWUn4aolIeRbpiA
cZFewMnZIg8jtgtP3pdeW/9gLTQfq9pQZBmYSZ8eVqsovBC9hcu8dXWXqK5hHW76CvtQCXP6CRmp
IZs68+luJq1qj6oYW7JAfbv8DBp2/JA+jU74kRjnW2kLH4pMYyQfhemOlC6ty8m9U6v4kD4b2a7J
uh5PO7kG0aSZ7MlwfAdKuMToz3WdcSqcB8tr92BEOGwL2kWxZRQWEe/ALAh2p+JBpZ6L+bVZnRfQ
IITJlembs1jkU1XbB7fdcQhiW02fY9eSBJssvHJSzjfQxvOb3p9+4nglXttXxZVMaz5APvQ+IDcn
aYbbjKf8sV1k/pnkjjmdMneqiUKYur1boeVnJfKNOmITHMhNmckgxOexL8SGaLG6tfoxlXP3Umj2
g6QOAsE1ci4KW4SVPKK1ALo9d6QL6sMaY4ntiD5yTdWHJtLdo2eSWNIrL98ZWZHcV4uvq3BFKnSZ
LMaTAuEWLUoaj7aeystV9ITrjcq/8jOv25sqCJ5N4KhxkfRVJDLW3sGrpQonfdEea3vNjlo+XyXF
nO+p5Bysi21NanqZ3hIf86M3l/mu1zU4AGx6NPnMGVRIUy5sUnyHfdyu/nrOOOsf8gRQK2sYZC9/
WB6qwCEPzFzna9upNiJLz9lK03OEyNUjcLSjMUFySwhquTRnd46WnsecOERF5KaOMZwT0OYOL+yX
vCuJOW+q4nVlI9lpowjAm3TkZSfSv8LfCIKQ4gqDg5Y0RtQI9TB4bIskEdjnReXjKaObDbVOvyQV
5sKrSaD1FJmNdjKGdWKT65jR9gtcIl6w05IQM+Tmi065ffQaKQ5NI81vK6JxuoFl8VzXAkOtm+re
zZoBYOqlfyFVUj9BAKx57wTD4NPtLxI7OGtMZj5h03enZc5fg8rOri1dq6LWBurY5qRHy9LRXjLd
6i4VXPpH37HHe6Iflbuf7aSkel1M8u9LNe507kv0N9beEt63mdIzXJV+YuTUvPQTLV4YdAWAZaik
Wp8NF27WFYoRrB58y7sNZS9BBcHI9kbg0hOOGre+V7bRHNTSkKKJIP6iHKr1c8bFC3VwTL5PAWnT
YsSn1G57Zi1+mOlIsmKe5ce8pTMRZlpeRPCTbhvcPbd2aeSPee4OJN9N4grPinaiRSGPymtZ12b1
AVt62FeJNEKncKdXWlMEwExihC80iPdEpOu5YQJ5WTrNW80JjPqCLaxobTseZpVfLBU2PexEzSPi
X/NcaxhnuoTmQ6hcl0vs6yU62W7eF6ppSCLOZED8ojWp/TywxQ48Pqem5SVWsDb2jPg1WqUgnk2b
uH9rsZi7vF9btqfSuC26ebjQsFNlSHMjSmVxsiHdXkzCeTb6xrxLTECM9WCTxqpnOvfkKpsXN2u9
a881sXO53gd+ODYLN7VuPZF8jvbwMvFB3qhEwBRXTtl8l2WQga/HrLNzRDE8mGs1nss174/4rW7L
erJ4dlhlQ9UlBe1V17pFnmGGpRD2rVv37eWUdAKUNnjDyLIoStioLCOLqhZRdEjhjxFO2FXyalg4
86in6JtFahraDfIwuhvA2ViPZduxh+dys/Y0eS/7A9jRmaR9rZ7us7pxY+pS435OGx3UeG45fRTU
dBniKZng5NldqRFeTS/iXi4OawOwJfPCbWjkhqROWa+tUzVgtFLX/IE4u9pndjAke2GDCovWyS2u
sYqBvKddBFfL79IljTtaMkRRs0wQx1d2Y8VD3/rvBmuu4PFznQN+b7M8EMJDkrgn4CrHySAwtpNc
4pJ+b9e0aJeM7k8WaBW8U26kDhfRott7u8poHDt9YRCvXfZQyfPWmoyTqMH8RavDxQs1JTW25mzG
pCj0DTLttqV3qyW5Swr1CoMeKqaloDph2MLx7yZ8LVpqvTRaakBwrAw3px40xzH0dWe5auzOAy9s
VMHPvtGGH+44jrcluTdDCGY0TeOZZfy91nJfxGx2lbUf+6DrKQOanjDXwjMH4GuN/VS3Gssb8sqc
LGrNB16dWwyFrybaKioS4yLa/Ux1FMSDKrtiVwzu8FDPDaTpAH0GwZC2GLkVmOO9laYqyAeueo80
6GWU8Azy0aFBttT4OH0tq8lkzTyKppr5UxJKIJPXgdMaGkt6OtF7crv2yRsVLeR6HZIX2xGSvbdX
eRrbHMs+p144pLhWc/vWiLmrThI/DWrvJTG9K83aSmeSxjb+ZJM0aIptweTBrBXHy4kCgGjYpOu+
tbPP268UDVSgrRZpUbrgwplpSzajT1oBMd+ybcmPNoR/Ndelf792M4T7qkiw1BVur2TsSSry2CPo
Rz91M6dutAf9si9IqSkjssgKQjmnOeAAXCPuj9F9SO8Q1L6Lyb7s9erQ6JDjcJV+wztmZjunTAux
W+jIkrI/kyKHA7Sf1+NUpeO4K1m2n93OSj7Sgo0nUm5X3/t5PmSXJgc8DD3b0IbOT+n/bJlSzrvU
G3XuvjRL7glE8klzhh6/0v9DuLPTcgvar03R9VTOCU1t7r2C4s8HfL5D9AWeU6NnDBQdiK4MbTyJ
PJimssTeT4L5am16yrIAHCwneb+CcZfrtQbqkzaSHw2t7lNDVt5kPja+NqWfRSEEybxlZQ4ng/7b
Va3SdnrQ18ZuDzCCi60w6bbQoNrmYuz9XF8AwdbA62JCZ0xMjtbsOHG+tm4TSajdfmQli3bBpKj5
WTDLITl/hei2WXFrPVYoRa47URdvhgyKOuryTN2YUrH2TeRRYUJa65rkCtsZr6fMq/M4s0qNOzKr
jMcZFK13GCc123SiZPmCYzcHsNKZ2fvcU5adu9rga4+7bGlHNzQSe2LvGVtpP42MgsRd3w11d1Wg
8HHtKIO5vnKQKxkH+9aSfHaqpAwiBKnJwf62uhumVTuVW2d7Uk8gQTWCh1nkaNxSe1LxMMK+baZS
54jcldIKu8Ak32pMJ5s8V3cpk6tOOZ4R0h+Fr5clLlD2uhUDAnbk9CYSrXZYJsL9lhVTrSrA0t56
IwtoaM/O6sOXrUR7q4TRG1e6qklCC+axoT6p+kmnSW6J6eAiwCZadum4SomVVt5JzgG8OzoTo/ai
aBGSELpwTtw7eGNB2SWYefRnSXCeQ7y0ZDJwAdO8kGeamfN4C+g3J2aqK835wRl8KqzdZFoa32NV
5YV7aPKk7x6L0rEr7httWe4SZenpZw+VWjtnqMPasy8dRH6jsjsQtOnSkV/VzhWBrKVOLxTfXo0N
u8mslnThGrPLVEVGbkMzdpgX1aeBwy++6tpwgWbyEObddU4TsKnCoM1mo4l0AJMmLvB2WuBhj2vT
QgyqGGN/EqInfwiHAg7QZivp2+lqcEv7PLelLE/0a8bgqcTkh7BUVNqqEaoYJG43h5SIGg30cjAG
9ymQwpI366B5wX1emlkRGzl5NclxsjOVMjG2LcoDhRfd2Unq6+qVrnpJaktmD1oVdsCuOX0X2uqI
a7dCa9UeGGJa68FwjF4cG5P2UZRqnUZl6SxzkFNyKuly4quZQYW0tAc5YMJziu7QZo2ndrrXa955
SRJNa0NLWS0hjRwG0+oZ2vEyHbxOzpy7NTZ07R4gbqYJUl8aTT4hRwadHetFNVZgexXo48OQOE1w
WxWjUhdJE+TphUvtjzV+mm0RW8wPcsb+c18A4KSJI45a2Y/tPTOrxNw7tXDm69I1G8bzwdS1/lkk
yGzXcBpqv75px8br3mqDEdiDKvWuctj0pNa2h68R4P/4X//jK2Dir6MqTkP/9lH+yfv6ryjWLfAL
sCJmFtfnX/hM/mkm3Lyv2BZIpCDtxPGY1v7LTGj9hrkVaq2DeBWjncuP/mkmDH6zA0xpPtlFTL2J
Zf07ZkJSX/88T0ULyJ9hn9iUiAF2il9cTHZWDbnnjT1tU1kU8eqUKwEMVX/nS3N9TZopofhJ5uFD
eVb7XJuaKvfpYi7enZdl2PKtxjWyndriReOVRui+y7QBtEBSOdfGVtvrIqge5wLlYZgOztruJPOz
Z130B4+hYh2Ps4XcwbETHRSBNQ4gXBqta/a0i0jGtj1SCZFXNVK/TAtrIc+cCrOIpQBzvs99H+iV
0QzE+BXm1Vr3U310mCRq8WJXcNdnXBn0R7Sm+7AHaxhDp5JtfTHaNrk2yC3s4KDR5zI5wVR282Ba
iZmeliZryx0a2vGKLTBpTglyWoMp8Dj1e8uaRpIt8mDaohEMf4zGmvniVpuy4jfCNaajRa9QnORU
+IjNl6L7QchCCcsCDjvJMU1p0LtNmYPGMzL+s3DnkWLwy9+e23pCBkNL+zhKKp/t0qjwqpMBVc53
Xd8lsPdkvhwKt8QsuNZJMEVymgYIxYVeAs9YamaGAFafh7b2qkOrAvWdnA6PzFiG39Gcr6wLpl85
l9Yol3of6IvVXCXW9MawdFyOJNpmbO+VQ91KGAdhBm6RBy3ZEjWyk6K3RBEunlXmdyMNz5+B5q33
lUVTL2QklBzTtDNh5li5f9mguGai23CoiiY5EnlgqcS/YMWH0T5WKWkLbZIHxK3iXqVMyV0FCK9x
8NJIMVckqEPWpV7yej6XwdmWY3zPR6XrQ9pVtPZ58IHbriHtv09NiA5F2vyc58YBYqeE9p1CE+lD
6TXq4PUjcuXSI9WgClhNI6s2tPdgzAaoDrSpgKjRJrAPw+r4r+1st+elmMlpzNSSWmHhFXV9O6Vt
cT0U+sKdOeUjMB6NMTCoZEP7VMpuLskLNtTB7jJFKT+NPXMpRdO6P9peWs5HsjQaIIlNZ4GUXptg
uSAUmEMJzZBe1a9C7yY/xsDbJWcUIutAy6YO9EO7eol7oEqeJCPPjM6Yaay0hRlby/PMnLe4LyzZ
TCS3qlrjoRkzeEF6XWZH02SjAjjR2nVxNDTBPL1f/JS4L/LPSNBz8uAeQVRdHZfaVCtjo9Vs60tL
EIz1E8E63J4xd44c52pael0DH4EWF0jLtjNI8CgMeA3cBNd1LvPLjuCMLMy8pT9gSw72FPtmFMxB
9fd0pCxXeKFcRCYIWwz8Nr8sV1VD6I+GjiPiYDPs5JJBcQzUGvLwGf+TeZn/wxq/qfn+ej+7eivH
tz9tZ9vf/90bbxBSSUQXChysw8S4+giBfk8W5yeYxzYDvG9gkCMQ7V/bmfsbMklLDzbRua6TmPlf
2xnbI9oynHQIE0wGl6Qu/40oB37VL9vZ5sZFFIRnFI0xrvtfNGT6klZaKsC4OIh8cp/QE86ck5NE
tTvd1fRfcvU2WtatUb6t2a0/PU3NYWQpclV2x2H4YNGVkMVlNYrdMDwsCZ2Z4djrz7iXjhaahLwy
dmnXEKoJrmw9+sbdijbAdV7X9sqlMbf96qV9NOVhNEQ0X2jte5PFgbYz1DF9cuWdXrIcEWMfV7MX
ZbI+ETXI8s4oZwqThuZ7c1y7ksDhg0uEVJn154Y/8pgYuvnJr6q451SMPzzM+4+yKuLeAbkw3Las
DKP9YTe3tMZDUlweZopd0X6uaFmS4FWRCmNU3Q8jUTcjIkRg7gy16Cenx96xroRe7ckcZ+F/9cUP
zyFBDxGLR/W/9b3cHLAA3LYl2PXKinTxbrbtZeM8AIo/ZPMbWPlnxBM7RAB7h5CK0FqaY5U8BzOx
Nm26r5rsIu2yHTbNvSGNk9ZQdlOFEKO4b1LYFBrtW689LuxphvyUS3UgbL317lT+3e5Oc0Zl3Xyb
cKpDsmWSH3J6YNW/phKJrABAUgILLXmvmMSy+DrmsdQ/jPXdXx+14M1wQQv2FhspsD/1w1lNsgzz
2yDJHie058I7ojfd9cyC9UFF0nvV8/WktC5Cs7PTbC2cnPGKAxD5UIekIQYHgoZE87slgqwAY9Pp
RhL6m5OmaA5yTx8wmjIsODPpii5MwRZ+h2xpQdfhYOIdaHY6lUnGYBQZTWT4AN04nZcolApundyO
9Itlzs4k9hyKFRboVMRbGxZVQLQ2D2QHyuJnbdMMKxjjeUtsjyeJyLnvv+syj01asDXFbVmgumKj
ZQM7yIH726FW9tLIpYtDMGNkpcPJhevYYCsN6oO9eJduNV8wqt2683QU8sPqUzo4DNJ3Kaoqdvtz
6j7P87eWZm1VXjEp4oPyHngStt+YOt8NpgdNXZAP9k1QAQ74OnXrVOTvnlx2LU55Fu6442nzW4s0
JVzlOp02EhZUYkaOre2HjkFmvh5r8rWpc3j3abQaMs5HQHjWeyXyY10tKRFfKqbYitjs9h2dbXeR
MdbMiE6h2/PB9cvZeGiFvKmSf6Nz3BI+/qg/JHeGBYZOCmEUGJSQxvLzPxgZACiYSBvI8DTLz3zB
SFc9bT2xJan2iJ9W8zZFJBhoBvGE/qXdFSflcYibAQatcq8ly6Epk710aRYiwJlpLaT2bZVke87p
/G8IHIwftbxfS1wl8fhBJlXEcY/00MgIakbaZaw3+2WrAwWcmfmiyWi54aLQItpBkfKN0EYT4Vnf
VR6alqQJ+hxogCp5ml0OPrPPM472eL107Z8ZVX9RaxcuPMiKGS7+mYw5O6p8On3ioC2PJW+CmXJE
3RC67s2Q3Vccfh35e+X41+ngv4g6/9tF/UXUOWFKFI3NRV3LJx3BmU3yTsa8kEFBWNXfVWvAWnjd
JGZAHoGuqe4f4U1/+Ras/9vGQZcARzmVGIeLXw4WpLBq/jIIplGGt7PAWNNeFjJOh1vCVwv3xwpM
EPNr5u2cfqf7TGzvbfdUa68dHZ5kJ5oblgrdfNbzS556TZ2kc5H6hzKIBR1p3T229Fy16d8ch34R
+m4XDo8LCZXYrdCnfREZ/nA3GtwxuREwQ+uDH9NYosAiA9+7VGL9N/f9L561f/wi0hEJGCSi5Ffl
/JROJcNLYp95yjAjMViuaI/LQ+4fyVT/w2nj9ncx7x/DUHzvv30sg0MCyU4YK9wttJ1Dxh8fMvpN
EolhRsi0dunX7r2XGKd8WI5MoY7MLWNGqHFNGinD6NelBcLrWLRyTqLZUfwxT7wqgZKP9VqjNSme
EEVgMqFsLWri4KoXPUX5yz6faaQV6NUR0/5DkVbxYj1nm8I3H39qfU2sBjDbsjvlsx7p22rOAK9N
r5fh3bDRcznqdjXiwV+uJK1qeWPrd50PeMfsQ2L++swIyWtgwPmpHCsiWy1KeTA1D8FS0YezakN9
DaIAOfZcWScmPJfIGULbYClZ5I6i52imzyVDjynrTm2fxlqmHUlnLNbPSrtlMnbuAXMO8AZ9mEqJ
pI6+JpXYbDjxV2acGwTEsyH6XR+NyaNennLMUM549Oq7xmJqxVh/yYfQ8BDocBmYbqb9fmlfNAfV
q0KFJw6OeslQ8iGRoxZdj0GGRcF+aJmnkOYSKv1qQU4t1U9DvxQ+MJd1YTj5qAoojOVP5Vdnvdqh
uTiraUYx8OkbPz0ugaXvtI6suPptEnmUeTeecV9UNzNMd/0kxvuZncOdQXlpL/TUY7372gGq5mUk
lbLzgcoaKA1pFA7mJXHBViEijTKnajZRMtOsTKGjUKBl2sjlaUWeGI50xKh7hkayejKcRFlhD5ed
jYaaWRwynrBbrdO4Vo9+CTAu9dk/cye254X60T5KO4+Hkeq3YarKpROgztna1mnilno3O5770rhY
jV1jWFGQH7P+kJZmVCTGwVPvW7Ov4MBj8Zw0hEOm7H1Ioh2w2ymeBhRKNmczfl2duTu0ZadiTtCY
PQtvPS/u2aRFbR0GUpfrhigi99lI0t08oXl3bzejo796x21LtZYirGRBrBgrd90fdQ3SVelGgXvt
5D+TCUaZ2CWlwzMzHrj19rrYV+arDyvSdPjfpvRIAOEhdfxodi7QADBQz85OASqW3OTFh9jpFEgF
oNckNRPY+9V0HkrraXbmK8ueaNS4Z6M9JOmTn8G3pxU5pBbT4F3h41004XQm96hjD752myWgBKe7
bnpfpMXpC34dmhVbP8+KIwFMxcXbL/5wHtBNaJxizepzWlzOI+6OodN9jQq6JIDUQEFrtp8NyIjx
vmUgV1jxwrOFsjVc4CMI4YdB+prPC/cqnYAADlxjnrLgluPf4n+sbhX5Gee6gJEIW6Tx3Pk3EwYr
Zz1anLgqnCBrFbBRE6OYv0zykYHPSWMeFyzZg0AnQDBHZJCW3Zs3ia7tvLY/TsO71vB92a/LxEgD
qS36oXOWpA/bkXIpoEoH9a4a4NZl8z5r3+vhpRXt0eSsqcQNBu/9OH3T8+zJliJeBz1yuxTZW2gN
R/g5Q7BL/ecZpfbaZ1GefqJAOihHIW1lcGVEaM9DDt2KA6ka9bBxqC1o9C/S41a9LQXPi+ReUfcr
x1F/ekEclrLMDvMLUvLQzrkvDTtC1r+zXTOqfRkr87XRz4O2a4l1VfMUZ82pJhA00ca9Zd4aR5FN
sW3vzOy507JzOrDGNuI5WObdkgAzzgHRcfiYjPLGIwXS7dTeqtdDh13AqcedpepwnpDzZsCdS3Ca
uMD0ZEDJ7kepK48FnNnSPVmofSSqXdflMe6/pz0Q2ao78W2Fcnmeiiej/qw5K2nE+DhuGdNcPSWK
s1PxPHj6bm2MuHgo5U+HsqdrpqOsWn71vaa5h1GhpanQmSRMULP+ThvuO7GeEpMzr5eFLiJ3F+3F
ClgTqWc6jducNFwtufOBsenRgK+iHMtHfbnIeu7S8jTjh9DejIUoU97K2BAFqt2KpYw96pU0BfbX
804RI/jOENrO+7I4kW/w2OrwebhbRwBQst2RLYyPQttzI+1RO0UpWqeJfUhQ2TLq36WOE5rei6Me
Ksgj/lBGq2jOhf/TGNdtyZvoiFCQH1KkTxkWky7yfqAbmoPjYm82iis60hfJ+CT047TQe6VzMx9n
/dsysW2Olx15LK1Xnxz7hkmQNCOx3PXw3OdjSlsqOdvjpSUfGJ11ybHkVOAbl17fxiaaAfQvx4Gh
76B9DPI1ofbi7BM4ZUxIImvBRSvoEbqHpfu+1s/t9nuq8rrqi+9a0oWz032nlR4lE3TU5w5rtQ97
gdP9fpCPaEkvMROQhs8L6hKehRnWzG4meSMcKKvoCLwW3ih6EI36mzDfPXqhsJ+b735+FDN2Rtld
jEuxK9e9TQ0rdqkuH43m1LjXs/g2e98Ns3wyQHHbxicWFALd9xC2YpUBRpTcp+s+o0G66hQmmCPX
7xKhoFj3SQ1EJoky8tNoDGvw132CH8k+tatY6bDSES7QxQsVI7TgbuULK1YS8bdYDJtdm1tV0tpc
KV1bBuczWT9sMoxp/X7cd0kTeXMaZ8a5ZzF12kM1WsfZeFoD+85sGHn5tIVdcRD9vJfwcNtAe+lY
6hdsForyKmsf5HA5Mdn08A/Al7k0yoeBXXnUltBfIKR6rxT315ZPn6R7SuSHpqlr1BAnzV5QrNgh
zelPffNejC0F26kOdnQl+GK+IfQJxwCeL8m4TonVQ6+vgorRp2QhFhP6U8r5x8UCKVBtMlYIjxb1
Crd1i9ivJxt4+/y+oj7K0C/bdeiStNt06WGqi8ccVJNqtk1OnAnIi4MRDPic7Aqp7VymvFiWYP0w
544qro++0urnZi8q1hGursUndLA2dGt9BYoAdip4WraYcka1NrOftyhoMfXU+jGrivOo26FoVSyy
HMMNJ7nmYgZaazVRKWwOJwtYNqKMdXlNnhcTXiccmVHLKh7M8pjVCHu9WxmcEeiFPllXueCzWEQf
r4fUhhBLywdWxqHqDaQTDjPj9dKi4teS4mPWnWie/VBUIBOt9ogNal/p/jXTy8vOGm6KHD9Lq0OB
O0JB2athjluk1q7eXtlpg14TOXYCO3d6Jtg6moZi5ybcqUUIVYr+vbxGuEQsV3XVjjeV4PhR9UCC
qFpl/WYW3fXUpyeShRPAXoQU472tpp8DS+bsludpNk6pm+59e6Fc7SPZ3a4qR95Z7EkGOgUcRLOA
gh69slv9tNC8zSz7DP5punwfpNybTE4F32NTghv12B0QeQtcTgvXyHc2bfqexXjUST2EpYr4J8W0
YbvfmFZOo03mHNtf/crdbAOWUPrBroawQEkjNDCxaRaXyffB4GSiVUdbUSo3a7w0zz0oh9ri+wa5
XT9RFJjtAKDGAUpNrBwCwvYtLb1DPV9Vq/aa9uI82cZFV7ym/mslOFIu82HBpybRHgRDeaMt/fVi
Dad17A65uRxowjl2SQceVFid3//9SSotQP75/4NZ/gnIdPhort+qj+HXl9rmuu9M4vs8xanwn18/
hiYXv41vf/oP/C20je+mj17dfwxTOf6zP7v9zf/XH/6vj69XeVTtx//+j/dmqsft1RCJ/jmDdQuf
+Ou+NJGt3Z/a0ttf/70tbfu/uUTjb3ExpMLpAIP+2Za2/N8AtLmkvFC8fkX7/1diq/cb3uYtzuMf
P8Sz+q8hKx5rh22GwEp3M7T+na60q/9azxJRB/OMvhFWXLrm/i/uWDwHTpnMes2sS8shMvWDe0xr
p7GitUYpm+Tlkd4vSunU66i4WhwI2dFZ0yJ7wg+BsEiXmZPdeUZXiUecv0ifGjy+OG64KmaUIkQj
GX8YiGCtRj0o9h66ofSgL7Tg9gGiHvdMFlHlnd11sDKO8kNvdd+nrrLVfdK0zJMcrQjKc1ELzX6m
yzQM6D0IC4Qw7FaGf8jw/n3TZZVguRN4J1DJaehxki9RDc0BBDb9l9gm7TfhDSodRDjTpsfx+4Fj
HfLqmhHVl2QnbTf5TvYl5Unkurqh/iXx6b/kPsGm/Clc1+p2ruXSnZ91NaIOmmfRdlfO5Nnijl0I
CREAG+ajqutGtEU4AxE6x8Srctx20iRTYdUyfY+wE1K3TL+LlL4ES4FSxmP+JWOavyRNphDTNWn9
m9BpEoierC8BFFuJuhlK9VQKB9JPv6mk/FaiXd90tXE9CWs7KPVIcfxNXWVvOqsSVoEPnWqTXxlf
UqzkS5bVfUm00CnNKMWd3MjodbrIuFKS49B0MRFE4JVm9qrtUBJ2T3ZnkHxvbhKw+UsNJr6UYe2X
Sqz8UoyNX+ox60tJpqYykbvuS2FGrxq12dyRIR96mwiNHrAt9s6XNk1+6dTSdEKzxmCeX23X6bZO
Dj2VtkyHtjg5m9ytT6UGU/5LBZdamyKu/V0dpw3JPaNiNHPdl37u/7B3Hs2tI2kW/S+zRwS82QI0
Eo0oUl4bhPQkwXuPXz8HrJ4ZiXohhmo90R3RVV3dL5lAIs2X955rTlI6N+K2aM7lCce1KlNqf1Mg
Mjv4Rw2eMcnxenMY7pMBZ8u8aIR6ZGdvod0rk16C8EkYYUVQEzVM/qn55ImicKEc1X/uUQlInQtV
IAJU9FzyUS1IEEJEcndkIvJLJkEhBj2IoanRe9KledQcKi4111kjjTFD7KhL7CaJ4tDpBhN7jm7R
OmoYlaOesSFcqbHTrkJ2KXMc2RHSNHn1JiFkg3ammUlHfSQcjonSoCVFveyPGkpPnfSU1VFbORx1
lkAayuQyn+SX2PVQYiqTKNMMmtCbaUetZjLJNvWjghNrVX43+hq6Tveo8YzbursKw9Jy7VyKI2Jn
B9Xdous0tT0GIiSigj/JRXMSclw0yhOWI2ELyfYF3eyLJXlQ7dyj6DQ7ClCjSYsqohkiZ/soUY3/
kasepavhUcbaNR1n0ugob03+kbpOqlfrKIBlX4gYtjoKY5ujSBZbHYLZZtLOujJOxplfauwnil6t
r9OgqV+jSXGL9Jd6iSi23ZZLfiS5aTcVQ/OjVFfD2PkQHQW8XjSJeSsjH570oGCnzBaAytfg6/p1
fBQBd7pr4BweLXzH4lEoHMUhm33cygiI06OYmFMVwmLtKDJGCIfgODyKjy3qKxaKRTTJQdOhYgiO
UmVUKsiWuT7q05km+0g4BhW27gXG0h6HIhKcP+pRAV0c1dCB28YY0o8q6Syv2OIOR/U0xPfoKj5q
qmNqfy7XaFjuPawkr0SzoL8uJim2cVRlm2Mjr4ejVptskOqgugYK7vao5tZCAjBnCjyrzOGuB753
Oom/Y5m7tyA26wOQeLThngJye4l4Fs04F6qTB2ySkjduaFiUOeKi5fQ1qc01ksjYHE0idO2oR0/z
SZsuH3Xq6lGzHtcqY07By3Upm6OC+HNs53Lo71JWqkDmtC253K8rFCMwoiqXRpxTAJLDK9hh7YbX
5c0pMuwjzet2vhHOvIgNdR570aHX1XUcFsV1ZKaHWK2C3ZCA6DKFdVb6Ny6wA1YEeV0P+bXbFaTP
VAKnbLO9VoYpN6xY6ZFWAuTFhZg4zP/cJqJO5HxOGk2XF8UevdxKLcVL30OmYFUJpw+lumeNIyQj
dg9GaoZ30dDd56hlqNanB12knI985I3j3pJo4ntwy5du4MMg4oDUea6+k1xStSzttRu7W1SfulO2
WORRBOXUnMcc31e0HSfAWFQJSzAPr5ke3VUG14pCU68KuVLfc6lfDIijtzX8ulWP4GikJI+JRvWo
mOp+Ozg1rohLvfNvC/4ECaAPhcTB5B7NDUFJIOdnvNsuZzXKiMoV7gjJLvEiJyK56nXOLIdYqUU9
syMKxlwoQaK72D4j8jVazZu5cm/urVSXL8Yx0llXfAHjuvhiYCMFGpOh3qmyYuEF8drtslWNH9ZR
2sBWKwLig2Qf19FGaIearDgult+aUttGQhKuR4/sUiNlRdEL6lL8QVAm+quwCZrbpMWpQMS1wP47
vOvKIN3y2jnUoerduFEFq4i5aGmCXkCXiyAxEtW9jzR52Wr6oC0tpGByKhgXghrdFUnMxbrByouv
klvhsFnLqntbyol1UajR1rVc9abCuIVbK5H2UiObSDaVfV8WhFqbXfpMRgptJ4V57QosJ6MuDoha
WaqRe13VplXGTmSh3Z9puOtu2i5PPzSDfGPVzCQqINwoDtyibGuhz3aExLzJoadcFkI6ywZkoPYg
RFhsNbmyuL0v3jkm7SqZKGQE2WpyIQ5edqPnlFOiHj1bUpFng2MiuA69nhNqIMftVVb4xiz3k4jV
tc49rNfddZRb6Dx9/5YomAcxr4W9xFaV4q1czoMgf3CbloN75/2J4/oZ4xJbmolydCN4Ynark6e+
wJCivBmSexeKyXgXw86xoWyzf+G+GzhLS0k0aLkEh4mA1dMp/Di6oBT9DIZTxsmivmGLdXQDMz13
MvPA8oQbA25CM2tjfaYNVNal0N3kMgzdvh74/QZ71iDbREWnXWH/xAyp9NsKt7od+JoVLg2clZe1
al0KEVGZSA/3WZpON+vQOeIK+y4Al4UpGfF1o3vyVJk7uN34OMj+R9AIRJMK3XAr48959upCcnH/
aSHeoUArqEHreprLyyJTq/QyzETAiXMmVBkoecVJ/NUVh1y8Ju+mjbYy7gKTu6o66rWPArIE8Y4y
8ekUi92i5h01alUdypq4hZWclF2rOJRmrfjDRYAM2wUrcVdjGMjkMZ/1mYgY7KooTd9KFnFntAa7
6Qhb5h+uVus8mGcQp6kJsCdQ0uhKG4VGwQtUkBa44jDWcG8QywksEts0scvuQ1+pyQEKOPg+aUni
GZOLln2UstKHEbjg0k98UCK3ZSJIMpQHnfpDtPHgV6FJ4z4wNqvrNrLkKHxxi9LjXrRyW/dDtHwj
SGyYEvykCizHswrw1i5QvI14NnQJo0Wr6v2yUXL9EFrkHCZiyR2ZnkNrQHzWgoS6KoVQUO5CMHqP
iiLn4jyVfUl8yANfFf4Ttff/6uH/Ip/7p1PtKivfTqJIpv/Df5JzyLMjwYCHbXE3TTIEJ8d/5Fao
hy0OmqicTEUUCU78oh6eUP0g4kxWek6dXw62/BfgmWQ+fkRc2q8OtvJpqrbMrh4xGO1PighNPUVR
t31godhtasfCCHChyUmzCceM2VAtSsu44JQYI83xxPBSrbALLwRSlzBfDiW7SbVeewTeX1aScg8P
FbtmYPZ7uaifmiyYKYBKr9I2GO6ExFBuZaG0Uoe4nG6ZK2G/qNGxbnqSStD/5fU1UPNiW2mJXq2U
TkISFPfMynNZ0JMSswO+rpURRPUEW1YS6AVI0gKujZnft0z2Td04pp4Grq2bkhu9x9pkhsQfqULq
V0gCoQbk+WSmBSJ2g/nQu3KV49dMyB7hBs/ruRkxKNo5fJW4ATrVWHdFqxfr3PDN+ZgPoWgn6CVt
xdWo6Yplgi4l8zwmzrLrLs0spcQawP+wKd2nBGOwD2V1UYJmnkaBVE+oh27Ur1AF+7IjstbJy7Rh
k3Ug1TxPSzsUzWzvuUNwWdW96q26MZDEgkotG304mMSWXVJXtG6VqnGpY0Y8JxWDH1eTay0ip0iQ
hOSJoNbe2MRFzvxW9BDoPLg0ux7GhhMOdXdniokUblUr7Jur2Mr5c7GuGRhCUkt7URqvpA/gzbgJ
0fHGUGo4Tn2jxNW6t2DicUNrcgkmOYX81kURk0RmaKFn610K7p6vXeah6VYhkl8CVFdWBJKNW3L4
VKAZEML/ocSNcgk+iGasxRYtnIOAu66RBetxD9moSU1bMskYdnoa5WRrEoew0KpwCp2tS3G6Dx2T
l5GSJlJYyWVJ1aAOKu+oZUd2ZzmShrEbJEwggYY3o4sSSt55oMX8icL4p5ZDNEx9P0qag0hKfMJ2
GXjzBO+ReCOX8eAtqTi497XZei+xiquaCzMc2bYWRBZHitCPbhqv0xAnmgOiZpDX2GVEzJWZ44uh
Sd/yrFmbes9yLTSNsdPUPE5mJhi0XeUZEHcw5eDEkdqiKhAEJMGl25nqh6FyycclAvJqQI0ZSuuj
6lrN8oh9iaAaG1wqsmZztrIu4qNa2486hNujISBpZK3KyRRULWSAJgyKGCPLZVQqAVb2MVRLgonH
4bbUSr9AjBQ1r2aQ12z3S9V4w6XYWEire/GRcJKBMnUmu05O2FUKkyGM1JkrKmgH1SJLoo2cYjPf
NlymWEtyitDgA6lL0zX1V7T5xSTTb46K/fao3q/JuIV9hLEPVT86ka3aIltDVR+vJaxA0kLIJy9A
JqstpeNoaPEImGLdzdwS4CIPRM8z7n/KUp6rR39BdfQapDrWVJQblM8iObkXysmVMBoto22czAri
ZFvQwTlc6WKKl4Hdf7AI0hR4ShhwkJguEnA+qJrYGPsxN/p40U/mCKP0qneudy2F0GKhfwzKJDoQ
SoxmsewV6cKCDQKjLGt7yDj8QcaiMIx+hyE2vWixM8MTHiTKOHIDJahcai7q28Xo9lXETeuGVZsj
XzN5XGvd5BIgJvKvNVTvH0bm/y/E/4Ws66eF+P49fR+b9/jlc435+P/5Zy3m05q0ylQdTeRJ4qRW
/p/FWDCIDFP5zEAOGwSSEFz3v+JnCQMQ16xw/vFcEdQzraH/KTOLxM6aMP7RcE0pJiirjN/UmY8o
/f9jI2oaWTZg4GWLpRiIJrahr7IpVP8NtOPBnd3vRjux354D+zqwd5595dtX1+/Lu9XH49vq5tND
+ota6yi5/6nVE8k18DRXS1qYls+Ffb/P7Fvob/Yjf/P6vkGqOf39+3L+9PBytb6/2rzcfdzcrd/2
nX3ud3wRZn7v/AlyVQTVJYwRnc+ye0l8Lf39z/08Stx+6udJEV/u1VrWpn5m9uP9ns21/Xz/eL9+
fcc7aT/y7+fEHu3b193hcvd8e+nZlwf7+vJwuNxcHQ4b52q+WR4ul4fDavqr+Wo1Xz/fXG2c1c3K
ebq5cm5u1ru9s/pY31yt9rP1+uPM7z+ms/3w+0+dXqYuIhNt+P3b5+3jfnWxfd49rx8fl8vb9fbR
s+ebw2a+XG3mh8PusFvspp+42t/s1zfzq9XFmWc5PauffgsXOZ8FfhTro7yi0s+zfJ2GDc/y9fX2
/dqzbzOe5mgf3m8DniUafv4SJoV9WL7fvvN4b/tpND/wv3zI7esn3/54ebr6eHt62fv26mXP6Hq6
/mB07W8+7j/eMtvjX/f7j/uCD+Jxv9k8vbytP258e/925vkec39+6tOkHP6kxcTej5NPo0+zxXZ2
sZ1N/7mw7fnlYrF0bMeeO/yNfTG7OCOXPJGufhv5k1njc8O5l/Vx4PZc+R6H4f7tY/26S+jvK1dw
9uGKZ5Xam6fV/cv1y9WZNzl9VT91+kSpWXeqR6otnRb0i0J/CMRnL7oOUIDVOeG/4v3P4+aEq/xP
V3WuFQwNhJYCC/ZrV7VIbKgvhu5s5DIo6DZUo3FWdXarfhTorLlTfh77l0BQ5ml7UNsHajL8s5Uw
vgzRXdffwumkgnomg+Cv8y7yW0JAZDLExcne8vkFABZLRaMDt8vk90o0r30I7NfX65fN9cvT9dXb
jWjfv537nE9it/7zKD41evIo2NYU4AtotBIJc9YeDAO6jgQV58a0PLuswSiba+l3HH9a1VG4i5DB
oaqzpJ3eZA4CcaTEYo/w2z2oXVIwonZAkj8b6nb88/Pb/mpN1TTDMDWViAyFNZKjp3Qytsq2q8us
hnvvsznbVt2gvLRqJx/KMEjO5Bz9tSlC4FifRVn7hi/OAiUQrTY0Z1T8xxtuXpF7QgSKbT0ek7uf
uzX97M+fzNQtjss8SHDJMpuFr6OFKJO0UUuSVNQ603ZWpSEW0q34zKD8Wys63wkVgkmyLZ5MCvCQ
e1+RRAMsRDMu3c5A7GCM1uznvnwbhVNn8DcbXJNjYxaP6fSfJr1cCyAjAZCd4X3RIcwoykNHHqiC
CcVwVyBOZKxNBGjOiggaOsUE60+Yctls//w7/tpb4oVArVuQyk+nQAORtBplgzHD46/PfKuVAUqN
tfPLVkDGmKQY4XGDZ6ufmssqQuyN1AX92VRlsOTqEcNql/tn3BDf+mKqE7CdU51JltixsPN5NvHw
nna+buDTLETRoewh275veWfe3LcRTyvgtQ2TFBoEEtLJdknnSjDUWuSUKfWSlV9IltPUij+TJrng
z49tMrJ/HfEnbZ3snCwrthAR0BbRErbiR4cEzEpRofhu3MvQqObkQT2AyrULPHHemF8wzhCJ6wup
by4kvcP+1s+1fnxB5zGjJLUIFTQRkNrv+vC3E8H0U+FNaOSHagDaT34quSRK2Mn8VNCY2QIQ/CPp
pBR+wvJcoNLfXvMEuhcBwlPdOw3ci2oziZUMQ5TL4X0baaq4oY5vnBmy05b/y2RDfxisHAjoi4Wc
5etkk7kRYKlCxUJltsCEw6Cjat3KV1N1mQtkii6/fNfm9PXRKUXkDKKR7PC1waAWUOJI1EmkTXmt
7Zr7dFs+Wm/q1YSkfCjX4T2+iSv/ZfzAg7dCsDfrzmxJjok1n/t8+hNO+txRgxKA5UEivlduxIOx
U6+yD33prZQ9IvkO16ct3InXIXkTl9WFslNu1TOT7+lTP/0FJ1N86yuq3wgFka0YNU2qF6WnLmSt
g7RmLH5+4KfDCCUzflfDAuNAkVgSTwasAFZFrCtqHlKbCJS/xvKm9DBLnWnlL81Qz+AjVRipzPQn
z5SbIlfKIQfNAEZcmkXewZGVHmFEoLzLWzstJUeIVn5+p0Dd7tENNdadkcADzAF0CeZoG+Zas4rH
sVs01Gwlf03p8yJRq1kibOVMdyS4BCYSfSV8sRDvDNVr3T1J0lOPctnNL6UBW4f4JvMCReEBAIEd
6dzKdL0TBW9ZnT+zgi60MjqXgPGXfusSZXYCdknHpJ7+dThnsOTi0aW7XOVbr33kqc9ZEs/PPN2T
j5R3yJ6KEJTJx2Wo2kkjIRbVWpYHvJxDIi7ast0bcdb/KiaOuezYCOs1Jm19qjZ87UmvD4g21Kqb
Ie8ZIJiDwoxrM/wXXeF5HfOQJaolJ1th3eom4mzYzaK4UjZ47QYH+ue55J2ppPD5C5/6IlHg4N5D
5ubpNARC6WjYL7Dn9Ei3QKjF1o2FmHbbF2OzzLxAcSKShc7ksE5v4VujZJPw/ES+AePko3Yxn8UJ
xhM4cWa2MkrUiqmsBDAgCWe1K6gNyLj8CEFqI51ZQf8yCrkJZddNpgx74uMC+2mXpSmJkCZRylPV
lGjGrYqLrYRL/t8Pw8k7L5EzRJbHqQVSMYdAHEuhnUXcQy5CLW5WEqvumRhO6XRynF4eUSsGNAD6
gsTy60AU4qwtsyrpZiF5a3Ya55qDWMy7brthIhcN3OxHfbKodNTdIbktc5K1qyerjy8wZHE5OwDT
C+MEMKwxD1TpTO7RdG/27TUT5sT+nB26DGPn68/zZEjCDavlTFIqT3bcukxfNeT4uzLIprkocg86
aP2LkfMpB2vJq/bVxEtBnBLLCIdHOf3z83uZHsjJwLMI6xMhCIH+IVjo6y8q1ZBbWbzVMwMryEUy
gOdko+Av4gYfw++bAjnE6RpRLCXOk0nCl6yuAaPXYLBDCuiYYFj3oToo2YWIPrU909r0w792jHkI
US5RbRRBcTh/7ZiWky0iqXiK2sCUbBnxik1URITcBvykiwd9Mypo83v5kItif2Zn9O2pSiJhmaRx
6PzH9Fl9bRzUN/hhMUQESEIprAM1ZhUqjTaWl50fl9KZvn4b9XxVk1GXHGKWUU60X5sTocMr8SDm
M/iBu1ioH3Ol623XGJ5jrDJn5otvUxVsKEmTRXhTrCnApb42JghJ2pemEc2QhU0QW6Hdps3YXOp1
1R4qg1zsJOvipRt65pntyLeZ+djytP/h8fKhn7QcC1bTlhViFh0ArS0L+aZsMOSMuf9cWvlFmuHa
/3nIfpsbaZENOzifCQqjT5X3z8cllDw9dXWdabHgii8fvBhHJ5lRP7dy8voI3WM+YAvAJ8jNunrc
c36agRMNA1ttoADJpFBTNgkRJNUBlFyvIJrlHLHM/D7Kz6w4J0OURonxYsRMbYI7P93bkR7rpWZd
JjMjz6s/AeKsZcIKl4Gk8JWXnzt48hintgjDm+4uWNkweJ9MMi2HEFdBtTmr60Dau2Hu3gZjkv/u
ZR1bkaaLEtQ0EGSsk50OiPAa9WaXEICjREsiicKXUlH83z43xgMeM3YXhiYxZ5582lxCe3o28ty0
vEnMRaJU6YOMJCheNBAnz+z1T48bFD1EagEsm4wykS6dDMCBwGZkl2EyCwyTjEEjV6mEIKq2Ascs
tVjdi/iGLKTFkNf1Xd6V6dOIjhtfkobmeB5LaVY7MhA2/zkp4/IVfk0avpuAlrdZ7KewQqBqdj7u
TJnLzt414TWgnUWaAAjV2v9yGNAZk7sj3hE3SdLpJqforEAYczpDFpvlZDE20QTo7ZmdxrevCRbQ
RLFDP2Lw4X7bJQ5W0Q6g/meWVWCJTtQaEW7HAcbEQFYIzxKrj/a7/S+vSZI0VhnDmgBE33oGo7ut
Ry1NZpTkinkXQqnWgj47M8Alhenm05p2bEaX6BrBhZzujxXsTxNFJHWN21rQBIp+NPFQ+BADTDzq
EATGldSZ+U2BJM/x/MBbVE3vz2uz6m2J8JGlUVTeBeBJ6eG373TaK7Ppx7PLlGyeoC0Ss1YDYHgQ
YmFuXgShBn1XIErhX7TCrlHiHMP6Jk8P5lPHIZeicStoJcTfcGP6vn/dhUJxZmX7Nk3xFpk+pmKG
KsIAP5mmhMoUUqVU4xkhNeMaoWCzlAMp/RdjhR2BLOOf0WV2q1/7EvkYFOPcitllt+HC7IltADs0
/Ju+0BMKTTSkHWurn57YiNC2YBcZ801L8UemiN28ApMUnWnmZEk+jkgioTA5MRPyXZ/MhqyblVBP
zcRVJuyFEHxBGozFTKr9ekldjmymIDp3lvi2dPGeWLYoF7C9o2snT3AMajSKrJkz03RxTqCGvcDk
AbYvLJPb3w48JhD2kOx36CWj/ORlaVqlyUSHzaimcjCS0iJFhBZH+ezndr53ibFAdrHE5lrVWFi+
ttPhwhCrjEJs6kX6Y95xCEBuSmwB2AatlpX3n5v7/tpkyvfYtxSKkQpr8tfmYjzIFcs1zWWtgfG3
6rXF0BFbCADRVZeo26MLkVe7/G2zvDkWs+kuhGL30cr2aVCGQxoqMD4FxHGkAcx1qRKKpYY0Z1c3
5QA+gjkL7U+SlGcqryeHAYbpNGQYjQSnUmk6Xl9/argvpbbuRfTq2EXcNZDd5DIyvHA59pAfvXQo
lkIcCVeFRJiQmKTdmX5/X5Ko8IgS2wZKJCKL+dfHjaqj7GPQ1o4hgha2ZWv0k0WC4o1MlUShIJzL
ZiudGVLTO/y6WNAo8DudlYmT8ESN/TxnmqihElV3XYw/pjAn1QmQeBj2Z1r5PnBphecrSwrFEobU
11assA4rKnWu08NJ7zYI9Cdfn49UBH09A+vMQvCtOXZduJrYrtIW13cny43X9KrWmKPgqN0oLpsk
vAfwrF4g7AzOzGzfHh/jRGFKoyDJhZp0GowtVE1Tlr5rOmLtw0IfuY9xJWJsfvlFTK1wy8XAZOvK
4vb18Xke8RgCjlOnJf/kIJtN8FywmXgCkQ0G34O7aSPt0W9/bvXbU6RVVrjj0XSKEj55itxIWko5
uRsit09XqU4wZtVK0b4rSRz6uampA19GIQ+PD53xx6nNkE9PUHrAfzXiYILAbpT3hiX37R5grRCA
zI5giW850Rrkt4S1h5FKace0/+2GnUPHVA2isMyfRATw10eMabLkrioGNtex1Aq5kvbgHZL6PitM
9bcHnaktTdaocfAv+VQkNQhNmGQAcB0/bPJVg/NwK6sESv78TP/y+hAgGtR1JTYSLExfexQObZoI
1BGdJBOjYuIIWsnco6pLyp3kGecKhN+bm75wRF8y6xI3LyeVlF5Fw+ixOjpho5NvFcl4CdNe2hkJ
WPjf9oympmINt/+U77BGf5mzoNynPtE49IxcB0gcWqE+DYWg5YuikYUzB4XvX/jXxqZ//mlRkII8
clXA9cCz2m6Ryyl0lLRIzsz9f3t6FN7Zr3Axz2c3/fNPrTAJD4SgtipgBIME27AujYPnG+ZGKU2t
/hfPjwgvGcauPMV2TgvRp8bGIOZ2uuH5+ajBFyrRfnMR2P4Gtep4pl/f1jSN6gGLOfgz2uIW8KQp
d6hwJtEUEuNq748KeZtmJK6aICYLJEuTM5/xX94W1Qp4dJYM7gn86tf2GmjHSpBVqpMFtXHbJqJ3
YRm4Gn8egH9tBSwcExa1u28F2kqy8ox8UBUKmRruwE/Kl0kThr89CE/Pbkoi525WmY73X/uCXVTO
LCNmmJNHhWE+9ZcSqXNnBsNf3pAKKVcFCcCtKPuAr63wR48o8Yk6FWrPeOMN5nPcUAh5ior7UjmF
9PHzw5tewde5nuFN4VOk/sLRQztpMHc9Ir84QpFvlFapI46VoSKVKMR3yupcjP7c2rR/OW0NocTE
yZSYK05vFIKWSMnCozWtB4Cnh34d2uSCWFuPAOcZ8LVd24nemYIMx/qpF1/aheJIYYE1BQcIgo2T
fVXdhqM8RsRCm1lR3+aSW3QXBLDWG+Q8OP/kXCtIkZLJBlXSLN6KetJR6R9yc04GRWgsIistCeLL
6uAAdH4AialKPWKzUB1ht2lm5zREe9xEuVsoth6SU+zUeqnEC7aodY73XsXlyqegQdyrs7WZ4712
SNImESLHt0cBT+jlO7nQqifSIEDVkLcJm7ipM3nhGaOLkqZW1T+YG7JtlKtQOCPFCDMAdwZEMeT6
EfefDVnBC/D0Aw5MIC2lPyksMs3LVmIoGu+WYOGMThS3XkbEWG20YPCoHyqu5Tl+pYU7pCxJCoa1
iy9KocNBitxef80wPbd201AqtklIzTZVXhaF7QeFYCyG0pALOwxD76lwxRy8j1fRp0oMlfWA0TIm
EaMxqYRBsyGWBkf9A5Z0kqL00G1wvErRU9PWmJYTlscIm7ckHZosD4HuDCz38DOlALuyCQ+eCmI2
LKSxr948SSBfEX95dGuZsTLAH6vNhxJiwx5FE7HZSSCot62SBQ99FdfBusl1I3PC1mhLu6i4vIgh
9YJLlfIE95tbEyUn5oVwrVUjwBeJHRwk2Qx4Y6FXWAVJXe8B84DGI2smEbrtWOlJsTRqEoIRhBFC
YHdwFHDNjnl3Ich5CWfVV5VuTipQ8DRIuv+kECYCM6LqZQ0DpMl33KC2gK+SNhv2+Ty0oSqzragV
PaAkwkg3gtfVCQgFw3wJRRW6XEREZ+LUnK0VJyakYQI8x/WrkXekCCRBpD605VC+dEOlbWM81c8F
9+jGOmtzv7Ob1sB9LTcdTGRLbyUbZkh18Fyh8xwMtQUum2rIiRXTYWvaWY4beWYMbWLO2ypXLrVg
9IVZzemAm3tRKTWy2GgM9qGpXFaECL5Gch9fwybJ3ho/th78uAl7Qu7GYQ3fI3mWcrV64N5OuAsK
Sf3jpQjQCBPKzBC4Y1cUc8NosW8HJBODV2tVIm6aVOVyn2Tl3kn9VtzV1tjpTqUp0q1ZDzCbstQi
D6cNcsNhg2fqi4LkB47Dvh6vFQbQhy+ESEN7TwD4qXeATWw9Uryblhn+tiUJ4VEwxYY4pqoZGkyx
fZfbsWrWHRTKQp5DUNCSBSdjL1xk3MXmPER/fIwpNXeLYRSqpSUPALOIZDEwT3VNjrVNVcf7hJjJ
tcdJOZgLSq6+kUWZhY4h9UZ0oVttMS+VHgJ5yd5N5bzgwqjWvdI6CL41NiuRUtkDlTLYRCmowW2R
xfoz2MO+Bm8XpGuRZOVgNuhKvZ/iLtRF5dbeZYQTHdRGT3HPIaa3iRZgB/v2spPZUSzGaoy3ldFq
7xBE+wMZWFBWzLAtSY/lEUCdS/BDzYg8im+FwvTvhVZVd3JXyXyUAywtRCu4TJw6DsznUeqLKwJ+
9Gyip3oW/pQ+0xaArJIVQOceZjG5xtY8gBKCXQ5QB2GouguxL8gmCLlEoQSxI/sQnp3Waq+EgHWl
7Ydjf88ipBvLpgIsaPeSkPYLSZBxTMly0qeL3ozCa9AQpjjrGk27baSWrE7MRcCz+7psrqqRvF9e
SJVippYNT3UmL25kq3z0ktORkwlEICkkcWYWdbk2IFW8kbRmJrYR+/gMq6q6HpXcm6zJwjNcv+Jj
1EPi34o+bqguSkkMfNuKIpjdVQn3VHXT9yAoVMUuszH2dwUsWQQI4zDchAkRrcieQ+8PodvJR87Q
wi3GpryF2uVjiO993aLfdXsv10218jT8xXZY9eGtWlT6Cxt44vEIX+qu0BpIH26fpDuwPBqkwWHI
XrqCj3qC6iivQCLy/qLhRE1uYhfFz35cdCJSGstYej0lhVmgYLha1UHQ/FFcNQSLgCPpFWVULy4s
nvdWCzP4IvisGLU6auqFniAMmMKP+TMlT1Aw0QtEDS3lJGj3hDgKe25lhZdBHLur6bz93JHswRoB
JvM+xY3XcJEK+cOR9dFXFj2OZlYNrecWRJ2A9i4gE3VF2kTzh81UfQs7lsGmAwq4EYNQ/eP7CitC
33VwH6xYKl48vR2YGkOXlUSD2MDSnEISEkwc3k4rgn50OB+798UoWqm4HtOAdXhZE/60V8TaTebZ
UCnpLO/jHCx/aEXXpVrVb62Supd9X1d/fIhnsQNmDhQltG8Zwg0ZXbcsbPqr5SsaUOVK6u+9Vgmf
8ljPyX5hJUodw9OSD6Ev9WcrjuJ2AfYC4oDSqDlGL0Von6UoUEYcg/jo+a5GFOhlFm8iIwSAQEIG
0dBD1pU8HaOr4PuCG7uLRnMC/gHCD7kTxqxmiwUznyP7anMf+z35LTnxczAzR/gvC0h7kLHzcvSK
FcDbAvgTsTYjpEFsxItR9zLy+YwRst4YSbRqBS1hcaqeJ7BWq1y7d81RGy50TIY3soB0cO4JPl5E
Fz3fiJQ/8wrb7VyP4Jmiap8VkzRdZg4/y5YFJI/KUdveyph0VfOhqjDKgtT3iXJpMOxCckUjCzgx
aJMak5xHYnFaWM0dgX/GW8W9cDkTPFNSeCyV1TtW2Jl/YiJIHnCdGmu1HcJnqm7lTiA+9E/fZfkf
wZcgz1FzaaGb+u7E1R2tcFukgkusXphHgl0Ovn/lqkCAmNWaYFi4URtYC+gpoYhZII9uI25oSdwp
BVBZstRBwhDUTHiFmi2/5rWUNdApy7Diwfcmk06sPhD+w1aoqmN3WOpRS9CeVnlEHMRx1PuAgdhX
mjNcxXlIbztCfP7IVqQawIGLSFhELYjEJ4vzVzATWF+ymYji9ibQFM+yR80jkWbwiVR1lIBnv6zT
1nvvTLFE3TqaAlbpJkke2XbiaOKAQDJeVUd8MdLItd3GIB/dvejbUeezK6b5sMkaf5j3ipoLjGaz
/BNiKWwW3DHGo8OyRG4ekMMBK02QCOGqpbqszvoOyR27M6ZRg8JEFWsriqSAgKo4FMN1U3kBLMW0
7EK/IZa0ya2DmWeSMFc7Uo8e+yLxbo0IWplDabiMvFmWl7p3yf2NMN6bQlnou5r7xPEyT4sxXhlp
jOo0Chp2F05gmXK8FmI9E+ZNk9X+sgf1Fe19xW9XXigM9cxTRAEqMHtteaWRg1S/qT6bzNaWSiEC
+0RVMJ43WdJA+GjqKXm3MQP0hlwAWu6c3GMRMFGbt8FKBQY8PHn/Td2ZLNdttNn2Vf6oORToExjU
HRycjn1PUZwgKIlE3yWQiebp74LkqqJYtnU9++/E4bBF8TRA4mv2XntZ2ng6skTqVvCVE8/hKWKf
qj+X1kzhx3HiqruS+kadTZBA3Btn4DmJRRZpj9zxdzv5fm6SMXxYqhJp2+jpAJwqR4R761DyEArN
/jG/a9pEVg/BaIMfp/k2i+SzUMEEiVpkgfmU10QyEI5dKyiObe/RMvAnveCkdzvdbWowjCYtAfok
gJQVuToOz1Go2HYhIYnCbIFxzsPA22eCx+VBrpFw91bHF3eulgrYm8h6qQ95M8REPHbQeh4sq1iW
axeiktWeJOXUIv8b0eRnghQrkerXII7Jgs2zllCozjEqE2H4kBqPBKBm5VVHsFm1w+BKqPzWb73Y
xGM+O8CRVdJnz0PL/huSDMGvrhUJVw1p5BHM99gQwzXvEoX44D5ICNGNyjp2jAOk3Nm4yHTYugRa
JHAqNzppmqdeWdxa2kstPK/xIqn0fG9tyPqBI81pp4RfzNeXnbStMiinQhF3FtzQfOgvW7PWHK4Y
PMpurwk/Xc6GmBnCW2iGc7mDfOzYL35dy+Ci8atB37ZB6TmHQWblWjX2nX7ESyHWx/9YlfPn2Rp0
PWyEULG8qpaadQQe5RxwL4ZxScsXZs3w3SyCglJtYNXPRMJLL5scnSDBqk550uhMLyd2bmD7j7TV
V/M2Nbq63GdpWuTnYZ9mPcaWXOhry5waSd3kqi9CY2W4ciRLgY0jpam+Y+Tw6l3gaf15ym2O6ECM
brd1oYyBey+X8JYFmFWDNIYPRMoJ8uNdZ+ZjfVBdatnJxh0EHQU8CGnul0lOYthYGdjYXS7jrqWk
6xYt3uIGgMzl1BuUd3peHEiwOiOFnqp+3quhyJLbyobGsB3sZTLOGLhjsTArxyQJ0nDhi/Rdru37
gS+x3o8UktY2jokZ/UpEgesfBfAsZ8CaNIjmsHRTU97MfWDJzez1Q3VR4P7PICzFqIdm0y40uTDj
0t6xp5hAsBmOV5x5us2Hh9ElZQTuSkr/RqpiJ61DiEgtO0nA95Go7IyOsR9G2b7F3tQ/WWJZGoDV
UokTgEMJvukE5vlRk3h8G4ZpXxHCwWIy6kxnLM/IgSwaookTXGyKmfcp62b4tWGlaKOYpBnWdU+Y
+7yxbLIcEdFnE0dOPcb+VvlUR/wX3uJJOTTcrUABMp70YQ68mnVJDmG7mWb9dZqLOrwu0BjGX7PF
qtNTIt2c4Iyk6qD4PBUMNc6ynJDR89Tpbe9S88KXS8O1x/GianqP7jMsSbvbUdO6JcQaNKJETExc
//3Yuv51WnkCGPqUT46gtgPg9Oip1Gifl7ybXjPQBV59rGN+zy2WeU6uKmMqvqusyjwVgVw4uKiB
gvmBMJume5sT0ymSYzaEvXXtm2X1aGkul92kzPjaJYB23oNViwlNyPFt8IHlbwm3VLjLmzxw9mk9
tXIj0oEgS956cFbCOxjOQmnSvpeASk5j0gdDqEmeOvc9WAMMHwiv3HVemsDXNmv7bRgtZF0MGHgy
9DASv3maEL3I6cV0nQuUdNw9kI42YLliUqL7Jkn3/H2o7Gwj8Z5ocZvlsKgJvLNjp8uumgMXAnzX
9TEU7sE9n0mQc3Yg82Du96vfaUMDUqoDsaOljSBGgJOSuhBvi8wPerab9qD8Vp83yiIPow1T9cyz
uRo3izXG/W5mkmKQZZcXZwTnSkILQHyMu8xuu53VafOr02e1fWzy9T6XZiep2aC4ZXu2r/M2w7JF
KHDFFIGyIb4d0pJ5XeqNtozybtbf/NHyv08iIYfI0NNy2w7VzIzNtLoLIR0S50MI/Z8HmSuPdhnx
H6hictuGzM5eOshN/b7L9BQc6CnrFtSP2foJgJPJTDZxmc3fhehR11KdxD60ct8rXryF2EA7hNIU
hZMKzZ1n5vqOCUln7dzckndl4Cwgsu0lm6LRatXjQswUEt8RKfF2RED3RcJvJYlmdKUNTbnou43l
tOZbR6CPu5ssdhbRPJorHdKwGLsahIS/8sWBYZpnUqMirGbJc+CV0NnYGYHJwHSfP1kkXbSRsAce
nknY1s9NTx77vtUGfETb18aXsV5yAwJcU1jWcfCUbe1mJ6EKyWkSVdT3tWVt9KRBrKdT7zLBrpv2
q3ByqM2xEUPIVhOMXTvr6WEb9WSNqRJRRr/OCyYJEKwDLcMDPj4SLoKeYei2r12u3HDys3sTaiOo
i8ElvQJs2xv53tyzc1ss7SHME/e7dJI6JWCqGq+ceELB6FMZM70EWlWA6azV2Qz+4rvh5Ypw9FCo
e2tEWAbyglA/q2PcdySeJVwiT1WtRW72mNbbcCQQsR4KATKikdkThF5R0O9Q9G+N3Fxqqnh3bnap
DPWXOCisrqBToN5wiVsuwENtVGmLs8UBHbMh7j0nj9axmJ1xsAw0wFXYfIHAI5vIjY2W5UlWJvRn
zqBpSqvKX7ZyNDhsrYmqdsN9HIDPd0ePYaacR2JJgirzo2yZ4++T6jjPdexC+y/SnEjdEOzRNcUQ
1WwZQIndUBz2r1028ZvdpkqqKAt4biOKkygyhsFKipPCJZh946+xyDtJtuSbUSnbi7wg954mmG/9
Nq5Ux81eqNHYqsZiQNx1WqaXmtQJ0jE40saLLChLTp8qKAHlyNam7ipIO6NW7NIorTRsxdzsl8+u
A29rL2apCJXj0KPJHFSntgkWsmCdLonXRMVjCvic7vUYeuxSz1wpsbZlSdO/kJM2MWvUrZURuDAQ
rgKlrh82Bcu1ETvMOC1RyqSFiQyk6bvWLOfq0jDSoCBrIcyeuRjLOQp45FqEncAudNI2Vye68wdj
FzDoJ2+MpzuA9cRKbJB94G0OY9i0C3lpAD33qncJgGGpWHvbZJhasNpOR3AEY3XS14I6ZGShJtmk
VLCNdRnKyoYOlwxwfrC6l5BVWaXVO8OQ2bAV4eA7xJ+6qSSnogb7Rkin90pSpkHnnjKo2oZBktyO
gz3dhcDQGEN18NRkg6axy+IemyhoPuKrlDfbW1NbMMpbOwS0a6tGxlu7c3W8RgH45k57c/ZWwQDM
Img8TnpSYudL/C3dip7uIKT28G+R+TE26h1xGYNKHiMkj+ZrUMVgdVvKxbMWklp/cJaBwFFB92WR
Mmvr20EJ54HbQxLrwZb4vJCN5W0qowR6lDjMMYyq0Cy4DHPXeHmbbK0x4/Zh6vWQ24SIcy0E5pcY
d1S2C5uZkVBKRA1pNWFelofMIts0mvJasBNZcibhViMI1pBpZhqkKsWMdpmWGHcSiD1IdbMxv1kx
MFQ48ZNMT5ZxKAldWq3TG1vXLdFzTAEuWPrC44X7OoM7sHV4li94tM+qkYI8ovk16yNRbuCN5rrh
rEqCPngISAng8Uc9lW0X1IhDcstiI62uJd3GZSao/rfCNZgUxXPzrTUgzUTV0JVvYdct9x5bKgKm
656QFMrx8jwrNFA5a3JXq72XPjHRw9hcKFkfRRx4GQ80PmRmSnN/NSm1OGuIGwUSZOviTA5lF+6q
wKfs9SZxysm5PHUezrnNkrRYpanxALIzUjWOw+SAaG6mUDK4Asue/tT+/SP+zVX7Wt8N8vV1uHhp
P4LT33PT/8+VfpUIn17/xR/s/7VX9feXAar5x5/5N4StByzN/pq1vn+Rzeu/Tvrypf7evwfirD/2
Bw/H/7TmdiIVZ4EZCEzE/4PD+eSvljk0mth8oNexPK0bOaT/+R++/QnhCj5vhOb2ahFFjPIHDce3
+F+M18NVZhcy1rf/CQznIyqC5yGLTth3q4QmsBFGsCN8t2fPmzq11p1ClNEN3/Q52zBXJvdxMGQ7
ref4hAuoZ5YNKBUisXewgzy75I60T7O8ILdSjtug9dO7xCT9YcnSy2AUw7lpDMXNZInfiN8+wkN+
vFo+F3aWNKPr+//11aILjvNm3cuiBe0f47q0GKs3MrhvCdimpnXX6owwJttux2Yzuqq7TTXwbCYK
uXXCnJc0XFbM1R6gZHB0PMquEvpbswlDlRM6nS1guvLZeC2mfLg0u2q4zDsBYHp2AUwjLF9uUt9e
n4qLd9cGrIkjESCx3SRyFF3UVCZq5kYTF5MyUsqpqozi2rJjM8pK0RIVJOPyOSwq4hLeXXbXP5e2
78Pgfsgq3+1y+WRAeyFuwdqPCNL9uCLH3LcABu+QTDeM1lTYn6dFowl4TLL+mI5wfdM2Ezx7gtE5
yRKb4Ugv0/G2bYncQDhIx7XwB3alybhtV/utfQOMnkLD8DyyWXiM/+YV/1AQfXjFSK15sd6qIOA7
/fW7RFzYBz1634iyzrgb6rg8MRvP/jaUPIgAH3vpqWm38UPmJbDgGsVuxl9IXxO5SrrITzoBftcx
50ezc4bHGEh7Fql4zesYYiIYddtPN5NWaopo02hSZtLkIk+EdD0jQ47n2GUWS1SdCnaIkLpdHy61
u+PCSL/zu3j+5Nr1wBCONdPneSBTkpyO9oZny7CjklMEBZFFNW1Hkd4L+ton5QDM035a3VJCti/K
5GXnPL7IvwlbdaynJJ0iVlHGl9RW8jhbAQHSJaXbMAHxjZjQrdmfix9eYFUyrilg2ys0N0zzw8HK
bv7+gvkhZ//48Qf45JA4+OsN9UGvZ3SVlMRxsf9xuuwgRZzVG5GTyuJQSVIxJNIvdiPxguTH+HxE
VhLuhVLubT6uEjQyoSi/zUi7Ul9nIhfuDgKmdd/phDKUFqe7opIN+4iNHKlswZjkF+HcEhfVLbFM
dzQ+84WKm2ObUnZsZJvxHZluzGO/Vwl9kT6fY2CYEU0RG7HOGMjLm9OSSNiC05jy/LHUzTLsi6Lh
luuT9KKW5YLS0C/yu8EHG0E1vu5izZx44p65GXjCZJ6Zyo/GfC46hsSt22I858G9c1IC9xwTjF3R
29UZBXl/AXDQ8/d2abeXbIVMogPH9LQZR6LBKLBLcsdKtztPK/5ApPzMuUbjzDieNLCa/XV67Iob
W3Xr1GdJ9yaWq33dxuKzP1dev/cbL72TwYS7Q2TGGTmOlLMrLEaiNX9M50V9m6la4t+oTj+IGNdj
grNeIKZHZhIAQfv1pivRe9D7DnakSq6rbJaEEjqE33Wsbw/L6Phb2sb+a7Ok5m9UTz84NB8vOLQ0
rCwcYK1IX3/91USxB3E15jaJhC0JlEY7fWHmIc6kZ5/1gS5PXBqDg+dpBk/0AwTREZOVqfTCCDt3
F7ZcJWNv1r/x2X6kbqyfCD5sIrCRSP3Qyf76sijFmikoSVMMx8zZpa5gItz2rNQyQXxcPi57p4Us
7hUSnrWG/iyMpHxIoLVETQoq3nc08l0ZOyuBkRzbzlGblEntXqai2Y5mCUi5JJWXMgCedE8V+/c3
8g+z6YfPFek7BQRuLkw7a6bL+yf4rNxKFmloRTHDxXO/zueJHs2e62NcWHd1nA59tMYkPDGOMsCA
FvKKTu2NNQc7AGpQ+lAxKrbRJYI1/snc/Mqlzc33/gS73oaMAQyDEWJjzWKJxpEnyiauRxb2lqV2
c7b0l07td4R4zS38kaD8XIIKJ4l3tHZjY8XcLq3ZwrSf5++2qSV802kZz3ppXOXxeLX46GoirIvZ
vT3469ixCBkkc19/GS1rWdPp2ulCLSUP9EpNZ07uxrdeWU6XRApx+Zrzph6AjTPLmDkD5NoFjMwF
cdO66DfsNtv38DqPktyva9fp5yd7CNK7Ms6tpypjOrnJ7FRrhjeLc+syEIuE9KaTcpn9c3PIHjqG
4C9iJqLWmnsfr2jBIalZpC2/uTf/7BmORY7j2AR6RJXzQd+rcrdm8GIxTRqz+N5Wlkvoaq22hcUx
lU6hQeYi4Ndk7swzh+iuo2Wm7DiShbAldkP7sjJf5sHK92mXEnVdEcgpS1qltmUW+PdXnbO+lg9X
HdoxHs/405EwfrRA94meaTBMHh+6KthJMpTFT7txEtfaM3X291xNzsH0G2unUj+JUEd96XQxnobB
mB+YfYFDXSU7g5GnpM5b9gkMFueYS2bbJdE8TWKLB6yA3jagUb1SNT6DlpkH2Z8b7wtbw/xyqPz0
QMZLhTCrM373Zdgf3yDSSR6MNlprauP/ZQcwsiwGjz/yBsGfXkNxLU5N5apodXizWRPyBEKFeLL1
RhOEuKuVZxJ76H83eZz97h631lrol0+bF0MDwQMU3SgupQ9VektDXiO/IxAU9c+1K2pNDqaklxX6
pAgs7GqyJqI1eGLmvKOgP52I8PiN/v2DJtKlUBOrGhKpJ2BP8J6/njNZlg8gckLMw+34zcvYVOhQ
W6SjJr9jHzh/8nYRGjtU+Yhk18bk118VsB6VsH+Js87z/lpXInzkjXWRIQTXjoqN52yhso4GvL/X
PfrP50Y4ySPC/YQswcnu2Y15xpntuBmLKXQSXwvSLMOFRPtNV7qavJrZHAiXY1+cN45fU7M7RX7w
dbvcBE2Z36eZU2FBFMv3opHkzgsgZwxv61N2PA4intD6TWvzkTu5frwBClrw4NBjiNuiTXx/jBNH
I4XXt6u6IPMIzctcvXXWOAQeQkk+rGHpN0PM2g1mmCb+MumyywrIKYm4QT3zWo2MFfVsGV+TMevv
LKM9M5Vs7iu55jGUrUZmOVcBOA6Eko+r226vjaRhw1UW1NMe0qKRTb21y0efhWGXkVdqtWGUpxnj
1mppv4/SML4TQpV9SRo/eCpHFhSOYYuvI+tMKunQYw7UrQIoo1H+mVAeeXbkhpxYC4MLEsoFQbx2
8KWydfnUsogrdz4iH+1Lfy/xXlx3hX+jgVKf5ksxFT8v3380sLjIvsHMaN6Gj4OHX4cVfzfW+Dcc
URDZ9u7wXvPm/siRWwPt/vM/ztT4kg3vhxM/fuDndIJEOBcxOlbUH4iJ1cj8E5zv+p88aD7cgvCS
uPHXe/SP4YRjfuIA4ED6Yem2xDpT+GM4YQefVpgVBx++ZSybUHz/KwfvjyaWCD0+bBL0/qyp/QGq
/J9zT3A/YCHkOQN7IuQY+Oi5mQsumRWOx/iwn+pNQtAXM0sTdyMgEeJJ2AXLxmgXnGH1hLxC+Zy9
RmsixWUbzdMJiHTGljlhVUy2xRoB6WdpfGo3s8qiWscdvW9SpPEJWz+LTjG3kvhCFX5BgFaP9PvI
75i+ySSfEZ/TLmWRLJTlbMtBT6eNmSLUCNGTXRMF590GhIePdAU2bUTotqRzB0oxzi+hWhCK3low
nsyG2ESHebbDBLmrTwj5mQBStdK8MPCsB8e6L1PMZ4TVbmLXJjPKndzsurLFUiNbXERKBA6yhe1Y
NwjngjoedszCsytzGS6XoQgup8aEFRUmPpJRgrLzmxzi/RdyyjzSb1gp6COcZqoej7+WoiJ+RHlv
1sxZ+dd6iAm91T8S70Bq+9dz0RnOXezHifrOiMTwdiWrNEFO3mh4p4HVjMm+5AZmj7cweO7mBjtU
IWIXbWQ6y/YyMWYOHgQgzHxTs7Gty1UuGtC/k+CkqcyP9TJay4FAOSe9qVM2SOydneHYcnbH14Ok
ngZYWg2nTiKC+pg7TXs2dV3tfmW2mtkbl27mrU4ClshoSq5Jl/IJIeJT3mZ+5t/FllWe9zLnzJfT
MvNftUSZ3AZOvU+Xqf2WFuQAszgV7pOX2OOxjNHjbOy5vfSc+cX1EWUuFR/jxhm8JvJYwZay/CwK
kgoj8g+WiOCbcpOYtPs7ldPfxhn64wifcbaz5ulqKEMf3RHBBBrIewfYIxQkzrLx7LOQp88kf9PR
WL/aCdabhsPbJsCCpwmWKgaEvzxJ3CYNuUQWtW2TLNuvIWEH24xx4Ya+ydq1gIc6IjrlK+ocl2X9
1Jvhpq5r/+iNTnsG0U/cMBVyN0vQphdxbdUP8/rJITH9nefyh2fo1xuc1yoch0qSugbV1IfXOsyx
WZQk4KLqNDI0805cXMdZHwR803kxMczzR0W/bZby2Nr9M0mIJj1AaxfhblXdsSUra55Xvbuwxh/T
8c2niXgLJ2SBrRHWRwOx2Z3N0IA0OsS4DOzyvDlL7donSr5+8/PgwhlFc9lwI+6pMlvajF4V2wSI
7Ws4e/lN2y7Dc6VDv1uXCTNI69iCQNinVvxYeYbxOidxc9O5AenMfsj4DbsDWF8TLlIQlTJNeGFx
TFQvKxGTBNaS7Od3B/qfHZS/tvU/v3KoGvwL8GSGOh8KphwRNcMJW23zIvNuGSTpJ9X5D2T02kdQ
L8OJZyYF00e0bx0BcHujGMQLeuj+WhijdeLrbHiIScGCR6bnM1CO6V50Q7EHZPs7aw1D7Xel7B8v
lSwUrlATZ83H2s5AHOX7rDa2rCrBWhp2v6Xs/R0r7k8+EBg0jLNXapGDsevX6yrUddr6Br3TIm31
mdg1Mv3ydtk3yrQPJH91e5NnH5eXPf6WbfEn9x9pqUAAfYGrjIr5w+8O8ZhUc881PXn+SV3I4GjR
f2/RP7f3EE2sS6eyh73OekKKl35Am8fOfgmbPfS8ZUf7+xpXiXHuznZFKltgo74j0+vvL5kPPJb1
e2DNbvLhBNic4FB+uPMC1HVV45NKXwZw6IiN7reI1OK7VimeUAueuIhR1syibVb2tvRjtYs1gt1O
FE9h0o9HnfnuE45ecos727iUsdHvrEBXRz8L5uMkkIQktU34WBqnyc+hxz8q5v7ft09/Wfb9WxZz
VFN/vXA6f/36Av3p12qOn/hZzTk++b7/XcI53o86zRPgw3zax3X09V8lnPtpfTjYDNn5gZCkmP8u
4RznE+38ClEDUWKyoLL+UQnnrX3LuxOeHdZau62TZupM5mwfJo5y0EGTVIUVIfEY5C7XRfK9DB3N
xl8ExYVpTOSv5kPxBQfhfDBQCuRbNRfGM/Iq5s4laqPvKs8sJNltWT7A+Im/kuQl3K0UgXUdxwKP
I/PgeCFiuqoBq9PZ2aWcGgZJRnGOX509FULTBUZPbxE7Pxto+za51MiiEMqhbseVMrZbE83OGxtW
76FmAnGf67q4j2udwu1cDHHXICYsaBTd9ryq1HhfzUN2aehVZ5XrLDlX0hoYe8gyTrdE8oLYYGjM
pMib5dNAuEuMEhJM8db3VHKJJk+gxfF7/0Fp2wy20qjr6bC0qm3PLD3Fu9CdsMynqkTaEHh4tRBv
j8WXJGu/Q20tkAMwtuY7RHHbEeNZbjCSIs51u5CT3k5G89lFenoh/Kn57KTWZenVXrpjRIh4p4iL
eR84ShAHp4Zkb6fNsDWCoYMMAJ2PCgxjOCIDb9YoiCbTPG1LXTvkq1Tps1eayQiQEMcH9a1FCGLd
I4WFWIzrjO16nQ9AU4zupXaNrokSDOB+lFrleAc5PL+kUDavUCznBm9uXlvTJgT84w5kcG/T2TLj
g+hH7zbr6/kZLEoVHkAauEDg0oU2uAtBPVVl46TULf50lStijXARCcaMjrcU7hYZiPrsxn5Sb5EB
Ol/iaQzBawYoqCNwGd1RWcr+Bl6xOJjUvN1+Dq3ircIp9T1LieM8XchiJny9NvxXPi6y4szFmKvI
bQvCsMRcnVA9GxiqQlV9lXPfGnvfzMnGcSeyejc4W8i8k5kL/yP3QzYY8KfkTdYv1rqZyhxkJGYQ
35vO0kGzaUiYcjVBmlHhFf292y7VXSnKvER8RAIe4+W2O5WLFzxNRKK6h6RXpjz+OEL+0Wn6l2fk
/9+t8QpL/OvTlNKKxf0vh+n6Az8PU9v99GM3jnsanoXv2DzHf/bGFv8HUBDmNprmtdnkzPvjYPXc
T8QtQCGlGGOM8743dsNPVONOwOJlxUvxh/7RwfrrABaWx2rec0L+Rh8YBez6X6sMUyyWNBNtgtJs
qRoAkZnDXhK9wz4xWdsd5Jys9IrWDa6bQng7pyiciemZTRrbuw/tT8rPXyeDP17KyrGGMWKu29wf
m953GgLtdiP+USjsqpTI2EuBwFXKW7wCv+MM/+43fdghiaazZ9XaZlRNlbeTCbapAjvKFXAOc/f3
b8r6kw8YcQVjDNztAWqL9bW8e1foVsveqC0zqpdBH9BE6ijWXbMNs7HcYb1UbMW7AagJuJ94GSf8
AKX98vcv4s/e7/vXwGP6/WtYXMzUbK1MrJdpduU4XbiN68y4nSxU13//q9a/6t1zer2eHAsGAlQ2
+ELWD2Lbu7eLORsVXMP1FGLEPWeeijXQDwrD3iJTs4yN6FNp7P/57wQqysiTAEYG2x/enkcSkYuJ
wWQpVaDrpZ1XBzE01pNBhB0Hfrb8POn+eqK0Vhsf3yUDLQbZiEd4zx+qkTnp5hpurRUxhGw+06iF
9yrwDLntNeHZe8yhsRMRX2BbWy+gZnfDuDRP8PQG+nlezIoeOWGluKtMX3bbNarV3XgNE9htpVN2
pq0s0JwbM/Fl1wTD4sH9+0/szy6IELEEdGUKNGs9rd5fEGUB5gp0tRW1Nf7ZDWnmzQnQL6ZejqOa
L3//yyjU/vfHBcmLjwqSCafWR4L0vLjhVANBjhrsSfidfNsmP1hk2U0T1GmAwTtP4i1sA6wcIxub
c0AGbESGFibnJsOhj2/GaGJsedMaIG2lQ3tuGahCUE0MgiGdVzPq0eR01ttODi5K42WY7ueU1eKG
z7x50JOYqoclc7M0ChNVZVEOmTvY4GLV+hjHbfdmtzVJ2Z4V1Nf07ygyPKvWqDVFhmN+dgJ0sqIF
4nU0dCybbZB3mmJPZXV2LRvhjse2Q9FHd9xZiMTrYnmumwkKZpW7tncB/lamEa521Iaedr+qykvb
fezUrKb6AtFh5HTjuDXjFk9fuBjBNyshdXbjdtivNphwglukvRqFhfK6zWD16ToU74AH++TTq51t
j0axnZRVPAF1DK+VU8VM+6XbPngrGPJixM934xWdVx3mRjFeYGshHtZM5CnystK+ErLvvvAxkZGN
l0p9ZwMvMKIQpi231RKX8abHjPk6oncpmfHrmKy+suy/+e4sPmeV8p8cy5+sDYQB/7T1huUboaDL
zNiycZ68ol4uZT4mr9Zsjze6gW2A9jIungsnaKhb6wXJU5/Mww3RwXYKMrf1Huc+jDEhNj6GX1kT
0dwujXm3GEaS7IK40XdB0Qa35NXwQZXaxo4wYXRwN71dLsfWa8qaEr5SrCTMYCGxPegHKJFSkF6N
eTdhRKO1+ObXUwz5rDCytyF3rQwONgU/tn38JmNZhHrLmkfoK/AL9mlHqEO7YbxT3vKoFOwe7Mxm
xd+gjV8eEW6b+uAbk+sz22xc9xS2tc2mb6lgGx5Qk+QPdSxtEQWJ20MpzcdCb5pGyIceQJ2zEWRX
tkemAa534qrKb/ZC9z440iCVAzPB3FNI/Am1DtNNTtS7fTnW2E0YX2KW3LiSYfxOVt10k5gMIyNA
Kqj0Ww4ySurYwa9ZYQT6RipIBo1AYhdBDGvmahPOenjGSa26vWEYixkNWuBZnfvF41ZxBW6RfBDD
g7Pofo5CrE9OxPMMyduSLYXYUeH0L2UXJ9Z5x45qM7YF4zSN8KGMdEhfn1Rp7B3ttBvrDa5Ff7xA
jy8ZntmIeQ5gqZdpH1Tt4G87rGgBS8gZeBBzOxHWZx7+mfyBOAfT3wz0Su629pcuPKCbCuYLzCgj
o2qp5vnzRK2jd3Xbed0aQzpNr4i48ukkYaQHqEGI0VfRbJMi+dXmJnORa5T9JdVzpR57P071lT3Y
RXplyhGJBZyD/gytXTsgqE2UeQPHwvnsYXgONos/N/JgYElHjEVeZRph8QbrBcaBVTQLSTlccgmE
n5HstP6JOxtxiC2qlWze+8xPd8EgarVPBse5W/x4KjHzp+5dbeFC3tiISNLIaEPzQgNOwclcMPNd
ed09AoouNNTRT0pv3mnL5ASJch9hwed48ILH3ggSAkiwYyxXqNkyzGdFHcfdc+P7hIZGzaiK2rxI
bd2x4LQoAbJzwRK+ODK69ImE0Xrw6wa/c2e3FiNtuFvIKAw1e9vQ7MukpGDKwN+dIM429TZLMv++
VJ5ihTEtIt/1teeSy4vAcbywFd6Ew8gSg0Pa9mDgQcFWhMhb03DfMT1Ij0T1TpAhzEAPmBr4mzeu
mIrPs2cu8caCEtOA62HWt9ek3h6aeCqqC7dvYWj289A3dyjYK/Ayee0/FsrX9/APwnPDkukF84oF
0EFhxQILsJsgHVHTPi38dOsnDjIuRqsbVi/tQ9848Z2bTjiek05723GxfJgVIAFe4pRA3GnsrM08
1vNtn7b9Aw1nc65DOnZ/DPRjbMwkGic8wWKBF8JmFDca0wVWuekyz8uXxo3LctPFvtzVGGC2/SAX
DFclWeFkJ+1xmQkE57gG0sEQbGRlVd73QF3MDRxs82xO+h3eUagILSHDY/4lyX3WOejrzI1KB++I
JTfbk9gcPhWKsn0RyY3Ug5cds9Y7rzDnXmQLk4CMVYWnmaGNk+mfGRJaw9Qses8JVJwyaIAbPi93
MbFOQS1g7NTZDAe5xVefh1WxY8a/06I/zKHIqo2raewZFLDOTnW/z4oy3Q9me2Sz/Llb0oazqJ2C
l77qg73AoXlU9aCIuY1LsgXs6Tg2rj5UAyfXNHnBIUxKjhVhgXwC6PytDkHZwAs44ofAOgQ+SNvt
/2XvTZbkVKIu3Xe548s1p4cpEG32UjbKnGBqwWkdnP7p6wup7JqU5zfJal4T2bE8UkZAEO7b917r
W2jqgnRSe99dipsCUVuEEFVflVrZIinM9M2ZHfMAar0NozHwU3yQ86kBUnosG+trMCvc30ZtviGz
MOJhBbzg66Kknd4LFO7FLCKVUssts/eS6k09IhDyY2rL4MHAnbmrp1ZHtj/+KGgJ74wwv9K6+7r4
aZ9MXQXTwj2FWVscDKt4oY+A7rJYDlXNNl1e7lVZVcMuKx1UnP06hnEqQHaYVTOd0hyb6EWmqqX5
aFU2bajWVHHYdN1+LrR/RKjknvE25JBkOxtnOMP8keIAiZPjiE/0AgbkCn22HkwiMm6LoHGIxVth
zPQWAcJRP0G+mMruzWm6/GNjTaOMcCF2btKnS2Dt/EzdV97q7YduSk/5uD0iHDVvZ+my5Vhdc0eX
+tzL8FgrJIqBbr/ks3VbhMw/+41jYmHqE0PR7dxm/p102jmGeXGdW5DoUz80Yre5LCtznq1FQu17
reiq/6BUDL5gFTWSOtzSGFjHEgvD2TBTeNrjN1hrLKYAvoGPh81pEAXBcWBDZj+9ztcpBY/ipEwi
85OSGylys303Fv53MfJvyFyxji6t56kVP+bG21OlDXfKEEM8NcFhsmzNVKf+mgZFn6Bj6CJOvHc5
1vJPi6uNk7PlDzBfKDU7VMI4/AlGFspoHzZhEafTw8/2tmqPGbLfo0dISC9G9aq73egtbgT8P16g
u0TSGHaUg+lJYiRM2iqYdrJZH1qU8fvcr98yPQUf7cY8lwx8Y0OMhzoHPBSmwU3qAtZH/euAr2PX
0B+NqTgNNKBQqNIGTB/XkVH01PVXqhVWovLsM9DpGTM+2Q5Dl97WlbHzJOZHumr5lTLR36aUPeNg
ftXYjzFdt0HsA2s55NiIYjutgkQVreBc6hhxqC3+8pQ56SFjmHa599L71K7+kIh1/SEqKZO8WRM9
wniS/RdV23AeUqtJtCfjVil8wYQtOCIfd7k37jYjHK6JPGG9Xdsbh4oYaJLMcG5Bp3kKFim93QCj
/NDgh1kS4c1zPLcds856oaXJ4x6Sy+6GQ7mhn237T5mb2fwyJ1+/II7dsMwNK8se6K0gDspeHuvR
2B4kA+ePq1yal3z2rDTyXdlx1zC0waei0VhG02yJ7/6Qm1tUeKPsYpNnrosriS6I43iNJ8ZEgX8a
mmpGQ1YrrzmZubaCyDWweX4KO3+TByHdLjypzUfnj9nB2Zup096XAl9cjMOa1Eyhc9QCtMkhWXhI
ZvveWk6MLMOjsfg5g5JtLHhyQOv4kYO58UtmelUVg1yAGFPYdv+D21hhzRkakeh8Db/1a2BOUZ9e
ZM1l5yNJ2vD75Xs9D/4b42/Himh9utMJX5d5q+nxcBsNkT4WAuRQUuW+9YEMmqqNbcMsgMysuqQX
bgefzbkx2QjoQVk81K6GKWN6+Ba4yiLdgW3pAA+FghQspLiUviCE2u2iMjB1AmNAPHPu/ahqlQVx
SPNGosPtqhK+Xl6AAssU/z05U2hG1Cj5D4XItIywx1G1gDZSwyFrO9FF3mjIk2lP7Vtm2+uOpCPr
ebign/fFaOgXZO19j7u54S75Vt+kODVLdKWknHjXEgs5IBJr6vkxwnCedLYuglzMsX72/FU+y6zm
QTWtxn80g4sHFPNnICMkhlOVbGnav2mlad6Ltd4imRLCCWDNb+7Bv4QOiIU0Z2/IyoUXR9P15hdd
gKWyMdXRtKp1PA2W031PLV++1XMzPTAyn9+C1ulO1ajQgMxt09k7vwovnuEUTXoFsuNQapNwArB3
/hKrmVZZZDG3HnBtjuaXKZch/eiQ9ahyIXZEQ2lkW2KvvfdE89ijkufBnCIS5+cPjt+130rYFSxL
WXcB7yzdej22nAoABPWItNrRcbsdWsl52oMBg5KHVM55E3XqPtpejT+xBQiPM39yVcqwP+xJxBkB
mu3zZa1wQNBA/+aNjY3ho9EgUQZvMj84KNweMhKq5RlxyfgBa+yko3pOjemA67tkv5zpsw+5HtEO
2MH2Ja3d9mE1MlXHnZtVz2lrdV+nSmx3pe2Y7eVrBkLGw6vxCBVr4OjrYctOuiEMi8Q1Zrzi2Xgh
EyytdwEDbltmJ5gznDevSYOVC7fkVxBlvseWm9ZOxAVhf0TOLH80crEfRltxCgLZoHVCjbB9Cra2
0+wz/gU4Pkxrc0BpXj0tOjX9yGQ29A1PL5JgnfXdh6laOKFi7wV/FrDUZruqasS3LoUjCONQzAz4
rcxzdrNs220HyICSdNvmdYg3d12vpT0Zc6LcxXitpqAHebAZqo2Z/qRbNAWXNPqlNBhC1WV1Af8M
K8cqN4XIsstn/KJAwzD8c/Zlv8jnIvNj26rcDwjtCvTLlPhP1QoQM8IkQ5LJNqjchPWLDuaYX5Dj
O8Pq1WkaJ1wF65CZM6c8zzzV4ETMPd7gYYFvBIr4UE5WiDmxgjWC/sMqno02rIE2Fk7+AGjAMDH4
zD16/G3WKum6oGfGZdcNHue+52xk9OX2PbD1mB/CNm0o8qfJ+BDkYglQOMAHY/fo/XLvqn5+8owe
sAYWm96gwm66B3OTWRnJeS31EZWRXx/Q9lQP/bCETgy0UJBsCPoQa29u0TqeygH0Jbwn1nNMGx0H
tmm/1SEO4Fl5wUsq6VDGfssWtc+q1Br32kzLf/Rcf+pj/ugRhjbKBM6nLl3JS/P3zx6b1zqeSu06
T6pmER82V7GLAIloY3CU/g5RXHHMnL6rd6VVF5cTVrE3PWU8IvvqbqAx5eb/aZuUNwTm52IjDMHq
v3e9ydDVZVlmeWLZ6yvoqJHKHAdZO2ZyRyUm7v/e9vtPJ5hIDtQZNL8t5oem+a7xjRq090amtUno
1qh+0tVMJvoORzSrPwh9tQ9/f7nL7Xx3u2k7mzQfLce/jPL+vN2O1WSWFFhfhy1P9eeuTfvguc4a
ppt5bqxv/myY5eduWtrd5g7eP3qc7xuqFjFTF3mjF1g4MRlj/Pnqm21LM8ViHNsq/3JxKr80tJYS
mA72vxIm3r8UHXbaP5Tg9HIc33Hf9Z4bUbf0MhlerGwU2I5SkC6DJw5Mfud/TGT+8xH6roti1uNh
xGzDBf55VZNXlNt4eamlX7d9VxOHZxck8jKhno+QdbLd3z/D/+HSLhdlCWBLiAne5+H4o66Eqxge
gEanbEjz5Yq1hdXeMJZ/PC7/eSlU8BcPkWkz5LfC9x+YjVirz/OKl8oCjxgCKqfG5Qxib6b7S0n3
f+ei/w8REr99wP+RDJ+Gz9X6x1j08vd/jUVNFMOsjeTeXZ5i5kUMHn+NRRGf4KVC7IFDAAkJjPr/
fyzq+P8fKmJLYKfgC+A6lyXsf0uGUamQFXmx8+JfQqqFxvedRPhvkuHLg/3HYuIxfsTRzPkZhRkb
5J8PPtGD3TawlkLiHearwhefYY2YcTVY9nGzCg0axsz/IaViNnb5tb+/rGUBy2exxCZiIbi8jIp/
H8tYTl32CFEvnYhBb0+KLKPmRE6TIlg8LUKi+yYGedct8GRFaylo/bttTiEmlA5n+6uiMdz+bKfI
Vvb21Af2LtU+cuRJ0KQ9OekM5IF7+w1ChZmi8cv6Km77HMVYUfmreA2qVthHFfadOgstYYm7dqGg
HrFqJmwdqX2lShCWUUEj4CUDgPCNY6ndxRtc4gTFTAjI0NfTp6kschpLjiR7yQrzuSf+V6iPXlGU
aTLRA/PO4LkHAIu6Sm08UiGqWWPcsoMRePnKW1tmbM+YSHwbQ63NNTRod6wIaf9UxLZrGgg3wrWc
ixgsiyT/eOulf4X/ysMJCX6L8sPqe2c+waZc6g86hFSXtNkUHmpzHB+K3DTvrCwLchxjjni9mNWM
bsl1YnAgvVGoRvZQ0xh/eywUn1AE6cuATnOqgxTU1lAJ28X4qDmZ2LthtsfqmnYlw8bAK5biYEJU
w3XWeC+LMNJdY/WeE7sciV4DcFV3ognmL7+AIK5LUytJ5caFtrMMFV4c9HpfxCWzc+d0Lhdd2Tn4
wsBAq4vPqbbMI4okft7beUh0ZE19LDvBwXFbM4DDHNw+Mpzx3b3dVLaKkbDQeVLOsNvGubK7yCjD
bryX6zpNH3Ud8JqpV3evwgU+4nUrfGZb22iUssXfzoUc2ttSE2Z7DtpaPvpOa8p9gXKv2a06Lb5C
ku7wyMrOlbvSqCzvsNiDAu+1bY5QeEVQLh42WlDwf7Zgs9O7vjCm+Vtg94tpn7EzFs0WOdkm1HkV
Y00OuENbIR47iWmnFq16FdPFv1MaDp89KgFH7wcGVvhUJp+q+o6XXrEZ9jD1yp1xKRvvOUnZ5X1n
g1E7pGsNrjO2Fs6fEEttni/T5UD+sHQ9546oXdtmnJPZsuz5XnQgSp9odOXVtctjz1PolZe/HbVC
jzYt2V8/DDZTTscFp2OZ5CLkN6fb4pMB2aOL1iCkOf1uWwSayp22RIZNNp7ckv7wm5MZGfNEzp96
r3wvN176LueubfnE02zLTVGbTYxxDLh4bO3zyFU3Nty6OFMqeGhI6syBJetOv67u4jRJ6sk24ZvS
0rgO/GHZASYJG2wJeB4iY+wHcaBiMMunqer5qgi1gBtzRvxJz3Q++vIep46qHyFt1JrhkWTdGDR6
WPq+IX2ewiv0o3TQVZ+6tWAW2jEM9b8y7S38BAmuFocGC8L3QTNAq3oz/ADMX7mveQPOugD8M+xd
kx5XafZ7TqzBM43VMtzPrnYecR/5txC9xE23Vscc12YHrHuhJomBkBSJNa1OVJj+QWr/VEzW8Dai
7DvQnd9vmftkr+XEJJ2P6kI7sbsqY241+vc0Yqt7yn4jJpFQgqeGkQU/FaH1tDGHpeI2pP/gWc1j
Y9c/KBVpLLZycQ+iGszTuDFCoNc6cvelfUuo9lDFHPtnhjMshJW02m9WDci7pJH+ULX1sVwkQIHM
fZmKEIJnkzvJuJnPzC6+g2bCAt4NXZI7Js2emQ56p9ITs58v+E2RsLnBziJxkNGv8REAMZnp2l+T
8PLBhCvnXSNAubWGFEHL0yyHgxoEXZ6cQXYgZ/9mglDN4zBdzMMoBqS5AxonOTG3t37TsLAirFQL
HTR5Gxb5c1Db5PhuW1xlFpHebcDhHg7lJzMzyXEunxsH4TZioViY2XncgoMn8u4Mbz/ByO+c4DKh
TUyvNysIIocBZGSP2xWEJebcMAqwy4BUEx28XGgKV/ZQsYiNBRxTfyYDg69s5tRnjNv3KdzVPUuV
+7L566MNORsKVEP+LL75KLU2fJHCPmVDpfEYbNdpOr2pzeBk3DCf7jqHzrSHRYwAIrpMnDExTdqH
UWLJC+lOwZfNLPsb2vuTga2xkZYdKYCQr2kJOCVGEhI10CxENIlmr0zyQIrs0b74RV36PX24FhHi
zmGNLuZNJ1llQY9u3vJxLyY7eOhEaLg4ObobJ/POJEiGt2PqPgg1QTeveZho07xQ/z+IIjfobclr
OldHhKI6Csvs1pIpC/cSYhpyikMGuR9VlbWe1rW6dw1C/Uxt7egV2tkZFQ3jflezURllI0+MBL8U
k15mOhayuGj+gCBGgvUx4rs1P4QBE3iTtWfnztWDSX+e+DAEAXAg6WXEjEubzzNNkg17k18bAJun
aic3FzYSeoZup7xqPgBmc4+0zYunVaTEh45LFnCr+1lC4feyT+HK3OZi2B4jwxylSrAMlGeGCeqx
GXzzcwip9g3fvfJiz+/DEgOLumblWO96rRoa4cgQMeGYZ2crm8+c1nr8n7AKEuKrymG3wrKgtZEl
me+WR0AMKTjkwlbFbuys4FHDIsXHXMw5bZzNMXYaztYuZb+4yTPmUDzqW5aIZdKv5IqYR8Y7/pvy
rG7XtpV8KKke2SbKacKYvnp3oxl+Fm5X7YLMcOyok21VHsDSt94Xt4SYcR0O/DMkqlkmovoS5Bz5
waQOyrtYHZlMxtlmwCY3swVYk7SSsG1LGC6rIV/cAE9ZaaWFF3d9C7F3NF1o+WXaWXLnMI+f6Jen
Oc0PeGOY1ynpXkRRDbfgqOYxbqxcBPtGlOIhq4dlTgyBH4HhcGqQRqqN23rLPUou1UN1R1gLnqLP
72rD1IeUoeKXUEzlcROzOAdl6WMYyhAH6GFIKnjIVewt9cq2WFzGrxJnZSe8jgojdB/QuYD6X+FG
JZ42aEcgLqNHmU9obVoGbnvww93HjhnT0eKnS4wYwzwJ0JyJMqFFRmuWTV85Ma8HW+OP79QlERHv
PXTkxlmYiTUVZAvGZc4nzdB2V9Yjjd1sMkK6hZ2khTyHByTUeP7rbjimTl+fBAgxmpwGa06rIa25
2ezcmHB1zmBo2o/BggqlgrOv9WRWkZj0sRwVbC2SUnD4egfNunjAm1VaSU/L+7HXqbVji21o0Tcq
3rplPgBgsh9k5cijwwJ6RMlcnLDuVfuUwp3lULpEihT6yu8us4rRDil2qukEHb+JbHnxnVJrP4w9
3c0m67yrwXV/LGKpTgpuzxJ1wQT/rMJPuyvQqYdR2GbmTVGO4uzpcbvNoczViREWUuyytK6/doHW
9a7QU3MKMKPcbku4vwDaDn7ZQ+HPt1FfZldgBz8MRk+FlZH9cTCNbUiCtjC+rJXOP4le9xxYQlWd
fI7D6dGfzDBBmhTgBq6reKPbdqX9mmO+mvPv7KnapB8+zAd/XvrzmnOowBoQxuSFOVG9uvMDSw9D
RDYh95Cjb6DuzfuRkPapOqA7YMCvNKqhgRgV0KBywewGo7uwtuEJuYMxQYg31mOhoV4jMh32tYXA
GgMk+6XTph6H8sELx6vJ24a7UofzsxI02PaqRsJAiIShkKz56fAxgEp3Y/e+STlTTR84UTLKRWQ/
H0Q6cUijs99C1x5ZrGmWtIiEhF4eZ2FOsNHGIP/h1YJHuiCR6i0jVCfWSFNIj11DO+6cXs370agg
BpKbEx4U7sAx8pYgYOBbl3FnT+sXNVuq2CPPxojQe9Zy50FFtM9lFsj+6A1udZEkwVK6QkjzUNGa
chEkhAhH+qnH/ghD6hGtLfFUVa2JR7OXc1NXRaSJ7thVfvFVdQOgt22AY+O2IZGevFT3YCDiPhcu
Q4+QHBzYGoypSrjX4Buz2dxvjkacZU8s6i240Day5FrQCk8Z6O3QnqbZXc7HjxKAbmi8FhzTIxdv
W2Q7XS0P1uhbScqTeURz+VlP7fpBeoBq9jPjaDehFMOXOKjqZk4b4zSwUl+P+ZjH4ySfUzJZrljV
zaug3tzbSdLS7lk1D2HQWfsJSt0NNC3rzp0bf2cF0qAGyOSTS9gf08gtJ0fAytG8FDrRhe18DcZN
vbie0NcgbqYHvLPlAcfqU2FX3UmsdnntunXz1C+d3m9qkbtBZPpgOE17TC2LOStrkErKZuyIwREX
+2yALAWiIhv1Gop210pJob/xNI9g/xunWz5s0+Id3EZQaEiUVtgJqlSPVy4Hyh3zH/z0dDtRH7Dl
Hxarm06QsO3hWuSpsb90O85B4w1lzFfGOHb13O7tnoQ9+lE4SvNVUiEqQrVkjNLSffY0IiSoDDAr
Mr61IwMuNvFNX06VJiPIigsuAW7eY6P19rVjWTdV1/jPWbpuP4rQ8KFnCqYltejvOEDqMO54t7uw
ImBNTBUjQqy3aF0GYwyvyHcgascbWnEVBE3BhhM4fFoQr3rZbx/A17rJ0FDZHyrUhPfk+kwo5Zys
5K8OigWM8HViCkAu5Oexmluczv6ywbMuCGeBY/uta1Fw1KOj9itpM/1+rhEn7pvOs6E4utblgeSY
eTX7M9QtxdHy2gBtf1p1nUadV01Q2PjK0yDElruO7sd1XrczpmivjMQIOXiSI+E1Yi0s6KYcMJjY
Ie/M4B4LxI+Wnb3YWdm9ulU2oPNz7A+mPXY7phnpCTqHPDcKhzpJE1X9OM7ahODbLJDlt7INf7gs
RY+CLKc6W9h1p4wiOLf0BDvS6kM30rQQXtYMECpjOWV/7cXgJzYUUSr2oeL8ueQL59OhVFf5ZpUn
3csJWU7eQVmtgmzXEV8SEzkhkfgAWN/zyjByJSHw1kBok9PTWDXcUb+wudUnPff2LaK44QiVpF2J
UAoBvy1zU30EYlveMOaTj7W3lrfOunTRpIaNux9c+Xws57ToS3Tk62LuUq8cNQegnkKhF2XxrdKV
3k/VKO2v62iXn6H5ALbLVv+LHNYF4aZSh6Jp2pPoQ+nu/BAze8TgAEO2rLP5gXmlD4oI/cJyGifT
/bj5szVhqh2al2HiQ49b1rHrucTlHnGalhwCKaauyrUTZOVUQyiSsZREnXR5J+MV0PlDYXEm2qWl
5b1VZlaNF10+gxNrUzojuKEYqqNvlZu5rwYNJ0IFc3dduvOGjHLdFvuUk1LyuSJQ5rMw6u1pESOY
wYUc0Z6vEXUpdy83+pvZadYsnsqydq5KIn2R5gb5S+4pih/2UAHch4rzB8WZ5kH1cwsEhTTkjcX0
fExsl6/YYtfmK90puM2DO2dXvrTTl672H9m/BTvHrNtvUJDg5Kkm7FyerFV/Lp3QIjmk4TiON5/+
g1tN/HctVPOVfWHKT7Nh+A/osVEUs1r2T7IcSZGxgJnmOCWd9rjl3cawD1nf2Qi2DjiLmB/Bvfo7
Wbs99WNo5i8jiP1zAdgYGF7qZp8H1dJYcI3U5KSUMmw3XkhhgpQ/2kHzMnlW7WJeN+muGYNPZ6DE
mZ3tTCahKIcHu8qTBT5vnnQs6rQpcocu1lCb8m1xKjaYfmzpROQhksUoqHNria3eNdU51aiK0Rnm
/Vf+NUW/O1FqmGWlXsk4SK8arVLM2Jds7HLH2Y1foly2KIJKOjHtUbujHyRNsdo5unaeAlNvMTsT
f43vpM3DG05w3zO7Bq766+fFz74T2EX1asnaPgVBds6yhmg/UPBWdZKpK0A7lTMMCBo6gInFxdw/
mtux0tZSIlnJJtXeQd7iZlhmsUGDyjeSOq7Ij5yRKqt1pu1k+4qsEEIWSwMmap3pe28Lac+s4aJe
G8flXilybeFxByl/mgUA/yt61qJ9sq3mohrJ0O09kX/Bx98PKhiOQz6yCxkFvOEK43lnlzca9Fr3
BV0RLZiayTntn5+tHPpX3CRrKGgFoVoDAwvISAJuAS3Z7sLanoujmA2xxHgDC6iFhA28Gq7NLwDA
z+371dshgemCpjNy8HGQ0PgMPIUYee/ZC38nbAmq2GkX/ckBCH5Hy2vuQ27UWPZc0oBBhz/5nOi8
KtW0d4aJHx9dUWnWVx3jTP1a+SY/yRQBZE/CGqvlgeWSbGn4APiPDafnocw5rpc39bo4hRuvQTGW
tyZLT309jeX4QuGvh+fGW9L+ydRiU/u5hSTAhpYRsDditOriPlD8tho/nHfo59atbnGJ866wGYze
iTag0cVNPWDZ6xbd3Ba9ZkWZeA/LVbDkbUhfy6ZtB0UndeLZUM24I86BS1wqrAxovkbcELPqM6BY
F3WEduprw1tJVOgX55k4B4tTalAca5dJeeNv9SPUwdmL/l9h5egnafJHJIK4ftSIlVk+sn6t7hyk
NTgtWu3+Y/74blKHtZOxZ+AQIY7FiO/hu+knwnpmXNLmqbVAJjYL40j6KZO3RJi3e4KuUL4M/zCR
WP95Uf4tdmCmrhSCDO3ejSsopttxoHiKPN9Qr3TvmNylPA3fe453kKQ39+ysGohKMBkoASpo6MZ+
pdUSDXPZPVRzXaBznCBeFBZxKIzJcbLbnfvWzeTEJS6S7RzOo2KzXwe7gW08DcGT4xnTR5Rr+T40
O/M8tIh9k9Aj6v4fVqbL2/9tGsOtZFxue7iKAkGg6/t7upE1aLJ9rBFnYMmz3fanLIfooqEm3/ez
M9/Y/tzEBflNj7+Nye5/vcbvGNb/3lgmkxcGH+0ELIPvnXAdX7UJpSAKECQv18jEvBNd4/x77ioO
EEQNFMU/Psufvqw/L5ailTwA4krh9Yj3qbx9I/U41bSRUB+nt4RZoX5xDRJ7CpQLiJfD4LpGZnZn
EApybvA0RfTvdRajt9TG3hja2YxIFbPGf7yxd3NaPgSmtIHPzI9pYWD5l1v1m5+s6Xqr7NjQI3Qa
y31AAt19kfeUi72AZ/WPT/zyLfnzJiDUED79TWQSfJvefYvCNfVa0gzGaAprDld5peyR9IXMOf39
831/UebFcQMtlSapQH0XMMb8/aJWfBEF3yl4wULTbRf0ilDVt/k0xrQy2Bv+/nLvH2RezuI5smwm
pMwBwndj/GY1ZcN6hKb/58YjF8nsYV1pAh2g4rHoI76+NKHYGOgsb9RYyd/fgPlT7PL7nWXWKRjq
Wng/HOH9+v+/fYxytuRSMheKqO87SBq62oxd4TjEHrZMYe6oOdCXE0KmmBbkunxNATUiHc468OOj
3wuagyKjY0JewnaLCBaFedr4gdph1/CyCGONLOJ0sJGsOUuKdr4cWD9iQnAkZwwCao+LXSC0bw0U
qDSAG7+KVkBC4qgyZeSJOw6s/b/GMu6E0SJhkHCpQR2bEZNFb7pnJODg3qiNRb8F2erIq4ZC1rpl
EuGphGytdT321SCG+2pe+BBDvZjtE2cLNlQmN0wHuwJ58X6YBL84aAR3Xo9pU+8XIS9b75zyZzsZ
bbkr29S96jA9PmThyk875CBu1M8I0ElkIMn1cNEHshMj+mV7n2rePExweRjg5PKrAjv7nKlFpXtZ
mMG57jWNYERu43URlOEPQewXt2urJDVAypjhPBIimb40+BSpTPI8f976YXsATTywmRLZDtW6SplK
WfTf4c/3ig298ieKkCEwlu2Yo2Ybv7uVQxXdEs5ifFyA8AyntZ3Y7vXo4kzg60R8QrsFssYiiXng
2gYH2OysrWtWZK+UVPHa51RRmMK4UfRp5MFY4O3AwsEPckx1ZgynoV7YoOu1l8zzftYjbkfgxHlp
HWPZo4anlUpm0CKOgzmL+grNYY1vSHa0r0fgwd1u+vkbRunwIpisdJG0eu78CMoXMndmez9vgs9F
E8vCq7dGy5vdqPGLeMahqe9RnqlXZIcDwxu1pHSaASVKEBkvlt3z1BSCOQf5pd1tOgxNvUuJVmeq
bwSf03K50UXDbOHCWL0F/cIBstLQws+/qrRlLqaWD5ZIEKOb6sShs/nDbEvrgUhhk0xTqGku4RoN
GW8cm7AB/P3L+k77AKmSpYISKmTZdT2wlX8uTqFXlsrGSRBJ7GULWfCB/8A1sk4FRI8QldbleAxG
PoK/v+77xdf0fIdtFtgNzFIY5O+qCWvmfJjiPIyqKmR9z8jrzJOW0+0/dGmXxfWPpShEXMJmhy7v
ohPz362G9FWdaSBXLHJsw3+GeFt/L4Tdd8ec9E9yoxqfg2u1CRFcpZvZfhr4Uvz4+6X+5xbD6r9Q
QRnhgONEI/fnLd7C1TIaMltQRgfLfbtSxtNq8h9My0QUYbvrt5o8r/QfN/h9VcEVo44BloRgwvOD
9xfODC5HC0UHqHGC4so2Od+wal3G3VXTv06ZJJXj79f5n32O60Q/EcI4cBG0gCr4Y5/DBVUsdckY
mMiL8G5ZU/Ao2WLDw+pZSv7+Wu8fH0tgPEeFJ1DreKgN3xcKiFbwCBSXTCKOIii5VWk8tIPami9/
f6H/6cODfk2ogon+xPTffXj5mDVO7/iE5Gxt+cV1UyLHnBzGZxROqIB9aNzffgk6/v66fPPfPbkW
qkbkUCQ82NSmzs9Yg982UTa9xkOFDOZcDNWdEFqfV0f0bVSupErtLKeFPUJC5A9XtuY31ximKraK
QH/WOXHsOyNYu29WW/TWDq2Ke1UyQVwTlYbVg19P9pNq/Po6XOhuRlBDi+eQYfTnGiTCkLRpEGA4
pbvHVjutNDIl2YWJlU3TZ1KLL5IdGS5nl4evTaw5XD/b7qQhrRZGV1yzOjNi6rwWxGdqdIfNxPyA
NqMJ7gl3YLtaJZbCT20Y1MMQ504HBijyDL+2L9GjbFQI/rFZKgZpeJ7guKangZ7Y+D20BpYhIlE3
dZ7bzfEZpzWTcURww6qdEzyD+wkfQcuo+tI/CHvFzyFWsf8aNueKm5qzfnDvkL+nzlmlZIMRok0/
ED5oMsYF0i/q8+jhKtnpYFCoh8gJ5cxraTyHTpO3FhtnuN1n2t6QlQQOYhXyD6iomC/ekHZUB3u5
OSxkzVwYdxp9wMflZyMInBt8e2a234qBuEm6i6G40y6AwrlFpkPPeeVNhkWwHNwSQHxs4+36iCP9
R1XZ5Al45ZSx8a+B0LEG1C6uSZmnY+2WzpCoXo3OscXcT4fTcNMXmTcNgfL1GB4XBPKftJLzM3lz
kjqEtDF1NlrbvWr6jNiZNS8CuWvCQB/64rIyDajxjoyr0UnKlrBZJgbO4MTBMk/9lS43xGlqdq9+
7Qku3cGedS3FQv2/2DuPJbuRLNv+SlvNkQblEIMevAtcEZpkCJIxgTEpIB3aob7+LZBZ1QwEM6JZ
Peln9tpqwLbMJC6U4/g5e6/9oymU2WnZfSQmfb1VvkdNAFCQeuzHv88kyIsvsJa43iVgJ8++dGlZ
YsOqrND1QIef+nnxHYhynfZRYz5zhyEMU5tm69HyiCwmvyhJrCf2t9YauuaUuUcx++Iwzv7YHwp/
imSgL0pFV1lJA/rQyh6jFioQKa/SkSzsoJigV4UCgY8WIDvkYf4hf8Gox08uyz6uj4706FgXM59O
2t81vGzQPINkArfe3KxdM4hrp638i2qe/tKq/paA9K6S/O9F4Ozfsnf+N/LJ1sXt74k6N/LTUzjZ
+q//EI4KHzSOg1KSZR4YmeFRJ/wQjgoqlb/4OabzB5tn8gHYR0OMgeD1L6Gogb70u7CTQodvky2s
3xGKfq9KfqomaHxAwPNggLB3Zgi5JQSmNE4z2sgCTBc1N94IYZEOH6c6LpRpNt4M6ULJOgyMKq9I
XPcZ1KmJOeJcgb4IsYNb9U6brPpbrUWk2elaHV0TbYW/sZGKyJgmgTq661Ep8N2uI/EZhsE47yz6
lXrIrpxpg8jZme8sPv+3GqrzB31uEkGkZpXNfI3M0gY/Uo+MLvVGf9v3WvIB2AKB2x4GOEaNcP1I
dSf5iRK8Aoh5MgzSVfFhVokJHKudUEf6tFjMqbUII/PdhklAQwzoATi2U+z7njjnA98VcS4Sj/Gz
bIRtBqOCJ3TeWq1hBnSBDFq9QKnwv4kizQ9dnqbWnQ8N52Lq8wTTW2xl/HnKPJL+4hkCVh+jfiTe
Ty2nRVYUvnY0N9q5W0VmHuZjgsrR4CRRWuSrU9xtf0RT/T3khcfn50LxO0yUliRyYt3gg7+NNiki
A7Rl5tikYBJzeBoYI69B3VKOJycqnLcZyLEwEpoMezNxr/VOZzeLuc9x0P253om/uHyldt2UcJg3
HaIvkAgzjLaFu1WtG8gKJTsNL5TMWK4NDaBDRbPslCVTf242kXf46a17vRG1Ho8SjsApqlQ6jNuK
Y4wYIbI743hTtxwU4b1kFwJ5k33VfTbMrD2+fLxNwcjxeIkoUT1d8G6T8PG0YFR1l5P2YnsoVDg1
DG7jOX5idqopK/fLh9oUUz8OxTKCiw2Yhi02tWlX+Z0Dn9oLtZmve4nH6jNkDzg8v3kYlh8ftJfO
TmPVp2/K0nTsq2yJUzdkP0Pwe7I0hyTGt/HyUdCiPn1YQciYfCJ9PDcmh+MJeXrl8nGyx3QZGdBE
UTf4e4zI2hQa8WjN50yn0+ZemZgrPqKeMDQEm2b6DcSeydQtY2wYBWXSCuh4hS0GVqEkn6abaSwS
lIT9aEcfMzAw9S42qxx+dkasE/5rE1/fDt98XJ5yUWlfmbU08ooBsTZQLizOexJy+nm/kMdCCiWL
ZBuz9RBQJ0qa8Qb8EGAmjErGRX5MDASmzOT9ZZYHL5/w+7ITEzBmLVJNb4kYZo3ohzYvw4ygHB9B
aBfZb0t2yBAgRzJZhl0kE0uGzNPi9gLOqDVG2PcRcFB2DCzAIsBr6BpVQPdFzOd5pE0iiHPHLU5a
yYj4UBqyqgJU24O8NhZZklHoqIz9tepAUV8o2hM8iVLmiHMIv8kOyI9rEDPOMM7RJc1vJ90jD16K
62jUa+fekRF5IF7ZZ+LPNu/g1EPcqJtjgqinvNCrMvogTfRMob9UqfqAmNj7DFOmgNIDnmXZdY2R
9m9IwtayB4nEuH1rzY0a7uBS1dnJS/OKkIu8RAzTFahGVBDVo5M2YYa9wDigAZnVqV9Ab1zCwc/y
hzid7exdg4kSZz5divR6oSNvXizZpOY/ae+U/JTea/ybgZIXnS+Y/+TAERH/5VOdeiH8JPHnDMrg
akTEPBJQUws8yBqjjS9RXOT4e4lw9tRJaEhoQKQYnUNok4T4f6+pwnfvc944TKWp8opDlaL7x8GP
G/G+S1Rl3w6LkUwPRZbG5b6LPQqpURbDEhgEGQ43RbOUSFygrRfRB3twLVwErg2jwNFio3zkXiQx
IuJ+dI04bFwxmJ/MWLkaklljks3n2CtcfOUx2nUgxh4ANmBT+C93EdMSMjsHPqAIxTQNrf2IWC+n
wisvCivyYF63qptPuav5xXmL6fvYJaPlHGuysdWunhRFYM/N9Y7doOBy9Jpmufue352hWF0SUt7b
RZl4K4ijYfOPa3VR+QjHofdL/O5jRTBEAcIHTEcOzYrXaq77wGV43Z9DNELiUOBN9fc2U/WRCaY3
33tzFF/qpV14+8li9gm4XOv9fU8grrMTo92eLZlb22FCn94P15jQlo0UeBkyg60pP5IIubYd/Hqe
EMMmMw2p2tLjS0aqU3zAPDXMJyAOFPakGJfHMm/8R5oUcY0zonXjUDORQRwaFNzOGf6BhIiMRTn6
ubl6D3e9q2mIrJB5XhEu7sc3Q69acZckk6mdKkvpQ2CQlHndDcKtWY/qCu28jOI7e+B8g5jo9/bI
frBCaWUoEATL1Ywiq9DCbvEtFAvl4nBz+eV0IRFzSXK/U+Cs1xP5wMsObEBq+qeJ7wYrkE3gG8xL
xcg7bs4by2xMqUKFdxzsvJc22D7cpZb2MR3LyIhfGWFsIqtcGyAes1oh2LhTTlhbkjNLCPL0PBpD
BCKKCtBD0mpft61FY1jVrl8/TJLw9TPTKWtgAlpsPva8Jv4loKehZ/ssdOPYMB7zApx3s3+dZI0/
3L/8Cdl8egHZwZL3+CzCpGTqtE0NKssoTlLQRWEylvaNzywuBAoz7jDEvcbrM9aP0U9F8/djWQxA
vn/oKcI3HyuqyZqFwUXz3g7lwSoWuUs96Ge2iSJqFn76rrZwnaeeGZMnu4a/EjBAZEJSvzKI2dRT
6w+hBbhuIsBz0odb4Y0/dVT8Ru8sMEwpbf7ZdU58auI/CaefCHOKmEhdem1kO688DpvCg6eBMsAQ
jENItmBgu+kfZZDwbc22x9BoRraaJatrQfDw77XD1meO1hRqM0oqwR5lU0kNTICTejDmsBoHgAVr
u37wkYq//NA8Pxcb3RRXjpqDmnQL9msq6p5CMiwpk15/y4zcRMrSuZ9fPsqm42ZbGIjpldoIhnk4
Od7Tu2R15jg1RQHQmSidvSDHDTNVYRz8yucLseKuEs1Of9ym39p0/+2O+v9xmi0X+O/33m9Jfmmf
uDbXgeFfm2/zD7bd7HhtFjMmejb/5K/Nt/7HOjsmwYvZAX2+dXb6X5txWr/fw/roPdu89//ajAPH
JQh63V/oPDzuupn/Ddfm5mm0SItZj0yDFB82x9k8867NKmrUEdLRtkYa7srsPNXNtz9djF9siZ4d
hDcXBz2rJZ5Vxpqbg4DdyTVPWG04FkSXiNYQJ4Tw0e8tTLQV+OtXKD9tXuIHPC7ZzwsTTVutYuVC
Q91E+gUu+jtU2PEhHTTqJuI2Ty+f1PrX/bQg/zicR+FIgo+tM2Z/erhoijWmJhMYqT7/pFxIMHHr
1/BdZsAOiRiDzJjTV/bXmznMX8fkrea1xua79nF+PkXEMfpMwcExi6G4zJrYP+tz6A1mb0FchFYJ
UsI6MU+ezzIBHezlM9587r4fHR0SO6ZVLmPSBXpy9GE2sJUUHN1vLHc3Ej8X0lFZNeN9/MqJPj+U
IXheAAPwhK9Pz9NDpXGEOB3+RhjDWg8qCDiHxkeSL/p5Dl8+K9oB/GVP7yTACYZ2PIJoJp5pciS7
iq5LaS0VNTvCoKmUPE9NN75NjcQhPz4q20cP8jq2qsZC2j57oyLRXclH6I3WcWBonu2yIhM48obo
gTFdUoXtnKffPEgjxIiX7oepyTEc1pOOeNsLMtPjc9nCs9jVFXuwYKm77sO8FPF7QuSHRw3C4B0I
VwshLTgBAiYZieqhWXR2FHRRYgriMidk0h4t8UAi0LhMiDCPAmeJ+kv2mOSq2Qo5/s7ItOVhHTR9
jpZWIWX3U+xhRmbyvR4S0/82VSm8MafpII01TYcIOCmd6ILQZvKdB9+78jPm4pFq/Ye+M6NvLrI/
2DhFXSLarBvjbBW4s+3rC3kPxH0pQo/tILQmtdxjkvLuZjHb90lbEdVTRs7Ebts1CRSO+aJ/zDxj
/myuUfShFGNmUOXK7DrFEDDvZOYi5p77pCj3MdsVFQpvQMpTRmLqd9YE3KpckF2GkCkoZ21n9Vbp
g55+6iiqafQ5CR4uMTrahWJK0oZl3c+fgVHFX3VXa64wXDfqqOMk/aAj9bvTUYK7KHSEc7f01kit
m7nFF/yC2KZpeOlXTCOaazObl33v6tguYyyqQKiS5KZFoHuOAdZGaAAKtEDv5rHnp7wdsMA5C4G9
mtWPh2FWcIXmyhBLMJA4rIS1yt0L59qwum7aScZHX3xZdG9TXU/rI7K4DFVt0dIHTZgH7uJiKRVx
0kv2EClcNVA7+8gnX4V8mR0T8vRTXee2gx9oYlYF4y46GPPQwr0o6+kGYbbb7QfDJtuEHGoECI5d
hXHUuKHGaCg/9eO0fJllhjF0mtG0BMooZkZNozN9g7RTPRRjNgMobIf3mt4uICQBaZo71mTmVpNR
Ox88ASZ8N7QVspzMHcz3bLuLwKqNQh7SCl3EULfekap5+FN5vfWu1esuxKw4fOt7JAU4MTo7bJJS
f0sGZ1devvyqbzs+rGAoh1iw6U0yiaRp9nRZqdVSWT2d1XBuSI/q/F0ze8fRv4eDQnL3tCcMY9cJ
Lodydqq8rZvPo3WB8j1o/GvhX07yZswawMZXpAjQpilM7TB1xfH7r/z/VdQ/mDf/dMOesS9uP6kv
6X/8n/bTn+mnn4up7//ZX8WU+MPh/1ahBbwH8GjcwR/FlEVZ5At6oYzqTSa+6z/5q5iyzD8M+jcu
N5zmpUBN/K9iiskGga+CQkus7Ub/9wYb+lrI/PQlYZtO0QZSx0J3jiRuu0nDEQCUk4WNya1Racco
juXX1PZHL4SgLM4nwUIHABJWsKmZ+rgzEN48LPTvjLOB1cWHrCCLb+RQz7cxWRbWwbT77ESQHdmb
ydLlhNgl7PHcEfND6sfNqbaZaCKEAfdJZzn+IrDQnVEI3ZcLzbvWI7TZIC1FDywrat+nOP9CE4r9
l4iS5p1blwaechwYXOiP9P6yAHrfypBgmnpKGhz0Z1DV40+TWTgfUdIwH07d4h2LdpntKHvyszzG
CsItueR340Pk7aNj0tam+BajAaE/0w6gaFRpvxEAE8DmdXYA4Wl8S5YBOv1cxS6mHrDUR7RsYJoH
P7GPc4f+h9TdPmfD1y8yO6sbudgXUTe5+MTyAr875rnsNo0Tczha44RfycW/1V/RhE2PFbufq0yr
czB0pSs+YDpJp3tTqLY8W6KswIHQdV+jxCmOiBD0Mky8hFiawmxAliVVyvJgwBO8lVmMFu5UljC3
P+cNUQ7DTg65KuQD2LIZyHU0RtJpjp632NEdPvk5FqGo+Some3sYVDN8G5OJrWCG28CruzYOhFSR
oX01/EpTb8wGJ5bjc8OQIu/LNMKnCNyTr0etXxGz4OXYnRdae9cprUBQEzzeWjVaGLUdoqJsZPel
jxkSYxKY20G1KXB1GyqtWerqy8hXlB/ME3RFbdK1Z2OjfCcYRFZ5l9ilQAi6zjBEe82Y4LcKzLy7
zvEwazXLFINzGz3/k1JiMXYVtt4Ltx1Ef1kXvb0Ar2jLVh1Awkn9APIBYmFBpzZQCpbaVW+T9PrO
sSU6BFsiF/4oGBEDOovkDDurHfz3vp97dx5F0bVTZ6tHPOnzty5OweEdJQtg2BGLbveAM9B5iBY/
+5LoJbzRphrqx2nG1n1cXI2O1pQCMGiIfxmDqZLijcdXMQ9Urck0pLWeJ/fd6ObzkRYj2W+jW46f
nVbkcbB6bdjpF64H3BPOKqB6s08uUMwuY2DULZ/oXmidf07Y6vKh51t+1SQQwy8WcwTVSbZdVezc
KcWV3Jb4N0Pk2uONlxjDdBpqBoMLG0If+8Pcvq2lMu+FoIkJtqSZP5bY/hBLltSJQZer/DCM0t+D
NemNc3K8Zhp1zDtJ1hysuyadoy4YSBq4z/BIZXtUHMlZW82jHiLBj2nYx2MDmTxuxuWT7o3tuG+t
BZ1v4s5xfZ5kedOdOpkmKB+LteIs476+8QwSEcNp0fLlDoM0Y8tq5lkEUt8YsKtprvc7vILuF8Ct
hRNoBbg7VCptfafIhUKP4KXOgp0FD3qYNOCN9zJ3hgNNYRqkJAf5ct+jzh3RzzrJJxA4aCuMMblx
XWOwAcBqyFWVlc0MNnxb6wKUDtwUhDrdRQx3hW6um9pfF9qrb2pzMs99MTIqRjaefXM9tM2HsagK
kNA+qSSBuyTAdIj3S6tzDFw1qBAdTvqEQReMqKqrcK7i8oGOuPlhoQcqd/3iVe8ZdImPk6GAB/mt
k8ahUc4j6HeBdZFHxQUzX6cpxh7+6zjZWxPuBxDPNuF8ja1iCqw6Cpc4bm5o4vrvNRbWejcyI/MO
SW/Ls8qtITt4jdFHgVxb8FAdQTAiaW3WSPWJVrk8NLKHwGCmZVEGc6TFFiyXoQrLAdBzemF1AILP
AMtWHTTa7/GWHUOxsgecGfH4HC01RpETppoU0YFhD9HoWgRjXFvRfwZOUhLKlnYl5eqDc1lXTlaB
HaJjhN4rp6v/KNlE7lOzsWB7KhM9hwdANiOQwBS7JobAXr/BrGblNvxbEE+DyHeoDpk68pKMi+1c
R7ZelAZ+sRJ26x3a8w5Fl2bjnGICYigPiDaVtAwn1+4K3KIxO4/GEk2bs0dF6oSdHtbJZamXE0ky
qcInOu6TeKDBf5htPPUsOwp5qJAuiAkSk+V09Gz6n9FOb1XkDmEcx6QaEnbuWuMFGRFR0+5SK3em
/A105MjDgG77ssETbmifBQMvFE5jPDWXdrYS48vSeBQjPYrb2dWY5whPgQ7BtFjepo3vVgFRfQSb
jRAeQXxEsm/fZgSrqcsI5fh4ygQDuJOYuu4bQV/dnTahqdvj40ZizRWRXxOZ0DPHUNb1gbEU0HTJ
OjEfGb0ky502jrLEgu7m427QzFwcJXs898bMrbS+iG2zzYNs0iOP14JJ385L2S5yCwpYcIGndWZ/
bDp+POzGVHZOCJxoEB8GKRBo75AMYg3t2UAWOyVjksrqTI7dwaUcJ4wAA/Fi7Ugs8t9bZkJxjiDL
kZeJruKzOWUhuRxxfYk9O+dBLEe9xOV/zcByMt8soLQtbD9tgmlyKh0m+xM0lNBMB2zhHaYvMiwW
Mqyt1su665E0rpM3zt5Nzxn5D8y7QClrfCXEdUGcq31e6ANfqLzNtSHBoQai/wZ7FKoND9E29CcX
PsSieuIlsrUi+wx9Mq4CT6rxY9FocRtIiBvXYtDmW+Cr0YFcAJbNFrWWzfbNzGQP48NU5qORtvAg
WHTs6rFyVfqhMPo0xnq4ai7njBnsmcRUl77166S8NWby2B60bIL1FWhDXpjnrByM4JDm4WANYsNv
v9kVJ/VQebL091WG1jlE+NYIBBYYPaKLtsBkf8zqsVgOXpeTUNxHHc2TIOWNSKegaOzGOo9tHet6
MTj1HncusJGEZ3EmgX1K4kfVL8VjxnyaBInMWRlBqDu4pwUp7PuKkjc9m62hE3cxOLNa7qQQvTxQ
G4JOkBME/xpcc3Sp/MhZ3hneEht36UyIxX5pKtj0O4hS5iPoDNW9gVVQvunryX3MEKY3e3CqJpSY
PuVRwbVYt1BSbOanazBwzmVbRkirliHT4VFl6E1ZHbpCHGYsZcMpaTWC6QZmgM2OofcMvBoX+geG
hxQ4MpGtOAJXWJKz3qtnpp5OzafAWVxID4ST9Jyi1ax7MdH57bC3YghyEMJnGwG+TK6MaTTfl8WU
3ZiGJu/IRJnnQJAQK/Z9M1qAv52BKrw3+ATrFfVwl8y0qxxvYKpOGL3FVi732/c63ss6sBNFNCpJ
b662LxZyqG9yUff5DbrZCLMewJrTks4a+lG/wNFAAyU9TKhd8G7qSNTrrhwC1C7eY0PzagwlD40D
grwD5KlHLmywOZ/VgXK2+OaQIHOKlEazJVN29w2D93Rf4ww+DoxQklNhypqoFDnOB2vueERTl6XT
4RTOYhLc90OU6m8jpqM3LeCSLwRUQeI39FSZwVo7kkum6YKn3rLJrkC5DLkGWxi03Rh5V9jR8fGR
FY46xBytXGIXKVMUOweanVjbaSzpkvG/lXyRObqkgyhy0lhMOxF8aaXs/LNmsCCba3l2UfWD1e3i
SB/7IF8qbwgwMU+fRNsAobLchp5FT72YANMtHEldDbH2kjzA5EozInQFVYf9lS231Pk0VMp9Q5Xu
f0IvAF8PPLnYwW1PO3QTGK0CIFgAXahyh7tkGV3gGX0yv3EGxcIzgwU6ocdRPPxJ5Ph7t2+nP3M9
86szOcAE33XMlxvmHwYeIl2MqjrvJ2XI/YjGG/Y/msd+99Pu9c2Pfd/PlrRNt9akPccYid4QyxXT
wa2Uu2r5yjewx4JpKlje80XEt1kZ0WcsEtDD0ikJ/KZSfYPSGLsyH/bxlV+wabyvv8Al5JENtGEj
nt/a8fhYNkueslDWUo+uO03ah6ibu28vn+d2Nvn9RC3H8PEhrPTHrQ1hKdbNyKjJQEw0MkO36WQd
KCf1L02alBrIlEqhNVkmrgK1FK+10TioPxMmWHfEQyb1K53q5+e9qszRX2HG8FysGU/7PH1G8hVE
mioghxOyPDjmUxkBu3/5vH91FBzsOtpy3ht9e5TcIGoMKTbR5J6+EJth2xQaUflKqPimFc7FZU4I
RIfmBfHirr7p+YvJY/NGQAW9AXbPLKPY8Ng7NPN9BjKo+tF8+lsF3/Nzchm+M6TCAMewZovTxEMU
OX2ERVMrfV6aGYHTnoAtiOQvX7vNFJmz8nTbhGLq4YR1rO0kg7mB4qPDuwGBcIAhpgmqxmhuaeFa
4DPpXaavzYc2bf71kDT3LX2NVHMsdp1PHwqfSDo+cFJCGSm7b23qWG9EkgwXBC44d/oyys8s+mui
Bs/pK8/jZlaE8Ja1FjipxbhutSJsFG25bUymQB8VgDXgq5mzqfg2iZELTHuA1atnzDQxguuX4ZX7
+ezp4SIjC3S5zEJnc7U5cuXote/MNn2EvGCAESNxo1XUEX+za+PMfHz5rm6TG9cTZQZncz9tH7XC
9pUw67SWqeFR2wyQ6tmeTXwYMOrP92IA0BVwfPdtJBLxQDpbVB5F60bXKfGuH17+Ic8eL37HalhC
N2D6Lr7Up/d6BpNkWpqQAW6ztSYpF7YQBrgR3LcAUS2cec6rz/Qv7jLYZ9cyMUoxtdo+0ynk8iX3
RpZBGFYPIKcBBAbp6pCCZ44P/+gDmcuSXd76sbx++YSf3WehWzpDQZSu1DfPVjxSztc9cCKDYkB3
pwvyhNgUet23OLHZwrx8sM3VtUy65+ugzIAXyOH8zUM1d47SJ9tIgoL96YVSAwkshDl8LDrCkVvs
Cq+9P5tVaT0gHy+WWhq+nOH2gLWfQakHnRFU4OBPxH4MYfH6ev7stLCXubyjazsYps2zldZLi6T2
tSToc1nvWx/jJVgoUiuq0cxOjj699uHcPDD0qTngerg1CBzt/WZpd2Q8oFpfUUKxZT4WbFjfg13d
0zERJMLTB0qYGKWvrLybJ4WDInBhx4F72aY22a4IjDdapjirnFEbv0S0YAK/Ul+A0E6vPCW/OBAc
aITC/I9vir35CINtMmqzzXDH8FrgUIzngECnfJeZ+e9Optc5sYM3gQGui/h6q9wZ9XHWUzYBuymq
s/D7SRWUp6G/nt7Lz/53scJPPf71+iGYoKxgauquq/rTpQVHL6QNy4FWY3FGRp2VHg3PsR+usgac
53m0holZ4PauF8lWa8ewr49x/pAHeRzswimukFbC+Hz5Zz2/2PaqzFr9fNgHHWdzsct+8OqsA3Bq
LmzrSMrKd9JT2d5f//T7h7J4ctgiUyQ8u9jpUiRwgeMEV+tw76rxfpDqXufPv38Yile+XQbmRLRm
T68z3nS7RmENntZYY36MArYN7C0oO23xb1w8jzEQYQQ8qTxETw+VKtwwQ06E+wjvNCD7NrrGUDCh
ueVPL5/V81fedlBOIOrBG4DabHMoGixF3proJamyMnhrE+/3RJLjmcxZY5hvxFcCR8rnl4+62Ynw
zFL+83FAMcID4m6/TAN66CizQE+wwvmoudlrXo9CqRu/63lOk2R8v6QtogaPcQ5yZvlKpfyLp9Pl
+fTYGoBSoFZ+eoHZLI8eMZDr93+ozTeuXpiPVbHWBtKR/KCXz/b50ThVtEBYEcgSsbe7HimLWmG5
0XZNO99rsAeC3unv/xtrwfMDMepzqawwEPAVXM1UP8txjAwh3ZDMNDqX6fubwODs33oTANeCjFnL
cZAH26sHkgr6hFDMOZyF8Eju0UMzqYGxFX/63UvnUJfjPuZZ4by2D8rY915sGcBkmy47X99tqafn
/867zYOwqtoQxrFiu5sLVwhBBdwwJ/XspLqg3/pFWnZ5kSX9l5fP51nhQCCGRx1I1c8+jX3Y0zsk
Eg19LrlHBL8a2ckW4xC+fja/OAicFRL9qLW95wfpXTmnVQYVugC4c0usdveNN8o+/PapQFphacfG
zHR0W50ARUQy102wpwcrfsv3pbxoevXanvb5I+2u18tEbwtXgBHV0wtGfZumdtJHO5LXTAtEupzB
ZNsZ5bMPlvQ1nfcvD4cwEgUipQh+nKeHg1hWEkVLq9SsxvkeBsgCMJ1WRYGybv/y9fvVoZAPU0my
mRbPXlarWWaD0YAGrSePQJL7aXUBJng5q5rUe81c9OyRoP1g4KRgr6fjydruNXHu+Khm4HdkkW4f
NPZ/ez3h4Xv5lJ4dharRRgzBwsDzQJb706tHhns72Bxml66PW0fHNaxn77cvHEfhoq1SRz7HfLOe
HkXV2aA5LSyOmE37eFKrzYFdunTfUUvazSvtjmdFOEdDxMEiRMFP6bh5YydldZ5D/hrzjDx9sKwK
7YJuNe9mALQk4TrxKxEiv7qGuITQk/CloK7bHG/lRzeM1P3d95ay5phDOPkwyn77TnFeFqcDrgM6
7WbBg6WnV5jGVj6SFs0XupzYDnoRCXPx7neP5LHSmR71GX0joa+lwE/y/LlfEPKmuMxM2aic4ZpJ
4HTmSf81QpJ4VsrwSKyVmU+HivVi+1x08TiWCF3XZY+1e/CBtKRRZP4pUSNc1p0VJUgI6uqm9hl2
ot4HZ22QZ4q+Aw4VYdBJnjl4ValVd6WlaxfkBqpL9A3QvkF6pHtSPdS16gfxKCrH0oI8IXbaNeQC
gGSmd0Djc7537L6qL5pIMYhyYaqit3Pt9C0jbTqOfSzY/JNe3MRnebdinJlfvm+i0crOCe2LP3ai
n5KDue6y7ieMQ9f01Dtrx/CGsDOhl939uNRefN31MrJ3jAGtN01seuQRI2iA+2BgP/bsOMr2dmUB
jOTG+F8XWLhyx1pOgGncOtNpiefKu+7TznjMcEMxtnIVTZ/fvu+0HdiS07vjw7p9bzqi7nDKuMSV
xtSwXa6VDJ5efY6fv52gxfiWMl2k0YtE9+nTFXE5dAf26s72KtpJFlF+16WvqCFHLbqGWb+c/d5p
4SNmo4WoSqdAx966OWDVjgUtIgE7UuXdN/j/9pEA4NfkxttFgKOwkNJfpUNGt3zbwM48Dakqco9d
O1mU4ill1oJJ+fblc9l+gTiKj8aM3iMLAS25zXIN7NdUXaKD5C1VdYEBkCQVwnzYAcC1eW2j8YtT
YofGC0rpTyG8LRfyrFYEvSiAi6Nm7yrJZyFmcPljtfktreLd/wCz8MQUcvxaXX+SX7stsWH9NZ+r
GjhVnPREUv3161b94JP/Z1/28Hbfqq/t/O5rp4r+n76I9d/87/7D//j6/W+5m+uv//mPz5Uq+/Vv
i9PqKVzB5Xr/vR/k4VOpPvXqZxEjxcA/HSGIFP+gzcQ0anUCGUzV/ili5G79wart8sFlksJmnu/E
XyJGzbD+WAF4fCkolGisWPxXKywy+c9/oBX8g/4xnV6MUjTv1+/LP8/9rznVS0leq1TyJxkjvVvU
RHCW1nY5Gw6cUE/f8mw03bzGyXo7CJRhXsSmsNF0+6jNSXnqgbqgA7Ssy47R8BnbxuwCsL75yZUO
tGUeur2mdc2VyNzlJgajEFqxtdywmOAA9WyiBLOl//Onq/uLSdvTZenHD0bBScuOd4tqa/MRJwgp
rUWSd0SxR0tYTMuyhyukh5XZ+QejSLLw5eNthMR/HZBLsy64uFrWO/jzVxbJu/IWYJ63AwyaBxv/
ryOXebd6Evdq8t6Dn2G+WBbZifG6CnMFGLW0Gd1mvevtam2Apx53dMYxXFPgqcthJLK+7YsGkj6h
pRVBQQd7tt1jRn/tzErM+ZWKZF1s/quNtZ6ByZMEEYRFdc2cXBern+qExVCOnc+yv82EhPKDkAL1
Q5wGvgVEeC7cWx3865nWqVcWwc2w8PuBQRoadI95vJHpbu4VfKsBz+nU3xLJpuC9mdDz4zq9IM5C
nfs9ngVA5+qsiqPxVM8aesjF60IPfOYrbYJf/RKOD1cSEOsqCt/cxIJdUB0VjboVpehOoCmsSy9Z
hstUkZ/B5Kt7oxBvHfpOb89cQeaC3VEF21XyGrBzjfTb3gy+P7qgB0X3CT/p05tR21OO4qVebvO5
UsjACpqyI7tv8iKzozsX0x2GZHeXfrezouW/5m3K9zIVNoxqwtKxBntvx3ws3tNGh3YPlxS1W1Fc
6/GroaHfv/FPnxymgCsZk06oJZ7dQAp/enF9bt56zZheuUlTf05qibQVHupVYo2Qp6fWOapoLm8z
AD/nDjo3xEgLamMdGMLBqhzAGNGcHku20zfwwvVXbu3TL+36jOEY5r1kRYRkQ4/h6fXUiD62QTVY
t3baWUhvMGovJoqnzM9fQ/D96nKsXSZWZNZK+xkFtiAhymcaYt4Ojb0alWVKNhsKh5FYVcknP8g0
xClD2Qvq2ljX35linNxDquasgO/StriwjdTs9rZvoNQhe1o4F1rqG+8Hq7G+vLxwPV/Z11+4qhJo
PgomAU8vTCfQtSIFsm4LSQZ7O0TLIbEHnCb93AQN6NyLpljmMyZHZSjtyHjlvnznvzx5dtbmBVMc
g8YZOanbQkvZtOYKOIq3ljEA1pjBVZ8PQMGRn5a2fgvUfyaSp5xy6urIzlEKFtRSoZvRWtlleice
pV/MZdjXhn9mRDURzpM2RfcWKdqffR1ZhTt1WF8kRPbAyWfEZImDFyfwSDT6nLYOFh2VxEQLIJRT
Vxzegivk42E6a2MnqnGBNBVapSU3YpRTw7iEvTKJ/uqqksmxGU323QCkHq5HLBrA1kgfyBAw/C+u
GRO2QHAeYSiel3d3LrawhZwtY/maWw4iqXgkUCms7ZkIhtiGnX+csxETDYLxYjigQfLNfT/K+hij
9u0Db1gYjyMFkmmwFBb9EKJiFvLVmjbNw1mRXH6Ilza70F10wCS/EmsCH98w8qusynLABW5H+Gwa
QbsP4cffZQ70T04wzkPbaMFdzK1pMpMgwmIKm3zJtLMaE9bZqKPcPWD3T24QNXnEVJij0IOyG4vX
YIebeTEvKuIUBno8DDg6WFQ2Cx9YQEL6/i97Z9IcN5Zl6b9SVnuEYR4WXQsMPtDd6STdSUncwCiG
hHl4mIFf3x8U2dlBSi129K7bOq2yzCIVMncHHh7uu/ec73BsuZjF5AQESZIXhXBkM0i1/kz6RXGH
z6hxl8owLozX4z+nONc/WJQ/FQ8Qr0BoonpQbX3F/b59JpSqQqHJYPEiFYKIhaXGWCZZeBEIQt4V
lvpRQvBPmxOfR9FHI2AVIsBpfvt5OKKWGfqRfZHgUuyQAmWA1CJrYztEhP3+cf/FT8NYvI6sOBPS
Cn33UeyxqUTmg3NBio23LTaiTSYp1CkErJMg5HwECPrFT+M1RuFIXUTZ+P60hsmsj8LJdi6r1slb
BFa0VM6+lfT7//lNo9pl2P5j4MU78+1FFHqs6Oicw8tYQ4eXR4foM3BgOwz76OLJr/igLfWrlUpT
ClkMQMkVv7B2Q/5WLxV1JlsY/qSLnqvVLmsbLYDkm10Um6cUAeyySTrYGohhl0Ag6dw5HMH839/O
d7PHH48LXT4O3gCdgG6/d/WHjjK0DVqZy5xIbH1CYqK1z4TAk5snIamoxlTobGWhvrQgWnJcETS/
zQigiqU9Lp0BkMiq89D46Iutz+nbfR07He9cY60l6Qa9W2iaVsBFg3h+MRLS3SBP7GFklntkXspF
KzPrUA2J5TpaSP9dsiqq83m8HczY3Pz+Cv1cmFPP0Q9l5Azwkh7su3XB7gczM7Gza94V0msYoZ40
OPaeRax1f/ZcDJCTc0e+pUjz6UWt2ObgsSeRAjnRkZTPTutkT3GXo8zUjOgJliPoNnThoXIixE1+
1FR+oJ/ElpXSIELYiUui4DLXyEkZr2H8KP/xM8wap+eCCxp8Ke2Dtwuvb+puqmFeX6QYJ2ptVprb
QwkizrLsN5PWfPQM/7xn8FgpnA7og6wg+XcHg55cSblYzPDiqM0uZ87gJ1n2sCQFNlcM2f/4ftEM
gVjPkQDXHoFOb3+diuFDjVtbupRo+i+4M5OzClWFaCSAqWU/R/tYtMyJZHz9cUPCgTZxLtB69bVl
Zz5FoPlcHDLDNleNfAdOy8b44qCxhotjtG48t/beatoFFpBYDjOsp8/awoPy+5/xq2vGclstiXTf
KDnf/oqC0kGGmRpR5kWlm5jh85Auf7aD+hUNdfD7z/p5j+WKMX8H18CpDdnP289KgZqKsTWkizZG
HXEd2nM81rGHCPzL7z/o5/MRG+xKfGYpaHyY/e6hHnvanpBlomsVi+4ZI/7yAmcZAlOFDlfyZmGk
EiHTYZtw0B6GBU93Zz6PSoFPoVCkrv5gdv6LPZgvRJGwFgoql/rdw62XnZIUZMpdc7OxdqsV7g7S
qeGNDaogOW07dN9yfux1yL62E9pnjiX1Bx5incv7dqfTwEugMUH5QLP1/U43xgwMWqwbVyfKxzWj
cAwMouI+eL394lMYUWFMpUvE+eU9Aq9sG/K7xJRcl6wDL0QB5ic9QeC/v8O/WLar3oGD3KqHZIb9
dikVTbVmlSTptWsX8iWl9mLM2r6DoOQr/fzt9x/2Q/v39spx9uQVStcLfRx96refNpemKtlNnV55
Y/tlJJfRcZx6s/TMZG6UbRN3xq2eD6oF3SIs0vtFVVcUWK3Md6MYGzlYnI4ZISS7u8GWqq9qWet7
MyTsSWw1iPQkSKullKC+s5rd77/721HH+t6lY7G241CGIf35EUL/t5e/qZCyuShjem3l9iY1E169
VvtY5fpBNvJXVWk/Asr//JCvH+isWiZQGz+9xvDGZkvcaukV2DmRYJOEgSjv5aAOB+eDRfCrj6Ln
iGQTQe56rH97W7CQRIXWK9l1rGcHPapt+iM0U3eGnPnBqv7VRyHTIpVknWP/RGhp1BSRSsvLmfo3
9fGeRFsGi9I+VpkofnDHfq5IdMTfjEUpEOWfAzymWEkzjeHQNdNFf2+bjfqZIG3rq1nKypdembU/
taGXABzHlYIrN7M+Y1bBpVEQup24Rp9Ij5hHqJfTxmKQ1UTVa5YteuZFwNImr7Zggvv9bAjqwGXs
jqQVNAuMCV1bgrFN2rsSwKPOc6Sn2I3yrvliSrX5tWlCc8Y8Mw0lCAg8fjcpkuEUY7cynqVOENkd
E2t1jMxhOsotgEB3icyRk93Kf/etfMEGOZFg4RXLokKXdiaVeWJEYrXHy9O+b8ZJhi6hhmW3aVI5
JSferMUXpP+15aoE5z7L9aS1GHEqdFTCgpvrwoAfvyuA/XhtiX5DNFicukPlmCQk94ReesU8V7eN
BGrUV0zUq94CxZw0NjOThI/CtT1qopPwT3XTdJsp4rGTQoZiuTXPh7yr5Q9kxtq6Mb3bSizWLL1X
UA4IYt41qFUNujfZ6PW1gO2auAprdfSqdEgndwKcE/qKDBWS07htwlqc7OxraEKmJuexae6roRnZ
MTRhIXrqegIky07eqLZAmjuEU0sUmqLtib2rn/JoMDxZL5PbrImr2jN7rbsdxNiD8LW14T4xU+e1
HXFLE0IDEAdPp5V9EwbZJIxcckgvY9wx+7fGLv2cECj50THoB2Xo3ZXgOMm1AIrwAy/19uklbj7t
dK1srnqmOq8GOkCyuMncKFyC8bBpVRh/WUJxH63ZLXUtb01p7OCn0OR3PB1856YobKfzCJDALSpP
VfgqWWSJ+FUjVBMfpfylm3KNkDChlyd+Uj14ek0N76ZE+0ZuJmX0sLsc95+rF0Z5i/aZY1AL0nf/
wSP9002H2YHWCj8HDLifRPR1X6VW2Dv1VYaHuFGcMiQMdnjtoNIHsT1bBysrPjpA/7xj0RpHbAPu
jlbnTxg1dLtN5wxtdVXoWvuiBqiiFroVyM04X37/89Z99u2d5FS3dhExk5Bv8Z5N0gxM8Sqyma+R
ksWBqbR94EzT8sEWvJZIP33K2q5Eu41K4H3DhQayQciPENdJz/ApyvY57iVBcjJW/bibH0rBIQNs
zUcikl8cXZlLcbDgxq197veBSrOi10lhWe0VfEz1IluLfLIqOT7NFs7iapGUuzrr8sBk8/PxYdi3
9Eqdb2kcW7sEyOUHL/Rffh0eGY3z6o9r/q7x1A0d1WNudtcJNe5WT4qr2pCGFhr9+HWu48Er5Tp6
ULRlvAMgMrhKYTh3fVG1RyO34n9cU9KRpbhgqIdEDYAIN+3v5UWqN0R8y+11FIPqFWKE8lgSI/v7
BfaLvQJvBlhDEF54o8z3Zy0R2Uo/JgMhmAQcnWQE5q9dVlE0O7nekQdrzmtsTyQCudLbm4LvOgeo
/+PEw/BNplQu57yITDmr6KdKfWPvRRQRvhIT3fHaEzkLosmUtNFDvxOb/jKr7WGSpbnw7ZB/8NV4
qLMdMRPGa5h0ConVUuFg0WrS6oOa5qeBykp2pjqnJ4EEC2ne+gL52xXtoShAX56nq8OEbasOLW9N
FCBiL+Jl09HH2QI3aY/ckccF/9FjUar1lmQrgwSMbN4QajnTshDVzYQ9aVPFrXIzRmEFQ12ePrj5
71CnTDj4rjSyFNplMny691oxZ1bMpKuN6RrJ1vyUi2nw5rzPczfJcofw+VTyM1veLWkO1tVM9QcM
StK+tevqRliRc1Zjp/uSGn23+f16eb/3rd9rfTZ4ZNFdAM95ew3roY9bwyznq0Dt7dYiGQ497lPA
sXP8f/BRrEcbN8KPOvTd7YokwMBlp87XHse9V8uG8EYtLLa9FjcfbIDvS/n1VzH3wCiw2ldYw29/
ldzJElnB5oyqAbU8/r32Oo+h7UWpGE5lntknxaSo+f2lfH/QWj/Uhg9LRwgJInKztx+qOKJPgJTx
oULPQYJPmtvokxQMJJX5sog/ajH/tL3xgax61IFsKnhP359SEe4T+9t38hW7LiZiipMJTkgSH+uh
0X01C8VWXocJy2TQDxmUR5Bd/WOtFc5pLKPmgyX+i2vOraXDT1uJy74qId48jZhqeLZ0+Uq7MvMI
pJ4eKnoOyMMKZSMadQqMCa7r76/5r/YAFBbcagQB/Of9c2U3upaptb1cjVCSDosDIjrTYX1XU9Rt
W3xsgdZI1bUmeXMjL5l8bRm9+fSS6kM/dieJccfBaHT5HppMt5fkejlS6Ve+IB7mg635F48agzGm
EOgtwIG+r2chkjNatqrlCmG8eEqrXl2rK2fTDG39waO2LrW/FwCsDKqMVRLN0lglt2/vBWmtbMB6
rlx1C9cBU4p5n8+Risu7gQUxDzJnjGoKJmhKH9Rv611++8k8buqK8WXMjYbsXdGOlESm9+wsV3OY
5ZuuUee7MJVefn/Xf/55WIHYt1Al6gyUfrSQ/rbxz1MOqVvP5WsJc8Yf+MdPJblyrqNX2UZr6+mm
EcVwW0TdEPz+k7X1+7/7fT/O6mu1qK0IsLdXdh5QrYLVUK8kIgAptiX9ASgLJMbY6dUaEFOSNf4C
/OulbCMq567qsbN3WAlB/ciFFTDDlGWvtgfUqMsU149qGxu7idE/AeHRsjIdU+eWDMxG9heiTr9j
Ki3Ifyfd+mKbSX/Baw1pacnv7AblwoZlgAERM5j2XV+IkHfQkhAvYvVr/S8r0eJac1V/aRLEDZ7O
jPEJx30MmJIT4hnyPM5tDc2K+GCx/+iWvLlQa/iLjACFjgNzoveUNDsf1lGcmT2mrSwOWanKPQD+
ajpaMzSnIHZASZ2Bq8LpKS29uC+sMpU9OJm54mlJC/BnIt0EwIHQQFaFnVR23qCLF6noycktJjKj
F2IacYOVJdkH5TA5LvP4ojpIBK9kwTzhfHULYDYPC+aEaOOonQHWIYTHoBABlng0fNodoxR7uNVL
kX75/Ur5sd2/vQDMx7CD89qn/wZ79O1KqSTE/KPWiUdLi+NDDR5qp0DlSrw0Ak/JFlRVaALjXtxy
rkl30Zh3oyt6s1qTmSVYGkS74L5s5ljLgI3nwy6aMifIB+HELvZJxfAxBc8nPLbMmi1QVTWZVWP8
VWcw1QV2kxHEsNA88cgDbc7ZqNBkRIOodxvi4vQPTus/PRc8izjxVzEGbz42gLe/lgFGPWSRXT0O
g2g2RIyz0XDn4pswcfQtq6QKQJ21OxmrKvlhBPPsf3+9f2pk4wZa0YAr/JFDHMK2t99AJx+77e1k
eHSMbNxlFSygyurgXcqdAcDJ6PeEF7TbylZ5G+da5Y1wku5jvA/bD77Juge8ufMOPocfEyoq/lV/
9fabDPKU4BGppse5GLsvljLaSOa62MATntmQMqPaYIA0qTWgKplEYTeysuhM9IhKyPucd/eFNlie
THjdXzfpHwk5/99Ed/Oa+9tN+hk6iayUd8y3H6rP/Z//7T9//Pt/0SZ1FTrkapLlMSXSCT/M/xBq
asYfnB2RjQFy54WDjOzfQk3N+kPDeG7DUdAB7+L2+7dOExAlf8Q6JI7HIh0bYeU/kWlSx71ZTvTQ
V/vHDyM2S5yPWx+9v73t2t5opnTtKiWahAJr0UAednEoa9/KfKYdVWqFmnp10qrFi1KUreyRnNpv
yJFNq01uKAiQjZpgcY/8uMp2tc4upqCoph6aSwHiidcOX+AwZpKselZc26/2lJXhZmoylOBu3/OW
u3GYfHV0D4whMfaaHIaPcB8yx58Az3JeBLWGyImhWEwfteplcyqITBGKSIJZ6UT5anL4sk23buzY
KTZK53RleasUlt5fEqsj7d616St2gdqZZm65UVdFxXetaMZB8xzhZIGgKzftitzq24cpFMSCFGls
aL5oKC159XfZZHzXlH7A4RlPVq4ctTjKinsbBs3XlKpdgRM8UzZMbj+Vafck8qIv92Y5CXU7d9ZC
hzENyeTKnaGxSWhE+xnabkEK0jPosflaMv8+FEp/pHmR7FX6gTurVOLXVjKfqlC77aIBNclkHKnK
t7MsuymBnn0S34t8hH9JzA0pPwiP3FIoMk1UB0ZFWp0kyvZHxgAN5vq2Oa7JbYFR0c4rHOnI1/oU
ZjrXNKnFqc30myGNDlHXvUzjLfbuTVnG6KBIARRW78l2iKoL0iLnjth6MDvj6ERMXlT7qK9pH52+
syiQRGtCmMrqp3kRp5orrJ6kohI3Y9OelxmlmD/PQCusMb4f0ddt4BGnmlsh3Jym9nYJVWPTWnq5
tlH6QIfT+HnRq+kWP7t+2w/KUe7I8mBh4PnaxZlxGfmSULKiJ5Mc9F0TS9l9oQ5Ib+ZBJZQ05NXX
NNtimqNgoivrMROktdzU3pBaqVuoMfKlWgI+0IU3eZo2/MVWPWVTbjo7cAzy0YrKC+WaT7jlE/2l
yAc6wjGg6Q1e8v1UC89e6pjTj1rdmHS2aSULUjtFFB/oPnHAivyScrNwidDOvWxsjqMkYHLSbJcl
NRjDG6BTt1FppkZQ0Wy6VpEjRUEtA0v1lXFAb8VCQBRY7xKjeUh0zlyWFZaboZluyR01Sbwuc4r9
6nbQ5Nrj3vtk6pJLHVc7w5wf6EHsrDrp/HHpyi2ooUda3fQnpM4twmK8W3lPNHkV3YNVzlpIiCyH
Ad/sjawGICCKuT/luJ74H+ebOO+XQ1ia2qbt+X9Wa+HeqUzzrsceLO1lodwmjdjX03B25iidPMLi
viplBzNWJF+bKdNrj1ClP626z2oPrtNL2xrasRvryV8NQjeJkyUHyyRJwFyRVAj4dtBeRb7K6lrP
zhY1Rt2q1+5Sj82mLXvI54V2SjGauGYqhae21x1a6bPh88OcOzWJiDgHxGBWiG+nl0zJ/xwJWt7U
XaHcUmHm5Y5o7/kIFlTZpjk4ULI4+dtglyx/HGUpGCWyYW6sSO2i7WLSy2ISYgAE6fap2o1B2WPG
3qgaln5/LMV2BhbF81b2PZuBrZLCRfKwNrjQKYf+iHEoLc6FkL4rUn9u4/q7GZpgT7VEMrW7uequ
7TTYPok918yCKab0cNy67lEWVe7ZbLdH2Qhvokb/PFtlLn0tNKHGrmm7jV3tUwUicGLLBTrRsNRe
WwfnljyWNvk8jXNCNnybVOyGWeLk0JQq6U4345smqW8JC9UPbOkuwxr9nA8p/xINOjY1ELzy0JGK
LXM3I6K5PHKqv5cpKXxmblM8DuJbMxbh9ya2nnNHCrSBZqejZYW7yLW9mafwUzjMJ3KHpP3UFcuj
WsKNlUNH7NNBu62YmmZeXGF/8tq6yF6qUCrPUTkC0zRAsDY6QWdleke+2e2cRQ06Tyinm8GSlI3U
K6ysFQRIhgGi+HWaQIccJL7R+HU2HsiZPYEF1gIeKf7InORPCtlJnu60sXSvcFo/0GvI2W0IharT
6mJ1oW8vMv/QEq9GUeVIYNxthmVjK281vTZuSfUCXhp2rW+asY3CXLBrwJsHxyM8th3qwZZ3RlS1
MGxm6xJq8RcjHD9bRmUdZxj4pdhVnK2mQazmnfa4hCHhrsu+d8z+c4Hdk3q735fN0Vj2k1O5nJ/O
mZh5oY5A0jWUo0slniLiiA+rVI6Onu0EsVofAO1NXp+8stn1bhpHxol0M/1Bm/SIUeW3vM4DTp1c
QQnfxV3C/kCq2L3DycCgg92F2RENII3jWpwTsCVuXpjys9HinHTKYx5rD6b9UnfGcIzkFDRqs2uW
8CxEe5Krvt3RpcWJUIl8w8mi+upE/bmGWD3Gygl04g1a5XvMHjJh8VPOQDq8URCfTFpJKVD5sTye
pKQ/RjNHWaJlH+fZgOsrnUUHkSYqm32hRt/Yf8doT1Rt6alGfMZnTLKskx5t6Xut3PcrTrelE2NO
nwZnwTlrMjjVoNs7deasbtCtXiR54o8ie63ZKqv6qmpfbaIXhlh3m/RPOK/wjaoz5cFGnkZPbk4h
mu8JEeKqGcHWzGOmsBWh7ZIir20VT4qTndkx2bwUUvNJ9PsECAPkFXbl0I+Wb7YpIUAAvWdJfj+J
TZ6Ou6Lsb82Fzed5aUGmsqNAUXYH0/Is+xZj3olH9o6S0ssJ9U0aeyfQViDm503AfpykPjqybZQM
N6067TpFbE3rNW+Ms51od3FRBZmwoQu2LCN6BpznpWOh6eS5CVmhKuiJ+XBORb/uirhMLN8sFLzM
gar/2cgq+5Sa3PWonq0kupmguHrNYgZNSI6E1Aa2JI4OIRduGI0DU5fOqe6XtgJ9qBNBpm5ilRJk
cs414YZtVux68060MfSNqCKKIU7VE4w+sLAjyVLw0Op79PSUI5TJDDoNKLMmgYU+DVBtByd1v2jb
H6eZQdti3fSVmtUCurMmQeKGEWrmW+G05ch2HieS0EyhhB03m7a2GS3t/SIkdW/oY3mD4DHZEe4+
BTbcX9G2pyrtePbL7nM769oeIigMS9Mi9o+Yt6S5V8fkoWjOVpxWu6FQhN+L5aza7UFphoPaBY1m
z77K+Glws8Jii6yyB0Mr6qdJc4Yd0wvby6wBemkqCr/Sv1tzduc40z7ir7ij7vhjUVwiihFvNox+
N5Rz4sWzsimy5tCQZ+kipTiiOL8ILZd9g/cdz98+z7dVl2qdp491wH+J9ig/6+UY34xjy+oG3A2U
y6TySfETeLYav8SquUdp+KmK6MCXo4a/KQ7Ihd9qIkGV2O51I7+qfHLZJI0rmWBGVftJx3HkEJyB
5+FW7+6Fuq543Ld1r20Aonu8i/0CoQzY2KOSyFAWIy6Mm1XpPraklDeGV9T2LkmqebNEXYAogMWr
Y0lhsSbTDoEgWdsgcVfqLvhaPw6LTS3Jn7WEcnNS/HCuL4Ve3aYTgYdIqR9bufm0/i2zyZ/kKbsk
qfTMWfxkDd2DpMjfO2l4HB2Rug0lgeuEg9eJTMe/60jnZSSIYQ43Ik83xSROcq7cSFpxYyUK73oZ
yO6kXhS9fZwguWvV1zbn8bKwEaHTOMi5yQown5V2+uL04xe7sU4ROhpzKTXsNM5GUqNtmdSPzL1v
9d7Y9RUgzLR3Cs4jpRFEnaw9jhYwcNOUwsCwjZm/K9hzCQCWCBvxsJ3lezXRAwv0siz1scAnb85+
EZGMkUJKN5Zoo/chQzSyGWmRPHdD0hxidRK7sFH8mqJejGRJzEnQdwJwcH4fhTdOqX3BH37IWCvd
FAUFuHqXRBO+LNTOvHE2aWXfRCRtSkUtCFGedmhWgjmNvyw2ChOjnNtdWcsvKqnKk4ocAVC3ze6Y
hmSlQIxeIRWdflNZlU/wwIvVSlcntK5RPmzNSnEJxwROaU5fjewQSqrj6jURI6pCKnuM2S0dJr9w
ClBLyyF1ZDdaDOOGJkp6MCcKbN2od8Q0sAtpFMvkS2aqcDXjszzKW8ITA1UtNtZYWzdxNW4sa35I
rGRP9AcomvIYNhwgqFTYZQLRVs95ZgbEnPgjYCPVAi+5JoQa+ZFk55t4OVcymmb9M+OFQOu+R5UU
9Et5nxBSntS9W1UNxV/nT1wjvTzLsJ+Lsqt8g+I4HKmqIhmhmbkjqmWn83ajUeVKWefLRQqhpjlJ
pvTUdmernC7CiE9txHklehmpJ/1pdjaRaZ6yePDTbnyq8Ot4oJ4Hd0EUcYXEwPthsmnBqvV5aEHP
hYn03dSmQLWbAvXPAowzmg+mMhm5n5MmKXN+EflrFjk6dGnLoMxj2MohJ2zamQORZqefrD7DCmLr
E7U4cSbhax4nJM5AVJ6Wh7hyctwLZU1jzdJCDj5LMcvfrDZVX5Wxix6auNT54UpivsR1Uzw7clvo
noZY+nsTlmzrIk15vRSaM190XICaC7V3Fqd4dNK91uHR9UkxLRniOIYACitLKeLcIlPOA8c4CV6k
0ppeamoNzNGwa15Iuk2p8mIbDrAVRiBfMsJ2sXMDlF9PW1E08s4q4ufcrsi7aPVGvtGMeYC03fcm
b+tcxQUEQxqPGECDLtpYWo/+ogqxSpmNXHoZ7r04UGPl1sRl80kD+Xnq1Vh+1oSDF6cvZI79JDJD
HZ2keW4CJPpB3FAk+xoNR6IkCvgCbkLAQsa/IRHcUxdNSLwx0ZIHmO451dWgyqQea4b5GLWLxdYN
jufWSAZsUr2mUAKOxtx81vGu1F7R5CG8cq1vzU02JNFxscep80ORJrd8sfEaIao6jqpE8xYSvHVB
FsGiSaA0XdOpzq6khhqPixOO3yVDGYkUkxsn53xXZonHBLkYXUJGOFmg9KJZaORGSlaqnlPAqZVO
LuQCkWAhzAn8roeAidhOiw3D8nQ0+OtZuTEfQqJRr3a6EJIK4IWQIQXrj3RMW9KHvG7COrZpzXIk
sU2mIRtoGDZthvuJMbpMV7Wzrtc5T3/fW2db5BOdprrqD1SW9DMXxeorL5t4WTJ8mPN1Hx+Njrwk
Jb0oHWZaiFeOsVDxV3CuW3DXL0lWSE9KwyRqm1tZIl/G0UjWXU+XvwCFUWA3k28y+6O0vFYJRGKg
0tgf3RUUjhJ5Rd3/NSf+/w3R/1RXBcL/2rt+eSn/4/TSJGX1piu6/qW/uqKK+gdddARKDCxXYcDq
iPwrg4c/We2FMv9BpAUSi9bnv+zruvbHKmYlrfCv3J4VfvAv9zp/hFdDZjRg0Bq3mIv8k67oDxH4
/2yxW/w6Ckwmf8Dw1gHL+xZ7lxqlao6c8XmvLG5pEgjj2OT1wuZH1Da3DlE6WhAi6DpLg7GlD7nX
067eyCqmkVQN+nLExUIEljHF4tiQrqqtK02jkxIA1MyZT4nIbwZ6LGZO2Guuh7nfiqHaADSxPawi
33J11F36WJy2TaV2J9n6Tg+HJ9wpdrZTfiIlqPaHyZ5cs1cugynvJDKCsfOodLAK/h2j/VJHnCLF
M/UIMUEd7GyJiJliUM8/7u0/WuZIHfi/99SFv0MX/ut/bzTwfxHAAaLo7x6CT9/a7j/clzJ78wys
f+evZ4D+/yraQZsPxg/dygqY/esZIIcKJbVsMLdilL9K3f/9DND+Zwq2zr+ZGayCQv7oX8+ApvyB
nxpXIDobBgQrK/wfTAZQpL8fDCB8YswAksy0EBbYfPG/DwZMGGF1nIBjV5zsZgj1p04z+7s6mXS/
r7NoZ4qFvInRIh+EGJWDvUx3ao7rsyxky5tQpDcu23KP78Y89jJB0LJkU2Rm2nJXmfpESHQqyFWY
VH1r6DT/Onk+DHIvb5LC7OiLwG9quykJVALZ6eVkFY8V0XeOKVkuNqdDwyzL11RRGRst7qTbcbGe
pN6xA2lIpE03mOn3kJy8s9op5adMmpW7qteke3Uxmzs0bPKNZY7F0RggteIcntdJwNDEn5Qibp+t
2o/pNi0BadgtJt9wqgLL7G5SZ/gm1s5W3FsPkQxZIFGWPzUVRopZDIWrjTN93uZZTT6rfXJhXnGM
jWav5gXHWI5a8T57YQoAn3G6M6ryJTTFc7kIJN0cUdUetbNzILXoWFnTJhnrOysy75SovCPspnMN
bdmNoXKlu+NLZr01w2C07ko7vcRNfWEKW7hqad2qURHwnnTFrATERR2yfLob7c9pYvka8Y5Nk2/t
ibStdoIYIehY9jVec+lZdGbvtmpx37XRxZmZtzDTf+4m8WB0xScSI44xJjzSKb9k1fJpbPN9qDCK
qNpHY1CDqLc2Wl3ez1FDURUSchNFlmtVX1rw+JPGIpHCM+mihDJyPBzlLxoCdfGNjEC/EumRaKwH
taL9iN3mYFXOZiLTxrMj9YDHgW+S2KdYKb4LzdSQnRM979wyEdqJ1j6rTIQtu/IXa51z2yn564aH
/NTv0rOTuKDGzn1kBKIJX4qs/LO0Fl/q7iU1PeOQCOaF8xGKfGVnqHc90S1Ss1mWL0O5J9DrKVaW
NT+g8YeZ/o6svtSVusuoXchl9Ra92TpOvqWuLDmidp+lXNo00rJpo+rRCK+VxoE8f2iUkFPutO3V
dCtJXhond4kU7SXqa9wMgTOqtxq2Feirt2ppb0T1tLSfwrLf603zvCBErwtjp9dZwLHyNA/LjVXo
z0kT3cUhafJyfp5JlwcpwScJs/EFmYuRlu+l7LkdlBu46zujzjxLnr1pZnVCBnYHeytU9cSIMbq1
J4XcyfjZgL7SFIelaTfKIH/JVJI1H5SY+yQA34fCLYbxO5XsvZyNl3Kg1W3H2ygTnJ21vVV+LiWh
8qo0DrotBXbdHbXRuUmt+jHpDb/tam+yTq1m0MHvN43yAGjuk7ICSsaTTbFtHCArkXxkzVtnno6g
uA6N+WRL6Y0c5RstA20A5swqta2adEHbRs9OTnaTUYb3cz5erPXhi23nqgw70T/o4lsx676WbsjB
80sj3UwdMK7VlW/vzUZsbBm7QZVuzNo5VaYzuWhKUaSOiP8rJH2U9y7GpqDDOmFqxdmQms+5Zexm
NXy0Silo6/ooZQUdNcm5H2rjIJn3SHe4DOq2ciLGd1EwLtuyaIK5HHat0QZG/Dzrxl3bta0fkfdI
4f0UiuEWiOInNC6vig3luE7GYCkbOr5dQJvCwIbKb462XVtTNNc7PbqBUaYP63lSd3tVjYjemWj9
686j7Mh3mtN4OTFv9HeT0muSrnVNJd9MytfZnreTufiRY22WZitYvo1sBuRTPalyhLm3Cb/HIawB
eUGJX2UIfbI94Vr/nbkzaZIbR9r0HxqOcV+uEWQsmSmltipJdaGpqlTcd3D99fNA1WaTwWQHJ7/T
HLqtrWUSAiDgcLi/i3PAHuyxLsu/awSiCOghfUVqHCCQH9plONnx+JkuwOjnrjYEAD+SYwZA66tb
1h2Rv/7DC+P2yYzT+t0vZZrOUR8Rtn02lOWpmSNqAqOSPs7K4D73IaeV3C4GSo1XWz88h1r+ZHv0
f13YCI/YtXyUzweQKxqbw7kU/FXIrI44CE3/npXLZ2HlP/pqeN/hjvHYQMYJcAFUL1amDU+i1q2j
lLF/b3LzfLKKTv8wzob2Xle/wTOxOlIwuLP+CE4oSn6LIzvxa8gz7N1GO7uJc+oANnrJj5yH0AFt
o4V6J9ptUXehFflRFJRk07n6TSmWIKN+lGeFeCzPSkZxMi2zq5gyDJYi6nNdC3laD8dHL1e9i4ef
r1c1VdBEyVdifg5T5rOOKRgaBudcrR711P3WxMNvlRkqh7h1fmuThkoGHyvDlY66ZP9UlB9QaMix
AAt5iVvacOyK6WHQq7+p0f619MYXHquPZTo2xzDCRalUnzFMowyhqd9quw5/1CC6jgidHgTNu9P0
UMKxxmiDUkV5rHj4HuO+jqgR04wUJQdk7NuvbU+tQi3aCcM3O1DV9Ct1d0CORhpdXW16ly4/aCZ8
G1EFUfXD1KZnWCLyoQ/FKVX+VjM9KACoJ8py9spm9LPImE9oD0YAqPL3ZY0wNlnywZZFpGH5pvbG
P8rcgDfVcIkUaQbDyojCgz1h+NBP5hPch6csD79oS/gHfBJpvvR+KL1vozn+GD39A5ySE2yuv+Pp
2uifogrzu1g2wbmUAM2b5TlVVcU3rEGlZaG4yImqyRkUD+C7GksrqhTaIc16al3TaBC+889GHk1c
+bSTBmQF22FpzmZnNdDsWLEcCONR9/LwVOVa/07gcB1Ms/i9bEzDR8Q7fAJhYFB2cqIn+DXvEpv7
G3hB/c0Kcy54sxl+mopA06FkN0w9ZnQ8uN1D5iXiwRHx36WNQqOXLU+weqilLwmlAK0YrpgbZ08x
3M/3QJTVc2Jq4gSYj45bJ1wEmtAd6duLXrQ1rd6eIx/lBPi+POhuEZQY851Huzw3Am9IJfpWT9+b
xHyKrFo5Fl4IkwFzAiNSH0gvLOKU+0UR3nOXt9eJMGKo46XF7a6aRAvwT30fZX96kMAOlK76QLfm
9+7YfMYxF/sxhW6NmikfAYNEgVEXX9SsfJi11HfjsD0OzRCfaqMkrxGf9MiQgU0AaE/b+sG2evex
FPgVHGHuOO9rdAvfCXeSoEUZPaU7A64NnnmqsBn9iBYfq2Y8gAn/6Eazex3j+pugp3sykgsuD8qn
xTW830Cg8dgzvBrWF70ffMOpgQRTzhcfG1GcMVnuznFjfKUv7ARDp/zzv4oKRrcyGBP9Zln/jP0Z
Wc6Dqwg6HAhQNQrF7Ij24lTP7/RW/zPpCl8f9L97Ek2zptiSlP/Cw970GPt/e2k91z/Lz6L9+VO8
+1GvX25yvP/P9PIcgG7/veRA1yH/Uf798q0l/8J/nlra/8aj0EEsBeg47G9JjPr3qaWr8j1lYNyL
op58g/EI+0+5AYU9NAVQ1uNRZfC35SvsP08ty/vfDtRqBJtNCYzH6OEtTy35kHpRbVCBf/EOtFGO
le8seK23Dy3DSJPYkwVI6gx9SzHOHR+EHcW/eWgZXF8syod//9WXflK32Gawv4DnpRKvdG5gHTT5
6HuB9kot2KBCJElAv838s+/x+5NdXpN2lOYIOnwlhkeLhCtZEBl2dHI3B//F2gVnRomPtX45uGpG
Ii0jjG2R7U4e8e+sz63XoBA9QItpC4YWblg82DINuz/tFe3/P/NGhoDXNHg34Da3Q3Oc07Kx9Tjo
1bz4PLezcsagcnw/0UHA4NYzQAegHRsfoszRr3qV2dxxWOvt/Q4JVL391vK5j1SQKoF3/KDb36EB
bHEa2F+B6JLkdxT+4geeK+LCTqSUD535nwLNDK5Jte/8CtWMk2lH45OdRt7DzpLI1V79FEdj80u2
GPoZv0TJXmyFJdTaYgElHIhZSSExl7Z3TOLGu9q4GWEMqMTFB2Xs3Pg0u1G5HCtNNlPLSDbVxhip
I7PQAF1RkPDp4bp7miVbnwy9FORHAXjLg7aS9ZgIrd1sz7jVuvRiTXXAoBaBxKPduhZ+uXF3zru5
fTTytjx1jZL4DYiLPbmIje+FBjCquChFyLLK6ke4iBPHYeimQWy203OT1LwqljZ/n/SdcnVyvLBn
K+J+49mbPdHIllYMdjn8cEiK/fsf7HWYcPAsBwINy4mdYxKOXp4e/GYAvnVRFpS0Yv5uczxkp9QR
ZxG14b+XCDE9+lltRAkZcdZb48VQ1mrWdRiHIGOSLNDVphukdk3/0EDH/sOCxf2hzzXn9Oa5ydUl
QtuAm19pFYjWM4SeCZpzQsqWVXl/juyuIm8B63d/KHnSV3Oj4iSVjyD1SH7T7TKWVqErMLjYViPW
uwIDXgKeNR9gTmAM4lo/HBCRO2P+UsJ8PShYG9DrbOc1bTJVZiWZoikN8DgvTn2RzR/SjkBYkNT8
YTZ9fLLqqTxxCrwjyFDsfMaIE4URovMhKyr9rIkUL1i9l12dYeqqnbj0em8RBdCbh7oLGxOC2e2i
YOStwrKs8qBm80rvx9h3CGQPTWOXl/vr/3pv8ZyVvEqK9Chh2avbriLajS0YtAApMYbCHZleoqN+
iZocxWTaWP9Wp//rXt6amunAGwYpzxxl/fXlsSmmaoGC6KVBZor4xCVgncNena52rXrB/altDWVJ
+Sr413IhV6vYZy2htIrywB08qDigfihBxLy/EWv8t7X0X2f1Kzrf7iikYyUPgeTEAOC1utAys3MS
NW44opk3WcfCVOaHahgni3YnVMQU+Ail1z4y3mtVC7iRbsepaj2KakU1O9cEkOQHfMHHb3mn4/+q
iMkO6D0aO7fM69PGYYOvZUMhRFxvTRVzRorbwLmzIESx5TQK25FY3fxEfDN81UY0QZT6uLM4W98B
AjysPUhifPZVpFyyAl/Qcs6CpKu66EC4BKlUz078PjMM5c+3f/QXg63tQRqXtrCq9hk9HWE+Ui//
iByffYFg6+4c0tcXNmsJp5CNBRESpbTbnQwkI9NQ/qCVWqVImHee+S41F3dPpW5vmNXqjVadtBr8
ngCGZ/4QN3CFIiNKLpDptWAydZAC5FmiBmMZ0oFNpglABOa08YMaZ81Hmt+hX420p61xdj7cX+yt
4IHuKPegZDlCMLtdgoE6MHqcVQbrNc+Q8ALVUgvX/txjSfR1HPVdjv/mYiCjBMsKfwdkEG8HBBgi
wPlA+FqsxvlTUGT7OQ9OrR+HSVjkiFjgfhNDXH4oR8v96Aqzn65IsQKQyHmaI3Kth+qPEaKUerAT
0+p2Lpat9YATi8CTjASv1KzGyGObxUMRWL0YP88o6Ct0Yxrld2Jr9ljac7Xzftg4z6SudGaJpLSo
1ik8pFYKAM5UBGmkpcWx0IR+TpD6/ioc/pdIvak9plRdPt7/7nLPraIdtShcEU3ov/xntSezWMPH
uxBFkLHpeF/PwHomvTqpgJ6fLS2Bradr4BsMCjLoYGo7d9ZGQGF4KQUkI5m5zhn0Zm6KrqgKUDdl
7OOu0/pFTVE9N+Y3Ot4RJSVZHqk+BPvgX6/lL62KXBiqXh50TqXgszx0j6nonENRg73ZCShbHxML
JW4PROfg9MnN/+IF4PShXfV2hoRwSBXPLTX3hOg48GVeC76WgKzs+9F6e3DGu4wbGd05k4t3Nehg
dAv0aIAZcdvHn7qQBkcyLvNjn6nt6f6ukQFxtWvghrKWksiLicEqWlB5jbRRj6IAKJhxnXDTOFCa
Q2EiBiua87Lx0dMBYxpn/7x9YJSjfqU5v5wZbxeW7Yr2oGYovm5HE+7wcfetjPX4bJDzHLq+14MU
fd/f8rpL955NGxGBxEBFqo+HHQKfq+XNTbM1q6SOAsX04ue8if4BYmyfUEFE/Lgy9jwDt4ZjNOoX
RAPS99USV0bMuyTUFD/KvfhdpM3O12xZ6t+buMw/AWrSd1Z2czwcMNAg5pLher9dWXjzjaEro+LX
k+ieSi6qQ2eSTEbDEgdqIXbef693EDAQjod0TZDfU/6cFyckdSzM2cBCB0soseXqLB5EBn4D3f7+
rMTthyxWP5ex1exkkvrrgMfA2MJJ8TxT99YKjQmdyqlHjDroNLIXiBZF/5xNtT2dnXTyPlYGvORg
ijjVBxfnkQrPRjq2RziqSH3Ujj1dHcS5MHGx1PiR5J4+fBur7d95FQK2h4Pi/e6khvccQ2QtQTyj
fQfOUcN/IG5KJEymzFI/zKPXTQg85SV97shQ/9DqEHhKE89uoNVe9B8nkP+e1L6Os/R+EP8l0KIa
8soUtgU9q5fLmASNwMwdlHmNg49Z48YwgXl3tfA4LJDuS1XN6cimBv+fAnq1ggWg5w1Y/KyYH2OF
doSiK3uqHysKsKwh8dvY6eAvABuhIXW7GfRkTJMRKZugXmL9KKxF/1RpvXrMwGtcVLhTB9RCaJDk
nnnUx7E/z/2EuGVmezt1tI1lApUBXROcnDS0WR2CwtBmM4bqEtja6OCHWJS07JYIk/ra3Ln5Nl6u
1Etl+ZMpoxG2zrggEOVCGzTEzudB6UBbGu0DwBAHRdfEAlupi/Q3q5tU79A00fCXgsKsOMQGJj6N
uognuxHNMV8KFb4O/Zc0Kmhp3g+2r28xfiHlUwflBBR7nFVJE4lzLHdFFAd5ymdBjTfzhzhpn2qr
dgNdAW2bIUu2sy6bg8pVIR93qJ+tBo1AHKrmSOOinzihFMvq+JKpHj2YFgrBt9HlSC6Fs/flZfS+
vdFk9fr/DruK7raijpMSo+2lpqis567RHvq2nE9vX1FcacnwAMKhk7rKtiJTr+K6I/gkOFJdLSzi
jn02DoEbxtaxTcG0TxOI6fuDbtT7sDUC0e05QEM5YevjtcRLrlVmHGhlXh1zCo30mfrcty1l+eQh
lH1yZYKPzgmxoEIMnzKGs/NZf9W/1wtM3KE2BLmajvbqR3h1yPNF/ogqKSREVdJwo7x9b+dCfOTT
Dl+dFraFRaS5iiQqrlVuVU9jVioPNmop7yzYKns+9xt3AVcPqqek3RaIr9Udq9m8MVuHahHpeB10
U1s+Kp4znpIJz8E6BWoh0qI4i2R0g56CrL/zYeQbZ70m6NWqUjGYR9BaMrfXpmhAvJq7yG6608DL
+lQAn3zyWlhxi6JPjyhxT3TNtTz9E+c94125dA46JWFsUlmojZ1LeSv8IT5HtgETnkLeej1gfqMC
0VJDR57rog39eJoi93c3svZCy+bKsyt/1SQx3VvtBt55hTGrEwchy0B/tKb53dXi+sQl1tGDVrIQ
iPloXDQIuu/DYdK/31/6jfSDthAK2lKMHHG39UyNpLbjnPQjNyn5zU34E+WH/svUjj2M3ji96nYC
yaFtox/3B95aYnR2aJbgSIIupPzzF3lPE1ZU9IuOJXYBQE3AAE79UH40aBMH90famiINOJf4TWvO
lUILL0eyK3pUrsZIfV2qQaKW4zHuIG/iLmAcUEXWDrM3VIHRlsVOoWPr4yIcQ5IMklLjZr8dWVk6
LRnkHJdEnx+gNohjN5jawa2qPD6UYaOCMxOa9gGJVeMMmSPftT/cOFiAjBF/UJHycNer7EEXsHkJ
pYHrICISK7P6bI/JP+Y87eWxW9cVt4YJYJT6s7F244oVJ3QjHgJIwUXpIUfZzk9BBB+82Mkezdjq
/UbV8x3Jrs2ESYJR/x2VxuvtCoeakaF5WidBZ1qVH7qI24o5BX1lTFAZJRjarGbrbJtRdEmNTD06
8HUevBge5P1NtrWdbZnJU5sFyLpOERLHxT8AXnngpmXhI8Fo+JB64gvQb3MnOMk5rYPly6FWN3RZ
5lMx9FhPKm4xHNAMBr2Cbt9RQBk6dfT/dqLz5pfljQUyniQIoYnbNRbw0YWTtUkQtupTrY/5Qx3q
xhGmqTgmGUaB+E1lO0XdreVkJPo0JMNsXnmmX0QHs+u6MdSZIyyR+Zi28ADhFRknagfjTlYgl2u9
nAR6orwhkf9rwe+sTzOPRI4mJaW/kx7RJUWYIt0JQiudt39TewDTFHeQFaWwKGPFixllImsEGPw0
cIqkfZh1qdHqajTz8G6oL7kbPQ14mX3XHLf+5JiVdvKaWvwjmqU/A09uLqSl2AoMtRFkikavTA8T
3zSKMUB/pd65FLa+OD1JwAIQFSipr1JPBzINKqdNGiwu3EGlKS2/bi0jaNXEPQ51tUByto3P90/Q
VnYGOgEQJmQNdKfWD+8ZKk6ZtewzLF9KRC/7r0hFL7/PobIcwVZ7R61v8kurxVgXLeI62Pq4E042
5k3bHNyCCXDIoCl7+42UDoFgURrwtJKSyKFOi29ObXLxDAWNbNNJzupSTTuLvRXDKB7pVP7ASyD3
KH/Vi53RGZUVxS3vn96qxVcVXwn7gOKjA+AKUYspH7LTopnFO02I4b2ilSM2YTC0TwltY2PnMGyc
O34LNkdUewll67dYb+rFVIBKCko7Uk+mVs3PzhAZvmHMw07XbONypFVmYhgvnY3wV7qddhTlQNdQ
Wwg0kWnmQ1kl81eWV9IpafecyyjOfipxnj7UMfQ2tDDa9np/x219bkqTfDiSTrQXV4ENbmIkpr6K
Azpg5iNup8Z1tPvkikr0Pw3yJFD2h/50f8yN4O3B6uCG5Jmlv0KJaMC0FUDhNI40tAIAMg5XNAlw
/1Dt/ALpIf79/ngbyY9HBoJWs7ybUZq9XWVnMsO6tErGUyEVRlVSnsg4lCOqyn/1tTk9ZQuE5Ptj
bmwirgoOEOU6DDrX3CYP6kE6lbR3SAfw5DRH65wbanIyJiv7eH+oV8vJEwrxfItGu4W82Hqohpbf
Ql0hC1LF7OWbsTurFdGyNCFOKKG6J5H6+rCyVaXWEikrzDKGvF1PDY+ooskzxY/NvrtSHbGCEKAm
bEw1az4nmTZfBbDMoFPL8lLBRv6KUE4RNEWR75yfjanTT0fsF+FQKZ+6ClbdaDWDKqibVepSH021
KwN0MUYtcKu2ON1f5ld3pJw16rBIjMni1JqokzZELawwcLlUwwHhF7uY7eNc16hw/08GAnkiB8Kh
S076RSwsBNlMPvaK7xJ2YH+A3i1zbd5J1l5fxry02KBsTQ9MCMXP22EqVRP9TNPYN/u2PluoE/nt
2GITaVvxT+SlnEOqpyay0NOEtEUpns14Mr8Xam2dIvxyTk4JoL+OkujSNG75vYEZ85RVSvVzGNp+
Z4u/ilLyt5IGSbIW5f51lPKiKffCOlH8MJnKB/i48Z8LJKbvWhZFy7G22va7iejYzhK9OsNyVLSO
USeV8qvqap9bRTOg6UPnRBVivqKtoH/pFM+SUih7F+DG5gLhSAqGbA7ES3f1zafFy2BCKrKlO0cP
fY4GEOX+5Pc37ywKqoRBmoqoHK8VlZdwrMzSoHTthnp19Zamf+zreg8XsDEX6YOCl6dBoocPy+3G
SrXQqCIxg6Yu4I81TenBsLT2akhbo/wqnFE4ULmqV1dn4oHccZ0x9L1IuJeyUdKTO5TtzjtjYwvw
muOJDiOWbvhaDlrplZ4yGpIGyZgUV0yvjdNgubnf1r22c+xfDUVFHsykbLdYoCnWnuN27bgIuXuW
H81TCwLASL5m8QK/JC2iv+7vg1cXok2Zi6OEvL9m0Ltbrd1o1mqXRzgVRW2qPbT48wVtZsVk4Jp9
7OIufp5D6wu6l7p/f+CNOVpS8JfcViJqzFWa14oe9FkKcmHM3OQ5B5Lum3XvBumiuzuJzcZQCNsg
JsqyUu38Ff5eRNE6wmkl6jTPt1S0m1KByzQdSbwnejg3c3B/XhsLSqMRVjS4Qdciatxu+cG2mwgT
UQ/dDlzK6RUo8SPw+jCWElDOjxJLim9jj1gwtqpR/tYwhVUAlSvVJSWkhbVOIrPQKOtCw3KqFe4f
SUjdFK8VJERCQDJvn6aNrSE1VnLGV8niYqQmcrgzSNRJlyxGMeHR54n4k9kvkXukheE+gvqP//CU
tvpyf+xX551Z2tQ7AZgZKBGvrwBjHq0IhUfPL1p4AXMO8UyZnT0l/a1RwK/h9umRVID/uf2QCJrE
RpmHnt+NnnbFn2d46BW7+35/LjKa3zy3ZYMLuCtEYt4Ylr0apVfRKzNCnFsUxeke81GjKzgoA+jX
XP84Gs3bjOh4dzMeCb5qowkMLH0NBrRANbRVq7t+kdQITsVdGtCxVy5eVVs7V8zW1AD4A8yjU/0a
nGcjgpbwbHX9KZmWd6JKi0tKwzg/ICvv6nRYE2NXqldmKuvlxOGNBi4lIW621YXTI5PIHeE5viOo
/BzaZERaEU00lLAKzR6tQ5rDf50bw5WevHn0zcOaMbA7Nfnt/nfdiDmUDFBI4HAYNFdXcXVQWqNj
xogXjHH5h8p9PvhRNMzn2Z2WD28eC+SBXGlq1yg4rNI3C57aPJWR54uyMA9ltvB1yyKkKVjop/tD
bUS3X/BCMj+gq/ovlfAXoRTBwTAqROj6bTcUpzjVUL0DCFRh1Yy+TGy0w+9uv3xEkaT6eX/kjQVl
ZK4oPOh+Bdbb46gkcSFgMni+2Y7h81IU9iFSUHEsndk83x/qdemFCptKts2n4znsrmeJIgTGl5Ht
+tgrzU+N2WnX1izGczaa2tV2m+KEumR4bkwQn7qTzie0f8q3X1pwoIg9vGUoJK9RtOmixTRZNRfx
VsBWwzKaD3mpab5VDua3+/Pd+qiAdqjC8YqT5ePbpY1GbxRzgmomQCzleUhmVyrkWafQTCNfTVFJ
Ba4sdeyRBHh7pgNuFwgW/BiOyZqJ0+oCeJvXun5Y1D+LxRnPkcHINHaWnWLW1v4hcaeGCjwJjKoM
9y92LjbvsF974ZJloK+52DQ2h6z60x5Hb+fLvY57oA4wSySxoc+CYdPtSEScZqIx5/ppAWyxSpzS
t8bWPLg0H57EPOQ7472eGeOZGFAQashu1lg5FOazuW4Vxxdj97MN3fwy9Mnz1JjTzrnYGoiyCVB+
2m0QWFbBteJdZ+F5Y/sa+BuU34mkJcgQv3H2ro7NkXho/TrsKm2E2yUsZ4+GRa7ZXBKafmAvWpeo
wcCPqpfyP5gUtxQPeofcEDnm26FSrU4xooPrGQ85LzuYAoAqB3REhde/OTujrchriJ3ODUyJ5nYo
WF+y6lnbvhGmMYqSZnxEuqoDPKHbwf0jvbGAMBd4euGzx5Nl/SSqlYai8pLbvoVUqnLo+1C71HpZ
PWN+OP55f6yN/S5LaiAI5LQAwt1Oq1dDq4ONZPv14HwDsDs9D5GG5KUylDTQDetyf7jXeRmYVBCG
zEu2Sq3V3sih5zelNtq+53RhkKqDF6ROnry1nETg51P9iwfjZK0m5fFenSkw25QZaJAWXSgxLm13
DVNRXeBa0Km4Py353rnNXG4HXE3LNBF6B0rI4cpmeOKm4gYUM5qDIhbzfTIa9PS8st5ZS3li14MC
uXDgAXG3wr28/XTLFIZT67GWfVnY71DLhL+PgtzFneLklFMqPTbL5FzhO5nXopzH3+/PeWvnwASV
qjsUV9Bqvx2eN1+PvpppQ/BGBGHUsvxYmaI4FXzVC0hj7a0wLj6qgfYP3QxKHzyVbsfzmhEblmWx
kcaGA25HSJAeWrXQHu0WxujOB92cnMffsyFhwB9b7aBWN2p37pmcoXjx0RSpdhGJWVyUsBuPWui5
O9FlawNxMHDtAF4sabS3kyudfizipcEIVkWwo8gNXWYNHd4YbvuJWzz9kDfV3l23FWcg+sjbh8uH
iujtoIoLyUodOCa2mppwBIEOinkcsTIdjNP9zbI5FCNYtAupwayzXGxd+kJPmB8y4vUJ6d4GrKWp
XD21incet1vHgroVxlYOL3gw07ezMmdFIIDO9YP+uHiuxx6Vj9i2BRrZJi4HEfIwxRSK8wQun0dU
aSjf7891K8axYzCbAWHnkknc/oAwzZUwi9k7oo+ak271UmFYbT/fH2Vrx6Ba9QtcyVvFWx0HBZlg
a2lRz3Zy2wqGAkMDt7F6WtkVz7PQGnxETZyd+/Z1simBlDR86b6Qca6BEWaDmzQGS5Zv1FNxNlMd
MPw42aclpQ0j5nr0o2wYrl6M3MT96W4dSPl8cIDzAX1ct3HngguxbQzLt9y4eM6gJ5tIdyJieqBx
PKBlTB0x2xlz60PyEqWPywPNJvzcfsiKrVR0Btr2wJqi06xXytHJhfpWeAD/8MtRVqGG2B7hjrSg
oO9MTTArMEgFctxHEKRRcH8Rt04htXewAWQXOi272wnJioS7JHgVqQKRpkVFFCWm8B+UtZXsDLV1
CuFL89IknLnaGi6kVV1Nr0in2a6MTXqcpkx3D5EVut8yIynTa5rF+rnoNWQ2secwEhTwR1H49+e7
9QFpa0Hgl8oDpAS388X2QU9c2lq+3Q0l7e/OQ8sqjt6KjOIDypSQVigwbFLR21GwSg0jT41I10Iv
ng9A++2vUV7l/6TwG72DUlfu96ls8vKYLmH3MHk1qdz9iW4FA9IAKRIAZR+rr9ufoDRjXmdLhuaJ
p5R+KablhPkhYqIguWqc97TkH3wljT3P9K1DKZ3Ff0kkAHdera+BhZiIXErduOZio6YK7S+ji0Lf
GYzpVOuhsidMsDUgoDdQy+iQEQ5WobXRpm4e055r2V1SxJwRuJoTAaSiA9VYqAP0xfsLu7WDJGgZ
phqCNzx2VwurDGGPMJSNdiS2PrMZVe9Hbwr/uD/K1rnE8d6mcgE6mk94OwqlLNOZDW5HIJPGMTcj
NxjyAumoKvO+3B9qawWhwEmhQmhJZK23Qxk6mr/DSAS3Y2ScMguRArtGGMqt4Qe0U7HbnpT30DpL
fTmg/PMXT/cKmeAZhpvloy8+PGpu4/lGbxZHu3fzY9NgPmp6Y3ZStc5919TZH+7Y2oGNM9zRFn2y
c39tFIdkzZkaO6gYiqn26qzardKWns3TammQ+kzA4LZH3G2U8ZgoVvET+SsFXnk9ly6mPFqhnIwU
3M6XeRHdm+Ep0ogP5UUoK6SZmrlemM7oNXcifZ/hTAYorn0q0Al+mieU1O5/841NfDPS+tSkpo4Z
OyNpiva1brPyPC2KvfMa2djDDEJCIju7TGh1t2hzuKhGPvHmout9MdtZ+FCrR7+Lkj1qyeZQ4BN1
CMs8lPXVcVmsshp6bK2wZEzFIaNr8lBnzZfFmOqdutPGaSGm0ypx5Gucl8Dt5h1Tr4KBz6PfaXHq
y0fdOang1i6uW5p4g6TpzngbcRw8DX0LghtdcnP1pWAjuTjCEm5Gh2Q86RzjOGtIssWpi7I0ctnZ
b44aA+a/v0E2pwklDYs0Xr8wR2+nqY2ecKZy5garFvcJfMr8gQoE78dsQaO/tZadY7iRHNA+pBUv
izYuPa/b8dJm5rGBvaY/aelIGaVaAqvtEfPhRGB0XfbFuUV56t2YmN0Rc8p+Z/zNZX4xvtxgL2JS
OvSiXoiC/miay0VHOz7oct19EC08AcyOtKM1p3u8hI3cmTYtRA0SEjoL6zTBVaMJy3H8Q1Jyo0uM
dcwxq1TwAVhIXroQgVBDw+Op6kt95/xvTZc0iKydUEPUl3/+YrpomLW5Q1jxYZ3HZ66f8GD0+AQk
c9W+X7K+ufTQ2vz7e2rrkJKSUBOjn8nHXoU3ABn427Uc0hSHO/A1Y+GLvEyfCKRvlkMhklIFkSAb
yhG82G/nV8xtbgwzpc3FxktgGSxxnBEDOg00CnaWcuukvBxqFeVQydcG7Ohtv1pYSrehLpBrIaj7
2gR/T4fjdH8VV1blsrJDW5/FMuUdSqFzFYGcKFY6ynM8nMNQ+dmMtvngNqHX++ESFzWOOx1ShOk8
DI+Vobi+nc1J5A/p2AZKYrZfE2/K3g9db783RsX5dv/Hbdwr7CgVhURZjnHWaGPXoAmHnIPjR0XY
P5EH/zVGzZ6V6MaKc6NwZf+qMVGRv/24rV27Zpz1DNL+RMoIh55lsB/gDLfvQSjsBMKt5b4ZTUau
F0clwfbQ60N0iuy5daqj1y6OhnpwOf+F53v3M2kmoT0rieYUAQD57Ls9diZCpFGTKccsttFBdGgf
OEEx9e5B1IrdvvmalYpGNHuoQ3P7raOI4ykqyp+e4WPeJh5GpZ2OeZtoQTw27s7D9PXn5TnBdQSF
iqoNSf7tWig9Dt04pFr+oFj6+zG1l2vtLWJnyV+HRarIpAzyYS+zlFVCqtjCiBcl5U1KWnZyp7q6
xnbkTUeEmGdolHX5pRtHw9fpKLwVFMR7iRebfH+DljfXWiStgOlCp87yQ4z1Lp2mU//KmglVTZyS
7h+V19GQoWiGEft5pr1y4g6bMDfSHLNzxytz/EtS9bKEfXEUifL7/2Ak3hCSAuXKQW+/mkRTTwi5
8NU8RQB97qVqU6ec6kkzjveHen2v8O+THJEwkK68ogGoVQUIPA9NXKVKtKS75DvBTJycSRp9QIE8
5E22xz14HQ5uxjRX8bCZFZRCOsYcLQXVVTdCTdTWm2My1fEpyVDbvD/HrUPwYo7r7blM2L3Rq2G8
RqmCxdGbUxQb3s6p3pwVV7SspPPSXOvcLa2zGAiRAswfUNfGlwkQTj3YWPct00Wx3eh8f1ab41GX
gStHUgtj73aTjGNuD2g7mfjIpQgPzJ17cnXEkJrCooRndXuFgs1DTtuRGgwJJljq2/F6gUvrMBjs
FHhyJ9VCKTCM5+kZznp8lDCTo6LY+VlvjfT69plKOigJFx2uV88Su+3SsUs907fwIr206cTLUxHl
pZ3U9qrNe7XfjQcmXFha4tzXRBReQrczbdpBbwCIo1gcK+EV39rqIbTEckjTEXkrK+8DHIiaA7e3
8qdrlN+weTR3Ys3WxwWBKukutpRQW8Vt7tK51ZyJF3ftYNVrpU6EyaViXTtkLa6zkiU7u3cruFHm
JgmjY87rYDXnvvbGmI615fcdJ39x4ZALG8+pNqx+vP1rSrIx9R8parR+HzV5YvdNTfUCdbI6UIek
hF2CWlhvT/ljpenRzu55DZFnPlxLaBnJ0I2Kxu3nNPR2GivEWYjbEmwVDeoJ8ArWy1GvY52Z1Ndc
ieyjNo/mM6pp3bnwYvVo2Jgx35/56ycTP4SKlywR4Ti0fjLpID0F3USLdNoJeX9G/JdQyU06c/4I
nlVDJ3tRPzRqb10h4ShiZ/ztjS0rui7QKFLS1a7KM+wDIx1x+r4VHsXjttM/jRbK+UJPir+MXlH+
tmYEHHInMT/oTtifp1EZ9upxm1sNGINkuCHlsKb42klnTAuW7f7kZf2lqLL4e5j3n3FF1k73F3xz
JFlkAHTnQkpYfXnIrtQEQvKSQrjGp3DuvaceFfDrQpljZ223hiK1l0eVSiNt8dtN1tABmLGLJWbM
5nxJ0Ck4On3anuYEC6+3z4qsgLgEGFrO7XaoqFbMDjMPthFvsWMMZfvbkmWpH9pD8tf9oUz+qdvC
H5wE+tIMB8IF0eDbofJcwGC1NBMRfa/9gb8HF40Z7xE6N4Idqj1gWEF6SjDSau3aRRNaT/PdT8e4
Dey+db67Uzs8Kbb+if7bvDOpjU+F2pTE58Iro1i7Gk7Px2nQFNP08xn7Y8RKHNgdoftDqfBI2cmM
N8eC1QFMlyFf6U3BGx3NokzYFhA7Aq3SnQdhmX8a3pL9dv9TbVzPXMy85HimSwji6lPh/o5Km0NS
lfe1YZ56lOI/2lqEtT321S3eFYWboGDiKQ8wdMed3b8VWUxA17Igy2ekbXu7UTor0+tuJjkYVSc9
janZvusSwY0defVnZ9L7k3DSLsWdXPs/nJ3HktxIE6SfCGbQ4gpR1ZpN+ZO8wKgGWms8/X7Zu4cu
NLZg5BhnLmPGqExkRobwcDfugGDXgVNBoXZ9C/Y2W1wKThG0TLC3XP4IxCgXu50Jm3tJ72WvUZP6
LrUZHfE1ue4OfMveoRX0rf+3xke19NKYZTXqhFwrOU/mEG+ltBXcyZj6UzuMKLEYCLEu/3CYXpsU
R+BVYjvHy2j3S2f4jj72t52CtGuvxDaiEcnR+PjuaWJQD0pciyR1C8DU5kqO84a8ca5KqFnJu5rz
zOBRYGS2hWBhb2afw9lqv0jmpHy7/hn3bEOPYIvekHi5N8ukuTFVDQ7Dr4pEeXAcaFgiVSk8x2y1
gArnFAxR8SOJ6vzgk+6dHw4PTxO9VWps4v1+vb9rv45UaXW/bC35bCVxjg61pp8rJHuC62vcM8V8
OLNeL5PF5sYHlTp0KqtJUdqsevR5MuO5MOHaZ5zFOFjU3jnVFUrsxOwONLSbZAv1xRSCvcr0C5yr
P3aj/jzOLcOIiyyofKyf1xe2F23Bcktzn3FterbbWs8M5ibNBQqGElf8I8ft3cZNatzPoVr+dCjZ
floYtvOligmyRJqM98USzbDbJN1BP3WnDsQQLe5QFP7F4jfuIHFGdTBbAk2btMGVWgTv6wpk+toq
3+p6rSnQm8l9o7cRAhKgNx005DlkaFEudQYBWZQPnmJoRyBE4Rg2byoukkEDRotA0W3Hy8LKMIZw
4vnOJBqeyAFavizD/NFFxAwjSld3MFwesXrvPOQXRjfeqs6rEd5BjDKBM3qVpXbnEIj5wTOwd9YE
XkdTgLQAFBK/4tUFKkInTKYJOeOkVr8MVmKc1x5wgCGnD0ool++vH7WdcFrUmkQ9HIPUeS6tLZI6
MfgGSEgOkd6Vk0h128KcnhJlLG4iuZ6DKJ1kV4spAk5hkTxfN793hQ2kuDRwQoxxbFG/hpOOFpgZ
028SGDLDLuncoVUjz0ji/6dw8f9lids3Bf4BbDhxyzZxWKEQ63SBxq2reL6Bn70MSP2bd6miHwXn
u5+QgRFKT87LtOXlphohMj9QmtLGnhLaOmWkvmuGSfHhAYSXqkbs9R928ZW9zcGEHbLuJkjvfaeW
8tPKYIlHLrcGDqKRB6Z2l0bTXPA50XfcZj+2vSQzYkwmYlRTeE/BIp9Rkq0BXeVlMz4aevLXzKZQ
FlBVY74ON8Q0jPiur+6DWVC5i3sK/4xoW14xJKrbhObqOinS39f3ce+CvzYlFv/KVNM5ycCSADms
E7K8yjCgrlmOB+XkvStHpYnGO+VkyiObC951o9KmXCgBqeygM3fsAWVixbnLUYQ+GzEBYF474X2V
rPUP1Zm79eAb7v4AvDotFXaWMYLLZXZhuHQxbO4+fCD2hDgRWAttHJ0/RaVLQVpy301tlE5I3eS+
Yid/Pd8vvqj4kjJPKcw6mzel0qFdJsATHm4oYY4s9dWLrEKFQym2tY/zmqShd/3L7i5ZzBWx5TBT
bLGQTIXmpRFiUu2U2bXCaXiHeA9KTj2UWGaSFBBBStGDVSvm42rMR72bvWiMvgGFb1pYlIc2B4vO
oFIOBj5dceIClfup/DYgIPRRMcL+pE584Wyse68tuu58feG7SQW9TmIXZCCAC298w2x1iGjOIIUc
dJt/pWvWn8Ilr25g8C18Jg+bP5FV9SdR7wCJyoAHtZX6qLexd7EoV1F/FB/e3I4BaVLHuPtCn5mK
1rsmD2HfjEIUvg4O9p5zovsJr6wgqGBy9PJg5ym8H6kM+tyQu/90lKpPcV2n7pzrfUC5Qjo4VLur
enlNwEXSudme4zK3k7AHFtnpbeqtM30oc12O6i97R1eEAVTemNkmIrxclBR1TjYPZL+NGs2aJ/Xt
8tgNtjYGkLsWH4FhyKPHZYfSlTRZifzBypE//YdjRGkG1iZYQKjNbNYK7zBqKqha+qGyRl9lXhs0
XKfyTqqs3K+i2UK/ZEDJ2K40Vy84X1o9hAfA973P+/o3bB2nnDZJ1oHaTBZ6ztKKQqDSFQhrDgxG
ynZh31xf9N73xUtZzK+J+cftHLI5zEjcRtSP9aqabiqjV28cpA8+XrciLuA2lKXcAF0wMzXY2VxQ
pUwK24iJ5i0oXW7lbsg/hX2jF0je5SNwUKmrfV6S/uiy7J0rWxcleoZroCra7OaQ9FlrRexmE2Ud
rwAK2XcISeaxZ8ca8k69klTw2Zl9ipie3LQo2NABOnBPe0EZIj1Yp0sgNFwuD7feTmMudS3VBmOy
T3XRLTcrYKY7oBLTQSqzu8+MaLBaCDCAml2ayqbFRDKXWsNqyAVigVnvoJi9lD6Cb2aQwALrZwtA
+H/4ui9dYySW386yNyV0RCjXkqiYeXVbmdmniomzszHk/b2etPV9GXFxr9vcuyfU5agNCzgI3vBy
pU6ydghi4TFMbSnPeWoVn5Ux6W+cbBp/JU1zEMPvXRMR5lKV1xSqc9tvqDLlFnF4/bxNq1MFZ87j
pFTRwWXce0JFHgdOSnDZbhc15q0+wF8M32Glav+hqF5OfgvjPbjXUvcZK0zueojVgBLl0wGuee+Q
4nuB2/MvQIDN660PkRobzL358xCPt12cq27IbtxFbXRENbJvimEG4iIItLZ6Y47SgOmDK8yHKK4I
Fqv/0c3hGECC0B88XjuWyDLRp0IwgKd563baaUa8KgMAag2J7sELE96Nk40YqG4O2t/fcsjeaY4z
CExJcetqukgZZ8RHGARZosTvdQUpXNNeHuOMnPOvzz6mwD9xRGjDbUdxTT0Ney2lchJVg/QnRWLC
hV83/j60jQXKtjgCr+7FV7TDhCOFY5dAa/M8W2i5JrKJW1Equ5TeTYUkf2oIO75mcaG/xPDmbZrU
uX2a7VZncnG10Nmdp+Xr9YXv3MIXDSaK5CBISM4uL72dR1pdFzwjDGuln0dnWIOOUc0/163snRpq
/ox4UnOh27AJA9qVxBaWQ8NfisV5YDrD+Z6n6a9aKqaD+75niakhKhJk0biyzb7mldMhcIhovO3E
7Y1mN+ZzGbUJT9EhfduuKR4Gm8Yi/a1tjWth6IvIilqpNdZrECE9fJsNTHMPVpQchDA7X0l0MBxY
6rkMwLkuv5JptgMTpULJVUvmU5zk1jmxqHdc/0o7TzshGi8AvS3B8rNJ8HSiwyETjw7Jcx9MzF0E
y7SQ98wZKijjVPyqJGUORmNZ6XGERzDEvUXSgOItgI6fRW4+XZMY5TxCcO0jyjvcA+lowCYrxafr
i9z5aiaUI6LfhUyXsgUtNQy15UkMVCTX5SkwSmMMINOKfG3KDqYSdtej6MzqomwObGOznUSzUxKt
QCc6K3dOBCrqw4L+yN87SQF+FwR7IBxJFS+PRub0iLw1NF4ixN1OUjKulAFG+XG00h9/v3PMxuD3
ebGh59+sp5Tbqs8Lulxlp+tPcrmoN/MSo8Bt0gq9bmrvJELgB1MB3OyEIhtTRVnS9OkomZZKrrha
VGuuEkrxjRRbXzUpj3UXXRf5ph3m5DwaHfHudft7hwQ2Qdh18M6ih325qURejGWVhPBMBstnVIaQ
w66occbauny5bmrvlGAD1VdmiSgzbiqpclhmRQGJgK83bSfo7hfIJhpHzQ+WtLelr+2ol0vKIOtt
ktXgci/d8M3qteR2XezGz600PzXW2p/HojaCWKpCd566I4mR3R0VCRGAZgrUW9/Sp7U59R0vwDqV
+YOKksZHS0b/wwiVf7jgyHeKyJL5lDdsdfO60l5JmJxzhiy7QX3X+RB3ZPKQ5JoHeyru1iYHYz0Q
hxBeCrCg+LavCn+zM6Md2dEUhIMi/+0Munxn9HL2IwL5cAe5WfFkzNr49y8cRsFAgg4AWbftlHXg
KfIU+kx/STPNjXu6J2MZEqYDSfCvn03hcbfrE4B3qi8QPXJEN+vTlLpdNdi7m17M+mbh0J8T+Mrv
Y80KT21v1M9w1kv/OXJ2VPrZSUZMHjs6SMCwmEbemG5VtR6lOKYJmqkMOsJcDtnNmrl5CGURhJrt
gRvdWyqRHwUPMajGPOLlUqXE7BcEe7mGmWrcjnD9uOoctn6pRZ1oQqpu1ZdtkMT9EFzf5D0HwPgj
7RJB0wbf7qXlkfGFZuXq+dhrPGee48KVkag/8N57ZghvRT2PotwbRq+m0NOkqEWDPiv0HxUKD+ca
Ns2DQGXvRhBBCA5W2his6HIxldzmRErQyzeAqaoiM851V0jnZiLlmXou4Jg5zcGF2F0ZzxHnFPqe
NxJffa11qp6wMtqHuT+pbR+Mq/P7+lfaWxiPEXRvULpTs9t+pUqKHVpO8MyoMr2Zaupd6Dk7D9ri
zk3yonaHKhkO/MvOysTjJ/DBzOK/IeyF6Fqu5AVV98oYhtG1Urm+byEUO8Bx75sRAGQSADCIm7Ul
cSQ1Uk5h31Y66U+9GPlnpbaO2u67VmgvgxTHnQBuuDwacaHRvcg0MsfalG7MSFpStxkG/eAE7rxz
8HYL1UBKb+DONovRi7GS04F+nWGl+lOpSD9DuHsf61C7y4Fuvevb8bs8O/m9OtpHVZudRw5KR5pO
gqYeJsLNEpUa9EQRRoKALXLuy66BS1bPzNltlVk/otjYNQb9rhgD4w3atmAb2KlbPRH9IHKqZzns
rUA1CvrK8lBXc3D9+O8aYzf5ekzzEgFefjwGg6MFVKblV039B+fYfET2FG2DNfmHLMAiaGY9BLQg
ijaW9E4q4U0I6XkUTXsKe2la3WWtl6Pm51vtHZYh6k5imBfHsR3PyCeZil7Dx5JbCCvrRY0fxrrs
AjgJx5t2KSPZT0uIHRszQetxHiP1eYSQ/5RQv4+8dsobZidNWLv961u9e4BBH1NbQWyGKsPlVisw
/EvrwFSQytP6HUWL4a7sp3pwm3kIT+yH7UBWAzud22hylnhmVtTNQfy997kpPALHEUVeJuIvf0OV
NkzEU+f1Ka1pj9pkDA9pa86ndlIPY+0dzwpyHxIVAJyUyraxtpIY4aBR3qCWG9u3VV9J58UYWs/k
yP0P/sDZU6Ok+4fzzEMk0GpE8m+IOOTU7CypAH2YdebyRZ1Qz3WUfPhekNAcOPG9vaRKTVHORj0O
TNXlXrbAonN4o3EKKmzcbqiG1n9UQ0L9PDmRdgRX2POy8PMy/yokfEAtXFobkchIo4jTEwPnzp5z
u4anWm+s5R8GO0g4YWsAacQB2XqEoR1XiQzK8o1aHh+ZdPoTSfFy8DKJX7sJQNFZY7IJNkJRld6s
JupNpw1DfJxMefge6nrlOWR60IsTdUCvfE6OsqS9j6VTahTlB0o3W+YrpKMjB3Sh6ZdOa560Arxd
mvXDaSjD7B/uGJ1lvjocO6I+cPml6GGPCsoZDHxLyJ51vZbdtGMzBpUdH8Ge9lzKa1Ob66y1OtRP
jQPNm8ZEQ2/SvTDn/luPqieEzrPjTquywrra9m6RWvVBB2XvSILqgx0N4CAOd5NMV31qqAY9MV/v
dON9xozKqZiK/iAK3Pty5GKEShQy+YTCzbzOxXJy6CkFhJEtUXuzhAtq72AZH2ATn07XPfRbNXRs
MIMsxu5eUtrNp0ujCnB9E5l+J1dL5KkNpJyTDtccrAz9pHhQa/XTrSqPLfQl9hIR9jYRDhuemsZ8
MtcI6RS0NarGNRdT+cYswHxWy2b6PfW6VB382r3tZyYeBAGjUaRUm4/fMQeVK5roDehF/XmpQIcA
D/4HuA0KHtTVAEmJhFG73P4orkM7U5i8H1olDCy9+1HJjXQTKeu/+FMxVUkkCXaJCvqlJUL02ZhU
QJWQEqNlYRYtBAm5rKCYmsEPfcAosHusqN0pCtxbpGkb721bUeXMBdgAVLmLb2Q2yk2ay+qnorTT
A4DP3kMoOFIoJUBgAPvq5cJkJjLivhD4GoZRA5UU2LeRGfhQW/c97Tcg+bH0+fpJFn/l1r8KSigE
QYT64LZEqSxlrDOJw9Vs+/hhNmrLxdPWpds4nezXsP6c/8EgwQl51AuqZLOdIUoLdlHNgnCy0Dw9
GdafjcVk0NhpqGNU2lELaXdPX8iQORfC7uWetmMrOYtMDy5CUfEp13rjsyIVw2lctRyalCaRvT5E
DOzgzd+9c6/MbhyEwWhsj2QTy5xk1WuTvKZVVh9NBe5+PUI9jopoeWy7AoVmSmosaCBK8g4SUENZ
KKjFAFYYiUlGj1QRNvTrH3DvPggCbeUlhcOfXG5o1mbdCDCIpiYMbU/dUmhBNOnWY2bbycEDubeJ
YEgZJyBuonu7MRXJ6IvM9KZ8Y0iy2C1k8F8uTAuHadveIaHMheYS4SxDRBtDSzNI9BkYke/GCibE
yuzXU6hMTR3MaknnI3fswBma/uv1rdx7lS2ws0Q4YKxIWC+3cgAGFGWkWn7MCMw5tfv+x9qmQDfi
RLs3NMk8mSl6bjDMtwzO6s6Bu3lhkNhefouwSlCXUj55k5BXuTKtoHZoQTYRROWjUj0b8YoOIeLv
SgsMYDA/AS+SVlcfJgCbEW3MWyYIoy/1YOsQjdhNddTJ3vsWvK24JBH3ITR3uSnQafOBcxGAVbn2
ABY8OpFFZ77Ty2Xqrlaj+FoiVQd7sWsVkAf/4AUBqF5aZVR/nIaeODPVZFFkrLQ/aTan99LYrU8V
7NsuM5pH/KN7cH38LkKFHHIxHbk5ADSoEJaCg8+PAYqdoHXrvK5s42f4YywvBnf8zQHa91Dy3KEM
IZtEC2HyP7uT5H9wV2J0idMAVEvfhgiqFZuj3FNnKsc4PJM+QGkna0dJ5d59BorLaC0jHiS3202e
c2C/A5m9Oa3prYZ44IOZGtKBgxKudXuqBSUOZ4jjCPLj8lPOqaRpCE6Quk55RyHGNM/pnM3nKVXX
236wKrcKcyUw0/oIlLR7oUiYASNSy6VYsgl0rUGBrrbObH+KF/kj0l7phwbp2lMRp8MEC8ZYDucs
09TaHQ17ekBuNYP5TXzwYjae9UZJjyC7e+ea7InMmsiF0t4mpKjCBm6IzrJ8EKPLT22W1QR8mI1m
i1rDf3sHHGK+mVvliKBo72UiK6RQSk2bvv/mFqNcrGjRivqBFBZD+iTVXe7HpSq9i/SsGb/JcaT/
y1JFjqHK1HOEWOTldyewSoxuYqlTGDrGo9pb1nsVtUL5vTo36nO29G3QGY12kNzsrJS5AHwVMF0x
1ysO/au0Q6/bJWUUDWZ1S0nf5So3V4Gf/3fXSv9bjbE8MLeHG0HugOwUyQxFUAdf2luyKmuoR9ng
bzTzOV9a5IUYSP2uzfEAyrOqFD9SEvUJ3pHqoYh4ueD2OeIq21s05ZqXKQXO+cv0z6tFL3mL+kCu
26I9G9auNEJ+4DrNmH9P8tYWcZW9/r7+WO4uXGR3BMeCSWx7udpigbal7S1/7ur4S9eM6tmasuiZ
0R3zd5INhbuYfV25iSH91Bat9yHwVw/85I5voSoAZAe2X1Dh2w54Z6YLzCoLVVCrXM9Q68BQwDDb
TbhahWuazO0x024Vp6wt0gO3thN3kcHR5xcMEEz9bo73UBgmAGtML0WyfGj62v7C2Kt9q6yO/d/B
Voszu3GhaCBig2iIHs4WQ1NolEFiKFL80anTJ2IB50/YCiEGbbSSB5ENqb4+ZO2TNUVS7S5yKaun
JOLnuaWcdlWQ0GeCh7ErYlxdq9ZH32H/B3IQqCbwcG6byaY0xMWQJTZc8taSu0XbFw8UlLWb6xux
Z4YKmgCK8AdBg8u71hhVIVcJR04J47jyl6QCU9fka/7xup2968RmAwMDcECiuXkYIThOe0eD2QxM
WBZ5ypA2n+RODd2ehAVymOjDdXu762IsBhoItLZxmpfrQie5XGybwDqxl/IrAAT5t2UOunfdyu6q
BDQKkDJr2rJjd3Wpy4sFFVSxrtOTXqW0QaDo9hvJ6t/DeXF0Q3btQc7hiEIHSIrNDZFssBlJSBSP
ts6aBnpO7fhk5GYae/E6FNG5Urru76nh6AZStSadtcR/Ng+dWdvG4nQYtaUs/bToYfSJt4Izqdbm
EEiFQv2wkhb/+tbu+SG6PoJ6hq7gm9JhM1e5nuD4GAozm/kc2fOSnKgOdL6SalJzShIt/hO3CdTr
ZQgTwoEb3PNFlL+occHYC+5ts9PmqpRWI1E81zuloeskl9E3p8ycxdXn5mgEZ++zUr4CCwSKFn2F
zeXoHGMgdCOo6vM4OyG0mbmhuTQPZRT+XEnlD7Z2J2LCq9DoFQETbajN+2pr06TS3bWZitUe1lBr
b8pBfmcsZXN2FoDt7dAcYUH3TZLlQiBAFrCdctH5K7NwRIEmNpN1dEk8mZ/v7QV2R3CSdu+UP6OI
/sH1M7RnVRAKga1gW7mhl05AzW3k32KZNpNGYaKQYimQjKi/jdbU+WkidOIhFHXIB7P3NV9Z3b7i
pjon8KDRnpCWTn52IA87zYW8fF8gz5c9gp5JdYdBpYJhJuaTpA76qYHv0Vf6aTXhdAL9aMay9plt
7D5GabU8lfnaP1/fmj3/CC2XEEFCFpCH/nJrNGmJuopExo/naD1XThk+dcNcn69b2btF0HuLe2zz
wGzToXYJ5cygGeRP0Qy6uSh1T85M2bdL5UjNbc8UExtUFumzUSAXX+VVvAbEuLD0hSA1W/v8XK0R
3I4ZhKjIkB+lX3t7B1ZBQB4hQn0jqlGYRGZlZjPclObZqRlD6QQiZPx7aD2vl+Agxu8CJRC/4tWC
5jRDCVsT9bVi+QMyL7pR2/U7NeDqIATY2zmSSEIpVWgLb9X2alkZ6rwBtia1dNDCTJs8vYQKKosI
9P/6PKBfxHLo3ZExbXtd5Zql+SgwjxVjpPfw5meBCibdY67xHxw4gR1BDVtI0rJlQNDVTGfqHWD9
miQh7PVDdqooqf9coZn/+7eCkpoNOI7mA+2BzZeKRngGJkZ/iW2s+kxBPw6sBB6ELlWOar17HX1S
PzGmI0AsUOdcnooQtXYlS2vLz1O5OitqI3kJMpMBQgCDW1Jd9ubMaoLOHhc3XCJm7wqlOcfrXLqx
PCy3XWnkf9/ApPOFmqngC6cLvHlOFrvMW7Vk+fKQNH5vjoY/VQpRsWomnjENR/HIjn+luIKYGF+V
ceptyMqTjXZaA04jniQJIKlirMHSztqXBZ3FmzBu1Y9/f2odKgu6AVchH3mzwKHTYEwcCYCkqZ7+
pGkV3U5EAsFUOM0Bsuels7PJSygd6aIcrIgceGMrm/IQ9B5PlqRUo+lVPVv7JCltV3kNTfb3aSaZ
/yVq1w6+hDsN3ZV4Gn4YWK4apgvTeXQXgyzRR0qFYeWps+oPRMCKFcRrW8huZzjrcz0BdvTqVR0/
pwxHlO4a5czEM8sTt25OBB97hS6VJNiCo0SWh151owgxkd+VMssG8gUwX5xiQvmI6dxmpJLXNO37
fK2HP+rc5pLb1yYMaMtSyo0nt321eFrcZO+ntRrqMyx8mhykdadKvtkW7cc0VY1fa1OZH2LS+Q8t
cqqr30FQdtRNELfjcndF7w6RLiQYaIBvJ6X0AboSQxnBKdhq/bVrFnR0EqM/N4ZRnh0LSs/aIbDt
01DhOZQ/XT9Hbw+usM7rRAgkqFk2T9SAGlJYZ+LudmH0iMZD37nkoMajaYyd7k2xav/+B4tAjNAH
g/WYF/jSW2QL50axmHC2cchPJnAQbzG16lmx4jro6t4+8IRvAy6qq6QnEM+yUioZl/Yqx4jVZaS9
1yP9ButJ3J801e69CiEB8mZlOaXMVB1s69v3C6P0hmAmZxYYvMalUSdLo0LD6/lmZ+Zf+jVRqUCO
xlMIhPjgTRaefHt+hKI25UZKyEBAL01F6SBNS0hWGXMZvSKRwndRKhsHlfq9c/LaivgVr17+ZNHm
pDSpmderZN3lTTk8WJmWe/EoG6mrwZj0L5+N7hO4PgZweDYvDYa2kksTHp68te+DSl1zD4T5zHxk
C/CzXOXbFJHKv44FBIk9aEyBghPdoUujDHdqBqM+dKT6uPtg6knoDuFYPE9N9vdpOtTQPJcomkI1
9yYWaNcMXKbOtZe11ApCaexPhZYvAdhTPJ2Rhqfr127vGiCbLPhUIGDivb5cGumF4MsA7hX1CCiX
o+F4BBDhZ/jd60dznQzXtIujYfi9UwNXDF0WIH8UPjYfMVkbrV1V9jMBSjidZyVp34+5rQbIAS92
MAMhOCjU7i5TcI/wMsLjZYv//+qcyrCA9J0NurBpEvUWgdjRZ5axeSiWIb/RUOw4Q2RQnf9hb2l7
vMzwUiTdXEG9txOYk8DAdLlcPTLm+n1wiL1jSeo9ackmj3kq/eB+bD0Mg9FiSobwjolwXPemGNDm
UCdAFr8GYxjJniLJ3Y1lpbVfDdoR0PulIfbaxbzYImhlJgD/Sex6ualh1jnyMiZrMGV9+x6kSXwb
g1/6nfUlPPJy3HwJky7+FoWq7laDrN4iptP057pbmo9Q15Z+mxq2a0ZV/p4SsfXgNFXoqUoDfdD1
D7E9b+KH8odnVJD5vHG7Vj3Q7TDnNcis+LuVtvP7hPF019Sn20KLpz//YI02LkOyDLQRal9uS2FX
0th24xrkUB1DKGFkvh73+aM5KIorLUN04IN3PjlnS6B0YZEFs7l5VGbK/R3rW6mxOYs/ATLwUiPN
vZSBnuD60nZNsYnE0KCXKGhfLm2dokKt6CYEUtUOT3qcyyc0ZurP41weiXjsmOJIcYjJwejFbqF/
+mJbeTcgpbFI6/Q5k9vfca1at0Zj/u2TwumgqgDPE/4W1M1WdXWMUglwQyQHam7GviSvsOrNi/Qz
IvR9SiFw1NxSL7q//2o8U7QvXtrcPC2XW6nVDNKUBVtpdbLlhdC6uCH9wdsmtY8EZt40a8QKBRLe
BlvAAN92hWHPEg1Fwik4YjRituaF5Dk1bwpaAt8WLct/rfZiQXFrqCdlrW35BNGFfMRVsXXC/AzB
MipGWkGQvBlsMGxlsNtekoM+m75IkS7dGUKkMZ3K5RSvI62LngGng7u/c46I8UShBXpBhjfE/3/l
+dfCyFU5j5SAEF45K1EknWJjTj7MZIcH/n4bsov1QS2HIglXA7WbTTBUlBSmFTNTglBp7MDmP2db
gdM5KdQlaKBSeXBsiAdRuijxxyhZ/O3lFNwUjNghCC78wOZyalI1y5JRKkGLbog/F1H8NXLy1l+i
db29buqtQxWTwSQmQrSB3H77gBdt2iLSoQQFYB3PKvLhDv++3tW1U7ta2/Wfr9t7u7OKDP8/AGr8
gRjouPyItt0yegcPeTAzNOW28jTedFb/Sxvq7NlQqvpe6hzlTohXwoCSx/5162+P0AtpJBEZc+yU
hDdvqhrmYVTp4xRAvF7eo/7+X2E00bPVZfLpuqWddfJ6Q+9EJQA5rS3N02IOi73YuKK5VeegctTs
A9z2y21klBSFl767ryI0IiU1rXw9nZyDlP4lIrl80bFLboLcJ+H1G9Tu0JghlBzjEpiZGmvnSG7i
P2hRxT+Yu+8MVzGj+LEjaXc8ZLDUX3atdNNJNMxSL5H79H1OilG8a9G2TN1YhfDW640EvRwxnrHc
94Ne1vcwVvXUemCASm7zLg1bt2lsKkKZNYTnvJjK+uDzvXU7FPFpn9LpofVFVf/y8NA6bpSor/AA
oV2d9daeA6WWxQZSX8ijOsEjhpX55/qn3LfKLVQFUeEbwaCizWGLlrGaFIN6ZixtOvfLMD85S9n/
186kt8VYxj+uG905qWBxbcGmCUc1CfzlUqE4TvKeOCEoaj6JljjmrcUYPxxT49/OSbKVdJtoOdkQ
+slU+C5NgYDTWrO35MCsquxEogmPqjofTZ5vW2vCCgEmITsmQK5srMBeXJRVnLEg085YULqczdBO
XFmyzXdO6EiBmbT3lLjb4O93EsFkkNMA0AgeN0HVhEDZUgOIC+SZ0bumjOd7zRyhxlKM6ODW7TzP
XDbeZ/FC0eLYKhzUOHSQJSkBSCvrt+DOvi2r057ANCdU1JX0ZsqT5m7WAIy7ZZs2HmDE/mC9Ox6d
C0+CC1yctGHrYRMrMhk5bOXAkPPVS4diuEvGNP7V9tPwUDVQoxy8yzsGBf+IYMcFPQN+/PL8aHYU
qVrTLMGgz9WnqEopAtNXu00QWQskMrQDe2/vo5gCpOdC4EI7catkkZmUrJhMlYNJictbooLp6xTK
E9phsdmdqnwePy2dpX66fozenl9iHaFDZxH20NwTDv9V9KEPvWbHFds6DI7pidoP+u1S+SUu2/Ke
AYyfZSVgWYZ00DN76whwAzRi2Fw+JxnapV0tI6ZbWh5M1eic91mf0cPMkvwuyQ5fx52NvTC1uaLR
POhpVuEIHDstgHvB+phHhv1ObrXptIZ17Sna2h8EILvrA34jM9ksKLk2mAnmPDToefiaSqWnX4El
F78tg6dkigvn4Ga8NUUmh38T9GrM/W6D56k2I6PvljYYCPs80hL1cVXjD3ptSQev/54lAlUG4ET3
GSjv5UeDbCIxkb0AGBe2OcWecDxVna27ViJJH66fy7eBhgAq4Gu484ICYvNQ1Ii/Q2InY8pSh9t6
GntXstripMzgM2rOo7uU6M5BMlN62XIsXCrO32WgwXUAfQreGXwIk2uXS52GYq3Qhu4CeU2a276c
zS/xaGkutRTlqVL70iNG6m7KvB7e836up56hQ39EKyz3opmmwIF32Nt6gN+KCGsF3nnjjWzYktsQ
2nEeznWC3KSQP9M/oDGk2EeSZ2/vi63wZJLR4hSoKm6OrjmaYaGtYRlEhlZ6EEP+nszauUvHvguq
UVs/xEt/BON+64aETQJLEb6K8PJyu+XcCpuc2C7IpDASqsqqa0rj8rhk+eAnQmmvWRb15HTxkVjr
WzcPZwTc9XxtxsDocV5aXinsREWpVkGVxwaBq6Lc1qk9n6UBmcGVGOn99YO9t7tkl/h6QgaBAr20
l6dlWPWKXgVGMdlBIluZB4lWEthrp9+kbfY/in1HXem9NVJzYxBbcEzieC9tZsTsRHtyFYTVrHqp
1cRAcWIuk0w8FFW2+dfOj5vzyt7GT0yG1TlVolTBrNeJqza19VgtfXmW7do8iE12l0bpDOEDHk5S
g8ulVVLW1WE3VYHe6KMLiyY1hLKW3mUImrpO7ajfr3++XXtkP5DcEogwS3Npb6m6PCZFYSvnLLqx
s+rPmFUI/LaQO7aD4Rzs5N69eGm8o69AyLz1uJ1qtlpmD2UAR5jxJaIp7jlWkvgV5Um/axTr0eja
zMtSrQiuL1QsZOMAFco/ZHmEfSgSbr6hzkxwnjPPEsRh3L1jjnt5MIsxOygyvenBQ4f2ygygicv9
jOpaW5TFKAM63wnsyD3MWnrbPdhh9D5E9fcutoo4iAEPe23E0FKcstv6NEwPqLT1nqPP+sEE394X
poVC6MeIDXz1my/c2jUsU70Fbfu6TEGT9k2wdoiDy806ney4PypZ7tpzCBEYIqZAs+2DdYOJVCjT
KkGr2tlvRNWtr7WqTrI3Ll2RuXFSjb+uf9p9iyQtvOCirrhxQWba9WTpfNq56XS3pbQXDEnYnBR9
iYBo20ej3ztvF4Q8hqiqQbFBhnv5jftFBxhr6mWgFLbqoy9se/bqlLd13fQH52nPu4oqKY8JvRSG
kS5N2UM1Q9ph8/Hs2HnUp2Xym7KyPoZdMT1AlYXPWwbwYdc3dMcqHFV0bSAmFcRHmw0dqUVa86hV
ATyz3W01j9JNMfaRVxHwe0NlKl5KM+fA6I5rEJwPUPy9NHC2HIlpPQ3p6uRN0CvWSDFDDx+zUv9N
H3Dw/w9nV9YjJw5ufxESq4FXoLZOL+l09hcrnWRsDAaMbQz8+nuYq3uVri51KaORZh5mJi68fstZ
4E3ibpokWD9oF7RXDsiFr4XeEUpNeEiQx59LQOqRj6uLoPgVOGrLTgFKD2UCaIuHU/MxJWNQ1nF4
zUHxFfkJDzTEepBtR5v666s57jrU1Eg0ZBUQtAPZoX2xQlNXTcnzRn44MRPRZSdhxfYgZwBq3y3C
0K95z+qhmonnXXl2zudg+zXbxQgVJgDkwuhsSy/x4pRswmwzb1xOQlu7W0cldokZNbpN0P+kvfxb
rBwGRdgNq1HUa9AwP1fZgI6ql/CmpVXKefcZs919WcarfOntYv/z4v93FMBzgGdF8fQVhC2gwAul
k6TQiZHRbWT0/B2i9lEVD2wF92dq9zoaksLUdf+um7Ird9P5XbGNDhH5rTocb/T8beL/yEcjaxMY
rsd5xeyw3vIuuomYP90MDmXqtw/tpZEQDKFkgzb9xhF5OdI89pGDdkNWDUh4XJF0KEQVoCiqb363
dlfADhcHA1JlIxX/y/45G0zliVvXELjvZG10GVMylg7tQNTAwnX5+PaXbS/U+QputNT/G+zs6ZZR
PnWxAd56pk36vdE8PJplIYf/MMqWCKItghLYeTOhI0sU0GnDo4Jssg9rnRx5ZtIPb49yceLQh0L/
Fk8E9v/LiUvdAONS1PkqqAHKR+rYJ6DF7H6B1e2V73lV5dq23qYhCeQLcs9XTSgIQqShGCKQOoHh
RBk0ar+ruMtLvB/23TDyoFQUetMQb9WHaJyy94iR/hbb/e9v+BfoAOQPKqVn4awblKwzDfQ6ZBXr
mzlsgsIPFDlBEnqpAuatN56J3ZVH8zwewKAIvECCALx7Az2cnTlDRMz9WuAyI4OtpD9qV4oONyml
4XjwkM1eWdRLAyJ6BnsWSjDga28b+I9DDqoHrRuII1XeQMEBUqBbYrohX7AS7yYQV808L2wijAaQ
EfQyEWWdyxZMrB2EjXNI7ZqgP6aDnG54vJB9ioD9ylxeHAovFAo/uFrgZPny0zo6tXnnsqyioeuq
IBr8QqEIvVcxiG9/fTRQCt2krjfqFYCML4fSM0EC0E74KqHciQ/seQBU/jHQyIHeHunCkwAkDLRn
ILoEUZ3z+MYIbwrgpQJm/diSx2UKxy/oBNdlzpPuIzJY8q6jKyt95ijK3Y5dGf7CfQar5k3rEIA/
YJ3P7oBwYnXdBYAAqYWKj1Gz6Hcua64FcZdGQXcdZQ+8rii1no3C4fOTzjPus1yC76tiL/8WNvlw
5SG4tPUB0sJ5A88VxY7w5aINpCPJCIpQZUYnn8wo+almAs4a8No4BmjYlX+/dMBHbs0J8IyhaPFy
PAuzznRN0G5t9WQPy8C8X3Ih7aMfdLGAEQ7XBzJl3R0lVn3pUs2uuZe8yvC222WTkNzonzh8ryrM
tcsJ6rt5BUq6z/YuGWlJlW2fgQPyP4186PYiYE5XZiDxDF8YbXYwDsyfajlKiEnndfq5ztl0ZVNd
OqgpMmrI7W9p0CvhAIqWnunWHLKoa7QHs2QpsogmJ4Ue4JWDemnNoXsFptmmlP0K3RMzPxNQasir
VYGLXzXRGreFBWwN3JWY1E+4uOgVONnFWc82qYZt8aFwdLbPcL9GmQYLuWp7Xn8SKuRHaDoND4oz
ckAy1LsimsPNfHzwWcH8pPtUG9ifAws/rajo+rZ/9hNJr6FmtrfkLDbBIUMdE4ggvDrnBY2Wxa21
VOVVNgZ9gVZgdFw1BuQLaptDYPq6GOGOun/7FFxYbNzJMI/Zappb4eblKUgG1TCkQ1kFhuGKLCGC
XHmSTDDkndfq7aEu3JWolwDPQeC1gr2//ZQ/3jaXAMMdSLxtrvbGHXyrgXQgegDPuDGlQXpwIm33
KVay3ckVUo9vj37hEsMWA68Qdxhy0fOmVc+0ESTneQUIX3QcYYqO9NDxK5fKpemEGSaELza1FeQD
L78xnsga0QbvKajkP2Anwz4x7MF3sButr8zmhaMDiNWGidskYhGgvRxJ1YrNncQcTuAjlb2CoksP
8dEyXfXmia3E8e35uzQeOON4uJFigp959qb6tZKjH+kc6BQjQdtuPmrYxx881Xfl0Lbyyue9UgbD
BoFt6tb0g4g9ak1n36cn1mCRxryyHdinNa8nKBanulRhONws2luPXGVTMcKWsdjscgtQVdO7NsK2
zZ0mR5uQX9CfC8uZoG4OD7u/9Uf43x8ITBRK1TDHOw8yQgu7iTxv82q0dYTtzMjjKHF9ASVId2/P
/aVdhZvq/4c6m4sWL6aWHYZyrS9PIkgl+nRR/T6BNsOVeb9wTBDjb/hecBSgWnmWIXHGrXBQwahU
3LBDvHbo8q5ef+WYXNhMyI0grAgmPtSrziUmGECwZoDRJkRQPaxrt2asSJkOdkPswOYxGfnn7Rk8
Lwlt1w3QDv/W2HwAH84+C83WlRICDScKx9pPQYYSVErbO2+ol68LKn730B0wRQcMxpUvvbB0iM5Q
2fsXkwOyzctjCnU1GeYuwZdCDxPGTqEscvTP72Om5JXq08Vv3PSHMODmsbdN+h/3K18WVEtDRqsJ
AjS/QUuA+hj3/E5BZFmJr0vCwvt09OhpVGbcvz2/Fz8TxrwbYQyYknMKyGYHE6XLlCO4F+Fn1bHP
dT823yKGY/v3I+HW29AWgOyl5868vUijhcwE98IWJcBPNLsRTXOTraD8/IeRtrQXN/lGyzrbM3At
mJFhDhSiYLXydhGzgCLaSfa25M1UX/PFvpRlA+UA3DGApeC4nSPz/KSGnW/GaeWmPmRFLhPzjYTC
wiQr8wtvMw6MKPm8GtXCuETGZdfp4cp2vXD88Rs2jAVo21vl/WwPURaDHNXhmwMIJEEWWX1SerzW
sr0Q6qCcj34wSnb/8t1ejoJn0+tJn6JcN0lf7DLJe7DNwDpRNqhiyOwkey/Qwd+6i+ISQKkEOxSF
DMSa5wqEftg3TR37tFqDMfmW+I58FI59/Otd82KQs1OYC96tQ4BB5khTMDBw1MKes71Uzl251C6F
shhr451C1hwygGeXS6MlyliRpVDoXuRNw+Z8LGxq2k9h2Kw/Ao/UN4s3NwflIvGZhWIuAacb+I3O
xl4WxofZzjQt/bVNtH3iWSSLMAE1E5R/gQE/72p4jkc2XgNaWR6IAwq38x6+cn1BFVVFq66Ji1za
TZvWFrLTrTV/nq9kSzAl0N/HcCHjtClGoz1boDi2TidiIvMLajKU3gIzoa9FKReuPYD1ELbjvKBe
86p93MVzDlKCV2U0BhIJuvBPtYLjfOE1S3wlALs01tYYh772BjQ5r/d5Xto6F4Fm7rVBX+pG+SgC
1wqgKFmf3t7Dlxbwz6HOboEAhPOs186D0pSMqnbO7R5SndM+96wpO5sFV8a7/Gm4y/FwbLHeWdQc
5Io6lSwehGFUv5vGJPoN6QZeCkbjK0jri2dmq6BDchav/itQ+ZRyZoIQS7bk/fJjjSCXWUT++MMq
CPfOIQmftowdirctL4hk6QlCIHGhfEBhNQpIKD/Gqvr76d7QrSjBReBunntwR5Bmb1PP9yqd5uA0
gY43PShIDRQdRA9O4LLav7U4327CdEPxINlEqn8O7VjaQXn+0nvVaBqDQDrVz7Gdhl0Xuvs1T/7W
Kerf4dAuh5MYEKzoC72872tL0UcIBOY86+RRSAu3lQyEl3qzkX57Li9tpZRA6x0MF2BAz9uciMib
xglciWBS00+t6L8CspLvAxht/odNC9Ql2BBoviHcOrt8g1yssiazV61zmH5dJv44xqOr6jq8xujd
/qTz+xR4CkDggQMC2nT75j8CuyXlzbDk2B/NHOpqaGJdUG++NnOXDj0qwOAiYeKyV+rqyDBXFHhw
CGOyjIdMO/cFgEBaeK1p9qwBi/jtlbr4VSgFg3MBmDAcY15+leendnGbaqFter+aU6Ee7SKAPn97
mNcbAnkM8AMAMUF24lVZxV8h3Nd5gu0STvovm6haXA7d0j82fB30lfDpwmAIm8B8wmuEf5zvidmE
M3wqe7ZbA7mWkcnzgw97t3JKQ3cl2t+iz5ebAmpd8CYAHGMTPj+Hhwzg4INyEeNMuSh9XqRjh25w
vi5gtGhPHMjdY6ASmxRrEudzQaPFfXx7Zl8vIH7BxpYBaQUK3ueKwDAECblTuVcFs2vfzUYGN6KD
pPzbo7zeltsoG+V0I3y/IntHk1m0GFsGtA2TYEXW8hsUNlux42rwPnpw7w2rt0e8uIgITKEGvKFA
zutUdBlgWtQYhirUmJ/EWlMIJKh4x9Ha+Os3HR/3x1Dbx/9xsu3CXJ/HIwN7tmkrk3TmdqAUmleM
0A9vf9XF1SIQdMemCREEn9UQIMAfZoJbttNzBu/mQOsnn+XyP3wQGkrbXb/VRM6JTFbFeUc4VE/7
eswPPBl+MsmmfZ3CTvnt77m0Smi7oLu6Bb+vsBYjjdYomin0VWnOu2IZ7AcGElJX+DUquH8/FrD9
G/0UrybesJfLFGS18GfjeZUivoXgdjcc9aLnHQGW76+7ZJAbQZPfxxqBI38ujBjLaOCLZ/hWCZHH
lUXsOAYKZkzJfA0mc2lH4EEGjPff+sS5PYpPHAt6G/IdOKhmBzRDsAm7qf3bc3dxFFS1txI/cNjn
vNM+M3WW8pHvaE4MTNacumvGbL0yyoVbYsOMoriM6jKwYmcHaZpz7kYz1LsVZ+o2S5SqGKLVvZKy
PQCCRN7/9VeB9YEaFtp+IF6co3IFnTpCOeHYAg05hp2wT9x2126i15nNxkGC1wNocxtq66zmGnse
U9GY17s+oFFpx2gqCRDCIJ8L730oWL2rETpfeVguTOWLQc8uCtZIxSae1tgRMJJe59UdO63tSdeR
YkU2zOZKSH5hh0BmGCwLPGXoQJ+7WlgX6jBkuNGl1lGJpcxP0Di8ZgZ0obyyydBtphaQacOWP9si
oqc5jBVmsVv91cNuzHQ5pyPd9bhJSiK88DR1HTsYUEFvsOKwmA4bt3t721y4tMD0Rt6RQhV0c/58
eZHk/2scx5rdkgy8atd+OmTGo2g0dvnXvx8KqTXuYbzNQDCcLWOr0XUDG0DsqC/H0zB7dbEGw1rq
McuuPNHZ61BkM7NCmROUUjQMt3//xysG9l4oe97CQWLKlpsUz+YjHDmag8FL+qD8re4AN9oaMZ6E
SsDbn3lht2Js4IHwFyyBzlcVErJpwBLZ7DzmkV20zn0BhfWgjGBPuwsHd00b89IK/jneWdSqGJVL
EmM8sIN1OWSkK3Nv1DdQCLgGI7pw+lHa2ZAnADIilAtfTmsGZxe/jXKxC1fu/5gl+vpz3IpHVcdp
V7QoA35HZicPb0/oxQ9EcoiOIG6dV4xZO/Z9IjLYgSjwrG7w37VHYESCm1xZ/tcZVILAPNlEfNBo
Rgr18gN9vSUiKsfaudpVlIn6c+iN6jBChPjKUJfmEnEPKNaoiwOatd1Bf2zRfpTtqNFo3MHzoCtC
yO3vmQ9vEL5M8cPqmv5AQE24EnJd2pt/DrpN9R+DpiaJPJhj4Fyk/nBDDIOfTd32N7219U02mexK
7HDxI3GBIpcCWx48/ZfjxRwaNw3l7Q60vDspHd5zyw8IvciBgpBc9nl2LYa4NCTeJ3TStzcDmdzL
Iadw8YnKXQ176xpuEtBoD2FxmtAKpOuEFz2uoEM9Zn/fZoVeMRg/wE9s5jXnp540PvPycMEb1WmL
ghG8Dbw8NbfGJr/+/jgAd7kxATfp4nP/ZE/0gCJSv96BI58cBeScy3qOLIyJPH34D0MBbon4BRnV
K9hlaOk4pUrXu3as2QMaNzVexNy9W+fgGq/69ZOL3BFIUsRjG2yJnC2bFRna4WsqdsCgde+Bdu1v
Y6Oumd6+3v+YtQglPeDnII10XteCmMRE7UaXiuAGC+a/3ZPMgn/e+89qqaPq7el7nRCjVww9caQf
qDtDzvrlVtTB2uX1APB12nF5UGub7YHpeUhso4qUT+6oc9NCVM7QQxTP17o3rw8CQGCowEM2b6NU
npfiuXXSBjN4YA2lCdTtpuUGlgz9U5xbA5ldpQGWzMfHtz/59V0NkcYQ5S5AkqECdd4jzxqRxl2W
6x0B3rRsGq0PMBD2Svistce/HgrUDyRAGA9o/nOxqRlJ1uTlk9yBAgkDVWEZVLWZ7vK+CEkqroDI
X0cU+dY4QP9po/7jvj5byxwXGRkbCE7SSN04oM2qFUIOZZgCKySz7oOkUXQCRuXKV14aFwdv08YH
5Q1GVS/H7UYwN00IAEokZHo3+a14cAS2QMx5T1yG5tCJEB+8YCv//fRmaDXCtxgZDEQcXg5c++M6
YWLbHRtHdwqmZj2FqbXAoWWtf82k5OJXZiiqgDYJ2fJzTTQTzYpYPbc7DZYEWhU20EWqpb9v7PLQ
KKc+drlcymYi1yBvFzYs4BxbXQXFMTxUZ+saz1OI0rvX7IbERzwop+ig6DqfutGXV7bQxaHAxQAN
BPcXjsjLGYVVHm7RWm8zmkVog4Eplngje4jV0F05hpfmE7gi0H6BjgTE4PzmUSJvhde3uyYDMxKk
QX0YvKkHFzgMPk/REB6WMLEVWCDXHMxf37CoFGw3LAZG9nuud099NSow/LFfbVzvk5z7+8HXAeRY
efJRMD1/enubIn94fc0iaNvotqjKIXY7FwzWk9OsoTMcA2DpM0UFcp2AFW5oULbSPJBQSqM+5SWN
5gWXHnafqixTfVx5swgrBhuquYjMOpNCCU89Beh90EKQSPWFcy4+Sc8SBbV11Q5FCp7QP6OH937X
LTF7XlIwmMo0n3NZ6D5Hlt/m8Acphjg1MASFt6Qrl3rBSxZKXmOcms/uCL5ENyCeNdH3qW2UPM0T
zVwVGhuZ0g74LzFQA5FXLgGGLtw4NEc/aaQu5cDCrzV0s8fKGHhyisDrxSEnuvmRLEl+7AhrdBHM
dZ1BcYWilGJr8PFMP9uwROWL61283WVVDu/LavCEBvVSjwHQSZjCk697JgtIqECV0OUQYyn0ROM7
XfP4HwHZ07E0Ao4JoPZNg8IhCQNeZMrzRNHW/vpuqrkXQcJHCP/kt339G4V0REJ0ydqniQWTKqWv
xFLpbMh/xaGnfwLD1WzFRtPeWGHS+N2gspoXLiSTK2nsTadmiFRwny3Ev22I76J3fF4B5kAN83Fa
a/ejk3X7zZC4/b7qfHSFpzM/L8isR79igsffdD2mrqCJR34EKRKXckwzx/b+iBxGB/7ygKdsHA4I
AOpHX4PTXG6S7ccYwlZQhIaxeVtO4SRVNSnIQxc+RBZ4scrR+6k8lFlQQRpoCAihW09qiNqxwJLG
Xokaf3ZnIkCXjutKW1ea1kbpbo7SDh0G2FnCPiCegSrUECPKCkjzmM8B1/Q+WBpTV+MQm6+Ce/MG
q21SVmbz1N4p5EK/Q4FIs6gHkA+OE9Cjz751vClVP0fRXWiZgMsVa6GWmWRNZ6ug7uUX2FXSvlzy
dboZNTNDBZWD/jRFHYkLz6eg/g6r7T61E2R6Cq3obEpqFFaCtSp0IDb48e+YdS0gSWAnjwWcwuYv
hELd/kZisJ+g50SyhBUDcEzIxxFxANizPDvoRb1rOkV+Qa8LL2WT03XYSSlQyGggw9TsotT273Ue
eWmh/Xz0C0YM32uU0dNC0MT+E6Kq+ov7ubtxCW3ag++t4UeTShbCEqcjGnNCfUS/cC3bY+NSg2ll
9VKmQ5szCM57td4zPs1j5aQM6v3iT10Pnd+wkSU00/rlca3FSnatY0RCP6wnt2PrbFag2OX/YM7v
0MAHevfkorDBUzs0zc9JwRCzWKT03vFoYs/QjlmeEhOibhOLeQnKFq2DW62BMSjBCa7jn35a5+n7
pYGS34Aa/1TFqTIQB4iHWZUrXSPRVXPTD3y/CMgRYzWQ1pcdm4CxsZbAqRlInPxbPHhB/EjDOYLj
hjYAIRYmda49TWEw8CfYRChuCpBgkh/SwiZpP6Sk7f8BJgnI4RHSGf5uQP7wYANh/a6MW07jEj+C
9jcMastNUaeGu3vWBOtUAHbjbtOx8WLoGvdAMDpvHMXXxIuB4JiDrnM4Sl56YlKOU2EDX+sybSnV
H6c5jpZDPzLbFM5bk98w12R3kPgjPIKicrC8Zw3CrFI57W0VPDczhMStbH7k4KqNBUScrXgwcJ/I
xqJXKQ8+NBnKDeVKRP1psIGXF2lcTw0M9YIJ0IoMIFtY03gO+Es9m77irI2iIlv4Uh/yaLJfkoRR
UqQNy8LjvHqIEhFXpHwvl3oO9usKvY79ApH58HaBMpD8Pa0Bo0/RyDv9oad9/LQC+Q43hTw2/X0i
wrC+M1nj7K/Wo0H3DpIJOb9P/bkNv0IhL8zusmloggpVPO/DMPChLT3LYgLcqIakbUTmEB6ZSyPq
g/ZJ8ztvU3ubuMaZowpw3ezTIZnSY572CqlDbbmC7pXq17IjgmARa09HkNBy5hBx6sQ+aQZoWkia
2t88qP3ozhEp/5nrPlnB3CFG4VLrbHgn5Np+GrzZ0BvCwJ6uBlJnH1LrB3KHXp0c90ts+3+ITTsC
hBdfPnnGTm1pEXDWt9zUM9nn+D1RtdocVm/xEgzsxid0yoq5VV59bL0YGvc2gwZQuTKt30VxnbAf
i5l6UY1dsq5V3LbDUPhGN+EHreqOv8cGVE0JbEzrbW8Ettt9imgPSu91CgZLu7RhfiBDQ1Qhxjgy
YEKzNP0A3ITnq5JoK+m+Bqx2qRAqZASaTtt23Lf4GHU3QCqUVX5tGyNLKGO4qKhHS96hJDvJYz6t
ab6vfQkb+tabLSp1FGZ28S5jqja/6mhl30yUCF2yTmUpurZJAKtdQvStYGFWt0UOr6QnIMiJqDpw
BADfqDsbgRqRhdyuMwSQcr0iIsk4XtC7KR2kBxYDHK9ztmmPz/k/wTjm60PbBv70JaAe4zvRrmB5
z2hnJtGedHLN9qMmrt2wr2TcRUsG2Q1tGMAbeyeDRX312epWr+DAOjV7T3sT9MG6GGbvByNEMxQx
4PziNwJTCKii6ru6ZyXR+zig2e3MR+L541LqQXHcivGwBpVLux4gfL42ePOixeY48kEf7UVmUwUs
4DgORQ/AlyvSNR3873mdib7YFLAiSHrPQ15mAsT1ErdX5wqWRfNQzjAhQJEb1k5p6YcNbgDjw/1q
K9OY5RYMG4j+LBPlD3YictlxSxd+F85D/2702lZU9aja2yBvPHmUENSGJq1r2fMksIbQjMuaFtB9
IK5KUasQpZjW2LwAvjRZKm5lPt+YGJdcsYbMreXczvrrApGUh6lbcgCyx3Smpe1q6xcU9KjTzJiL
K93UBpfbFJovduK5hYcHYVAGnM3y0E0m8ZDg+iErF1ypn3M3wgoJZjbtA6TGceVKALB4FeAqaIrE
xmH9vvYN0qcgbqQsGmbqvAIDwyYKd5gJ43KMw1Xu0ejom8p4rgv3C22RsDdQJWurKFqWBz13Y1QG
KNnVRc/JHENh3LRTibo2CbEZ14ndM7Bw+C8thZnbsp9oA0g8Kn9dmbQZguBAQKyzwIHIxL7t52S5
hdmRjk865lF4bLu5no+JDsxwYB41+O2ArsgFfhWjzMlHNSxENQiBrKY5MPAqZUUski6/U3HfmrsB
UZfFbxvAmi3CdF3irFji1FNfEaKq4Uuqhp4+UJkz3IE+YnfHCi9p7PBucuGKcnk4G3MMKJH3MLkL
WZWqhptTTDPNxgp/8+rfxmLpKiiNdcnOmmmVOxrzNSqwRDnfGiVQGExaCtjdCCPkoaAjgrRiEOPg
9unaTu9HVvsKXE2onzx5XJNH6WV0PuHlwU1DpbFuL0Bh+AFACCKRPHTalCxNvGbvA8QEp4keysSH
ZIFmcQFpEXiXZhRMsgop7mqLhNlgeejxtPgFNOBpWmxAwAVr7SMoGcDp6cs1Snt279ySIXVItj7Q
gAjoa8IXWIt3add9ABfmG27BKN55vkt8bNEs23sZitM3+N9IXdX+whlC8mW4D2y/wBsBiifPPYDn
fgHiyfIRLrCqPrRQoLtvAu7aDZsR/aIhKLIF6M3iC0J49Rlhs3twFkyFYtL1PL1zWJOhjKD5FxVW
4EE8AV0JuM/qMvkg0ozN5brZFVYkB624xBHxg6IZe7yqALbEZt/NwDeC6x9MZZd7ailX0AMes4bo
roiE7z7Mg0h5kTtwKfZr6o3dMbBj9mNeTHjfsBRS1hkAJHExQxARtz0kZZpqJGr5CWH/+bPAznpO
B89zB3+O1xkPve/6e4EKTQ+zQk07GDNH/GMTBabGMzs5nIJ+ATGjNfP8ZFHKWaokoN1HOCLxGjKS
NbRGs9kODxP6xmPZTVOHF1yoDCbv0N/5gPiqQ6SctCuMHTwbL0XYitk/QUIhvSPjMImiF049Gwrd
r4NrPShUz2uP14EBfgNJutmqMmgT+jjDC9QrQl2DYzTR2UvLOBfJb+GlKEo3LuRrkQ7z+NnNvo32
STBk9wARBXNlR5l9D2ETq/YWQOavsxNIIj05uawEUBueJ02Tq7yoY9zqAbetX8Dr0D/lkcJpbWF8
9Dg33KPI9xADl4ub/AZ2hsJ7GGIsB2qCGQ5KQC2TjzGHrEklcpO1+2mxWbfH7op/Noj303KdRlkj
b17bBq/KgHdjjbpc3yP6sl3BOp0Ee41bH3R9NDd+m6WfYeQ3QU7p0CQNfTarFcgPrIiSHSgAhBR9
CPhThHyWgTzEw7HIF48sT5HOAsSYkOx4N4QafzaQdH5bdHHXkbJZl/awWurmoqtlJD7YKfB/wvKQ
2JKptOn2MpkhBToiZRaFiWqi8RaQ4GeT5i2r+iRAYN9Q0gVI3BMgNHrUQ+fSkDZsKwHT6qYIwMdz
BZ+7KS7bHuBlFKVgrlQQ54B697oYzB6lyY+J23He4almGo9xq4IiyH0VH3qRhM2um5WYdjZJoaJS
9yYvvW6iyx2gWVl25IL0osD7b7OSxIyP9zNth3sJlS1TQHEnz+4oEtzj1MroC4Be1Ba9072GdUke
PQkOyDSqSPVa8XZ7DyIbRkvp+yNC+VCg3lbONrUfSKxDDhojj8VNp9C4LMAjjz/C9FAvRz2I/MuK
mPFWjCz47uu2a2/XGhpmeEdXNZSua6PHsIMl+XvRkeGHiL2226+IZH+jF9+yssVP/KcHRwfyxMua
3jmJTlaByNDUxyXsLeYz8uq+AFI6NBAC6Wsk6KuJsj1iw+6EPxha2ZFbeXMkLounEqy9BP23OJG4
eodZS5R3W2TdWMM2v7edW1JUbFBReYD0a2MLUBf0Y8gkXffOn/vfspmXqcySOUfwNNMEZZ8g5s9b
AoK3jOHn7ZHdTr9GDkNVKCZ2NTTqWou5INmMspWa4deN9H+tJOu9/F1sePgAMHXw1A05YMA+zsQJ
TVKOJAmK+I9dnCxTMYTQQSsIdKdxeyWt/hTQuH4OozH+bWaTo91Nh/4wG4iYlcjQkHnHSHaTQuhc
3TTZOunCdBkkOet+aHFMw2D57Ysl68tmtO571Ptei2m3DH1k02QPchOnBDKLy5997Iw7xDLXquq6
Fa4jhJHwA137MCjmeY1k4fWL8g9Ri6e/wByPPwZfdLYQE7FzAahH/zHNenObgIDQFx02wcPYi/ZL
DS233zVP6BGBq+egbisFQg1NTg3elq9uAvGkGFSOmkAXKYkSPCxG0QxOjScRHzbBjanbuj5EMmQo
n42omhfwTpyhw5Uzb0bCPbr6ROALPpRoNSm+642PwN+XfXhvZLrAVIfbacSHx8ERk9ExWORE8bDD
nzE9wTEOXT0hI9VUbHE9NnzOx7mcEzM8o76S+gg92PxBIFbvYN0DeaNCOOL/StAtZwUfRJuB/9Tq
Zwl+GSmGcUSKOo9zdj+OY5+UuRTBU+T5wfe85S4oZzOGP02b948Ce30tExVON9nChrT0zBiwE7FQ
M0b5Melv4AOXZ6UnTLznC9JY2Kn6KEU1QTaTXTpQ5yEec3LBvTTUXxNATr6oPGi+auHjHdP+wpK9
oYN71hPvP+SiR4lSo9YXVsmQkG+Uzy0mDbWlFb3qyH+u4ya6dUDVudLnHqyo1nRivzLXI/yzSJVw
BeBB+EYiPqCCxSaGSMkpfUug/+YhL2/WW5gcr7yc/oe681iOG13T9K1U1GY2jWp4M9GnFzDpmbSi
KG4QpETB/fAeV98PdOr0FCmG2DWrmSgFVVSSiQR+95nXOAswL9UpzTulTfW9mg3ZQ2Gg6hXErWG+
WLk+sxql2rxtLaQN/Vies8+kXukzZxxxSEl09qTAmVWpIiwE+CZO7zEEjx7QGB7h5fOsAPh2u86Z
7sGD5p2nwT1nluLVowZRVSoy7qg5qVrVTsM2D9Uc0JEw9F1tJZHsiqycKYHYvRT7WdismzUutZe1
UKaI0phhf53iun0Z4Jm1bmHbeKtoHfV3z0Lv6AZKrCW8ua3rr3LLhhswrYwXYg/7HtR5eZ8YrUqx
ITHyFdhcsncKUVeNZyWZNAYLUQVz20r51FnTyjY1BxqACBI6g+RPjlmvp6Bd7athZCsgsEouHYla
pGda3ehnA9KT3sDOR3GE/OdF6TqdxHUsjH3e5zjqktXo910KFuhsZOSB2E5bYDuamj6Jh2agfjd3
sZiQgEXnci8nyaReFbrFRFoGnB29eByNS9qpKFppfZzYu4aqLhldaerxQaOwKIIuTsWh0qZh2OSy
1JEmsa9o+9C2IFkYUk+5k+BPoB3US2rr2k5FykRNNk33TqqMmhfRJUGJJ4uzo8B/TLrQUvJ5f9Ac
iUiq06jQxEPe1lss7sfEnQe7pOLdpvXtGnckfl/qU+d2udPHl1Tmo8dOReQbMk7WXXW5oXScEIV5
mReViPaCs/2mLOMB3kOcNVoAR77s3RZCXAstfopwm1FKvfFwHlC2XdunIqjnIb9tOouktJ8s/LxC
Yo0G3I/pXJQIZ6NF2nXjuZ5TKkIOxOXFVXuT00xT9LbxHGbZV0zDwgvNyu2JZKJvbsdpiNOAkra6
4yi1WY3CVKsjkghW6vYyNmBKNynpXWozXShwaPIpAgSI8lYX6fKuaOYl2+ABOWlkCDNxwjAPbb2b
EPC/gUosXRWjPLMz5oY97Uvqcl+wItKvI8nKEq/mnHdcRAAM4cujovSu3of9RaRNFhJalFoUF+ES
6mmFbUhfJqUJL+PF6O7qYc6uyqwirCrs0r5jVTFQlR1mx3IMyeUhXNnqjexIUrLP1EgD7dtVhbTF
RXDgZ6Th2EZ0VGZFoPnQdjoZoD596dKB+G02yCH90B4AAepyUqUenSdjq0eDio9SkeklJ6RZXrN5
FFdlISbiZNZQ7DehoQSaURcaVatBuSBwG1hJ8LMM+0SytminZhYamoLogu0Mnvy1MSrzY1/0XXJw
upZdMOpbddfmZmx5I22KyitDw36RakO5jNhpWMFV1GWBsCbnE2o9ClXXpLC+zGENbnEkuGWS4Sp8
m7VNkWJiYUL4K/KmstzEQfSGvK6y4m0yqr1C1kdqyeFWRxYK3iIPSSuMKHO1xurbNYC1t6KkWOdP
aa3c9bouPpEE6mdoQzPmVY3M0i2jad6CdNDpNGlFWqEmKjksMSeOH5quD9sd6NoIPxlHfJ2TDM/t
egGpSoHekvON3YQChfTCMS6LrmeBxFNKm8aM9IkyJlGm7A9mXF1bNL6+62pNSkIdhrgkiqiqunaU
A3UQS2Q8C71Ln/GKAz25oLazi7BJzE5lQarnqpwAzWVqWtOBQhtK3U1ktcl1oa18OaNoyg9wq++g
IOkY6j+s35HNRFDsdVu0RWPeQCdB4B1ZzGctbCcva9nEohYPqVDJKGYR3u9z0Y5+LA3Ops/Tj8SS
31Gs40OAflzh6Kua2hv4CZOvg7wf50E/h81xYcxue6fLviVLZXUBOukEdnGE6rU7LDHHAWyuOiKD
HMMDUinUR3/d1fwZDUNLcwWFYhlKI/WtslqnKmUe19hbQp4uTpLQy7tay5MPcLXvNKQhZ6MsuTJE
0Il+++RnvaUrQelEjtCHo084siBN4xgVS/wBkujnGwLbA4VfB35DUPq2LRzTjqxF5BSBIwbH7eNq
PNJjkD/osL8DeVlJp4gPALfBbXBtTv8F3lbm3aLZU84NtQ1rMrfES7nUzZ0RmhBNsRD3Gqmebn89
Vu89RdoLhgKMd/UWWF//y0V7QxsNTvs8WOJ69Ep70na6U4abNi6LDzCD766VH0AFhwfJNH1zgxL+
Xwv4+CLQ4+i+6gHrasPQevTRilOnmuFORQVxg4hle19qS+MJoZYfKYS+N5R//QxvlkqkSpE2dg73
O6EKRHQjilMsCfXvQxiYJmAGV2I9CilvoZgWLsCzYHJyLQoErZw+U6Wtffhi9vNYanjfpNkQfwE1
85Ek8nsYBh7wKsuH1zHCsq9HFMrjwn6UFkEh9P6UWDUoyTlu6ONX1WMn0b799Qx693rQlVYBAbRT
1BXN8ZcZlFRQ7yXRoCorY85HnXz0qDOam8GgFdavMru/vt47jFP2FQRnVjtQi613HeK/XBD+ZSTP
hiiCMBdVvM9mruSVqhGe5tFMz3jKdjdtS3OswKoGq+KRnq2WSYvpqvpgB1GZG4e8z9TPv/5c784s
JMsUjHEYcfXNzOpRrkxCxCODqbWyR6mHMS4h3ez++irvPm18pcFnA40hRX5983E/dSRkKrixhZQ8
caTyMlNG+sIkXRcNp/wHe/k7mxI1SjZaFJwwZn4Le4/NujYGgvMAH1Bnr/Z9t6GpaFC/AtUlh51x
vVhN+ZEoxU93CVQNcgtT2EAXWX2rP7rUmaITRRZBW1Thi2Wk2T2Up/lcKdOyn3Xoth/c5s97048r
Qpl2gE+jFP1mH4xzuP7JHJeBZXQpwrqGfqcLhyKWvVheAorbK8TqPTl3FNAUCwBDDgLl12P7E+5p
/QzIoJrgY0E+vgVVd82gp+ksMbFly0SnarEPmb7y2AY1AbgQqRtbrmwvrUX/d7XiuDIcDB45Mg58
gDeziiaW1oVpi9Y4RtO7vqujwMGF1q3mEaunQf9I8vu98UXoe3ViZ5/6KWriBJ2jeclLvGzU9MmO
zUr4FqnN84KIau2pS/ORS8ZP85g7XInFq+UJCKq3GgpT7tCCA8cNUWXAXs4y28shBhqSYKtzBFhg
nUEvWB9sCT8drutFAbpbiC6BpH1rQZ30Q2Gj8lYGfWUXrkM6xj6VUfwdxEchynv3tx7fXGVFC/ws
oi6pOtCSIkgsWdSuIeV1vkMTTLFdbZG7LYF89ljwcLe/nrM/FsYr3iz3iE4wIHkWKq2ZN1OnHIBx
AMahlA8r7KYLqWO6dDRNT6SjhgIaIrT3lN7SoK4i+zOI40J1Oxw5TzFIKDrdw6AHqiQZd3GshLYr
VNqNf3fP5CNChlpjRJDgQIpf75nEntoQm2EZ2FVZ7CRqWwHIYjzfHUox8TIPH0jivTe7KW+Cpiec
W4/h19eLnLrL6WJUQTXSOzJmEW8mKdaPCNJlCFulH7Fef0zet2PAabhy2mSUlN9K8FVmTh8y76og
HHWqwHK4XBFcRNMxNHTj0pqpVgfNHGtfOkm1zqlc5FemOjShmzeLfl21wNr//iNHPnPVUltZl9jj
vX4EQ1fVQ1uEVYDpax44bVntqIXEAapbysYCa/DB/v3OSlMQ8sB0AoMfeEtv4i2qB1oBAYVHnmrJ
rm+6Z2M2o8BGEGfz6wn/0zFPOAfrnTQL1TbA/m+utOhhrEcqfYuUYLl1TTnRXpDB+0i98OezYJ0/
SGwxpCuA+c2cjUZ8WPDyqoOsqOQN+BoUozVNOtiLQE/RAB1Rh5a2J2P4SHrq52xyJYIAv2UngQCG
nufrsaPh65TWqNWB1jYz+NcMRIRlxX6HWNUQVL1u7rty7AM1Js7RO6e6jOu+fSBD+sg+9udRxeuQ
ghUCgwor6a1wdjaSRsqgIaD/2+FOmsbpuwMn52rsjLr/YMa+ey3iSpJ4A3b8W5NVun82CGeuZddy
54pJQ0lXSRd3mucs+PUUeu9S0CYd/LMVQL9vxdOK3qjKBU5tIM+t7jPFxF4N80+ZUqcf7M4/T9Z1
FUKulBlHQFxvhpLOhQbK1GEop2xpaVhTcnTjNqqiD57eTyhm5gxC8Ui54E2wngev5wx8sHrU+xRn
qGa+bzvzToLf4C9D2gaGWU3+olEOsmgHubVUZx8syfeeJ7dI6WNV8+HAfX3xtgTgEy/c5SgJZ9PQ
MNkDBUp2WbNUH1zq52P2h8EfPt2sf2KJN/cJr0CpwKY0gZUa3UZUsnk1EzkFshVWoFrIkQw6X07z
Qa3j3TVp0cb613XfAP1Vs47lDMfUoIR+Q692iPZ5bisbtajaTYGxpI+KYbPPU8fhhOma20UHj1CY
AIY/GOl3phSJHhUiYkKKIW85MoseoSScFQ2WHr3pgQGXD3laWR8853evQmQIVIJb/uk555gdAAHg
KjPtTZ9CU3cs86h+/NsLcZVVWFmhXIiSy+uJY9IK4WismwD7rWJbDXMcYEKnulOhTB8cUCZv9fqI
hjlMMkPiBj2M3fX1pUo08SK7VlkgtWgCW+C0GbVa8TKxnoBuIH3zwTi9e0HMnGXuQYVN/OYEju1J
6dvMauj3INM4QpX2RWZ8o6X/A68jPhiwd9bgum+iF4YuDHjiN8civsoxdi5li/hBpHlJYciuQcHX
m3moHyyG9+aGgSErNEIOBrR9Xz9KcMrWJBzcLxqe9rUyYublOyYSAh8M2XvXIaAmZUCOxUQl7PV1
sHqr4iyLkNbtbDtwwu4M6+IjC7T3ntsPw0tWlAV78M1FenJZKQrHJhhjBxlY6vabyOoX3yhY4r+e
7e/sXbhyrR4Uq+4G4cvr+2kVoxuaqcLYTddWA19E9DClB2gyJNMFWvKm1yfD3xZ9ZNpDGqK0uBZf
rbcmZLhmxaCLxjZQcpJ2oFrNDk7IVTW3ygdn3TtPkn2AQJ8lTej0VgsAyNBYjE7RBnaKjceY4VaX
wgn2QI99lFC8MzN4jEj+WKvwAGzBN09y5XMTOrWBwJzlioaQ5eqdMXwwz99ZwZxoCjEJwpyO8dam
0yxQ85oWnXkusjlI4zLeFbTB8E6QEo8q8v9FBATbk0owarFshm/ppWrYaoqY+y4oY+jcPW6vbk3P
b5PmOL7+mIr//nX639FLefXPja/9z//g+69lNdOZjrs33/7nRfK1Kdvye/cf66/994+9/qX/vKxe
ituueXnpLp6qtz/56hd5/z+v7z91T6++CYou6ebr/qWZb15aao4/LsInXX/yf/riby8/3uVurl7+
8fvXsi+69d3oLRS///nS/ts/fqdN8JdVub7/ny+en3J+71z+lj8V/6v9TTwV3376vZentvvH75rx
B2HvDy1qSl9YETAxxpcfr+h/UPjUVnXq1S8Wm7bffyvKpov5JeUPltlaTlnVsi34lr//1pb9ny9R
z7JXDTLqWzDMrN//df+vRur/jNxvRZ9flUnRtf/4ncCK2f2XowyMBYEeh7JjGnTu0AB5PfvFMNJU
B/HpzUq/T5NT3WhnIA/PZaUuuEOJDZ4bV4lmfkKmjia9OFhLD6rWFXp2VLTKdFHn/2JVCpATQG2x
Nr1E6OLPeXTSPUs2F7+0w42S8KzUR9gJs6cnZeQOul56LOinIVFB8LhtVgh3adtTYdD3jGzLU/X6
SdW3qrpLb530ss22TeWPOlJGm9DGm9krD07lN+3WsA+1fXXZoZ9jWRegn+P4NIEu2SJKlZPsREHY
eSCPxt6VOiqrrttawZwGotjLkjtVgaz7VX/lZNcJlpHlTZgek2pTlx48fdDGdsbC2arZuXE2jr4X
t+I29VNfXIbR9/qTJt/UF5yOeeTxVQOeLpaT2IiN8VkK/bl280d73la3TeHiyYYglyeXXh15bQI1
4qa4bWz3rhbnUrpXs8417IUGqQcoSQOSS/WkuiCJkBt7u6ReK03bMEoQSQAGmC/+Xkynxql3Zn9d
StsYNZ/eOo4KetHCawEaKNvWLzoUvmOvf5i/So/S4/xV/vG3/OPv9Wv81H3/59f4CSjRd/Xrv/4b
vqdPxpbu+dfhu/7V2JoO7BlKbOZ8HlpYdBtnW2cnKMeuDuAF7RrwfvAdD6LKH8U5bTfy6Lhq+aVW
Qf74+eCqD+JJR8GmF252R/v0BsRq1gWxunUVr9zH6EvishttUWkdw0sIUYqxoTc/CNcsLxtkmpdL
0Pyaes17WcqWr+C68/KSk8HSSneZXROuDl8KY4N8/TT6XybPpsPXCBcc4nKgj7v+nd2CyKKX4bjO
I/4Zly7Br2fbT6UOi9K1Hrc5R031VbUvjQobPZog8jZCZtjyzGmjgVq+WgUaQ69eQRu+fgdaU7+b
r+LnkMy+vcqTo1XgwLMrjqHmV7u41z27BYonbiLpa9Re5uZJBUSyibb8ehnfT9PNpD0axeHKlDep
9MBUjRDRRG3Bw93dV8fBk9GIseeSulPkR7EFigHWHmzEzIfTlejHxmhcbbqK+502bOXFs7E8kYKC
Gy6NjeV29cUE1VCyM9eroq0BjCS8qE5icKeNfgBnZ18/GgtAV+SFY8+5bLpDHNNZYX17s3oHFKQd
ei+H0NHR6JKv0sEdv8d3yfnC3/i2ONjfN/Xkl9J5fLqQXCNxHTfD/kj3lgWKERUpgLRee5bBa/nt
EjigKZA1v5Oo2Qa8ozqDvA3aGX1RUFnhQainLP+OwDJ64C5npS6dVu7j0ySFQQuxjyB5qxqQSCBA
GmruV/A+Ie6AsgamtUg7Jz6KLvWU5Dmye39qD016yrpTAf62yk4OVJFQktfP5nRBdQWtDpBW5Kr3
dGDqm7z+nuFMHM1eLqYAnaPyZjE7L8bgSF7cymaDuVT1Q9qCoPlGp1qNPd3rQJaD2lzxtIDM+d7+
drkBa+1T7ElTd9orvtDcHIoItlrhjH3EizNKnzsIDwb6MftZO+LubEHptaO7WPmMkDh3ui3gnBf3
hXwPIKEajvPZflLTBB4xhHSJsvoBYUF4gK5sB705usWmF1fyfJeqnl5thujUX1ifR/ZDxS2v82tH
dvkzrxTL9X+Ky/6ivfjxz/zbP1+R2V4xdizcZd3Q+vLPP0BW25fyIkHjddyzMS7H5fMMJj9ys0mG
egHdoPPBvV/V+tkIPWV+ZtprYFmn51bk4DfPVE2ZSZ8lOYh0P+lZU7UJAA96vWa5Qn5WisWPpBto
ml4U7aNKcnU+BSDlNu1cx7DgPuesgEOobuJq3xifoFiMwWj7GeDbdOlRxQ/Nh1ZmXwXeV93wVAsF
LV4mBriwiGfzbLshV8akx10Qe8HwEXaeswW8LHoXAUinehCjuRF+sckAl8LdcJ0n85Q+9yMG4ziv
1RdxeTYjetlnGFyuU+zAGlmWu8AZOFMOQXHcgMijPhSN7ndL7kWD5IXTFCQ2a0fmIFGXYM7Uq86y
+T51pfqpUZygOBgs2qT7rBsTsnZOAD1xA1GFimS4EWP1PTKEV0GjVREJTCFBOytsT/0EGuWZg/1L
Cr3TnaTJ1e3EQ8MHwwX5Ku+aICShl+EGLMu1XGq+HQ0eMG3XhlQGZH/fFmYgieooTNk35pWwLvy8
JHMZv49oxLWfCYS30IGgYcrxJnWuJK3PA5QzgQ5HbBRzcp0YBWwQ2wkmUEJe48DNVNrhCKUzn26V
aHIVKGqZqgeo7PtEH0gLVfQTxmHZSNm2l6ZHQxnOWaqc0AW9tMR0nwvzm1rop0i/jIunvx+l/v8W
fyLU+6v483ZMuuWleRt9/vitf0afivyHTmoDJxf1PxIq/b+jT4PgE0AD8BR4PuikrK/8GX3q1h+o
z2gA4NcCKj0ocs8/o0/d+IMeCBVs26AVQgdG/TvRJ+onr6PPFUsBnolPsbb+ebs3uZeW4JKiJKrK
7F7ih4xQAi5eGpmQ0kiRXBlwt+dkoEfgvBE1xlbtK6NkXeW1CAkZatinMXuXrkTtmWJydUsA+li1
fbnvwl5hHpbOMZNEdAJkOVxEdlcKXyU6umC/xltnMfWLwWkCsnl1X0UOgssFug0HJrS9t7MI7RgJ
aLqrDsp4NDSp3/ahmR3Spus2SlsuXxDmVfxpMGzsW1HMPkbgEI9KOt0i/ZJcYCBabTWr0eBQDcCH
IzhjD13IQl+j9Y1aVdfCwD3SmYrGB2QyANDO42hrIf0biFbT/AzymoA25ihuEyfGtla1NepJxHSd
VmzXFuLLLOuSLpwOyUPT0+pgASXdiqjQNrlqDV9HMfWbRtNfkPhSA7mEqYiqquYhG5MeTAFQl0Jr
F0haM1wobTQcFHCvlVvQYd6PgwpYYIzhD7uKhm/yJNr4QUYH+VmVls6nfJq5Qy56z1CS+QA5QicK
Vybpy9Io6nPep9au6zQOrRIhrC+R0mUHGvPVbdtrkT/rA2SSNhPfp0iNdlkxbKYQ0QmKhfNuKIti
H5chxmpFoW27RmbHzavq09i0i9c3cLgjbbGObWzUhqtn7bAr47YFOJsI41haJdtc1Sx7kTnSWUvk
leaRl1unlFOiphQyXqLlBaBDKQEBiduVW85EKr1hfC+j2jwO0BwgSZTL9TLoxrVa0LU3q9xGcVxz
tnYtNVt8Z9ojFXnD7bXMPJg0gjdimIqdNeY2nuJF80kVEtyRVsk2iImo23r1pJgiTg4DWQK/1iTl
jn66UH0dWXxg5ZFrGkvoVpO1nVfnyFZbivOYV9u2y6xnGjf8FLILPDpBsDNZ4NzzejN25EOZFbau
nNbWQYcrelG0oQH5hthIWBSU8XMZ3Cw3rH1uL/k+zutuVznkWjimEUsP8r1GKnqnm2G3GZHXlzxn
VewQprCDrjeHIC5T/aEUfbxrOoQ3OVVVIlyniFNXbmeOuNJeSuzoUuUhFvGyndNh+Bphv+RBB1Br
1x5V1W+rSdnbrQHsAgGveBuJJuSLga1WgaYm8goltFmLIMKZK8J2NdOCHol3fIMYy8GdKY4G3TSa
sBrF9Kg2C0d+F0/PhYqky7CMjxmkWk8oQjsrzXAU0ZCDSFOUrSYBxEVMmBBSzNIWRvoQgBGQN0XO
I+oGU7mo68nANSSvdia8DXQ/mtZYFTFiIu4KRs59PTpLBp+TeAsxiAfJ7JZPNF4rPxz0cdOW+Uae
pnJXSK3iI9Une5yeD6XdysGoW+Fnlmp/SoFjX1OCubfwy0XoRNICQBPMRkQ8tMtJT29EApVt7qD+
SEmWXYU9cu161tm1m41Tf65hNvSBU6YIDhQQ1e9NdZp2mj32l502WC/1FCvH2SbryBUTxdBUhXWo
YSEQe8okd6dclycpGCNJRZ6jI4vKoxGiDp4xxTnO6vQYx8g8uXLWbEs9XGVjlmdpbOaLmDbXt9pC
qtJFM4+ktmpjb9JJilpYoK6yCOdFCYW0GkzhfJXN3QFo8ngksdVdHCg2lcg+od9gVH4ypo0FqqHP
x4NNmdK5TMoZvQqp7rPP2O/I5xI1qNRLpWIhuYX9GBFUaXak7jnK4tBVJ5gmHtwzZigiX3cTbIJq
L8tRsYXa2lZ+qk4B5w28kFw6qFY0+tOcAPE32O5EjRWrnwwqVItEuofRbB6XLE/vgNxvcme0T9GI
ag5AKNXvVKZuVsbpFqMsPyzDiGRGcqK9psf9KRpkE2KcTpmi6nTfyYavKGtyYvVpvtf6GWV9RSW8
nJlB8WRknrBaB5qNSL2kSZeLxISMNyT5tszbhOpC8dXMmi+izfeWMzxYQpx1Ob6lQEhqAtIAhbjC
hPiHrGnvDdFU7bqsehoQL7+Q5jI6Gco6STSt2ckJrni91mkE6VOk7KqFnTJd2vPs9NoDZRjI/kLP
D7ENfgOd6OouS6z5ERczO0jnFaCa9cKr+6HtXH0pv6iifkC07ZyNzqXdsUE1Q/Ota+pm0wEiK9kY
QY/FsJQzazovkq57EcO6F0Z77CxSpFm3rzWhRBtVGp+LUQo/g9iAZpcVcDeLZeHYdgqyiwRave2Q
eGSkzfsQujMZgu3cRABRLgWK8qS9mX0tRGK7bZ+d+gxJGM/gAC5dJmG+0xNHvq0GK3vKl5LUS9gR
LKwkCffDWNRbRC4ndrtefJ7DDFC5rSxb25yh0bbomEM4KR96UCU6/TcaRxUgpr2iVtpzqFTVRjEL
+jxQBa2jMbfGN0Rd1UtH5PJ1A9iIgJ6PeqlHIEURgTjAfJoPoxWF9+UwGdSUylpcwUT+qiCRcmhC
DjGznK6hF2u3kqbC04Wiu4laOHi1VVl7J0P10+6M+AtiQIbjIucjfcmkqNoXqCMVxNTG3qo5XdiX
bb4YxpaJKftpaUxHQ53My2yWEQ2KhFJdR9NiPRWquBooBQ4bwqpFoYjUFhcMMbYznTUXV+My9/da
Jn9uS1bUBLfdSwaB0cYCjQlJO7HBCDKi9N9rn1SYSLuoRsXSKwg9LTfT5dqndkhmXwHO8g1RmQ9V
YnMOVlpzRIsrvDBV2KRxkw43TdSSFOPSAoq+Xrw5t2cIExoNetWZpK98RkEuIU9r6jTY1jmqQ+UY
xba0caK5c1udip7RqLhO5eFpiU1tGwtJo8animyi+JBT80I6bQOhZyu1VbErh/xitFOI4RZKPAcw
kKUnDbGsuOkMlDTrgZaiNpO55dBkYYBBvf4IQoKKiWqTWxWpknk2NjffCrWZdljbzecyrOLtAqLw
MDVKc5cOds8RosyqO8Cp80ZFrq+GWqq6naD2608sdpyuVykvLxGh8ohkaLYiEmEVq1Jub8skijZW
aEu3WUz9Ej6sScFlNKt7PEDrLw2YTvkk7DF8EVrdK7dxWEwGpEFr2ZQQ2kMoYtZjkwyLWCW3dBXA
bCJ5rVWjDGCm9ie9bL83mvS97EztdkTt2bfztWLLsZ+7RlflT45WdbIP2riGG90550a3eiKQ3L5f
zEVKfV6VDmjIbhU7FkQkMQKO0JO2FinDpkaV78ZImSqIZi188AGtEeyd5LlJbWKtCCmgnGoNaW63
6RjwS0SwPiNJP28mQw43mMnEwLin9MXOKRjaQGn2PX0l3zIzBMcAGQaMBPykYVk+FRMYqCF/rAGd
ulZYZJSaGRsocafCIRLLqZdOwtgq+RergChhJclJN5bbqKFKXHXS8JR2xhnVseaqFRkVh0G/xs1r
I8wKqmX8opZOYM/FTS07L2hM3SST/lXL1K1UytZuLBf1hBr+3WiPeyGsK0jSSoDSEiR7OHpWQdmw
rSV2ztjcN5HJ2TNFU8BGmHmNQUw/yr7Q460KpPx5SkOy62ycCdEcxFE26Ka3NzPEfGcXotVf7cn5
c+m6RC/Xupay5KtFBHutSlp3t3bBV8kvE6aQOkfXUtTWPAjkvUoL3vgyafltCBudige+j33dgUBt
8YoYEWe5dJCLWIUZmoEwF6uZ42qijShRE8EliaTxepT7iCqvQGohNpv0Jur5kXB0nUaZLwBnSUiG
psnOrhayhVhwuuayHu+lSEhX1lKip0JDYznrYkheZFwcSLkQmkiMpjxjVgGv2kqMK11tQF9UCVWi
SVlkNmPN3PZEOah+bAUy3TxPIbWor9SIhAw9SvkaTVaipSreZSPqqSJMIf0WDLCRsP9w9mr1Me3U
0VOQhrjIOx11geTBLHUeBCQ9aV/MEJpVZH+bsJ8gJeYWolpzqtDG5HBFLulGLF3hF/1DQRWMw6S/
zZNFDmjk5jtTC5uNbZfU6Q3rUKBac4g1DURmI4bruFZPQq+vzLpfgtaM6s+y1Gg3dUYjoFdT6vGz
Gl+Y9RIHIAqR6ktFvm1SK9obKjrnwAooERGCXyLkp17EyqRu6tzUt/D9oLCnVn2donlyWNRx3Per
2s00Txfg5a8tY1DQqB2l/YgSwkU417krywXq2GY859mmS4b8Zummb31aKruxl0d/xqCkdGctgo2Y
9FJxMlh2SNO1reGhC5h8wpSFJQtf60aZx+xzP4lMDbpwiHRqRHJ719hOQvqQO7h6JjzEU5TofEFW
6DoJ1YIiu4kkBPoh6AEo7AjSopge/PDGi/XiIUK38axIOrNtiKThBO3dhj5ZSQ9NaSN2nwtGC8jB
wVbK5bAMCwmr0HaZXRVX9dBYpJFpdLWMIXXTushvDGPpNnFD8bs2oT/nhTk9N4Oy+GknMe1muaq/
VVVefjY6aM5uN7EPoYNSunqZlLE3GqF2P9U2otCpmd0O9SwjOmRAeV4asZ+sJbtIUv2OyUDw03ez
fFiQN8sDlPGwl52keg9lLgksbKM4n1PGF8Zvj/QdeFjuJXYhD0yX+dzZt01UEROqSWs/5EyMYzva
HfWOqrpAkg+SbDPPd/ZiVNDyJ+k5XGakkIo2+a50pv1gSnO6z+R2uvu30sjrpQNoh86QEq+rq6VM
HWo7AzcpD+DwkwL5+vhvvZUuaMrpq3KSM+zkGmWEOXKmc5Wa5xT3Kc8ynYhoIbkm7UzPyoQk2t8v
vd2VOX/e9nxf9Yr/Zz3k7Uu5dl/bt2/1/2D7GKPq1Rfz3//VoP2pgbwt/4u981iOW+uy9KtoWDWA
At5MOqIBpCeTnhQ1QdAJ3h14dPS71weJV5dkXfOrogd9o2oghUQyM8FMHLf3Wt+idvfpqnt8jhsc
30/t2yby66N/tpEXMwOsCQwpiCVeW8jGZ0RoKCSg16Dewpz4s4inaZ8h1GPYQ29gqKgbkD381kJW
P6OCUehJU78zfqWAx/O8L+DRPqYZQSGQfAONC7A/yFBiotIQ9Tgy1n9ndpfZysucRLCX73Y9wBam
05PZUhh2+TnsCbzH3WoqwdTwbNAVmoORm9u8TL1hzs8kydyXvX5UDOtgD7hEqugI9OumH0FTtlQ2
sm7Y9KLZKhhinUJ9nOQQZ6h8iTOIIZZyhsBo8pxHdAJ7lFGa8s0EHwpUJaciBuiN0Z08WmlqvlR4
1ajrzapyMxZOt8FDWRwNqTT27Ddbb0gUbTdGICTkzOxu25Qak6ZScpAn+JosrJUnKZJ9ERXmY9o8
hGlVnoUioTFYmU+VHI9+lBiKj+si34fO0KPqs6IzLGbRVk+azK0qkj8BAIX2ztSSzBOtMC/HKb0K
ZaN8sqKyXZp/ii8hlDy2SWewx9PgZ4raqiMvqgOKOVirt3Jh3dUItchVhu6Q6HSicjvjwMXu2NPk
CrSUtdOSMQc+CX0vTwi5db5g49+UwHu83myiJ9BUQE/50cYa9iyzMArU6qTQncxT5IE6kL6ZOZCE
8DC54HUcJ1sp+kbMz3mrxy9F+oxd1Q0W03KZbhwg2Fk5UTks/UCO9pMRb62USS492Emxs+EZiRxN
absrbQ22WbGWBGc3Yz6i1qXMsgDTguh2Cnt+gJ2CTmvJES0nuap5NEJrXajdOffJ/Ug851CFrPJf
qjJdIxh1Y73YzWxM6XtK1pWVL3QbxzOLpcCao+lpvMQxTxSMuxTnuvOinop7JkE+DgonJLgpQVg9
UXEz/MSgHY3lveH4V6S34F1aPyuCY16lOzFnYj0W8teRJJMb8rCumnCSt2OQJGcVFvi+2FtB8qLi
VI+Stegpw1LSAchA7cjOrCu9lkxPi58Fe7Fz+pjGtiHwIOkNT1CA9NIabgO+ohRw0LgWDtwpRSme
sXNLnjxHis9lpWsVTOohz7IzUr/zU0tF4tDUxskoVAoP+qRDoNNnz6obC/4BWOd5BgOREu6gO8OX
IEJf8esz/D+tucJoWwx3fz47Xz1Qhv90+iDauPj0b2vxUDy9/PvbGfr1GX7M0JKpfgYsS/ioqhgI
1xCi/jZNS6b2GW0jSixSvwhk+G6rfG22KPZnRSU8YbH54JdhDf45T/Mt3AKmjsSP0Dz03vavzNXv
FXWEjS1ibvTURO/R1UHw+17ok0I7bEcca/40K+oWOoDuRZiJVloBCvrN2/SqMnqrKvogKvrxWgiK
yDBnAaLL9GFVaBJI9HC/Nb9v5H7bC9/ARemraaR7Wjl6IComOiJQwgRlR86VyCzGDKgAV7IQvTft
t1gODcpbs+PbOoCTMYh8Sisnil7/rTj5/RL2/WJJqlq6YDr2CMVe3rg3DtSpZQWVUCD6qbCu4c6k
7sjKdWLbEWwO9thVL1N9sW/MjDhGq97KCxYj4YrcHLwzZUwADlWXKnAU7Mc0rq8tEVsep0wvt5A2
jQaAUqpBtZ/MhFSWqbYe477dIOTY05WjcStV2coYQJQlR7VtCki7OG1sJC8DR3rPyMuY7kGyt+Xk
gNfG1+L4ObKDS612UAQZ0nUZ63t2bfLq//GYfrd5O+tfwEKIF8ZL1Xxad8XzQ4ua7h+wS2PnRC9r
Ga1/PhVcd8Xjp12zdFqbtzPA74/9MQkYxmes/gx0biSE4dhsf5sD+A7aWSSgmDJJgrE0bsPXKUA1
PxNogkuHq5CxFy7RNK9bteVb6LBxn+OQXvJ4zV+ZAj7YkEgtZUxqyyYSC4lKvu/7O11Rc5ZJo9N9
S4YW1OmNO5TRl0RL6dRF9LPAGa6z+m+Erx89hd9f1YLkSjUCBSTy//evyhdic0oIOVGqtnRb26Jq
hY4wmeKcQlx8nAQcLMyMmyTPzkMDgEqTo6JKRXSTsDXz2XzOnlwk+vrX7+9/7cjxT1vZSDjiPMet
hnyfU4OumX95Crkp4vbl+dNV+9C+NJ9OY27LT2ddm01xEf7RTf+HT/+6CFrG58Waa9AiZMHh3uU2
/3FWwa77GbgHTimGwesp5rcBYH9m3sU/jE4BvT+2x58DQJI/k+wn88uAI+Awg3b6lwSvHw4sjDHC
3lhDqHMvJlIIW+/vRpW6SdjHZnhPF6hwyTI1LsGKHatmPkh1/TJU+aqkIdHYU7tpWa+oRqyR5bC7
BDW1EoX2/GYe+YO18r2O//V6mBJYmi1QA8uE8Xb1GQQcYMCt4X2eVvVaglTtfv8LRCoKqhQ/Sd7J
d3/9mh/88ctug7MiVk4Lczqu7Y97gUZTC2mSYu16MqWDoQhqFIO4DSc28q0gIkvUo+4VdZ6jcoxu
TTIz/voCuP3eiI7Z0LCpMSwEJou+BJfxhw8hj4hJr+HaXcpquJO6Cm5ziyShKsFGGecUkU1XKyl1
zlmx/dVXNmDUcpctJmIMScvH8WaxJ28gWvgz2qVqSoqvAfZ2B5YxVwv6K6ehi6ubV4ZSbTGH3P/1
KyuLbObNb80tzCe8dNFVi/WBA+6H107QEUB0ivILWJ+uxp/T06+7HfxFL9z0bnBiHJ2VcWy3tm/u
zF28oXp8MHfWUVpFvu07nrOSvOXry89VW7Ettq17LrYt/3RW6g5pmQtEih986r2nc9MvtvK9ODgr
5nu+nTwO99N5dpg348V4aZyGO7CFx/mINuZmvBjOQX9O58Q8upKHhsNDZLsSq6dznvTpqeWfo9f5
vE9e7F8YfufZK2lNy8wb+Be4ua25Er68kTflSt70a7HOvyW7etX6HCC3zpYj1abcNiHVcXd+lo/K
brocz8Yz6ZAfwA+eqKfSVt7QMPPqVeeVPJuyE9+f314ZO2mtuc52PteP2m55JiD73rftAZiaa3uW
v1yG49dbamnbzLtCJufZHgFIm8AzduYx2jjXzRYN4N/cxN9pOr9L518/T1ZS9udMaNxP7++lmPCq
ABBadrH2z65jVzlA1dqEF/0jSkmNPS0wR/Il4AYf5i2h1268Asbqgs3cgg/c8KOr2kvWL5vjfnIj
V3hXSHG2oV94k8sXVskKfS9XnfGWF8ufU8IcBveCSgc0LcIvbhxIey6KR8kftpIfrtk68tjt3wyZ
71aiD78nlSQOSwq84WVOf/97UuIcqPtq+QVGLZB0xmDvx74GvlcWmwHyKoRFrKBhaD+2cluf/Pgr
j/ZwzqPd9/8103BPfkSzqXP6BPRVOxRQUFHBNaKO7gnCc02llncBzTChjtAql7+UpH2KkAxSCWWE
gjUxXQGJiCmi0A+tMpxRdJD3AR/U3gmb17+K0qQ9AJHf//1r33+uHsHa/vWQXop5H0c0J6lFQycz
gWOMev/OBHMxso0RyYWuK3sJobJeRJdJG53Y+YvUtlcKIh+aUkd0Pqcq/acmttdzvetDZzXTq0HC
m8jPYaRRbRmuraR4KEvnAqjkXkmdQ5e3dx2npaAZ4Aw/gsS6b9p8W46Rb0xiTWzAESjmJlZuaWPb
K3af59TnNnUFOjuAmmUiwaXDcTKSUJ/oMSIU4lyjM+Dmq3ahC1DILwkkb81+m1FGBx3v63p7SIz4
TKNirdTZpVYUV0Nb7gc4fH/91n1Ygr4PnsXfAk+Dt44J98MRMU8Iu1Oh5l7IKWsNgEkcAiqASvmb
3FrNIW43ioEb11wDVPw7IM37ffDyifGBsQRawAWQuqkflh87GIxpbJVghfgOrYMzxF4yDyjKSSVZ
GRSnLiudRhPH2L+5YT7cL8u2jMUP4zB7Mw7HH0eSMQi7GQdjPksa9SXNsTpEfZ2v51DFTtJA321x
HM8OCThO8reWug/hVESa2WTFWUCpFFgtbA4/bMQrEI0hdnX5ulZSdQuK9jLJbVw8XSO7cgDPl3NN
j0amPC2rchdD9z1NjXLdK/khwop4aurFg67PhR+2NJnRnzxVSdVc55ZI/iar8/379NuVcmawKKbQ
wviwKSo4MsBXteTrTonvAcgbKKYJL4+RXtAKue/w2ZQxOVbZDBX0r2/M7wH2v892ts7TLliRxVjJ
UQ4Ax/sxrQyQ7dW2Ky8y6q3ZMARo7+fdGr5/lW8igdKkU0OCuLDgH/MYSnluFTdTAcWHTI7YHerO
ObFKZnwRtYdeV77QSB4u2kEVG0jYDTJ2/mviylsZ+kCsDqldm1aebkBBZ0fNkM/sWk8uLIKcbvT2
OOfDRLbH3rGi/qpUIH9FFcrqRKdBhaQIW9BQ9Pu5KGR/Lpr2EsHJUTZ7AwCxdvP9nXm12b1uVT/4
+j7893/9C12cf9phCZ3zshP787P/1Y8qIGXAl3fmwNcH/lb90z5zPOfuWQp9KgcMJpUfB5/v1T8M
pAx8NoBUBhYg0+/VPxhI9GgwC6PQ5mE/Tz5L9Y/2EXWB7+f+X2vUfDiEv1bklh3/chjEUPih+tcC
rE2mQNcIngoRFCsmDRSjvsWso5fVbRtKCBuR/XTFNPgVsQleStGaslbe4etL7toYH4ROM9l/806+
3lJvK4Xahz3xUpVcdDNIhDgN8K8P1zVk9YiSqccplQ60ZZu+2BpCPnTZ9BjVlbSSs+ArKylqpWw+
rypxnhYWsNmsvJ1medpZ2cZaynKC+pyi0KEYOEugcTh1wjk7sUJyB7SOADDCtc5JPmt8a7AotqWk
vwmhJWuf7KfMc+wZHDh8WK8Z0WU0WMls2kdSNeM+0uVDNUfZj1/8lwbTv1h8+McW1qylO0hbkE7j
wk7SWfve3B3/qRn6fy5XV6vL25X/fz/dYZB9EXRGMRs/vK23/eFT/hiBGG1hNBKkC47ht6H0s0tK
mC86aq6GOwzTwc/xR5eUNiuQrSWhknPhssf/vUtq6bRwGLYUPL43UH/r476bK//YaEt17d1e8Q8v
/N3JkzxFkeVCIfmQG1IYxjZUzGgFX5/zQBuzkR/6aFMa/amRSReJ3t/i4CEcEquOQVSCrKFOE12x
yYRxRAXpEjbgE+Z0TOsm+2rb5AX1kp64+WSiblFDdUPX9E4TDVKyLCn3k0If1BaTfianTrwiTeFb
ZoT3uhQVa9h0A2RXxD3FSGJDll8OFR6oPI2CC8QOqKv6Ut9VCoR3p8URNA0FDAoHIa5wiANz+1LU
l0Kl7RqNSo8aBPHONKBPyfACeEqRrMuR02SB4yy39bXTF3dpElXneowh07ABAs+xuEah8xCJ+Fjk
5qUcsR8kChHl8pJEkkTHUrOOZJjckl1wkUjKCQf80yhWN8KY4JKlDYllvY1PBASqbycVMHw1oV9q
ORtd7tRV0cinWpV/kwnA8USYKJ4+qieAtk+YR0Zf02F7ITXs2IDKL02UPTSBeQyjsUGhJ0l8X0IA
OApjPbYDfcTG3mWV0a1gB4YnRYWjQ+nx9TXpQavC1AsK5wryMZ4Q+4zdwrzJCb3EgFF/w1mDTMMI
af6m065VMkKdQlIt7IeKxB+ykdCX+6UKFjChf40dDCr2WRFn37pJzG5SdS0NzZzoP0tUZ+aiGCVb
hRCtJLN8LZKxyZGo2OxIHkfoLCT9WAistL2ciI3OW+h2jY41TB63ZaNYV4PyaBVkKXVRE++nmNC+
cAk9shHBIwkUvT/yGXcl2TxxPN/kkYWCls6E15kB4OmxPJ8ivSQraxjOZyM13V4aJDYjzX3TRNgK
Ku44K3vqCWNA8he4JFcEK50suf2S90MzeywOjTKdWMR5b6R+vGnaavIUxO66p1ZYfhHKlInsVmpG
+lx+libNdaDMK/gA+FDJixDfii5ex0tnFw1W7fAL4iwhOCta9WyiI9SyELtprH6tJ7SfXY1L1fSa
qbhoC2UjOHb2eXWoiW8s5PueNrqTjCtD5KsleXPU+DBwrtWJweBwzkebxUacy9G4Gdp94qDYPqZk
MyIadE3tlmS5U8KqVoFN1pYkKWdE0GPLwX8uW99DfDbiv7Ah+9M15P9DOQx9zr+a//cP+UP89G66
//6I3yrL5mdqxOqykiw+Ns5vPzdYlv2ZaprKpl0mr52qHuvM7xssctwdi6YrO7Cl7Pxzglesz3Rb
4T4hv4W2R8P2V3oryG7eTfCcKhdWDm0VrGzfm7nLAvCmtEgMSts5lZKsZ6S/GL4HNX4gblOjy8LS
SDBJSX4AfhKH+ABFJilGaYoarFYq9YxVeapbrM39qHl5jk/GlUnXHMFTQ/0vssiirGJouY/+L8Ep
r9lk85qZtLXijCyioeunm2JBUrpBVZOuO5ENdFe1RJKtwDLtoyDKL6cswQ9Qt5bJ/ia0MSEMmGh0
N58BxJObM04YNJdEi9VMcn2AKdrQbnPh0DIuWDpPskAt4cJVjttUQKxdFtTgzM7KoneLlNrmRjI7
J9nUhLWdN4OcO5iA8/HWtKWs9CKnnWu3TuUu9xa6mOTGzcQcr0v2sQyVdPR7VYEdoTgjvrw6H2+U
xEZVoaRZju5BSXf8N+9AZE3KXZjWRG4B8wCZQJjpQ6eaYnBrNQ0Vj6l1idvrVDLMlLmTb6dO0u/S
Js7j7TCnzqMV1/VBHwbDgq5ZSJUnV1lNqigynMTvZlu6Voygkwi+MdMv1HH1YVckkxK4cxfx4TSa
nXyprEaa3Smi0eHCZ25Ut1aCAHpAq5RkzjqK9NUZk15xgxho4zqcIRWjjbceSkmFHZpLcftFJTHj
KQi4PzHHVcGZOpRK7AaTKjQf/ln7ValRFLgzHXbuHbYq80k/pMkXiS6K15i9TeSckiadh1jIGPGz
SPFXQS85JdLGaFCAGI720tfdGHtUw8fS7SlUrZF3xl96NdCylYkHyJP0ibLaGKhDsdbbFICCkJyB
vUQQiWgddAijcRGNnHzJYt2jLBnwYUr5TIDim7H+ByeB5Vj9+7F7GT3sEPnDiYBqqu58OPInZLrK
PC+BRwtTPOZDdBnY6rrFpPY3L/W+urCUf4A+Lls62k0LZf9DHYRwqiwkKo2+jlGfSxYrUUbSiAcx
UFqxbk2kQsX9CfYm51whH+4HGP5/dv5vuDl8eH9+nv7fqJWEeDfP8/M/ZnnlMx8Hjh5EZUD6kdAw
ib62D9mos1NfjrD4kheS5s85XkfPyPwN5xIKo/ZDXfO6iedbOjWT5YkW/cwinfyFTbyzFAZ/v0mB
55hLk45jgkkXEbwXS9C7Kd4ppFYXKfl0QUnEUZ9Y51CIR3yJeB9n5ja3EVm5C1rLvumtrN0GXS3d
BHV1UmsyaJNMwt4/YU0od0kOqdbSB7Kd+zG+HQVRYzHNslU41zZeMLSMydg/5bL4OodZj+tsugiq
rN9YGqzusXMib1bLdJeZc+fJTcH4DnXxVSjx13q074nIIQG21A7TGNzIRB2vi3aiI1KLA2Q3yWPr
dVMR9nmch+QlcDKXPF9yhMAz4B/I7wis6VdNPSFRUUtyfdV2wvijWKtEamy3Vcb2SZfkSy4lP+1J
dBpKoGfOwHa50MfYFdWknoWzHa+Jg8Wd0BBOxamjRopP3DTeIRMXRHtohSKtp7ArVjNhAut2ECGR
0Npzqc/AGvDruKmRb4g476+TrLrUwuo5SKU7vSeByW1i45s0KntC0qLrIBX6NrWGLVbobIsStPaq
vFqE43bxX6Bd/QtlsD/dmL1TzfyDxMwqQ/HPB7X7koWo/N+e1ZcH/BjV5meYLCxLLFU/JMevY1r9
TD4UNO3lxE7xDG3AzzFtKJ8pHphIVRx7SQVZuLW/jWkHpsECXNXkBVuwbAR/YUy/L0BZsswSjkQC
SYxNZ5hN5PshLZORniFbNrjVJhmqSAEFo7vrMv0Q9KJdq3OzefO+/MFCt7wNbyeRH69oKjZ4dsp+
rHXvXxH8VTkk1KHdrlZvdCV9iKPJTaTkugm6K9XpLuyqg1EzaHdOZzzJmrhM4upxyuslM1Jbi854
iQwDpE3hmXXzpdSmbNX08JH1xj7+9bWiFvlwsTTDddWmDIJkkA/xI3iym0gqlwPiasWSU8x4xxFN
4O4xiom2c/lMizVBXsm2JTH4WujpfJHGoLoiMWwSjFpTSXQ3LALh9hp6Y6L+GlcbHck1VbU5Zlp0
T/Zd5SYaVJxGq7WvdIVwYmm+xoxK6S5S97N9FsZ2u6oRzjUD+1XRWtqq78L+htR3zTfIGvPLIN6y
emCnJXf7cVTb44jHb9mo0HLGEu5rSgEyR8AWg6N1qQr6jp3QSJwOYJnZZPeeDKTA+nJnIlC2yq+E
XHc+XjrKGU3EKb0wG9uPjES5qNteugABQ/a4WnAGLCpty7YR39tM7lTWyStHao+WYtrrIK/h5rJ7
1F6Yt9KXptSTdbckDbYqQbFGR33TJmTctmIEJyJbR3lxF7W6s2MD/mXWqyujIXM+VFD3Yr8hPyBO
NkknpxurnucTlj1nlwzBLTlzvSuPzujWI2+Q7BBNzOFT2nQClJlc1s0KGs3e6eubcMrly7mvBlju
fbFSpF46TYdMfXQA/m6CSdvw+TnIH8qO3Cq05llfGKdxTsMjSp6HWMrPMyfAbFXIneIXjkYmVQxt
LAUju0mqeNOT6ktcdC0bOwOTYexKTqAf7CkjyCqbo6taLdQVWZ/Cq4kvaxOgMbEaRF7b2y4jUL+J
03yTTKmzc2b1oXBE7iulgke0IBAVJH6+wtx/blAwWmEvw6bVCFAOEa4yQwKE3BN/jLG/Ij0YD6NP
Eml1mk396BV28C0xo/A5HI2HZmozryfHFCO2GUFCAA1xMZMm6echFSvJ5A5NcB75NfAOLwRG4gsQ
7Gt2IU+FNccPuEJvhyjTzjSyc3GgKs1GrSTtECnhA+a37EttNvJVOpH+GMkWJbPQoPhcaaF+KjpN
WqnWghLAKDR4hVUV+IGrI8CFirU7sLbQfyPy0cLcbzCn7aS4KnxpUtKVLmIa5JV5FuFPuG5jK+HN
MfJdLgoUp3WZHIOgrdZp5hicc+ZsRdwxFIhuFGuCuc5LA9CHZYA5w0fmbJn7wptaHi9LeU4YoDh8
RTttszLYxhH0topTlS+UtvFJrM5WYQj7QeQY6+shuMx0mHhGVxkbtdDLo4R37X5SreG+mwP9IpsQ
FQ1oXZa0vSjYqHGVu5ZzgZOpOwhzEqSRT8Op7kw6Yo7I9jPVCjZtx5nSBbPymI3GmakIksLh65KH
VVIWm07jwbrhvPLMmVo/cYqBclRpd5TzZXDYatK2F30eQHmTqrUmbH0jm2yvhsGqa5fCQLNqYj32
026sn/tRgpsidIIrg+YWXxbhsNFiRo+X461RxVjVhqC81YvuYVbz6qhABdtawrxLNDW5qUMyXhs6
C0fKaOEpUxCZNX2jrNJwiTlRDJVYNKf0RDmp5/Y82l8JAkk2MffqRVVX1UkVF4j/CQ3yLDqBXmAa
00oF9+D1MeAqNSDYdsgb7Cpl+y2IasWNJys8M/QK1k2MK3dQW87iVfR1ymHZ5V17iSdN2USUig85
BTa3k+SzNhyuCZK4Gw35lq5/bnpDUIWnaVbjndSFanoqZ9TLhtPh3iCqYWfYeBQzJsgX8kytAyq/
YFsRwow8q1KE5RZVjnmsT6hJI23mTuw7aHdtFEy+pYhsq1kV47rJUXXigNW2slZMm5pqLefjIIWT
QuxrdVbVBmAG4iMrv6yr7t5iGxivMyzXGIiiqEu9Imjla2I7R95ZUXzTaUNtZ0jBK1kJrIS2DrmK
VkDIeZw9szNV/bi2y4NeDeV2dEizJ3g+sKBjheWarN/A76lVw4HOlHiVt5rYhwZl+CIzW4gOoXFq
a0l1EcBlPdNJhdmGoy7twoB8JDfs1KcZYwpFQbsLrhsLeBYF715B8lINxwDYxr6dm+ICOIOy4rbe
oXVIUkLjKs2VDXCrklxivY1wcoam1hORYlgGRZxZIvXScM5LwY6cdyzbd8ngFxBZ3DwyUL85pb0m
0iQ5TSsn+IYajZT4wBwccJzg24wME38nQURRE9pmqj6lIVmGmKSxNGXOSRdE3wapcW5L0aAaY41/
aHsLWl2nI3OopbkDXBel1bHqzIqE8AT3cankeIbzPj+rkkB/lCZUAQFByNtR76/Uugj20WTR5Mbu
tapiilCV071EdBOPzUj2i2kNJG1nw15YTbpCU9yeNxTm1o2R3xFei6jehC3LagD4FuGpDJggq/xi
tJPTDHCHD5/JZJqgtQDaxZHBfqjtKgVsBmXOxgSkVfXyGUrjvQE/NDNwenbw4Z28PouaOQZNMbS7
Pg1ObFagU3YGCRQdIyf9t2eR7JIk9TORDVeVlVdrqY2H1Ld7WviBk14S8DF6DIjghPRR7U5j3+FV
9NTPDHrxW7QPN5aNXxN5xgBUvJXkaFsOln2iVLG+kywc5G5nkUCK1LI8kC2rs/BWRG6ryTcepu1i
wywPtZI5t3HDXcqcTfpB5If5aAwyfDWRGZ4dyu0ewoW9hf3ShV6gRRTlikZfz3OU+HNjjqdYh2pX
Nb+pmdDpiJazs87y8XwyKCSCWGksv5XDU7hBgAQz1fGpEvVrKUecpacdK1pl4PmA/H8chFH7WSdV
X+Z4DLb1XCLO04fgEI2BAGsyJnchQd7rprJrYmX76CB6ZERu7XTjGuUmyd2jVD3qWRwchtRsXiTI
FpDdSKheqXk5nA7hZG40IxKXurmIH7oIilN4NTRKsetVe/BmGuIbRyt6cjLz0DUGQwYHoiJ+ZOpZ
dWELATMpk0OpSNqZPdimR46rfkK1rNlDX2g3s2Gdx4FCiuQISVa30xdDr4M1YWXy1ooKnMJavO46
KXZDEpI90McMPmUq/U5DdTH0dbHtk1jB7prdpXioTyI9uJwLLCAD5TOPqaXY6736XJRDuQc44ZpG
rt1Wfd9ehP28zSJetpTFs4DRWc6CUh/VOTeVMcMHEfoNCedvXPXdRWd3DYvabJPiXGXJbd+xcDZa
WDIzUokkFNalyEQXyUnMl0BrqtMGG9dtHIfOnd0GAbuEyfHmcLBHOvOFeR6pxXA+aNMSABkiBpsx
IkCvogaMDT6pDgbaIeQxyRcye9k4qkMGOgdliqpl4qhMQM1CKUuYt8vzQMmv9UZq4OMWOFXodGy0
ztir0hRfpZV5WmdNRiNNAC+QshNNm74kDV2+1nSyHYiUfl0KyFMOSBGjsq6Y5WI8LzEqVotVjHja
b5WAfs4J7zntzIc8aK+nsrqYOYedZqn9VJnaAxWB6LpceolKqJ6mdn5dscHeo6z5QsJTa9I+lIn/
VVJfHiAcLsFPAFC5+YamCde45QaoxcQSI9qtyBg0um1Mjtk6nyAqlAnIBaseq7M5n69EWdhr0NZ4
CZsRNmKo8H7p53ySGRQQcVplcnVZqQuuJmf11LsKRVgZPEtmTAG2GWevZ6s52YKXnSKiMGQMTNCK
YIi0U+aD4JDcCMDXtYkb9SQ1AwnwRrqmywssq+53ctPkp5mR5QAuaTXNHdHMGsQ0NqK2eg6yhzae
HunroSXDU51b+sMWSJ1qsNdZmBuXw1g9I+5QqRFjVkw0y2vlBIar4eBXNbV9n7UIax2dLm4+aysr
tL5aldRsR2xVZ3qOx3DI2nWY2POhQAuG50IS0cmUGX4xEI1LPgxBcPCbwslSLrKS+bE0kQ7rkn5S
CS0/j2JgnkpLMDLdxnbfjFZnA3LMyru2AahaxPNJCjbm2WnLO4Tbj3I9Dz79Wyt2iS0egbPI/eN3
f9USknIF0A9yUGar3KijgZq5Ena3m8hi9kpMnv6UtfRFkIV3EH3DbtvVzpaM2u1UUCLCJkb4rpsn
Q8Wtx/FyDtpvYSobKzSHzMQU72NvbqHEqhTOwETL93UD2HIcd31u2xhw4/F+GCBPjZHqPEnpPPut
KCFnsDtynQbdiALBcj2mZb6hLHdJsi/tmUq7ELQQCiFfZW0U7vWS0RDPOInbybqKo6Tdgk1UvoyF
GW9qjuNjbt7g0Sea0oi/5lk9HeVlprOcLHOjJBhhyFkd6nvdhmtLixPlr5KWJ04OJg0CGvQuizgE
tXxugE9cpSG016YwZDKN07OMweezqMxuKYx0N+Qd/fiYK0OBtuea7s3pNiOZjZDn8oyDunopLFqX
ZlaAdx2nS6O0CPJNrOaeGDNOyHYIeiNIo43c0izViSDc8MHwqxF24YqZsxLXx76DWh+uCAYscpzE
V+MWM3TGL7Cirb6v8jRfcwMBnkhwA49sf+WRHPiM1gNncM8KLp0pTU+HAuwQcmJaUap5U1rZVg9b
PnQo+ScoD6v1LDst0LjwZEbWcKWVkXTLfrs76TVz2uVFHjxZI2d10866PQJBf67S5k6k3d5KxUiv
LZo8y4F7WnI29yVjqPaJmVSgcbVKvmmWaAToEtLpTG1j1/ZKs4b3tTTl8+hl1qbqadbolgDemdzv
JZVfKv//tywf0vD5i/Jh2RTxwyfsdZ+2L2J+CUsOOg/vqok8/rVH4AA9cPBR4N5Y/GyLeu+1R2B8
Rt66uCu0Jd5SM3jMax8YcCkpGfjeNESlgO7fCO3oEVD5UxfcPjW5xYnzK/XEH4klb5sEpEgsTSyV
sibwVDoT7+t7Y4cehCNQ8r3ahep/1FkYSDe1TxV5ZpKnYtTcL3u81J1xtBuocmZYvXkd0qRr0Zck
64Si5+zrTTc8hO2g3DTIYUg2n2ayOstciGQ1zrDFVm3PIWc12u3IrhlIm72rzGzofLWnGAT6Oicd
EXBdI46GPBaB7zQT+molGzIeagbjquszpN4miNRbiV0kmw0TuYoHwsTS3YAyLLwnGs+rmJ7MLYDf
+E6EUQp3vnPwMmS2cTUMEZyqwMCu55bzmO+gIXUDgERr4AuhqmwVUHuJXxcOMJfJHsRp68Cg3ORq
I/6DuvPokhtZj+gvgg682aKAst3Vnm02OGSTBDKBhE3YX69bT9LiaSG303aGc1hTBaSJL+LGJQSL
asTEbf00D8b+IqjpfDFVZN2LNasSHw2Aq2IdTtd5zORVrA68t1FOqAmbMykV++PWHXRp2pSLZuVH
luf9pVKNYcSdvw7lTpSgXWJzW0UTN52F1mg4ErOSMeu/Q8EycqlomELoKW/wtEiB2kucuerDtJuG
yDluLgV8d2VfigmogpmlxBQ4TmZ+X6AstpH4mkkVEyLSQfSARQsgWqdneG3FhAvRkIP/ZfQqnLkg
1NN3U5rBt+HiK9zd6uAu2ouWCnVFBMc8k2EUw+JCDpiqrHgLDAes+xzUS5BMZlleVaj0dbAHWgvs
cFqqXVBkPGVFCGsrlpAG7/yyzYBijkyiRS3sH3ZvwNiXbevF1lr1R+UHXg8gYsNFtJX1CHZGueJt
qiSbHu9F+yYDlf+qC5/EwZg1hM/IgG3vKuzZAlTeKiMNVvcff7Vpsn6XDP7htJne4wbGkFtxSxAU
rZSW+z3TKDu7+P5o0+zQNH2QhplvXeS6rnncUs7mxa2UwMlvCtzLtLl8tC4Au+eskTxVnNflqV07
tCCp5mvgbyW5GhNh1/eBhKopt+42hEs7Hj0/e9ERpK14qoeBhE0muVf0XSWcxBJCfcyTt9apoQys
bKFfH3Kwro9rwI/InWMOvobcdvzdtgz9tnNrRcxmC4fixaDae6NlYA2/hZyM95BVwIlXJNOffKT1
qYa7MB3JYnCeMPBcG1TuwLlos7K17h0q6IgBGRm82abq8ygh1Wb98LoABFk5DfrVngs17Qxn68Od
Z+A+IvXij5BUwA4o6p0C2V0ZqeE5WDnV/YbLBiYligzqICGdvIulsr+jTPV/UME7K5Wt4mtbSzS2
ef5QnjV/VKZdPjtz4awHgvhEHbC3tvOhgaFoQpHMwudsIjZCgao1gJnwFujci7X6ip6DsI92sjY1
EkNYzU+RwL8LlpRGjQBcUe+M7bsx6O27INmP3GSKvuRzmi1tGc6Wv0aLx5VDm6571kML4Dbsavf3
3Jbup6WhOSWD6CtwfyGUJXQkBn8CzZm6jgIgVdrkJVohMcU1ydoZ10qfQY6JpyVAso8sHC+V4Lpm
soTxqwCHJLKfyRG5s8wAytPrS8/Oorv1jreV81YUtMufzZirJ4hRa4VrxNB+gvXRx6qPOsrZ9Ha1
lls5f7NLGHXiIU3hTTTt9mJEW9PveAUCnBS+rAqY59YCJZF7GFKMgA+tObbSDjAvormTHD28XbQ4
i7czFmkEZEtMra4q7+tvDBCSr3Gex6csQnDckSfwnm04AX+GpXTMHaQOSya0v7AXbHqDPjpGG0QS
MUR9eQ5C2IC7oM2ksSvgVjlxjTfGjsNWNusuQj5iRadR6DgESz8zT+7x9BR5bv/A5loFhwJzunus
nTx8Maqyj2Llt5W3N0jgXnmwIKb4sFbapw4gHHT7gR8JDk1u/UWdsQGCcg2RLxuIMQiW62YYbwjl
/PGC7SraBUanrTSwAx1e8sjLqWtprchIR7bsr2gOMELRbY17uwwCHewNemeIKkANbJqBLGZkFCO1
LwHgrrGuq3d/dJvx2DRZcMlcqyLvJobxWxdifpj49bqLV2NvijnCF9wFprQ3eJ1wFZV5SeypKP6b
drnbrv3PuzoIJaKquP65nhAd/udd3a1nfIGh4Lar5fCojLw4sWsHiRHoPLVl7SUITfUF7HHwfzgx
/s+myf/fohe3L/G/OBP+qX724/BPh0D+g387BDr2v7CV4OyAKXADq9zwVv92CLSdf7HIE6Bp+v/A
LDj8kv9+CPSwEAY2dm6euP9oXPr3oTLzZpubBl7AEBM5PXH/KzMgeJb/PDi9FX+b/C2cOG/Wpv98
CsTHBwovs6EeZHaJFNQjVlpLFxyqcWO3R1nD2hXQXsQYrR+N8ORV+cM0d+JWLrNVF3av4FC79Res
VvbpaMPv0Xh6R6U4kzG2YLulPYz5eISn13yi3WQ9KnaoF8adQVrNiOnF1J87mN9xeANMDyZb8MKJ
BPljNBIPIegc1v0BWObyBnZ0ojyZtETmDwl/yt+RivMT2jCXXVTJbc+IpCVuq5msqcACOxl4BEKR
pY5YaD9bd2AmKqnroaYwIcv2ADaTocPsJn1WmHeWvWGkZf+NUXEKHLEaGbFtySi2LGLrPFzUxMmu
jaJ8DxiKCpwuny9KrL/nog7JKdavebVEO1XN97ZZD3TQGB234BsQyuqbcw3u/uQUIzaXwSmPfqQQ
Yh07T3pYtxytcUqW2cCMuIGJWpvFeFnKkVBjGRTFPmTKc2jmjPoZAoCQzwtGI1PfyR8U1XYcHuft
teoa/0JnQBaDJm4S2nZREhxqPhCRQYuK8a8ewyPm9O2ZoOvZ9XW3K5TFyD607mS3ebulse/ISqxn
qUBUQx7o6NiZAzimZfina21FyDOYWjpXMH+yNyxvXen+BgPcoxEOzT7qe9CPbdYesy366RnbQw2t
fwcpyt5P+BgBLJZo4WgTqbGQUpu9eYuZojuptvrHxZnKe4PBNiZaFP1F8Bg4VXRau4Yp6S3pyOAx
OoptPDmMYqjIQU6cGhjEbUnaLm/w/ndaXERvfUUF7UKtIZLGZeu06FPhF1TJZhTG65pL/chJtv+y
zGrbibyrjsXcZZe885i0c7CdkdBoKdL+T2m5iUudASjKOzDFiVt1NG6h7i/8jl473HEY2HWWf1eA
Zctr9e4zLOZh47fAT+BuR9lbb8tQU0Hl0fSiCiNeO6ZhuXucXJcWklrgJu+t7Zg5in5er6ofcGhT
39SM5C9iOtEiXk93+KGBxZLWDhrzXIm5u4jF6N8mTsnVxnCOV4uuJrfe8e1fem5f1AxZu27rUG5H
chZMSYuhtXYMC8Ij99zwAXnX+ZaGvuGrbTJ6+TikxBDavWtClouLbtV0xxv6zjIX5zx4nYvoBNst
bSxudYpAAmBRTh8laFIX+PDZRTyJB2cS9zJz/KdKD1ShRYX/ey7Xa6R0OkqmhcJpkrpiL21De0pM
T5qJnXG1wiOm4P9aDX1ZtwaKNpePVCkA5bc9MvdlK3bZRLRwdsblUG4QI+NxhHq0eXp55OG+CwZ7
fNk4R9DFZVALGg3yg4ZBeoFQvMDTnSsivow11uzAjKKhHCuktwvOtnceMwuc90bNNVnKQ4Fgjdc5
p1FpkvrsBD8Dvwsu09Sh2ouSAxYj8/u+HzXPFI7tfeAy+x6tvowp5zCehA1VU0+SlQgZfFfMC+w6
4b+RTPvcBqD9mAAPUakykL50z9QEOnz44X5DL5PMaE1SEQ20zIWC/Urz8aGGNXEnBgrtyzCLzl2W
cbP0c8u7Nm1mPNsFywUkv+yRroBrYLM4eBS4hcI3rrKI/rYolKolYTCJ8svrychuE25A1o97M5gh
u5Ha5O+dCBAwrARLR8NOzE2cDPs0jg+T8jkverU+Alytd0SBrxLxO6FYorsWoVe9WcGtE8SCQ71g
KmT81TJg4zSbdr1DtYgzcAmiLfZw840Tey/BWE9KjxzI3SAnM+emrnTQh6c1GKDkNjim3f5WU5EN
P6HsxPas0rKwHlSkPtd1pFJlewWDleYQVpfWTJk37KxoSt0Rt3S/3gB6O9TunVqKcAc9MB794Re5
+HilpyOKxF2WU63m2tdqCR/zSJw9EoYd3F6evCdOrR3OF6OPPUvmSWvlXIsnwIp6/FTCeNDT++wW
L4z/dpVcn9yx198M0CtEYqq+Mv4HlwhCUEC33cy8zsB2yOK0W0cuRxJQsvVrkuH9inQee4XGYFN0
1I8FhWM+RNwt7ji3DqSbGCzvHHvUyboo6BRLU51WJquvbR7+bhQldAgeb1m7zAeviyY+7My5sp5t
Mk1eN10ma0IBn8h1aLP4yxMWHrEol3bida24GoapUhRoLKLaXfH46AXDomyzRJZ99mBVE+ViML7m
AXi34t52WWt9T6eB75AHmPNjpUtxb3crJRA41vBdr0wKg7kLn9smzH8afmlhqRfsVZ0M9MHtlWBO
y9TlfnGs8hyhq95vMKA+tHSOi16dXwUZpV0+SP9XXzoFAZmCJyeaOTM4ixGkg7a9I9Z9VufSnKNT
2xvrsaur7nWu6+i6Bmb7MAyS1aJADOc15AJdtqrjmbv9M/SiP00/q1hE8ErGiGGeDgv/sZTeh20M
aLW+x+AwnM6F79mfDQGkpMmXm9+i4OWscET0PSzHwcSaoY3te9sWWk5Cu1e7BYLEHd4aRBaW/n3j
hC9NthaA+vWvrIYovtXQKhVJKmT+zTrlIQidoKHQx/B99WuaiuieB+urQbiJ+YmoLcFwaJ46QYMA
EbzwuVBjcK0IoZOY2PzjZIprFhafKrP1CcLkZ+2pY7XQppX3oxn3PTe7eS3N11nSXqjLqDqOa11D
91yad6UajxjFFvGjF909HfSO4J66ZVwU5pBOSpNRfMuW1ga9sWfSDa7FLHC81nq7y5H1DvMGoZGJ
/IOMahXrMjepSxxnP3YRyncSxUR6LcAX1XA9wipQojMpUkp5sP4UU9Z81pHA6dOGyznT3OyScEDx
wMeeJ9IZ8uOIcSCll/yp1EGx7wdFC5c3FEzyo+1kV7U4jMTffyjLnnaeZveaKLJJxdRnydCRfo/6
KhHmmSNefz/kXJjxdoyUcnr3hsbmu2lUK9IiZCFfugY6O5H1qrwNuIO91tNjNaBVFn72mFuZOPEj
Iku5bpFYlqIbkOa6bSu995F7s1rFilu6kd8hVptEeWN9HupiemyG8MFfG2bZJXD+HTSRXxIo+XUb
LGPezUibqdeGMFOK/FH3ZGACw/XeHNVYD5T3iDi0nIWTs6mZlOTNa8W3eBfl0D2Fh57VUBxBwwTE
ehZGRodeBLgVXmiip2z5XZLsunR0EDgb03ddgJGWmfrOHdi0Nn1xXtTug3K+9pGdREsW+z5kf+Ef
mZUMsde2z8Gyndxy/QCqffJHp+A04KYDoHRRu2dbhh9iWd5nryXTaF7RRTjcLTkmpglWkFkXcbi6
BZaU6LAWzXRUYFKl76Xr1qGMdOPTPG6c29Rw9kR0tuADwLmgK3wS02Hbxuew9dPSq/BQGmT3vs0x
SIbCvJTg0GM+TP+ljPBrbKjVqm5grLB5m0L1N1ztfYZvLq55W+s5vDqtZHo/GPf1tByIIZ2ZSFIO
RGiobl4kXcY3zCXuCStGl3nO51z9mebKT0iALucOCu1dW+KRpLRBXgaDTr1hXltWeDo3REYeT1Yc
mvKAQ1JQDPegsIjxmf5DkJufxsD+uyibIY6LMNKw1vGRRHXEtv5ei76LB4tVbKPriw25OZdWc1Ab
CMbaA3y0gPBaqhOw+bQGjc45fsiTUq7VPYKFcyQvCAGeAfoRQ175uNDrN+bz1Zi9OyePrE8Lou2X
9twrM0Qo8fNiHzI8jzxHNWxhy8mfYWiZP+cVG+dWyiiV5vjHod4iRcDNMJHmY2L1o83GEMwP+BvX
NJIw4KPNcx4YAF6dcASwA+uyaaX1k1wXHY5jVfyRQgQxy438VWNXWeqJ9YsygHia3oHiAQGy2v2M
QdGvi4NVY9jEa8OmgKeihKYTlO1yxaz126+tNnWcXl/rjZ3UMQX9QSW03t7z6aKlQWyFw0MYitbV
jvn82lQh82/MWrSJZM4ZatyfbMRiApDcvo+c/G2w0eszQvNiHH5JSd+PGisntdq1B0pT3tta5j8j
iR+GFOQgtx1966CaAHDStO2rn4hOw8WberGfwi0tHTGnHD3t3VRWxcMyBPs5UIwW2PbUccXePwAm
8YNtflnX/skPydIFdffUeLfUavFB2uIe8Yoqx1z88mgyAkgE88aIjgbpZ7Y3MEkmoF04/e59OHFe
YDkSl8JBQwoH1EBTUeazyOouGzi5RV29HVyaPFIhQ+c96xczUW7j/6RVVX9iv0kcXSabYyRyigJu
8BRtEyEuWu+HUrTucg06urNzrG4NKWMfHXv2nwNtb9Nujly6a2+GtTl/m7rOOC/h+mRX4pfvUmhg
wmQ5+BPFPg2mEszeoVf+1DOp43ZxgldR2ube8zhGDy1LUUalozs2bGxCLXfIaZSZldUjKY2HLDOD
2NbO0TJ+TsrANIFNY3b9o7Db86KMRw+h/qdeJuRcW1anEBwJf4j3j24DPAvbVB7F7DmvxONxZ3h9
uPcdfekHzcMVkFbsWouOK8f+HkV/coJOXWxam67uRnNqFJQj+vEYXgCfvEQl1xocsFHcBO0XHSbR
MZxC/4iOTeukvsVPJPisMNoeHUO9MawO0sltGQIFE6OZ6uyI7gd6IHqpMfVH1A2kcMGl7rLhxExd
zvg1bm23Q61cuD0zuw3j0KReqlfuG6Xc1VswWAPHL9s46aEa3t0qqO+MABtUP6DY6UDpJz1iT0xQ
YAkpTwW1YKLihlpZ2IFqZRePoqUqlrrCJpkLjhzaq6e7hm3+T7QqiW0LIdg3xXqnPP+towbkCDFc
/coa2mFK6MFpt4n6T68cH+zlWu+DxQXwZWcEIh1VJFE2qsQhU8ma45T7xq9L0pYy+mwdNf5kfIm4
Kbw/0h6Z6YQVE5wmABgoCfxhBM/xjodM0grz5uRSI6N7dp1mLtqzeasOziqnTHHBbL/KojUOMKiX
nYeHkcBoZbTP/DRTMlQRfVGZKHYmHVDTbiS8RE/bFLzgDUcdx+j/NMvGedZ0d/RJbyzqqNHk9+u4
UL9rrP0OQMr46Exd+8htPLxranPGjq6Dy2IwkGc6Ue3KcBx3q1zg5S60eo8NBkkDqE1ab/gl6coR
J2q5zNcptMR9VtlZooygvJe2SFaFEz7M5HCWWQ4XoDfU9NFN/Ax6idaTazbmaTW9F1F1BzHytOST
nvb4GlrenZmltV7c+TLW9oPd47D2JuIEWJvwBsbmCm29xbHyyw269sARpo5rC6Nf0FvymRTuh2Oq
+3weu6tZtWHqNCVPZn4zVDTa+t1lPfQEiyKXK8RD1UNnZ2Kxa5ahelmq5VdbGtsOr2L+Qq0jXqEV
2iuAsuzz1sJBdVSGhmBzt77d6btDWxgqVXWzohEOSDBLNgfXlfw+COX80xYhXjsRTHbCBec+QoHG
Xm44JAUwPH1mYzUcc19PrFAt35srPl3V6lhk5q/MW0EH8PVcOG8W8epiZddtRZfQ+knJ212UZZQo
eZNKuskGfeCvZ6N2tsQcgltz92S53Kny7byqMDhOgTTfw9JggOQuFjMwcAPLqZurnKpwLHtxJnOR
WBikKV9DudCTGR79ZqzendEqjjUDQ74xa7v0PNyXDGX/oczd5VnIwnkPK5PS79bNb2FjFuZuY8Qd
DiaSZF6L1PBa2g7bzL6bzW3iKdzWqxeUFCMudfEELF2dzc3JYjcnMVNgoMFsH0mXF0L/QaXJks1a
tjPwC5uInkGrtTFffOkYB7OzrYdVBdeQY2iHYcxxaJRqliV7bevmL5bOkOkC54SdnMsN/kXhHfrN
lilJGdrkS7zS1HMYp97i4hsQmw5j8rOg3oy83i1DRiNKZHGRJCmHkUYcytrD0i80AA4nivZZ74On
IHYhSeV2ZsB5u6xcEGWw3DC9LS8VkPq7gbzufoRRcNrsat633EM+fTmklXa2Y18X/YXxJMcoWJq+
aV3LIqheW2/gvtQK5JN2pnXAqzh4Mk+7z/zOudhuxva5ANHTmk4ZUYn1oYHdT4V7aBNt0IpKvRzx
0+2P+I41pMIm2HtZwA+spp+mHfyGhP9ZFYITLlZCZXaf5DQMOiYxGAeLAqFdWOgSQzb4BzmN3a4q
K3zObvG12B6O91fDAle3nfO5SXA1uAN78WY9Ea88Ld1Ax1W5hHHdRdHBsfBTDVbHTFIjS+uHzq/v
za19mCNOwlRCpG6nORIhtUSdYbNutWPqq/EHjzR3x8J7UgyQqHw2P7iYnaOZQzimbJab6dAw4fmL
hpEMkfFSqyDn3NrlvzOfHwKTwr4u3IhG5d6OZ5bwd8uMznpyn00Pv3ftln+LgpMfmnv9QxWMQt1b
87G/ESLqnIWWa5nts7l8ruk/Snt4K+9+jxlU20wpd5K2I3AUeeJbxWeLnDK37rNBWtxR58aQF9Pg
i4yq6G9nN3u0kR2mNZtsh2/TQT1cAt/puda309XXlp+Qi1dnp++ZZHt3IfEY0BaE2rtxfYH/rtM1
Xz/c3isSbhZ/rX6gX8LMDqINqrtqtePCmMPDjBx9FLLuLktbGxA1qHMI1vF+pU7jiEeaNWXM60sZ
BZ+BP2e/bVTOOdveLLTtV0C2kClF5VgXkgxUsQMDqQg1xEMZsJeswtp33koV7ebR2jFhxOyziH+N
MaBoE+o66/VuGKmhRLyV7TfXYAOPYqDFgyk2lpx+tZzhntRDsx+mfqVrhzk0Qlw5Wl26tlOhfvlh
DW+tUUxkgZiMDlgEJp/+rfItuAnSuGdpuBPbIXM8g1vBnFE8ukE4+O3ryL02EirWOQslg2WCTOGn
NeHOJfprNd9L1Edh0tm9+KVlvZztIZ/h71gk+RaAL2lb1vrH6q24+rblS+cSnqIZvZtMm2+uU1mc
Q8PBgbeBnRoxi5qUhEqG5Xe31qaXOuhy+DSOeSA1ZvKuUsaW54N6meuyuGyYVDRGeo9BdJGZyZRN
I0YDl+lNTZn2fmzW4DGyuOZBIikuZqvlofWlfwKflHiFJKpmCPdp3ED/Bu5XW1AwnlFjh+OOzI9D
82zwW7u8SgsBKMh0f0Yh1fuIpPwQDG4WGwaHcWesg32raWn3V4oVo9Vm7LMRqtluEaWoaMPd2uZ4
CYf5a468J21N8rRRwJTm65w/RzB1PCZc0PNZhqj5LN8yyDzQK5gMZ0zJbE5grK6zxOg9pGVARApS
13kquelZOHfHTk4JJjFiyVlFO6fNnKNSKNxS02znYfGxOh/NrXii9TT6nqZh+TmsBhaijf2PSb9H
m+wmyS1Q8pXYs95C3CPZ+KTG9ZEpN8uGczuslP51hW+Tus3MWzw31cxZzj44YitOQy7fuN+88ZDa
u96q4sYxP2+ImyDMX8dwO/V19FQXs/MX0avjJ/Ms6vU63qCiLqt0xJlf4JzqX8N1oaXFBAU6r0hG
cIzKeHbksQGQRMGZSe4haK9y8f64G7txZ4zOww1E6PrklObWRIDONpNDwcoTPcLW+UJ1J9y3EL/J
nHJMGk4j8WDja/DHgpFNaXnHsW+Sxh8IqLmbj3Olee4NfcqGjFlRxKWZ5d6JxURPbrsUtFhtgTwY
NBIoouKh/6jVTDljBpLDn3Lo1TfsEYCkkqBZ4H9ERLxZY8zs74ilmE1cGR9mv2bsJ2zna4yXon4u
u7H6YOxWw0Dh+IAdC+u7+Lu1GIEq49tqGy91wlp8Yn35QpofDyBUfoc83WzrJF+MeOv8U2ULpicl
XbjHrOEeDWckOnD1f40s1H+35+jTiPA321+FIT+jFndLqzCr76XjrdBO6yXtzaF/cf3Svr/9glBT
ip3XOzBBQKCapil42jbQpAay5AwFJcY/T33kDRsdZtuDkm19aIcBuNzki3Sjumbwb5XXqvwmhPrm
L/V5Lra4Mspj7njI2QURJV3RjtSp/gc9myO5sczhyCy7vRNlzGY7OvRc+hJ5IVz1YC9q4qotjp6C
TZe7zhpjGpq/oKwEL5ajzR+zlDTR6i5IbC4Iz7UqIw4jJcW7IbMNl7DPHaPG4rlb6WayGFE9mbYz
3g26CZJmim55T6JFC/yUSpgGas/WVq8DB8VEUeyULCoyTqGO5IsmIrbnuRt17Mh12eGoXPeKTE3C
uufg0ffLS+53VIMb9je7JZ3XcmZ/7xlmYlNB/ogagn6deHFCw784CveJ35d3LSDUeG4LzrPV8CPf
buqb3ZJg6f7Ylj5ZVPLtVyXat74I77U5OLjTOb8Q8bRbg/hvHzue/XP0fQfjT0jRUW5d7dxsvmtv
JGmN4ZxK2oocb8BdULdmc+JhrK+hL7xLtrLht2Yfuyp/zvjg55ya3rW8zbCGAe+SyeyY6yXU4ajC
jzhhhUakedddzdtqBuxfjr6nBc49d343H9tmTYxF169cC4edO9uvhiaH0nrNY01rPK3DjAfyiKI9
Ii5OPK5MqwqIqm6P6cdxMrRdRUuW5CjLFpNxRzKWb3x0Ag9MrTPgoRkOZ6M2aTBsPkvf+G0AD+V/
jRxuM0qNP7+L7u267zZ0dNtlRtzdwkPMcf11/qHH8Y+eSfM0NXd06rD5r5oPyhKBThsosfTsDY/F
RoFfX5yjbE71kKWEG4tEIRnvms5+7Qq1q7W8dJ1PNbEl5+0p36iTY9Nv0s0mMyvNNinK+a4bgNoI
i/U06282eZWfbKJ0SeDzlJWaeQQeRXZOZ8CFXXE3G5+iyS/PYmjuxNTR/OqLexrBTaaiCjoa6Ulj
P8+KQXDgvk0MS475bMiHrKspZ+kl0q1R9qiitROe9YKmHHE9WsT6qRhZ5LyhJ74hEkWutQvCGmXX
BGluqyiObqM/lyHNcR4y92AVcvy9Ss11esn1cxltLWdWjISpbBYUUyqXUq9ugi2eLbkQAgi+PATB
i0UUH0nD3w+wuRceGYRtB7MWp4+w6d2XEBAn02vKm13d+PGc1/UlLEZ57YSlOSHhWd0Muq/VWlsx
HCkH2saWH1tlPWKh7S/jyn5VeNhGI/LU/IiDGSZB7WryjqV7JET0Od+WOvBzlMkHIwMLn3mjqmmG
cjEipgBO8ksW9Gdrq41DDYe2LsPPodVEpukOj3HXprrMxrQTrLLlajj3M0litRXHvOh/D3bAN7Lu
9NIdpK6eAx9D13RBYNsV9vrqdLzignGv5dOL3n5Y/ED4+Tl9VvceobRda31QDYyY3b0YHiqKoKzK
MQbuZ6i/2scSiP95tlFXO/ugcXr6k3XVSzjvm2lqdnY0v/O6nmdTvxDRpxaztU/l4COoTam5Toki
1S55j+quTFtbHxYSdrz+DIMx7tW6XPelogNJsY8NLav0RgilU/apBbgiDHh4kvwtb4oMGQ7mBFX7
gZfS8lKgySyLfPJCd4dtFlwrJ1LlzonrAPKCcS6ofWH+rND2GRBm1cHioHnaGtd6sEno8szQ5EPU
YSnjkQBiWlWNuUMofZy4LB/Kslquhc5Se27Ho/SYDiEr8R2a5ts2G4eiWepHQnkUw40hy5UbFg/2
2DVJGxEvw3uzJlCLzaOfoUXBN+3urdn+CgKBMaQBn8W74ZZ3IlfdI9lMiNtCZifdjZz8G3Yzwkm/
Ft8zDiyNDxvm4cRgKMq+7b7pkMFJK4rqg90Ck0DdYBCXWQQMufxsBmaCRDOrlPTUhmXQ/BPW7vog
ArIWYhlGLo9iTVxrBHk4Bf77pkZe4Iq5Hlp6t5oHYqExHahcwZ1PhytKA1U+svvY5n5RhwgQztwm
YxcwV1/tXcmymHqUmGZBl1CexdcRit/cW+isaGDjrNExF8PZaoMuDUtqb6GWYIIfMmkjVWb0LqCL
fUSU9TqCVPI0U5iN53gL2wgDH1fHvnxsxG1dlH/WLtoXFLHNk1+w1IoNxI9zH8w1GhQHIhiHL7hQ
CMDDNKDfVEz3lHntPRNlv7GfA8uwngZuddxuwueyCj8Mt5yJK6LK4k8ksMa4hpLAhitP9MgvYTy0
XBQ+HWvgoq2zPjyMbo3jxh2EfcU4yadAwGrNMQlwfLV/Ha51jBDVEh6nyRx21Ii4uL3N3egVKP9L
JIhD6/WNSfhlAKKe2hbbmnTWMS3oRb8jSvcC6ktdAOSSn/MBUyLOcDfLhMEppkC+qC45N/wGZKYp
/Ud/ETTTds+bIX60xnRYhvwQ9v6jcINnWyhYZYh+O3MayNFb0Utud4yryBmklowUE7aC4Jnb4XMy
+b3IrRXmX0jFRNgsI+jfraZQBLwLJ9p5MNbeSC1BpJgKiu/3DKLHCAM8qvfWOWSoTBxiefDU0FGe
rcNetSOCjMWuRxaRgmPpbU3KETSSceGZiNBB1xQ4nO2oOFA3gHqPs3bzXyP8sUlT/CtzZ7IdN5Jl
2395c9QyGGBoBq8G3tGddPakKHKCJVEUehgAQ//1tRGRValQRCoqZzWJtUKd09GYXbv3nH1McmqH
WDwTOpxlO875KsQ3lPE6K41IWhX49CvhYTXrFn2PRzG+pJJEehY6aw9LsC4N2MU+Ej9CrhcFG1id
O90V8sShtNgNjVvu/bWxaaMx2OqZgshyhxtl/GJrBKRIjbEQFU6NJU/sdBit5st1iXXwb7pEpPhJ
3F4nhErtcVfCjzLZC9q4ZIeF/QX5GEcCp19Oui3j+xleHsmQdJD8ao+460OYZreM4NRA7c17B6gT
xD/H2XjhQKS2l4FFMbW4KG2FOTO5EyxDeFDuMx64bRK1l3Whb8Qkb/1cP6/9z4PxbX0iaSDcOqMo
DhB5o80ahbExOg2f52lqd/5k3bS5ZFHwaDH0TPIYoLcPyMwYZ4IvpN2+IbT84MbLbQD/dPHW0fAq
C9e282BbM551TfSZKJ7yCrkCoZiP2ooWpsQ+gb8Wlg7pEN+44cjesofTMAOPY5Hi0xH4noS9BbYV
a2yi568lIuxd7eOhbRS+aiehs5YRUzH41KtVs+T72KBBHP1ZP1BPeld+L3p2n8o62yVvdyF/e6WG
+FC7jTzoKou3fTg9wk1lsCXoNAfTtPdJuN9CBkDYhzmD6ixmBj6gitY9PpjCRtfvO2kNsd6Rhzmd
LqlLmqu61tZFm+vuzBUBkOIU5WsM9GbrL3VwJtS62zT1+Bmf7HjMXEHoaGT0TsQjMsGlXS6Y1gU3
qWk+BoYJ4BnicQ9MLL2zBpCEivV5z/x9b8Lovax6arqEdBFkW0drCMdDOayVq0tVRoMmOodifGPw
ao5oOtk+sZ/sSLYL8W2LGHKiR29+GeO7nn7sLoOZvMt75i2RdsUNYjqceLKenkCr2pd81nPqpHjy
ktkiWDjAWEcXKbpbLOCzKmN9aGUrDp4/5E9U+tN2pnUMuYAEizZJ2/tGY48kDJMBfwOKgOTR8Qop
/nId1hPuJK8v0n0YROrkejWlUdgXF7iRAYFggbh3CiWvMCuM1zUqTWczoW/xmJ373S7wgC3Q+Zrv
S5N338ZS1Zyfsyh4UoO8o4zEKlh1IGQoGDuGpIIs8/rznGAl2OcI24pdMRdiZzEUZlzBDHRn8dPv
hhaX5OxAqtC1TJq3Ogpma1sgCv4uh0axqCHl2iThjIavVi5K3iSZ7CvjGE19VJvrtkuG9NDNq+oD
B3Mc4F914rtc6uW+lnA9N9jdKMY0WRgJuaBJDWct9FDTOhJ/C/VWKYJ1iUa72jb72ql9wGu8GXgH
3muFW14tybBpSyT68EOo2kA2maPy4hV4eScryEM+55W0X8L73rPNDuGruHJb5mN7N60G55S7ox1y
mkQPYtHf24X5dBU58qnWYXGbjJRD85CfRzes7+1B9oes6L/oxr11LU44mcuUuAxkc4k71CIqlTF1
qSW1XkzbLIGnymrkv3Z6sa/tLj3FRHZvosC+I7l2Pg5aE1IJBTmg9e4PnxNq2ijs9044HUw3XAnu
Tpo1X3QYv2S4VkSyRtKU7jnywtPUF3sh6etRG+7rbMJ8Yw9WfujZHc0G1VV82cQ9GJZJpRxyZutq
MTFRjUR/XVAFBXv8dM5VnCk+EwXvOjMa3iDEH2otomWzjP7BTmBUeKttBS6BuBymWD00CQPQjU4i
+4vxsx5dQx0NnxbcIKvzNfvS4craJXMXervWiQjcckS/7ShuEyQjbXS2i7r7TAF2j3Mftws6kOBo
xWa4yDm5QO8hx3jDoeHDK1NgG179oB1gsTQ0bhMpPrSSTKKtE/bws8j0gYf0pqkHsiJaVHzu2dLt
Y1SprwGzLmoKl3NjS8bRgVRJ6zBlVv3sSWbDGzTcN3mWggdoMAhjGYc+Vap9DR+CeChE8XLXB1MR
fClan8GAA1tl2y6V86XF8/Y6dVR2CanwDvPlAZu7VZycsVJ7KavpTlf2bT+2/bgL6UCevZHW84bD
ffyaLOtTWmjvE969ZZNPVXGiY6KpQR3qYfZEf+xuy0TI5zIvKOyTFLFP0ydXPkBWhgt2dHAsS77S
Zn0QzIIu/YLXgwOC9a3slYXyOdXhc1nzmOR6Li9lHWTHSZEVHJXO8hmqOG0PZsYfKCj0tVvO2VOK
XJaxhGWdKtlwPWr7y6Dkex1S/QZpld3KqHrti9695rgyvwgpoyMS6vZ+RvxzYVCxfPU4I5z6umlu
hajdO9T18go7UXY2XNxbVmVmF20BlirnTuZtNZ78LM+/dkQA70uUGeGEMYgIF7Dgc9ufK7kkNzja
yn1ctrvZi7N929rhUXeheMkm/2uWDOSPjPSbvQJV98QFv8nUHO7U5N6XXZyPx7wpnLe4MhMhRTp5
5H3dMiXFcJ564oQ6+pyX4/dKjaeli7urWQwRqpIhAxHV1+2wV+70MVYowNICe50r54OO+nan+vmb
5Q8duKVa34d9jaQ/71J2LLu494eZ3qII7EOkwbxwTJu9x0zzD4+IDraF0GYn/RyAgFFvnZvn8642
2c50Qf/NZ4FrNgsCZI7SvF40+WlSmcWuL1JfypsaPNnedrKvOrYYJIxucOkl5sNAKemONKDKg7Z6
/5ETmNzbXgy9AmoPQ/X6LRsYMY5WymsD5HlXl/OzxpiH2DHFyqXUSVqEUdMPcq8cTj5IC3j352x5
9RMEmQyPQ0OnpXqE9MVWYApvPprRe0v6MDyX65gjmKrquSw8d7PEmAaWgZta5UhPfD9m/U6HD+3B
wh9kictW0wReKiEPdPaQYvUzyhEn6kgAc6zlMBqB6r5MCv/YaUX7ZXJMBdVrKI/OMCgG6hjCRn/x
Xzl7MDHuvJPt9FddI9FZ1ZHbHz2hois7b9wLv7PyU8pBlu6HHZ3mEj9pv3I9mjC7Ahwd3ED/DOhP
1OUWo+SFqUiOrgVtHZXn+cbLkuAuWkjnkABCLngjFkZQS/QkYcS9V0EI0SZBVkm5UByXJYA4jTf7
QlBwfUEDiBJS0uv16apT98GBb9BL7RXUMJCB9ssQeTHk0RA170iXkXVbxG/0TCiMvFY8lgzvt7EV
rzBkzzwUJrwE96vhUEzX2k/e06XutwwjszPD0BCq/OjsM9QSwNorzjsOMK9jkA5wjJBFbIcpf1fF
+KlOOQdjzUYm1/QnYN3TsbPcHr+1sg/azE+AHedPU2LdosCmIe2Hz30qq02mAchjFITbqGLSt1fx
cBOeCB+/qQr3kZAJg57JQJfMS4PBt8cYPij8c058UcF02g+NfiAiDIWFyc1FaRHWZSciOzqWp8Um
QAq1y3G/PMuqvkdtoLYZHURUs+sEdqYbK6DEbGInv2GEsB+bwn1qfns4qkphAWWFh7e9kP9FpSYl
Hagwo9O46YLA2i6zGXeiFVtLcHxNoUqEPSR92xbdCQ1neqTWZtnxluATTiyXvayhnactEvfGNNiG
Xl6tLC58JJaljqqFl5+QY7wPYuwFKG47IiL81qne0c/4xxQLaFwajkw6vxZWKm763rLJtHehThdy
xhhewVbE17jViooGWQjH8q5nvUGCOzlNvosxRPKUcsaFsgdHw67vRtk4tyZAae/E8+q8xGD/Cdn4
eGyHejpTerVM1Kz3ZUjW3pDtbHmob2vTUOvMWUlfaa214hIix+KMZ89k8+8szX8L/PBLg94fwLD/
0vC3ft47pCz0qVzE//wtXxmF9Zqm8of/oZeVdvN9/9HODx+mL7r/ZqSuf/J/+5v/QDo/zfXH//9/
77qvuvVfA6z+xyCkX6Md+iL+8lOMi/M/MAcZEAqLDIJX8zfb3T8Dk6X8D3CjNgmpa3Swwur3Pz4+
1yUv1pO2L1wbbiw+wH/CYfHxOYp4UZso1cDziQL47y/+Dzbr75FWf53aAgT2J9snEAmeaQfYG5Ba
wb/3k+1zTCPIAzxqYxxntwOIqp2yqOHxA2sBhjNBJ1VjOmbk4LveB20e3C+502OGTwXHdC9oPJvR
ucpvWjeNzHZGS1XtqNjtCLpLt3y2XYJYmTdpDBp2jkaBmUq3+Nt8UlJTE04tmvwiou3icBJgb45d
uHW/jVKSxA7ue0v51saepBfTY9dMwitZIBd3whhdks3NoWabPmXJHJ27aOFjmXvnoGLq2hcnXxX+
vMkjpizwpPo8hqHp5w3q8LF6GcrygMfxVjrlbaK6zxb5AtMYXFuKkTVN77A06IvzwzqAVnjCZDzt
I1nuk3o6RhUGBmMf+XMI+zNn2MN0RLoacIBDd+d0dxPJAl+V/NSGhN5sRCKvMxqbSNi3ddTucWoe
6XJ9Ia/gJrJg4wXZVd2EDFsniipPE4LZ7Rebv9n7I4rhGgBEwWXgHDSN4AdRY67/2aPRaonZCwSQ
BGfmrwDWiGhT1bif/d75jJ3kMFflqW3cajqUjGkdHDhdAPcuZdMpEvUmmyl8LdikSRrJmDVqM01q
pzXHX88K4hc6lPFnu9Hoggm2tj5GOTMmt+lsXw8tJ00WHmaVk5A2UyqnxZ5Cti9nhrou6YOFwB2e
U2xlN1lgaYYlseOeZ7b3i66q/asix6Yo4fzj0xpa3Phekj50HlL7FC/BvMsxk3sbFjK6ER5gjENr
w91EsEjljWvcSR/isGbnxyqUXiE5obXBdslEvSvvhdfPB8YT4jDOlMWinR4BoxXME0Q0fhdpCG/A
G6JjbleEhhVW5O9h8lff52QkEnAa2BtjkW5zxYgwQA156nxtjuQRcdSoTPI+dxVKeUshT6WyyW9j
BkX7OKrfYxdESDZF/Xe4bBKZjusfTFQi6Qrtcg4u/UmDVwsmjX0BP15KndQBa6LbEOlvHYe4z8nY
1S+o+PrqOLZRvGAJckLO/tmINF8bbnDo2dDZkIJ+mpaweEEGUSDeGJS6m2jIwd8CMPNGzxFq0Fyq
r3PFR29Yd2fqrMxUZ+VkdP+bfAVeIWdS6GmzWTG/qMJ3h5KCZyyR9LvCcrCJ7PChGURFYr6aeCFo
NJnjkZSlqJV6j2SOsJiCagnEex2OZzfvsnE/TQIksOuj7KV10p6x9EViizmXrz6IeaYKqvEVnHXh
lh9MbcZ332lFcmOXqW6/5lluM3IZTXXRYCpEQO1bdX+RBLgoV5ZRFBxRkaBfrWba/Vhr3Ki9mszs
fObh4TuyOtH2bmj9bubJhUKTso1zEBiHUp+Lss/SE9Igz5x05+ega6pSgYVZctBgfYt5Cp4ne7jk
BUAT6ANmBg7BsIh6BV7AecnwyF2MU1di+o9atJ8J55IInwYFHHNEYbn7CVVMhFeY6nydWlPp0g7E
19TbA73FqhhRhiTGQWtVYSsyuzIJad1V0xgnN7HNa73jUjX+ZgQUccwcHrtL164pw1wt1kO/TMW+
dsP1+OwFPZr03A9IQXKsaTz0I/U/ssve8Q6liZHGJ7TXajJSFUgJGgjjbWr7ro1SvZynHSusp/eh
2wrnGJCLqXf2yADsaqLGfbcXnCb8LDWKSnemKbJl9mtIPi5shqiZJ2h+IBYLm3MTmqA71X3U2duw
qLKEXKzQ/xxq/DfHZJgR+bVjEJlD0xSDfZKiQtMDHLkh0yOsgJmpQFnIumY6ZZeWiKrxXMZ9VUDb
IRgs7k3Q300U/Tezht6JAKeFTVAwxyNQeRyR4k5k51iHtukYogR2VMu9hMttXzi8t+tJSBQSZ0Y8
ohNyPFUTHdulH4gsWsNU1dTzre/pEmbGIO1kz8wkO2E8nMTWHkoUdH5cB+6enqGnDsgqqBSzNofK
OXK2/oJ3aDhHzcgwRoYwuwCHeqQ6CwdVJn9xsGkgGbTny0RLh74oJ5GIrZMpnejIU+5azlEnGD19
sQrfcByW3gRIhgOM+9ZWmRvvs3gQxU6IuWWUU+Hjc7LBu+qnGuHYaOXeeTSKiBcRJfib2dRR4Vt2
n6PiHzBEb2LZMoNnAoWyXbG2mm3IvsOv4LCqd83kd9PBCUbpwyhpg1UnDs91AyPIvM29jycwrKNx
PNgptrxtkEW5v6OzYrv7yEVxt0EakiCkcBI6Bh7xObgXNHTpfVws+ltpmuFr79CDQqHXeysXMFJn
AqbrD9PEOLwGIPozPqEh6ncu/Sljy8cm5B+3y4QunsgSaNPK6RnhF0V5hIyqHDpLxXymmzu+uCgb
Ag5p024h7F7vTDbKr4oWVsnkcFxN3qOdIq6KzVUxIHlAFRVVxUWpyzS9AFVv3c9yzWYZYh2/Kv9T
rHKamKXbfwM/PBecjN3pme3J4bwZIwLdBF4cvrvIQ12ODd18O89WV26TfpR4luw2YtANP2BjFT2z
Li6w9+jXrvPu6A7VthwVKDik4/V7UAWGvLKm1c4FsXmYIkcRQYxibiROCQLyBStqSasMdaS/xVMH
DiFE/0gFHTjfVTQCi/ZjWr9WMzlvcnQUzHHXh+2uZw8rJqTGkaVP2C7EHS+wv9Nap8Hm1APdDA7+
Oc6ERRN2VCNih0enGlq0S679B20QPW+geJt3LOi9t/HHntvXNd6AAEMLbpLjSXYjqPTdHpINsnrw
sDgNCnKV26Ypt3R70K3oJtSwAvwl4mnyQwQMiHQYQMpyPRebamqACCy2eznUDoJwNAexh786Hw9z
DZZ2ywYNUH50dHOfMLlDC95nyRvvbPhtMcuIGG7xVooo4MqRQyNQCNbDcSD9RibTA+Fx1X2XOjiO
QkWrNlxwVO0ZaXOon0QQzfuF7fIS4QC1B4IUmwFtWeOxiHTW8gyXuOUwppvF3S+CBhLsxEV+RS1J
54r/dvgJfBA4BB+iBg2h5bi/h/n8W8eqf3lY+vGs9J+/PHz9HzxWeZxF/jUd5dSCR6m+/UhHWf/C
73QUiyzM0PURbHqB8nC/rCnHv+NRLFuAzyPtTNgOhBL4Kf88Vyn1HwTrKMcPXNvnr/r/PFcpew3K
dPhVgjx4u/itf+Nctaa6/hOmA13F9wCTSJs3zffA066nrh+i0ti8kcvNLUgJKV89Wy2HsNZyny0l
zNQK+tUPV+Yfx7ofU2btP4Z8/P55/OQriGXN+/DXXJ8fPi+XMNiRxdeUpTkeHiaJJb2nGHAGGQ4H
EtC7Cxpgmok3Q5MEo/LnTPEsZ52rT7Wp5stunBgO1uiSit7eWb2k616s5Ilf/6Bc35+vi1qnQZ4i
qdtW6qc03JAmxFIRdbNN/fatwb1zmThNyLrWNH+TsP3nOwCbho1YcKPBJcqfPsnuDTBCQ/dtgOZB
oTZ5F1gbcF1lgX7zJ8zFv/5mf74DsBp9HhxCXgJykn+646ks0pJamOZTPqLDzhZI1DkuCpB583U/
QnBNHSv4m/v+F18SQiCfZtvkl0jnJ2YTWLvSFC4Mq8oB/WAVpFoyVMxx683N0dHW919/R7k+Rn98
rHm20BnyYvluKARMoh8fs860sVOkeYPou2ITJBpieE7snP1bw6z5nNHUYBbc29aj44PGQjDdeo+c
t9Q3X9ANR/NbM1iJ5xbxrsdUxN8nFr586KrpMu2izPWeCCRx3pOxEm9NquCP1XIJHpkH2c3x11/m
r64dDwi5zDZzHFesj+oPr0yb0jpQSU0IJ7adc0V0+UUJA5mCM9f7isS9/a8/7y8eEJ4NB2aTkp4E
m/nHz2Mya6JlXHfC3HIvxqHHnmc5PaWKn980pRU9YkM2f/NU2n/M4lkXBlBRFDCCWwbay//pNaAo
i5HfEkxVDOygbJI2PeqsIKrdbbK9IBP3ZMuGwxvqjV1agfFnvByBw1Hu3zyrf371ffDwZBTTDSOZ
zyPe7MfrbanAMPNVNRjCXl6mTY9LCGXBoye65W9SfdbH8KfHlN4YyUoI0lYe6k+vhexbDwk/VD1K
2OCKEggFXNLXp1/f0L/8lJB13oHTGobOesN/eICMSvDo+JxRnXhVXHcaQ43O279Zx/78KYGkSc5W
EnD31Lpj/fgpLuOorGwtvUWirQ+VE0kWeQtezb99ewK8i1wx4j09wBvrq//Dt6mSgiyEpNNIjkMb
uTRfBNc51ed6lv71hfvzkxDQEkWbwFLJ/VkTS3/8KJVB0RQJckQl0uYKmo4PmyET+7Yxze/FE2XP
X/c3/+Lq+YLABk95YP8JXvzjRzGWmQJT6hqoRQajPgyzYxBgVPv1F/rzW0axYVM9uDxrWPPFTw+c
UoFFZAEfI7xwAlSJLMtGdfF1GhwiU3QKYyWPpl2VqGWvCvLm+hpnTCeJYP71T/KnRSbg2G97LtuQ
G9DZ/enSxr7XWr2CV20NkbMJBpbqmgHJVTG1aM3TidwpvP5/8yKsW9sfXjc+1JGSJrLjwA1UP8VN
+mM7NOn6iFaFk20d9sFNhC9t6zKDxZTBkGsQHQk4KRimX3/dv7rwUiFvUconMlEEP31fey5XZxPf
N3EZ6JCegv4vI0Yjskp5bi3k/mPI4DTDhnbVD3ragQOPMTXI6W+e6b+68DxjNOu56Lbt/tRGt/vI
6nKd1du8RE6AdeJcZhwIEjSU2zgOCY0WQfs3OxjR2T9feZ8XiBKXikOs+8r6+z+8tIvyOgc7FwgU
VoTLKM5Wx0Yj+zs6HTXWN8gyFxq1F96YfoLJ4RTO58HT4ZVGEzJvhFs62NnBlaFfWjLE/m5QIaOQ
JAJcWlnszSTI0o7dNGE1f+BGV5+b3rXg+7txcp2YMsbEmEvXYOgF3pnjF8KdMNvVp76V3Yg0MSBL
molzgDmBCch1lTMF2PtVJy9rp43vGTXjTTfsPQi1ggSPjIbayg2Cjfsw9VgeazOILw1gECoBm7zv
zRxC+0dUbcKHDmed3DtdxdyPMa5GWoCOL9hMbtd8ClNmPQRl5TCYbE1ru+HJpYPcctDdLFnUqCMB
CNZ7lE7qE1VyjbNK2g3a7cXc5T0sBmC9YIshl7r3CwEW2R4kkoB4BQ/xnE5l8QpsqgZNmormawRQ
+dkFXLXQxQOFOzqgh1Dww0jaTb2agMiMkXgfUY9jVsZoc9fIxPFRyJiJWBFNYxHd8UTHsoxgCW9i
+hI8PYyB1XZAG4VKmyi6ca/BCDQQKJKGIV89Jtc+jN7nljY7yTPpAN8AuZKdblXl5PN+nkf8DAQg
MNGQKI02EA8SfxUmBumxH2rLR7QKfw+GFq1fTrZ+/zxKhhDbhAFwvem71H01o8BQN9RiZrZj6gHr
gRmAqaBkNeDvoPqmgAuzfUL+TnSgcUVTOUWJC84xaQjgocHBlZB0sLZ+Q5NuE1fkMQPL7zrCHzoD
Hy8M/BhuT02eys6yvbTcNlSIn+jbDDFvLBvgzkMERyNl1EREe7hOX8K6Jn2hDVvrtUA8S1d1irFk
O1W/YM/zc+fclX0PRk1k00tLzwOlYhA2PTMSMb7SpeMpaklD/+LXyq83Y9U1d4kyM1nnYVcHYJED
JMIH122WmzkRobcnpYsCPuun4iLpcQBtm6jXw3agG9/vPHIEj968zN6BoCPAcTUgZAIVUmPfIRaA
1JEPXQaJOKJxvu+BvBL2VeTfB1wXaDbtoXhBSjreeQshq5SkFC6QMPP4BmoRgVEzz/V4AOsM0kzh
2rqtS+k8i5HyeT8Hsj4lIBYIYTOExpfDCNYn9GB07aB2e18ToYCe1ZQSGyhPxmxmVaXf/KG3l01s
m+4VYgH+n4Sgme7gtA4kcGQhOO+E1YRyY4JmOvWktiILYfJMdjFzHNqJtOToJgUs6l1XqwVuyghH
F7GS2LaMmLp91xeocRZ/afVe5Y7XozSxraukC+wKqFKEpWcC70uNkaQK49xQ8ZYndFDOELUGbEiY
ZczOcuklbruyYBrVx3CNd6SZiZhevQWirLIKhYq/q+evmaNGlFhWk951FsT4TdcbTAapKWkMe2R9
gOsa8hayUtESq6fluPeLBkkQNpzwG6oQftgIHt7TaqK4L9FriYuhRveGA7E81kJED+v77F6shlAI
QGYYXkGdhy9m4SUi3SXVmEtm2kuEQIRDhcCzDD/CoEsWDmQoPJvJVjDrIA4xUYBswFM3Sg7qJo71
Y4oAAAAGtAiLR1Sac150CptVL3CRz17rrdhrVgPMdnh+W5PoZ6ao+Owy6OTf0G13bx3nT83Jwihs
jrzSOxt7h9p2NKwxJvkzoO0s1/2DV6UVHIyumvoDfbJKInukv7sdx0kMp8Q00S1BjEyQhhphy1b5
CegodM4sz3aCYRUVuNPtpiJ2XuTYBk/1HAkUmLPs38LFbxDBdSPmFAy6LtpSLT3AaqVq96XEkbOJ
k7657uaW1BR4PzmaciBmvIn1GwMC/e5lErGGAj7ds+L7ZPsUEnPgNIzWfMVxJ7kVQVPke+FVDE5Y
ktW3RVktOYdWLd96KP0xQ5UQxFjXkKwyVPFcbW2aRtfYSgoYsByZ88PgKQPoG9R78J3bOVYP+MWU
vSOtnOFzXrozw9Uult/gcDD3ArTV/gZVfDaWVbwtiS8WxCD2lBN1PPbiEpK8C0yzS8Icw0I2fqbK
zKFE+ovCbNIiv2bUWepjNKSQyVO0msWWX0Xc0YTtBDEqGMutXUfqfSBfjXnHzMuwyRsvIvuNIVmw
HVFYjbzbZeyfAiiL5LJnFrlck4CX2wwaFN/YTAtQBVsjEkIdyaQpypbqnHkoqva0pFIA134CcWLw
F+yaBgW4hQ9Z57dNPhFx17RpAaBjjqLnmZOI2U4ViYv0hJ3ihU0LRII3qnpPxlOB+r6Olq9M1KCr
8YTOj2UvGq5GyawS3umAJm7xNOSwRgsXFW5XhC2/68FnHMq8cbZ5V3rNbq789MRYFFuUX+b+18CP
cmTZ9gj0JXJJ1eKJaxe8J7WUZ+0lkiy5Yv0K9CHaT42L6wFxno9UK02Qr5KeNPNSQkUJNp3RME28
peZ9cgsGAe7sO9/LAYDYVibwSuhZLCynPUCgV+FJKyMcSAfvdhhjJkX3Wr8Ndt+AfY1n98ElUqDY
0EfOztRWLYw1yPLvfuOLDw+CCANlCqiNMEP0PR4Q7yE8kgi2SWqIXlpqdiZnjlOr3ViS4JYGvfPN
WcZuT1QNUaz9zPA1mUK0f7nT3hUYsK8tPWUtW13xipNwugtSYO6MbaJupXyJbs8Ckx/KrGVjEZDW
4A/pUwoeZYW8AjBrSB6jU44e8EPX6fKqVOI+WRo6jPSZl9GXNC12MYw2uOkYDxNWWvY7wiWVd+06
lWuOOMjHlxFYe73lwgnsn76ENpsF/ctAkfRl6kNjM6JY8qdIV/iZMtnSrccxMTMRKjAgNMrPPjNv
5FwEbcocENliOO2whpNZNnDC2PRxyoslcsZlbe3XMWYC+j27YP0zWzbd+TvMIEzCpe2An82GpuTU
hP71cYHE6uyacl5e4BZbDHwmNd9kjBpgPeX4drY9j1BIgxOQwQNQnDU+nLyHp2asWZnlZLwVX5Io
nWzht5jwkJHJOO3oQ0VfeulgA0Sm9uShwoHdZvcSrXymzTMjWo6QEUlSn3lo/SfSBupL9rkYmUOJ
KWSHPgN9KeVgE+5ckXqkBRQ6JettDBg4CNl0Cbi5uo72GcoVBQ4HisSlQFVzatA9phcWNrF0I8l9
+GzNPhuiBxbF2RJpSAoBXsDkLBPhtBtf5fIrRxGY1bbAYLVPwzL72gSTgfTRzg41lKdoTqRlk165
s5jQYBdF+CD6xguPrpE63kihzGMX8ReJXUjGZ3tR2bEXA6hD42YAU9FZP7h0Wr7VJfRC2+/mZUeo
nJjA8hM8suOmkfRhmNS+RsXAuImNAIMVGhEZH9NwrO5NquFeFn6JjhO5gXPbJAZnagTkCJXsGLO+
B0M8PqeVh09xSmbqtC7rgTNICoEGhVxo3bVZTInm4UI7DYRLZySoWvk3F5on/KBuru9nGOTEIoB1
vKzbehYIXwaQslQEaXgxYRumTCvHqAHC5gY4PsJ6uctgEhVUB379TUAk4ehhSxKco9Qs86aOGU/D
VfLg+RTmYsoDuXfZScgvtWeIh11vc2f6frib5oTqPBoM431oSBCvhDTzrcUEikAVydHv3lU2Utto
QVTCTrLYHyikmGUkVutvABmj2GfiSad6gjZQbVJ3zM1OjToZjzofpz3ZfOmETL+gve/3Tf/atj6O
WzEIrmnEYvqB5ogIFRcwCIkjOZnBqClRCuvSTr2DN/SJv4tBsqzEvAqGVSfzimcJb/WXgWIIpVSU
R8M2JG+GaNJVXrPFBe5fZ40hktpnAM46QEW4aX2BMday22llYayHfWsW4h7Z16w2GOeIt8CyytCg
mLvZ3Y1N0137DPP7bcx0HKW7GTa5w35PVc6fRs2lRpAYuHA+PEz/eMZRpVdUwyW3cGqX9jjpESRn
goUgRZjt24JB8TA9rd7VMwK1HPcLtf4JpQhekYGD8qmBHwhnp4At0w8T9BvmEC+DLfAB9LyaDAC7
ZnqLpIQNXAWiOSzg1zDNZLU8GNV0LQc4tup9Devpfh3toSH1cv9p9jwI8pNmxIk4mwzgvc34wmxV
yZqztagL8Jhmw/SAEoKVbUld+y7Wi/ro7I6yviEzcdM6Zfk9dDrznidxMN1kZqlfVZX1q8KEySUi
6LRrt7rRdXnfm9L53KPW8bcBqXkWNG+bRPS0BT8JMdLw5sRa9Pk+Yc8lfRI1T7OLTL28mK51pyvZ
Tsx/TDY5N3ZRgUBBicBKXGCROS7tzGlu4rH3EHP7SHENNS/CohRB3BjA7EGNvyCAs6a5/WTNEnga
N9++LVobxRJMw4F0TZCHUAWMujS699w1axc6zFKFyTk0sbYxp3kjVWXAgrwZbV09ER7koSPskCI3
hR1eT1mFMazWKNeapvUAKGZ18Tr67XQ/xpH1kQUNBuYZN1x+6Qzos7eQiiVufirX6yVe15QxQhC1
p05aDyo52iD4XXVwIRtS30K/ghQm5io9dY6ZvqEwcOaLAHOBtzP/xd6ZLNeNZNn2X3JcCIM7+kFN
bt+w70RpAhMpEX3j6IGvrwVFpD3xkkma3jitrCrNKjIMvGjcj5+z99quFgVkqglaCp5hBU9ma+g8
sCIndJ7qyFgOambQdanoE8xvWEylwsbJUVlhXkfglCOxRlBgbNgRSVaiO6jFm8az3F1ITmdBwWwm
3ye+YphdGphfKCHc7RC58QXsF/MlrkbzJ87X6uhGjtPtKN44wQ29Fz3IybHQQQesF7idfX9Zhjgw
RooFqA1jjeM2VzmWzoYUQDRxtvmikjpGOIGEI/g65pZJo0siO111dQXxvXKBv1dFMIGuFhml4wAW
dF+oIZlZzajlN12symFZRNh5t+yscCQa1HgFiQnMuFFeVdpxwFfFrwrCmLUn6jgno4yKJkq48rmR
kD2IlIEnmhjJ9A1ZTXNWR6NG3HemfWMG77iIBAsiVkJMYMYhUIr2PMJpbrHWl5U6IAAcgw0nxvJ7
BQMC+2w1YYcumyJIl0iPAvfCJCnzFraQM65xlMO7pNOoo5ZzTWgj3nxMLoyQ4O66LoJlKtI5iaUS
8b3V9OZjzUc87LNGmT/HqJ9uFPnxASIljGKcpgIIekUsLFAqlu/Sf1GcQIh/wi6VsAjz/04K997Q
rczbRqYJN8goWpaUkK8Am4DgYkuAWR0phUbnEt2dRNxxvL175F22wIUYKkrSvDWeHJt+/kIWZp0j
TsXWsHJK8mZr4qpKVl+S48GYpw6jYx8nNXY9T0CJ72m5Leo4pnWcenZGRJgNTbFCt3dBmx01IBq6
0dqqZqoffKeuLsnZwMdDWmvo0wGycxPpJx0adJOy+hGNFJoIBC07JilRb6+zKdDClR0kySO9ZU6m
UU9Q8Mz3ofvnFwiH13pbJuqArY5SEpIH58uFRRC4ojrMENjwT93mEh2+9RQJGsKLshk1NsO8jb/g
dM/hxU747VZ25sMVDoIR0VIFaz/ZChp9L/Tn3bOJ0h7ctRdlT2xxw1ktMjtczS1JTFzkSqL6VLGP
NJ7/sw50y85XMCZAW7As+ahjwIteqSqlsgli6aoD/ZP4yIFiRN3VcqBcqtokfpHg357MqY6eAmQH
LLVzsBCmQTKWiGG9Hfht+aZvNRPZl4M2pSGREQOy22LHMLqwJwdbdk/sv22z8RwZnqM2Dqw9njUn
38dFiuLQQEdmrcNgfiljm+ATUM/D4/8Q1yz0vNF4uHQRr8pOTTe9GzQX/0O22zjZWc9oNUXevNLZ
tHcQ1IJs83HL/E3L2DVdG0kesyQmcfhDX7eMbfY8I1cUyAijy+3YSUWMqG4dcP0iP0Umx+5mTKQX
BPknY4J3mvUWcYGIISwGBkJHuf6qW934Gg3AkDzdwnaoOLOqPFJHsevlQfQAgxxYaIJADsVbuI7s
CulYi2qJVnKw/fgevBlAMeqS3qz2QCiCduTkDxliN8nIOioYDlQkf+bA9q2OryXu3Wzx8aXeDKC4
lCFsnasg9v+l8f+9Q5/2qpONxXdHVEOyUwii1pYBQOFPr8LogRkMRlIH9Yp38oNGEYZmO8BtULpe
ETKeRTeDBh7s46u8vW3AFEliMz1Sd6C5nUwbGtEPiNth+yOsJxwhhK4OPYIxQkcb/uNLvR2n2NJk
Smw6psSHd+pK8GPVhS22ryUJvnq7hhSobZrItddZbFOpTjgWlmlQJ+d/eNl5niIMvBi6xXOTJ1Oc
MfFphKh5aKbbwWGa6n6pBURJC/hPREc03rp1KueTIdabL5KLGvSsBRMsnp15MsNCah2Wgv2Bpjfn
urajZu9jZW8rK39SvhhXwBsB2CVO+slNfvtBzlfmf21DUg4wJH39QeqaP3ca47mQmYV8AbGZTEjc
0joiMzbOtEHSNSNUFitF1R6L2rF1UmGQhk7YET65C+K920CIiuCpWw7UppO3y6ozJjgVt0EH6X2T
1ACAZEebrR+mn1ihurNMM8hjmWDZTlrT7TuzSneeCd8tCeczXUembhmUcuWADb5CCiP3fiAYiCC+
/OM1lJk/8gJTSIs5q3siqohUpdW5BIpROzitR0szjkPq52ed6GE6NhI8aIFjDU7lJ0vo29VkvjBS
A9yezBlnPdzvqwm5psA3mrZYOnIY7lIPAgTmhmT38Vfw3lVwRiM4cC1P50e+vgoC8bokTABRdybd
cxBQj7Nl+vr/4yKOmH/FHCLmnOxDXYvMAK0zhykDqlMvVHrVTYX72Ss+v8KvZ9Po+dAq2S6WKYfZ
/OvfguS46jK0vjyqFgT9bObppO2dUe5ri5qpxEJ4M6mhBv3c6kQZTXULWl0CSFyFcZzvMktGR7ce
tHtMPO73j2+CeO9WIwqVkg/R1MEAv/7zJDAL2PNxsSwz60UnTOorBuobu5+Ko4FS9pDWZLlMGI5j
5LdOe+4S5bUWTguFORiJn8Xxt5Xgyb58/HfNlz29a55HnYA6CmmDfjLRJ/12NGn7wzQoRbYJCojg
dQfm2Msgl02q+xmkebYRo/fj4+u+87TM+ZWYNZq0XN2TBYnDkCtdwUtBuDzjB9+ljvVp//Y67tCP
LyXm33DyG7nWLPW04I4ywHt962k0d9qkyDvEN81st4R7kRF/us5ShtgNGSjYyCLvoqhz58LyJswq
3qR9spDI+S0//SMQMHhEGCEiYoz/+o9ISXJoKZSJczClv0R1KdcpooaFo9cVJ+wx3otx8A60l4bv
pdbIbzAhXqrGFogb6F4pqYWXiYsVNVTKuUJzOg0LmSn7NiSwcxEQdTOH75WDXKK5tminRLpLI03/
TID6zgtjoXe1kCgQhWmcPjj6uqNeElu6VMJsf1pBRPIqZfzagiF/A4xW+yKY9ZDgwznr4+c4P6aT
O4iJkq2a7Yu35rSoxNXSlDqNnWXGlZ8wl+hbHeHrDdWmfqNGaGofX++dLxY7pk31Y6EbRPby+onl
DH4lVr4MjqQSNyh42ssxN41PftU7H4LD/TQoRQBMitN1gR0mioXHJBh8nbrVc0OxYgURLKFSXH78
g8Q77yD7icHDQyeFkPrkHRwa3J5WSxpR1YhwKYws5Tw0tkcwIozSIHYtml4XDBcIBlNEK2wrInRE
5J9RHvlH2ak/vsOOYMmhIvmlQzPnv/c3UUuZqiBpcWYSgCXiLcFwE7PWLPjk03v73lBaIpxhkMUy
QFX7+iqeDEbw3RXClHSIvuQVx8oOHC/UdkO7ACdbLD6+zW+fKNezOAkgOUV4Lk+WVBPOMYcSrmfK
PNrUJvMQJgL+JoRv+McvD5dyPITg/Aev6slPi2jNpmooyc9u22pvzWU0/Nlhb0UACj7+VW+/Bq7h
SeT0swCMM93JXQRZDMOdN6YDObKxMtvchh0Wio+v8u6z8mw2SclZgBHs66u4cAKSoecH+Qw6ZxpR
dczpSy0bAiZA3CTdJwXQu8/qt+udbEPOoPTIJV572VXtdKtseFeoyeNNOGSfCRTfuxTm63mjNeBN
2CfLSeXVfq8JfhprtbswTUcsgVtWR4Cn5ifF43uXYqOzUOF6pC/Y813+7bsK4C4OguwZRreNuYcs
6oPdycRFoTfa6uMHJt4+MTTwHGVcy6G9Zerz+e63a2VWzgS7QduQCymelF2gATRj96q0pREDZKwA
MuOuuk/kxLi9JhdjPmdc2aHCNG6ViiQLBea6QWDOjKYpMYQhGv/kk3z78s5/JC+VQESHX+xkodEb
6sayZZG1hwS8r/D9TUCre/PxvXh7211JIW1LCiq6Lqdnc4YHyFI7QHjgSUi787N0r5Q9rczEUp9c
ar6rr/dC3C7Em1FQU/MiMn9914uotVPsBylz4ilPVox2nIfBZQw6ioZ0CT11RLDs3PGzKvadp20y
K2RfdE0aO97JdX0P3ZNJMU0KY2/7ixyUO3MG0ewgFR258cUND78+8KpPF4CSuuOYOMUWEyoceQc5
7DJ2uuh+gBSqM+S5E4pg1z99CMg8bZu/Erk2ne+TvzDwmqHEZonoAjjvraYHxXmrM7EJA0IWP77U
25vhcTDjnULhzENwTnoxKkt0ughRskw1z/smZQJ3nQH6sKqasbhSYzh+8rG9fY09hMu8yoIFUkdg
//qpxyXTIlXSUcOdVt+7vTHeuNVkV5/8rvnvfv1yUdgZ5NXpDi+ZOPWalJZvFW4yIPCl7XuYhgwp
XUv3FY2bCymhKZlmdsSi7DW6xQsvZVT/8Y1953fSEqJSxqytcwCe//lva0oCB8mTGf4FymgPAmlL
pilkstuPr/L2c/WoJB16lFST7i+H2O9XYY2s0EY0Me13o7tpxu4a1Xf2aKVsNR9f6b3f42E+Efh2
2KTtkzVyVMBue61DdqJ7xGaUWffk6F559/FVxHs/yEOcjTaZ9pJ0Tl6PqSgx5KRtvCTyt11D5GCK
kzQuTvjRj0lfAdRkw8hembJh6JUCTx3s/rmxandborTaMKpHtkj62RKOzGd17nsvFa/VfABzzfnw
8PqZIqrxKbpqBslRWF/WqLeWOUyy1VRDOGbsAIxC2n6+KW3Cs1tk4J+81G+eAfeFt4ZVGV8TT+Jk
XWBxrEgggxMUx11yH2pecu7AafjkKm+P+ZTW1Ed0IWaVOgXn65+ZYLOu2ZDJnUJRMdIYCsNt3BOc
BYGOCYOdJGSsxi6CHYFUbp2F03dThMDwUAWuNVj060pLnXsQA2L16/X4r7v0X/Mu9J/dpVu4QXn9
c/zdXjr/G//YS+VfVAacCihp5+/TmVfxf+yl8i/aIi42Jnrh5tw44N/KCwiW//sv0/vLodlP6wxn
Ok3k+djG7Puff8QrDmGH141TKkCfP3CXvmncsgTSywKJYTJZmGcYr98nyd46TE4wLEQVekdb85MH
TYFYdwotPLYY+qmcLIdg77IBGFzXh4qkT0abkfNJxfHGeDr/JXhNaF9x8Jckzr/+SxoUKzFguGER
e/hcVl30DeRkdIbIunsZydksFq4Mv7mjFV7iwwoakjgdAqWsPvja1BrU0GBsrGtzqk0yrjo43MoW
0Y1WjtMnx9zT2og/FKGihy9XsqpjX3z9h3Z2bWCW55apro1JldOMLVNnB0Zbn9F0zly/PP72Ql39
vTW+MuWerrzzJRm1MZgxEMjJ09aEpjK38yUSLiz/7YyXxwQZ3iJFJXSOjNdNYI9oHf32MUpAHBQy
wKHUDAaCa6IrTRemTdsn0bZP8Oz+96tvxv2P//3XvL39568eGUuRR5S3P3/Bw/79L/z90UPqonid
P1HcyXjt5nf9729eir/43rxZ7cc5gVYT39s/n7zl/TU70Nm7aCRy1Jmd1/988pbzl6Wz8HsMM6jP
GLn+0Tf/eqvihEKPhmUHJoPkwMDx/vULPElg/3NXaJXTpz46U/1YBna91RDtnTXT6B0ikeXHuVTc
0kJ1tgbUn2ThIHEHUjo5YDGBVx7ynEyf327hO+/564L31x/m0ljnD+NQyRpw8oc5pJ7HfWrqK3oO
6pg3LQnZaLj5Q9lcl5aGbPzjC769ExQzDq0Ux8Ju5czW/99LNFPvq4jxEJOe0m+XeuVWh8rQmoeP
rzKvof+v3uU4rlsUSxyXLbo1b8dyM4g0cDmUryKj1c8GfzJIr1ARYTmaIe9zKYP7oFXyqiS//LN6
wXhzbZodNlsII935l578Qt81aHQ4Q7A2Jjv5FhCHfahHYuGDDiDgokqNfEsCR4/JI4YxUrs5lqaw
ldvM1O0LKgr7sjFy9+vHN+SkUTjfEQ6xFq5C2CPscr+a2b8V4A5hhZ7hByCNBkPbWDyaHWLzGkU3
vd47HL31sRzBlqbS8cklbrsvSZ7w3gnvGgEUGrXKcJC+fPJXzTvM6+fEX8WOzNou2VhPp1Xu5GDU
qXJ/BTva3RBZTkhPbFbfh6IddhmD468km7QvNv3LLTEC16Bj7aM/2MWxrIG+fvzXvN5lft2iuS3M
9s98kEPg/GB/u0X2BLMnnJXVFhJFBKiIqtdlFbprBHHpGXNcXFbeIHcfX/Wkvvz7slQDVAIOxax5
+kUg6U5xG6poPU9WCNrrjNXUQjdbJEWl31bVCIQ6h88S5H3/ongUMCXr5mKE2rfGcVceNIhx2ImG
z85sp2sDrwxv8nwetlgY6DG/vh8TU7a8TQmN8pGo7qrGn7OoZAfix+fhDHn5R25pboTQaX9Ii/Vo
tvSfuphlWxqt50fxumBn37oGQOkJw+0ntcTpAsRVqPzod9JLo8t6SrHIcZd7EVqB9ZDU3Eu7iQH7
UnbdfPxY37xMlIlApucZvTejLOZ//tvLlEcsEEkcw0W1CfEuZGjuc9tPUbVxbNrygAma1DL76uOr
2q/PZPM9ZBQw0yUZ/eLoNedn+ttlGzP3LBqgJojxSfN3WmhpL6YYwnxTjHATs578DoIGU0tf9Vo1
Qi/KCzwV1dTLfgluldg1jV2R1Auvam4TTXHYKQzEm7Or01rWliQwoDLH8qbCvagWjjkNN3FsBWe8
RcZl3MfiWtG1hsPdMJ6EFuTXZ8FkCFhjrUWYO2J0/xyUdzFsW37MttZjWVxwG605NDwc1k1ulBsc
yB0WP4LzfmVRtWgpQ9E8gG60L3Qt6/NNF8pirgBjXDQOp9BlYkIjWSZRUvQL2TrpLZVYCptWqECu
8r4tO8LYOju/HrAV7Uqk4e7WECNUpGTq0m+NZSEL9owxfRg8GflLsmO1DrVaOCd/6g2afEPrnSe8
mFW1IomKOOVW7euSPAwwnOohNWNUbBkHl7/rvf9og3/vTWJN4mzC10Gj6OS8kKLUZVIlIZjJjDCx
KPW3SJXsta3mSOYp7S4ITMnXH79I87f9amGe3yNOKJLzvWu7p+3V3veD1gjwvGRGZa8nIqjWKocy
Tkqf/ckm8M7voxrgYobgfxgcvX5lQYsnFE0el+KrOIqRib4fhsmSoADzwHs+blBvp5/s0u9dVMAY
0uHAc7Kf8a2/fydpEHT+MCX2ShRec56MAx4e8mxNcIAr3aEysZtK//N7SjvdpASkBkQwdLKeFiZS
T+xI/NAoMjeoafAhRm6+MRTL68eP783STTuRky9tibnpRwn0+ufVsQl0pS0svHjuuLTBUGxiNVUb
0+3UXmTZ8Mn1To6Sv9Ydl0knEwAOzxQ/J3tnShZD0eJPXmU2zmAvc70Xd+rTpyicors2yeQj7vS2
3+pFJbBZE/52o/vOUG71xDKc5VS6xdaeVcvAFiv9CjYkFnjmbOO+zvGDfvJJvfN2u/O8lPKQ4Q0n
8de3hzzxstfmdEGk2N5Z286mZZIfl3YJbf7jJ/HepahE0fcLm1XZOHm7O7I98U9h8RAh/pAe5fo+
1jQXya/47CG8807T8py/2FkVhiTl9a8aQ1mTV0RYFZ5W/wyXAxhR6sKSZOoIgHyDFg7W8Z/N2349
eagRAIVQGxE9dDqwhA4Z4TefnFXrJDlNXTOiT1/P9rBBbj++l2/fas4OIE7oNnqC/u68+f22uYW0
TVL86zZ+CddcxaRCr9UEO9OM0X+IpEk/URTOr8HrRZAGIw0h8DtQmqAsv76eHxpJhl7bXhW2sja1
NjZnHjvsJ2/Ie78KtBAY6Xl1Z2z++ioqQlKMFM5aRTYkeIKm262Rhe2FYXvF0k7UZ9wpzlpvfxcr
g83yx/OSlLyvr5gmlLGpzPUVbDGCdOJoIA1+KKMq3ED+IowV+0wucEtYntr4tRi7hQtOEwe161Xr
GkBMuhpsO7sDzQAumhA+nxwypNNL4MPUDno2geUN4u7Bq2ASLgjfTp8jvxi3JA32LzWI2MsAS6bc
KKdlu06NsG83Rc+GSv/ECoI1kOfoAk9F9W2IdWoVzTGzq6IkbWKRW3X6VcUwwRamHsxhdnrV/vRZ
Yx5lk+rWojdk/+QXlFwwMgun4QAdqyNHMv3ZrIADLnnc2X3dtuo+4Qm/JGHtXwAVwZDSdRMhbG5F
cNIiUlpOroByAKe6tTDjhaUPxZNVmI1/8JwUhGWMd+rK0qI5qQiLl7+pk2hMFmMWVhemVg0k+RLp
gDMnmVKOek3kHI0WS8LCG4Lhp2wUxrgKq/j3wiC/ez3gn7zjgNB9wbswBjhaexGctSn5Khh7x+HJ
7ypyT+rSNWEi2RMGkA70wRfgDXm5aSaD4xs2jSzdJBGh5EvynqdkGw2ORbk0kH9CyFbFIjRUafYM
Vl+7wWVJpFih/BmiMMMkFniWSInz8USWC8pA63n2J73Ysuv5XUkUtBsSlIMbkob8kuCVvrwE11Q+
UK41RAj7kTUnB0y5SzafIkIHNBbJIX2iGQGpQWAsQImASwBYUjfaoqNhRkSzkevOWToBXN63ttvc
p1BcAXhCGgWKTY7WoZEYpBbJ5Ho3Hvp3b6uYchx1nFE57lITfm/peVg5vKgGU04muH/kCQ5iScVJ
WtSINwdDf6CB4ubZ8l+Eb0ZeXuwb7UXr4gfEelw5d7Gea+UqKhLXPUdMXuyJ+Q5/yEJ6yZYoVJ+g
kR6qShKrfB8ZOR6iztCD686e5B0XIiV9qKvioR/y6YbXOsIjF5bdT1UgydsmJCTiXc3Y2ADl+urS
rqJPRcHzUnGyYNHFYVbk0ivAK3CyQEJDESm0OckOwHpSELa4ZduV562t9WtKDdJZ9L5nblR/poN+
21+geEO/DssGghJH2ZMpSQ5+RUlik1aEsYf5gnAytarS2Q88YmTNGqvctGYZkJlLznNZV96lZxbO
peRhQ+du+7OSYLVPKst31m/AaZxgqUqovKz5n/+2XzRa5vZaRt68a/vTVdk1eOhDL73+eFd6e4AH
hUW3id89M8uc02qC3rnR4t4yyDo38mNrhiRQNqrZyA5k+WgP9XdgeTneWzy2osLbyVmjWI7Y5fmK
/RClz8j6hDh08/Ef9vYsyMgVfSInXehWbxQFUQo7QMS5Q3oGGW5623s9cFUSaguX2GkAh5y4Il8s
I/x8RFJ0/Sf17q/uzevXEasBonDku7MT4HRnm+JSJ1exB6ntd8FFGbHg0/Ur9zlsmhkz3G4mg73F
1hLnyokaZ08UUJ3hQ47qbxrBJ48f3w80OaffB/1h2KKMoA0xa0dPymK8rwN+VSOgbOjagxmmk7VJ
bM6CC2X4sFBwyEZyC7e9JdE+5gwiS94h3L86rjde5B/dSIsUC0Pu7IcEe/ky+xWXbUyWqa9VRVG5
xJSs1L4JI468uecPh6B0vXZVIZIul2VgWA9Jq+s7aSegJnOhOm+R1aLayTgMsG4RPFSQcivYRn3J
KrnsR8v+ElpBDtJlHAXu4kQaBIU3bXSB0TycM/0ErqnMTYjZNDPNfi7zgVWmyVQ/7A07rcD/WlV/
72K6NRajOUtWS7MP9oLn8GiUBj4+QgLINqqYeoz8l8GuPKugMAnWHVvdPaQjs2UwDZorkOw7Aypf
c2NEjry0jLK+t6eeAGwxGeqyZeE1lj4iV/IT4xELQDTY1V3t0D9YtxLJ0q53pTatGks/h4Rh51dg
1qA6DQPTuWUR6umDagMyiQesUFuULzS4SJQjm0ZhWTQYxzQwdwYA9NbSaFVzlXZM0C6g0kXWD3i/
enNH2rFu3E9eaMmdIjUSjPRYgaiDlO20Bzbtej/hJ7+YlfLdmXJizyQUw5+wMEHRMfdx36hqO4bE
N2+w+FXiGh1Iu9HAlCkcTcQrkcDnVoCa0HtjPUzr8HLG0BB0ADn/Tg8GHJt2yGiBBxnMoIy2gnxc
RKVQK6n7ZCdVhl4/h77fX7NJB8+QRkxSlZLIeqLIncnjMLskCnEC/hCesUnmmIa/cn5saVbFlR8v
Q8AE/t4d+wivQo1ffWVCp9haHtG5CxZ4EPa9Cpu7urbnZX8Y0y0SFrde93nm3BWqd2DKVemwKSPI
E8vCMeAt6bWfJOtGG1p9M+W8oVjsk9JYhGigLmOIj0TcWnE2Yjpvwp4oj6aGFgbNnYSmEUItc0Ty
zzV/HPGSo/zdVIBV7xtgptka/LhFead15U8Sj4pwV5pl2y8x1eHtA+9PqCLsfuCWilSLs3iqvDmK
NXAlhsz5Yg4hELt8MMOW3NORQXzSh/qucfL6pZkgcq54Bweg8LWvgzXNef/oh2tPdj8npeYg+p1V
xa6Y7ApmmY+BNfQ7LfPcYB353qCvSF43Hqd8tL+2TTtq8If82RadMDpYjTUm+0VDdqU+n1Q1bJOj
Pipeq3z41ms0D1fGkA6PkzbhyAs83rYFopFiq6phrmwC91ErtIEEkzrx8hUibFBWXVnr9y2cGkBc
vFiHYTLjn5ZTa9dBDcVhUaZR9wSSleSjnoi4r4nytDssB6B3qCo1QtIMiEkRrZlbvnRSCnq7S78m
sWs/dtJr7ywRJy+EA3fnVVCCFtEg5A+LzKyne+mVwVPaOCSztPqsoYuTxsRGV4WkSfCZtRkJ5fC9
ofMLdA103dS45DDdVKDTB0gtvj86FNrOABZ2HiutpYn7dCX9GV9mtKm4JGvCZ7cFFJCR4h0Z37os
TCBtJ2o8uF0Peq218HnuNU0Rid3CDGHuhCz0GRYIOaF90hDh6OBu7zYTp8krf1D945DlNkmc2CDv
ExKbD7VSAqZ7SuIfjNApOBedDylSJI4Ylyrt3XRV9jUR8yLJHHUAlWxYO/YVhCp90QOkQD6sR0Qe
OMTDJAywLzJi6Xu01LNL13BTV6wrm0i0VS5s/7osi+IBtx4KqcjDPb2Wsqt/gLNgOXODWLtESJ8E
a477RDY23Fg8q1WMCV4bEv2hbzQPxBlfZkWKE/FYy0ia4YPuSwPN9oRbd1kM5bhF5V+oVa8nDKsC
t0iSS8dscmoYZHDjdvK84MUYVWLv+qLVvvCkydQsyMApuQXMyBcW0QVk43YimqEKwnuEX9wsAJXF
UKHdmHZAig8vXHtJa993fs6WFbRF+iMSkw6+QSPeroEPf61wmIUrbAH5mRojPPUwg0wLFqE5+EtI
WmG00s1Gq9a9kWfEd7rF8BTYsiAEhrr50RdqeqpCze92YZGziTbEE+UkG9ft2QD6h9ESExWdOBRI
KeTydCvQAcBT3MaFVdYWrXjMKnRpuzA35gwBOFIku/pRb4JK1ny6vhkDg7+7gv8V1PxrRs/+59H6
cvr5HJ6M1vkX/h6tC/cvrGQSWQxxV/QLZg7r36N1If+i68P8nMXM8fBB0iD592hd/MUEh+mrw4Qd
kvGscvm3msb9y6KLjZIK1fQ87zL+ZLROX/O0xQbRGnUuAFyKXHaVN32vIHE12/ZmvEbh3hKBfAkK
2tsB5r2Pc63eYyQhRiamY19RXi2r1vnO5+JeRZnurBF6xqvKfdLN5DpiCBcMHPpLsz7rSoolrTHP
p8LKLyzTOzpZnBN81bO4Yyty2lDHRF/skbstzc4ooTEMx7Sqd2UoAHzhmbfidOEVrL/FuQZYJQ6L
c8/KvtmZ/lz0/s5sqpda8xCtGQe9dG5C2W1ak/jzh9D7WQzHzntoJn1n+Yegx+IdnQnWPQLG61gf
F8oECpKP9Fa2HvQaZVjPXvnEX4fz6VyH7bXwARtnUXbVeAOfT7J2WYki5hRdvh8TElbaDfPgY23V
S8ccl/F0O6XnxLvSrfD7haU9x4l+P9nTvvemC9crF4PKdpp3h+JmwTTiMq6+TjmJQ3zDJXvhxBoQ
hIdgKM5Hc1nZ0daxn0wsju1DkJXMkBYzEMyLsBFdyOag9GnZuCiMauunFoDtq1u5zEDdpebVqEG/
0+q7KviOQZuEHmwetz6wJ8Kud0INm5ETLsO0qz6EyBtKkEn6eWiWu0kPSF7BJXPu0PjQrOrZH4JD
je1/0ZGJNQ79maP3lyGhEEx6d10UPSXVZki+Qxo1Fok+4zbJldWilZTbKABNlIud12msipdmA0sL
qEezZ3YZXwdcNqRMTQzgJlcVwSG0j2g3LMv+Km0ORDku8q7bUD3npHR54T5si7MuERRQGHMsv7oJ
UlCD4oqk23XoGCsiLK4Cu7ut3KRdKGvc1gbnM4hA7YIY1a8D6KSFY4/XQeEeDaJkQPa4i9ydNhC4
veVANmLZ6ze1xU2eAEFQ8DVLyTHTnMSL0H+aonFWLM7nY/yg19k2gGFXO9iGui8l/bB9A4c2tkA+
xBR9apT3tT8gDaBtDDAlGyEOTXuv6eBX5kfQTvGyq4tLezwHDPkSO8NF7aWrvIJe1RRbHyqolXzN
ymrVkaBbu9kxauuFmR/H8Jb9daVks2qt72Ob3leBtwugUaTMsiy9u6rBay0KFyNui7lUoG6NsFH9
CMW0MUX6pZHtrR/lIKe7RUce9jg2F954V0B9MiPrGh4UIL50n5rarjf687HQn73U+hqO4jmuHskx
qunw+A3ZqVm1N4sHDOGHDuRSll9WlnPbEnG+GLyQSC1eQ7vbuYl/7XfZSxhYPBVo2kuzF4K3vGUn
sy7aqWu+O7J69qriEP56GM2GUp28APgrgwbbBFfEwR3jr+yEXzyXj0SzjJfa038KqYOMdDsP0yDL
hB+t6VMepZau2ypYxUF25U3g+Qb3eiD1Z5NZE/R1Qq82OPlvAQ599axkWgUqcS610aC+m9x9WAD9
niPEV6OrBZshTC8ZjpIH1VX3YLaWUIXOdT3d6XOGev51KteRZT0mfr5TPtMCZUCyfBb+CKgtm1Z2
Pi2GMnwSrroIYdRKqmzaclO0INi4gNnIVE73zekyba3hhnW0XwlnPBM5nzVjvh+wZ9duATrKIUs4
ddRtEWpnkambHEqJQlbjfQuTazJlx7zHoWLISGIrzNvEkQtniqK12cCccsGxLXS/viV1jlilUV5n
dX6pymQLbXWZ24N7cFPax3ZQTju/gv5UCM3eTCGfJl7bmFoy+pbI+ghBdt0W/qXbQenUkjO3MMc7
K9O/VOl4xaj+GDvWhcjrpW8eWy0Aj9RFP8HG3nBYNKn47J+Vj8cY/I6LoSUOd94oOWSlbnyozGwg
lHm46lpL+2o0Hi1OO3RBv1qQMOs5AbWrYrWxwTo4I1+TqflnGCqqi0gpivIOFnNpzhoTX+38ZgSN
VtJpuGiUGZ1HmS8XCZHibkTCmG5o3V66YIb10rgHu5ftY1+39y41661WWe3KqYaQ9Vs/94FBPjYt
ZjXbHqIHqql+Y41hec0LEqO2C6Iz6C/DMTAZvga1SQ5XSmpa7pZqnQaEGQM3mFZqtH12xTjBHjqd
O5W3YZDIwwOnq7XhNjC0Jcvas6X3wOzgIi3aSE9uA1qc64rD8joIy2IvppKcwOJH2QS3QiOHTWkE
G8obCHPGmQ9rfCWrsl1XrFhXwEX5bDrPzi8qwwRqGzbdE+puZFKpOYo9foxgMUt4WG9lfgGcD87A
1KlLzIYAde07zRrK/RA7rI+cvJcDBfO8/QXym5nr+ip05crrjeyQlM2wJU+Qm1xyMFI+WXNJsudI
aa7tlqo/HJOvzRDqG6unYeZ44ZeUpMERukIwlO0eJuVtlIz5uUkW9nND93hRan188OlUL4rMcpeM
KcrVCBFtYSqK/zZKxbaHebjhvlMW2PIpi2PixAPBC2uj1yc9+soyNdJk89RfmriG/4+y89qNXV2z
67v4ngZzAOy+YKxiZakUlm4ILQXmnPn0HnV8uu3TgAH33V5YYUtU8f+/MOccntaUA/E/j38NLRth
dV15qSr5UyEeP9DgxED6S3Zla95ZfFw00Zwdpdba4yhSKBivqOOsgBRMxemyBbhlvf6VM9jDa7xg
jSfCzRFZEe9K6q6g50ftCO1pXQKR3NR0+42HVHIZjkP+07u3raq+Jz2+YX4SvcQsOQ3k4oSz4EVJ
+30fr6eklG6bYPiKUu0GbbzLXelKiGgxgn8tRv5Rt1RpAi5UHnuaFgEujkA3R1Ix/Ug9stNhH/+o
mbQw7bXAyjsnoY3JpBk9S+TMfRJupZnadTcGRfRQl7SnWstDaykvsTU6xXxpe21XVbhAmyaIFN0j
NZgQJAo3kgs9IefVAMN35tlTQTwLamaFTVEZf0humg7btMXESiV8/hNxookVhNHpS/iFpIEzXCN4
xmICIKrRniQSM8hjefG7alrcIYHIjdVWrVJvaDcs2ttsFR7S6IY8oX7SdrHBloho+TSjz5assG0U
40CRrP/NBQrIRIzqA+udHFfTIAZ1A2sZwSo3IzqXwu8npB8ATsVAjwvLl0uQcNM0aJ7Sy5gONy4m
EH7bYSJr7klKrCwY503bjUkuHaeuzj7o4Nqnuu7hPQobVVJPVuYzSWfE0ior3RlJ24pKQtMyXTQI
5/u20cRdViztW6ciLFNn5UESn0iXXoWqIlC5We/ZtkqnztLGkJRD7beUyByoh3m4WaLwqZHaSTXX
ZsPZHBAKLXFNPVPSVZ4zRgH+aFbpnZm0uFf41u0pEY0banzDzSbimArJaHZkqtLaClPnbJEMQ1pJ
FFcH1+fM0lyGHWDr3DFaZfU5PxRlxyBztxREv0xW+i73/aL60iBqb1Ihp842SYnbG2N2JVubWQPz
IAKGdfKL7awxoxd9Gq29KlQbP9SH+b6LKFMYgjhS2QuHKiecfcss5U3Jyui9VKA5KspMZk9ZbpSK
KCc/NyYcttBKJDWqRj8Gs1GOp6USsncmWeZ+kTTWePJcMtaqimb63kg53C0TQVVCMnwAAxA5EBXB
NYRRPcm1+ZRaWqCR6k3eFuRF3fTbTnYxvoVtPD3SZJcy4EkSkBsLJ1RcZ7NbXtUc2No6n2XmmHyU
pmU5UL73LkMW9l2rQDJ6Hn0o6uwXrI2ZRlTHVJSOVsINuJrFXhzrO2nGL0qxEe8OkEhdOJ7qO/dq
qPSmJxJM6y5sNj2mN3+EUZKY3ks+U6nGa8V68+asv8pEqjoteQKGRk6rxXmJQyc6FXJ9aqRkb7EP
EbaaWdDceJYev9Y5BLsyuvSovigARaiedZKEBD1Zdi5P5MOBM3DKWH3bZlH2xknm4RudAzjrr7Xo
MHY1Nk76mqZhtqrNXZZb0ZaYp923IoX9i83P1jHsOAAPZZ+kuM5tsu5lKzbrCVD8gOdxw49c6GGJ
0npMjdiPInSHLSQmu8n54D/yoG1kQY0HrzGMDdWXG+tplT7qlCl0A5Jx6oKI8Qk3imegp1OriieT
LQxGSZ8dhSVYiF5E3zK4kzz6Wr0xaEN8G1dCoIL4PFvS9A234BHYPFSkuYudX7DOcyRNFGbeqrTj
O+QbpgeY84OIPtddiFNFq5SP7kgdyj0hlAi44xBPzDkWeuTi4nhtkhl0pqGZQWGhgU77JGiEDlmQ
GgEv0kmSjqp+8YqpZDFcoOnzuR2MUz5p1FdynO60VFHexI4joU90ts9S3uu+WorauWAq5YGwai8J
qfMeMXopi57YPNDK8RKQ6lr68BZxDIuFusPfkYRCWlQviyBYnoov/FpAjnEGUApvCnEZgS52XTCw
hwFHvC3WW0tg1VVngvmSoaF8NrRR3uExHfyR8XPqmGAk32QN1UcytdmpqATruSqExGlh0j6S71n8
idmM3klMy7cZeO79kXzyuRjF8HeivgiHbRRCEWVh74+tNLzAsxgvY15loUBe+geJeoTXT/k0BWrV
MZLVrNI6W7M+vA+aHD3nRNs+SWPKRTQx7QQdGqXlfVRW5WPT1SRn7WhIrNvlNnIVC+r0mBErLsuV
cdfwKfpmlS/nXGvEwyaltGAGH0zdKKXnSG4fQr9OOFXk1u7LzmjPEG01qCx6w1GfFcqAeAP06ZFD
fzuAZKBrM7Wuehty7klJYwA/iZ36THxN8k7KKpJFBVzF22hpg+yj2ZTJ3y6WfRdnqofYufYELWO/
jTppidNuwBLayU+LRHAxfeyouTKgXh7NxMVs9pbDqDZ5LTJV9Vq9iq+WPCW/ozpZkt3HKoHeUb2N
fLSMBKmr1gIliWTJ30aDzhAQ8HrAuMidwLYg7JeJdUpdeeTaKV42V8eET21qLXvpYVftN1bWLL2I
9pptddDvpdBduWd7mzSgzonAXWWj+iyWCS1MHrkwpNOdtAiMb1shgSixSd8wkHVb6SK3zZXUYVhc
/qxjOpynItunUTl5FQ26N2qEaEUCgZlW/l5HchHIRuLPluplCme2kae3TOstEAAzZVf+p6oXjdZc
fu/K8tw8ZC4j1uS7SbKVLWooi6eqg+dgoKttqm06FAhny+R3Y1aCRxY+gvg2JtHeGgtvVqXRlkES
2J28IXmMIncolJAEd3Zu88bfK+ZjLRf+RJgnEMzUVprSpRt99I8308ix7LIC2enRaLmYXvXtJUOI
sRZMG5gnmeQa12NyF9OB4YBS1+CRt71o1Dut66AeoDKh4ZOak9z8DPJlgxE/sx6xi6w8M/UwGJ/r
Ggs5IkSEmUmG0ZLnbLqWdUhbX5HbgneILVQvxj+ZVPlZafw0S1q8VKVw6pe584xHZKFVRupOknuq
bJl+Ks+aC53Unkf5LcB9xI8cCV7cD34eL5+6rF855DjjySHgu/0mUt8Tm/dIILIaNyiTYKj3FUwy
e2gfTVlGyr5Z5FoAg4Mvn7E1F5PwynbFQ4lCT2o1h7HbxoOY65L/UDX3kW55nRlDnc3LCWwAQ0It
4mfXsbk0j0rhx1n2B0fbJc6bLyGx0E2M3JmxkK/Ywwk4KKtaBYPGHKYrqtzr6nL0k4QhSrs2RBHV
ZUsuLHkapVz3t5gwdo58k6MFkLfU3xGEHKPRpKrM69cOIKvVmJ/E97E6qKo0kMT8NOU7a2QqwUIO
yPp2kjrRTshWSTLrFEeigjFtIJcwYyHaREiue6Vh3GKtEG3EI1J6/cyZPXtx1R9UVDmID2rLqywZ
wBVJ3QD0jiJzII/45uwz3jI+hHpbv2318gtAWvO3R+MpdkXmsYU7syIKLeg4DDM+wc2LRzXWj2Mv
VAzOJOkyVjqZwLOyXEiEMIK5RiucrIeasPQxhRmHBf4X7AOXjGGddD4HuJuera6pX5V5I5m3YH7L
+nzmMRAxukxZZ4tJw9qgWLSjwMTpWVF4NjEhlM6A/aHLtwA+3q2sKOmJwHtd6bXZ61tnRY55XlW5
iYxk4NsT1+KXE+HYdfyCVKMISJvVDzrRXWS6JvseMpsZ8SntkuUqFaV2LxkvpiYumbiEb6IWiRHU
0JB9uV6zAD1FAa2nNm9CQhLyHF/lTQ35Sl65E08PtVNpmJ8WWJsdeRQchRl3IxhxAlxYJ0qoI5em
Ej1NIE4gAtZGUh3IJJyCLM9QHSMc8VbVPFhUPG21rB9cVhK1fepNjIKOYy4xRJVF4DCQpK9TKjUX
SoOTNPQH/fFeTLOquOac3XJLMAhtiH+kKck9NEpfhObLNnt583kpQD4jRLsJSsch2YESiSGg3RAb
5tQe9fjIU59M5GybHDZaox1XKDiXWpDTXS9Bi09nlHpkM5MpRHoSF9e10NGDpY3+isAtmFcUu7LR
NFcunqBqRWsnsQ++DBpcpIoz2NCyi6SXz6bGcnxSvqdm+8etxE8kWlsi3smwJpsmh3XfvmjGku9i
lRN1HXyRFVRJvNswtq+K/pES23OJF1G5JOMewo5ryLcpYXEpfgrM4Z7NWoMgpRMnK5FIbtN5qc/s
jvPAHLbpXkXkBG/mMl6yShHIBM/3HVqPk5aMwLMy889othSGKbAKRmKM2Tl42YfRMs1FTKQYeg4i
IfhO2TtnIrnqFtBze5ST/JA0EYzoyyRrS5gJdYvOz7BNYwJpLjAobUGg1CpqWV6ITFcsSty1oFBh
KIupILeivSgJpzlGkgj4sTFBVqQvFL0yqTaIGjoh8zRtIJWXhpix6xsa/h6mV6LZKqxzp29H6RHY
HnScuXmGGCRSzdaR6faVctcRU740OvuK97wdKhvptnaoHiCkKB3VXaVaCRMDyq566HtyvksNGN3K
PZg1v4nQukudt6jJxIRFyZb5ukyYOENuQQtZWrKR0AzR74fyS46NQ95Wx0WPlX0+5u/dGouHadS7
MM/nfVnGzS4TS8MeI9hWdtkULjsLAuPGXvoxxWIIZnk84kNmg1rylih9G05pMXjSSoi0rPAsu7/o
VbMa5SFLyUqbj7PJhzyNjJA1TeeXpjq5Chm0YSn1XyPmunsW6T9JRV5UrIYjE+Q5qQSflH1upNia
iWbGEW5Xgyi5S172f1tT+8wboFq5NSn3xpzvfAyuYwlws1HiH6of+QiULFRmXTssmnCIp6x0xJgR
sIU2w8PMQmrLEsFZydEog5NPRmHex41SOfJGA1mXyinPliu28Isex2/CCJOhVMtA2+IsaDMZFn1a
2V1LLVCUACSyOVRLnWxT2YIXR2mLkotWdiHeQS00rywzWG6zZSvZKRlDo9wZ+b3KT6xSL7SpRIsb
Ptt7nbtfL3wDEhYGIKcyBMOGYy67Jd0vM0Mf9+QJGthlUqXbKDDPBBLnDd2G/VmzLooBdXwDzOtb
xY8A97vkg0/GGPztBQ4BWeQ7RRyuy5A9a0MZ7xH4XSQs291cr44qr+cxZ23Uit+RnnLSpynp1+kQ
Oxl/4GKMYN9yHSQ7shjeM2WFQfEhduIvpfbOEMyH5Bg9zmo+W212rNb0MkTjd6WmytHsVQuladl4
cqzNl1WIDyhacxvWxdsQa/iBmpqL+1wKxc2KB5tRoZNuVigo664a1MzdrD7QSe2brd5yefypI80Q
+Nr1NpniBdfucRZfgMtR3sHRKeegzHso5kXslV3/zI/VplAqnWiiSOoj67rmjxcYX+NE8n9cdvlF
rbfDuGKA5acZxwzEICnFthEhNU2QMOC6hO0hMwAu6n2sWW8G16ZNFN/Z6ER0Blf9MZ+XhDeA7gR7
r9llqsnyNxVe/jGrt0sq8UrNSh25+Whoe2Yq71Zb3+qJ72VZLNR3LKPioN2AxCVEUJaa9QfOgz3y
mZ6VnJ3n+D0hKwOe53aaX+hnyyJHUk8eedmnNmodHSdZQdfYjLz30p9CRupW6n/nJPqIudv0Zva2
CnWEdF+7k14JJ3UZQ/bBjikKoOuMS5pGhzoyW67iLKMETJ2S7AWvY9b2jDFrCNRaNt2kbRm/6bTK
hbg9Wyx27y3ykGd4eWSOAG69K/WcJawQ42iyGVjVB5rlUCWsmVaNIJB4pL/DcDO7+HFuGf0HE2q1
dwG5CLa0CXsQOzE2WPPHqjgaQRQS3y5vUKvqhIubQCQ7azs0+KXkyOqKZCcziTihCWrGiiSoMnOt
abygm6aiEleLOrDo6X2EWz52oVDEty4jE8VUL4lQ5GGXlAFJchBDrOEgy2YSWqow++Qyv5H0flm7
fC/FEDOaYjE8xneGDYl8dLK+mHg+ywF6lPECJudXFBmprqjxH+DHhKLcejY4AZEuDwy5qkIN8PA1
B0EedplauPW0PZUysEM6ldsEHOaWDAkLNEvge2pSiinZEo5N0vtlPly2VrYTIksJWkcx9jUgVRa1
p6qOdmM5Qcwo6OM6NsJF7cu9HKhr9WR2jS0PFv3cdw8ih7J+N5g5JwtH1z7Fe4QgJiCU0U8Zt7Vx
y5Zb9y2UOrXUwdbCiojgS5ocoz4MVeMm6l3P+4vCcR4n7TmVBXch4N1Q5ubxU1P/IALvPbRUqjOM
ufwqDDoUPj2mlwHUSJb8NvLdkXjhp/o9iVcn717VYvUjLT+Dn/Ljbp+BwFiOpKQGavxl0YZDcSJg
nouEuHmuWFsrfvHsc9uSjpRbEPDSd31YfGX4SlRfVJp3VHif0SpcxfmhLVDceHowE5kAEQHTDcci
lwEtfELmdRrazYxjGEUwjGhvIAMZG6Zd6H/KksR0mBKE1Vr4DdMQRYzbGLgrWmBR9wZLFVt8Jne5
KhmOPhbifjNpte2o0cWnrDDi5y7u2yv6G/7HRLvu+06wAqQcsiMrXfqXbCI1AKpYsKrhHHK6Ht4G
m3osCC2jBfaPRIoecjNSH1oCvlUCrk5NM4IjVao5GCaIYXVZqa9VKtO8LT1HfYYq1bU6FQNt0lxI
25f+aAZvsNYQBrIvivi3V414L+Yc0Zkq1m+jNEwr9Srezi4zmyfSlnVnK7JLEUumnafZw2tNYkYI
6wcingzBk3LgvlDU43kuXEXqWeRBL7WiHRi256wTXowBBRCj1D9YS7wGkoprFByiYAJuvaiaXFav
LMzroF6xSkRzBX2SNqFKBYesYQwJfJxDGMetm0fFl5zpV5Z1r6Sb7eUk+cUJQYsBomIg8XEgVZuS
5WkwzdCKmOs2i3axsPezk1QukHCYNKHJwijOuxS9c8qnLpw+ZsKKi8jEnjTWgEY0k10i8rbM6B7Z
YqhyPRNFMNzWGR+LWZfXbh52m6Wc40K9wN76EGTtSZmFMFMG0ApdkGlzx4xgzvlRbsIuzrNrQRQ/
dWH8vIhZWCrDu8rtChpo4wZXE5RuheAzH51tS02e20W5liJABoGpdK0ozrywbxxZ00j5KYpqwHbG
+FfLfztpFByR4t6hS0VJwohXAcpl04n+DggreZxcbSDcUC80qNL4j3WhOC3g0CZCclaV8WYOCLyj
LQqUJf8YrTyDydT8jFHyVxFrymsItXh7K+ABwg76wmDPybKrBClQ1NY3tji0dNY+ZJax0Y4PgGZf
KQzPigTmDWjadRGhRiTrmdAee400iLJlecwUrtNaMXn7upgZweNMlqDeIWKL5nW1K0SyO+g8oo35
+73ZjMBMplBSl8dCMbKbynJF4raCRqNliYaPtSkvWdRz95vJs5jogtNCAdGn6Gkk1FQs5I9KXffq
MF6GKvNjZhW4PX5lVRD9WLbuD7rL3Lf+AHYG17zoqmMbmJWp7Iy1Wv2hXBRvy2Rorfg3bSI4zguV
4lAq16ns93pWdnCJ4k9cgyaBM8IHhEvsPr30m0m4xMjteWy9GSKb4zVZpAsa1rMsxhdhjly9H6Bl
9pdq6nzBWJ8M6681+pihz6wLwVANuQdtO6WBsdxifjAmUT+K044Ygh+NdShC3lbinRTBSso4wQXp
RFy/rfaMWEp5j23dQQH+tI7PprFHML/DWHJbymc5F9xh0B9SAC1mTaZ1KNY72rYo38fWcmjJl/CS
WQZhk4AhAVn8SEIpvFaKLlkK/RiGy2ZvIHSdms6WiTLFrTj0aJRbI8gMIIToHg+6BcFQzFDTx6X+
LWzlEenHszamnrBJpV2Pk2KLTOuGXmEhk60kfzI3B2+UOVI8wAheQ3Sl33E3hGRBPLFac43MPDHj
CGlXV/Zh7DXpL+1a72onnkriWNrVNao6IHMhgJwHuCzrJDcbSO14ZGQijJ8aPnJsICnDSHaup+No
it9qBsJWVV7apvwbGeVhtaafsWi/BSEKxDGKXR0ZgSOP3ddgZjdBg/zD3fpkkqyUTPo+bcCUyfHR
ynrWULiLRgBvya+IVcNTjR+ISS/AvM748x4Tr1I+d0V7BN5zSeZNdEowT81klY5Vc46OhJKDMyJ1
fEHi0mTFO0XuXmy7z2JM3uc+UthDGIdlll7Xqf2tWOSC2CoFxt/CXeTVlhhABdv6s2k9GQY1p2Qs
m85o6p+Mj8kBSNXRI8Xiyl0cyuZ6NU3sd4IaPFQZRiH5LPVnJOoEKG5jvgG6Nh7Q0WNWlRdGdoaT
5EltW3NzFCDE8qtHvqO0/qYje6uOSnWYzdEtRDazRd+4sRAfu77BwMvEzO7lYWW1gYvXGJng1UA1
zXYSoTjxf2qlJUxJYSGlm8kt2hTJb3TrQoSYeIzyJHF4RtgB9cKpZeHvNgwIopL7KBiBlE78i1OW
eEpuJoc0eYS2N2zFYlmp+TxKh4rFg9PhlHCGrmHezbvK9SAEDdqeoNMn1Ynk9FfLrOeVSBq3yGTm
dmVgxdPHoI+uqR6rhhXM2vGgkyx1DdjMFUhRlT4h8Rt1jWy1QZKha6/o+l2WpBpTjn7y1kmArVUl
n8BTXzRE8YeK1AI3lwvtryKIv/BVOVOlz3mmzyqb5o+cwr7ExcE2In4spP4OvfynFltHY3OaDZoj
8C6gJoIVO71vFjKJuaCIUuTyiPQaIUO6h7l05cd1ECykaKyUrlmhug1szkZmJ1GgecATaK/JZexP
VnJehtfUyFR30PV9JjdhDBGubacnsyiavdjwamlSdNcGHXHEiAhmBffQWnOoK8u7lrXkPCwyrulB
fN6a1Y6t8iAt0xkP5R2fWWApeIkSDO1MxOy51IVgEKhyYuVPVN862Ngs6DYfYyrQi5F9Vpk8tcym
GcnZamLdJHSNQ7y8xXrx0W6JEgxz9twL+deE4DAyfhTKhp4l76wBf6Xel4dAmIMm368azMaUrWte
nB6vRVb7BX4vcplG9nrW+JQyD5i9XHXXjr5WZMnRZDaGFF9ZkRquzIyGMpXDSgM8a875MTGQhJmi
95JYjnTRHht2xGhxfmtBE5LLAxOrE/lGkaSKobwO6Q82621XjorwA1Uk94pkqp435I+/SmJyw8g4
cXJuonJOk3NaavPqyoAwWLWuwxt+z/mMihZRvikCKN7G7LAKg7lft1bxzaTqjysl0LHU8uRvVCUd
Vzp9qxLhIZJYZ/plJHY7gbQ2e2Yn+j7r8Sf5QadOyz6Nll2SPNQ9uxbMSbZgyB5ywOY4JVt3KrBT
nQ2lFPdSP732FY9RjJiCeoTMvBpNDlxZlkcllAozZqGZf3dx53DmwmES/E16kNh1N6mkS90nb0Dv
EbHpr32KwlRKq/bRRF0Ncp1coeJ8IxWjubeZLtxGi8GngsEWHGWTGqSviKesya9trtnxSEAKA4gd
cyQhYKNceq26Kbt0Gq5tajx1iZk+zXrj4sFEL0VQXtghlAae3Ce2UYznWpfe03Q41PJXNoqgqOlA
2MxgyJkH9vFZHuQrQnV2VFja3k3xNJPGOc1HSY99g51LrF9rY9qxFLdbCjtD+hFmdouJsMtGAThI
+6Fkf1H8M0N+5b11mAdbiIW2D2jxqz8KTPti+OwP3z8Xzbp9KsbD+YrkVNNrHerM3FAtGiF8WVwJ
2TnOmj3pFEiYYgSDcvrWWdHw6F5aThWAelnvqVgp8AwixxKuNZCljoNPTl1V3kMvv7YPP4aZjp5S
iNF7jr7RV2oKa3BgC/gZd9nqt6QKpiY91Ol6yx7DJDiBkTcLZr9fe4sOdwEx303PxWgdI3jJdgz9
zYVUt+zlLYu9mAgZtyNI06nQzV4jUTBfmQwmvrJZ1P0NpjxrFv2peuwB0K3lTY4UVFUMF3eqJ+WP
mqUDf96aXK3Foht2UeDo0JJTnG/YoKW3begO/YA2t9KCdI0RK2fWtyVzRDJeEf4YEsbhFcPdKdMh
mZrCdhDqOcDbEeQCqGMhJRQ4zZaJOkvGA4VvGWlY9J3IbAAHdK6CNZ3aMTkaw0/aiwhzVEokVVs3
B/r8J1cur86M+q1e3gEIe3WFxNXkSmdVntuzVTc2XjK3KCEUZ19d06NCl63TbFD/j/xCQzJqaxTZ
RdMNTiMStRAVRcZBMpteqjTJGSWdzdmMrxDnExGFtRdb8X0d4tozoWz+wO7ChMS8zcWMHLL+P3Wp
+MqGO3FGtZhRXGslNueiL/kqWNP+w1nwX/JYXJqf6nnofn6G02fzPx5/9atm/57GyfCPZM3/86tT
+tWhSvod/vOf+pe/1P/bP347/qndz+HzX37h/SMs8EZi6Pr004Mk/Pfozsef/P/9zX9GDt7X5ud/
/reveqyGx78GE776v9MIH6l+/2+PRZD+pZgaPrv//Ff+mVqq/Xfm95pJ7DT+VOypCo6J/22zEPit
R5CLpVOWG7KIe/E/fBaKTtipZpJNYZJEj7kVy+s/fRaP3yIISmdyhgOXBCHpv+KzAAfwrz4LZDKk
g/AvPoKxoR0QnfOvdupoAx+pNfUvHWGy3/bNvXyS3gkktgaHEOnG1b3vPCxD5iBHafeon4M5yHfG
wTqsP9px+h72zbU/V/diL1yK7+xbcrVdcUfkbHzNrwNm6M/eEx3cCU7rWTvwkft4p3rWYdtP3w8D
oGxjrgsZjtzaUP9MrupvuqObPMqfVuKOxU7CevTa3YFXhoLfe9ZlcAsfMY1T7Gnub81x9qJbtlf8
+on5iFdcV6+90Z/UVGL30kt3Kltqv7rUt/kFqhy/09+2oxksx/F12LdPwkX5kkPVQRUQDEc9yM+a
3wbs6ncQ7UPDTxz9N7vWIV/lWTkYu+i1pBWyrS/zlwMyZqDJ/nI3kltBi6DbRe+aYRsSYoq0tbtY
vrYTX+Ll0oaNdf07ntKw5J+Nz8l1Da3L+sojPPI9/Mpe5ZNFYKchjmCPzc3FsGER+3gk7hzTAV+g
0zt3SlcPEu5RDJVj4k6O6Cdn8x6FlU9snENdZpfB/FNFPsHSybu2q0PJt3zM6bvxFDG4ZBZ2iD6M
XR6oOEPc5UZjM2h25HOz9wid8Gy6ucgbRk9yasmC/VtIB7Ya84GZs6M7lb8cFL6u5UiAXemYf4bn
tWIQ68y6rb1vx3KX3ppDG+TMfPbtTnN1J+P7IqeRx5Ltk73hl7s6iA8US3f84OfyZF75P7xZvoQY
y0v27JpMHjsRFwGy6idl1/Z29g0JUXjLD9NlDszf9YSWZXqznriG35TD8NxdTCoZ9lsT6SFs1ymt
bWEnnlNf8kS3CUZH8sdPM1xDcL2uhcDpIF2EZz6fk5Mm1SVlkOdLdn3i77upI9uxrx+oOETGFnYa
ML7709uS3d6ma9rayWArZx4ahBvdXXZYVxnhS/cFckjlC6XP7UB55LN2Ku3yr+YubhskLvnl8ela
Orbq1E+Zv9nsaXbFtz/ckVXpr3LlxhkBFTymj9qjkTY96ENO78ke7ZrBV9F+lKftUPnDBV94XJKc
YfO+8TESnWW/oD5n1cTVhvgvRx1td6Mv6e/jQ1oy/AoyXg/rt4gOGipszVmU3aKcBvv61fsG+wOv
OKi24dhR7w6io7xMt/VZeykRrlWI+Kg+HI1F1Yor2mHj5ib28lJ4puTsutrbFgcqLO5EsTiWrHkn
1lao7zAVTlx84cMNuO7Er0XFG8lnV/SiQO3s9bMNt7dKxF0c4tx3Ycmjsf6q7+N1ye2k8nSW+0vY
7kkfMj6LML1o9/Y3lfUd+uzoDLXUG/w1rI5qgJhc/NFeWk/u3f4yPjduhbpF8fsLxhibHeR20l6R
jTr0My4bLjhSBOdJfmUMNmuqQsWgr7oCafKZYSsJ/lFnRvyXn/TtrtKNToFy70JeYVt/EWUHQcVU
37BmGzhncBaZhp2d6qv6bbKI9xa/7x05bFMGFHujOBWf6bOw1wPm1iTwtMHySw3o0PG+MRCx0DDb
+U3weKn3Cfp+BsnKJ89XfAc2JatvOstnp/xpujeGOaqbBw2Gfaxq207VPUhwSuFVf2fBTvWdgfYj
BRx+WEq7/7M4GBC8+al1TOoBV08OCqqEzcN+yicCQS4Cy1x6e/jt8/qDvQiQb+jxRfQVpYWv+Mrz
SDuSXBdybqZQ9vJX1m3SH/XAsqh6act9+Ta+pRteJoqpXTOT+WqTA3bqTN35MPSAVVr/Srer669D
7lvi22OOu2NSIQ5M0L0enCr14f9i7kx65EbSJPqL2HDu5DUYjD0zI3JPXYhcJO6bc3Py18+L6hlA
JTVK6NtcCgVUKUPJIJ3u9pk9e8XZZC9bdrWcwfx3rvX8wKzK200P04P7zD0VVNzdt/29GIOOemNn
JQ/9JV8/uHvdDgaqrYPa28zTV+KdYv8Sa+vppXsRF4BB4+bqKtU2dCVt0T535rCunrSzd9/tvpgB
wpgR6yt250az3t0bgSd8eIV0kHNE3NjRdKPH90Dc7gawBPaq+uYOT0NJch6Fw3BI1pMfU59ZMG+J
xVAOtk/XqMprThbhHDLLC+hqx5m2Sh75Oa90LF8S7GH1tOHh0NdacpDhgDUL08xHueLHruk7w4+W
7Fk32DyTgHkxU4wJ29bBhIlhel4VxGhvptJas76RqXHHtfZcOKvyzbfgXQKhuUlfRfWq38n+mx7v
3T4Y4lP3w+wRqZtPWz75d3Z+HA4lVXtiu25Djrx3JEtGFTyNYTh9ll3oZHhsg4xU4Mp6iZev8UYv
iBlT4RizUIbNDYYsFveA2165LKw5/+EybHqS6DQtk6BOxZk3Fjatz6ue5lXPFlA8Rm0v2jqZbqph
nT+AOUD58THocfpeZYdhP61p3/3w7r1bF8rBur9p8feA1fngH/1NcZhP0Z0dlOv2gwjjno/iS0WZ
C4sTM8FOstQ3e4e3i/Ut2Q8fTbuajsOHeZ521pGDP1XmqPH5uT4xGWhfJ/us75z1sDY2/K7EKlCx
1JZ/wSwgdhKBOuFGqwl87bhXGYGkw8qddrYHvmrbNvssPUTLeqhJQrxMaHBfwx66ICEMVwur8hCh
16hN7W4PyYGbjLt5vCEwhgd42KXrd6rIQcTXG4zfk3OI+rOoD5xkVL/+Egir1r/Zav/VtvyxBtlV
/rrT/tvufPu9vn0vv3e//k//H7fj5JT/YTv+XZbv1fy3zTh/4H8jz/a/BKVOgL9xHtrgLyGk/Xsv
bv+L0rErs9hlt23hvubP/F/kmT90ZaqxPScrbegCHs//RZ7dfxnUgXsu/GWw18Rj/5ut+K+cPxBL
jgfWEWI3Bwb7msf+GWtEI1/ZmP2SBgS8Ypf8j1MxCeitCFtYaimbmbtvq09dVd3+p0t0/je652cq
/q98KT6Zq2J4wrZtTiS/FnK6U5dnWpykQdeVJcfeRIiP1qHwPYzNZh6IVTl+vx+8Pv/elUP5pxq2
X2ofydRAIXbIedNh48K5Mn8hHPZW18BsoXGTYigGOQunXDPA+sSgD/DcUz/rxXfcJRUyUL7wFu8b
vd72TAT/ACL8+0nor7+He+Xm0WFim9we1+v0E1hqFHXRkoBjGpUt9lGYAEUYe02HAT9F+geI1a94
QH5n+oUBFl9PXaZj/HLqaqZmWkaNlhWc3db46EUzdpMcbvtNbxpc87Emd/jPX/PvNxjHTDjMPlFm
nULfX24wPLuqH0gCB/1STOmqwXSR74seoXzVp2QZpEpFc8vsRnz88wf/p+tq0bqgCwopffNXQmpX
Oe5sNHoeaBWK462jsig7mEorWLkpjP7Dlf39bqZvCUo71TXcTBRf/vItzmk5qJwZL+wZ+9iV3Vdm
oeBsFsVqPOo5DqNFoqRM1Z/a1P/DBWYF4cmlyoJf1P7lk5uhNz2MQZAGFLaxMVN5GI86u4w4+yql
7u/z6331z9f2+qX9DOPiPqI5zoD9fmUkWNeuhZ/vWUVa1inMtkQyssWHrdfcqRkr1R8+5vevEP2C
tdN2Hf6w8xsHjkCaZzTkJibcFYKcLU6iCAvC18JM6b/mx+uCy8fHgJhg7UUG+fsv5Wp6XrWGwXAn
s7JndyxxgpS6GLbMDoeOtI6D950R/tXOg2I+Q0Htey+YXaWFLYE0hiNJhYPjny/179fAFfh3hEEV
Ji+Qv4BxPy0PuUdFGUbWOhgS4mlHEZUzRDg/n27SNPH/67WIFw6NXqxF15LkXz9smYVFkRa1uzBt
7WPfinRrxyZHhM6amrd//sV+v4euLzcqAek15YGxecP9fA85rEAZz0gdTOngb81s4h5iuvTHPvHf
n0xXZ5VHtNL5VsVv4L5Ip+y2Yqwmp2q8IbdWbBfwUetiaVGUoZrGn0JT5WMZXSu4/vl3/H29pWCG
j/QAGrHy2tcv96cvr68oFiDdy/gRKe6jHVLYAsaCwTtwjMzIb4bG4NXzz5/5H64r2ECLLK7D6OS3
hwYHWuxUEcyhxFjUWaMC9JmV11v/86f8tuqAafFYAvzrsmfwr3//zQYXtxjBJM4oUud4Y5HJi1rP
OuTpEAXg1poHnYf3D7h9HW3y7+sOays1Q5iYeVD51Ov1/ul61lKDMTsqRuOFn/jHyIy9XVGqBn9y
sng7rVhm+iVz3AxhBdGIsSYZzq+0KqsdHKzF32cYwc1dDhNv+cNX/Ru58fpFO9QKIZ4adAv+up8x
69ynJE6DVoauuaUKMhu3mWPHCePukaxd5WZHEHTJmToRP5izpdp35FN5jJf8e+r6JJtshX069Mwh
/dNz/dtD4F4x/ux4jOsa51i/XDhQX4uXmSWcFD3zXmQ/lt8WmgQBv89FellA24ibtNC4Mdknsg3U
Fzw14bwg4FRsEF9sd6p2xuCOjEZiMpMuLqQptOTgQuEspJrXzdKwJOeMhK7WrGFsV4M/XUG3XCy1
npsq/6olN1MwGvm4bGblwfaGH4eJpGH2cx1Oz123AnjHaMtR3vex1Cu1I1mD50/VbTFtGsPj/zNm
6hZDQ+TFIZ79Id3E12dLiox+4iZR/CX8ob9XUk/PwqQxzijTHAEAi9InXDZEkGnC/+CpMokJcZr8
RBwX6lznizbgYTW9oxFbnKHGZmRHRGTIy98y4pe3qTBVH/7zY/Tr98Kqzj7+yjoVOqTTXytzVEGI
HAsdae7bYtwg7SGt0LfgDH9YFK5vi78/OxZ6u4chm+0+NHjbs67rxk/PTqYGUGSMIVeGlToM+w3N
lyRb5xrhSFwRI4tkFDlWehougmZYLCnmOUplzMCR2vFV10vz5KjYviWlx9AndvzkvHTLpsiTk6kM
bYXOj1wzTZkV8E6L7slCAW41efCSMCmXPliqkiTcVILkiCII8lOfflsIMWgrIM9N0E2YkOtmKsJU
NeJ96uZdrdrsVcg8hhbHCPIhtShcWLHhIWXO1eyCpMFV1M36kq2dtr1cl8R009ZEFTBvNud2Mbzx
lKZ5FkCFd7C+9SJSq94DoXOd2YL1yBn3JZWFOTMiVr8gZ+UTauHkuZepkfZNjkMIN5JwNkOiCbmO
fK1t8N42DsWls9oQwJP1Sh/05cXEotpYjbm886XrgdXRVL5uE2a8mGhNi6Q8bx58VEU5PgqdJHEE
oxSFiTjH0M/ZRR+xiyCTVcuM+uJoDtqZR6q0XOp1ZhfdJRKUZbSWmz8A6yy/W90A4tRP2g4zcmF3
OuXBmYKZE98NftOaVzQCdlrRdf4P2ZDY4lHT7NdoZPgb1MRo4lVqKhfT1jXALl01nAX1ExfdHos9
dQ7pifJd+6D15saRWG6lqcwjF1/cVrMl4X5q2Tb1GCRCGrd7STistfodw6DvSTR/0zJwlPj/J/9V
ckfdE+oAxwMqOwdfCTQGIrX51osWiqfvLQTZo2e7moyzJKMJkMf40rO4CrPU86aVt2hoJfXMqNqX
hU9yzkISnEsnO5albd83vs5IcxliJKkxQ/7gw+QPRVWSF9QaW9Pt6A16four5NNNnIc0QygapDHN
21GVCzRrEtyIqqb+3Ex5FW+j2DA2TdaIi5GRGwAcrnCEgK+M0+VTTiP7MZtYVTemC7Fuc7h3i6YP
oaEzxPFL8J8c3xif1Ji8HW7Efs2q1aF6DlxBmP1O2Glaf9B9ry/DirBpFKQp2Gg9zh4TIyJ5zaGF
UZMEVEDEIO22cBbtLFz6uXjpVL9wJXO7YMWIY14jGgAvRdbqTFGL2BZqEutBt5abeHDUgWO2w8Od
vo0m0fY6kw8RlFbCcKA0BnOTiOVZZvZzxsmRNCmOOqkxN1M09Ey8x1cTC9fKSBj/O1qZb4p20O1w
GX37y8j8hcK8uteLNYQpddfUHQHcBZv0Sl3jsaQmljAF/ABGSslwtGLrwtRcuzNkgoLQN1ia4F6N
dvJU2ba+d/34oWn79gLEOP3CtlbuK9qSsr579FMbixuYvpW03xu1vJNeLbJVh4P+G7udL9/i5aa0
8UOq1nrN5sXlfrasvVqIf9EneK8InWlzXR1Fa2kvWbTc2cqdgjxO3/TlS1bpkxf7jAaJHyz4h2cR
37BIkaUYxtDtOyIOAFd9p61C1VlvcUx+sLCNO9hiaXAFUmfV8mS6PeEF3PWxo26qGGil7tRPsaab
+NPyH/jC141nAFtqPkSSPvn2ZK+cq7uiHMiGdWRVKRkiB5E38yf7u3tlLo8eOaiN1qF/GLpGFqFp
EJ8rlNisi08N91iRRLjM9fuWuDxEpbE9EQNaSR3KjDEqJ4DYEa8ToqcAb/iGFoTXJItPbD8Lhv01
Mk/jGGvcvkzFerIA6M0k8y0P0EIn7INyErE2PPCgZVmTOKrwrsZmfVvpANbcNppWvdlgOu3NnVbl
GpG87DGe/qLtLmwQ7DZUPCfQasSqaOIHw+QZgtV2l8+CWeVE57aRfveSxNqze8MxSpidQDbuza+c
jUezykpNffWF3b/avV4dIp6zE6mXJrCqfKM3KX91pfk7rRkJixKQHTVDPcCmp6W2rJ7EDIkFJ2Yo
/eshI04HQGYARBpGzgwylo45jd8i1y34j4trQLswyuOod69VHh1g2kYw78nVaTgSSfTUAVKfH9i2
wqQvr9L06HX0rBVPLgN+GpB1wRcDE5ckPdG8bnjKen2j2fEFS1u2QqVQq8KeLqQaPmNnJstupfFJ
a4nfNVry2QFJgOnAilhVMLJcGeNc0aCvk2HEQtI0n0YiD21C1N3viQKpovqBBzu5hpTSHxwPE2Jb
kQjhIydffbRUR1nY5YYKjOLBAm7wtEQtX4qR4BxqNMYyTYUZcoBmksf5BiAYYwVM6ZOB/dwxvhul
D4dAR9QYuvnKjqq8vWzm+0THvz+ND2XVnPqhucf1kb0q1V7SGISFBt4L1rX3qc8EmeqkMPcLKQj0
LEBRTgr8Vm+piioUfrA+vV1Yne8lXj5h18RRJ7V1HGJdtbox25bZVGM91TmHC4/QntfG5yxH4dbs
06LGi5EQKxqG8daw8tvcbR7J/rHjRLXY5dP4o14wFOAVOSUx0zMJfBRextVshjsUa/UPp/NxA+L+
M48g+Gu2qtMxrztnVZNwCQxy8l5HtqnETcwuw91HnbpQGRCb4KmjdgVtHkR2/+bGY7d2FUEZFpx2
RVY0vxXxhHMMuCvBuurJJ8DIyQZcEKEJ7H4GLgGJ8Me9uFgDyZz5tu2YEktGZebgv7GAA0NMl28R
WEFGwDEvcdOhjIXOn5OeGoIQVEFMprCZQy3DZYI1EiBdlNQqUCyXQKbEaUiOSUJhWCc1nt4qyjaw
bACr5NsEO61pzfw/fXqfG1ihG3sSgWzK90nzXTqsqi+RalBysDduPIBj8OQBB1hY+LrRvKvYRwek
Yx6dqj05RYYoY4A9L/3mPZ7044g/+w5f/LCzYwtnM1HLtTZrL2PjpDcF/L9gaKLbGghTqCMwFGW+
F8Vj5MY7vPVEeJvQavVjKpIbN8lC4UnexlU1BFOkiVWbt/W6j8xwxPucjsmn46YYwrm2CXNTW4A2
mRfL3U+2ZJpTEnJvoZtvpFHoa5yM3qpdnG2TpAyBoInY0jgDD1nZ4qG1rWijWgJ7pvYccWqbMub3
hnVmp7ER/nXGnzdrFI0veIEHWGPHRWhb3Pg41gZidp1NxjufN6PrnVGVn0QZfWWVtbEBK6EchRae
8rp2Hya7vAMdXQC5zN9cCRPNnJ5qL2Xp5g3b1VSljJa16Q2Zb0yvOKOfFhs1jHVolOYEt4vhW1Qx
ctUHvg6qi9dk2brbDGBe1jtkzhLWdxpud77iLkgrc5vYI57XST60bUd9tNZsPPS0lT1eNzxa/Sx6
bAyuEqdCE/fkbG+tErnJUdpRr/uM+HOOuZ2aN24pC4NLER81K622tb1wgXqKTRiQ+t9S1J4wysFh
8irAfeDP53nOjgzjTrmD2Xas6k93trXAnbLsRIE88zghX7yyPbveVN0Ni5PsbIPhI0EMyHswwwwt
3ZlzpD2lnEoeY8//cKD0Tqm7H0V77znaox1ppGsQCJWDgcf1cKkvpCZHl4inz5A9dRrmnG5LQt1c
bkCOE5TlJcAWe3xDXn8fesbo8IiaEA70ozPpxNWuWJ+qWLZgY7KDV5qPOSn3JNEwLFjthfnNhb7l
+lYYRBKWevlmEayRPfmuxBmSdWG6hJJG9g1dFIWkks9anmJfiLBLZw6tBCywc2Z3hGmkzdCDkBai
+V0ajW7QUQ20YdxyqdsMmCjmnllL7siRsN/qYYJTHdP+gFwJtJBYBWz3lDRH89zBMw7ARHzRrXfR
qf/ZN95sPml6X64M2AtBEZFbG/ROHcZpuetdu19rRjxuwC4Rl2rn0l15SfuOw/JkFM0NISr30NL4
t8b97ax5X6WYKVg4IEOly1Gl41tfFZhyypl1ju0IUSPj5PopKdFSd6pdlNSfWp+rQ99j53KT9K7t
ozusiQegjwPOjszfNtd4YT4zvdSsKQ90ST5B9xIjqHPYFsJYJKgUB0qzxJPtZ+Vzu3Q711MsZ6ws
K9G64Vxq1amwAaqhe5AEqJ7qUiNT0HpnEXfJjfDgg9cucJwy5WtWoBxDaiziG3NsNyKP9sRHtgyG
tDfit1hJCm3rly5PkDdFW+A/54w+Na+bn+Oxf679tAummQG3K7esZmvRA2ntlHki2A5szABJ2LQn
89r7ZxM6AOVn8/Jik3O1iw8+mPxMWYG9yHMr7Ne5orNkMIlBCn0vwXEHmuepdTFMYRZ3T9aiPelp
K46th4HMi/Gb1/flAKQlX9I3MbaknXjuiDSfxqJWVCUZVzvxYVlU6LXNjRKSYwknGF7VmwTsIKNl
F3+73BKzDtExaMfodV4sXXXr2RR/EmWr5pMh7TFsR38PJvKiWxVpc3gJKCagZRrsueX0XBYl1o5C
D5XOoVbl+IUm/UcPkIhnt8HMJ1wnhLXekKqi4KSG7m8Izqz1aHqcUY28Jgg9Tc5Gm6QcaACY/CcO
jP2DLyLyja3Q8nKtQQplVQH0BekRG+FyaxdsoO8d8BRU8PR+0e3sfMQqhs3+Ag2u/dHVFHuvNAm2
BPRoChcYCAVqVtpb2iFSaD5BXNvGF0qO/ayNlNZpIplue6Ke/VZXrnpuIigydOiBfBF6qhWbFEbU
OWowva4lMHhnD++joG+FAgccKzFjfdFNtLoO+mM9JoN+GuzefXSaPjkbqMrrIZ7vaFt89L35oqPw
fyilrHXrvbPeNQDUPky53E2AyrF3GNnBiWcCv3qSZcWGzvn+TXGBuMM6GhwiAmCxlYwX24AL46Jn
wfl7F1lyE2nxo7J0LCn8vZUq7iMOz1SfnI2rMQVGSjDLCeeGb99BcEX6oHrzxlAa8CjCH9GHnWT5
XZIRzcxcqL21CKIFJuncWh+t9DAIGdG0LxgSs7bX8NLjaLEDoXHvBjZcu52c4sNi4rUGnlrf1ZWE
yTC+5Cnx164Vw6N0jTcgoM+uC65DFFA+kiZxPzKSLZw5IqKrcbYcU58kTOYmLwk4SNRHSYKsZC3B
12g/F8DkHsomfjVKHljujdqmr2EILK02iWr25opdX0tipq56slnwrwKi8PD9klFO6zKudm437jWz
vU8H865faKcnxYUnzbQ/6jzDFkiY5SEBeUbSSg3VO+ey+KOtpHcumpw4AH1a9zHBlGBJVZDOvWYz
S5juESjXc+wdkslZzmokWqPJGOb+AHhRBzNJgj7JTqKK7Qce8PdOqnPKbv6u8q+GSM+vYehXSnvi
IIziGjHYeZiBIux5LcqV5MX62JSc8Yplyc4uvT4Hd/Ff4Opr8G/cc2xmLxbfw7G2rsEG11+eNYeg
FUTJBE5R5wm6rzjRg21Mwinpyyd/QUBwSHE8wBXkV3B04kJMMveqxyOubGc6N4uffHqe63zaoz0+
DxSTrYreem6x8h6TtCzuMtJSK89WMNK8aGQrwRQdBzuGulZdM7/G0ZOQfVVDBas34cGlanU/dJiW
3O6Gr4UJ2kQlM/C2tbSbCwDT6b1JUJ94YjYllEa0NhJIjEeqUJJ124+U5Owh/2LxHKNmVzf2+ASQ
GjuP9J1XQ++voB5rCNhK6RvLL/FzusYAeKvMQ3ClYYo0BDF1NnZm5XjgM0AxBwNzbzEvD85IFzKF
B/lhER0u/oK5cGpTl+PabGSk170CQPyRmdVm9swopMMBA/BgGKTTTDDb9dxlWyJuTv0QSwFVszQc
CR1jQbEyAWs/WVcIlGE0MGFjP3tDJJkRVBwB5N2xdcIQSmypdkE/0+a/goLn2WQnXdhOsR9BKa97
iuUx+Eo1bkbRdDtCg+5aEfmWLO+Ftq9nJ7uVpdMQSyP/v6qTud7UjkkvrxfHDy6NmDdVNhCEM4iv
mnbxVvRp8lZ1GUlXvYNEWZIRf4cyIzc+wvF3j0YwhgSmgoQIvO3d97PEOmVdZIXM0ckvZ7LTP5ur
0sx5qaXwLRrYqPDsEH5QRpJxQ842fFqCmjPbRTU3jrlpYAwiIHluD5G1U5YGn1OkVUU5g8UNuSPf
hFKhoVrzfE/2EMR95r8vYpwdDidL4rPj9uImOugJXP79GPVYNReBtnvQez21vvf9NPL09tD8Vk4J
xuZbxs+cXk1f8i6gztGMP3yjStVJLL2T7qdy6OKQcoziuSv7v6YSDqvd0F3Bu5nhNSLgJcEscmbX
37PXFvq2bSPTJnPiOjVHICdOH0RpOR9xSfSm5cAf79y/xgmyzbtsz/Z0tthQVN1uEGnjXQr6scYD
TC7X3EQUx027ui/7l9opuKkqyJATBE9lZoRoFFN+hBBXyw6JoWbAtfNgmjixDWWpwyTnorw1W0ud
i3mATGMOwtwl4+j412wKzIIB3RE9W5az+CjbkvxmKbwaHpvWWXfz6FhlmNmlZTMqs0W8buNJgz1L
TzrA6EWWY6ASR2ghw8sSfgigDZSesfHzg5lGvRdmqKprqRlrjttbIAqX2QJOyQvxg5DI1jSmLdnL
ezXl02udIT/7+icoY4TC7k7mzWaUHbF5ANJnHs12NyIxXxbk1rXXJfqRb/stYVebjMN3rxcLPtxp
eevgQVoeauTceTWbILQ7TlzoDeE8cfLp1eSs5wzB5XqITzYWFU4cNb/JZCK/TeSZsVHc6RtO8VEJ
BmnJg1h+pb63G7UJ22LvkL8aSXP7ahOPMZQKR7MekMzzR9Mf7GehN8RlbfXh9Rav7mSh8J7ddsgR
Ch920Rruoebvuspy1+MrRqYMO0kgnd710feLrSX62rmQgvRg0vojq4GSDlh+a/QgCdClwyPitKV5
GlxRfcT0adE+DezLOrTdVJpoDddx60afIPbssi7lQG/ZufTWVQLTbEXhEscTzo3DgLpT+CDGvNk6
pW1GUVbbeDbJcNmkVWhOreMeQRd0JFsrMrkbbhiv25jjqASdFJ1m30VAVZydUaeEzS0Ni0FULbiS
9TEWznFqhFnv+XrThYiEQSVfpMiZn1wXetkKzwhTWNwc8bSp297IL+yYVfzYU/FonnIlWAqcUeOf
ZA+ZRAlBYfLabKD9sYGJTtIiQ7ZRld8lm8S2gHkAdok9EM2w1k6lvszmQ25OUj/6Pc2dO5EWy7Tz
CBg27erfy8ToZUP5bXScNj1bHYTdG1o3KcyDKN4RnoSgBAWSRh6h3fhOA4OMnwytPpJJcdR7ooi9
Kdu72JKcsGAXzwe7LnklWjBEuIdpJpOj2WuhiVFheh78yg9NSdsp/JOk25Uax8CiQN4456KRO3xk
03Xm89z2HXiKqAEDJCemlzH7ztslrgjCps4PH54Qr1QOWWzAj6005zsW755uBIdUsFfgiPadLXaF
q/MDtkxl2v0WEOAC5R9McqdJWolan71RZU37pLti2K7D95mqdo4czmB+DV6mbZiZR69RZXT6VVZL
XssuTaZNN2FK4pQvZbZDgmZvOcp+PlWySdjUpVe6U2e2x8I1EYKSwvFvSzWrnQG7k0OXn1FPYpPK
i+p8ztbcy+zcgep3j9exymagzv5VyZwaBHp2q88W4GE4SPsUUw72oWJ9vmi6D2etS6d0O3lgOF2Y
0vtFiIeBVlkaDkS6wZ7hIOQU2LuNoouCufW7jRZDAkxZIqi74kC2hRT8HdJ8toZ41j4YEmQQZSQW
sWg5L1AAa/mNqqrpIWF88i1Pq2ktCp/gQWVVAZXThb4COcU1ndOG3eyMvLVIYe2WzkwPlR6ps8tJ
9exy3wW+Yb5Y1QIDiUmtQfuV5zI4c3tjzYRjfsoZtD4D0qovue6+mhPCzqSXXliCJ71E0dCoMCfV
ThuqYGUg3OAaVXPjSeki1vfeHXz+CbIlcjZcvAKKXtXl4176fbH1nNz/mEimbZtxqk/gpLpbcsl4
hVEoOX3bhAGS62rXJs86UJGj2wwfkih3iNVv76YRCRpFcQBvDMouepeymBi6IlVVzbub5illKa1B
Xk9WV400M8d6wzTRDOnjjVJalkzrY9CSeAg0v2r1sMsBuuDgd8hVuHmGrzrSDI79WXr2Gdy9Jtbc
v9JqwGvCFBeNn3Rj6otzN8DjARIVV8uBZLYGaJSR2e3EVmTTadX4Zdltd6mWpDtrkpY93UU30p3J
3SEooFrZ0kQo0jPbAhtXL+Zb0pIY72evDc16rm47K8ZTDUIB5RJzJe210HK3ZSbgU2LUAbciluRb
EmGH1pKaCr6euTYj2KZhXfWGa8od9/2UAArXcuO4JGiGJOqgHiUlCNYJPBTq/hTrPCqetzZMz30w
RcVxAEflloGkz1AviYxtUhBnh1JbCOpeqmWzWKK9iaGQf4CdMm+zHIaDALbOWWnZc6aJwRaBI16b
pSb2VVmrfeuwEbVz3z7qKVoWREF7a7UTWON+iawLsfbprekaw19DCZux9gv4SvHEzkM2RbjQnnuL
gAMaB+bSaC87zm/pphMDFDOh7vGEaI8zoMiLZCrG9jUlS5o22CN8kW3aIjVfOv0KWiRebQIQ405c
0dnm3kcpDgCvzoq9L0d/12TEnweoGh9O6q8zD3s5j+w+r5LlDTcdqnaM9igyR140i7RPwrb/ygzM
cmpSJh13vBHfwkUifWsaCTqOY9wZyn/OCQ7in4FDtwWpS0lYjbcAOx44CDb4nO06Y5fTJ7aNknw4
L80AA7osIu5/Wo/MKeq+aOv9XmSw12U7DO9jZri3bW21VGQMOFDdbuBzmOkx7FaBYCQeeJMB5AU3
8GF2u41XEARkuL2xWm2nomrc23S4oZbaB8OY2sB00wYoxvzWGVkWYiR5Ksv80+6xmdBTuNLnxlrZ
lTjVtF9bbBfwC0YGOQTROoBsdIM6Bq287m/oP1lXc9VAQ+nUKec0TuG6Su6RwqujEsX9yM559EqC
cnXHcQJcOtYKbLeHWgluVnvmyByX2pwcO0kMyB/H+IjPo+eLYE30J58XcImGVYyUM9HZsqYDsAtH
bmKaDjqsVMIP48F6dEX2ASLY29ieHq8ZCJKaSfUnyD47pHbYQP78ren0jvhvQcac7qkgNSd4pI45
Py1eM+mrJp2wDJY0CZSUMYAmg6viv0RlVCJYunPKn9DBblrAabI1uNRmPVAOQm7drrRjQcnuuh4n
7ZFKzf5gDNN8jHk9r2QygLBFTUOEV91d13oISm4hA8bEydHLqURIMGoCE2vQ0JGdQZ+KLZoihxCO
XaDTwLUu/iiCrC2bx1Ro2JVYVENC/vam5i0Iy9rIwlkryZigvdzQpIEWLEokwVQHm9K5PkwxQoCJ
Hdv3InLn0zIPQEUjDrElSuWr5mj7edYO9TwIg5Leuj6hYgeil9/SwS7Pw2D7R3g86cGgvv3K3uye
Is/Sj7IV3qmO2/YL8VgcU62Nj7pOZ3VkEgTR4kzc4fDSopD1jKkDYzKGPjHk/h4aWEM10Yr2SfaM
NTxnpcw8nIHGbgxDsyHE5XZ/pgBbu/Wo5zzGHPwfG43OsgjHKYVBaGFGvBAlGaEE3gujeffMrjp1
Ba/DTTeP9c5taidMLaA31Ab2H3Q3UbJ0xThwuGN5Lo2jozh63czI3PfxRGUE04241YMRqfegjUiN
1y0jE6Aafi08oHUkXLVFM9EP7lRAHYj4DSqJASujAZBUadF1B9ohfTrN59k71DkMKIbc9beZlUbt
eKr9B1nndANkDXU5idsRXe8Hrd7NSmcNSCF7ztjVdqU795S1Kp621JbyJbpiCtA+KJ9fj2LMuxXK
nTgqqVmHGE3FCMyhdZ+s2BA/Em/2d71kTzbOiSWeGtvpLpNlaU8VFOIbWbnysPTLS9Z65Y3iiHUx
M1se/oe681iSW9my7L/0uHEN7g6HGPQkdGpFMklOYFQXWmt8fS9kVVtlRGZnNM16UvYmzy6NRABw
uDhn77Uz3y4eIc8Q4UCijrqwnaqrKaPLOVsPNMc2KicmqiUf+IbSPukHHAzNVU8Zv7hI7ZxZ3u4D
Qf06qHsMgi3sCptEh25d6DL/Nak87LaenP3PYdUm/6rE9+ipGKwFrkunoSU7BkWU1xMxlkcFdKuS
nJBPspwwJaGKg4UYFZVmDyyaK5isyZ4JjT1bqmc0YJwbByS/pK027exQT5gRctpUmJOpK+4NUEu4
m4nNoCGEMm7tQ9smPinEQGXNohZfLDQVbJ5iwD1unmMlbTtbHWROocEss4ho3rCg5WGNvS7gEpVk
awqrC/6YbYwzUDrItKAyXEqVi5+qGarLFhh5udFqpIuhZvCo9AADYuduioEQLDnPP8Mxd+nI0/tO
NPPYEEXXSUKKmBrNZOeUBqC/0F5OyVbxG2rPRWuW2MM9zJNO9y1ikFNNHCO5joqwR5iE46oaLdKw
/LIEj43qKr/TKKaCLSI0Zj122wfhE2gUyYjKUqdiLNrSL/YiyCqSqKcMKqmwDQcJkgtly3Z+UcaL
dnWV7xuth21IiBIEE5JIajCutK+wKCDJJo1JoG6Ja+3tCJXLLiSHhrUa3V+eEyByQEy5zwgWeI4N
bHZe4QfNJm2r+kA5CnOwjxCCw66xmqoxuOd5oyNCj3eVjPGI9nQoyD7FiLNLFvCQMfOSSAopNzNd
DOPKM+fsU19w9tzY2UBQaW7kN7Ml5nvXI9GZ5lJgzJfMq/RoHbrH7KAoetEftWgGASA0LHc7Rm1M
bE/OHp0/M7cNkzQNZEJaqJghUeFAEhx6WykCI8wBQgXCkh3lPxyQ+WA9DrQZd1go6A85FiKsUX/v
ldagNdkFkc6hnQMnrJZU3Wg4CFWmbBxcOLF5Q6yx6jQN1bKwnK+1NtAKOvWU3bS+jq8Gc+R3sOnz
6XlxXg46Ewdj3zyEipJmk07UQLu8mIH3Uxn4WNwpTyLCkVyi0rFNE68WpAM04MeSy4IMGovEnP+U
089uPY1r+EL2EvqIZ7ux2CIwZy2nztbxL4jqan/QrHdoBLdNjUHG4xR8AEOZMmLHHIErs+F479GR
ZDcWjzkm41Z1EsonoJc/WUv6DqDWApLsy538/zb0/V8BG/9dbX+UtV+98oXy8Z/0jsW3+L/+B8ex
H+1x1OnL3/hP45/3D9YYBNcWXy84WxvR9X8Y/4T6Z7EEcPbFwycsD5rG/zH+WfY/GmYSlkBQvCb/
95XxT/5j4c5wsOq52MaEI//G+HdqE5AKMwT/0EIB4YR9KuA308objZyddFgSU2c3HN4D2fRnbAKL
ufFIsb9cxsb4xSOAGY/f8fgTSAfJGdIHhuFEonu0ZWN+YXZgEo+sqn70qTl+lnGPc1YXJVuAlgCs
VW+SEraK3XEy4Ck75nPYTEECogxqMlvqmgq5TfH7Sud29ilMqIZeJdrmM/cUUTLe0IeIgGjgku3V
jTFUKNlTkEcfbXzLfCGehjSKv/RJMtKKRxwQb8Ks9Z6ALDoIIANtbvw0j6+qRCQGGt7EvXM7qoBn
/ALvPBgPqxiGHhP7JUKS4wdDeTzXacFeZfbndZ17WODcJyv/HOgfr4YkKsmJsKvXPsvFR/Paq8Ub
OLrQyRsguzARQ8OFqqB7nsritkpBTyp0w4PaCumt3JFOPSKvjy97YhDhvtCe2AxyzgnMzq48vr8g
irpe0ZREnI2svS88siPitNh2vuPv2PojX6JdembGFScz7stVpaXxoxDk63jWiamoMm3LZ3OMCBUd
1brw+gj2ECeDYcoknC4KU6vGsZPdkFC6ZP9U7EdSnlBtCPeMd8060duzgVcYQfBSiWXuB3Vz/ACa
DIR8kI0c1G02bhuw8PoGA6GEMKrGiqZvYfaIlWCM31LtG8aN1aTZTRXFOjqQpAEm28Q4ec05AZwN
0LTpOeKwxYEw6aikFN50WdYCUXSfBAXuCUpg0x5I5FTuqtpuK0J4J3XDEjPdaBpQV8Tn2Pejofph
lakYmbSoHP1zmW3MnZkJjrmqtuyJ5JF4eixxEIIZEZr4KVphOMuLJa7G6VNzRN/QxN+rKTGrM5PF
MhJfjdSXJ7YYoimXLBQid3m5rxwKeJmCmZMTboDS7Uri4asvqH+mn+VI7/Xj0SneDE/ejgPsiNBy
PJM0tY6vlbUlTYiYMkpnI2aDug9Bwm269loZZXSPS6Bd0+gxyLWV5q2RGOU2S6v6QQNFP9QYNtK1
MRjdNUFUBVrhOt4WKo7B/FttfGZMn0wUL0/FZbVApYnfCq/y8S8lkWdMMGnQ0cvBBnKgSoBSzOQK
M2GWj2BEhmL79w+HrAsLirZcmLyuOr4kwjJU2BP0M7oF3qNOHfcPAVx5D8e2DkBYxAaS7soMqUxP
CjF+iGJMrAFpg3BKFbzW3vCni2qO4PEMeQIeD9Vb/zmiMcshPepBfX/8i08Ws+UZWWyv2GuxgWTa
ObFuzlPfxr7F2+TjeKxUgw1F6ZyP/ePLvDNotMBAw8YT+5t+mX1eDVCOwomNkJfZxUJL3XbYgeh4
P1XG3JI/BmukLMf2zPR96ttZ7o1vwmVKg+a1EASOXwaHMWXILiMrwZxQRMwQ++M95STymOOiK7/h
m1pyLhonUGydKR8QvUmOM2dclNgf3/87j5m8DTy5bEE0vIKTn2JNiCuo7S0xgQVNwi4rd2FEPfHj
q5w66V7uGAsjSjcC4k2G2PEdZzq1QBWUCGXn3uRITKIYGR8dWxXlOzToA8v63iOLvPBlicMscYlZ
7ykM/SqLMrotUrSFq85F6xI4obz9+Me9+wjYueEjEoKd/clqOhWwz0M6QHQjwnajO9O4YIsT/P1V
7IXMoKVgf8hidvwEyqAm5sXjNBfEor13CsTEsqTp8PG9nJjPlufM1y2XEwrfDIr+46s4bmuLeeQ5
CxVmO8OmFlC1Ijv4lZpvRzsJDsrq5HrOOJt8fOXlDZ7M9Ow7TVu7JgK7N1ZrdA+9jlsGkoUPBwIi
EQnEfNN0fYityaPmQfK7advGV2cagAYMZRA/fPwLxDuLjc35TJsaVzCVwJNB1gSok6j1s9gMkVpH
oD43dYxgIUrs+NHohvRQ1m2wbzrVX1hOWV8RfdMdEoGZcU4drDvpwMoa0Ilt3Wbuz8w0y5d0+oAY
YCxSpsDCa50Ms04UUZdHbrA2nFrcJbbdPQQN24h1ihL5msprWZ/56t4bDKyDy8TG1u3NMjPmIxp4
JQDIucC6Kqq3Vyhbi5954GFjEarZRMpRlPjc6evHr+KdWXUhEi48AUocTC/Hw9DjSJ7pAskKlTe2
YrViQJZDj9HUqhE8NkRGl03ln5nL3rkqAxCLq4mhmA3qyeAHgVr36UjHpTKXsvRQBd+GngLLtqZh
N67oNnREnPRztv/4bq3lHz55tVR0KR2D4HCXE+Dx7dZjnQ0dyDSUZLPlbmLCEtuDjZT+MiBJQG8D
2ywh57EDuyQTRfWXKuuMf6d2wiYJhwmZCThq4mukHwcUQgN4aEGCvGfdoectN5E3zT+jTM0SIl1F
Qp4O+hJ+X2pV6Zaj2DzswOK6n9zAIkC+Gdn0HCjB6emikRlYeNq2DQHHCl75VZNMjQYuCqiOGd+b
iJJw7c/SHRU2GuBut24IenUv/IIYuC6Psa22xADg/gKrXtIlSbCYTiPCiS2uoubm4ycp3vlIOAjD
TOE7tvBeL3/+ajlWnpF22pz5hD3ZXvkBjuRYpBDbVV2Ee7qL5J1kJCVFPVYOiOjFlTeNJgk0sXWY
8BFcuFMHWSlU3m3VmvKuVwMHzI9/5DvrBdO34zDT8l3J05l8khqNbY/VWJq5/TtmOiP0uOq/f3yV
d+ZTl7IY0xiPw2FUHz8Jy8OBzdtn4xWWHDUy+pQbOdhBtaI/HtFjKaZrgc7M3rgt+V9R4pjrj3/B
u/cJ48gTUItZF5c/f/Uu2iHpommyDYJqDfFVyKlZxx68+Y+v8t62naOU5pu1JHOVPrlRDnCZybmZ
ckKpiY5NsZEKE08P2STZbtIdeSZTVnoXKB/lXgPv3bnVGN3LBu9/GSWSuJSpzr+E2ODwdEK29wQp
LmCLU3HmgbydT/nI4c8QrA3+hl3T8QOZPGID2oTFNcsd1ohcoaYozfi5LIbgdp48sueD+HlsTfvM
2iqWzcHxBGOxB1427lxZui8QhVevIjdrzytQgawIvAOKSnYV6Q1ecWFOgcZQjH7TiXr7X9vI8fQF
QXMZk2x7WxddsdF5WJ2rgr4dGfycBSfC02B7/vJzX/0cUOwowLOKTSOW3E1WDM06m6h0nxkZ7zxv
hr4m5J2HbjG9Hj/vsJHl4Ay4q0ba9kD2B4KqqbfSPa56uYclMN8PHPi/zcgiSjDNQ7wKymzaNJFZ
WLvUVPkW9x4RB0gjM9BocfhTOrND4mBk4Ym03DOf7Nv9h6VgMbDkSoARfLjHv3dIIoyzLeWBYSh+
4ixsSpKpDEioekzaMw/n7VoHs1qay2FO2jRyT55NkFmFISaezezHLk6bOn3J/f1cTab9Ge8g2wo9
2T/PvJHlXz0dh+4yGZC/jBz0zQ4ro+xWjybj0As/O5aP6cLXzM4yIdw6nRKoAEYWijW+T2JtktmC
lNS4gKNpx5C7phG1fvyL3nvknKApdlJe4Os4WXlz8OLdwGkKLVBDsEo1UoQyygH3/hCBUf34YuKd
AWlR+7GkpA7EpHyywVChTV3A46HL3FCP3TCiBFHxWLHbwK7mJQciIhQxjxzDh0MQ+XoJgM9joI2p
S6iiSdoj9FoMonvHnsPxq5cGJe17WvrxnVeR4rmjA5dF60nboTh8/OPf/e2MFA46HoiXl8bGq282
MwLhJB2/3enF8NDHcXxAUehh/iKbHIxHeiP9DrIscI/mzFh9u5QxV1DmeCmZ8+BOZnjALDVVCY/C
DF1ocy3Zgn2hyQ3H1jT6yHhYzB/XhGVr/cck7fXT2Iu43nx8+++cQPkRlqIsS/ESENLJBzPBRBvL
XvAjrDz6NFSxptoSYCkf9We3qZtDPyPcBAjSbglQ6r+WaYVPMxFT/LkamnEdazJXD34Zmmf2PO88
HS14IfSTOBtzPjieNaKpNCHaBIAHAjF/64Y2tncN/p2bCKzbvB9Krw5oxZHe5XuTgkbB4aL8/PHT
eWdC570ulWsAPIIjw/FvmAy/8RoHVAwCpGrFAMk34xScO4+887HaktOpC70Jnf7pnJW709S6BbPH
ABWgXOkKBD/bTAdfUGGPZxbrdy/GeZiKg+PhDz7ZSeYZqEFQZxBtC5rgRPC5P9o8+zrIUXz564dH
gZOnBvJxAY6dvMCE6G8tguXLyv3qIiTMjrikNDpTfBbvjBOIaVKDfKG5wMHs+B05KaEOFpAyduK4
BMmTGb6ABmjUBQqQ5jschVBeOFh/N1MKvGEORIwm2Qh+y6Hr6lXfpj/cDhMUjVPn3ywKQHITy92t
+ceW3m+xKB8nsuWe/v7hUO9QHAcdMGRyuatX0w5VRY1zsTdW6UgTOmo9EsjM0jozuS0v82RdokpI
vRAFqE0F4GRnlmYVZY+AqxhkN68bZtR9hCb2sypC55p9bHNmJZBvOwEW7AyH10ALDMXpyVKPXx/k
oicNcqOonpZjZTyDb0G+NRMBF9RID/Hb4UywTWTpadJv8E7O6FUGbI0l8raLbtDEcCRudrCxQewq
l1BBcuKsi8JQ15bXkrQCI6M+s9l+5zsH4MWnjjYT7sQSFPD6bUiyu0Xp+Maq4LDEsbSODsZkTtu/
f+d0SVlj6BY5ylz2Lq/eedii+tEpZ9sCV/RlPcMgd0R9jrP03geuhaKg5lK7fbOgzUESWYPPbqsp
fDTYow2FgiDVeIP8Cb/Yx7f03sVc9qCMLzp8SAePb2mctZnV6WSAoyKWFWFzfVE01JKsIvAuPr7U
e++ITxx9ARMKC8PJO2pUUg1AC9nZaRf6uagb2JqZdaZY9s7+0QanJChAU62jOXN8Q2hGnBprCgMY
kfOarX69g62Aa6V5HJt8E/dR9dejgt4Mn4u7AG456Z2MCt1Edak6znkBB9pVYo3lnSa5/swIf/ui
tPaUq1HFvhxaT+YbBHaCCgcrWd+ZmC4NcnMhUQlnK5ww2P/tm+JadCaZ9ZkHOAodP8MuFnVokFqy
1pYycYGiIEITO5+Z297ZdVLBUwwIexns8pQ4mBC6iQ8b5y7ILuNXnQKeH0WGR9OuBhS6Fp7lOK0f
zSSIb4csrK50PHUHys0Wre+F409QzUbU3a9kQGI3klpyY5Glg8k8J2/o40fyzuOHfkxTfqHlUYM9
2eqlfaGizGNYEfRKQR0hDN69diCvRvny28fXejuEqRZAv7OYijkUn87BGPGoiQCUWjemA0wjp9M3
4ZfES4F9g6WvDp4id2j1mVt8Zyd5fN2Te/QIkx4LmAlrI6COqWv1A4wL3CZBzLLjZvpTCrpyj0Ta
uECpaN95ffIjSzxiNycjKXZ9i0N/Sobix8ePg3WO8Xa8CvLDltYSJxSkD6fkucyeaCl7gJ9tM6zK
h2aaDeOzWYKLvAQ7o+OnOe9lupZBIP51G77HdR3B4ts4dRuXD7rsc9xmtQEKzEbFuIvDruJ8AJDx
iTafbR148amzj4JAfkEUOYFUd8aabnUf2OR0lp7eEmaGVK4wZ6gLbEtCuEB4sI216yYwLOLGq5PL
3ptnvaGdhcbNcdUIpGWeRbxp4UtxOMBK+afRhcZgz7lqPQ9D90CRCi58HtT5r74QESLHjlBodjIl
UQv+qEa95lcuEb0Dw/s6dah4stYujdu2QKm4QhEyPYNbScOtVwsHN7E/F2gwUcZeUTusoNt4rpFv
kjkZfo2y4kt2EZqgOqs8fY24pbU3ALYm9kxARh5QqQx/ajNFV4LzpJqudWSCkw3qxCcdo/fjbmt2
Hdsqs2imZ81mAQ93l6+G0VH4/EOrJZ12LvCdtY2SS/ht7z0MIojSLTL6QsEgY88v3MHRa7fkME3Y
QT8rsCBSfXOq3PrdNGVK0pjGTka4NTEeqe77fV7mZCELE3gTNUJoKUHjAKLzEX7+qlRXPtstZP24
xugdlr4kL2rkKCjZsa7qQTUefCXlZDudx6hHZVy3FsICHFwrIXz3cQjp/XBeCssBRFxo9WsjCkNg
JHWUPmZDPH4l0Hz4Ok7Zg6q6+KKO7FpsXT+r/1SNFL+Sviqefc+Y70n3LZL1RK7gbxd6gVqj7oyr
25KOQrbJpYmg2zL6YokZ5ui4xoKLgbHBP/VJ9B1ZG6nTiC95WiO8RbHL2HHi0gOZ4CeluGmjIbny
7R5/iTXVbgo3KwqGQ5IN04ONzPOHWYM+WUXCNZ7baHJ/xWVtwapzg/BJAcAg3WtsaiJc/cGy11Yy
ON+n3HXqjeEV871j53sfTX5CsodNirkZRdnXarFVkBUc54RUuwHaaEZ6YK96bftP05BKuYIfIq4H
yGAwQ0azve2nKP2ZEBB/m1pOCxoEE/+FMwiyblK2gnM+YpOlHtg8FXEckhhTR5FeUY+Fv5eoUVxN
RVE7W5xgYCpKVZQkZJCdZm9DbB54wlGCFBCCfAM8gNcBibNa8Dsbsnn9H9Y44yfTXov7LJh92jSM
v2wVZmW4HwFA2Lj+Zv2ke4P8iBlJNNVUNN0BGl+3TvdxF/e/sRujGKlQum7m0iTdthA5ZRAKXeWX
NIvzYpNWTQ86iUblz85JjGBd5hF4iDKw3BmMj7Ls/UgniHzIwcvr7WhHUwYiqCqJl/XEnB2MXifL
dzip56RuClDCYlJXk09nfRGL9f9ixco/iY7z5qqTGnwAULfhEtCs42xm8HY4m4cs+lMAEiQe3DT8
r2Aui+t8crE1eYTtfTeLvP9qFcBlV85MwZsM9HEgAKcwCI6IOO4BRvC67A68Y2GBwZLtJ1Mp0kaW
MkWH6h6tOV592K+tJN8ubOf2i1mhd+dcoJu7WegJvf+s5TenD/37iFkbT3gTdY8UBOYHbwpI+CYA
nlNRVM1q2iNRYMX21WT1l5Vr4QqJplogBhbQRfKmSH8hLg77Db7FYavL2LI3QWQMD7AA9c+qT5s7
fCA4K0qrN38OVZc6DNsl5DM2KzOmEFqWa7eOANfV2nye4sWLk1hN8ICaKwLfE+mGYEBv0Dzi0sX+
WhQggTcEwKePg6soK5KyOQK2jxrnEuRaW2+syupu0q717Y22+mq48o0O/b4ZR+mnAHequ6fKZX0S
smXWs6skfoTiEmJitimi+77l/kDLlDxHU9c+WeDt5gMAcYmn3qG0uUJR1T6bYe6/TD+YTwYmitqx
CZAMwBwyPpTh/1uMenoGuaCSJ5twx69M3p57bVoclUHUlcWv1ibL9eB0Bkmi/TBB1Grt9DPOiznb
+Xym4z3mb92uJxRuEAD7PMeNKAczRhOjMmCRKgindTzSBVmhJsmuVevX1xVj+XoIRoMw5mDxq9UC
jBKfTJebF0YWp0hjfJj11CA6+YN6cF6htBmCK79Omuyyi2XNSmTYNg7iSNy2ac1a1WrViIOcbDgD
sfKTO/rV5IKgJEIT5uF0wqxCbZLEmJypc9NF2rnpIBLZK4A+I91VY5KErmUS9OtIB+kpw+UO2QKr
OzcNVXkXuq0otlBKws+DO9dy76PeqQmzXqXc5iXpg1CWDXJr10xpWGU6NyolbXPDwMbD6JsOgTsb
tw202JDo4Nz+WYVO1vJnsroTJT9/C8kqPOgWYfnKZcQEK2sUVQtHsp4J94nD6jHJhRvtmAYidhBO
vsToVKrHEJU6/q+ACfbLzMH9N1yBxDwUnmnTdrRBiba2LOK1BWVcblmWKnuV010iRtFLEdU1rTaQ
scx6dvfZYLlfpbPcjWGzcKzoWzj3oxD0YkfTJwXHyKtQrgrfMa9ruIvGpjSN4i6YLI+wllG35l6C
WgkOnei9r710u+girurxxmUI1GC50sK7TXNSxDOJrX6TvQiGGp1bdyPwRXK9PCydqwD9G1y40pwJ
j0nmzt34wHwz8BFt5e8w6UV48UOKntugcdPu2o8c77eucQFSxSQLbop95wmcakxIVE2kxUpVVfaD
fWAqUTp4DSO6t0yCuPWgfpDhy1oZss8zyL8eSWmycbaJVWy4TLV+50mU6F4sb+2m8+6MuG0fSz8M
b+25Cu7CUDgkYTV8rhJTSsrqL8bHOq8B9Y2Y/pK126NjBHTTTN/Z8GHeL3UiY7w/mPJxO0SEbZbV
CCKJrUnzAP5GfkvATDFLzdMSO9XZzi3xqPnaszp4Zh0gyq6svH/jxgbdJelpmvMUElxqQPxZY1Bf
stzyAORzxCZpp9QkDhpDS7sNpYG4pZYRQb/0pqtHuzHHeKNb2QePfB8hvrs28MkK18xEqyQw3G/D
lITpZRnHeXqVWlbfrwgrhWjmZGGNTiU103rThORsXiQku9x02DXFunSqDgQim4hqJVEX1De6q/yK
9S1LSITVqac2VVfl7V5C/HD3OH+j8nIk3pWwKzOug53hmzree31tIXrqphZneUfsWW3ET0UkPeDa
9BNSwDiGBT8syOvPZqHwkViz7gkPFwnxaVXrBcl21HEybbreS55RRFly5XuF+UVnTvBJF2MmL6Uz
htgHHTETAgLfqU08VOAtQ+W+hjFUozp144Mn1AAIre+Gm8U6TpsKDhoe3EJ1+YY4EUw9/UiC7bax
G2eRoFUeiploHg954rJFU97IuIb85iwEAJFBh2oy5zotFJQQNlMd+5WQHGiIgo33KDIH7yGgX/93
37eBQ4BGSjJajX1qAZBrdMx54Yb/9g5xHgeP3clNmgMk1r6E4ussQgZ8MK78xXI5fuFj0uNaIRF/
ANegqY2U2X0pwtC/KKVffzNLL79Dm52AajOHal8MfYJuQS6c2aYUoFIDdvPbugvootMPaK6ZS0jv
06U5Zdf13BkBGBJf1NsSzv8BMkjcbKyBXQDObQxfu7RZXKS1nRFZVaBJg/fqdKDvrAQk5SbOsLNt
Sz8nIJIqHPGBSZcy7VvYIb+gla9uNcp12B7zZADq9LBbPyRDmJRb10z9noi1vqpWvqgycg9DZU0H
rSb+/v8kHztRQYeap9DsplbsCnEptb0BXod9iDxT4Xyn5UxJg0iixVGArMU5KdeQeeJNvRxYAyZd
okJuf3dYv6kR4z8VrvB5Dq6m4DyYP5u6qy9Ds2/wE43+H9sew7+v6tg03B2LpuMiCT2pVk0ou/I6
g/vBmAn3pZE0S8w1ptPcAut45hz93inaFYuIDF0Udczjqg62IrbTquXGOYphaAMoMDRx829uwFGm
7S3PnNvfka3pJdPGpp37ItE9edKqQsNQAo0FIESbmJNezkJpzN7idB9/+2E2fLI15iIpsupzYrjl
XTVBte00mPQKWzOxEL4HLSM1xnGfzA7N7Y+fyHuFFhsdO+Vc5Ci44o+fCBJNs7CbErlywK8c+5AD
qTdiRpx717iHjWSu8VtNZ0bg8k5PqhlUFdBxmR6Xpa9+fFUnYHXki+KqquiujFEslncYQpu4ILq9
gUiyilzVzeuqGJMzNbe312bwLzpVx9SKaNyTGiygNT9xc65dzzHAwWRwDw3WZizh+Q+2wf79mFEc
WBzeZ+rMbx+1s2h9FB0ymtr0BY9veowMTxUDieCNMXSXnHeyS2X61Xam6AlvY0q/0gyPzzzp5f0d
P2mkryhwaM0iTIX9fXxRg0QhiGQvGuBYXWJi4WQws/kpwARc8wfp/uPx9M6IZ2LxmFnUopSgynJy
QTPqxqpECtkYBWyrNk63gQVaex7ZY7Km2b5Y6LuslFBaINT5XsWZBiln+OiZVY7tsTMvBYnvqE0j
L1wPhKecE1i881BYBpkBEZ9Q9T/V9A1x75aQmuAN9qW9GmCT78ziOozVzqzE748fyPJWT14Ag2wZ
6EhdEAmfdBcGwyTxJHeQQPXYy73CqYl4hwRnbxVhj3Ldelbw3M2jEVA8Mr1kRTJI7p6pz7812lC+
wf9BA1Ogu8dpc/xW0NYBQlgkJdKf2uyykDNwtTqMrKdM1MOjUVXi++jDR9rkLDsWAfSSjRXeCve3
YZje2TS3t40Q11zkTiah44iZ5fKGXrWRIuUa5YtloY9riHDpbGEBYoNRzon7kIUFRe0sLPegIl1Q
dfMEalNVu6rz+0Mdx/23nvrftisbf/Px23o7MpbfRcsJERSOllONdS1HT00tIyNOM4KPZyQNTjTh
hQpc40AE0Tm94dvJCEkrfQYcI8hbaaYeP4fW6M2KgUivPB/c54n21CpqoY2xe1iOBMHE7jpOKC8q
7crhzNz/zktA6YMzgBGxtA5PXoLdxbEq/Qlp6zDV+7oioLXliHZm7L3zSBl5eBAwxWCVfKOswz87
i0VqGFqz9SlBQn1fS+B/TT43F25qT+ccOG/7FKwoNMD4UFAo08I5fqYQpypiM1jSuqoO7jRG/00e
E/ZrtYjMPh4u71zKoceGw3PxsJnqZErvM1kLPMMBIqBuxp3dxNsRtcxqrvzx3MT6diLhCgwW9rf0
pLmx49sKHLxmfWiySI9hdmV3efmMkQeuODwn9ybsg3FY+cbQXGeY7g/DLP+VfVRsEFWa67KlYNw5
RXFp1Ygqqw6aPCUaf2d3FpgtSrTDZYru9cxvfvfxSOWg+EVoSnv1+Cf33oj2E6LYmmJV/IeOUQ+j
ehC7yJzni4/fxNvODc1o3rWHppBPmJ3kybXwxyWpmwN8ZMLK7uouadxNW1Tj7zis4eC4dp9+y23U
R5fxaAV0kWQU9j8qWIrttp5r0vGgR4f0AmhZyIcy9ALvzM7jRRBxtBYgkyDjy+P8jl8E9e3xb1St
2fgpLKP1TDtweg4iiFrrAfsGqcyUq8cNrKEp3dsiD4mZH6U3fUZA1CARThx/MzoaEiUiiJpWBVP8
riqrApdfWXUkrqQF4nE6P8ZtkAIm2/VJ1ZIYYkEaWEkMSeVq7Px8uMy0qm860DLJtk2DEWqgSQa1
0fkQUODMjtNtM0o86h+/npdl7uTWMQctPW+eABk7J3MNbn2Oq1AQ1jXbuv1gVAb4ZNNNvlN7UMVm
drss3lIwdBIw01Za7lhTod6gCpxuMPaM03UVFQbEh8F2nhryzNT3lP7Ck4ri6ZdDvBlBDp41A0Jv
efUrdl/d9zgrJCWG3prSbTxGIdk9ZhQ+fXxnbyZRCpZ4Zj2+Sf7nnG4nK2JDEvabIXh0DnperZ11
WU/DGS3k220VmgHOR4pALpdd5OIzf71g8qTcSMCaWgNUKa9hf3vjvsmnBoR5ZtV78sKM+fNU+zm1
bQLUDrUbN9066spiA8YFaFmYa8/YBGOLE5tKhy+3vTvC8v3bp4HpDYEsfUrpAahYntardd2mtk1+
HxINOjfjPuig95kc8LZ/fxUCSiFIsnjxJZ0MJmoiOuZjpYgUEmhmoIkkp2yOo/LMqF0e6vGgRRXi
4IxmBnOWA8vx3Rj8d9lkdgRCrAw3OrLFyqdSAsq8zYt9DBPjqq8FWZ4wUpvLWkeJ3n18p2/2B9gE
eJ5YshE/mW9EPQNwGFVBjl9bsjB2Dfi5lYPT7JrubADKQ7Uj0Efh7SV9wfuPL/1m3ebSHjIozkko
YunBH9/8SKu9I1aCfuoAkm3AeXITkdT1yKQjHkY/yc4cj95+SC+iImexT4E4cE8eNnQjEzktxZa2
TMyLMbV+T3jsz7zRFyXd8StdTNuchBZv5rIjP74rn5MweEuSIyM708+JW+MuD72lsl+zawi3cUO2
ygYmI24bGr95v52xjk4lSrCB2hICjEL1d0XUdL8M2P7gmmggXjkgXLsDnYX0GTXJ+NM3wo55oGio
qjdymB/Rr0mCZ5zW2ckhcsh3nwtFbBa/9PtYCs/YdkkCPmiBvth8PAacrspsMqpt2im6u2IqYSyk
CCLp8eeG8RShAfT/uKS69gdcMzY05mFU3pY+rI+LF5VwukkMRAEwwbJ23lJ4XkLhkyCwdiz0I2lD
rFTP0sdXvanLUj5wJhmKTwXln+lqlAmRPenYt+QBQdfjmEJsg4B92mY5kNSg+UqKQCw2YVCStBWH
IQbTyKZuv2+TGZ5UMqvizjB8p930U0OnClSl/RAgtFIrbNvlLw/7i38ISTMZv5W0mi+0UwKN4hhI
lMDLQP4rGsr/G+rkrvyTP7X1nz/tzY/yv0HMOXuIV9/0G97JocuDH/X0Ouf85W/8B+9Eyn84dCxB
kyjsOYq94p3Y/+AQ5L9zMuF0DN3kv3gn7j9UE1jwsJ8SnUxB4b+CzvU/DrUNShsYaSRTo/gb3olA
x3s8+y5mYi2chUmxXAmM+fGnWlCc7XIPxHjjGt/ZT4sqfQr9uT3QKtUHJenAcZY1YZrTkZT+Lblk
5oEkkmoDml7tnIIOb0L1eRMn2WefptsONDG1NSdGlDwMJrkshdqxBg5bSq/qplSyPeBT+qHcKL53
Yqe8tGfgUy143pVO7W/ToH/3zj7r/B91A6OzKN3uCprDfE8lpKLm7qu1BMUJKNwwtmXUCBqZ7ujB
x3KC+//N2ZktyW1k2faLUNcxw82u9UMAiDlyHvkCS5IpzINjBr6+V5Tq9hUptdjVjzIxE4kIwP34
OXuvTe4Bve3eNnZrFh36Bq8LEuc7W5PAr8nraZoV8eF81vQ532hGr+0SB45BNOjalsxF8zI7mhkK
TbWMjCsiBiMvcrcFsP9dIrr8YXZiysNBZt4TiUkqFBwjQ2jS3ss8etHetDPSfcwupbvfogs2AhTC
ArIcEQXcovbUeMi7/BnwFZtNTChAR41cQJCeNikV7d4bWo/bceNiM6tBkMjlSu1p4F9cP86mn5hg
JGY4iN4WYTWvEVM/RJzA8RI9ULR9El8XvOJuzIqzLOlUBnFnW/NGS6r6TSZIXNxaC4k/ar6QP8do
RV/iK6ze0joQa4QoWvFoRejJV/Q4g8dEZCFFVIYaNwrBLkq1MzJi4MAjqUW+u6ZpGPV8dTB7GZKj
dKALRewjs8HG00vGwa7xOmJ3xFK4lAeSipb93BTfzMX8rIsVrcnqhDD5l99ol9PqT7RB+Qg21GVa
15Pe3OvxHrt3CUXCznzQ5Izm8r5iDjdkeLaSYXlb9KQ7zRS1H9ogTuA5NivEAT9OOxM+MAIcsM+P
V2DMoRvtb+qaU6lp77O7Hgw3Iuwgvs3bdVfNYl/q5UMrXW6g6PlW6QvcDYbUP7vEsTZtvbbX6oNw
tjixAkxqZM8QoGTEVKSOGk9G5hW7QS/lHXtBQCwXw+M2XKK9ZCs6x41Z7jxdU0Flt19xbe3XyhQf
syQ3CHh2C0CTCivdpqOoDhRMkoEi4+kNZP3lBWsYv84UubYF2F6cUTC2ocjVfacK5AhT4z0tqivv
5wXxdjWiPdCBRe57Kx9vJLlBG4oBkw6hizzVSZZTXiFqmuMdolXjwKQ1DjMjFWGRFfMzU2uyvO0+
PQ8NbYpWiejgdEV8MKLCexvJl7iQ9Ij8JRuaEYpj85xV7bs70G2fr/wQv2fP2Qyj4wYV5nVf5b1P
dvhbMxHXZ7ZK38nM9ILSQkSGxfl55FR4w4QyPgwGQ0HwhYVfc7bazKadnl01flsKoBKbpeXvijKQ
dsNCGpLdidHzawt1Kge5TZ+21kYWIgFZR867UdTOhRFE/LB2zXy2Ow7r+GKJXUqk846B6BEpiku4
UPaYJtVRa0wIevRWfFMCzjP7MQG+hjgNo0h1oFggxAOAeMJd5/2yiXKDw/5lNROotLPrnLxhUpfy
qlmXj3VbyhBZSee3JCUSj/6bvWacDjUsIfloiK3txfVtpMR5EEQC0sucD+bqug8p9iwSMDzv2LD2
8wxacWjnpXuBeVdsUod1NtbQLOThdI1KGb29UxsXqac75VW7AssaU/rx4FXmJSIeIuumbzhWTKTJ
2JURfWzKAa0SBpUxqNzkTNBEohG0Jrs2XAeZh3FaEufk5c45au2AOfGn8uhlcjvHEfaeL4H7Bowu
mue2YpIrOuehBF94L0Ghbwud6OEm8tbt7Jj1d3vGGERQyHRnl2m2B+rTPNmiDdNqDoAJEOyFhA6V
y8sCMnrTMqTNbftYjdB5K/190QVLheeeOEZZQGPTlnzeTh4Ywwt6dE76lJQz+LeqEv1B2SWzYqwA
VeaFCE4aXzDYImLJs5YAtv0zUYX8ei/VQoYkfAd5htBt6BI+/+pidFOKeK6I9pa9Or65fIcKhcBi
aModL928T831dRwHg92BsM1pUcMrJONgNOvRRgjTTTzEcrzLWgQF8RBjDO+bMBv7NOwJhWnHaT4m
EeNHtyCIjsAgEMXGzcIQnvQF7U5HB3AXqTT3G726LaFdeVFyyvWaP0zkgduld1rUvE/mnDJNTRaY
vCp9s2NEcGREcJOsPr6LqMhw0dgYAw+P2fXjraN1iFwWFXBYD5lamzd0h03IXiR+yUyfX8ZY9fui
WA/eBAWawBukCoMYgsRohiMt8lAnmzIfzovXOZusUhnBhF6j76JFEgemSLJp2ILjrN5f++vEOzZv
Y7cYG61vHsuu9Y4V5wpEV+ybmDmiw9Sm3a4eyog1nAAa6MP3oGhCGlr9MTarHTkIxX5sOnHsIQA8
9frNCNY/GNYRURS5TGFiZSKs8Vifu+x99ZBpLsBm3U1W9w+gR+x9hJonICEGMFqeEOtR63tXCXk3
5HgM+7RvDuwR1r5gCfHr2JBbUVES+9yCs3MI7lMk1Qiw0nBl+WmEDaZXclIYLoCgSGJr3WczS3em
04fKIie3ZMBMssitjMvvreEGqivYN5LoW8FngeCnf0e0xb/N5gnbIngvZ02jN6WN00PssfFFmbB9
B7Ek+N1kPgPgZHI5OupLUreQZMu1jULwVGsaZiw3tG7SfbmSC5tMDdI7ol9Yv4cty/rrpPrt0uu7
BWjl2mTnOX+LSzbM7A04+o1jF0w7u9AiFdXOyAVrE/OB3hc0g9e5Xh6rzL6P86+yRBUji20s5Zey
1QI9v0jg5q55yOvhzRjYXAl0HPv6FgfVXpWEyuXw4xI1e6FYMtZFs3/ATCKOqqKbrjPcS9324GTx
q4VHMUiF86DGpN8nE3MOrzXvajqWFQl+2miKsB/HjlSanTnJLeEfRyt9W5S9HYQknausPvK5uBWd
ERSN8cgJ6q0RydG2hpuut27bWt31PDDrlKL9amUddJiIQtx4JGpONRFqwj5olK1+pS8pSHA0+2BG
4psiifdrg5yHUaEvvJGzWFl98XIk0UnqfdHyySAziMfF69kexhooi+Jdmze5QOPLTlZvYOVC+Tdj
G1mTY+xJSd7llXhfFQlwoOBWP5qjOzJL0r3lgEIftGgFWmk94uJAsyuWIXTNVD0012QFRzXxt1Rr
vyTJmIWGUbBjt7l9soe62smBGCe3WnwnaaNt2iaXctE+E+leWnvi4UJ6bar2+5LIy4IsXM5JIPtk
m/eUYMq0QjNtAade/yxXtW8UbPwO+OuNCtIr2kSbk+Wt0Hu+x2ws33jQgN9qzWuRTzeD53yrBvFY
coy5YdD2SXXWHGtMUm9ma96XArC3g5Lqyrd2tEer1O+9seNRMsboVu+mB5XoD3RFdy2LQVcv1w+R
EAR7rnYLF9oLaPsfgLWyR9y88yHNPgekokbpbZmigVwtqHrwbBDggmaKIKfy4o25gX+vkbdlkUMv
WEv1wDt155XFdwTAYW3hUgU1Lg7jks8hwgjEQaNhWkHLMPVMtgU5VJZlE/wZn2pwv+sGDfFjr3mJ
wFK2LM/o9dyv2GM8P6mn/BxhtAyuPfaNWoAtOcrrCdIibI7W9xDo9ARoIBAGST1VbWSe4gR0nFvC
lBYSwjBRJHFywCDYnOs6NyDclwTn1vn7EEUPdCHTd1DeZ5edvm9GGSYNVbiTFOpU6l2zZUdukcbw
N+o1DdB6GqwP1MrGvpwY97iRQeCRh2JxoyP+3mRXD5+bTeoUc27QDIt9HwpHeTJkMZ5Sor3w8ZDR
arT2cKynpn2ck7W7HSPUjzReyydtQZDsuASEbuKSj4OhqjywW6oTxu14m9JZAjepEfFREBwcgpz/
4jVpvO1jg9QN1vTdOlm1D+S6gxPpjYRs1nDVZT0cm4Jpp7KMD0g28vvC+wHeOM4eqoLeZaayDLpc
LzaTIOzGy03gS7F+YO5eHct6WHXIVUN7aNtYf551Zw2wIZMKpcn2mwHmf5t3y6kCEkUkZ67L55b+
RzhKDQG66N0j6JckqL1yCT1vXTZuOZL+yF/1gmIMnfekyJucE5YkY9Ldfe521n5wJmJxGgTve8/Q
I+Tqy+sESTuI3QZRIYi84TaTDVrOfH5P1rKoAoXNAseZWtQFdkBEsg8StrZwl93CShn2jbZe8oHA
E31t1G7pVvML7SBjOzj9dNSvokDfs1iJCc+BwtESyonfxTdGhzQfukxbKMnq2EmpHeXIqRiCx7Or
5+J1Gg3dt7thelkpt19wHjPxWDGtsrqXO92jVY0qDlh2gtFAoCxcN1dF0ClSQxfoVYWAzo0AMAPg
DGZcWbcEp2DVc7P2t9HsCViVOWhvs9+levUwy9eiSjRj05ck2NX1h56QWpu7SmMnj4y9oSHJXiv1
TVadtSPsRjabaCETu8G3tnMF8ZDZYkfgVXXrDk3+u5Ka/VyPeovsFMlkz3v2uhhXnbXtVOcIESZR
Bk27wSRjX/JEPWWtffVbWPaBmSsRXm753pc8X1E7B0ubQUkvBiLGOkr5pYVobFzfSLg7L7ne5PeD
KWYkCLkeoBm6M2OESegcg8ksq3Pt2vOF0/l8p0Zdhv1QvY12F+1IaU/OzZj3mCumleUonk4uI51z
NkXZGJa5HQFWXTN0h8t6UyALZ5+l1gfEPO3YQdYEd4U3GtbNpLfRmzfUZDzZqOjIb7O3smbLEZPr
7l0Ohr7rJvpmcuTGwb941HTuJRqd/jgyTj9EY+7cm7Fc9sody129UO0GlVrtN0PJ5R54qvFAoWZ/
Nb22v5nFkA4UgeZ0q1jTWYkS67tWYYwwy/EQm40KFVOj+9L5liiAC80dsLNvMXazUgHbfkjq3vec
vdlXXxf29GO5QpyTdVPupdupraRNTtk5ZdpZKlu7LwxiCGN6rC/o7tIAYH/1jScS0pGHIKNE+3rW
BkKrtGx9yEozfuODz06z6eafVkTYBJppe+flsniCvcHCmqHDVmJ9MkDFgMSI5pek1OVbNfWcWyZD
vc9jWh2WyMy+tBbK0VWS9EjmEzwpIGEl4PuBhOOaJMFxUMX3mvyVazC9JTqWJZ3Aq3ZYBhGSd+K2
m8gzidm6ckA3FgGYpx6ktxE6nib0Xd92aHctQtoeZopaznX4i94sK9Zy6v9ieI9hWFQEfc71Q+VU
9V3OPe7ItSW+Bh5afl5Ma8JsQj7MLX4ucUjNEr0o4SwA8S070S/G3JivDjGzN3NhzFQPOq3iTVGQ
Lw0LPJoeh7ma1sDkkklYK+dGpHrxojW6dSh1bX0ou46TKdkPzaE1vZrswgQ8WDKhBNhAFHfvrDW3
P6MhuQaq5gubGEkl/tTlDg1yO3NPrmWnu9qAleqTMe4FHESNr2AujY2YI22bK+JjWJea0FaaGSz6
SvK2UXNkyuBZTW7dH0UzADqno6HyE8ltteZzhJdfY7nelZEyiCznbFFWqjsZbUTLhqMV2UlKukFE
L8zxE89pg1QtnKr1Yu12RuR92AnJdoMkY36oBat9Rbw4jYBjArLcN4u6ucRNNh+AHB3njANTpp2q
xHxqW923FFYDkHbbnuPIEHfRPZjdZm9dHbSqqjsC3FtO7itmUNm2xNSsu9a6NCWG87Rgh4yMe+7i
YNj9m+W42EisMBu8JBgcdfDaCtDk9TF4U9PoZ66+K+XkDxHA1JTUnekmpnR9WDy3C67AdgJ5r/QW
iC5s67UyM99OC7aYKa2MAHNGGbZMS8T8khfOPezKwCinLdaqJ0uUYaqikdHQfio+844NbbSmjZM6
D/ba1U+cDMedmL3f8HzgURIcbkfPxnc2mETUoIVdT07iOEc55I6fZtnWE/E30t4/TX1Zzlaa7+3F
nnzUF7W/GJhtUqt4oXtBFg6NRbKLwP8R1rqzZ+KtbU+eMAtwVkzsk2fa37zuWtMRGBlUcN2o4AXK
AI6eFnvCfZ6spp9V4nMxKL5diGkP7MCh20B817EM7l0EiWhI6HeQXOQmFkJ0s7gtrwuejYYc1Vq2
BF6lWxvHoc4TtvdhNnmQZsaW7l5YSjRt3pqT4FAQ3WYoEjajYMg5aBNFYjOVyWihlFPiR2n33Zjd
29XTL5Jj/NDI5wrhp68hiXsgedTZ8oB+AHExN9fnscY2xuWWmzpeOJt4uC/EwlNRMdEyPztYw8ay
tSAwUr+Qsu54c1iYdYju9tGy69CDtW109mmW8RfX2ysgEatCaOTKJxKk6Y15J50wK4kAAEjdpnUb
IsFHpPeJ9xw19oMizWDTtkxEe+3WNMzdUBNsm+SXOOOOe2PmKOCE1jJ/IbmUyKdlOxcum3t5k5EX
lyTzpkuj41S0D1SqN7lFk7gunCysIu9dpfYUrMt1TY8fxmrA/5NKfP+RcViWmihzLwrSCSOPYa0o
9LVdlTFCy1E4ko5BI6VulXVg138hh9gnpsYLxhnSAtTdeSUD2TjonPs5Iwa1IM2CA55kZEXNaM8r
LW7L5Gksw3h0j7RqsFe3RPqQBnBXa1W+72NC1WXNfgYUiWqp9k2NSaU9+otX7ye3wkha7hfzjs4j
Zf80b4nxCKwIn9oyVfjA+GjogfXHIud8i+B206NyJcqnmvftQk5iQ7DjiMLDp/l3N3nFtst73jXU
BP0okT3QZ6NRdiC2M6bb/rCaYuco5vnOxzR5HPTaiM1cfncRdJoZUuMi/2zaiIa9tfYXge/yviUb
JnCThqVVjTnELC9+wUlkBbVFrl4TITKD1NVsOAd9FMbAa5PwdNfaxSlZ8Io523jjGOBdjdBaMBk9
JkoFiJXf2/ZF9zDlS3mLb99Xqdy6Cv/rOORbBIVXi5tpPUbpWaYeUUFAIicrCsBFyUnHtPja6J9o
Gz4ozknf01Ubap13l1dmdIjt+VQXihdeDetpZj7qRuKu7NUls2m5ssh/rcR8ywnkUE7Taze3Z7G8
SqN7qBRKOjpMbjh1lASAF16zNNslHFOchi+lQQxCJM4xHXo2XFJ9NeOSag0zDbT9YjiBuNx4JZIu
AE+GgBxbnpe8Omipt6/aNT61/LtpOGChgYR1V8bLth53Wnu26FNRBFlHT+IlLZ7pO2zy6FlNN6PD
iuKuj7ox0Onvt6ncjfRFmx4P7+JwZqRJLVw/Kr0LIxVibk6ZemUp2lBzYAJirIHDw20fUirS2ZqC
xcHYvJp3jv3sDaQdGe/28jXvnhm3cNjjOMh+QIAtpd98anu/cptt5711QmO+riOc6PfiWiz01U2v
0XNDM5NXrGmcJ19nrdN9MnxPqxhc4qHk/NRZC3a0mAxkg2mNXxje08jYfFvNxoPlDgvR3i3nEIJV
/LX/tGb3WIIBtozhtuCIt5UYlo9Ww6yB+iXQEk8/1dH01DTdjcq0AwlY16e64itLZMmhkSiVxK3X
s4U5bjVjM8gGd58IjqEMrPFqePfZajkhma3ExTg957vFiU+GPnypbBMdu9YO7sUscXROVrz3ens5
086yinuM3p9sQXQ/XCoZKxnOSAlxUObXlbxfvNso6+cdzhYE8DmND5ZfJhpvURyPDad58oTEs6tV
N4QNbAq8oH6XmM5tukrn0EAqxAT1aOV0hx2ONYp8GXde9WCN4re+t5azO9lbamvmdTCommXDTNSF
B1WfDeOOIFe8Qrs8zZd9N81yiypkCvXZfcJOEpD1exKZuG2al6kd6XCXTzmZNd3YB0ZPQEAl9OOU
WdupZMJGEt+1aWos8TGdsEfbZD9vaYVne0xr8DmGtblYYibwrW8uqbBp5jZBIpKHhkYubRaUJSRl
3pdYuTnL2DM/Symm0XEXJq6ZqKSnJHGP1FfbssiZc3R4oukhZ8Uljk6ZYQ/7YlxiziGRwghWt/e6
dN8y8l8PXUeAg96mOF7RHx5TUswTPgWf8b97gQpwKNMar9pWmSXTUt37WvNjG9soxE4jYtlf0EjN
ZGS5+r6it7rT5UScMRnd+9pJKYB4CN203qwxAnPT0d5tasNcasme4qEPNXfpNswPCn+W47xVHsUR
fjNBYeEN/U1M0fxEvp7LVp1Rh7rlw0ywMWbDnW6MWLy9dAf37nUptBtaCc+5ne9xLO118oLXLLaC
Xgx0rORId98+rgkJU5R1Q8esFv3yJunNNCxV/0zI712N9MM3196i+Zv2fgkZ5qJ3xGPbFnE7eGV/
SyihN6S7t/u1zr8mC3Hals1+NRK8t0Oa8wH2yl3VvYvuiJYDr5NYLtC2nwknvWi033epSdUUQ5za
cpbHfK7sQ4mq0M+IE/XbRj1GIIPRanlrcez6vNyR5Pqt8BjlJVc6DTthLB5Bpx2qlTF8TXKyT8Il
iuy6IoaCpzuqAxHnZ81FNM1ZgBlCqVXJ0RmzIy22aEuO0bIjMdgJwMAVfmyZu3pd/cRp+TcLYj1n
mA7kW2n+WqziOS49fUM28A3EXKobp5H+9YSCvRrXfQVNYmTW6hMiyshN3bPTppukAW4FOdfZqWr6
bCA/bgYnq/0oN/Xt2sXkjuc6OKTFbm/ywrxNs6knkJpntu298tC3TXmMlcl608xDEA3tsDE70907
ev8lStZmS8OCOKc2SgKtK7ezpj/y8t21Ka0a+lgJ1ZWhh2rtme2udMIikc9vDoF8vDnLxEmtVSfC
krLvTmtBsFUJGWR1TGE/DhYdvMXYpoC7MPQJO0zXgeApJ5kOara7g+Z4GS9imft13l7Lu0wH3ECM
09U/FJgEJeGtQ+1AMjcdo7RSYRuL79AYX7WSmg6d/E4f0RwY5lT4TksEQe81bzEjozuD40bg0Yx6
8GarCmkbZb6hCi2YQGxfzNViXlGPIiizK4NJZo/L0D4tbvReDELbWu0qz5SGgFl6Rt8pxjpfdlfl
oXAuNQfg1Gvbkwal5YBLLnuG3uqdu6GxD+1APxu3FB3mRdwZ11ny2hS3tWNUu1T29fceS+B+Nlpx
NlQsvy5Tp73WeTW/paJaITKRBO8nMd3/Un3RtcrhqLPeNE5yuyTGgwbugqYsf4BXr/XjrMyJ5icT
CxSmm2pWGK11+T1vzICE8ip0jZYIvr6k+ElziUSBkqGkFscYn1nFwSogYrjG5DzEqWUEpds8O5J6
JjM81AVWNIbd7JHQWcnlqZ+hbXngbp9xrl5KXaRfGKK0+xnD50bHVVw6fIZkTuzGNG2uwa62n7UZ
LlSULBF8142JoZMmFJSV0gyRF5aHpF/0oCWr8VAn2RZVV37tel3qqGhvAad8RETbhkgfWNG61ej8
KaFswBLRBbJpj1Kcl1h89HQPEk0nvCoJepOkuXbi7UGJP0MIGUxzwwj2sRPdsKuLot7j1jd/V4T+
W+qrv9VV/RA29d/qtK7X+1azh6Zx0nf/8U9xVvxZXzVPP/xHWDEwW+6Hz3Z54LhT9P/xf/nJf/3L
/+n//Fdq1NPSkBr1rR6q/vrbYuhJP2iprtkP/+ePv/+HtKnDt8/io/r+p5/4XX2lXUOl6CMLIQxe
AgOt0/+Lm6L1/Q9EisKSQNaRssOJ/i/9leP+gyAHywRQx0+5aEP/S3/lmP8gGwASJz+DmgsQ17+j
v7qKq/6/TtKGyAt3CX8O2jBoW4gwfhRfLe1ii2gg/9FlkkgmWhwumZqZ5888X8ta+IVofsUS/VHw
db3mNavD4PXnPfSE/pPga3DshIW56Wj5dukH8+lqq0/6feV54904iV/Bnn50J/x+OQucGAJuxwG3
+5MUtBc9IdgmQbcVYvpdZ7GeYUwpoFs0zi9kp395KVJrdDZ100B09+OnGQ0FHBU9ByOka4hzXHm1
wQ8L4z5oxvnvesffH+O737+k/z5B6l/3JYE4X0lzOuDcHy/WlW0NJa/uyLhp85sEGe8uZev7opju
MEmanKAtoC9vDGdoLxYUtF9c/6++xqtwTxD5YEru98frs3dHzlxoLQxCrzw1Vw04gyI0y+uQcd7T
zF/YmP7yelcLsWXgY+Kl+fF6kqO+YcAyCtcoYtq2KnVxZnM8icnzTpK40j+8xX/x8f715WhyMhuH
6Gr+pFNWSO8nm6yDsHE1NwCeogL6AQZTa8/eT9Ir9v/+9UB/YS6CTc6bf/17/iCp75YmJURxQa/l
zQ7DLEe/E1MhL6URq9vJMJtf3N/PzyroS2ET/yauKxC0/p++vsKm8WjlqLgqzlh3MEWyLWJHfAYw
ft7//tZ+siWCGf/pWj95cSW7a1YxHQ4HoCyHHFMTRM0OmjKB78ToxgMluXFHvM14b8EJOcl6sq4j
MNP4X9w0Dyy4xCunFyz+jx/ylC2IBkmMChdZVsHiapDqZZKeaM5PX//+pq/Pxx9XVu7ZwAgKMdm4
Zh/9bBjxbL2J7TVRoZ1c0UApJyd71efHfqkL6Xf99C3mB8swiSGI/P2lEef+dGlps+VcxbuQkhz5
0zLU6LlkABiXYfmShtqNZfjDm7YblmD9hSnmT/d4zamxcfrwguAutK5a/z88s2uy6NNYSuT0ZKkG
BufEW8YBaDFcFw1rKWP3ADXODJ2BEvgXX+VfXJsHy5BXEwpWTuOn5WBMHTPVavpUVjGmJxxdYo9W
Zj57CYIkFevfJxhthxj21S/WvT99ujouIOwoNs+Rx0Z8fbH+cNOo4ipdgRgJx6Jq91yEfg1T1+MC
tx0tAzEdiBPHnRqRoZgxJ+O//3L//DLpBlUB/kD2M3bQn3OYmIRKPAFdEnYgcrZGzAzDjJTlmw3B
QaFRODR1zIXWp9P33j5iIs60M2ZmntTxL/a7P38HFgR1RORYva4I0p++g66oAJL1qgkJBb/qt7Pv
qQX6TjlJtdPJY2McTd71pItfYaj/+sKeACdxzcuUP30HTTqQAl43yF4znbaTrGWYM/TdrQQG3MTZ
YD3Py/iAmCL9xR3/adXUsZPj4MWiiemdXf7HL18sJFUyFQG9lHldoM3k+gmPOD7Un+IXwIy/uEeP
zB9JfAJtE4gCP14KbUXWjzDlwors4DPx3fa2c4zx0FkplMSeMc3kdd5jJe30F0/4n69M7elRGUrX
wHtlX9+APzzh5jS5cyemMjRLuC1RndXvS26+NItl7s1ai49Wz1OOqFDe//2z/fOea+mUujpfp20K
F8v+T88T81SN5OcY1alibJlN4KbFapsn8NPIsKV2+PvL/bP0+2GNvu60hs43ivTGYVT/443iNDSk
yjot4My9fnBmg1lgEMBMFMck9t4MH4zWCZAxQAVBM2bJ2VsKhN0MiDdM/gDgUHzszBKpSjsAMd/0
jJlDlRb5BjeidWimpnvSrHbcwwiafvEtUVT+aSmCFIEe959FEWXgn/gaXqT6uNCd4NrmLH1hj+36
RQd9UvxmceJVNwDHqvlcwqQQp7hPMxMtX7Y6OzwUZrFr1snIdjP4xuKxS1GX2zTUcD8GYoiM9MsQ
DYJcHpPG0mOUDKVk8Nk1tOtUbcOYmKuk28Oar+wvo7HU1Z4W0ZoHSEharad3JGIRlm4RrUeiqcti
P5i6IGbHaLp+q2VFUd6Yk+l9dPDbnNeo75L4AvKubXjgzAVJbExA0AZC4/BVdp0wjloSjy/r0iFM
wSQFYrDieUyRNip8V+Y80GGcTQQrpZHnVjibxZWtBFj6TpkJA9eypnrbVlJfxNPgTdZn3tTAkOwK
/X48I0jwaOza/jDK+JkTjKBfVvbXQUYzgVCAeVndrQkhVActUVKQ7Vw6tAbWRjsr3lRsDH3ZfUhr
NEnfs4lrZ1uUpC3GmFTo1I4cvVcXiRudK2Y0Cpf3pl3t6AvRQ2o8xq02I/WZW/dm9mBEBBOHFaaI
oImaXS6jBnTlnIDITSxTq5ERFRVT8ZF/S6yAcWVoLcSldQDTP66QHT20XK2n14l/hVAV4iB9rW+R
tmVdNn+gVR5vhtp1pu2k9dF4O47zlZU4NMmwhYWpo/HWG8zGFPYacKbUPusr5LeE3wepyMvcG1rP
9W+gFfpqZ7SEzR4w/veDz32ndNThJBGz4KXA7KN2rc6uLhKQV4lo1DGJhRYKWLrarrXtPt7qqwYa
oDLS0vLtfoFUiGrduXGJWrVoZ/UqDRogmlkovbEdoUgZBMeqJPGM7eTMbn5MrQyxUaIt3Zad2YzC
jKoLykZZzlOgLwnDDNHRo8MNPpBtorK4x05AbiYuEQV5uZj1ejhIncby1lia6BN10wRbTRA2Sqxn
O4XwCWPp5+46PpmYfqNNCiw4CcoJXDxyfC0qA2ClNVpFRmyh1fZ6hTLBtOD9TOt012glQ5O27bFF
L13Ub8017esHY8i0ItB7gxQ9Abo1NOx8Lk9o9tJyVxpZ7932NVNZpk91d4M+2IxPCg7CI/p2DcxC
DWQE5auIvMemr9pzs9IJCyUDFa5AVxJbfDYOzIDKBVdjlaQm8AcKtp2ohqzeDbYV3VlF25V7NvcM
IVsDMdwXqlNUqmUDja5ib4JMNGc9uwDNzWe9k9ELmw7GlzURcKG9pB9ezK52UaP1pKVtygJyMrM3
Y2DaEi/1Vyfu2EgoITVr405ySbeVyNR4h4YlE/dGAvc/pAtR3F8FGNrOrEWzJbwGPUKRtnXPxyEG
ebc0jpJ3nEzoTzddajYXtErzIyJEPT/KUgzntNWTNjSY3n2bGa6AuJiHMQpsr44OVTojhJ0pqzIf
SCMee4h3BpKcQuh4GG04CVAswRgHlSyHJSwxnqHPRFdBSs74n8ydy3LbyrZl/6X6qMA7gUZVgyRA
UtTbkiy5g5AsG28g8U7k19fgvrdubMu+clSvOifinBMySALIXLnWnGP66Xsx2qaOUh3YV0bFCWXH
JCg7zKRJhajpA/NmpHGbFGjlMxrB5BYmXgbW1uN0k2EzGbdmhS17i/fd6r+mRu4zQ5cDcjq4Zoxi
gk6M2c0kLaxM8MhldgHpVo7Htl14zZEGhSImZhvBSGpXyxJ7q8RhUtWhdz2FLGiP5Vy6M3UCUvJ9
MYInune9zpt3bmWS0LKuXvCjNueEjq3PGTbK/TNI0icFaKOKYa63oyP1lxEuFcOQxlKxRuXR0KEX
uA4Qy2N2gRlnEdLchDrZSKbL5pEWdXHTrJKERoxTqXMzme70JMxemIfUnBaIz2n2kASr/1w3NUeg
uWEZRwqNSa20mDwjXcE/u8lUKUPw55Ob74gBcrvIF2oBr60YRxGahk8OanouNfvOsuB9WvPmsUwT
b43ypClu/b5oQFx32Uo/uKYRGskuqL+oNlhZQFff+iKaJv0+hDN6Pmo3Gls+o/gf5UqpdwSK1a7H
kvc8jclUXMu9hiQ3HN2wDBhrZGLZ+bBe2Y6CPP1Rp2UHJjcw83SPTE08huAGGM0tVoklMFgTSOk1
eB0UWXqaNrJa92oYmwsf8TEO+TYZv8CoLKC9Z8Zy0oMLIxU0ZIUEEhiN3pPJhe6naYXx3A9a/2xq
RyGXLaDDHSadBNthmGwmI02G8IPINLr2dHjqPOaRYllKQcJf6bBfBhRxifHDyrzxDofMKo+Q+9BN
OQLZaGFJEz9WUaD4zgw2VsR5Lvp4hOTVzgEu2MVJkfBiLIMDpo8Kip3oDAc7S4BA8O+C5ax+zHyn
IeC6no1pk+YUHbwfq/22ZAQBmdkQvnkZ7N84Uw28H7x6XWx31jLtgIUUvHRhrt8A5RlyS2ByCRLD
X/A6Muz0bzq7W/Gitf7sRcIsGXCn/irH7ZgsuIfqbLjI2vY9dSkrIke04ppM6YHefF2+TmmVXQxe
1pg7vbTk21OdNG/eXJG1aCChvGIXHGZcUKt4a91uILCjY6q3VZPNOJkQIyjSa1mPDG5IvzIv87Hz
hqhY++HKtXL9kArVvVQr878NouWg/7IKGMR7ibO124rUSt+NKQ38vTEFVvZY97q8YURRLbAybc1s
FYgjpaFRld9XHIfH3k8nP0r8BGceBPDwYeWxdvGmmJ6HcuTcHdFl2e96fy6/J0mB4UOCZU03Q4Aw
7KKdlfM2Tg6lj3DB8m4WSrjTKqapOtauQgG/6LC8MEdLvSxytQ8SvAQcURfh27bihtc7uTaNEc0I
Ox5TJebYdllcooVJ3I9kNBeMKvhplh3dr/BWcb7PDlrMFl0ioB6IfAyG9UChxVrtqJiCi7YxRnOr
ezO9Q6HM3RoCxiIY3XVvXfmWPwxxNUm8Urp3whSLQcCcy62sJt1bvpGJnXIdR54Ma2hyFtkZRZSH
YG1bK8XqVfl94x4622KWFfJCmxtbz2sW21Mq14surcKnpZWkDgZvVJOuc0VU03lInOEYckY0g7nG
nucp+RV6Rf7UuLlON2nfQgIYpRgKEnZc9Wgg9IvcOQ8eGg0qdhd2CZyPjPr7fVH+SsfGz+yHxpjT
BzQ/Q3sw4LV+1SQIyncE7LgL3VE7MVBXVV81wPnRdTBGh4OPrLKkuk278XJgdn+JKMWTN7PXdxdF
gvsjlqKRrGKYAZejxhclYACv9UEbtY+8DOcqhMDZOVsRvdlviGVpW4QukGEAWy8dYeRMBas+zpLR
qK/72ZyzOGAkBNbBH+bpIJcOry8+ITjKxBwuDg5f162PlQx0DWp2IW6RDtmCcciDgq+ypg9OlLxj
fih6Em43UAsAf2s7GF/DlfzhDeMxPAg56rcTGAZz2JdpX1PZBEl6aKfRAeI9yBXLkMqcg7E4Lds6
is+JUC5reDOcyfouyVSlLkoRLurc653dMjGGJjLTrUnlYDbyAIY6Xzc+SQjGthoZam000lOUSG5a
KRT7Ux0LD+mNgWacuXIf8MCKsFsw2biaj5fZWcg/aOrhHAVPlbu1xzKYI7UmwUS/UxZ3RTeyJrJA
QTMd2BgP2LbljD075JrNagfvY+6KlcdzVd+NzEWJw11j5RPuMua7TK6FOmOhWyrOLO9yhGQt9M9u
Ns4Ss0oskJWpXdg7k6F+c5q8eJ1LGjb7gaATVFxT2FzlVRLCUJcidzbt7FRfC5ofDalDPW9oHgBg
Jxeg6l46EGFDtKJdx2UDRdvFclQLxBJB14VMAIOl2dpFCf6/CVXXUAI3fXEMtCX2JjPeEJVW6Y03
qE0DiKfQGNAbuINB/bEQ75uBP0l3TBzkGq2rgWqkwyjydWbXUrusx+AxuQqlpmHJCn8xemaYrCUV
5oWqQPBENkUeQnvq1s1MDM5tVk/iIVXmcCGYnqLiXRKOeL6plrh1PcOM4BwxPLXPLnXKMmN0d0gt
msgJ++rQGIM9byZjmp5KWhaCvqIk+rqQ2Ez3rYVseWuDCOKRFGflICoc6UcS2897sdAcvHCNZjBP
Rd4NznsQjOvBJXFziooqb94CdBJuPCWq/l7wfPKOuNPELtEIR+7KhakcBGP2uB0clKbcDC5ZvWeP
md6LcES/gf41RZuYpXjMiWku4saemKzLZWyPxkog/WEWtfGd3xSvgyca/Iu95NS7aao5vFhbtd5z
fp3YujVafVI6eb8sw1bFjaFB9fZ2HTYbq0v1iRuOgXDqHGMBqC/gGFSFau/LGdwX1msvJAhg4n5s
oD0tPTNzV9+0PUh41l1zeZwLKgT+HN0OHwlVAHl4yZPhV15P7gdNzg3Qb6TJLm7GbQOAXqJQAFa1
a1JN0ZuppL6caBvg42Xs9VjWZs5jkrosfLRfpw0nmNze2FXFuUzxwvaHsHKQ2+llpJjLZAM4B0s5
tYqF/0BRmPtBPIxsNj2HuWknKpvgS3zt2Revxr+CHDQ3H6ugRinZpW0QTeswIwpIBqAOa2cMF0Pu
heExIGyA/MPahKGLNljFo8z6eAL5hYBJjbYXWQ4IZwQgFSpA2NnOC/J/GeCZDL2LovYHsr5Sxv/I
BBrrzZ9UtsTAxMWXYJiby9wdScEw6yxItllWKEq7dg0VMIdgtHeOyNnuHPoh6Q2TIv/BnfS6IEgD
MOHCrXJZ0ewx3FAN1AIBGx2Lk1FXa4v0DQbXJq+MbInadUTlJedRXmOkm9YjgJYljRmB8cvlAwol
HHd2gOStywSz+zbT8xazTOvu68LPaEKlACb5QZPkSwBX+nwyhfi5nYraHWJPatnfTL4x5D+qnGxG
eFkTi/Ru4lsxgbGJyoimeoXbzsyyDI9dIdJ10+ODAllMLgBOhcI1u6gCYKH/gTTWNMWw+pNCPemH
bk4gQLXBtD4FJlbF2LOS5Zi0DTY8Q1HJbRUJnt+0LY2Dgu5cb/y0YDMyczn9cMtBX6bGpFlF0P0v
l7kmMBOdnY2Mtirbwdrl1BvqkhjFGvVyIyYEXNbASLoNWH8hzbSJcZSBDavZIZfkLjEVKKyWbWO4
aQy27o3nIEFH9ygyZHbsYER/FbZID1BhGVZ2pRF2cUVRPO/8NhT5Ths92PMEnjM1mZs68TytXrcz
HFX/dCtDXMnQ1naMKYNbYvYu+AJ37vydz9kKpXtK15gQGzqIGx6D4UXQBwuiAMsPyu1hmcFyhOMC
zgJl7bdAC0oz5WaG/6h0PXmcuW3rQk06DbYF0+M7sULyxxzn9uvWm0A47MiyHjGXBRhXL0Nf2d/b
uoeUwUpc9IjoWggf7BD4OvmbHkevlxfWVrXs4nhVwGfFbFOYtOeRvFkmUDJ9NCm9yFhp5h79/DjA
CCTPbmQ8ppcg28NXziBz1AG4i7Qzln6ra9NAqrkmmYhKtMIDZ4reTrGdlgFpN9Scx5K47mxXFMt0
RRNBoAJTyZIjM/YgCAEz6NHmB3Zt46fIUc4zg8tflT1M1xnVLBqo1vHPaPmZ6B3aGnD1M1LbsB7i
1Hyy6pxDemIpdYkBCjsBLlxxqV1jLLeFL5OfOQvvWz36wWNvAOvakphAAmjuzoxDdCD7L1zSWy+Q
ubVPBAv2CvFglrxnK2yNgwxXwz5kHCHZUAYPjEgjO3FDaajXgz/ntbolVAZRF1ND8rwLF64H8QpN
z9KjA5JcqmIcroshzbDko4Z8E1Z+RkxQkv0w1kq8mWOHe1kPE+0KFaDpHxofsEhV0W45tXRsMmCx
nndZpEx/D6Qk6PwILcR86tlxvrozRoLNSsTJI85i870TlrKvZdfQG5uzfHR2pssfHnW1pPtWdqkf
420pEBOmNgNlmmRIJbX7nWHeXrLb2Ns5daBlYKbN99PgcHhteyr6DeI3fesjMz2uxVq+O7hnQzYG
w3pj+Zi6e4rnzD8MySpIGBHUDzsaDCXPO+ewLMLrTDEyqYR8HQ7H3Xs6GIliYGEhiac1Zkbe4NCq
GYTmRrvaN74Nqq05KYeYI/diRUB3yjWOzA2JCMj4w4XqCRGgJDoaX7XDuRTK/mE1YQTIKZfFznQq
RR/R6dcYOgpNBpqOuLllbQvOrKWewRQQkfdcO6VB4pHDZhzP1my+TaHLBkHvklGVh0bkSwEtIyDa
QyHss90Ry59VVAtPbMgJ8uSDpIzTbsJHLcglODPvxIhW3jm/szjH5gv2pbqMeRaCQ8t8QMEecsqb
ytGKMqYdyTQu0sFO9jZJVU6cFeFkcBzzOT7N9Im/sdThpeN5SK/LMkx/CCPN0IaaQ4FizGgKblkn
pmWPtD00SQnnddhOLmkLW6NbjZbJOqwL2lpzOEXMugEvcBu37YRQ8GB1Dgcp9GdJFXXzGEKk6CdS
RlO/Q0VYV6LHpz23L0RZuDr2k3m5b84mVWQzmuCOIQ2w7JNxoY7WSD+TBcGv60M50MDjCgPrEEwX
+ZRikreO4cyi/4VOTR9GtXaJrcBB5rjxrCcPLEk6ZrSow5YotdLK1hwJ/cCRnZXCIt7AbVtsxDZe
jK2fTB0nFly1DvEX81zteejGG7PlJGwR28CZMLfOLkBNcoubSAgBq84GWraBPvs+jJTRDJ3d+jqT
U0YPKvP0E00cRluBCcIi0wkNDRO78vPgdrQYbD/7OoXT7G29wif0euQAQiQgLpBmsxIbwN2mXUzj
c15nWpEwdd4LFiy6ScJd9xh6kCAKL+j2S9l3j/w6lsRCUmUnaWBj3ohZjyfRUgFt4JB7exYEjjDz
ohWpSnUVtDskjVjFOepJNKcS5Sl0Zr9PGLTYoj1QWZiUFrqbrFhZkpZ7Q/XMUSYoAoViUjPrt3Rt
iS1TyXm6HMt8vTHyJAljImW9IWahn9tLgCZ1sA+0H4YHNZs1VU06BpwvvLwfY9uS3QuN3JKjjya+
b5fOTXdYBY/LFqPR6FFpLevrCAmnPnheimQfYY6FiHIKXkrauNC+DXO4853ea09EcqRX/PYj/Lgg
MW4SyHrEZ7ApJFtZZsRd4cBsaDwPiXuZr0lqb3wPsBb2H6gkEe2tTG9GiKvnnCAbT2pn18k5Gv7s
RSfIrrwHgJFxCIET+prBoCFiq0kEabWLMz+pHGDmTmt8ykozBtrJMeifjbTlnL3ScEhgEhFBtQuE
1wy7Yl2yYiMhVkyHkRL3Wz6dt5Ys95c9RIGmuRoLgAEb6PX2d3uW2dmx1gTf/bKzH1zcAVjE6PRO
m8RWeI6L1C7jdM2cH2Lo4UatmJ2++pgj97iiaCSGiYFaVwryJtgl/QT2UoZbEmITlStCo+UZ+cH8
ppaFLkmSo8I2hqWr9jWkbGYj2Dhd3Lj8+4BWKk7/U1hVftQ2bQb01WC+tQdBkF+UvkBOHaa6Cw71
sHr3IaejgsV08ofbjHMy05O+dW84YoZJhGa8zferi67liuqPAwskozk5ufBmkvucwcSww31tLj87
A89Kz60Ug3hkzhJ6u2plBrlv4Ug4J2NVRXZn17AWriel5vUmKMh4u2/tvhSXLgye8ZtXhg6OFGIX
4a/lxXBreWWNWtW1pP83wdNvw2UnhBwsfMj8gQua9oPgya3l6nNmVDsnyZejGjF0mKjkIxY5J8Zi
8zf6/Hl4/MtwGXGGa5uIfyyujNDz1+Ey0Jc+KxK8br4kY8lgjrBz0ecffLcq6Bll8xYVybj/Z6T9
/yTD/W/Ftf/W1v7vT8W6/z/KcM9Z4/+9DPf2tXmtX39R4Z7/4D9VuAI9LQpFNA0OWpyA/Pj/UuEG
zv9EAIcWzjMp9S1EsP+lwg3/J/EpeLFRx0I0p8nOLR5oW2X/63/w753FEWGIUg8apw829f8qhG//
4yFAvPzfSjk/ChFgRcNfPYt5EDba54jYX5+VxhPh4IbKjboRU0yI+POLLdbloDW5r3ZAnWfUM4YG
OuzONmns8D6Uvn8FJrS4dCAS72x24G0xmnOEZIZ9ZUy7YVOr0diFU46HMOPfSalfsPar5i8yin+k
kP960s+fPjgDdNmCsFPz+X/99FZlUPckoRNVeBlu6yzJSeRkodhimMON0HgvMB5NhjGFgZmkxDmy
nkHODpAAb9MiZ9kXQdbEs5nHGmh3pFxsah0ZqxdDg4B18advQ9beIynuntn/TJaKJvyWVMLEoO8A
aaJrEm7JrEK47GTzieKIgaUex10dDuwvTdZemzMGgLY1hrgQxhyXE/PjjlnMqWdOfPjXk/eft/ff
ytyPEi1+EHrZJlHvpML4iLvPApt/CWiaqqlT3HpWNC38hy7C8HGssHe1AW0KKQneEX21o3GJan+e
n8hrLC8YuX///GN8kPHwKdA4EkhBYyxE3/3xtni9CbWkKp0o6Gv1UAGqnDYajN8pCfEYIhgon0Eb
YFid+vnt80t/WPu4NI/zGWANiZGmq/NBJtVmcixRJ4zRMjvWBqZCC12i+mmI4Mm1a33kA+Sbzy/5
QZl1vmTguSHqYDTxZ6Lor785m3EyjQxSo2Ax/a3tB891198PQfO3C/3+s3IhNl5kNx4r+0e6eyPn
tIHUNkZuUa3VBhFeu09ab4xJ/IbKKHqahX1gXxRz4f0Fu312Hvx7T/nnS4Kp5sZ6fE/nzIX994NF
v3pIpaQTUoK83NcS6R1EuXIXDCnHT7N/kOSFbhQDxcHST03C7OHzX/lPX/78QzvngG7/t195IC+5
TGaC4FsveTaT9lV1/nPhgGrrlnG7jFbcNP7D59dkAf74pTE7sGb7Dnhu7+PbRDYmfOwpH6kFB++Y
5+mw9ctAPn5+ld+fH+juLObIrDxSY/zz//+vd3ZS7jAguukjUQITwPBMwb/SxmxK8JifX+oPt5Fr
+ciiTd8NMXh+KA1Q3ixlN8DmLBP3NHXiEV3HD/iomKxMk6SHAhEZDryD5nxmj8PXv1z+97cTEDCu
FLZDyObwi379qoOrA8ET1kejY7/3JecB1X8T5viNcLIDwLy4lQA0c0WmZSa+mJBrlyKkCUUnj//V
22PZoscYlEzFxcvnn+0Pd+GXj/bhAR+HOpuTlI8mPHi6TXjLMO2NW3P4/DJ/WKH5CQTad1S0lsNS
/etP4Bs1VHwbBjXD0C9kzu6D1nmqnL7fBBOZeUYRY5S9ChYSm+ySpuhCv+Yvr9LvjzUfgb3hrHhE
hSg+6DvzYhyLloDqqAw69KSuDHeLdP4mF/5Q9bJinK9CWWGi1aaZ/2FvNlsSbhZz5iqFeExX8TBW
41PDbturIfr8R/3TY8ULFNDJY+uj2/Prb4qZLjQ7b+ojR0vMrKl4zltcazahcwgOCXHPA3gon1/z
T1/POVd2KNB95PYf7mPYE3hGG7KPcJ0/gA5EwJL1b6MrLubMef/8Wn96bUE4c+JHkWvaqKJ+/YKd
4Wtylfo+Aq9U7WqjU1v0RUxOmeZgLIXayTRtRrMYPLcpQL8ORtpfPsL5ofi11ApsWhN8W1CRZvAx
iWZC1mF2IwaG3nevQqqLU97NRTwmeqfW6cfKbblELJfvCFHfU7fe53P/N2fMH1+es6PKP7tV2IQ+
3Gg6Uy15KgQ+e6p95sB6v1r21WqND9KST5R2t+xd9Ne9ny4jCmRVlO3/Vdj/qbz6fROCj8u8XWCE
g+9vfrgPkN0AyQ5pH80D/alihv1Umu2epNssGr0mHtwhwjRcxojGDGaUY4JczkGSZdhGNI6Oi3TU
2pauKDYJh9iDMBF09i0dqM8/6O8PJ/Y2DoBUJHxI66NDygyg3GrPtNi43Md8coKLIiRcNFiXjZ5x
yH5+td+XTrYS/3yMQOyBm/DDrzIstj8Rw2ZFoTfM72WZf/FQAv+cjb+Vt/bvvz8vORcjXM+zPcv+
sKYUqINKVbogWjv7aFTyWTslXalmAH5OSZsnZHWn/drEEKkuFKTTnReay4EGF6Mn4DiMWGmEZorA
plJ8o1s/H0YADgBda/tA0Cnj0Cy76wkTZXZeQ1q2VU/jZt3NDm5qYarvKaKqz3+9j/eKfCebAxi3
6p+S+eNqjOgg45ze6WjiABV5Xh3cQXKHDqKBmOQLDbDPr/dx9f+P651jAumH27/FZWU14kxT9ho4
n15PLYqfuwENxF+ewI9L8vkqroV91Ax5CqlZf12xKjdnZGLWOrITHI9aZm9a5d9GV14OtRmFo67/
csGPjwYXRA9+9nZaJh62j44QRWcat1C5RnYq0mdJLmaUTd2r3VvfrarsNzUie7ThbvOX61p/uH/n
mhhKFNdHk/7hmxIUM6KYPWOQOuQEkl3Ibp2HZASWWSJkg1MAFNkrHgP9M/NxTZj5jR/A9qMC0m39
jEedxnmY/S0B7+NLye/BQYE1Srg0n3z/wyavmhSrBO9CFHbkVCUqxRSQICaG2ij/cgy3/vBIkQD5
zwGIzpMjPuyF5WpM4KpzKI/eOZtXN+k2RctAPKpGyg21WxNfuvO19XoGtqLTH846b8Z/rRvzeAR0
TPO3z5/yPzwOxEgQCsd2QZ31MRls6tyMa4HfKwZ/jAdqEVScA0pEoV9tZ30uJnRRaV5l8efX/W2r
FqbFJslJ0GMJPh8afn3w6dmwnqtiQSdT/qx8XaZoZQh7Rn7Y5BGyM325NFN78iuHxkNR9mLTgex4
//xj+L/fEgoFi/gZtPAsmB9vyVR1DswdY8aktjjvnkxeyjm/WUx72pOZ8qNcJv9hprZhFGiFKRww
YJ4wsQkjD7M7I+iPZSWCy2ku24Pqof24Ij1ruRFenDpX9bFr6PZOGH12I7XhHUtXM3tpUIi09KFf
kFN4h9bR5jcCXomIR7m8nzKEqVPfkLIo8C0NaIDRhzKERAd8jd5433WQDu2VnDQf9THUkuKtMYS4
wBTnvA4jYeIjWMOqmoiZgY6I7MV+6hZH3a+VBheylPPB9gfvGpNIscHC0d7UA6IZgD8iyjqLad3c
V8kuXRZ1VZWdez0GhA9sfBOtmUJI+1iKtmBCKUaMbZ/fjj88FdyJs/fz3CkQvy0SBha9glE6OY+N
84C595Ef9a0V8ts0QHcDosMZZzh0Au7xanz//OK/L1DsynTN8YyxPobuh5ON7gqCUCtmNQvD/veg
6pJHmK4NTG3zyetJEP/8cvbvKw/Xw6qGM/wfUMCH1aDOdRNkfjXjX06Tp8mSJM3nwgNwYSbf8xnB
1a5SEFlsMofvffiOXyvDKR6yqhenVLT+z7mYeRAhg5xwtkh8ulXuTNu+a3PwJ+fVrDRXdW+CYwfM
36EVEfxDJqkIe8KXrWtUMPn+8+/0+2ri8uIi0yfZNMR1/uGlhsi5Im4Gm+P2KbNI2ee3PbCxm0Aq
nh0G+cdgVmk02kiK/vbocIs+lN50Fml6nL2u59ACNu1flxQMC8x8E9oQSca8Ki4LVGGWB1zGBmR1
znXx5UuLqNbfkNEojr3MwVr7tVEz8qqbd4Ws6WvKwJ+zZJ4fm8FTtzpBZYDEd3JPhWzX58DPnKMt
55/kTVjXRRYAqkQrfx0sFienLmk8lxFmEB7GqVYz0rG1vVWd99JY1rUpKutg2617kkHb45OpH3VY
vzqI33nvEKU5w2B/7YE8f1tbuFfntLirRjnqCCBNHKRnd7djRSQFFUt4P6+uhH1kD8EWRG9dM0x3
naPBvOeQBYX90JoQ+HYzLl/NfouNapIv2QintEiY6lcKoJiDegKYI9vMc1a3yyN9G1yabmkDRV/B
EUmcOPgxWvoLEekX/BA1SIPLfKiGG2Ws/PekndtTUiwo4wQSsFejnIxX6mzrYVgc79VTHVEtRliy
a1uDXUfFaMkXVYXFTneLuiuLqYpJetZHczTymwovwp01gy6bJQxEpIWCPjkyeLw6Qrxm9mQtG8OZ
TYCygae9SDZj6+yGrumuCUcZRwik5JVnSD2vPIkLC6A7bM9CZsjXmOTZPvr9kd/CX4aHesQSsllS
U75oFHXx0NVtvrEcI7y2ckteDQgkGMDnzTcihbKTl2VjXLUpoIHUt5kuA/Od0VYUUd8SF4GToIEw
zBgPO0gPZJ7Ig4KcWlQ4TZBOEfHa3cVaFsXBzrvy3Uzn6XZdA3+7lmj3tbVk16QTY1HGn7QXRb4w
Q4A9GZiI+gbSBa6L1SmQ6llXWWKiajVaAgwAEvrkpZDKdGFVmfdDEY8GRM8302yjOfGmUTDS5trn
3howjbT7bj/OSecc155DMRD9mVmFbbno1yWoboQ8QdAdzFARTkLKDrkHc74v0b4fgxoFihvk07W5
+vlFVqTBAWOSvjcNG/hsDhmRhKWlQrgj1vRO+BQt2pPhZekAvycQ8IsF2e2y82SzR7Nx1ss4zSn3
pRehqknioTetOoKfNF2ovux2BARAYi7COUYsLBjy+h1ZOK7qkKOUGZzmtf6ao0Jme23Wq8SYgSvZ
aLk2Zh3aF0R7d9tci8hakQ9r5Ru8ZFZ+XwDQvXAx6zytMxD1PvHUfW9QX2x0G3RXeJwS6IHVVmI+
4BchL2AkxQQ1te1eJf4aqW5A0l9a4rpteywJCC52fjjm+yGvJwymsg0A5zmeQUDF0l17ftF/4TV5
mQSiaT+Q1c7gTLEfe1scQ1I4L0wSR/DEo0/WniEe8nIUkUqT8FkR2ghF2Nbf0fBmLFdLEEsWzfuS
/vLVZEog01UZXK915V8JkcxX/aTFm80uAFKb0Xya1MTpYKLa/3NPzwzfqFKDe52gzzrrttaW5CRS
JQ5iLInZq3uOfms+j1eJuzCtyh3XerCYENyTqjceCI5Gq5Gb3SmQKXoF9HehM6jbCUzTfauc/JSo
oo1nGvsxQRZrZKCfQUgeojA0veCEEsrFMlW8YghEEoK8zdiaxugcKt+7A2vJZiQRoti5X9ySxVrf
NmkJX5BeIyY3Wxv6bLQjVGgUGNsai0AmSIFeiIPeKvP6LJq88nMPNiPAr8fGwKEE3exLvhTWtSh4
frlET98UdKBflKaz6/seE9w/u+A4Noy7ZqxoHEhyu11QFi7wtQR/2wyBfLGnvjghiPIxFzTNduyW
9uQIme/rYEE709SEi0FVJA8Yxn/+3Jq4HTeWmptrjyhCPIXzRVcNR5kF6c0cBn3cSK+7IMBUXkOD
Ce4QrsD4XJFtTWhivul+yL8S37neNWH2pQGR/MPXAjlFi6mcHpp17axmva2KGbzwqqdbqOyZdTRS
C/gj/rvijJ4CUKaaQoobWRS9ddBzE9zTTJEXui7t2F8D/pjdVDwiNyY2RpmQsneILmf8tk2f3gEe
BnwoxnDa8QsvHkdEC00VXdpC7QIH/e7SrSi8Jz8VcUZGGNNAxrswOLuZPDJtyTiRTXMnSx8RTtAh
R++L/rFS+Iuzvvdv2iVpfxSWob5WGWmozTTMC4ovlXx1DBfPZma0WbwMc/tc0B0XW382/DbKlLfG
EA7LjCSJMTyNwnzX+GSjaR7jsfTgLMwdRtky8a7w0RZfQ7Op9nki4HVXGOm37DLLLc3x+ZsojfK1
NOv8oZVEnNWNA3k5VIuNugaxIzy73tAvhouwZodTO5Bb/nnENFiorhKzOi6hA8RSWu1PMrrKrYV+
3Nrwey2PvnJWHKUzXZF0ISYY2i/GhUI6F1ZWdDEhY9Np9pnJlHKva0FaG8eT1yW0R4LzHPWIFEgS
kWQZ2XXSus4P08zfpJjFTTp6/bshyTfZTNUMfHRhTWE6u6pbaSmqmlKi/iYzmcFl65nX2CbKY1hA
EFZoex44B8GplGV1YkutXiZtYrlAbbQZmwGBfFpv8dl8Mcv5xHmHIBBEhsDk0lPVF3e+NxNaMXfh
paF4WefUdI50HQPAIQkHnL01Goy55UINijXgfjUre29aqAIzJpDfSPar8ycx6Jc1dzMzZpNuUo44
5+LCRTGWDy1vZ5Yhulf2RUrZf6hVj8nV58yzx4R9Wy0GVjbhkXCAWaRjl3MGhyXYdXq2dtEwR+A3
CdQtJtxMAn6kCgqnNNvPGbC7dj7Hd6j8rLFT+UXAZ7yiXBluWUirjRjFU+2d65i+Ck/kQRPqXMx3
i5XmMVs37PlRn8wJsfuIKOihoJomynzYi4mS2qhmKybwCkw3OlHidVCxGt6wmWzxtUlqfFrMpiZD
oBFc7Z8JzxR6LJyGGPy8KJAiqo3Jj2WG/j9IGlTALZKiYiLiflB85AUpd+GV2RO/UPlWdxmZn40p
Ysye6XUXdlTXQXgsvVlFxPANN6Mb+Mfp3DTqu0x99VEbXgxVygrUJ+uTaVbjqRW8Km3dRkuVy421
mO1uGhTyYdUSK6CC8kgK7b6bCtjpw9JGsj3kUq07Ny0eeJkrbP/6+v+wdybNcSNZtv4rbb2HDIPD
ASx60YhATAzOg0RtYCRFYp4Bx/Dr3welKiuV9TqrtOvu98xqU8YkGSIc7n7vPec7WU1ugqfXWdCB
Wu7lqPPmG+LWRflLL3HSq+M0J8OuJzntOsPZdmMuNdTGtq3jKxzO1YXNwPC2TeNqv5ArfLXM6TVn
2zCtfxlusDP3jaLlOjpKj9QfR5ItxkZ3a0MR2Lp5gQS3S5q7kZSDs2sUb7ic5oscRVy7lYN0z3AG
vLPeoqndCJ1IEaOKjIAsM0FsT+cG3ZS1gDIM7EGqIX1rnGz6YdHwyM8BNZSrk2Latnbtjf4lKl5m
J7F3ep+NWwwV6Qk4PjcyK4z3jcgF9+QwPZuDLdmxcC94IGVwvkLpt0vScARrM+WOoQ1mCewlnHZ4
L0knJBmWbx/fLIJ5AhIb56s4xNMBgmg86mNmPWph1ZzzMprvFGjKo9Vn+k00hM1emTpFTjVkmtzi
H5mKLQPTie3TgGy7mMW+acX8KEdIxqlXpXcilcg6GhwHG0eZVerrVWlfWlGZoUsrHBynFWYT7CAj
13jyGi6YkSTIxubZcvw2Ebw8wwJCfGOUegaSVMUB6nkgPqOHoizVrOVdIu4et4X0Mn5OhDTV15pe
3iBDt1g6blt9TZ08uldo3o59Ok3VLgpHN9rSslC3HTrcZpPqy3jVYCG9IgYHJKyp1ZkfzSHbVNUu
BQGXREjklkCHPyySC0BlaPSM6GGir9kisiVCxObR6xgr7xDK2y+TKj60tLHFjk6WxUPX2y0ZhmvS
jwv3A1XKXOf7UdjumVYU0SSLle4QQad3SS6xzTSG9xwXsvyMhbYHpz4SfrCe+UaMJF/PiWT2l3Zm
4+0dwk2VyU0QqSJF2Oo50WXZc8VeElJSTdyQvQ2EJ9eaqwlMB/mLHkJxCHQ0Ytx9qrnJRjELmnvi
gPB7kLruadhaYMGGwZiAQVVx1AfIkOs3jHigRiPH3oWu5qCnznpm+/2cDtSfs0aaXtTtqRHWJCHE
NL0ANpEtBQBaI6z0l2qq8EO0rnGCsFwzGYtdRProqClwcP0sJarIBKVSs2YFjzaXOmtCgJuG44uO
d3CXmzwcwt9PRIlcMdozniBsfEOwHT2p0UpeVa/ru2WIijdEzcg79KwiFaMvCUscIpy/VXyeNcXe
LshOxJZHLJIYsfqPgD/uPREhmK4XG+nn+pE6SaNH5WccD0aNW4RIhcFToBo01ZyVa+5RkEJwJzTn
0NRZE5SmM5xAJYj9ZHvhCcV5vo/wxxJgE+rbyK15WVeXiRmV48XAZuVPdUv9onXeJQ36xdyQeoxO
hKbrwe49NOHcGMjGLDGGc742Uf9gzthg4FEb4+hnBfSwbMyhewj90tPp0LaWfTLk2O8Ru3O9jayB
v6JVieM4DcTTWBDGq8RSn4VJbkRda42JnSVn/ZatHdBhKzEheZx3rUmO4sNii/hEuAi5FthM6ivi
NRnf1JynvnJbbnelRSGQPkRjEh4J7o62JS0JOhDzfdQl8kRkFnEZrhfNaw95OIaWoXbYvfA8aMAN
Mp0tycurApS3Ts40f7RqT2eg2njc3QMsIhlOKNcJQWTXA2dU2hnOuc165KKUixw7G+VZ6i1iUg+X
JXz2zG66mnNJMwrB3k1ErMCGzojwCWwjlCIMz56D4Ez23bhbwpSEKDTxy9JyZAvty4QLspPxe2kU
OWa/tYgbKxNIBvmv00q+5rbg7Vti+jACxhvy+JYHVfLNVpwuuNYM/RgZhOHpDK+oVTadytS2GqOG
NsiMq4m+Q1DHjrar9GVHfz9i5rieCOTV75spG89uSoPRFJW9IdI33ebh/DC3GAx1JwNRoknn0rAQ
6tpJfbbKLAmylRNBMguJUbPO6CSZLsu0B70R5XchNh0fs4PHEuu57057U+qPPIQX1NRP/KGeZqDV
o2j3M+n141A0lw0nsghU+z1yLSQ3A8Wc5XFFWQjC8gdnLol+0qYbKye/yDC5BC1L6jvslKPfYNV0
/cTK5xt3aadbkaxO4lqV2p3A5e9DnjCvXCr698QjJlQ3ys8LM0rcbhn5lF1E88TrtCmYRR+tSuZh
n06eeON98sh2ZNufWSz4K4hm9muaRZuI2rIsvR7dnrwJc9n4raEsfNvWg7uYYjMWRX1lI+rzUXl9
RpUMKxh6A3ovY7ko2yYPYAl5hwT32IZ0CSozT3XchKxxkxsR9XxieV/X9Cp005SSVO2conAJcEh9
ozkBQc5LHs1JGxBjotR18v7bEKY7djuWnKC4pr1p3timMoMk9fTL2BFQwN3BvUpio9qCz0kPaOOK
q0gzjhlV8tXa9YYENA4khbh58hQSdsHxndlXfdybl3kd5Vd606KXbKIdPJgvLjiBjVVydwgN04Z1
2Ra8XKM8SCKev2D+AUiOD1kxKL9SXA0QFvbTK0av+q5KJ6YGktIlXIzlRJuZ+YHEu4P5nYAAOTTd
AS5sgWU6DS/7OPdenao1CNRKwC+uGch003IEBe0makqNkwKdfvKII6mVtHGm0HyzF4xbPuwpSBQU
yBYsb8GFOIqQ2OtD/EIWjHHR8E7cOjyDi2hsSoJbLKg0ON+6d09Ccvb7OGUsMff9gUyC6Npx6vHK
5kz+NqWpdl+3VvYRgq84TyRZPnfYd+76Xlc4DXQ6Wk7DwJ6sbrKRQmdg4E86Y0azJsA2x+KpIiJk
28blVTTbL5HZzQ9GmbTYjDL12C2iuuXpAivohyQ+hCBF91Gqp2enjfKAUX19UVaQOQLqncnn6iMv
4DeDiGh6gnHtCS+cFVckd/CrL/tySpigtcMRdm5O3zFFutUJdze3El9wo/orL5OWH6HVvxlCrbgv
WtUe2sTmVuNmEePSJgXkjntg7YkQcTaFu4Zc3QVpfGu/REtCowJFpReoYuIxDVwZ0guzZ3sxXSd/
9VrOqcUZ8e9N4NweAPCBiLNIZV3yQjyVOAk/EzP33cGKIbGpTJ/mnEZEdAMvYZ44JopF8zY1Posn
UqtpozlTBBNM3tHR2+iCkpiRP1eT+4zuIxc1e9fIZj9ZbYrg2D1GCQeY60JCNAjaMQyWCWaEr31B
86GrJmeFqH5YUFt8Pa7pcKPxX5ZBBLS1DwCL6OMkZbnVXELH0TjuvDVDLnGbI6/u8NYONGtauAHb
KpbDRkcKXFfws6JQozEQJ/Yp45/uOzPWudbQqn0M9ixYprzf5gSmHWO62FubQ/ZdDzmie4yWO7HY
9vs8YWyzh4nICy562H24mIweIYVlVZ9XAeiRfr220SLT3rYL/B1fqAIgklfmpBkM08lqkFjwp6PT
Rwu2ux90QiZoX6nLOmKjMPXQeMiGwQv0wZLBrOyScPQyojDqXNKDZadrPqJVyWKa3NuGttb5e8E9
x+X4GMWlcbasCIxPR6afjsP94Ka5zbE7uhdJJ0+mcPPYt8zd7Pb0rBq07XuzMod7QxgARcSsdjSr
IeMigE73lsq9gxiHKTCtvn5O28p5KdMk+9IaffdEXw33ypjAhQB9HlcXBak630KmBBclQ7XjpNEm
nrnxnJtF1jdelKX7co5uZrdMt1Y5x09/Pev5bo/4o9Jp1UVYFv8E6UhEBX8WGY0Mo3AHmQ2u0hS8
RQeADE7iY0lch5XX12Vo1Pc2n+qRmcs7xxOXFrPQHaR6Vm6/yPU6Pa4oFqeh1M/1/NEY0+rUVSA/
4KrE9Nds75985v/LBN5mn0dIYkkGvgy8fx4RCTpM4WhlqDdByz/OyeTh67FiioA62+QCoVa37jjm
UH2LLV6kjqHBBexUcQkTBce8ieiTy1H7T5QB/zg3sx2U2IblepSD4Et//liWDhlqcaImMGl5dyhN
mEfdhhSYftkQJC9CjONNp+X/TJC0TsT+9AgRuOCRWKeQEhnEz7/XsRdWdJ80wVIZ+cmrwgav5UTM
FPbhhzq1XlDGP87oiTdum0IUirmo2wwM/J488ZucyABUi/YLrYfskkGkezWCFz06DRk1i8a0rVjM
Cvmsvg6pWoNhwmRgMR7jjxbxrU9H2+GmVrMN6JH5FhLyHpbkdhi1EZTx6O2LBdkekdnIx8CEvGkz
rgEnz8yTxMTJubAQ2DJI+UA7Jj7qalHPbWYs4OmKYa+lnYWdm4SRMCmeXawH+KpTQ76R8kl+haAB
Lggnef/rl+IflHdYB1F0Mn9E2yD/UbnrzRWKUcL0glqDzDm28x4EmXdFJz4j60/SDWqkEz8Mrpaw
3WTfEkNiSU9teFp//Un+QdiAsMI0yZ+FaW+gIv7To1V8BQirXgX9bMlbGUYuswprvPn+W37JzfRQ
FfzvexDAW/UjGOC7tebv/+9fMzzt36url+K9+/OP+u/odTLZOX6XRK7hBz9FDpze2+59/snrtH7D
D6+T+Unnrm8h9eXZsFB0nt343vX/8e+a+cm0LaR7SFFANrC7/m51Et4n/E2GR0sFkryB3fF3qxNf
WkVV0FEddhGeuPFLVqc/bQpMHjyXX0HrxYT1xvr5eVNIwwFPaiuIqKATaNLPrDqTWMWqxixjQ9bA
g2hfdN3MfJJMcaocNCMR7pFx+tZlY/NMGYdchCv6Q0hZs0q90vJzq1c5GSG598zd3LlJOE/uCUeV
NZME7UXg83z79ZX5ry27/3E+O5NH/xdr76X8t8uX+f3niIz1e/5mtfuE18hGcs6R/ZvX7vfl531a
Yy7QvhiuRfEjV/tKWbXf/XQGi2zV5SCMcaDFs8h+t9rpn1wTzDT14ros/2Sr+yub3Xc68x8OJPwW
YH5ZfQi4dfSJ+iqX/IPHIxFR3TUahuBCLoTKgP6LjqkyBGBlJzvEeQjRIFIJcRgt0WJXTWQPyYW+
EJDDkDSN8gN+XVBUUYiRkEPKhlER92Ox0F8gFB06kZd8VjbdTjKznPFrDguKAVYfrs32dG0U00SA
d8JdHzymZaseKMCic1LV1g38tOmDkgkAHRAPqm8It94A6WG/mAb1bynq8iVd+gVvd5gO9z0HQO/M
GiaMpNMf6TNG3PkSr7gYNX1pt1asMc1aGrLYSTYcwbG3XXwaKR7foJKSag0DdcPMOjrVk5gwJ8t6
eJLsDQVwn6Zh6ky6IbpmI99Thz94ZVKgpjCXbTM18UFwW9yVmlHREAGouVtIn1lVnnAeC5wh/tx0
5stUp/3X0lX1oRqBVdk9wID//xr28/Hbf/y7seq3/+vX8PzSqwTd/Pv3HJzfv+G3d9B0P6Flljji
2Ol1Vjyn828ngKl/8kizQKvHzIrAmZXY/+MNtN1PeFGk4aETRmVlGWzcP8yutv0J6ZoEy8LZYbBt
e7/yFiLX+uleyOQXlQIiXX47WwS/6U+i2Gyi1+SAEd4SKlB+REjhnhNNlaR31gKsl2V/y0oFlQiW
k/uMMjUbAhOe+6XCTiJ3E4LTh1zvWNhSGR2IpAbhAxqYGkiU2zdQAayKcQJdaVcPzDYlSZXxiVbQ
KpXtc4QEfAhy1r88TVqC+b0dFGVG4WTAWojRntFHznq1Y+gamhdRnpA2a+aG8b4kVngR6xkGvxAl
wFvrpCZ9B9m517alAK2W9tgcAQnB8tXcMqNSlPA8VgmUDtnFtZtDXGs5Y5NuXJAMFXn6xcpdhO9C
ruGf3dy0dWBZWBXI7pZMGMaCuqHLYwoghEsq31HZqr0xH2qpZV9Mm3haP7RUeGKWVW+n3Ea61BCz
mqDJksHSAhXbKoyRX8NopFcKoqSrdtAt4O64CmjRRjVCP4Ud7UiiR+fyHiVbyUdVdXiYjUFqAaIN
91FAA1w2qgP7shuBRD3DRqiJnfSy5oX+yPpxqSjg2LqJ1bM/YHv3WWTS21aQDxFZwlDxwQvGHclr
4RxtKwHlgjJsig5ZmBcI+mLXiTe67BO2TuBSxNKxgC/pX9vpqU6M6aW1WoNBRGhGn02nATvgCpPx
mwX0CcxPn8hNxUho2AxVmT4tS9TA/mySot0T/sxKiZeRmdNI1ld/osER9kh9cH4HZR5jSJgzQydL
FsjUkXvTwE8h0/4bhbt1Qo2AA2E0iHxmnp0NV11e015qzLJOyFmwcLYK0j/tXb2o4TQX5lBDCx/I
3MzADPDczAIMMSmwhP7CPsIYparB+OL1bkPvFulOAmVQbYdKm1EU0QbHJy0aEMO62Q0ofy2AMARW
8RmU0xDyOEhnfrU0u/wi2rRi0UCDehW1njOAET1pPIMQxFf3UPpCaphwfThzsqDEInvl3OoaCXcM
KZtboTmEpRqLXm7AHWffWCBaD+rCkY/FChfDlpbiRWxo7WaBGkt0i67hfelXY40PeVFyZDgaFVs1
5QVNcm9om2CCNfNZzE0mD4qBzIfuZuO8p+lZyC2I6yS7nvRMJ6jeM1E+lFM97wFQMLIyQtMivc5s
46dwibxuk4o05OG1NUC4FCnwU03QHVKY2VylptAPa2BrLcnKMZSfeKdlpGpvCmpgztR0BLDJmkuZ
Jo/Yn7AB9V8nAHqfQxLrwq1lLAQj1gTndpeWm6kUYV7mFHvw9WlxqgqnFMcoIjr9iKq9oGjPU+Fu
ECPZ/R7GU5Jez6M26OQBGwvIsm7hmSOoIJxNtGEDLT73FnszJ040Mimnw7HXaPcASvVQn28a2s7T
CSBa+AC10Jp9fanGeJvUibp1kc4Zp0QT5MVNLfmv9xN0XONrUlqC3GrSEQBe5sZUb5t26b60LAQm
DNWooE+2FiRnc05htHMHmkF81ciRUCHWMHrq6ySL7fA2Gk0S0uNQg4Jr9q03ngeM4MRjKnKArzLL
Sz56CZvCjzNPeaTp0Xn1rQSh3V5JlMqEYnhu4GV1+pZ1E8P+kbAvLu04jaJXAWL3KySt6JuC/fmN
iHPiWciGdO1zwqaDIIROz1PZr2HENVsIJjaDbE/MXtlnA+4XHZ5YAahsXRl9dij7m/NAxh4ix9ru
P5eQi6DIC6bPuFAncmfB9gOltvF+MAOsgHoGVmjK6NYE0upKqy6DgnSBV0+hBPLb0VrQ9slxIMoB
fSdI2DKxHhZAbwSx68ZQbXOGtw2pgKrNSELWw1MP+tHy+bXdZ0bx3as1Zn2IJLPh1CFVTGMmbIiK
dNheI9+mtZFY4fEIByNwYlklO1QwcMCH3EiPmq45H9w+pzUDnUGZz73Tmo8hFD8rsEdjiqCGg/pm
OWWAbV3ROIHrKQIO3Lou2D7jyUv4+zD8O0DBdb8kdjcae40q67XVa+RlRp1KbGympgAkL2G/HOIk
a72jqur+rWtBBvlTz0xLM8LwoaOk7w6F6z5rDjgjUYh02edxJE9L2I6v9lBFF8MKGOCwGkLIrya4
fIa7Dy1H7CUEruJjgCjp7omOnw+9FjPsRSgMzjW1649JA/jJcEB34qM35qDGDLk0E/tvCmuoyaPp
a8LMRfoOS/SL3QtjfNBSw71bXNl/dhujQ6SbTKjPhIC/ny2o0zPUL0DWBQ6yDQ/I3jvgFDsEF3N+
BEiHkp1Tdq52bSMxH5ZOOoHhyWbT3FJ4QKY3erUXbW7fw0SYom2BpyIMYsxmFXypVaCAhc97VnWB
qFZ4YfySdQNQqapO9VWi7VXdzg0JbNmoesJByHa0fPDvUe1FqMEJ2c+pcsU5XOn225n+Uk9ufDtd
x208k2eSGWgQomgdt+ltCViqMkJmiAlxmsbG1uI4AZJLQPRvLbhfaqD8Ly1TxV+Wqefk/S3u38uu
f09+LlXX7/vtmgzehbfD9SgGqS0tGs1/uyZ7nwANcJqtRBOQEqb192uycD6tlBOBGYCNjXro79dk
vgRFBsGgxGkNgkI4v3JNtvlcf+ieYmBaGSKEeK28GlgBNh2ePxarg46+VWc1Ux4W7XaQc3ex9OK6
IrJ4O4b9sIvs3LoiawTFq2imwJoWbtTlnG11HVuRA6sWpbMYLpeqE5xtCuxx9KqJ5Ato1XZj2uRr
FNK+hlo1MjhDmNGTwbsAHGPb+Aw5jo04d81jVju17+JMglPcpmNQrwwYv0nwgHCpqz54hzCZoYLb
TkUeonYYlketqOBuZCiRazxfUAJt6ZeRW+5cNxfXFIdrynwBcEuPbzSNa4yrj0DhDSRClpUm+1U1
u/MM2vQElTt3osFt9OuV4/+TrcW/qir/sx1efy4q//auaNL7BPDku7WfTZfqlL7dj66io3+i16i7
lIgQHskR5Us/ikrD/CSZhpAzuOZ8MoX4e1uHL9EHIrsLE/uK9cDK/gutnbXf+Ye3xaZaWzkK9Cd5
V/BA/xnfobmElDha5mzL0ShubSRukhEjZFKS6+JjYYzFkZEQOi+X/CpjboZlb3PR29Takj0kXa1O
Og2ObdTqAUc9iejJ1BjXdZLWw5Zupn1qqzC5IunHuTNHt7xXxKBUOxM0n//rC/Nf3LLVe9sP7Tv9
uLr7t91QfnthPl/+T+hvr4Cr/7q5cVnl3yr180Jcv+O3bdvS1340JiTCcRmyrYPBH80N+Yktk3aD
9WOt8S0/1qFwSeElbNajeeAINn06Ij+aG8L+tNrlOQZcFxYHa/VX1iG9FH7LH1YiY0saA7wHfBCY
WCAKODv+uG9P0K+Rx5JmokvEzqNWjIHo5v42zRoNOIQyGmJu6uiGfGAcJaljBEk2IDEZZX+Nqb5I
D1Ui9W7XDolbkTuCOuSAKGK6K+V8Qj+c7jRXfYOtyL7fI/lmOpVhbmUCE3WT/aQbExElbX1h1rP2
haqbq4kXpneo9MWWyubSlpq3z7OoOzE4G/y20D4IEZkuDTnfy67+FprAd3eJjpcbgnyPEM3oBkQX
YdMs4hQnq5NHmMMjtunoitZAt3Uia9RviFqgVjXon2bs66Hp7tyGfKm3ShES+JDBskFzP5TyANwy
26BFLx6WYvxqVjVJEr2J2QqnEgTU74ELzs5Qno7ApUJnVOJs3piRXa2+m9nbtLKaL+nZPEHo1tq9
ac4hioAuWgI12eFAFpQD4iGZkqOhDYBJkY8CKkZfd512/aNZxOZnpNfiPMmuLX34h3wxQq8VWaWH
mBfH1wbQLdPRtXoa1UuezXbit5WugqEpnetcFTQgnCmUQZZN4XUXF/WrS1KUX4jCRJElBRgDLbzG
ZhqrUxt59qNdcJ04aE5TaAHjiOnB0wws/yKH6NwDmnrTbQbpEhat5wut6U5hLyzonpmZAnbyFNz9
gTRw9qz8HHeafVIiEppPzA/TbU+kQePW6o3bQHZMh8rDM9KWX3EqeL4bZQix7BYedyE1+0JhZbiI
01a77rNaDngNQnXhjIUNOt4Sj5CvsRdKuemjjqtFNyN8bNl172bvpoqqCK1eqbxtRiT8V5OW8mat
s/MuMy/RrsxoTOomofr2EsiiLVhmLhIASwVPXJuSrSgL6UduRH+A15E7d24zeiYQIuwSb9cDpfHF
UNG4LoYLInw+R7KnLpvBzNOSoz4sx502Iv22W7GNmvlSZkg8E0+AvXRIHa5He+9pYch9BnZ6j7Wj
JJpqVeGIGUqu25njBozLbRiat3KKnDPLC5UQZU6eOSmFRmL4FfFoPi10UqLK5TmaFpMGDKshXuZ5
X9Pa3DZC7WCnjhs2B7lTIYL4hW7Sllo9OdZReh778ORltyMs0COlSeHrhCJjKrDtbRn2/cltRBSg
x8LKZTKaTTLvHoV2S/tSb/x+yM1t7k39wZ7yJ8oW9K04+HWGzUFVCxGM+L2hcmvgbEF2R9tJGniu
0OHD1nOA7sn5QnOr625OrucpPIdVSBmj+nEHOm8TqXZjV8In0PgR/0ryOFZ5chxFus2U8ejMmTyr
hnIJyviajUL8Qo4xYoNc4WNBGLpp3fF1qR25y1X7SMPf9Amzu52d+EvkqfySJhwrpAAAtG1d2kKA
P2/jeolvymaej1GxyutnfZfAzXvtFTVnZBETCyGO62Kt9YdGc/UniKG8gWVpPyIkLpQf1Q6JFvR9
cGlPHzY1FulHEpx1MajJPBSRTu6GxJC7Ge1c7equKrghJ1fLwqu+4eUNM2SYsNYRUqr8cV5qUnjM
oavBeyAQui5dawue+pxDOD3LeaTe7TBQRCJH4YQUwBrMW4Aty622aC6q0eh9GOvqhCmSQAYjkftc
lxp9O1PWhzpyEC4n+fhihYa8aKrmkBMWtzGdmiQDsxqqy2RcLN0vWfBPNiDuHI17nt33DjcORjVT
brHxWNEuLZzGtxpBpqudpbcsFPBbS28+C312jxWLO0AKIG6Lrkt46n3tnvq8rZ9oMa/a1hgwDUR+
PGFBwRzGd8288U3NjTvajpTmwQgjfj8uyBFr3o0d4QLGEWDIsOmRTrHcZ/pZVV7R4Ow7+RJFMVOe
OifhIy7tg1OROhEixUR2VoUlW1ZhkkhrG4O+ybn80x7xir2uamBJago5/AYEEpljAiz36rNWTN0m
7jOSG5UmzjRaw8DT2eRqNUbnKjNbbmKCtlolNOsuiZ2uwq6SCBtXqpN8lfPiXDfT4O10u8guSTYI
kWiy2ngNL7us/TLOR5XzyW2JEcMog5hwv8tayptqQDzR6vy3Ya6Wi0wz82sCUwQrMESqbVUk9OT0
G9BRCIwPgzS35PPBriAlew83ZdM2vYb3JtJOsd5VN3lk2DvMC+HN0rGfJVYZcEndmkMvfEviZm5g
OxRFeY2cKg9aILTkrDS7TJE5qsatnuccd5q2tW0zCuZYWQHN0+kcmg3CwWEg5DHt8Dgb/UnitLkL
IXFzl76nc/6akIqKN1Zphw5s3d6eaEoZi40ktp1TDwFsbN5gI4s3c1xfgSW4sXSvPhGL2R+HSRP3
ad58dJnxgbGjOuMoq97w+5VbeNcFARJXjjvF+4Tx0qHWWnHXYJFCnaMt96Wy4EhOfXyOyI7aOZ1p
HjyZFmeagPpNKYv05GKkOeZkCwRmQXp5Whb1jQaeEBt3YbwaOPb8qgzVTq9ovnipuEwcjwnjXD2b
BsNF2QnW42A+YWhafFHhg/OTdDb9Tti8EnF4GEiPYG+pm9sGo9d9vuAPINntY8BOsjEBxhN7MIZX
Car9HelPOfYU8ixJKLxTU73+yCE+gIdL9vD34WOmbf5K4g5RHJPWnpoew1EDDvCytOOzVZD/SXTl
jOAzfolJHr3XdZXeZxiPLiRtS977Eot5zUUJFP94adlDQS5xYe8o4J9zJrJ7HhKFMdAptuwJkV8o
atTT+nTCRp+eQbponGHSO0qkg8dqXvI3aE7I2rNZp8M4PtaV85RG5S5vrfGkDCwXne2VN44KpyDB
HhL0cek8jiTvXIOSda/jvHw0XObNDglMBCaRPMaxfodbOAkwh1eHSveqi5Zt5Z4YguliqUlySCpM
WqTYNRjMxsVJnhtLaMa25+2w98mcEMvlheV932taYM+ZXW4KBCgXpBYW1bZvs/GCF4lWgJRV/kJc
D1OIqvVeltarvmAESy4ZHrvjkTQWFWhWvryMDDdcH/daTIRgP1VPRWGLm3mg449+tTvZtvM495p9
sDjELxAHIAKfYv2WyDZ6EXUXI3Sa4+h5lLH6wCVaBnXfMdtvC6PxQadnVwu698PiTuNHbZTqThml
c5E19BdCzZuDmC9/KzDanZAjxB9LJN8Bi4WbcpQ4axlZwO7O+rMejfKut+yepq49boQDqWGrxgJ9
5yzw5ZJYbB5moQY0rbarIaeWlbYlXsd5SAmXwk8xsveRUVAx2Sntreo8b1d2ABgDLJcN26iWpsfQ
die8gATrOl18NSVDe4CL5WA21Eq2pX7ZEYFgXS1tY75lsrb5RAinyn7pPng1mM4Ies27pHFIX+9R
WZxIsfq8mu7SNs3ee5stucot+dQ3dCxZdvXN6PavqaOi4xRxS0gd4iWRI5LZrSEP5o44PNZele/w
5T9js0Q1anjDzlVqG8XuI1Jm8pv0Y2k3l7mc9I1bOeGeEUi9rwn5K5fsXAwmftRZ7x6w/t5DoNjI
Kr7kmPNxiN7oHYzfVFs2w9JduZDvYX71zj4CJuQvYSz3U9ndlK4+gGNZXipXu0ryrvWpEpApE5LD
hbYIsQ26GKPxsDJVMQJNdFyrTSfoBA52Zn/cPFbShrpsU6vep5gyj1UsshPLt7guR2s8NAoBhcF/
f6H1vGxRmxs7bSZ2CwyYextHeRnMZP/uiiWNL6u4COHmet1uXkrMBRIpI5Bv2vKTwd4WT0/2SHoN
NxySsTJ1ZupjbuPFeIOWxqBWmbfgZxhKNPMQTKiOc5nTtRuDRsd4rHPJwAkxoKeOsxNhjB8Gjuom
jrxjSO2w0WaruM/Lwb1WbLNWPaHZzlR+6onu8XtSCE9DTXZQliYaOmnCSxbMVoSehmFA/lhysA3t
pE0sb4te30HZ5PJGZG0TvmOrTaa3rwQxCOIuJiJgGGC3dsmEaBmzczNYagPNgjEpb3HHbWEFS/QY
tgANXhaaZl2z/34u+6a9L1ObcIve5H41Z/nJmQUI62ra8h9xjOc9Xhkuxeea7BCfUJPiFBHY7K6a
mNbB79+BNkEq8pDHBLnB0z+0nrOtoM6M7nSk4RhvwzbFvJd5Tz27iGdp8mww3qTuUtIHD8PPwWcZ
1MRbH1tr6ghA1Ng2qyGF1oE7tvbKV62B3cukB8fIVLpn/EPhtevOz8BXioPOpuyE4zZurYCDnsb8
pU3644GZMbOuwnZWGz68X0FanbTiwCYrZdcSknQgTa5h+uK1h3yuH4W1DJuCzJyD1/U714vjx1zL
8q9edJm4PaullqPLb1LqoszmEfMvSc3wC/tN7oV3nOxIt/8PeWeSHDmSZumr9AEKKVDM6KUBNnGe
6eQGQjrpgGIGFPON+hx9sf7AyKykM6LdJRa1KCnJTaREGA0GKHT4//e+ZzVnYuQPU5xijYkOfswj
EQPyUlfbNn3FIy3v7SZlYYsJdGyb5kAQr7XVxx6whU9rjv+OA/U+N7N515LgnkM74e0bs2PcjP0p
/oeRc6ZdbpzMYClkX+ES+pQJdTK56c7IiHNxl7TcxcnCZtvP70rMMhp2vjAqokM7KDpHUZeGJCN0
WxHXJzARVKiNXk77us3CZjbynab1yX5JezRQFhevYvtoGAnOFhh+6ezYG7jfNvwN1SCSAgttiPIK
J2J7yJaeaImiqw5zqiJsL37HxE2Lm7RxdpkuO+Rlq+JyPqYTWUAylR3V5/SNrMErZe0KBe4htvX0
MDZFQlJJ962thRaYhfnc8NvCXGR0pZkZzvzish/eR06oAGCI/p3XCJNUDxsBqrutv8EZmAKneM6g
9BwQHR/GfKR+M9SBXjpvVVc8a64x8BHOv0bR32fwMYOKk0OmrHC2z8fev5Ce84jK/xX6G9pcpVjz
bOe0o5qPcHg6h1MyBX6CZ9CZMyQBqc05u12OZs1bqdUEPLGO+2GS6NNpKqZuR6KqudEN0AGzX3Bw
6BFNkN4+8EJXczAPLeaPnu4Xp9kC1Qra5t7urjsn7+HEDxdi6Z5cg5x1ghJvp6iEeehpA2dJ5Nc+
mIdSb3AgVpKgw8G75umoHXch3sxUS/oki1HQLMfFsSH6+NbBFXh4qFXiiqP0xSYiEQdCWgsy+TCd
bqiEfeONuJD4O6qJbA2DiKDR8ElynGpIGexOKdJ0zRaD9BAgiD8FUuv5oEOGQY1XBtUqMJ6I2ixR
neb4cAkAh/KjkxN7nKtCWzNBII4UuMM12A6BoVqOJ06qMkLsfOt6ZqIuiSAUTeNtZ5ri4aQ1V0Oi
Lot6vIzznrMey6aHqYRAOeg4kTueMN/EoTtOH0W604GScOGT1ipjwf7EN++kaYDLYZ/v2EkfalT6
cNI1c0C2jbcVc2UdvMKuA2MobsrC2vCeVIEahzOrHrODsKNL36/pXyqvfq0N0gFR3cgLJHMJKsP0
h3Q5uvZmXR8bmDQh7lEqE7RKgsnWvY05M2WW9LU2xVQ+D8nIASPl1snOgtaj6c5JYSprFfV/FzSa
AuxOC+4f+voluawbbHEFQqvZCKS94NJ2BCG3JnpAsCvj5aCtHKIR1QxHjeyczft6DjVvGbnXHu4c
FPvdOYk7GgWPeNhGmMi4jJSgG2HcuXV0PpJCAhH9Ox2ivZ1qNwXn8EPTyRt7BEHP6eumTTrz1Mjn
41zE1x7k1Y0oihPS8GhqxQ/Im9/0ost2IgfARMppG1g4iTaF0fphYzAdGmgMj0503bp5wd50YhNV
FNcGSFp2dt3e9huwFJq+JyZ+45sdnvTUO0chgtsZIORSl9B6iru4xZRVe1zKWAlwaJwMQHHt/WF6
HHzyp+oeSNpUkg3ZxgRC4SQJEze/9BNJMDWhRASL9bTnJusSi+gJkVD37jjsUTQPxGjHV3lidkdr
QYFPq/FHGU94bpHSZEnD7mJ4okZ7aKPxctGHGz3W3FCr3sn9flFuP1OTIgVUj3U6Y0N645GNmC7e
q6VcfV9U8IOAY8wHSWtl1w/xS24S9ZtwFwyrOWlbc0/OHV1yazCo2mUcXxKacAWhvChwWD497Wnw
8mcEWleUpK2QuyhDOIW7Qmjh7MXdxkhIwky7a60bHihGjBsbtQzQF2g4lgMyyHUirGfw0YN8yaJ9
NpeXHZlJk/uIQ+EHIhjmItfEzJUUV75Dug/7uvwKnK+2M0Xe7BOCY7G7kPAoiVLWZ0VgmSx2jop9
+DGCkwUbvKRFaktuIjiCc+z54LOy5n0yuoe4VTs8wS9zkSHtizwOSRbGUVu6h5YaTGhS/gpYzZsQ
5QvCtdm7zAkipPT/mlRTsTGRIFF9SL8Pbu0ydJc6HOOhY6/NDpNohgwpA2nXJbSW2MF1jZYGgzVZ
YovTX+cxrtxEb+JtZTLw0QPdIq+BNVIaFYmpOPtXDBOVzaYPJkE5ODJTNIYR7A4nb+61UX/OLDZT
0YT6JDfrBw5rfshQg5iWpWATtdtqsZ4BB313S3KxBZH3jonAR6DF22SUYYLaNdrNYLpvKKnHjdfV
mFqSdNeOxaUzd3k4xYxbCtUywEp4rfHBYLZHHb+IcYz08qS0BwqjZGqj/6sIecJ8uRktgF76PIut
ibiCrXqGcWTR4nCZPfLKiXDbNY32ZkVkcxmQ7YLSI7MKlyc/i3SPYCgpoiRG95gZ2Ppik+N4hNu5
psbg8G2g6rJNnnuHmJcOlKBrBPE4X+etb3ClIANz65YkvTREI7UGoyHQU+lMNtvsN+FYaz/cdDga
i3E7FPpRdcPjNFiH1u1fYmjKAek9D9I1KogtyeVMVFerJYd+6k6FYcI/GwktzjvuIyXt/jKrquhA
ktvE4p3qO2KyitAtkhniu+dvyTEpAtewoGoIFlN3ym6oVGz0ijguTRyIAnce0iQ/nWv9lTP1uJf6
2TAN8C3bKxlb98DDrNNhiNeicYTAFLJn/j4L+R15zkliD99gF8B+eJGG/+gV/fOAkvqhIBkudN0F
yqbOWlRZ0REdK+m8CnUewfbZHtYiWjzbgkfnlgfhLfupcx4gFb52nYBlppLDGjDJ3fKIi2Y7UL17
7LNg09HVyMmHaefnrgUmUaTGN06SBb8MV6PWIHGhtEUAdly2AUM/HB3zRDn195qlcbWm9ye56XIB
eJCPVjMaG44a9sER4+VIeQ9FOrvBpmiv516jKp/fwcy/9mrtm02reFNnWrU1YJ1sm5rtkG0vb4ne
NefRoPEc+mevqjB/DajhdQ8wn5tE2RZDJwGaROjupsUj9Euz2lOK6qeA/Qih8s8QP+HpdpcnNKTj
xiDNdVO5rI4ETSG2hcr+TkTuNG+iNtm16Bvg36YbFWXXU9/RkbHERvTxXRVZV0VvXU0pE/XqbR2U
Ds19XA5lYcMDAz5a2rLZKB3LaD44aM7GjvjTNZoe85dkk8ReDeHW9UCOJV+OEZPwsLCXKrQJnWRw
oYVPaz8LE+WStO2MOaFsyr9JKFdQ3R6ry7xRr/9lzeP6nVpN+/7e0T3+79AydlEV/P9bxhfvXfLe
5i/lm/pJFL9+6o+2MbodagfI4vGVkvHxoVL4o29s/oM6FfFPOmkQAv2CjRLnX6J48x9kmus6H7Ts
1ZVCs/effWNb/8cqWsBhZf7RNv57CVBfu8Z4cxHqY5hhc0MX+kMz/8mawhutphm53kbVjXY3K9tY
27s6syYgClqsWUdTJrNUR3BmkuxTS0+LreaSYGqPtK8Mfeq3SUq6rOdE/hMxSuVjM005PaqOMsRu
KRMEEXHtR3eETrdHv9ZZ4GZ33n2661d/eGk+Rx99lfbzM2x66JjFEFgixviCaNWt2WtMVKwIhhZz
VyOLZ3mPLewscRety3ED0M9isgLbecRZowe//n5z/YJ/W3zAba8XgAWXcB6iPSid/tx9X7XTRUuU
Km882Vhtqmfn3SixNuPcpwYTrX1dFSOZrzNPO7iwlrC7aLe5E6tjSeb5sLQgUP3lwFWqy2XImkvD
n9R+bBt/X3sKTfAqj9lWqqQPXtYaXTRTC6Tl+E9pD1fgHEZESoHEzZad/dEI/LjVBfqrX//Uj0Sj
Lz8VBSZ5EGSUwRRehW2fhQZl7NIxyQiV72VW32T0XC+AEBHyuCy1T/hrtUwXo+enoGUmz2POqaeu
IPYgMoOcisSjTy3mxW3XnoIOCUQV7C5GyLmxjVuCg3HKiPvNJetfRW2oNjwydjCYeAbvoc3r+fma
RxMim+gQ1XZ9k18IMb3ThF6o3JnW1jegwwH/QHfrT7fGZC0Hl+wSqhud/ToXQ3EJLKjMQwIOi5AM
2mYPuDZfOYd+f2ohHrtfEul9jxVStW21tJJjcFs099ZSkgaZ+uMJUud+R1ynfuWhFE059e55jM1O
KzonLGtl7ieZNa/Z1LXnhAWhgjPM+Udl+tpNAzXmxJWUQKOopoulqQ9wurYFcQigr83UaU0H5tKD
aAk8ayxvXXvw36pouW8zb3mg8VQ+VklZPmhu7oQ9inPisPPm9AOLGyGmvVJJmZMUjcRHwf6ZTqg5
Ohdw4tV5tZTlZWtgbWkjKCg0rKMzWywUDPzshkxRdRF1cszCyi3qXQYq4dYksZSVR4uOzYQ3Y7Pw
xzbuMI/wPLUzFNfdkQxszpupuoQLQL3IXgL4SFjO9Cd2bcA5Us/rwhQpLydNzSDuiniXayFnMHxT
OVCgnbA0FJOXnsdouUMCksnO9oEUjA4+3k0DuXbjZfWjN2v+bnCG7qpxVbbN9P6kAedGAA2YuN+M
r6/TD5RBlDdrNgqbAN/6SoiuHQBPlT3HgfKGEQrUVAN4qNTQ7A0OMD/6ydAPuEq1UEsJRgVF2p7P
jvvYEQwC1C4bOHHAxHZEyN4PNQYQsxxonjwM69tvAExnh+WKs99c9ep3+vwic9WOCZFKOLAOLN38
YkvEIWdiVUcUXNSwxtLaXPO6F0JZgWsfJkaQW8jhHcDouKffaNLCmVXo5zJ6+vWFrN/z9TrQmXr4
w/xVfPpl7pzAJSVkBCQBG9rmzpc839RtZJj0s9jB93XurFp0v3tmf/5WFgvXJQ1LwC8zjPXufFr5
KE/EhtZTPSlmg6JuMozNNwsMy/c+M+k0OgU0LcoIS3mfZQDso7XlW2+mvo+ehobiWJf41lPTK3Wm
+RBya1IITp1mAk++Jsf++g6hKvx6j1CQrcubg/URCPm6v/h8te3okiincYaRPpRTu3cvufjXZK5N
c4PeNdr7iReKFkbBBgB4te8G53QAbEDhJvcS1P1SBFppvCDkqJBM5e1FZuD8cVrIzJqdixAyVfta
mtoBvbs8GYauDXK7fDTnRg8s0bD1LVV0Cx0AQWNT6HsqvvetFo8iXLxo3ls6JNUorr3bNkowYI2x
2ChBW4IDr9tfeDr/J+AgbqBz0qh1xPnZxLENB2vhbqbZmzdLM/SPtKeo7JDfc2XD/dqAYNGJfI4c
b7foS/IsAW2dVBgP92lFWJkCSriDY0NweuxVNhKdxrlVVGkPWpNQHigUx3nptPT4oVCuJcInOxnt
BDwNf3yBm/BtqrSFNm0Fg8magWWBGba0wHXUSTsa7ZVtN+q6gyr2BsNN7JjOsgu9NuIojKxhOSEA
GI9tCvIhpKkxUdlvzPPENq4rtaYyGWb9zYmaCnBxbF/YkOmvtNQEBhqV0TZl83ec0jzCvTRg0a1W
cQjsNU5B7XLSYnTaF6YfUyoE9LkBf81xOxoJWNjUrk2cq2tar6pxBDnGDqcprY8xdKTmUO0o38l9
WVM+aXGKBbOlKar5HjwvmckohIVbvwiiiMPO7IBxL+mxiIFgz3J0Qk9G0xmJJkePnNxdEdnfoMmY
p8DCH5w4hTHHyXmjBrqqMzvFplgVQmOpLsjirM7o+HZ7iLL+a8Fqsy+dhv7akFcftYG6QnrQ85zt
yjvvvPZ+gUx9rhCUXHofJp2szM/doaQKImp7T8npSlfac6IklBuKcevxJxo39TDQ3Goo9akobRny
xh43WR2qNPoWZ2Z1PY4OdRdnbjYje6F7SirigRKMcazi1DzV4+xomou3FzNNj8TL5ruiyUFL0zK9
6eYpO6U5Mwd4Wh5LjaOTo1njVevU89Xga/JEKz1aSwXb2bzyiA8fxoBYRM8NB49ma82ZXhCt6ZWM
MB+ZuSzHVR3ZPfMMx9vc7p6jOpcnfjcZV8Mg7TO7UNUJy5z7rcmwVKU0QneOQ4exiDX4Nj1neG3W
qL31kwvI16Qzm5a5cbI0dAOLBK+dk8Jsp537XiHXKjeod+RuymyQo4O4i0pqMJIEZuja7E53rVFp
1x0vDCDYJXsFVnUOpndCINJW39mLUZ/CEcoI8hzvBOuXcUOQShssXts/EDN5m9axdYJBCrlYbhYC
MT8DeZEEZ2w485N72tsEifAALkotsV4Ek/6jhtbhUDH33HugVS5rZVSgf4jMgks5nykzBvKkMs1N
9w7QIFqK+VhuUSkl486mrRzTOBLUnTI/ib5pSCloNabyvcXCWIRdUpTnUpFWLitrPOaxYewZY82r
NjXfAXV5gdca9DDdeQ5AMjt7geDylDCT7lTmcrlURmufupBdwQEuj6Z0flS88Tt0m3uWRn8X60YR
CNrGRt4XQQFDPoxgj+17srBeBukcKj83Ar2esFfmfuY+uH5CMX/wS/Kdh0WOD66B/y+cfDsPbSsn
M15qKL9AqcTfZyoRW3gFyaZWI3ihpRyWfR8TXtDa8OX9uqP3Rtg5Z/5KXiQJHANu1KhdjM1Q3hIG
AYbKqZXcf+RpIOGNDxHSAvQ/lPkGQVjtxpun17mPvdOmrspzTdpZHXi5l247ZEFv0lltvlBIHz2q
xJuxdaxXfLL9bYKb0pxnaxspzXvxB2s8T51mjRhoxEXm1wBsXZ8nM9gusFY6CaVzMkylBT7P7dOA
nFJ4VJKgmGjvjmsTBfF89USTojfD2RnbE1i5egrfy9B4A1aDXl3TkzColh70SC8uJTgcqIa2iPzt
QFbSvJVTaUz3ElTfrtbLoiMzvqeU1qHJfhtB5ojLgepI/cc3pWPqnMcwrGh/rK/BjNrkhPa3Dm+w
F6CUWUZG47pFDli99T5N64orhtAamQXSr1WRQ97AgqvKon3Fu7ZVqvNCfbFZgNM1P6Aue7DM5QwC
CAy4BCu4AGX3ai9c4IscU5vJFyUH1K5xEtNVCYyOiZjSEPEONe7SnWony9yNg2xWNRZ7lNNKwnoO
vK7g7uoZFClZyv2EVe6Mddx/4Mvz5kbPkjR9jch3Mq8spzH6wGIzkrELFnW+k22kq4BGESnziAa6
t6HWR3YySlzUqWwPH5dKjB5hUC1Y19kYxV2tQya2y1xcFD3DGMMxmR46H/MFizGHt9YL546lKmKV
ORNFSTEP2PcE0X4FxVvZfNP6M907z6iqewD14PkM+KtQy6thuups7pbWuc5w84HySpYKUC3bSesl
bVbivZjmNWBIsyOxgwrGMBgzGFoqWv8QoPP2oGgqn9m2oiZsmvlTHflcB3ZgOkt6Wz/5fds1UL69
+sao4fwGIo87OM5DyoBFdnHsZc8PUeXC04Cg63ahoYG95Z9rdBVpSimanMfpiugHf9vn2rgq4kY4
ecqwLyv2iQSLCL9IWDhRL+WTPovQtTX/gTxCbh0aC8jXraHeLHCOD/MyJ6DrFlwj7Cgm+yWHYPoo
wEDOmwp4IrzEyhquqNBFPxZPS88tv/J2yPBcPH8rEDOBRW8UJ7iEmzboE9u/Kv1F2yKwssPRtYBX
Z06X73ypIXwc5rV+XF7r7WK95OiCV9nAEa44Uq1FlWiWpuQk1mAQJ31CoZY4E0FMihvdUZ1tJ7KE
7e9V0gmTzJAkRqWXzwe/zbNL10zraxTB1vni611Y5SWf68z2ZMyBkYJIXk9qKIpojcbVDpiq+4qA
nXYPvPTq0OBWPxXdjEM3kvmbctl1NMY+S3QfovoMYd3Gcn4Qwi1/IL+bzouo0+/Iq+8zWLUORVAH
Nq6EYVj3T0uHuqsza5Fs6JexgkSZJNSzaBABLxjP9m1jHqiqWAw8t1ZtUFZLfnC6JKKf1ZPiYDQs
0y6m2mOaW0CqnVq03G0Roc2rHREd9GkVaAEKfbc8hARWTh++xeJ/ItJB3KQW3Z1AcfI/VMC1zq2M
N5va7PyAZeGRPeatm8TXbWIATm/q9hTsgtjnfXdjmS4OVnPeUfxpX+MKZh+iORuJqxtf1hMbqdku
tGttnNmlexJm6qJdJyNoaB/zZqA59ryFGdDzXaup3rAnaPlDf1pVKTLrYpkOVBG8ZzMpjaui86sA
95F5SYpJubUQo22FLWUwzm18rvIsunCmXl2XSZPek5/zWBPpcDAxE12YZf+ikU/z0No1PAMtqZHx
p5LG5NzJgx+pB3I3nSfEm36grLh9A55NtsfiKcZB1zabBU0JG0MPCqBW7xYP0LJIO5r+Cc1v/Ase
JUICCfdIKy2evvkmkVj7xny+dEDLqrzd/gciwGokqQoMtvIuOLzQ5hqtnGgd775k2yln/XKFVOIM
58RmivZVOd2N19vfjUw8YmylS6HXNxAQbjONNKmEFl4mX4xEv/84if0tZ+v/RP8ex61PR9Y/ocFu
X2TZ/a/NC1Cl//t/8vdi/lwN//jsH9VwzTH+gWuNjpYLPcilKvefjJj1XxFSJgCFGTjpeDko4v3L
z+dCdwIc4zvU79ZyOP/qn/Vw4fIpDFZwx6h1uuA9/o6PanXYfqpFYKMl3kvw9ymIUxswPuq8n6oC
CveTS1XACHF1W+GQovicoGXzT/dmU+4h+u2bzn330+jOwbi3AQGibVG0n7h95/OOyrvojDq0j/HD
/zamHAxL1s5yTnHe991Dp9dxkBXVuY8BBd/ghHQCoeUwRH2YLou7aYU27N0JzWmZktE8Y1eCBIUw
L9Le/v5I/iUk7Pv0v//Nurv872v6c6n8/KKDU7Xjy0/DVawf+KfnDzyYrcOLw1hnUeNbuUV/NG+s
fzgWFI415RpTtoEB9D8Hq8uHcOKxMfAJImUk86F/NW8Yx67p09LBwY37mGDUv2E+/bmCRS1bJzEe
4hIVId03xEc26aexGiGfqUYihEJjyvTvjibqK6ey3RYZF+kvm67oirNmwi/06f5c/VGY+9xr+fkV
Wb8Wtga1fxfnIiKr9TX9XIpaTHdGZbc4rJNaec8m3UGAW6rjr79lNbR/ehP/+BqwgHhqkaCTu+z/
/DV+2WtNmUBTJnQCKUCTA6GGMp/3lEalbdyZ3egC29E7j3N80Vm3eQfnYjM0CutORbuXrI2GplFo
KgfFFxR0I93F0q2f9I/b47Ssb2QRTp0RKMmeZ1OUfBUKtEKcQ3dYujCeoYpsKU5WiHzTAkQ3BbY1
HLhLIK8YA6DsiiSABSFujwHApTaaI5CIRbQWuPs3XcpChsZY9TRnZSVe0mRJ7/w+gSROhSiLT0dV
jrewGoZmC1FYf+g8id2sE/QaELtUyt8UJgacTerYxXASUdG4hZM+0kuOaJTwiHW/uKpmEznS4mWJ
e1gsoTvsHzJx0iqXeOQGf0K+BTthLgH+oPhIDoOsoHaM7YU2xwkKLBwrMGziLraC/0BJb1PeaB1O
JY11BQ+ekl2xpkNly9QgnYbajXNMTyU6OFPKKfz1Y1/rmP+uBX88dbgDQPcY3DoObZaHz4NrADds
CqmZYQPaZQu0WqBza8lOsygMSaAsvxlm1l8MM94ej7bdOtasry/RnIJVb+zaQMHnp/WGEkWJiBum
owuTeyIUxDbr9LJxmeyRN/XYJgkTscijguR3jFu/VFtwR04S9KYlE/gEU2yRLz3DF7H75NUkjx4Z
mNOP4wG+g/iRzaBpd1oz57tW82okHjVyqUF57frYOAWUmVJI+kF9H+OhaKNgFFHObjBK8Xwosjb8
XUT43zGnKyTWugVFE9NvCCcwRaU9IDavEe0UPilXTdO1BJQ1ONRsd+6jjZ+V6vlvP7DV4Syo3FPm
1j/Yh58mIX8WSBdpuYXFOCzbJLfivcwnbWegpCNjxxfnv/6+j7r8lxECrFGHKMp9Zq/wZV4QlBig
p8QiXHGIr0VFnSxZcdhAyJBHqLFPb0j9y7ZeL5FbWFDZKUEWDcVPv36IV66Vm9lUH+12nHC5OG27
oRNP3EWOQuwbsY0Qwfyi0nejx6do+5a/GeJfmAHrGHehFmDhhmtA48E0fx7jMRC6uFwiMyzKykPF
zHWfFmXO4amfBj/bqA5fVy6LwdnaUiccKkJT7xF7OIJ0IdzJ52CUTEUdroHoANfZRk8bCL2UO+Cj
0ZjtukKjmEhO60xpJeo7xIitcUmSg77KTVUPkw3zn7P99aNZJ/6fn4y7bp1Y8+iBuxjSf/5d2KdK
saJuQoRixnmH5GuLnaM8LKQ7/eYerg/556/yXBZew+Q+rv2QdY36NOoyrqKl9K5xlCcUJiSsbYmg
5RDhG9iKQn/gygW2GLaHl3iyVrHZYpTOb7oyf15/vVUxoaOdYCn8UHZ8vggqs/lcJXGynalAbZHb
PS6w1JktOb+TPJVadED830VMf6x7P/904IpseZ2VJwCW+ovUgfDGrCncLtlaw9zmQVcAfd4RelNf
mBEuMSSnIwJmm8JRULmZh0QuQyS2OmussxzSH8ldRq/hlfcU6qUlyWGX45VCLJfhdb80O86UOMp0
BEs9BM/ojNad0QbKiDj1FThEH9GgMqclupGemkirTUK+soJv68VwiUB2aHa5Yr0CXWHKRzup0AzX
FS7erUvOph5CAuubTexreFcn+OEPrvBKcmKR4ZIcnkROdZ7OvTyIIqI0PUICg4omJH7GNC1oh9id
zUF7XvYETlk06np/QgJY90v9m/H8p7UIjfLaHV21MRZZjl96bl1C5pPfJjluwsF/l12THppFyNMp
xZOqZ9bv2sh//X224LHyeOn0/TyoJxYBw3CKfAsXJN65rYfmC4acFgx2Z22TObeb32zl/vTG0gJG
9gPDhLwGePdf5lKC6WJM3BV2IGsqeE8TsZ9Vgo/bysa7X08O4ucOJrPe+l2Qj1bWLm3Mr9vGArgs
KaMy34pxGs+mTpr73krnCu1z3z3W/qD3oSTE7iwto/p2SRxP0WMdEw7/Q2/8+M3VrBPET28RVyOY
N9ikcwql8fjzvcYsh5yihfTOuyq6Y0454mKkN0PtfcjO6hjFe5Vmy9vk9bg77FbdG8RwbZcOias5
C8zCrWz2ZUR03G+ubN3hfL0y9GBcm+uyyllfZlHwDNFIMwio3CSjbK+ySlx7cPVAw8zAD1a4GHkb
zciaEIzgkJagFnnxvGitJF249hcniOZIYFexaaoEDX2mK0yRtXegbYgIlG4XgXn57IKw+PWl/8Vo
4vE6FihX2Dscm36+p9HULKk5SiANqCgPtSsbvBGRfqNrTfWb+f/jb325S8B2UDwhWkO64H/5Lgdv
uKFPMYoKXF/PXTN3h9RaM+1o0154xP08J87iHAmzGY9EBalHwjWs3wgo/uJ9XY+FDCIeF7vHL28P
8lWtzxwnCpcesOpu0q3qrseHvIdx7I+bRUE0/M2S85GZ8OV386MNNsdMEz7v7c/3WDTS1mNF/3kp
iPPeE4VEc7VThU6wk24Bry09WdwThoXmNMrzHrcPEJMOxugUNGmG/hmo54SaFrSHE8bY0s2QhONm
N/dGDpbIlO59uvSLFbQ6x4lfD5CPIIqvV8/5lw237TgOtZ6fr76SlISZcTDXdVE0bSQslyJwopZC
7BiREBkQmoW0nPXFIn6kk1G10XUTCAyBtM53io9asXP10cTH5o/GsPv15f35yCkQaULOQc7H+d1a
q0yfF3SLFGDZ1oMbsj4u0QmkglkLsxqzBDn10tg4jMYrGzNtHQ76qJFv5Vk5+y+iN/ZT6qWkZI8a
JqY58dXZlA7gxuwBkXJIUTMlJ1kk2kjBp60vQAii1R2zsn3XJkG4Vq3BAAgBbiBxRwoihq3uKxgJ
AHbL/t6M22kK+x7rsUOSTRKwpKvhaUR2lJxLmCC7SNppdrHyge961RnfrcLLf6C2TIDXsndnCNQG
BfKeCBxjB9glXzaq1jKilGLbu5yFv9xGxjC9lyYXdm7TDKD65fJyAaJJV+5FLFckHLlhzDembK+I
j43Qe7rDjUqbxGGDZQ8HhXaPRmYUF0+y1py3DC/ku6BJrG91HT3yxl36/CWhO4ApWZUsbW5sdhLN
dJHbpKJ7BMmhIDO1vRsl07dYZtaNY/VYdn/9pP/izV3lrrBL1sqO/ZXatVYSzdqstTBvp/q8onkT
0gvHeJao8hhPbFJ+/X1/NV2xurI9Bl3Jiqt/GfhdPaSlhBoUDpHd3tKKt8K+RmCRzL6xW1prYOs+
u+aOY6f6bqOY2SWisX+ztPzVr161TjTv+eHsan4e3jZ2GXBHSguL1JoPGvmnh3HWIE7P/hvBpsnN
r3/0n7bHVBrWlZWVn9XMFF/eJo+Gm58ZXhRiEJEBmM0qjEqxfMcUTqJkPB9Ncot/MyXzKvAjvkwx
YGaBKpr8j3/4MkHarab5TBMa8lofhg36v1hnI17Ipt8P6YjlSxVTj5UOncFwEClNWixKVns3pAVS
JELGXGc/l7p2CogYG0NXsScD3O9NOFwXad1pNKnSEFiJ/lpleQpRRcNWebCXtZ20WC0vPbYsHc1k
kfkTnc3EOcAMkPhsbV/ewAGIwbKkBJoHTeHhlvNznahC+uBNicssWyATJULdCZva0qbMJ+9yjDV1
XzWehWq1K67BraRXCikPxnGP5F4UEsB59zWouGtYMnWydwFYvNlMlznehzG7sHotee1zc063eA4S
gqdEytZ57HLQC2OUQniZ+iU/h5dgkQ+MGBXwFcRJI7QWDU6x6y+LfzKMyfjc0vqkA1NY+jNZp5hV
pZF11GeSanzVm6iXqLla72aey6nfTCpFXdWB+L9ZFDaqABMzSuxMdv7GaJR8rhEGCA6ja8hybwJL
cacRXxUAYRMbIEq2y0r1TRpArMSGGU9kH0FzLXvqYjOSmA16Foz0TUee96YZIqRbTk9WlFe1bQ9U
3dW+yUgmb42NSSNAA+lc8BLU3+xhBJuRgHZ614cJl2SPZBNXnG7/EJDPSiSpVnGFQsi5r6FaXbVW
39wqzR0fZp94s41FoGscpElWTszQI0C1kbhCaDi1Fj/OwsAQkg5IzQOFDD4mBmquqEzKqn0E5OGo
newEcYUdfV0iqWVJHHLpTBgE01o7t2wkyhBV2Gbh5anwKBWpn504zqzrh7QqiBR27RH8NzldRwsn
C7gZ0GbpJh7HuH/59Tv85ykDHzoQfoFbBbX3122yJylcCb9E3+QTsNp6hraZ4WRd2AkmJfLVx+2v
v+/Pb+/qkUCpzcGL+p/5ZYoqkspCzlOwAhe1E/CQorv/x9mZ7cZtdGv0iQhwHm6b7G5Jliwrdjzd
EHZsFYvzPD39WdS5cbOJJvwHAeIgQKqLLFbt2vvb66tqJfvc4O3297vhcstC/0oeHsOC1faU9Wli
4eHF9pTULq5vafLeHRTNFzWyXdJv3s6Zcz01yghkGmlQoG5AZH+5+2rgayj+NmgjUcn7OJ7SECdo
TM7wejvdfopbxw0HG0GiTnmCytlqE9SlUJLCiunvS83iCykz3Mfy0VXuh5hOO4d23X9nUzQJiHQ5
vDO5eb4MSVeJnSlvXGVoyuDhqhRDuGSuTj2jMK3ZjKG2ufqIpBg2lPO7MhIsY/VEAeHWh+DLH5hC
sWgl6NzYGX/jBEKR7RjkCg0bV5hVgO5C1UBCCXk9ArzxMGR2d2rI8t2XeLaePKFOT5EyJju3oK1J
owK3XdJ8gNPe3s0fqSm8DgarGFPW1agbwzmiZsDpR2dMfPAqHK0PXlnbcJk66PNeK3cOwOsPVmVR
M1d+AD/i7Xj8Y3S9sDUE8IBgBOXN/2TdIlDU2g5OSozkpSub8tvOWnvz3FqduJShVPIHOiscWuvl
wkYtnslkrsKgEHYiT1o9qz9E0jUooOq5nu56bxqx6bJSkQfeiJn6SYvo0HjpawPJoGcWwy9CE5Ax
KEqLHzMXLRhdtop631WXXTxXJAdhMs0iA/qngyYXArKbA5PjZ9713A6Q9JdPmGiTD4RyIb7S5Ehy
ZkCrgE0AHbT1qfAq+6vq6Iu63R057gYAVwZBiWc/ZcTm40HMRfKlgDvZBWyDnoEOol36U0v6fujE
zcS73iEPc8SuxEUcJcOWtn4D8kfTiZTteYiR+GNMM9LzMJCdkyR5/subKYyPvdSH70NuuxTLwrT1
B6bfMiHa5w+epxc/HJo5mpOtd1AolSYFrUjDCGfciDcnFnm0/2BnD3TkvdbgMA+MrbeKoyexz6Dz
dE462pV15RMCxBJjoHyMKxAgbUi1oItwofJ0EJdlNEFFaKAKmod6SuBqlGptK1QqwFkD8rf+qQ0t
fiV+lcVhqPBT/ShjGiiDIQrLV3eSoQNtMaVFnN744SOOGYkCTKacKn9oNFx2sijpcANoowh2e5lJ
xcdupBaP5aCqL1nowbNVwq65G0gNkqEgQ8gtsE6i9Dz3izGr5Gp7UItR/ZJTF1n8ZfFnPRTEGA9h
ZejewUBNDbNiDnWKdJVRVl/GtMJo3nJItDpJ2gA+icYScgWRC/cpNMOIy4yCzWYszF+1NmCwkZgI
SM7wv7L02YB7Vh4pGtoiCNuS/0smw9p8FLo+a/eaiBtglKEI9VOmF/NwQKgFk1Jtke8xT9O1/EKX
zNkSVf99yNIsR7SMgu0QYTb9dZQL3B07dY+TX4Q8Ic7X1PI1NTdfeqNGvWMPyvhTijpE8aVo4384
h1n/CY/P6VCaivdKiGY5Dy6i5gIiWudIEC+qVUGI0BZ3icItXvFKHtEZk3R4tKCb9D4KxRqD1Vhl
kDStv5QsGPkUAY3ofMRw8ZfWzc3/tDmkQyWuFDYhaY9U9LyqqLs7HW5ce0KNb84BMohJQ85lzeKI
Cw7oF6vGAZE2AdS/yJlFC/GsKGYEkJqCfbQIcUqtoWxZAWWm/FOdh2mBM32Upr6mzKNxr6mtKd/V
sWj0U0mKJtq5ZV1v9xptkRQfuMO7gNJXGxH0uZpWbxSpss7JhGCAskScQ0VMaqgTLtyiiM5J0ewd
t8sxst4ADTQAJFFJ3JlrzYiAVDm6E7molAiKYlzkoO3ozfFctAWFO0urjk5ljy9q1tNibBZk5m/v
wRuhhUc3KCIYcppEGKtkmNOqcaugoQ5yaeUPVl9oTyKcTXpFop1q38YjVrlauRyn3B81b/nvfxwv
bdk2whlNN0APuVw8+hyjVMiUvxRrhgVYIs/tJ2HtnOPX8yMKpfFNo9ajOZqzmh8q21ZVJ8cJsrQA
plSw5EGRhe/gCag7Q12f3gy1hE7w71FprGtz02ikatWTodJntXhKbOgZiaOo3FX15JF+KNTaJm7A
X/F52TlIr09uzSBGMuEJUUbFFPHy0aLPFVpcq27QI4e4k+hID+ZoGRDSEpomeKo7X4tmXi1bRHeE
iZ5OrW6RkFwOCGhLqJ3Zwq5pgbh+KyepBh3X5Yk6dNr+durYlGeZOzYUAxLgHN622gKznQEzgrox
Cqg1euQgBdTcvg6SKK93bh8b751Up2651EoNlRV++Qsd2KC9hbY0GBIAh15iGUdzsuDVeqCS//YT
0kz6hl0TTQ0B43phR7HVxv1shgEkKvJAmRY1QN/0/si/t3tx6fWGwWAkjnXV5P5B1fxyXliXpvOk
mF5gUN0SWALr+V2cTpnGZVoxR5qZlOKegq7W+rjrqM9NH2GJ/vcT5u5DRYlV4F0FipQGMm0s1TDA
OCR7pd8y+l60I8aWGWXBl9tjbewalLoN3UFWh05gHRLXJPlMOyncICrwYDhhKVOBc6aTXDuTiGzu
JTrNz1YbVjvB8Ma4JJPZqJaEHn9YvoA/dqtSWBhUTLob1F4MrNJW41cYJyInBSQggIqhPctWzn9/
0+MQUrnALlVw1GSrS+xoh4pdUS3lxLQ09+xMrFZCrLw4OsRiO3qIjQ2LGZJpI1Q1aD9fDZarjtJA
doqP+FZ1xwwtxikqh5a+CTGlv0DlmPegxRxwUV6NO+/tF7vxgaLmdBFfct9Y0ieXD9hJ+khDYhEd
BfgeCK1Nd08uX31SUqT0t4faeJfc0TnkTHps0YiuhkpcN0HnhB5Hm6cCg3KzVI5h6vbhMSNtDN1Q
TTDQoUXsr78TnenBZSF7S1ngrbP8jzVU0RrhWgZFWa0xnFdHrYovquvG97TFWne3p3i9IV8OtZqi
MYAKGHQqpJK+I91Psxh4j4XIauezWP4/l/EKUlrMnHme5MCJGS7fGjnKTlfjKTnGeZQ/wkNvnnPq
W48K+EzfQUx2uj2vFTFgSQAj9kXBp6ounHJ9LQzpuGHFcPnSo9dXaLiLOPNo1ak4YEpAf2b5PpT1
8LHyIm88uUXXvkCdKL9QSqvPIWUemjgVTQFMTMIoQhgW59YhG8IiKKc0vqdJiGLt7V+sX682xBWc
i1zhF+Nra7Vz0LmVVh4wt+MEbeop6muZv8dVLP03Guhze67ItFGPDbseP0Vky+1xILZ87ZyshadV
ZzAaei/NE7iikfNVRafTBm0RYxunV4XzvU5LShwGsE24Qkb0XdWb6mVEEhQf6iTPhhNaoP7fbHZN
Qp4MEiqALQukk9XxeQe3p3r9CZMeQtDJKwI3gg7ucjFoTmZwA4rksRkl1Hkt+zC6yY8QstWn2wNt
xBvIdThyqP9xqnvr0CruJidD8iyOBrlioJaNdkqM3v3QurHxnjT2/KFQq+GfjnvSe7NAspJYMmy4
1MFAdpKFpg3QGVlr6FC4uf3bNl43FBTU3kSXCAHXSIu5pHuvlDKiT6HOz3WUzSevpOW0BhX/rFE9
vQdYF+0ssjdp4eo7XBzVqTd6RH5IHi8fvSv7KYYUADcVDgQ2oamq3Uk1navAaUzVOenEBGA/Es04
YQWhO58sIZpfutpVHiSjZkx9jPTIm4QTrRIH1GrOV1czZHbOOlt459uPaEO/wb2KjWPJX6qIU/TV
r3U0IbqCzAbdPPHRxAMDh4MKo74gxjxPOZYh0MkE/Nk7ywBEpuUdOFcz92CLcXb9vv1rlu9v9ej4
MSQXEV7z99ta+2NX5qh3E1dDesVryU51rvS/6TWdv9weZWOjdIg7F29oLpXGYg79Z/xQcfEwW6jA
RzwM298s3vakz4ZycBD7A38U3PVvD3j9jSyKNtckneYiyAEqczliNpV6UdXSOqrdVPBkZarfu5pi
PqGGDk9wErQPEZKgszWVwHTIt2FIKix6wpvEqT8OkVAf21kmZ6lRy7r9266CVuBjZDPRQlLBNO03
VeMfj7yKO7WvasibJr3kMlC4Ks33em0YZ7NMM1JsYwVogHhD4MNnDmGgZzailds/4upD5UegDNZd
HM90jwvv5fOZRKtkWdGDOhnzAe1bNt+jnkah0yohF/4peRCsxuPtQbGEWq02roQcB3yiBrdrSqiX
o7a6GIAixOGxa8yGLJppztWJREM+H3QDQ7+jl9uxcRJpaPyjJ2H0G21l8x+fwvBzaMKSXJvhVq/T
OAPuqw1w5gfpLtDPpQP+h16opYqgbcZse2zT4dUZkMOz46e1exJx2L8MvVm/EMtKlOHxhGdnniFk
9kExuGdXjnT7pqMx/rTsuFCPTSu0D2mvpo4/q4OY73szRvVhiskCZGiDTzf4ndEHAubeekid0LB3
wpiNdwS2CiEQH+ESma7fEXacVWnU9VE6cRnkU1Y/tyBNTqapvkuVNgLoKry9hXG1IRDPkHrmCo1+
bjlmLl/R1IzWVBVlc6y4ud3hCASjrRwdxCS318J1aWUJnHQbF2lsS5bD7HKgkPetCHfC8FZ67ecO
f46DApHmbMa1eaxc7GVjr6GJMqrpH7A6VDfUtN7d/hFbT5hDip2YWztgQuPyN6ALMyrXMetjjU0p
SR85HdkPBn+cGoPuULO6QzscZTtTv7pp8OWplOdIGTAy5YPLUTVkQSg1x+YIIp2WppnGk0xV5L0N
9RtvIbs4Q6z+UeeN+vC3013EZKg0qERCiFmfkxF2zHkHHRrbTMP7plNR8hOa/HFA8EAxB2Gjxz5E
AcXcOaCvtn8mvCwoNmT+8tY5gXoGpmBBQTtmcJbej7yJM9YB6n3fZtq7IYu7n7fneX3ELgMuvulg
ecgBrRUTtamEbTZLPBE8wIsB7HML4nUM4BvhhPvqCJou7LjOHJ+O3aqBRd1O76thpEIv9Rqi6e3f
8/ZGL07Z5ffgUkpy00ZpsRhV/nn+FQpsec4UbMWnCWPFAK8So/KRH3ciMGIlTjEnqpFV06Br0bUe
AWXxLaDDut8WtgeXOIqRPWBvHWc+fDYjOdKT0gwHupjxsIp6O1UObJ1aeYYdRUlbV+bo95yiInpA
3B0/D8SM36HrAwcPNV05enZaq6DW6ZIJqlElIoYUbc6POKbG35QOOcYB0C5WAW7YNP8m+gDuHWId
vyrtpP0cdWn4iXVjfDWMMQHcOkA1UWnCo+2jmXuN6oBWQJMVanXfFKnenEtRRV/pqrDez0M2TYFG
+erOm9UFolWh0gQvmRsYNlUYJP8Ka4y7jgMC3rNOaQJnIdTCVP0wYPPkp9qD1ADwFpJOLoeouAsl
bJ174mRx0mQzZvcGN4R/FxtBuPIGXj13Rqim0zHvHOtDYed1fU56yOSUdlUXLUk2vU5ejfm1WUmU
c7df/RJ6rt+8zYWAbZwEIeqdyzdfCipKgyzxrFGm/g69kgOtIZ7vLPL2O6critvrwcjykbLnLkpV
TF0dr7ApaEMXegajS3Xbr71i5t9SN9c0ygyLTE4ZFOcn99WQhqBRjt+IkQz9Y94o6XSSZar+F1vN
2Pvo5eCzF3Nfv2p6G1IFUZV5eocnevtvQmrVua8XWeJDqqij/giaKENHXoNWD9LZ6T/RylxoQY0V
momP3AwrQmuTHLsa1cC0u0KrdBhH7qgQi+vxX6+xMYNYxPfuh7pE7X4cLRsiSYj0BzCpatCP0zm0
6fT4PXV+r9J15UMpS/FEabCdCMyhs+C/1FFd3XH79Z7HPKl+pTIHr5boXaJCBFaHF22aVKjYqS4w
nGhNlIeW14HqZT9Qj46IsPrRPcwMuBM01YNTzVnrw6/I6Shn8Vm+sLLie6K0CMy61i5oGIJZZPvW
YDt3eAuL/pSMlKPZeSxxXATg4BkRGCL/pOg6BBMEADuwYZwap7DLOOLmuXLIEOdDficzEFo+fT7a
L7DhVfbVFD02ZWOrkiAmp6ze273dIe8ZLTqrUCkii0kApf8iqCn1I7w08dSnrftlaHOWtJdr0nyP
N25h+CZ6HIjGJgaEL5OoSg2tUuIswBmv/Yb03uyp5hjyd6MnlftxhAw+niNw/TaiHkxqD2lXmzRR
UQsjxsEDKTygEJDfa3q8QPp4SLn6CYae1jrpXR1BaT10AvLMJ5Z7kzzXfTsAXHZwPptCuh2CNvZm
iodjaZ6aWA59MEGxIiOtieTzaAhpntsOs/DAVuwpcAaMsunez5vBV0MT4zMdlTAte6lNQt2zFHgR
E+zpGMhFBn0tLKeQoJK/rHPtUag6eyWW8Adi+C4JMmnWr9QiY/dEMyZIiCK1rB/wtL3xiZ5QSp9h
BOJehM78T1Op6tcaiQeO8L2AXD3onvxqYWAtAnyamk+JNtJfpOH7SENHSCXKDxN8wxC/iJ82zRQg
Xdpajkcg4wpkd0FGmu59iTUgtmfFSyPSOn0xOhv/LSvu3Z9oWRMjwPJ++gplw/p0exPaOH+XThf6
XJDLEHfrl5uQUdFdZ+tNdyT5OPyDX2CEq13+y6XP7oUEw5726DqqesvyLcVD4n0O4MvhhFXlE+z0
7jjTcYjiVe1Ec2h02XPjyc0T3Z7pfY6I7fn2LNe7H3d/pMZL3oEMKkqV1e4XzpOGa32t+GNY2B/B
F/Yf1coYD2qmjp8HHbSCMJ3WF/ZoH4WEsfw/DI8QCpWQ89YQcTnrCEI3GoJB8bPBHu76IoKyEVX6
iTCjgPBZ6vdm5RX3UxRj6EGHV3B7+LeY5s+T5m36pJ2WdiYShe4qxnAithLdaaFacqEHdTTnlQ/a
yPxFdmx6XygSK8AaTc230Gvnf8ayNYJQT8WPouoyHJ7JP38erRlJ3kAY7MdetVdcXS+Ltx9Ikhtg
AUJ/7uWXD6jwerJuZNn9tErco5mEmEui6vAnI2/OrVpOweh67c75u461l0HR6AI8QDBMFnJ1/qay
qasmpELe2pP1JSwR+TlTjTOOnnp4uHcCqs0yXaWPdoLt9cn/NvIS6xFrL6iF1f2mguNbO1UaBYmm
5QdnIRh4WQgNjET4zkVxYyj6BSl44oVM7c1ZrXwFYko+mTxZI21NzweJTaIvF3oJfyca9hba8vmu
FhqDkXAzQUvwz9VCq7Ql9kpjUG+6M7nfsIWF5rpcGki1qJidsqigf4VeeLIim4gQEIN3sHRF7mTD
t2atU8KgQsTsyTFfricxKlPbgKuBUFSlI+zv1PxPUZr2C6Q67+9fJtlnrIdJmVDks1ZjcVHV7LLP
BG2SnMc+RJ7ow0RjNeYt5eLbcPtb3prZsovxKXsLBXX1pfSFTnWkHjAxRBLrh0pafM3UsDsrddJ+
uT3U+mhglSIRA11NzEjTxfqjrOu2E17Yhr4CnMfndkJXo3AxRaVJKwhxz/wfXhrFJy7cIEo4G1ZH
UdgMMM5GI/Rp64Qg1M0GrNe4z34rsb2Xyth6jNDCScDYnHskiC8XCEWbluYNNfRN4ik8zbxBBQ00
hc0MK2ciHLv9KLeGowWCc5bbM32z5uVwEqsJLkoYBZpKUT1G9pAQYuCCihkfblC3x7pKefPedA1Q
Nk1bDrTsdSZN6vTRdI0M/djsQSWFlmw+mjKJvxg45b3OCHYabDkq8/3S6q+eFCO3PuKLhtsQsLzx
M60tWX/USzGOhzoGqudPtpE8d3PU/9r5pcu0V9vFGx13qTWy8a/bbK06nCII/oLYO6Oh3kndbKQJ
v2yPceWY/yCp6LSDAvTsWY2AEQZk49qvlhznJ6fh2srNIkJsjz3q0av52Tvnw0bQwAe9kAYop9v0
lVy+NNEYk5pPFnJ3gdlWA3rw0aTScKhpjjoi1DQD2omMA8q0xuJyS+Hp9uPZ+P4QO3Fr41vn+Xir
70HIbMD8WaWvGsfkU90pPcyvqDuH4/i+AGq1c1JsDreATugnWaQxq727tiZldj32TKp+D7pFo1qc
qDgCNulw1kb1eHtyV3mYZZVCKFq0A6SaaSS5fLrZTEFuUDMkjC2sBlTv3rHw7OjeG8mkImDmbqdN
Vvdp7tPyi3C8/D5qevu+7mdnp1S7sQoNii3cjUEoLB0Xl7+kanRwlijWfKPX5wd8N8MTF4Jm5/Fu
bAHG0ptE1Gvxedqr+dJt7I5xqHO1Tahu4mWRtl/0SSC3NLE6/nj76W7EU6CeCWyWM4nOoNXSBTHc
uQZQygChpobBIdY7JD3cQ991dBh0OGi4eOYFtwfdmiEZU4tFQkWHSV4+x1ZDIax2NUZ+Xm4dO4u0
aWFJ9+Rwv9tZPRufJoQfkrIQwfk01j2O/TDEEhftiLDQpsoNSMf+nHpp/1DEeMj1nWHDKZVYjVkO
J3CNWdPOD9iYq4kI3ERZROQIleNyrp4tbaOdELXOZtOf2wLgoe2I9KcVSXG+/VivGjr5UkzY+o7z
Vhu8amqQozc5XUq0qOppcV9mk/yUUtk9O33W3RlTbn/pCUBoqgDfeT/lg3cf21UZRGFRf+8qTXke
W2FNO3HIxm5BloBDmrMGjdW6pE0bFPIrxGuB4slXA9w0JY/IPdpZH58Lrxl39sKt543aVyUlTor6
KmKeQdOkQ6lj2QU6OKaRFfNVbAdBHxtV2OzMbePrAUnA5wM7l+h8TT/JmxJMYd4xWNGoZ9ccvccZ
MOe93sCLNmPXaKkwYX2385439iGEEAh8wCFQnVzHW84Am3XGzDqYSxXEbgvNz2l0NQjffDe95ziE
B+XROn8viDGgKqr6c1MvwEnZVw+xwSLvRRnurPTtX4XWiq/MWfRHlyu96d0amZUhg8Stow+YOQg8
KPpoZ5Ev38sqEgByRbGRSxF58HUuVKEcPjsk6gLqXc921GY/uS7/4usWj6Ss7Jeiir4VIO8+3H7m
G5OjgwTxo7fEgIh1LicnBIrE0qYIPPY1ie4Ml1Cb3XlnchuLl5+GzpUC50L1Wj3CNuq8ri1xHCz6
fD5bPX6GmCCTp6M79+/fFjJTisdU6cwFgXY5oSlEDZeFuQhoyg+fjEgYT8jH997W1oQQKZD+JKXi
Qcu/HIWUWJRWpBYpi/ViOJZ151XHeCjRV0i4nLff0cZOw8e41DkpiJF+Wx0r2MzA0JXEJdixWth5
Ympn0fgoD7LykMSGitl++/sRiQhwaUZUxZ6zmh4Nh5meG2zuVDvDs9vSyuLO7oyXoiEw6KR28Pfj
cZ3zODR5Y4jgLh9nLdS5rxwcGRps2IK2woKG7ael8IMbc4IQYOeJbr2+5WpAAVlFLf+G6/pDZTAD
Dg2bwhSBPRDEJmFW+/aELEwTEO1uT21zKKr5i0bT5Sq+epR5ZYRub9pkvqpyhjKH3SMCb+sl5Ez6
+/CDRUI9hUa0xWpj+db/mJUDNkQZciOliwdgvgg75U4Fu3KKhG78/ZV/ofIhlKTTHC7XaqhK4pGQ
z2YaTEPVPBuIMB76yB0e48W17K8f4EKN4aZKlpYjabVDwTnKapRjuLxFGN77yULFI0OdV4ek7/fA
cBvbIV3rJG4Wvw7+sMpLYR3gzk4F2QiL9+qz2RrVOyoAe3vUxl7vIl7g+4JtSG19tdxlJTtVl9jR
NWGRnTFgjA5u5Tj4Obta4BZ6cfCySfvFje9v2waJpNzlMzOWNlsgfav5VbzJ0gPdFACbKk997P7q
Qpl9MnMnQSY30FROsRsX2zjcWTBbMRxmYuBmGJhLnbmK/iFnpamhVXGQZNBPA7ulMEBDNG7UI6aE
T1jQ23dKmzvHzpTVMyqM/GNDvv4RTztTYjdcGT9Ma5D/3V5cG++bVJ2KttkgY3d1/Gk5ltZGVsTB
LHsVQaRS/2tFSfb+9igb7/v/O0oot7vsNvrlhxlOBFDdqAFhC6FSA64BU3HCzzUKD+WcYDY0OPY7
e7E4dGGy/q0Gn3dOmowdgQsRqd51ZBHPyLjAKWLJnE7x79xRxKMYKvtBuvmXv5+nibJsiWE0Kimr
vU7vMNbgRSeBl9f2g1kNiwuGph7JyFNUZTs+JhIkCKGAeXd75I0jklPY4tJOIgU5xbIL/7H1dU2k
lqBJ0gAmnnwVMOGplA72796qmruOVsmdTWnrjZJNJsHKBAA6Lv/9j/GAdtnVPMg0SNCrnYymhUA9
4L6AFy3Ko7hyX8KecoFuiuLl9kw3zpMFIUnYwYECy3G1dyStJ+u44BmbPQyYuQ7jH7BJ43du7u1R
K7eGWvqEuMewfKz1JHFmVxVFG1IMN4b3ml2YPxW1it6RnC1+3Z7U1uujnxjZHycXEqvVcYIX+OTl
s5pCMYV3mWYJMI2RVqWg1xZPczv1vt8e8Pq7J3VG9kUjE8mGtO75kbQMN0isssCG4OeX9My/B1pv
7nz31w/wcpTVd59loHeK1MNBJA2LJ9oS3VOt5e2Hkb7g4+0JXT9BAifiXU4UXhQK2ssFqSk1SLV0
zlGrR85Heqi/K9yk7oAqWO/SvNd31v91+oHhqC4QYtuLc+RqOHOg3TBRabUGB5ue0r40Yn8mHH1W
xxk/a1jWKcKX2A6cUVDvxXpV1js/YXPGoLjRTZFpvOqAL8M5blWnzAObW3AT6LlZfqL83D2EONqB
2fQo+dx+xluv06EQsNRUAIGvj+0+N6MQ9408UKmSHZNSauBwI8+nw0DsaO+2h3IW8R2pYXfd3NOY
ZU1GB01ARK8cXplUIp50nmF3wCDe26kNbw7G7YLbjI3qcN18giNY6wpvyINeidT3iBnwicvwdRnF
KHfCgK1141CGXVgNxHRr+GCC8gADPbr86KCVB8tJ9Xd2POtBbIzeaZr09Fjq7XR2cVU4Snqwf99+
g9fbNvs/5Tkkz6QhiYAuvxIMfyO3cPUs6AvKbsbATQpounLvGDL24UBO96z5KYA10O+kWLdWq0sm
hQBrETivtf/VbM0O3dBsBYkL2CSeXlNL7zGllDEG9o7+tzIDj6Yw2uCoIhFkLn2XlzONU9o6BNhm
1ur8CxsmODwFahrs0FrH7/KuxAKkjf6yS+xtUBo9FwU/ZY21broQ3IJTHIECD6UP0g8CqSRG62Nm
VvKEJw5Gy9KTnzVcxJSd3WA59i7TJ44G/ImrDyL6Jf16OV8kQP04j+x/VTP/NhS8wkAXOQHJP9rG
HAeUmpmhhb69nDZS+JzDFNAXKAUNFusyNj5dpd17VhEo2KgmPqix1PRlahvf2SFEe8QW1s7vMas0
SZg5Ie7smdpjwTr3o/GzbMBMnG7/oo1PGYkHPdo0FhlL08LlY8gJ/7pY1YoA8LB2qECyPICUDf0M
qdrr7aE2J0+fnLWg0zFVVFdLzCpFY5lNjLAtsYegjBfjwggXFLLR6EveN5bsH4shmr+ALyEA477Y
v0yW6M6VGXs7W/OVYJqlt1RuWHgw6mHHryY+Qawif5bFAV7VeLu1c/aNPoLi/aiF8s4Nx4F4283u
rdLFYhUv1lMNE2rnR2wEFcvdhj4bklz0Sa6CQjp4jFlR+A2IAIaDSHvjQJbhbuexL491tdJxcWag
xU6Os2F1hWO3zJQw4ZYvGndSn6rIGp5Md/IWUx+n+w3OUP1gEYHWj4oto88ldBznTHRc7BXit545
1WPUkstzX1pvLxfbGCvUNQqR0JrdlA/doLt3iZYND3kxkasyQuNBTeVno8Wb2RNUebGEyr7efhrX
2yraLeq8FEEIArhBXP4ExeisiJXp+WiIuns9E6M/Z0V9NARI/DEa0p0v/nqbYTwun3zyC4TGWUXf
oEnKUS7j1Xbi+QOi4s99ictyS8vZgyul/Iq7Vyd3FtbGkyato5PTJoe09KPol9Nsi1obHdl4fq61
+l2DDQAde1Rj+8jADk8WHuJSW/9oeerdiKzvSZd2Fdx+0lcnN0/XXsppnKCIPdbMLNWMhgIvAtph
QAziBiqpPTmOLBBDq73iHPD4tv6h81q2gRPXY3507dnaiYqunj6/YcGxI5OyUGWsOxLgZtGcPBaD
P6MjfUimtjg7ZhXTsqc4L0OXegcPItzOB3e1pb4NSvUVOBlEinVRotHodenLcliUCyX2kPiMzsiX
fH6ndn/7GV8nSZaxPEwvTPgAFoWly/c8Jk1v2BM+UkqaeZ+L1C4faA9tHsp5xmXK6ua71rOHB4IG
50PdxeFLTFfIHZ4w3SNMG+N7Jdppj+e47FoX+82SUkQ0RxF+iV3W4KUESWxh4Ovop4XinvKihD8q
8taHwQ6VxksGHyC65et9Y55vP46NJw8AnCvukp0hXl+temsG6NOhAUDl64ljVVfoHyIuGpODHdTt
oTYnueRoCc4I79f5g6yOTLMJw953EPO+l9T9MQGJtbs4ks25gH98rPUKJ3EqvDsR8ebISx//kh8m
bllN0rPnXPFKJulavcmxNFbaE9z9/Oekz8W50Nz6JVLwMQf4pBo7gf/VgcWrXd4tKgQquZwnl8ut
p2khJJU7+GHVdtl9IQ3jP0FmN9mJSjbmuJwPBKT0/qI4XO3SAhZwjr9eD4+uxEKkj+AYZ9T6nmqM
uY/D0AznwsiqF9wj6nRn37o6IbgNU8XwnKXJmmTG8gz+yNTQeAGbbUx6H3X5fA6NgUtx66h+JUL3
lIlG2Vm0W3Pl9F/q1XQ04DFyOV7ZdUTmNkzQJqljPwGXEGD5axwqK4TQK/vwl+EM4r6d4z3Z08bn
oi/ZjEVNwg11vTtSFtd68Oi9r+dqfj/RV/Dsgv74rZWavrNotx4qwAuqDUg5SNosP+WPh5rQ3tIS
6wKCMhta7Hsij6Cpy+Yx7Qy6SAtR/3v7+9zY+VEALRZIRLeLWvVyQF0Xblg0Ve+HTmQeRTyl96nh
ZUe4U3QAUp/16dnId46brQf6pnAg/8XesN6N2YldcPK8yriIxlPY6/gSlo14p+jGnt/C5lBErjQZ
Wzg9rUt8Ko/Ttnq+kBrB8VnGtfrkDnXmA+Ta80F/yzavNnQyX1zCydBSKF1no9vGSjiwRe8rsdY9
A6GOx2DgNKEnacBJAiociYbTZGqdfahoI/3miT75B09DfJFjEXfvNXqSXITkOKYGVTimH8AWweZi
rYNT1TrV/trATPqQUDb8VHFTHP2mrUCYTSR+9yRiGwuDvjE6JYlEuXOutzAtaUo16nGfcrvYfFQc
3GvGxjN9p8zGYzmO1gNab7ETj70lslePkMsmmS/U2nzoa/GkrU1iNiqCzRoBhXtoROtEv0mYYbeG
1fYgHuZ2SL45PMj5rs+zLHuJseIZgqjVR93Xo1n/t/K0vvLZsSDZy5lmkUAaYjwVopzs04hhVHgX
4pSoHsCk9x9TIq+dy/rGN4yKhMvKwthiT15t/lRjU3oqldHn4uYknORS/Ko7q2qfsfyJxMGepdzr
7t44cJYVTpaeOyOB+2pz1Do3qgH5oUcup/JFeN7PVi/0b7f3iq1BaFklKY98F6u/1YkKWUhqbaMT
NkRpB6nQtI91mSfH26NsLTwOFLIcyxaBRdrljjSXpSvVViEW1fr5jrfb35tY5BANiwnv7sJb6Ol7
eISNbQKrZu46FOYX1cZqUE/tZC8nYrFpzMLXfpqj+RQqEL0n8i72zirfWiCI5xyCEnhvbICXM1T7
uTFiQcQPkRCyjyloijCGVn2OXBq/D24t7Jfbz3Tj7CSljFydmjKuC2t4LShHLJtpFfE5RC0aMuIe
mHwMsBNB25DpiGSt5FE1E/mUtoOy80K3ni3SPRSKC6GEcuPldAcarDQANYO/FAWPXT2p4txbOXro
NCmVYeds2VqkrE7myru8br3IVW9EqRSNtCLk9jdeuK7jqWPvpR23JgUjFgMrDQUvFiSXk5o9ryLE
YpWWfTGdbFE27/qxNB5SKZy9Rt6tsTBloiqFPI26wPJ2/wgKRg5pderQL3ckugIrGol6Gk2tH+Ok
bnairM2xFjMMcF+wd9fM3RzTJiFtb9mAFXkOWR7+RKH3AVPceOcz2HhT3MfYvCneLorL1TeH6cZQ
lR6fgaHO3rkpzfAdhgrlznrY+NjIIrrsVwAB+QSWX/HHwzPMvDWyaWD1VRHVjKHUwI6bVpvh7RAV
1cOU2vZO9H+dwMPYDMkvgSqANhLiqxNgkmbF0eT2vjqV+IviG6H+1g0wIKAWp9c2DtFYaHFTorTw
xkwNEimys1opjX6omgKPuttf/8Y7Xa6/dJEs2yoagctHEGUCtVUe/x9n57HkttGu4StCFXLYggCH
EzXKkjcopR+5ERqNdPXnwZyNCU4NSy4vtLCtJjp+4Q3c2/aMATqO3UADVHMzmV525dNfGQpPK549
si6q4+5uTYtpNguKHLBQkTK+ceTgfkb/3YrSoKyuDPXKnYZCG80aXgpzgzidfxVE+kn1yh4P1uK2
JyooXTgYzvSkeeb8zllL/eTD6z7Q7LSe/3o+aVFv0gL42SKpsJvPfGAeE+5Rgowle3I4lCSRvjs/
tbaQ1xrir80oeQ3objpyKLnvbs9W8we397k97QHfAl2zHJAbQRdtrIW/PyqbHw7BK0UZUGq7oezO
cVt9RGkWZ5zpaZGGeUTaO48kWzyy+ulalf+Vl57xUOniZuMK3QtDlIGJPYrhKB4GNR5T6mMh2iOf
XSOzTl4VzLd4eXbHt9fusuIHjsImiSO2JIRExnG3bTS9l1U+qsPi2CU+b3QKZYjbr/uUrjYl9sYa
669YsTsumsgJke/YDrcm6nXX7MleWVgqWQBIODCbW9TuVldBYsDOY7ZTp6x/ZbZWflj0YHl0MZj8
D8E8hT0CDiJryKr7tNLtHT9PbfSFE38xb5U1OzEUqPGx8MQSQWYiQwHDcuV+3265XSx/NuhuOw1G
YaypSzrUugLJj9Vbbqs1TUN8F7wwCYr8HpL1b/TRNveZ//KQ0Q+l9UoTG0/Di8S21B2ZbaOrEi+c
ZjLaozU3GkYZQl7ZU6+tJPwOOhTk0Lwwu5Xs7TSlpsTsztm4nAxBLlbBN4F27hpXhnqhyuwnFbY5
wQ1wHHohu7unMVPRD7OtDt7oynjt2+J+1XDy642s/KfxLDmGQdF1HzplHpxCnVRbI0xU231+19uY
9GwBPFH06v6WDar2ZODK+ZEpvb6y+Nvi7n8nVLuNW7RRNl9EI/717PoolbtIN4yQ+4T2G6oEplWi
1LsPsq1hGA658fHtg/3KIsCX4OJiIZiafTQhVSK4IDlOMM+QmPcr+VhTVz56fbp+/Q9DwWLaEEr0
Z/auGtZE3a/H7+5QFr32wRIlvPtyqbm9utG6kky+8srxxADbZxaJk/ZpOC2DrhbOog5oE22Eut4I
Jef8kxKFdkwxQzm14CrDHkO++O2vfCU8Y2SCM7JKkJR7JI+5SArfOCMfKsvVTkkpMLi1MuPKPnnt
PoZJCFoYzORG7N0eiX9tlK4l4VhtNrRWm/Wd25fPntdN8eSnWowDTvJhGlGbmnUMKFLe11DzRHD7
9pe+unXQn+capsdLPfX8JwSLZUsmgidB59TaqW9HMAPRY5q8JfoPQ221fiwI4Gjru6+Vqe50TuGz
S4PFP+GkVUY4AGCpYNp/DVQAeAIUi8IsacrGNjz/Kl9Pq2y1mNig9ZI4H70gGjIzvUkz/CQGcmi8
w5prZJpLhujLqGCk8ZKgArVPpPF91OtMWEimqBRrrNorUT1A4MJvDPNEI9lbjujFdEfcmTYVngaN
eb9Jxge0cqajZRbTzaihtRt5qcriCkxHJAbIs1d23fbtu9tpi8+3rhN/cLDO56br/bRIK4NThYTK
O5UvBc9Eg0XS6hUf28oPIuQa9NPba//Ke0inj7yKOI7ztEeO2EZlgapim8GSG2+9oey/l8W6POrr
WtyMqi6d0ExU8lD0KAVgU2VaVzbfa1/NKWNxQObBddq9U3MxUNrJCH0sbfZRg/Dn+z4l1UvtHLNp
LbMOq6lVV/A5r10j2z5AjIC6FHvxfKrzwZRmQ7EeF9TGf0y1SUerBbvmt+f2tSMMQpWK0XaTULM8
H2W2zXbCklABYEfwy2iF+NXV8k9SdMOVIPmlyrXfO6glY+JH7WaTEzwfSqEolubrpA6tTHycmSft
HZ7j31x3EE+mlopYLrYZ6am2HBJAl3ej3khEZTv7QcAC+v4fvnuDC27FMhoxuyVt8PQaS3N7Hpxk
OFqD9nOs7PET7ZDmSmfilc3DE+QgdkLhFSjy7siklKJ7jGmQNHfy/otE0PJWmAX+Z3kZrO/yvrHe
24k1/DVJgRAZVD11wM2TlJHPZ3stAjU2K35mM4Yi/xhJ54ezM7jv5npO/0NsBXmAAcEBgEPcY/iz
IsMtBGGnw6p0+9gisfA5s1fqE+bkqhBUuRd5nZAJYkZyEMiD0egCC9XdgkIXN3jWLLgDjahMxZVK
ipMO1wzTM63R4slBafXKln/lYAG1gze3IexJ4LcF+9fDaVaZ5hYz0iXmWJbPVZEUD9jI/a0pLFsc
4u1m1A7uiR797viidtEorUMCa+1MOhhzm/ykdF/dBpYM/v6m2JLcLRhgP18o1PZ5rtUpwx06T0Nc
qZBeZCSD+entE/NKYArSYZMqA82+aUGcTxt1EmtWKO+hNYOQRiimOngQ06h/oss5PGeyW76+PeD+
4BBRUE8iDCbBhdazBy8t5jDrJDp1vAqRoY+drYfNRugkOhNi7TCb36rCusb43H8lg/L8klfjIUZ7
z9wdG8D5STt2cxNrfo1XX9M6cckVcoRxan7Jusm5shlf+UjG2wr2G+9e3wsKKGWTV6UIzgmRrjet
a6GR6i4KV3U53HrJ6KIJXl/j3FzU2bav3AqHW8MNZtGeVKRRA6XBh7S0NmiDF3OLTP9b7A4Le6+c
tBJRLqu6nyrfq0NsaIfqs+9lojvhFUcnrbSnv0VOb7+H5AM1JiQn2Mm7WZd67YrFzfvY04LsS7dK
DKKwCI2GXK5x38zXFLb2rx7jbdrTJk0ZepsQWc/3MqAWAWzGVkhqNMWHrsM+Ca+u4AGDrmvEvovE
k7FIb8l3Nr0fPDZ25yZvM2+yVDHFyN1ap5yhjxgTmGiA0AYanXqIqy7XjsNQGLEv0iqyKqP7iCga
lSs8UCxQsu5y7FxzomUP2Dtyl74+6ubg+NHbB+61bbHZo1KiIdJiO26B2L9uRkWDzHGoDMaZlNWX
2hvSd2WwjKhadsWt3earF2pTOn3vmkyPMypqH3lkhlOpkmv03Jeh/h0sbLPGZNE040LjMO52RMKP
c4WHBhkS32V5g09Yqj57mcrSuMIcUkYdLf+PmSERT4B2AqXHaMv6s7JW42uKyp4VdRhWPk34u/4q
aFreoZWHtQlGjq2DN1ozfgVLl3y0E2O9ck++cqJBA4BCJPvb6CO7iKrJ01y4ch2Qzpi9e4UFZjyM
+Xivt6KNC9x/79a1rOO3l27/pjFdvPNIDyHOu/HVd9OF4FHd+wNGGJ5fwDxwRP+laVOu6beHuUg6
X8YhKdoKBXQ69gV6DJcKIIibHVyjrOVYzL743kszffLlZGPQCcj4BK10OFaZ3bXHTdTzITES8R/m
GCcZUk8uTiA8u8c1qNHFdfxWxZgVLDf2pBv3/Zr1ERoYxQMNst8Gon5XUp/LlwFFWIhk6GHDBwIx
f344cHcKgrRiTDTqy/uVVf6er4nlH5CIJePKEutKwLxPe8C3IYDGrQGpyiQt3F0cq+Khy9pVxfi1
dt6BBmw2wRDI1zHUMFb7YGQ+LnkCc9o8StxMN8N5Tduff73isJ91AiWeCdoG+zuBik3hOz2GpyMT
jCYltwMt1/qkTT5OblKZkRA6BdFSLyMHf4twppF5Ddj7Amw5vw42DjaIKW4FWl77zm8Aq1wumjPF
yrCkEbcrhsAHsxbBPQVoAH9rr/FLfCk7VOrtvn/frcsCbXTx7fde6phLaIKZTMICy5RvVlc7U1QY
rTZHMxrH31GBSjPi1AHNPZy2cJkfoQeV6OJmpry9MqGv7KMtrQOwSlJLbXn39nSALxLurinuBuQy
s2aVp9rH0CMUcD7CfDFmrta+uC2ROI/RATSQM9KoV4U4qiOMrsNjaoe8ufUoCN5hLdrGvRivCQ9d
XmJAPamUkjpscmP7Tk07zNWQ1WqOSSz87x35ywcMhefnGsDM/VibMjbHor9yql/Z8FuwTBLhAZsF
PXN+wpDSLmac45bYzcZhDsfC6oHoeMpLHmoPqOdB9pjg4IJZOVMoMAnrN4PKRLvSH3sptew2G4Hn
BgwkQth6ZOe/Y0WabmtejbGb1q3/KMVaZA+5oZTxjncIe/KUyP85Qe/9e6tlmfbkmNPYEKzUwV0g
BlGeAIVaBa5Pk1rC0vbHNa6MFZ5tt3SIJIwGkrdhoImgP8wI5Zm3VoJVUTShwklOpOXaD2EVqN4L
vSMIRYSzxpAzadC+NyatOHV16dvhpIbmGBR2Y4ZL72T31AaUAwqahDIq0i49masnsXu1/OkfNajs
a1+JAmhapidB2JTZKu/GwZU//GFuv/TJaH9I3awsP0+JXd52tLq60F0IhH2zstubhWzngdK5CA7I
Jej/vH0oLuMxygJUSvWXbisq4OczPi6AzaqRSp5yl/xB2Ei4Vo1sY91sxPHtoV6gnbvVJfYFkbi5
f23Fy/OxpmAN9FFPphjiWWdnIGiRpI1aq01VmBS22XPfWln9ZGgpmppc+aqKVnfGBnpgto0HQ/ad
fks5Smaf2I9YG7z9A1+5H0jh4NNu8pCg+ne/DytD1UlpDrFac+27kyUCRSWt+zmN8iul0TV6ezhj
Cw3O54Mej79hYTcln4sW19gluhrEpkJNqaLDBDXN2bXJpHsFzrZjpY5epTcwJ8oB43Hd7IjIzcnp
D2imVMZxnuRYx3jUNQBaxxHrzGZyMw0audV/GsFZjM+bfNfzCOXZvvLbL7cNQCBgR5xRaLrcVudL
6QX55GKkVmI6i35lWAx0QxVv1X0rs+Rv9QJfwlA4FlzexKYEHueDSR6XrVvVxIbReXfltiE8HT+M
FA+OK991eRHyyBH7bjch5ZQ9bkXAqESGXKzxqospNv22+aGBGzjaFXiZcPDq5jQRXR4JINLD2qJF
d2UPXl7/iPrTx948esiQLsRpk8DESydYY4eA+heeU96nOWg0E9mu1os1nDxJChKn8U5vb8aXg362
GRF9pZBBg3krZsBhO5/krLGMMekKtti8ZMOdSnXon3Ity0ennvX2mPWyLW5MDOunMJ/Wkt7YKIpP
DqjL8oZKuP8HK5jsuS2J345OCdGIFx73RoSp2m4Oqz6XKhy9ZcHWNtnuc75zQNN+JkIYoG+04bLW
TnJQjY2LrZso55etDf63pl9SFbVY9a13OQLFH3pIN/OB3geiVx2/7Y/bS28MZ4A/Y+hhQFLeSull
n9+en4t1YXqYGYBom24FVazz6cEpMdtgRmu8qXOXIXa+7W0/SKOJy0mBz6EllB79UXP1Kzvy4pJg
4E0mA9gI+RiP425g4SSkyrYez+aUibs5Mfvh4OFsrUW9csrPbeYWKZVq3yBEzebl29vffXHQGX5D
jCBChVQ0+fT58GWqzbRpJUleVRnh4jvzp0IUxnH10aZ+e6hXvpSKE2URdiFl2z3mx6EnbeLoucap
n7KgWY9ZTZi68xQDFHUfFpsMYAkwmQ6y5Jqs3IuK2W77U2EDdQ3gkOLMnjyW5+A22rQ1YociVHFo
vKmCBSw235/EEH404+8i6LElzgkoBkKN9iTQUMdooshO3PAOeu61rs+3Y5Lib69jphqhvW9CSJrt
ZAzdvrLRFQ0SP1oy2OqR6RUoK3pGo0eD3phL7DeT2R7WoWnfrebi/JOLDMRj1TbG+44ZQVG3r+WV
Xf0CTt5/NiwBcCrbzFPrO19eB4yBpRLHiANfTe2drhnG79nysv6JfB+7gaBumvSYON76szaVrt2D
La1lFOjeTPTbLd5NLQETbGbv6wmEdZ8celFRRPrrrQG+Fl7tlouAV9/Fp6rNRbJYm4K/zIYc949p
mg/BavnPMzmgc+JtdKebFId71HPMNcmvHMKLDorDqQc5haYI0QvNt11gOs2e4HYczNiYhLaCEMj9
z+M4LP9ThuI2KnP06H0bCX0cvLyn3qmMFpvrLP1ulxjyOGggXDksl/UAfhEaNcBEwCGxYXf3gm+l
TeHrbFgLr48PjRiX25Ub2oyAzQUnkrXmbuCRjlbRlu/dSbc+dQVo/LfX5aVztNs/gDw5OaTLXFF7
oCzgX4fKJHqoFbPX33vBUGES02PTHlHLTn61XppUB9spN+x775SnbMAnMtRVK5tQS7LhmQtNeiGJ
oY2TRj3Ia/bKF0GdRTaFPCaF8w1MtO+bGl5VuEr4dpwkJrU+C9XEEhyjGRp9YtwmrQquFA9eGRBg
gEcUQWBEYLc7UiUejfgujlbsd3Yi6FTK5L7QNCgA6ZgtUJ8pJP318QDASG1oWwjUYPY354SwaJbO
pR33yoBrL4O8RMy/7PsQoOF6KIoFmxAEE48+jsPrlerMKzuRhwlyHjVkerTu3rOnp2g/5g0zjOpX
8EB71sRJQm97415CmUtisKzipPtGTw5lt3cFglfZPRTS9spmfGXiSZiZAmPL7dHTPb/LulK1YMYc
O27VpKLBHpIfsscLnsCiggk15zjpXTmFl6+jsdHdt1aJh6zbHqQ2rsFk2V3qxDMeGHeQK5SImqrX
7ns3h8D39mF75fsoayKzsrVy6ZHsN1ZjYuAz1wzmKwrSEmTYWFXp45LXv3GOaq/AePbDoRpHxLHJ
x7ChQHDvptOz6tp00Gk8Vqu5PgeTkdzhIL3IyJgS5w5aoule2cb7GOtlRIiPkOK2UGMPL4QqxjXu
6FqsmUjkZEleHvOha97rY6FHcE2bg/TVNRoFJXb2xb/vsG1YQIabSBU9QyQczvfNaIrEwwnAj7t8
Np8IYoP2WM3d/M1QuOWFbTBYv2090YoDvkEUZkp8bu4CnGKGEJroBkYgvX5GkyAHVOVKC7TA0JRb
qzl7L/kfyOaF5SCAL5f0Q5dZ4qOLhVAR6nqpfk9SiemYQPUpw1Fk8seQ6+prPQ+ID+rO6noE265K
D6kmdbTHhxwD6YboG95x0/1Z68oTIbgT9OLwotLvZDGrO1N0nh66Y579k+V4DoWN345LqMvGaw/B
gnBa0WjYf9i+TIvQ11rqmoiSwOvwNTn+SDEA7jdPnXSMtqiHvwqb3D/sEoV4xEpsfcgb3HmWZrDK
Q2YPzZ8yQ3A/LLjPwXUly1zgX1nw4X2vJXYE/EB7DvCByeJk8YqHxRnT9TDlYrgNdIKFGE2MoMYl
xyp+kR8YZYgbx5KEc+D2nxOizyZOOrPF4dPBuSTE7Yaa3aSs8lHTc6ygG2vKVKRVQK7DXNbYDq4+
jktkHmagP69JWqwHhRgFSYJtaX2YUqd86DW5vk/qtCvDwBy19DALsUWddd4tZFid9R7AxIC+f9OO
f1zpExTOhS2/NZ5b/hnGxitCEl4f47shbb6Zdb8ISsRLd98MTYIgA7ARP3QLI/sfN6chomJ2WxMy
C/rFqOslvgyX2l7bqCNfVsh+l95XT+lGeiqEXpwS05vEYTGwuwuJeVqsJnud3J5bBeCP0zSDOBBu
IF1NYza7oxuSWoxGrzCsy0BzvizY5OAaMNKPCat8FhWyCwH+ssANh/TWUoabhlOg9R52aOPsHVqn
Xn6veoINzbSsqR2KOq8eFe6unxSiSv8rksT57eMjVR0A+FF4c8t8Rn83GLMHSrjlP4VTcnKRfHAX
gElZ7oZm3bq/oPDkeryYo/fQNUHxk4kLOtyVc+7lv7seOcbe//dhttYVvczzY7xJT7P0bn6cUbuK
8jTQIyXBsfiLtjzIchmvvPP7u38bj7o8nZitNeHub6s+TcsqzRDvy/tWRfk4zR/R1xgftNbtrmiH
vXIx0vswuaQsJAFwYDz/NJ/K9OpWQ3q06JcasZaWyTt6q153cCu69OPS5e96w73WrH7lYvTJCawX
SjiP2y7qpmCsUTLOs+MwghHS09U41YuynshA5ZOZZM61JXypsO2uYgQl0MB3GRU5mV2lx7O6RaS2
lcSgiD35U63z8J1sv+3jINeK4N7v0uxUW0JPw77xm2/DmEhCHaO3jMPQJUn1xZMuJms1NeOnUgTm
cHKaoOsOYwLFIzKheLcQUA3jsxEgg3OQdC9+5bR2m6NoZzRrlhRIGJZ+rYNeS66R6S+itO61BK2e
MBXr8o5alN2HQWJa4ugvjv6Qle3oUw6v0PVBE2/S8GKrxWbbuxYhHYexwVcNBy3Ou264B6uorM9K
M8kVlnrSf/SpEM6h6TRPi8axasyDkRvat6bW8p8jhr9mXM2pjUPR0rYflbOs6mbOh2A9Qsw0goOx
tMbPtvH6LJwryDH8d4WH9Vli5TLS7Q6uUlEIj/snrdP7vsRVC6XlzBVh25jiKUHldox00Qz8BlGv
RUzZdVpuOKXB7z6gKhuuzrx6B0Tzy1+LXonHqoV6eHr77F64n6P/ZZJHAOZDYJAAYPcGe50zJ4Y+
lsfVykzngG578QnpFZRyU2ds48qpTDCIiXZUWWPcylVhZqPKZBOi8J2C7HrS8Srp8uGPENZy4y3t
9M3hlrmth3z5aCW2dx/4/UIerjeIwSwrMDhYNgeRpuKA/M/8VKUOxIK6T/ASbtTx7e+7wJjyfXRz
UFiANbJF6ruNrbaGajEF9dFUYCrwcnAlZrzZSEUnH802CPUeXaKYwlz7Px2tNWwDCNp/jd2YepEt
p/oZoVjMmZa28U9tu/nrZr6/uuEyCvNv9bP4seiO03kkrt9um91N6pSyzi005Y+gEgy2JkbDOb62
P1SVfx0z+xsfqX96e4JeROzOTz4hJlxPc5NmoMezm6AGCTiSwr496q6y/dBqkuY0l53exG0hqR/2
meGKg7kIfA9tTYx4aWr1vETCHKRzkIvZ9UiReNUnbPGEGbrT4Cbv3G50b6ZkJnTjiBeYmmKq8jnH
6Bixx9nAFmAB/MsTgZ3mc5653fBoLcFKh3Vu+kh6lD0+qCaz8ndmZi0PmrA9INZZPrwvaw3kJu9l
+SVHXO0PwobOVwdnwTzKkf9a7kqzan+stMdVlKUDnUPPH2g96WNWoexapOIp1+bhZ72OKZu6sWlA
6oUxfMLN2q5uBFP8AZccSqmBUdbyNpHC+0oiMo13Dv6MsGKBg3xX00hl3yum/DGwAYgRKtTif32W
6bS6eCxbTv0iItlxvunfJtpNje8hekwTPqlR41WqwWMMH8IDEcb4rZ2NGV66Var+1uhdlWHqXVkH
ujFB9XlY+6a8mfDA3Ehr3IfRlR3AG3a+AeCH4Kvk4tOD6/X++c4sO3fX0a+Otjt6NxO435AfG7Wd
Q0fD6+t7aPXDlWP5ggg5H5RdRxsDdA1dMHLG84e1rykhDYD1j1ZhZhiQpaZFtqHbMkzcDl/Fce48
xFbG6uQsHOHQmF3nc4NjprgxM3e2Dh1Owf8MVTW0D6PVm/XTvC0B0C1CfrKzsXEek8ks+wNvAnGP
tSyQSswSNdAj1+hIaK0nonkXjOnwGGTlMiGghsY0GF1X0zZErvdn6CvtuQ5697fl1m3z11GT4xHC
8MxvzGNoDeczMI+15QlESY7O3Ii7ZZ1LdB2oagvkIW+oOKZXMubtHO9mnIoV2JGN9k/NcRfKjFPV
j2PblUezzjLjsSY0lo9BVa03b2+ny+gM/VPycovBqEvtxSUdI51WwdOArrURQBrrm2Ol9/Ld0iNU
8ddDbSD5DTKyIXD3QpIpjsNoVM3VUcKsvXHWBINc6frPFIe0K4jmF92W3fRxRLbqEn0IWuS76UvM
dPFqtMWO4HSd+qiRloNJAaV5SkEFBE/TOPt/EkMmt8pRy29gowKxxQG3Xr9QLglelbeYDOnOoofl
6hangGi1ekoKf00j3RmsZ1ivinhJAY+L2Dh9djcMkA+iXjPSW86m87/RDFQf+gbU7ohak/rSOXa9
OdOu9HwWWtbDQXdk/xkXIcvFKJ7i7EMi3fyaJPFleIp+tfvSsAXBSV/wfOt2WoM/ZzswCzoGJYdx
ClTwMfE07V6repJzzR8n58paX/RsqSBubUhUFemW0aXb9t2/gHp5XRm6nCZxLLQyCEI5OOaG+3Xu
a6Xpd1YpnRMabCJsUlf9sbV0WQ69n/fwkChTB5WBFK5XNo+9WE0FndslDwzqCg9VQ1ciNKWVXgmt
LnMHblTUlAF5buSvPZaJe4tgCkTehgjTj6tRwxeV4B+dwSwPvY4/bDXb/ZVTfnn60JRBgZPi0fbP
PoJIWr+seWL644Q+VxGma2E+UKcXX0R7VZNtCw3PjwTcCaQ3QYb5XOJ7oQgb/QlnbGSDEUsbxEi0
xQE+B7VfOCRGdfDUoESAHo2lf//LY7+xgJGZpDiG2ijtgfOdAIO7K9t56o794n+m9lDQerBL+7iM
Vvfh7aEu1pChaAU7HgZDkJz3Cgeaj148fThQfZWxPIjea+LKSrwj1ab6ZzIMlG+8dL2S317UdQF9
oStCQ2yTNkdoZPc02NzTfi/hIw5LA+AzqeUGUp6NL63sppvaMTBlzrKBf88rckdvVOAUpvlXrrzX
fgZahWiAUGMFmbHHJtUISiuvzvoj1u7aLyRkkRvyNTdeUJWYKKJN9r2N0ZV1mBe/CpUOd2HxRXvl
4F9cNtR30ZMFHcJT6VFf3q02vSkd3V511FmCR9UHa8Tk+bdGlUIP0nXNvIb4vNjX7GmS+AB2H88k
O/x8RBSB0LzLc3lMymY9VSaVTwy3ixt0LddHJ6jnSCixHuglXuM/XZxeRkYiZIMEEYiDSz4feUS3
q1/bQR5zV5UG3TZT3TUOES5RUZGEf7u3GQwKFAeIDUfd93wwDq62dKsrj760rB8AEIyTlHoTdbY5
RUEv5O08LuWVQV/9QuCdcLuA4BD+nQ/ajxa9fLsajj5ZVKSbaRaj62GeqrYc/vYqZDJ5o6DLwxJB
0GIHHBDlSuJtBvJo6ZkbKjX+MHM1frWllz6/PZOvbFG25ouEh0dEdyFR1vX4Rk4mkSUigXfLNA/v
C6X/hCPkD4D5yD7eHu9yg4Je2p5Crt2NlrKLRRw1a96wDDR4tKn65SVldvDgF7m46dGpDs25tnrc
7VHx0xbH//j24Jcfi+RqALeLSIiLf58vZoUMBoCJxK1G5d/ABm++4D9Z32ncFM+VXP/DcJx6aOHB
Bg3bo2MoWvTzaNTVcZWr/WivEln0ji6bk3rl92ns+vjtz7u88SnfsT8By73Esbtds4V5Y9a6fJ6E
geMqd77ThUqiTqk2NKSh3YvZuoaz2hbs7CV9cQxgm5L4o72yD6hqYpAZeCKPp0J3LK2RqF4mDZud
vmsPpMQONRe6udJuqge3HdMr33x5KIG0spnoY6KA4OyJga23BH5rywr0kFm+01rfQ+FvWKKALsuV
2/y16cXvgczPBQwM+O78/Ke9Z04kz9Vxmo0RkiNJWVLV7iOWZ/5PUWFe5BFOXjkvFyACIH5gF0hu
6QzTud9ju0ALeau2OhXaS1PzPi3w971Za9okgKXMW2e15miYsoQOhz1Xj3lVqLCtA+enb6bOYfUL
/cfbm+zyAIN0o+Jibn0v8HXm+SwA+EoFWlrVMaj15lksiYZbFImBYdcirn2ZxZ60tChoev+vl3or
+AVov4FoopO5294ZGYuPJzVkmrYsv4ySsopjNuo2z/3u8PZHXsYPAfwfGBokTNSU2VfnX+kMBkGJ
IbxjMXjBiazIe6K5tD43U93fU0IlJEdRwj/SxfBiQnUg9JXQryFtLu4rfgXrj88SFS6Ek3evuVca
qBA6oweMHMBQY86f6MXn7xeZ+rRabOcKMfFiaWGIbx5ZCKiAJgSOc/7RVSGsKbXc+QhXoPsAjuSh
CYAgaLJr7zsans92o/qfyjOvwdcvvxMMMjUVk4yMFu7ePpaJVnZRrPqxU40DAIBUyM57dATL9Ecp
zGsY2teGgxNJYZXSEUd59wblC+IwTdEax0G2U9gElXmT9DU9q4kq66ha7ddf7yYyTuYWeD59H4TA
zic2D4S+uNpqHHUqMs92MBXvVOrmN01GLByi/NehE+OSKRdl/W3JUECTOsY/V66SC1YGCOrN5wQ0
wEsGsr+q01Zzaun3+lEqvIk/yyYY3Ce9LYxv3UK8HAcTlJVIeNjch10r/KMsm6V9oEuIVJeqrPWL
iY5OEneJZayIgOiTA/U77wBlLzBwQik6d0ARy8zqA1dSlYcihbuFFE3RiysR/uVepZkDNgJe4FYD
3qt2VDO/yUHu79iAQV/AVnne5wU02rtSc5OTpVVFnDd6F1XufA27sp39f794AU1/iFsuhtZcgYhP
nK/mAJxAGQvt4XKyzEPa+O5dgTreFSTF/rXZRkF4niAFYRLizd2emVPNtPtMX1FsN9dfhZf/I2a3
ehryQHukMUQnN+uveQBdPDb/PyjtBshRMA327g+Tb4/ZMNrrISWG7+gZjtb3JvG7aLZT85PRZ3lc
tfAiD0DX8o/NENAR0UvjMRc4LPZ4qJ7ePjmvTgKBE1E37y10/POpRsatzNAVRWy5FYkIPYyqDhnz
tQCi8JtTUo/WTQfC5cpJuaAzMg+UyeGaE6mSx+7J006d9I3AA+Kg5bMeJlYd3Gjc+Z+QxCl+FR14
jqL1m0iO+nwD/1dQge/S28okt3TpCD21YAkecPXxDrYn6pORjOlB1EP1bU7FjLGDn115G19bOTB9
nHCuZZ7mvehG0aBiU0hQhTioae+7BnvAQ6+lUFDc3gMRWgV6qMlsOvZ26UYO4I8Y23jtExBP4pih
uFZ0vODRblO4gR7B+HHjcPedL52hgcsTKdK9GQDNNUzW0fkyLWPwZVob/67JE02P5GoYaZRpijqi
nZu9Fm7217czNVA6n+TnTbjqmv5Oq0T5pXVz65m6YD6GwgEGcnx7q+0Dye33cqpJ7siaNyWn8987
AgESA/JGB2is8nmi/XKH2KyIlOtei1n3IfPLUJC0cILY+AkvlJd/lQPLYoCDN7VAHiqt+hOsVfJJ
08BkYfihfnYp1mUgtgo2dpvHi+b9tYwXX0pmuQGXtrhiz6hxU8ltNdjzobHW35nIgLUkRvAJxSx7
vnaQtghld1duERS1ru3NgSFwPqs9WTLEZ+5Ka1XFQR8GHxmHzHpaimz8NivyaBdt2FtOmHlTAwUO
y3leurC1kun92+u7rd/+l/DhGzkO4N3Foz8GdW03abfC0l6HY9Hq/bFd5wyNgkGFWr9eE6F5oZ1d
DEi3gpwaYgSEzPNP10w8HhhvPaCD2d2aEzjvJ6eZJf01iKAq9GUC4rDSJLE8fkqFe0iB0//AjwS0
ke1MJWaHVtEbB0Ls5edYaCnvqcrGGYCOLtEWU4SmwIns/h+jnez3aTXX8gildLh1/o+z89qRG9fW
8BMJUA63UoWu7rbbOd0I4/FYOVPx6c9HX5zjUgkl9MHMYG9gMGaRIhcX1/qDLaxxJxRvrR8gQrYs
lUti8SppiubOs/JqmmlllorfjXb2dnadzh8B5iOkGO5Z322EfkrQUsdPXvAAga+Xz55ypMKrag7s
sJkCLY+zozI5Ba3HpsCrTfneR2m6M8ebGECthfQTJwPkkigKr272ZokAiSlmeYh6030aFpx4IO1G
D16l76ki3kxPDiWrwBZtGd52q+mVcEFitffKA++58UF3p/GclOUMmc2yaefhoRrO4R4nenN+PJwA
gHO7wRe6XtPQTXjAZwxK57j5x63H+NC1avnsRsOrrYyYHyIzEnoK/J7PeD1Um7L/J7WtDk5lV99S
E/NpOwEhtxdgZAC5OmVyHJONIis6oIlX10w9DZ0+8PMPRRgujxQ+qLF4oeIesiUJPxnIuQUlXJgf
rlsZp1GW0w5G7IafRDOYpwxN+J2X480xQXgaThSoaioEXMirjKXVmxEcalZRHzS8jzztpiOsmxnO
5+ydh6rUdgruG58ULDHeRUB8aSeuKUYDxpN2UtGvbyr8fwE8APfwBMKAi7f3Sbemxlb9Mz0p6raK
5XjGzGATOB1hL8wjDtgNuvV4KXtapLwFw5/tpPhbU+MFLoU/4LJjxn69hWCNZbkFh+KANZPyMS7i
HOZM3Tz1jrtX2r25kflqKDIwJwD/tH5XD22XvrxqLiAAYUTNyWFMm+KYhhMWa2NsPHfxVL/Ve0wP
To1ipUeoleJw/3aSx321jbkcTQIdLUIwNKtwUAk1dMKyQC3EaaY3oKyUl7ItmoesDse3y4yN4ogR
SUzbbypO94e+gRlxHSLwC5JK9g3QE1kdVbMtqgm7vfKgzdqQHG2zT4cz3BG9hSFqhA+NygvrkXoD
DdwY/0XnHJrFWDwsIHDN39lSNidHU5z0TbPk5udmpvjqd4sS/2hiLTN3DvxG3Lz6sasvFRWlErU8
3g+m4nUfHbyOLjDcUkivJpCcYnE/Sp++nSXaGpQuEmeMNwH7UZ6MvxI220mnlMdudRi8MPk9t22Y
+VqGzE7RjS8A6/pTBEbhuPNdbt6ZfBd2JJ1joihsnVUo6eeCOp9SVIe4wVXje+LloUEyEIXlecEw
LTuHKcjKQ90O5iWPu+xHt1ioY0J0n6Z34H4tZJfaCTC6MZegzF0oah/v/8StXct6kNzI5xIcg+t1
qfIUiGlMRjOMhXMy3Wo6Qu5pLjhe0fHvAcarjVmc3Dqvd76IXPH1eQEKQWqAVDQ39Srsa2mimvmc
14fIwR4OQAy6MnwI64tLmftl1pp/Xj1TIgDMZantx+dYxb5mIfmJgUIfuqzRD51rpod5qMJgyXv1
WEzxr0o10m8N4XNnF2xMlHYF4j5S5BJpkVUQRFUnSS0qrYci8uxAM0Vx6fOsP+iKYp4jbTdj39h0
NleqzA+gBfHX9ScdHbMJqzBiYcnw9FPvWmV8QWFlTy3lhtdP1EE0gmxLtkaBGKwGqhGECd2Rlit2
d2DJljm1z0Mfds9j240o1UzKuVFqnBhjuqX+WPbijT31CACUUWHDw6JwNmp6+v7+d9446SAf5EOQ
/2FLr75zOnuRgJpbHUyg/297XWSBAkjioWzD7gNIOoNXffX5/phbS04igCKf7KFw062WfMlyDJcS
3gWj9LWNcvuNo8TNzm16s5GASfLgRKdABhTeudejpLWpjYU5wpUmb36raYcUdahUgv70Qet3AsPN
lEAaoeRO55JqJyOupjTbPYrbg+cGUhnkOJfoYgM2MXdyrZuPxSjEHSg4WFMgarvaQk6td7o6OG5Q
qTSctEjMRzQOZt/oJ/tFdcsmaJJxF3W8NTdJDmTvAnQFzXS9kAuNBwcTHkbVFXg8Sh47/4IimaJj
ZylKcqgRgngB4dSA2lnqjrJ9hCpYDAcDlDZIXu9IwZkCUqW3xlFJMonHJ5adrKSPy5NTZPHvCWy1
F+hj1BzdOtZUvxXj+HZMkno4V1XVeSgKIbG6E1O3lpOXD8ogMCGwJVrdN0YUdWVZFy5GcgrUtyw2
POgr6JdfRMdpBETsnAzr1ZJ66FIhuAjzjv2P1PQaCafSOJvTEIAGmQMudc1kx+dMlMZyAHzmHaZu
9iiq1a82O5PDoqln2QaNb6i6159RL5bS0QeG1ZADKAKlDtXZd1NnjHGzUCDGvPKQMxzqIFQUpWUS
gfx6uFrh+d4ohRcMJQB0U9jjh6qyii/3R9n6hLRuECiUcZVlvR5lVBAlolzs4bGplidtdN1AmHjE
5GMynXXYv4c6ydSdK8riD726i+nHSb4/p4FOFf3R60FjmwyyS1A7pyv4p5bRVc8iHmwN2Zo62qN7
3OQccjRAy7LtTIRZ63qMsIJwV+TqtUAsvtGM+fdijKlv1ll/gXmgXoYq/9al5p5d00b8RE+YaIPM
HYXNdcNhRiyNF4/lBVzy+G70eJllAF8DvNySn8ug76H/N+dJpwaMBE0OQKnXqzpZWb1UlHuDBVGp
c4jj4Ycol17UleUd+s50P9hjOzxMrrenJrI5UzI6OTTRe41zQckorHo9xqB0CftzMVTw5oQYfxSx
820ovWQn7GxNVCZyLjwOHAHXYhGOSqRcYuKpUoaW/kiy7bzNvHF4TqEN/1zMRX1oOsO9JJbW77ld
30goSlE8SJam40njEYqi16tsEmHEgNJ+kIYK6fKYiydb6U1fmo+dlTxJHwqbKjDolLyl+uZUJ9E6
dkDSvtcD/fOcXR8jmKTsMADVNNjlvfPXI6OjeVAg3hQGZRtZ85PqDtPwHZpQkvh9pUxdFaSWMaNm
4Hr5e7cDgh6Mgyb+VZauScBXKM4E2RDq5tl1kOUK9Cl0P8BfH9sg4V1UnpOYrrbviUg0Qe0pWLuz
4MxNRYyNLkcJXgSn9cH2km8m+kDH2q5sgBR96JVPmTK1OWTQKFYuUau0xhORZngoE7Wig0pRIPfz
XpCYzYYb5jutsNvmBl+JnFsK+fHI4Hq6XppZDRNcHCa0rNrZRsoDwcbfdlgVjw3w3UOnL8UP9G4Q
+uq9+qItaeentTd+zBWaMai/z/WeDd3GEXFIYHHf0qDxAeq9/kHY0M1p3+HEl4Rl/3VpRvtYznU6
PJkgprVAb119T8p945jw4PmDXCY5hel8PWRT1k1F90kPShUCqNa0w3kuAFX6gyIoMqd1wzcgLWmp
7mHAuJNqbUyY9wcpMam69FiS//6vzZmZk5oZQ6MH82iPD+2s4DSZdrnqHVvT6N92WdzsoRFurxUp
YkPwQ3+cY7pWCKjdMCrjrDECKmflgzYYCKwtbfbc582/92/N28kBi6fOzBgYWeEBcT05PdZ7Xjl0
NfN05I2llvPJ6dOfqZsmR11LXyuDRVyFiE/IQ8DdJHNdRXYbaXgj4Z9gRibr6E5DfMZUvvoya1S7
789saw0BOuCGJ1GwiD9ez2zGcTSqalvHS9bxMn+qkv5n35e2c6IzBWXo/mg3VTQmZiC4QsuPW4P2
9Wo0Z054YyCv71qZ++RmFnRneFBz4meppp6XJPa6g8gU6MJaVlc/9XxU9i6v2+xcwtaRV4Vo6qFE
uwoVXms6fWSOAHvrVn1a8sX4iPtEvzPTrR2DbCt9cmoCmE+sjsOINHxU51AB06lCocqeQ+OQGVCZ
S0pQnxePOHt/aTcuKjDc0s9JtiahwKxGVNsG5aykgDxUe2510iY8DUXfuY9W3AHMoayoBLmdFUFT
DM3XkDbHAdWZ8HuUN/q7+79la1NBSES5BbAvb7vV/u1mMTTTCMdL2LF7amlkPCTCVs8GtMCddd4Y
CntpWR2AN82Cr+LsNBuG4kBBCcSIq7Zok/c8y8PnLpo+3Z/TbTkCngPRnPQY3QVy5FV49Uw9HdK0
xfd1assP1N3qTyF5UB3khVu3vlVWyfSQNVE3+VPSOr0fdRCWfH1x3Yx2UVPZvmXDsw20Bpr+648x
tx4qJRLPrnMHXB8sVJDVLh9Aq+cu9aCgr/vwAfGJYkQ6Qq8OO0shj8h1IiI3mUYPg1q4hFZej5Za
iKKIrjeCQi3YBH5Va/3iJ662xB+wdB36g2EpFbCe3KMFgJzQ+F/h0oVcTP7DQDXHKtrb/fI7r38S
31+KTENi5PNc/ySaVq1atKkawP/Kj0goGL+wXSlODZaD/yIENyEVbRYmaloCsIPG6+c0L6LbWRl5
D6x+BYh9QjYvEMANa+GWuFykGGWE5NA4wAqeBjO9oJSUNn7kKQkIQOQXv9OKLXaY/DeCW9wYMvkB
mgcCFC75anMmSHwqoVOoaIvl46NqivQpT9X2syWi+ZFKaPse3G0VxM1Cspcrkf5jUNXqIZ+S4Vxi
A/cROE/1Y6zU/NGqrPS/+xtmI+RKHVgEhynEsi6rkOuaCKEWVaYGdr20RyMvZ1RIQETu6LzeYDLl
KtCiQNaZKplkGVxvghkD72aOajWoG91Gxm+066AV0Db8aKobWKrm9KnmjYbNK9yQl3SByIcUbLST
jW7EfvpR8LikKKmsCV//jNE2B8dJWjVYwiL+pGdJ89XUk+QLlGj7aQKQurP5t3Yd1wwiVNw2XK+r
W1VDP8erXbJKC/WCl9J1omM/5sWj7o31RRgt4Cx7KC73v+nmloOoxqEDkIl2kPxVfyV8+pRanYiR
sB2hnX+UbbDHesznT4j9tQ/Uns0cQnAY/rbtuf1W0BswQe17QBTMmUjtzd2w+CLCbm3JXPG+F82y
Z8G09R2AqUECoWEPMEFuy79+YbXQbeLK0IJMUdEb4i37zmsz3BCgcTfvHXNpd/b51odg89H4AgJO
cFztc/xf+jErC9J7V1KFoF8Dc55SbMJxvkFDIXfqiWLqgBTN/Y+xdcDAGkpCiM174w/U6q+ZKp2j
1mYzaxSmzOWjFzsvHiDNb/cH2bhqyX//b5BVjMnK2K0nGmDB3EKUOmTaTOVWEsxq9DHFtLOWWx8P
dXZotuA32R2rQxQuLTd+ObC90F4ujjz++vHIIZiRSGzos3XxnuS+/P3r4C2lzrBqpHBLNny9XfBe
05SyTkiFE7241P2cPU5ZZ536ptYuRl3+ouxRP5aZlj+8fmFhZUBSosgBGmI1sCfSJXM6NBHA/kL2
NEwL6dJ2eAtNrtvZKJtz5DBwN5GUQgK5nmMKPEKxCf9B50VT+10rtHB8ntJKe6a5XBrIYaEmRQ+b
ytHBbfqhfX2eQtYARwFcGYDudfkxrZJ8jF3eqDqiV7j2IbXQqkv5rkFs5Xh/VbcSNmYI1AIYCzfC
WjGvpmlWxU2hB4ttT9OTPeDJ+4Jw2xiBuRxZ5CY0gS2XatYqb3hoVT9LkEMY6+UCyRBf1FrrnBwR
919itTX3tB+39jeCwLRt6afzWF/FitBesEBGBDTQIwhjtZbgE7LE3XPi5r8gtC07GcJWaJLkLQR/
VJkgrY6T6IGcWJOsYOU9TMbC+DKUdO7DPs/P7tg4h9CMxc6+3vwCsn5G4wVMHRW0691WOlZiDGAG
qD2AHn8sl0a7oONnCt/NpvjRbL1mOmpCgOMPsaI5zsOi9H6flIrxOHbZiMdhDETR57UcV3vbQ56q
1XHnMQq2klc9L+A11QsMglaxCdUgVnBDPauRpYkTeOYm+waC2fFObeN0+VHUxjKe4yiB7UZ2nzqH
eKry33qm188Ai4vUn3VQ0b464fcD2F2L9jbyRnAnJnCt4NUCwWfNVBW6UvBs7lQqeI1G6SbUT3nu
zqf7x2VjOfjT0UBF3MABYrLaIPRa+yEcLJ1yta1fpmqxvhR9/15NG+V8f6TbnU+QZUdISAB2UOtr
2YoiNTfS2g4cs/wx5qaFqpaL+gd18n9y1JE+3R/udmIMR7OK7ylHXd+NMcgGozM6O6AL0B1KHPEO
iWml7yZrnnbWcHNmIANl7w8A3VpGoVlMB0JkbwdcToIShk013tYxu/PTwjACr8HS4/WT44sRECAB
gaNexXPdRNaK1hkjWmX9BvkoRPSM0bmkjb1H49vIruGa0u+XuECcsdd0cWSqxj6jskO5bV4+x0VN
q53yavLFtmP06gYRf9BQ9zumrW68CSdn/tRV895deUNRkZBBat/SikdW/9YvHbDizC/GghV9I83J
ENWS8lRROmGVWeC59Xl2i/lou1ylvqhi/SVfpIyXFUIX8vXUbn6rle3+sMq0FmiQj81XJBIQ1Ywt
NH8xrcvsC0LQpXbwctN9ZKe0xiNMEuXz/Q+3vZrUSllPwLI3rWktnk1hoLAVOFozqme70BJsc029
ogAf9zgLzYB0Tj2RKzsuiym78OGyfMY8VDN3UvnbAEPdgPIflQ0Em5FsuQ7TrW53amhABtTTFoak
lSbvO9Q9Xr9VeRdDXpcYOuoUq1EWG2kDZXHNQJ1GrfrQDHWuHMzJmH7WC8/pnbtn49RTOKXpL9kF
hM/Vm6iOGtyubQAFRt3XxmNha2b5ZtFRPQocu0OZ8P7n3BqOGhSqBgi3Sp256yVcVHwP1RknkUUk
7g/bTctjH8bJt0rftZPYGAroBFQOF0424XNd8WpmPUpj4QRllsGxmmPvKe4N90uYNTtlvI1wxkgs
H/LwvGaMVXAZYV2DsOxQaVNrxcCIocpOFPZi11+mdrEvBQISP+6v49axuBpTJrB/vWQ8PUEydSgd
fDpgTQFziI/oE01SYTn6QHUz+rjMmgtRIBynczrF6tPQTePX+79ie4n/b+KrzWOF7WIOM2ezgsh6
pKaQBblGkcQF0PH6fUp/EUYONAD2zRorApiwK6grugG0lVZHbWYJH5WlIVYp07JXKJC/+zrlAUBE
iUimPPKtuFrcGomv2strEA3KkBvnOs6Nd6bVLcbZ04omO3iJjqCsLbIFwLk9Qp8FYhsWrwUkA5+i
KMz+ZXZ0jFbbSg0js51axwnGuXffRb2ifeEFPw1+ir3o3st4aw9zSniLg9+lSLIabKBbX8KmcIJ2
AoBY1diJaSMZcJypHc/0ud9hyG5tHZz2GIvnKTfUaonNKEnSQUudQJsdRTugYeCOvpaoSQgmcKj+
ub9R/1S01l8UC2WNahfvVuAj18elqKh6uB5H1I10s+NpPPYiwFO+57rIc/1jsiQzNWibmO5PWVKe
h9agDlOCyMzFEL/3YlM/3/9NWyuA8yM5JNQF6F3yi/x1ghf0EaMY2d9AUc3+cxHRB6zpq0PCtrSd
oTYuLrJImRuzm03vz/vjr6Fcb9GTnIJokKRj+yOlxv5YI6IW7wT3jWND6R/6AHq3PNXWla7QmfGv
LDGGiy2r0P18cdRfCPyCPGQrvUFbFb5ZNztPrVKoP9Ki2dMy2Rqfi4USG0gkKiKryyV1w9Yt2GqB
1WB3gh5/3JxiUkzzhDPeEvnzbBfLUVfr6JMAzosSE9ylj/e/6lbeRdjAMFaysCUF+/qzeq5b1KHR
eEHoesJ9nAdFWw6tA57YB8+mfIiVokiCyXYi1c9BpkR+5Wq4acPAHd6q47L8N+d59R3wLQvZ21qd
BGbvOJGfObPRBa7aofvqzGl9UZp4jI8kR6nnu2IU6euPqEUOK4V3pDXmuldSiqjVtR5cV+3N+ER5
I4YUubr86sh9v9xftduzQLWTkUBs0O8kubpetG40pmoIRXygXSCenQTtGVQT8yM+dOXOJr0NdAzl
EuGgyTvwE1eRQBNOVs9RGx+soW/OmCeg4ewa5Tmb2/w9kI09YIz8864jD6VVmX9TQgUvugblKLyp
PCC5SlCaYXTUFxTd9UR9l0Zq9cYczd9un+4Bnm5XU3pwSndb3o0oLshw8Ndxb5akzDuhITRp6Jim
2NkAfswxXwgNyU4Jf3MoagPQ8eXrao1Y86bBxTFtomNagXNBibn300WKlLhGdXrtHkFv7s/LFIYS
7QvjelZpDwUyjTMl0PUcvbvUs+ZjooTzc8tbdWeT/NkF11+NweCvaWTglFbXpcasALqWKSDxIO9r
ml+WWYsyo1Fm5RnlT/0dbkomxuKd0UbJARM3/ZtdGNN3TBatxAcmNQvf61qr8Zc/TOt8yMP4Q+YV
ymGaegUVp6btUSV95QpxhSHeyXUCvgVMxCr+maA+x7kyRJAReh9MU3zSFIWWctJpOyPdXChyJAeI
K68hnihrGT4zzuumGRkJ+H57KnNZh4qV5Xh/PrdJrhwGULIUVaLwtEbqzDFceafBebss9NDvUfv+
OpEaPhrmQH+knZzk2OhOjdUg2sRvFTdKH4as6ff8PW42OT8DXWxZmOOIwDa93nnIrbUDGEkShrFt
XvKwwM8QqljsA87e4/lujkWyJ1W55OquwtPA/ZotMDGCuogQfwD+ZD12FdmIbyjZ9OH+At/EJiZG
jJDYC25rCgXXE5sUtE0Xm8HowCzf6Ygu35XYwEXMrEP9MGleWqGJqHnf7w+7tXsQnwGjSD5Da2yd
+zmdvcyWKYJiCkFriyw8KX2l7sSLm2xATo6iKkk0ylFUc68nZyS9g7E2o6SeGA/hmCI/4A6WX88o
lLuRlj2HIk+eMW7oD6FUub4/ye3hpY0GNyfBWH7ov4LwAktaw6JVHsbOOGfDbByNRYgLAWF5FJYh
zlgyKH6jmCAQ6mQPV3f7aXnxcmJ4L8FUoKx3PXw7Tk0qTAk+15bl+zTk7jHk6kN2ePLqxi9CZ8S/
pHL2lKRv9y/Fev6mUiKT2zW9p3TtClfgeAxoY5PQIrr+rrPbFyyZ1G/3F/jG/AjMMqVDniyAGWXe
sJrirCBdknbxIIHgrXUcVVd5pyXAl32rjtUvczVVTxg5KD+mJS1fOALSPsprLl2FfEStDcoz70n3
Y6mGe1fV1uKDaSKnp9aIBtDqEPdo+hqZA+nYSsMk9TtE/P0WekUFxqODeogyLk4Zi7Vza91uOQ4z
4CaZdRJB1oBuAYXEMUHUBJ6XFY1fLS5OwFlnd9+pw8LPhY2Uno2hHn7EC4knPhgLcI/7X+UmveKj
AKoEe8s7wwHAdr3vlqKrnclpBvx9h+aMacrwNolE/UXP7fgTaII9x8it/UYAA1WESQ5p6moTLE5c
6bgO9UDmlxQjMF7nONf1gdnV9sP9qW0MxYwsdjZYBShdq6n1lCCcNufPzrmAgyZGiSRE8PVQemW7
s4qbQ9HlxPsawBap6vUqKuha2I2pggHy4reYToJZKDytfLL1fhfntzkWYcqmQyRpq6sV1AfpZogN
XaAUutY+TdZYew9VBnVM9cr5y/013NgeNBjJqqSnosTgXE8sjpGgGTwGqxsN353YfJsa0i8uHp0C
1uyYjTsreXvXgF/EEgV9IQCwXAbXA3ILJIZo2R/OnMP/DYmAWh3rO5SwjQMvN7yUwSXrpkl2PYoJ
WsISU9MHMy/tCakDROH9Om6yh3lyvE+J3ero3IRUyu4v5+bs4Nf9kRcm9VvdpCC3bAS4WgINRP0x
8JIqOdMfU/fEAbb2CCGWahRBDRCh/B1/XWZqL1l3Ls7yoGTwge9EdS5GQ/ZQnFdjeokbkjgF5wZB
9BsngqzOQwT12SFGjccrWZL2iLvuvyYmcjtvl430Eq4CaDDINpw0NDSvZ6UA0ZYMAoKF2zVBa3bV
r6pc3EPeYARdLYr9bArMoYdR+5kmyfIV2MFeX2rrA5KkcCak0/1NyKbUZAlP46aIUwMnK3tZTpS/
0sP9bbJxMQCQliVNyYsEW3w9UTBHRYU66RC4mF9yDYzhZbDm4mhUbv9GNF4HHE7YgUcp7NwY3l4L
f2v34CkOI54yJvXx1S416taIrQHmIny+9DQpWYPRhz0EjT2J4/2Zbg5Fy0si/LBrXXfS0RdQ3KLE
kXksU3wpGgoXA85IwWQ2ys7Z2x6KOg/zkvFsdSYigTFHo1K1o5TZ/VSHrv7sxWlxid0h3NmpG0Ox
OxAQpy5LDW/tElDgSoHtZT0EIa+Qg1nECIpNzugXIwTG+wu4EaAB5MF7Y07yEl9tlVENBy3OscRS
F26ARBcDxaoGe1W306HC1PAXLvdHvAVk86aC7AYaC6Flas9y9/4VXNrCyhER514tUzBDfpEvlfUO
g41RO6LF1fxrCzOB1uz0RufjMWUvFPVC52VCVDw6Rnap9XvV4o1TKaWGgEjyLILBufpF6WRFClJ5
3PTl1JwU+NvNqRcjaCfiRf2fbWVlG1DTifUvCIHZb3RCVX+M7SVGeJCOwfNkYQlnTHmhfhQGxkY7
mcjGeZY4UYqs0uoSabvrFdOKcLLUJMUBxevmg12maUCd1Tx6TfaSNEAYuaG0B3yp+hNA0D2y8NZu
RIRRCjdDPL/Rqa0ci4e4PXCHxzCqBs9SnpJI+4lwgPbaCiQ7A71fupoU7RFKWh2xwbASnqJAoYVT
Oacpq9qzyKf+qJTNnkbExg0u34ksKz4oNJpXQ1GcjmNcecgj42Z+qttoDsJWmf+l4N37bZRrR1NY
7s533NhntLVNrlWuOl4Lq2zISRDO10ssxY0oGYNRn/LvtlWVO3Dfjd3CKJhmk7xyB6xTZBr/WjqY
5hAwleVQLEJ/QuPC+MdLU+ekwGo9OZWwD4kX6RDQOvPD/fP9BxFzVUtD00DDmZTzDcaUAv31bk0G
zHGKMcM4fYBU8qCHYU27eQ7D2Q87DXZk2PRpeHSQC8UmNq7EhBSi0/2XmtP8O7d69UdTxs256o3k
NIRhfBlNp/jcKVliH6NsNNH2HmNcmBKkO6gKjQRQFCs7uz7NVL6SB05hr++xkG9fn6QMEK1VWV7g
7bguL2RAZYRNJgQOyPuSQCf3Qjz9hoznZwwl8JS5BaCLea59pEKxrpGhjWLztyKx31Nav+Bf+f7+
Qt9sYbmP8Eam5sstAbj2ep1Ta8gSOliUjqLZesK5E20VtXHVp4g6EwA9tzhQXrL38Arbw4KeIXuB
irWm19YOcJ6ciyJwqY76dTTiaWhnygUTMKyWEP06DH3WXe7P9SYG/TkzNJkYUKIlVse1SHCbjWfm
mjSOd66bYXzIw74IhKtPO7n91lAayDeOjkuivQZ88aJNO4/mRCAZEQdhmS0viH6G06HtFW1k3L46
KcwKpItU4KLvwre4/oJ9qVvQvwdBQtqGVZA5wvynyLTwqxjy7gD6tLrUaTq97WdU0O8v6ObQ0seF
fAafknWDFDWCKlXNUSB3ZcfHtMEl2oWGeUZOLXqetCQKCgTu/W6q97zft9YXnBJAV8q8zHuVcWRo
aVog5KnT1QtI91xfAgdq5DHM2z2BppvkhvWFVEergjMLJF/+lL8yjcxordTyZgGWtMOR0zPmw+Ql
i19YVn5YYADtdPA3x6OOC90MtCb/53o8yo985HrCkAftzWORltmxMbEFQ7W0e7ZtEe98xK2jiPKz
BA3DeyYoXY9HmpVO45JI6lQ2flCbMfRNdckejMoa/NaOerTk572G2q3qFauKNQdvKShV4PlWqxoZ
mui9MO+DKVygsakKrd1TrAyoJhm9Y70UqV24B8Nzeu4dT4leYDmLEV2lfuEjpPE40hY2StevLKHi
nQie4z/+pf4RbJW7pyq3tdskUv4PVp6X8GqJeHVOmhtzmjNu+6M3uenbMOG9zJN2jwdw+75kYcBT
4vwjiRV0368/R4TFbrHUighQaFW+cXDrb5m5mA9OP2s/RVvmnq8VbfJEKLA/mIq7/Kepbe/uvFO2
NiHPabYEhRdQa6tXbjin5px6zFjNw+WANez8xhS6/RUqePKtdtX8y/1IsjUebU6pKEEnHsjF9azj
yMCjaWhFIHqjf5nCDFVQNGs7msdhmh1EUu8JhN6kUawzUQu7BukxT5HzekRcOkE4tg1hEzeTT162
aO/jONzJojYHkTUywNDkaut6Pp3OZRkdzLWgD06fLcSx32TToO9khFvbE7T//46y2jKaBsdMdSuB
Y2pSHOJE94LYy9ND16X28fXfiVBB2QpkpUR3X6+a2xeDUwgSGBSA+8/WGJVvKpLwbzVpXAVejvD7
2rcl34nnP6Rb3i1IGq0mp6LMHvJwJ1Nwm/HBc0XnU5Sw0aGy7KPeQoS6P8M/0PT1fQrvioQP1AdP
2tUUF4fAPhncp2i9SqNqfGV/WWZoPullZcWnWunzb8pYixQUUjNJwTcxJ0fynMjxrbYUn8F/zY5v
m5WWB7EzRtaF0DGVR5TZh9iv8hoNhQRLondp3AmqcLmeXVJgU6Y/GEX6azTB4/uDCDt95+Nt7ROq
Y8QvLGdQ2VrlPx1fx64slhKwtriMDtyBSsnmC6e9P9xfxa1LhUotBRy0rmQN4nqfODC0nNKScvRT
Nh8VwPEPau5FZ2pjWaBSsw26vtkrqG7Nj6MMsIB9Inu/14Oi1m4kWrhIDXzqmqUCh1Y4KDmbZri3
K7eGggIJ014SlqkHXg+lRblJvZHurgOoHubn2DzPAqH2eNbznXxgYyklcAH6IUg7xBjkT/kr/xgs
xR7MOe6D3hiU/0IdGWC/NuchsJHdetSdbjhVyCftvAs2JshrHbCdQYvkFp7adm6WVHVJtQBLcN9u
LPGQAVcEmqDuxZTNoVASkpxeOlBrAqujza3RlOQZSRL9HgRCsXrdD/SgxvR0f1fKr7I62pAHkZmg
3QWZc11TrLNYLKnK3YombHVMi7Q+mVb9akEmKfFG7KB2ykV288wgBnsIyjEfYQ3IRcdNO35rhD6S
TY11/vP+lDYuTgbjxoQyTuFprRqmlyTmuMPjFYnE7rkJbeeg9GP3mEOjeJuKKd0Jj5vjQXpAVBxE
FPKY17vRXKKssFSqSELoy4VUZjgby9Cfsgw3CugYezTTjSeGZDXLVIRiBE+p6/FSAVy47qnmAGEJ
nxHDwSHeGHUM/IjCIDoO+NarJ01Yv+6v69ap4+nGm4YzIN831+PqMZ4zTsLNbblYfaeulz4lsBPP
bCunhAnaVpdEGcudXHxrdfE4Iqpw2cnO5PWoy2R2FqU4wgori/mpbp+8OpvhTyStH6E+frw/y62j
J/XmEN+llUAp63q8LE2iKpGl/KpfymPm9OpDpYz/Lk6z103YWE+IZHRbAXxRBVwrPckWg+gcpeO6
c81DHNb618zELPlQqWo3+A4qSIBohW7uYN43x+W9T4eb0emzXc+QcBo2rUzzpharJjfF2SAfS/MJ
96DilHKh07gpmp2QfcvNg1TLy1TeQZR6mPf1qG3el17LSySwW1F9yHSYChQdhvFFDJSfu4KbyUlV
fkAvqoO+tOJ9hyvsAY9P5d96VttjpKTVXs1lY3MRlfhZLmB47pLVUtTGZPRWxZsZ2MvIndzol8gw
Qr/0xHyxI2tPPeS2Ri9XARtI2X3AVnSdLBqti75lSnlAUyjPB51SkSJlepG4D7PWec9TAskhoB/R
mWg1TpV2GJVsSAOzntvfgzuQPrx6u/ODJEWW88UyrD6L1iQguVV+UDz1pJE1JzvElzKYkm5vv28t
NgeZrqTEagOXut4BRp/MFFxSqgZq2cbnpeF1iTJmE0VHt6mmBCiike8Fy437jYYkpQOcCsiU133r
PJ4XOx/sLhgWw/xacEl9qDXFO9xfxa0jhT0zdHBJjuNdfD21nLJtNLt6h1ZLZf8QYqoDoeT6xWBU
f9JEeEqmIj7fH3QjUkkpPibH65jrYFUVcUXc9LmwuqBwTAoUI4xNg2LPWRfK/2cooriH1jpJCbpn
1/NTFiePrUbrghSHjgAL+uTNNHu/8I2KPtyf1NYmIT0GDErKIEHo1yPBOcvHVpu7YNHs+MHqxvIZ
Ysc3xe6igyd4C9wfbmsNiYBkWMQkCTK7Hi5Bn23ueFcEU2T1/tyh6GZWiUCxYbc+t7UTgdL9GQ3R
ljU2G69Vawa8Q1nZ/cOcSLQHO07anTi7OQpgLnBcYKa4Wq4nVOMxEIcafb5W6/QvZVKGQIrd5Pv9
ZduMY6SNkg8GGpur5HoYL7G6FOmfLkgGBwL7/3B2XktyIl27viIi8OaUolxbdcvrhJBGEiQ+cZlw
9f/D7JOvqzu6YrZmDjVDkZDJWu96TQcWKAhf2hu9JZJK6+ZgZj1xMl3d7BYxFXviqZwDgYXuldHW
WzvPs2iF+RdG6SWbeXHTwSO8c9gx3ws+NMP0HA66PBgzZH7NKIrkCiu8gmS/tcaYirHpWGJIzRcH
mWCwOwq8C3eyyqxDmQXerid25cP7a/zWq7nRzxBAMPah3nu5xCKwlBWOJU9ydZo9INjvLszkcwer
48oavlFQbjRnxtQIQ2kDLjYBYCL2RQ4llj9W9U6gEPueqr69A+0g9GMV621UNtlWLmQf37/HN1eS
7c7JubG0Lgewvi6DsBuBafK5tr7iaNXB3Qj1lT2xPY+LHof72yIE/w0+viQzEB9GNduB0NiuMk7M
+sV34TTdsQuV3iPSxgqaNIKTWc/mztKTuFJvvfkgN27d/7v8pTVj3ynh1xE3WTuI0DMdDo+hlUax
4w7i9P56vnV68oVlmszWZ5J08SQtOzdsy+DN7GkbkgoqZxY36ersnGHsD2O4jleW9s1749aomDeO
/2WjGvooQasGPc3sbbybaulubLdyEjWkzpXP3Ztv6XahzWSfs/qi/bAy053VxKVUipdmHGLtW+5T
XEafi3Uan1crbH/3VmF+twjjvHKbr+PXqNso2aBkAsxDdNrW4X8QB38cy9oOM/BE5irLWUl8JuK1
XssvEBxMG7HZFBAxbRv5B1VMuc83GX+Jas5TO5ZjJ/1dgfUJycJ5iLAhLaMBtzKtTRVXvp0ue8oK
AlKLWfWxkc7OtYyKtx6TD+i4MRPR01+WCsZiOwNaa8pOgLzEHnMMD7W5VjCLsXm7JpO7drWL85GY
NKsp7O0tNILsoKsSMXkvanEj1sC9Bju99crT6+P3QesX8O/LJ6Ngtg0qotu3cXTa0WrVJ1M7xi6s
lvYQDV1+5Vh+6zDhiaLjomzgE3jxJmREMNWLwZhWFLlx67h9ZcYucSSo0DIyK3fSXUqVhF1afK2c
zvqlF9fPk/e3+VvHZsS8lgMYUvwr56BS5DlqJOiK1bI6n1N7jD5nYX2NA/Zv7X95btKwbRRd9EJ4
MLxcWpunV6TY+u7aNl/Lo6js4nfWq2qIDd58hxj19FPd1BgImMQOJ4JIrD8Yq+D9W/r9ZAAEZoxL
lNb1vYH5y5hAPYjgHhlDxFS0r9cf3dSN9S50avxwi8FIvbjwPZ3HtmHV3YMYbIvcoAoFW6LCUf5n
Ag7vxublCCYFoQ5R9Mv7C2RX9uQqMnCbav9xDlOSgzqzPIyjeeUL+8aO4EMO7kRyJGDzJTYqVxnI
sgM6KaXnxvjmeicKqxR/CHjP778bbx1VG1BCTQbOTFN38YKKWlG6hLT3dumV7W5cRtzXVTCXP0Vh
G09MUslZkGMfEvjWly6hAGOHrDd2vUzVsfB89FQI7ax7jLFDIBa38U5IBMLH1Ahac98PvXoaFlb1
0GX4wF3pR9+o57ZyAEbzNmlDlPDymaxQgJehANqtSlfsO2NZTtXo/7RSEX0uUmxx2Nj1VbbeW/Us
Lqa0cJvwaxMovbxsF1S+FDndde9U7oMxKC+JcpHXcQsUMu0w92C22au53IWlVPt5MYgA6MN2z2a3
/77/BN94WegjbZAZcDb+bLv/f741cNnHNVgjucNh2vkl8hm9hcQuZzfMS3lN6/bGeuOnCUOPDzge
cpekotAAZbDCedhRIFQ3Vj0uh6XPJkgSDoaGlV3/cDwg7/98h1wUaJuThervcpTak6LMg16hyypZ
cSpM9tmdTHMXWeP/x4AHI0hw0u3DvUVpvVxMac6rTcIw9+fONdkVDE3nStv71AHzeP+u3lrKbX9D
P4Z38orIiu+q9mpCn3YzMaYH6C7IN1EpHf0OOnAnovw2wPPqSmXyxssCe2pjI29dM4LFl/e3qtDP
bCURNE/SIkmyGA/uGOh4FMM1e603L0WVxx8LIOByCoigbRhJUB12hIOMSRY1znGMOpX0wroWCPrm
UmIfhqsmRQuU8pd3JTBxZ9QP3tAINhqheOaOeU++1/aCvMHQ4mSqcriylK8dJjcrFSAHEmI2n5zL
hEA36MxuTluwh6Ue5KFt7PrDPGVOEa99F4xxUIackF1JMuoJFE8ucaHK8G89jlW489cguw0szTAP
OM8/q6anBO8LvXx+/zV7o+AhEJ0S9N9pPUjqy7WZc9liLUkUWpjrhrFNvu6dyfk89FZ1k0beNXPR
N546CjgcJoDEUYldckdbc2klOACdPhd47MhiQkGZZnddt5rXPl3by3pRcGySN/T+W+YcTowvb40y
b04dDarQSZ36e2cJiJXCzn3eebNsTrrBcD620lQdSdkwjsUyZXXsG55x+M9LjCRuqw5QNGzWri9/
RwdKEwjCu3bmvOS4VmPhldti2XvR1N+2jcy+vH+9N9cYWtwmr8E37JLg0pnSjPRKA+5EmHllKxGG
vTTGm5n2/z9XInQxeFrZNAH/Rttf3FrQe0r2br/r62VIuhEbwNJiXDSKtT//17vaLsVFmI0hWric
Fw11p10Izv1uMht98FD+xuacTocqvarzer0ngNO3aJCN+76F1L28q0kvdYNssYcoNamERjE/M+XO
96tvo9Ek5/74/q29dqcA/+Gs4I2EK8oUZXui//ONzhs3aN0Jb+NpgXO1W13K74Ply9WPZ/bII+rB
yoitAXOruPNGhiulGzV7nECzIc5J9TBjR5GuHKekcZf7rvadm6JO599FWNuHNBVjmfRaW3esnSqT
zkZNnGUGPhXv38gb3CqwSD5WMKeZ3dNZv7yRtDUW38QAf0dyovoDRF+f22Aoz02NniwOjHHcl9qI
jhIbunOEP9NXr/P67MrOf70B+BXQgTYd82bUtz3f/13Oth2HuhI45Ni5+MBbIh6IFsGfQ3VXE+W3
Uu7lIYMxH48P2iI6Huqrl9eK+hwL9+1AK/3Fu2+0KrPYIW781FV5HFbFIfdddVdy6O3GTAfJyCtr
eU10ZXe8/sTxM4ihteGSc9uX2gh3cdJw2r6mTuaqOFgn++AYjdgTNreF+I3iVLrFNRz/jX1CYQnj
GpyPmciliUZHN6Srwetxfg0R8wTtcpc6YnhQUVlOKLrn6poF1GvUBlcLGJQoY9ktr+oTFRAcluqV
r9Uk53gpGpFkoyqwKRTtQbhWt/dJnkiC2Zaf3n+1tzL58jkzFAngiWxM3MsPF6if7lRnITDJtYv/
RFvch3j1nN6/yhv8dW4Q9T//0EGElxtITkO5pjrqd6Yr8YdI/aU9h8OyxGiksTawloqEHKN15n22
gK4Wwig+qVpYiRmV+dMYzlV76NM8P6w5kULv/7g3thXfMOjANoJUHsPF99QYRFnYoqSgIdvtkztY
wz60ZVQmC5XOemUPv/VCM0jdNB+47uEc9HJfwbMwQcW4mGGOzb7OXXeXj2HwOEYl0eAGH20PNOzK
Rd96of/3ohctvCfbtfbNnBn6VPqMIAqZRAb1guun9uNMXu4VNsLr15ktuykdITnRpV428qapCpWV
2BT7S7ScIY71uPr2xr7t8cabAq1wo+yJwTTXa7Gbr67MpAFVDagP2CcV+MWd4myw+Ezt0bgYIhhO
rttn2Fpgz07+11iZ5dExy1AktVdn5yj1/nOfQR9KQUTThgISftdFgwwjuagWZmS7CeV0fbQBYu8I
x7NuGx8s+7++t9vFELlszh2grpcGkctQjp3dtjBqYLXfEkbpJbNRBkkkm+DKKfHGsm5RJCQIbZD5
61mOiU6Jqg4yjcKeTHRMBKBWdrtFBmtsrcgSFQBmgrPoNc3x63aDu+REBMCjL8XX/qLKzBqIEK0B
Qoa/ufVzstv8D6Wtv2BYP7gHsoxaY8cz94dY965/dKfMymK/VeWNV0d4OEcDNMtdWvQY+HQV9nDQ
v9P+yjz21a7efiQfCoBGoi54Gi93dRDWljbGBVW79mwHfHV1DoGaOcVnqrh+6DzAEEy94/dPrleH
N/M8op1wQ6IsgAF9UZYEG9sZW1RGUnVafm2aMLdiZbhXKc9v3N5G9tks7BnfE3f98vaoNGTPm8F1
tFkcKzcnyNsKtXB2Si7hZzBkznDDmOZf79/fG6/dNgneLNgJDURF+PK6ZYRr7Dxy3TXLN9p+Px5C
0bpxHQxRIguZ7fveB0ft62u08tcrizPY9sGibqUmvxwQSw3nSQQAbFhLT/dWaiwfpRiv5cO8Opc3
8QS1P6wa6oxX9fGUFws3TgM/FBlRdsPsngZP/FzXcT7lGsz3/eV8/Rihh/GywNrCqBSG/svlTBlQ
TQ6j4J1AtVztgmUaDqU9ZqfC8dLn1FP2TW8U3ZWPwavP60ZKAw/Bw3rrqS4n+nU306t6ELjWgWDi
rK110taO2IlSd1f2w5uX4njamEp0xpecxtGdcVQM4c4QD+j9ylud/tZFZT0WQMFf31/L168md7Up
Lv4FIa1LRqhh5YqlZlxpO3MlT0VkZ3NS21mGt3QmaGIwsFcBfL9KHLH8b6Irz/KNFxSWEEwJnuiW
fnZx4iyGs/WnzKqoJ9Jj3qXhjanm6em/3yXnLgImBqUMvi+uInRHNK4N1oOIPzx2Lpq/Y9SvUDcd
Gf7BVLAN8Tn0gnu3yf0rA+HXTRcvDvK07U01mQdcMqFsR605mUwwd1bb7ggyaqyGIdIk9Y4Ur/Xr
bFtzc+gtVz7nRebjdANNBad0GczeFTnGWy8WFRvQIZXFdti+3Dkd9avEVQMCzGSJxzVvq91koCnd
FaONDvD9RX/r0WIigvxv60GgZL28WGbBIIXvBYPUrfvbzDbkYbHFNfDwrbPnf6+y/Yr/aSaB8ou5
wywHMtZUItYVxS4cUolB5NiNByRW85/3b+u1KyrPc0t++BdhZtBzcV8twKDRjCwieVPOEAP/ST9O
Kzt4aJi5f585i2+Acqwi1qFyzpiNjHdV5IjnOm3qmyB3UNG9/5PeXAN45yiG6Xw4GV+uQYt9gyg3
SkeLbdYX32irG/Jire8yrIMktBvsvN6/4FvvEYXRBmLBpsJv5OUFPaI2+3EFMktLQ5wUE+4k7ZZy
v5kp/efq8N95HYcExxRDkovVXsdgVX4IRUyiCTusQVOd88Uck8JS3un9u3rrLGQAiu4QxAw4+mJ3
+LUxFWNGetpkBlWQeGRp/hnzFK9yQ7rzORjr+c7shXlAZ1Ec37/2Gyv6r5STo4IeDrLuyxVdi2Vx
Gpw9dnNmtPfTIs0nNMFIRxHOHN6/FC65b2xNEC1KAipSWrhLyNMd6jrE7RV/n7lhbxq6DLt44miY
cFd12uc+N7hNziJ7PfbWNH1C/q7Bt8PeGGM3D0pxsCDSfjRK3/i5LDr9aLFyn702IBgrV2H0l/Gb
/31cWqCvIZRWFC+WWJbjYnl8X0QVCPPYTV73W/aO2x36fhr/8ZtG67hfie6Kh1kMT/hJW7jv+p37
O5S6/G3B5m9Py5q7VSyHTn/QWTe1uHS6WwlfONU/VPzWlyakmkp8nKi/qSGYh+OytsW30ts8di2T
lDg0rGn5LFyHQra3U/GBsOchL2KEw+b9UMxRdwKVRWJFDQpFozDX/vc89371UPmBcVj8lC6eMnZC
cr8GaZqElZ+5R2zyiqQfGY4f8mgNxSmN0ggMIGyCOTHtBefgpV0I/VCmaNbEaC2hD/iDVKeoqxTI
W2eETlzXi8ye+jlrv8GZzX42fTN983OIy3u7JXAV7Sfme4k7r9793Gaz2nS/8wMYkmUkRjpNRMJH
trZu04IMBZSsUfFP4425cR8GufUMvYwUVUcEPLK+s4hyVgIz11ZleEMOZhMUz/OqZLHHTnqM4spr
lq8IAXIcn+1xWvgrsviC2HR26JdM9+BhOwKiNufDfbMaVQuTs+E3TZ6V6l0UrOIPWVFZuNNI+UnG
0aUeHrsRTSAGYBhoHTJ8s4AjDWE/GHkrxQ0Gb82DCIKUO82j8ibzjNo71CH7YMenyv3WzkX+kyw5
9xucRBLi04KOj5FBsRzrvredvbA8xgcVWcRFnLoZLXPVFIwSGpzX713TXRQh1oGEjSwsTXhb3nvZ
DezapT6OndM9ZU2Wfp3r1fLgIeCNk/SKENZDMLVRhUSn6cp7XAosGBH1nN9Iy4THljp5c2h13603
hqtBwWEPuWU8OHXexeEcTM3JmwPTYLzA/PUESTK6MagK/uCQ1GOEnhsRwY5FlpvnuvA6majMDH66
GO95Bz9FCBRX2LuGMREDbfQ86aZcjiJiTn/G42ap6M+q2T46acr/zDD0cqMynLNOpVMuT/ja2VXc
iUJ8qsx+uGOw7jwrJUyMg6da/fB9aAA7W0EJPmI8XpXw80bfu7HCNIXPrOk59wLixHRYh3C1Ym/2
Bu/DIkJuswpmXZ1NH//UW4rvxolpabpnTLoN7CLNbGwP1dJLDE8mmf4z+cFSnlyZjv+0qd18pclc
czjvyl2gJWgwwiVbrL954Rd3i6kFZxLhH3Ps6qCHQxJkbhA3so8+DpmBWqJdZDlsa1yeNO8i8kt/
qp7SjKC4o6ZHuNEuL9qxWn1ay6a1m79DwQgkXvyZVrqufFwnjEkO5yCoyJnsqcSbQwV2BbiTV/V0
UlWQJpG1NO6+zMPUPsNWaMttU8z/ACc7U6zA9Z6dNOjZz8Yo7lzZ1h/XKq3ceHHL9HvQZHWZ1IVy
+/Oc6fwP/ffy3XOlL5O5dhSfzIXgpFPKkzYTX1hFs2shTj2P/qyavZ3lZXY28lXp3Vgb2Bgxg7Xw
77ENbCIcbzLXGIYG+RZUImG/H/sylXFXEKx9WpfR++EqLdw4C5a52MupLcIE93/O5AxpgjyMZjsV
D3k+Feo4iGmZk4WAuflEjsaS3sra0/2N3GT3cR5IA+gp6K35nJpOFh2roqpo+HAmiE6RN7QS/kAR
6R+5yHT1iY7X/W2FKs8oxFJMm5FNaRB37bH5nwZzLdQ+dBbAM7+tdH1nSSfQRxHoNLhl7S375C8w
0A3Mr9p8fFxC7YjbdDXmdC+xiWt/q8Wy6m9wNCRH4tpPa57Hnq1tfzwSqhIFvybR6fBXa/eeLWIi
f90l3GfEQwVfYcpgrBkrb52MjwYz5ugPlUfeJWG5NL1xpFvZjFHwLcbVK1b+tCK3GgKZY5lr2GWz
mDs5FEZ5VAqT+58BsxNYNc4arr8Na56lF+vJ7+QpzTw7C25xNOfI2lkiGs1PZluu+ktoQF2A/9Ba
6iEQWT/+7nztW18NFxzodsASyKH8X830b++0Kp8OhFEXRXPszHrJn8LOn5Z7rcl4kaiJ8Es3iHax
/LZIXKMQ3Z9xzbK2ibXSwfjRhdLS3pZayYDhX7jq+twTH/RNZqFndbEZZX32AEt4ck8N7ET3du5a
MGaiTL3B+RTauN0mWbr6M1bCmS6KZ6PyhzLbE7ASCQdWZFdG3b4BFDI+kq0FGzQryAR+DJlwZkZc
Zsu2bkLTWS/EJCisMQ7DbOalc2gQI9p7Z6zJz8QoY7AU2akhQVGnGs17/iDLauz+mDRKbY/mOR+M
h8YNJ+/AX4pg6JiY4GJ+YwLkFH8YsAxZn8zOIsZzTmOdJXbq1w+zrcfx1OvWbBnpu3N3G7ZGprM4
qrHucXY+KV3pI36AW1qOFayLG8ZNpyJcfYrcJemgc9tqvHfXpYvu82rzlF/qaYDR6zsL1lGx6uvI
/1QPol8wlKoMVZLupqOpO+oyKgjtrSfXPrWhN7jnsiUX6s4326g4dD4Mutglawv1mUFs6W4lEsvM
EiOPsvx3GKxz9tBBg7Tj1auxocvkTNqCOU34Rw1GziDSdpblcdhsORLsw6lTu8pp7YNnq65MHGxq
68OkW8fd4WmhPRkX2SgiBqZlzSC9FJaJ4Lrpyw+NlUN7SN01zRPyjsws9qypeoQWjlPzOlnFl3yE
Dr5r59Ezjg6kRxIg/cyJ7daIpmSe7fGruVrjHFdoAt2EQEx1Tm0bT+mmZ0/vcNdIs0SUvvO4VHr4
xthfrbvJNSwebOSk+qbpIn9JULhMMECEtMUe+wtcjvxgrGCopTZ/31RV9qv2sFzBXH/OmtPirdWd
U4q6SBzdtbejYZn5fWqFzbJf5zR/nK3GYOEGGXz2NvZdHq926Yd8tpgW7kYMsRhgBPy3u7qYKBGC
IrCb3ZzrDhirx5UPVyCia+PGHAbzR1cORB7nY9R3MQUjqWJRGnTOAc/8OTqGeGF4sRqaLkyCsTWt
pO8kZtTSmgaAW3Naxk9dPSp5FKJe1S8KSNuNmQdWxZ/cUEUX1y724Md0MOZJP2REnpaHNVvVasQq
apT8FjZkBwaHdW0MG8O31Ov3cvBVtZcWAcC/rLk3v5M6TrsWh41czqbqVRj7+QBpc+HzH+zNXjdG
vKDuIRi1CO3xthm84mSmnmhu5l5NYcyxmk5PlqlMKvfZW7okM9Nm3fs0eP0toZyLPmot7ZHyNphq
XvVidMlYqyPGX3UEZkugzoqmxpoV03gvXM9TM+RrErWNZ+1ngb97E9Ndc+z0S2iVDzYZnOWTGIFF
HpcWv6B94bQ9XEYj1B9x7UurE+5NwVnIKu92XSq69egKsLe7iOd4dKvV491wqX33OIrq8qn1F8fZ
550Mbzin1z9BBxNSy606bSrRPJRe3X+tSJIa4kCaFCpSM5mAy6tqPw4dQTIOwHf1i10z/vKo2MzY
lmvn33Xr2E371qz9v344ZQPhQUrWN07ZBn/n2R3yJCMh+K7tMXtLMr+E2V1T5tYQsdtKJFpG9UfF
MfHsDnJE7QinUMZtjWzngYQnp4+HqcT0BSNgO08wOrGf8bjGTZwiuf2w1tLIzkNuL9Gpa8gLuMlG
3WNnmPOdisc+24zIgoUfEXq51PdRKLL7smuigfbKIHKyREJGSLMhSTeAoD38CLu6fCIII1wZiTf1
F12WoHzshPxj2nn8TycffeZOQ/qlPpuNpd+rQuAWNmeRZ+79ceHyA+XlCR2CCmIG0UoihI6aJukH
I+x22LRFu0F6lYXiMDWfclFAkZjy7aQfw6G9zfRs1l8B7YafaSpbZzfPVtffsCeDozHBUfru51WW
Mx2viyIu5Jh+mediJvZbe+uQRFnVmzFlnvgx+pKARRk1XWzPkOI/rX5Yr3eD2xkCtng2jjeY4HW/
ZoIl+MHIB4M4c/JQnUaXU6Au2mg6UODM1Y0vgvVc9jyt5zYN8ztr5mTcL729WjdszbQ5A360dexK
MzPu1LTK4UgAOd1QKZveOhoRkFCMUGl29mMQdfW3geih5pulTL+JcWVrii+qNvxoZ6ytW8Rl0Uhs
SxonIjlByvFnZlQQQeh/CuEiD526YKcjqjxgbZsyF28Jez3MRaXCm7x3iIqpse7uv+GsuYQUeyL9
ZnO2YsFBIvhntxjz7yahS19Det8vcgmah6Xu1p+MwIrqHHJ06FjMvMmJXXtzfUzbvPkc5GMKMCpY
vAbrn/GnMQWOip0eFrjyZfhF5n40n7JxiH6F6bgORy9LZ/c56gvX25Mi5v6TGpb2k6hovPDMMc6R
6gnq1X4tK+uO9NT2LvftQcV8KELor7Izn+eatv2EE47lPOSqH4eTInWbQyZI2+a+GtapPCm3K6zP
sgGruV35OqoDEchFR/E8Gzc8RP2PuxL/dnSNVjUf6kV3zp07udPfHLpmn/QVtODYDTdbsjJsh3ZH
WVwG8ehBjrnPRdUHe6ttB+sxtUOjxHHOC3+bJLB9YrS/jmfQDGHHqqga834yGQsrUYZp4hluOB/n
wUkNMBuvOtZOo7KTaE3xwZhrRUJsY4/qRBBvesgBZ8a7RhXe2Z+t1ttlyl7N25qFUXEReEZzbLTV
nBnQ+sU5axznk5PJirrCGcttThQ6X0Ey2u4wtvVQx8YIpripgCpAgoEMDq4OOTVGnU1X0ZaR/jap
VBY76fF6Fp2Z2ntpW90zXFKnwYJuMW5lL/siUYHTO7zYXJj0Rdn/sWvCQnbMLYULR7oSE8Xt6H73
tC7rs913OBalPiGGCECIpZppfp0PepjCQ28HYXr01pres+/XYtzPEYlGeJHyHiUcnpxrBVSxfyi9
RZO0cjbMOMxC8act+oWMcd/XN0Jh6abjysocYOTcMPVd1aZUg+40ghU5pD7xLWmLpj2YiymCI13e
GHLjxpqrNrYaOd56Yg7bB9sjCOJkSLjfsYndO+cIMq3+vhpVdWuvhXe7FHVgxiawtfVUtINcD8Bf
tneYGcR/dXRkLztZ4N15MIEKshu7oHxN4OPiRpKSK/enwR2kjTEQNKwjO9q2jjPlSX3SLk6wZzdb
F3FbLHpIYxUWqUsOMGbJNIGE0O5CnpE8SScPjtPiIKrkwLEQXuCf5B2ydMrlDo6/td7jsDmP+yZq
7enLaFAi7ld+zp5yFR17BuOi3c2dU+YxE94gYHtGmbezJPGxu4FLy1gYQfAxs9ImiEWe1XmctRNQ
S5hnEjFS2aQkxWCD/yiMpiI9CdF2/+jmS3AqzaroE4Ar6wPnd/UNSkRO9pd2m1+54dY34WRjVmXU
wizPnaJExLzRU35SlKv7XKCo+sGv3dIkSisajgUgxXfcQJxPNbtvPla2xJwUcxzvaxMtQsaOo/r7
0eW79FeNpvsZg2v4LLDzi4cpm8MVDpEP+AOGtvxABuQOsTtr8klVYZvizuhZrDifW3XuWmdoMci0
raepKE3jlPddkN55DAamBIdn/7ZBm1ImbSOi7gDnzXkOa6OPICMTWBn7vpH2eC39+2xXFRm/gem6
7uMaWt3wGLilyWk3uRnp4e4QVsnUW8NHj0PizzpTpO6wFqu9s1MN82ezx+V838GGj5DA00pz8Ifz
nUaryJvPPjmWOiIKtG3K6ddqB6pNxip35MFyVYVosnLXx5F2tzrPKB/HmE+n86W2vDVLwnrK05OD
PvZptVvNdjINymNlmDJp5xw7JbxC0fCQ64XSwBl1puNpHaXDY814bFO6Bo+QngEPeX1GUsgktJdk
gYJ5UjO+NbHdQaHf68Y0+8QtkbRQiE0NLg5lu/ycIeV2uyKtCNgTQSvADWvyWjGmT0s8uaidT6qg
qolLbyifxg7J2wG4tv/UeyUcNAiLY79D5cTEU+R9+Ju2Rp8Dgw4yBk3ojrWwQR+isWqnX2Nky+HQ
DqbT3TZe1hs/12hx/kY9+em7ocrdu7Svut8hyHC5Lxblfp6mVJxXO82qPdUCgjxP5YTmhmCIf53S
s4p9TvjkDAl3ULhUNCnz+ZinX07PfWvr9TAib5qTlZPi7FJHV3sUiO6nKG01E7zcGL5ETqOftc+n
p1oAinYy661P7ZLP7k2tu+pJLyo1n33qgelgmIpB54J+oD8y/RweKxQLVczR2jwaK33j3pV9cw4F
DJadXikf7z1dr0eFFSAtwmpV9d7Oi/GrDT96OFeqqh66akibOMi8cT5axlCdQt3a4qbe+CX0N17d
gnZVQDQh34g+1qmqfy+g6QuYc0+E+Tw6VPKK0Ms8rv11TJPFDvVXXEhB2sswcD4YvshpBXVo3kuP
L8A+IL/qJ2VpRVjmSNeWBJT31Q53I/2tg5H0wWhlUR+zMnA/96ELWjf7fkGEdbBE4MBtWPycZrE9
anv19r6hm+/bACTfdWtTuGgJp/WpcWu6N6wsMOAFDMnneFgz+QHJKxFTtQomNkJH7mKo3FQ9zL6M
0L8O67hfi8kfHqbQoFgi/Lm8p6JZRDIIYc+JDnxlEcXbZp/abJXTl1KWNcu0Vubw0aT3+o4RbLju
OseV3kMHVHvn4gnjsRskv40jr3OduCQv42/VMnA7LkvfPaAn81fGAcRqPDrC54UDbe7iwi62OjpT
sj1mzTDsqeKwnLaduhkONs7dH0f4Z82tl4n0NPBF+diujX3X2u2iYzucWljEdZSuT0aU29i1EOkU
awBNzCpNo7Pvs8nwfoEOet2ZFt67X2XrZye1SkSYaMOcH1Dpy18pJxYwNgq4u8WqRBtTaw1fKkfA
WnbpPe991RpsfYI58BtepOvs3DoUQxKmmfl/HJ3Zdpy4FoafiLWYh1uKmly2y3Ps3LDiuAMIEGIS
gqc/X53b7nTargJp738Uqb20vJ+8qsmyjyx+F5BXE92vcRH5e4ew8asgjK6+IjQAmliTuel3fAGx
nYI5+VbqlvH2pga6jtN+XdEU5JYnPt3RWnLwPX+jNt5RqkgBPHh5WLKsdse4SQhw5FHHwvgAk3EO
BDpGQNTNFSdQav3KHU0HZr2ia92H5aar+9AZuXcMc1v/aDX0793rjs7llBxiV51bpyi9LBDues3F
1v4WfYR9RgcliZuxtdiP/ij42Eipq6xdraZmezCt1/7SARPYR9OG059GV0Hw0nje6Gb2FMzOfdy3
8m41fqX3C00xvFG5V/mgqTL8aeqkcFLos658KJW9PEzjCJEyDsn86RZVJMAgR+9ZimWL0gETykWF
g0PRdFuaxy4Xen4dNI2/e6IkBiQDXqGgbqijuStMXTbvyZq48+1rDcnrX5buy4v6tjxrlmBr75Hg
/9Ybo3liqfdJvilds9LCgM18LEsT/8Kqyg9dtcQIEj2cmzybOzN3WWi8XJ361kTm0sS1fF55QNc7
T6n8PW6cwX+TXRv1uxIy2nyFSgx3g98gidlsr7V27eAaoDk9JDYSyV5PzEv8KpwoDVH8uEus5JTb
/IQnOVqe9dBUZb08uLUn/oTCC82xGELGEq1Gd8tWaQ9LtuhAr3vLEt5vb55GlPZWIsc0N7qvDv0C
nZZtvjd8gOYk1mmik/DbkfAZj8prh59wssV1arSHmy/HSrOb3BXbZ+2YRe2iKumfoeRxb0VFmZxX
Kk3dtzqoYJPo7FznjMiLKPlloNHqU8htpO/jKhxfG/oqzffoz7PYKWfqOOjDds1o9dZUI67s3qne
TBhc3IT36VToqvDvq03dGnB7zIbn1Tdr8zaW5QDoWa19CcOzCS8d2e2SXV1qr+JTjNYjeqv6cQkW
Xz4ny9T9C7gaFC4p2+E0bQtrOE0QheqUzzm/EPf+yEdTOltwQo8SrbtuCKrTauV+lyUEXN04pDy/
wPkE7AOVTB7I0QmRklaJIBoh6ft/ns/GkXnEayAC2uZwuzlVumfMOubai2YwO0X0Yc4Nqmi9COGo
wL85VOesoMP4dNOC4ehU0Vw9JS5FYWDZfv4XpJk922kjC3p3CodtF4fO8FiFE9LC0qm2P/C/cIS5
mYM8JZOUSQXNKTPrLY/y0oW6806jqsWvME44OVqxFX/HtsvbPes2f3hBBhynBG67W6pmmoxYDOP8
Zwvb4T+/6hm2l9qpmNNl8Ew7et0/9sSnzIdRedaecdIqD33Vy+k50Is6Ocx3G8BjE3RpWbIxHdAp
BerI7xK5oF7t+uppYhJeelbv/qjNYn2g01yddNV94hzJ9u7VuSYpfkxruzRPcSdtsSc0jp5rVnQS
IPttY2UBSJpsWs4czsFtHJ3101tN7xyw3BmWUwIXkOsMShjKHIz9Mpcm+jP3pSN22/+fD4lRpMkM
MmxI8G1xavLK3eTTHrbSOSKWbv4CzpMM3Vnd5O3K1g6POh5FlfFXiteit3rnNZEUjaSLOzbjIRl6
bzy6U7QC7syelGktTRAe4Mt8SCTuryKFzkIBHXS5knfwTwQk0iVmhkOsKt/O6qIr1oecAM7r5q2o
cjic7H9yjJr7Bmn4fGzIz8tyWkTDveBIuaGQbd+gXuE1LxMMWTs1LK7YmQYH+UERaHxfB7Gyzp5y
OrGnEkiqB1bPYkYrRZ9h5rVhnUHnGXWX1DH8s8tqClkdu7rbay4BsOPCApMjWu7P4HlErhexnNS+
lC7GPmd2VZtKrcwXmQwj957xmiNC0IIS2r71q1NSFWK88yE4+Ryc2wPbKFNkYcHodQ7Q41Y7L1qA
xsYuJ7sICIWMArLFpJ8ixg87SptKGN66KxP3jjopZBSWt/HSWxJ30L7pZwXdUUFIojKhAp3FRH0x
P4s1ZVFvwtSJGMkyiUL1RVZjHl/EErEFWWNgFpq10eli1GmHbJPRIu6DoFftPinyGOwkMMUlScg5
vbcogLzvxmVDyzu5TXL0TYm/fyygBk9cU/Z757b2f4G70lNR3jSrgDhd296FjVPzvFm5qXcRC43a
j4U3HnJdS/llZMMQr+vAfhynokUtbyQWXN8dHKBVax2HNO5uJFBEncy5mjdIBX8JoEhRcZavdeU3
zmGac9gsxpv5kgT+Uh5Hx4e425yCP12MKHLOBlmvhRTfn4i7Jgd62C3rql8K6Chcqm0x8w9yDRnv
bet8t7aRqA7MzAtRuTZddyl71nJO1vpWHu2LmpbRdttedI0FICuwDsWnpsSqca5Ih/roYSjvlg0F
y66Lx7VgZJqX5rAqaVlpwzIRslY76r0FV/mQ27oFO2u5aRR0HOKXzasxYp+GuO/vLBjq156xyX9n
GxzVk++ZPvoPyL1EJxBV8DYtgJAhwaV0wHgQJzL1Fkv3Xc/DqI5FMuJrw/iSn/NWkCA3rrjlz55j
qDFB2clZDW2er/9Ca+MPapagV6QaDfO6R/t6igzIZjXqk+RQxWUQcZ62q3tqGlW/iqKvfhczRPKu
HLsCxYKT6A33pxT/QWc4cAvb1CYVxzlJNod1U5ObgRWghGAenyi4ibaQiM9kSi5yHQyIOk0gaKXa
AHWR7pT6ZlNgFNjiqPnbQZnp1FSgUHundfR2Weva26+xu2gcMW6fBWji1ZldYx73TYH7IKOLMCRl
5iY/0CVn+Q79xcoNF5Sm5acKpE3klb8N124lOgJsjJ65tFMcbX2D6OCk547zOh5C+YScp/efbZfv
6XeotmY7zZzl9NHaugxfRazcaG8VwjK/DVku5SOUB2fd2luAcO7ouwluYCLX0gKYi7c1bCQwS+ss
IG+N9wFpxNXfTqIYPsKFY/9X41cNK+jtzud+h/6ck2l8wwmQ13uzkHhGVbpQv/pljuaHSlLUewZl
gfZv//+rbHbc+HzBzDrPReWhNjBqE79WtZZ9WrcGX16iCtHfU7MlvEzOmzobw8hzE1/X8c7tc4er
lliWTx8ogycLdUi7M5R/yIPT+lxVEf/yT78EwQKgHttvIcF8P/aKDDVFdWJ/d2MUlpd86OmZg7cL
cT2uSr0tw9r+F6tm2PakPInlXs3tnNBrFvf9noYzsnk3dEXeneOMxb/WGuNyR5Q0gY4YHu0XdiAU
6RNQd8Fnz5Kl3Rgplgicift75EjfSepOlj3hcMXfGW3U24S2fuEXEE6YxX4PDDn4vuVmQyKL5beK
xu5VW0uCSmkbi+Zg/NVFWVBWYdZ2hNSTMdL3q53ZzoCCYOuTifI8fyur+7GJXJOKmuytzCtGcPse
aPJ+QwqAtGg1wb8+0gspIZXq3+lxG4guGeL1tQ2V46TcPR5Rhu3QlZ91Mtsmm3GheecJeDh/6IcR
dH/sjRXtFcmWy+9ZS9vfaTHM9gOlaU6/9yUhbnvXyptrPErXgFQ13GL5OG/6OVysMMyGYV36O2Es
RoahHvyHMPfmdU+dOtXfmxGJved4U3ZK2hCNND1Mzb6LFZKUqUTjdsNn13sZj0540Kt2fIxTvVr3
0hJhCMW3Nh+WRigIRMAPv68xuavnvIoSDuxZhZecOeE193wUX16CgFWD02BByftwOSTJEF0ZQ7ov
uC5veIzHWpwm2zXLqev5qwnMaOpHx+80mWa9UldL1tG/cGuYEuBaY3mAgvevA6PvFzxBF6TYZ1DY
EAlOYGivTBSnQYkE4pz7IExWQa71f7VXbpjx0YdAjC7K1BlTJtqXcYP9UO1IkkjfS20TGku6V2AX
IobrsFmZUoQ3zKC2Qgu+p+iW+5o+nYlJtIGn2UvcVEjAYPJfegxJwW5avPEnXznGLmJySzfLncbR
mbptkqyyYmawzovqOo+mHd6qGsHfvUUD39tNXrqlqGi2UwiqPH6xzo7fsLSt9zg1uWkzw4kd7C0m
1/utg0LdOYu13VejMX5qxioJ0hJ8f74nNmp4LYOALjGeZI4gVD0cf2gN1WO3hVSVtv20Nqle1vZ3
2M5Bfcd9Fnwv+Vw9rsTrvCVIvmuuygD5O0qJ+p2Uf53vfBvEFSmTHT+B8fvTQxly8aRqKG/ijznU
P1vlA8kvlldsp8Yt64fVFhUyKWh8gI1hRAkRow66Y0j3yqx0YECyNSzat0VTgX0oW3ewr6LUnDzs
ksOPXI24tkNu8UhKTvsdUsn64EyUs8AdgsT+WiXR+iQG0eWMQD5fH7tlW4a/QbeZK2VEOj4y3OfO
fsonnSBitJLfm6oDFkLi/0GV0BU5fyMPseC+1l53vDVm4GFrvZLRb0mScsdRtIwX4RVmgj0g9m6n
w8q7KiuY/3DtLiv1MV5n9u7kdL8KsVGcnozEfZ5kYpvijlatEbKzb5NHR82hv1vzGFaZmLDGPRXJ
JN/ZvVvYaFMVVw6BPspK1L7fao3El6cLwPgbOPbLb/vyTeSdF+0KMCN+Z5J9bklhdXzIY9om9tFm
F++NXXbkRk4Fqj6navLiFt7DgVqYsX+B+kjSfKE4GCnp6AE+jchaGR/i8rOhJn3c13Gi3vIq51BA
LBA8oY7Fj+7w+z23Iw3THBWFaNN56P3xYW6t4guAldJdu6o6IkYTxTEbFvV45/mbWXemq5b5QICe
+Q9UD5vnONFFspsF3PaewLQlJLkmTIbbLhLZL/XcdG5GILZTkqFutY9bUnufM4YL907HznLH0uZy
p3Gr6KPrb972XAN+/RHxaqydmiO2CtbMIjxUs44+NkKjxaOpNrdgg23kV7Ba0bw3IR8JZ2y1sZVU
I5FF0RpNAD9lI+aTmHHlIqLwijNYtJAH6YTiEnpIj6HDG67UZl1B+betcf9Yxk+sY9E0Bb9O0rsP
ApDZ4ildBpXR0eLx/1ld93MdvSY8ovBfTi5LwG3dH/qneLHccj8GAU9mjEn0iww5YNGl8CQi8qZ8
qYaoKHb9PAd/25Bmtl07y+DdaaXzWtWWtmg+DQn8WRKqZVHaMXocrHYKviI9NX+rytEf5GhgUw87
Pl7mNGsDwRKJTucg2v5pVCbz0Q17i61Nzt59g2jwsxIm7w8LNE6EsOPGOEPKzVgdKdBWSL2Z2irp
q5VIg6JgLJaquUx5tMjdMLri3c89Z90tJMxYx629sf3UAOnnFlkU3EkeNR+Id/wOIYLDB+VWYQBb
zB7xRD9nQZVrlSx/tC04bSyUAPe5jcTysKxLvKRgtcVXXs82MlorcIii8poWfZ2AdGd4JGlKFRVx
AGCk7WfrKIpu5OQ0VA/5HSk04y1r5wRAOnLKO6MLaiiK55zHGnV5ZQFUjIOMUbP4odxwu3juqZwd
W556JzDXEEpD7BDvGbKx0B+KlPSZYbhFjkQ6LYIV0sX2AV6fojq3XlBKoccoxkm8aw1HJ1PN1npH
mkItkVYtFarnyWbeLRkVIY4s5R+JtPbXbBqipOcvLEKqqwXnWNqhIp7ScsjVAfB/gDBM1tJnl9CF
/p2QS/VX+Hn0H1Kg6OINAUCyszDXI9GpwiSLk7mc9oVnXPcY8Rm8ES6tCb7QAEozETrTI6Vb9d+l
t0r7ER1GoO/GzjTztXRU/Azf2cmd0oP7JBYSyu5057S/Japv1Fa+TYNcay3zIy2G4ZLWs1fdoy+Z
egrgW+sDhrBEeIxSfeeqkJvCXdrmuVNW9L2QoZv8TTzY6YNAdu7DZy7iAcU84KOa/eSn0zGwkoeo
bD9gMqUExK07wr305FunGnHqhoB13eRdMOXGHNvRadts8ITn30OG5E9zDPV/MINUwPBekdsHMwrI
favvaxoMvAo4iK311UYA2xxYLMLDsJa2IaTDL/CKbCrWiNVmiMUa0k3uTYwK5EX3s/kqxk5f5zAu
1GHOiS3ITDj0Od5CGza9DnwfJEBb3oAD1w0uxYLqL7XHpCPyv+H0+SBMvR6+SXbnnlvbXljZhqKt
fvDiVfYvQVstJrUVwwLKfV076VybOQt7ltyUPpzKScMJRvswCyQXB5U7EUyMCprHIr61e6KHsw/0
prgYIeZpvRRSc9Q3pUYVNnRt8VNhng4ZuoFnLjwX3l4ukrMQAla5GX3YXOHkvzdrukZB/724Me6j
vFsGfxdibwf0ifVccmv0df/uTC6wDosq7OJyMxugJe+nFkUsQ9kpp/H6paB7t74f/GqWzNRiuSBv
UR8rYeqXtaHUCsCq4lize0ySUFLrYpzM95bY2VsqifyHeF5seZyceZEn1VX2msmJSRikCSA4dehG
4sLGTnfqA3TcWI69Gk1W59TfLEU+NqPBWca9UyF7QYtf0rOKyLK8BI0FJ1RGpeBJiD3z0Eqy3fZo
0OTersKuY92NkUz7jRm+/HGd0Qv0TXSP+C6kkXzhixifR1UgvxwaXz2gsg5FWlhrGabIRYf8GmuH
xJI2X/3kqUzoutnXM60ED5FmDdpR4ZEw9jdFK5k0yCDPShOyiNZIlu5hmrvuyPI6Pwezjyqt8HFf
p04eu8OZE2uc2NK67r84AtNCcD9NnOFbEstdgIYpPwRUGyE5aezOOc8AEwemDg4RTRXY21A19U8U
QZHtqUzjvY36cf60QNg9DkJ2vRTtZbHiTQDjO1JOR9RV7ejm3a3KpTy0tWc7BDByr+6tUgVw0r1e
uGRkQTF8KFT8sSGaYBZPwhLgQxhk/QuSAVaJznqkYra1QMvyGeq/jG2yJnTeBrslWPWVOAhl9ljV
q2G3bfMKN6An2TxIeCNskIkruqzeqIVNNz53wytdryaDd0WGMVmhddQcaPowLp5bHsrNv8kLzJI/
+kYrgGlLlXnaYxb9JQI5PC/dMLExyqmsdqip4wC2EpNMGrR1ZXZePbfbeeFBBsdt1/wz4H/55HkI
pNuRAJq95IOALIz0GhyGJhrUnQdI8gCINRM26t+iGFxujeuwbLU4xKWKSPJfK4P9Bs3jQNCvbYvs
5vCHMeXA/Cb7Nff2oZqWmkxnV7CJz4a+nLijdDat/A7JbOJzHiAt7HO2a40Uqkd+MxNJ04pXS1fR
cJ7zwL6X7hyDqjn4GUfUjsAGQeeFFzvCiYWvYREv1LWPkGuRHC+m1hHvMwDVN301XXgAe+bf5TX3
6Q5cYnqdGDny1JuS6gqWEMT7ygRefY0CNb8u0rPNL+GVhXueKKBMvqUOzbkZvcGCp89L+2eFJBse
5UBiVrZ2tk/4vYNQ+5i7pj66KPXFfw5NVeE/W9mmo2yiJjlVuKNDWXjc20+0IoDRqW0MXrfBa9uP
kA15AImthtujvt0eGbW2oO7WEB/5Kb31hAtivmu8tghPode4SGujrd07gGFmj2O3hb1ha60erX6G
VasIgJ73OXjdZ1FIjhULWf0/Wfj2DxGE6I4I7g2vOf4lUPa1wMYoQJmS47yAaO/mCicHDG0zIx63
hf8L4MwZ9ipSnYGB1cFPMimsJIgl0Uw7yKC/JqXs3/kwJOHD0Oht/rVwx31yg2xJ5ofE2O0QchSI
7dG3feOKAaEdlmCoHjXLarEXTt+sO9q+rZivpV5OvoIpQgxV1mEm+x7IQ47Kfh1K6M0jPwz6R3YV
9atBCDxmALnuuHdpYxJ7doDmvxHPovhnhbn8qSXijaMYI488VgqDX4IKok0MG6u/B2ISTLDM5fph
81hTTVxR4bxLkm27CsS96x1vd68+KhOh30oX3enfICQ9Fgu4ccNu6k90EYbROr03c+GKl0kFBOvP
QYii3t+S9k/e+s69NyygQ3XEzJq1cQymVywAyc5qO+sF4WGz7cTWzC9TJHF5cG0ud9LXkoR+q0UY
CVnIuzoQ+igokGg4e4Z5Cp/KsDEI2K0ifhi9bopvD8wEyWOHm6h3hTck5Wcr1kKkTI80PEPcODv0
jHwb5EUVlwoh4XCedNSjYB9DdoE8loyglGUNTMiqXZfM8rGnpPHsDCvDisdYwQ/hPhmIpemoK9u8
8XIN+iTEJOxjwZ13giRDQzX1k/tA6KmzfmuYg3zPh4w81CfAGpnTPKv7pCb3JHMiVqGzwWboI/ah
4TY1nXERigln2/5MPi2EV7dYZX7UEHT+vTJtfGgElvGDS3Dqz4Jz/QGUCQm2AfzZB+JG8vDx2vDF
0fL/o1joEpi5m/9Ndry91wMC1tQZ5urVJxOL/LRmHK7W6q/dUYYNyJ+0lpaY3qAAnvM2XnRavJEK
ZNTQd2ZXk+gnv2U09sCPTp//A1+pcZa4va4P/YhdZFdXPGQMN3XxWTY2/Bnj6pLsWrkBtYgIyHlX
dGhV7pYViGhuRwBaQ5Y3DIMCkmclFG1zEtBY3tNgLdsVawXOsmUK10vDes6VbE9lhNbeLqd0w2rN
oOa3GCkrgMTw0WisHdk06/oc9679gibCNJnD7Rw9aDXI/rxSYYmtzOeR3LNamSvjqKhTUQEZs1Pj
RAT2JQAZ+VbizRmqW9vPCHaL3KyeCv0WC6blO6cu2ZG8xcovivvybHvh/EuNOXScF6KxObBdoz2b
Yk6KQ2659q9lYDpLW9HPr0HeiCf88EAnUufNlzXp/M0GPQaCWyeifPt+KH6A9Vik6olMknebmeCv
7QGsgtoxxMO2NutTv62ah77GEnOMbWmHWc3d9AziEoBsz3h4j3GcB++rJ6T1nggvZxJuo/hX16nt
s2NkRGCxVQxcOjA3Q5ckednSNqrCwWnHx4YHtdlHBfZHVrIlrO6LYlyhi/iZwCNoLL0DIAnsgz/H
9vzeBG1UnO1mKm7fT1tiFCmNx+zKUAcfcot5C/uoegWHzKsT4RLlF6YY2wDByQHqMJB1e+CMkPIq
Wzt4pD6nQjramfWtraX1yVcj1x0KufadbBwCozuviP7TlCX/6wabyX72lBdk0xYPzc8sJxHcTlB3
6eCLlf0+uLoN7lA0b/IV6j0oOHmmGNhGkGP1M/BmQtLlYc/kK0qHQa223R2RZRot1mrRGK9j4ubz
SHvmBdWtdzcPhDkSLoeo4CSlsvqTO4LBM7jiqDoAIFToxBfEQrCoIoGMHvzvyfYa7hlitYh9K5fp
iXwkHJ4Cb/rbWNn2X28s1ruxcGrwTEoDOYHazTxh+1XPKNWKDkSDsJlnv/T796pzrY+5bQZvNzN3
XJ3RtvKTGi3rAXlnPr27st4YtKxGn+i9B7+2Wi1emBK9nq+v0G6Ky9u+UMoTochNeIJSF+CJ3IDA
2KeonaPu6FXF2h/9tddmX4gZZWispkA8JRSVVl9elwzJFUzA6IcBh2CTKRMeE4tQj2l2f/u4vF5h
dOzxzEW1Bscyt93qNGJn6G48l/uPfo0c+FSJ6RlkrC5P6Bmra72y1z6BO8RlWm3h8h8VABxPJZZ1
Y6VE+VXzwa+cqAOik9W2G/OIG1pKPGE75Vd+dFwNGNMpaINI7ZvV84/tRFv6oSziov8iYz4oSdMS
A3SzQDYGtAUKkM1rjMMbcQPbYbYuXVmfGzX3/3F0F2+bN1l67zQClkp5I+4YQXnyP4sp/IJYfl0u
XcTCu/OrJSr3s7N5+8VVQZ31bSziw+bUZP5RaUt+fM3nSoEKN3AQrK2G4W0dTK5O7nhn4Y/VL+Qj
cb1bTQxNyACU92/WaslvnBowPwpMlHSAdVYe9pDBolGz67pLU/SOc4gmag2Py4hP+4Ps7mWCBQO+
hrbvqpAhPvAZlJsVZVDrJzzqSEH/FgDnhm1d1kjLMSyDjLsWukScBahxe8flRxlMXB1oLFABomud
FMBkNu4sxtH5E06x+e1xCTg8YOzS6I9FcQh6Qzkx4oDoDQaifDRYccpUNr3fHeNAobvV4ebBesfK
v3eYzP+5MlqdwxZDLaQ9eTF/Rzb78gwvV//nVgGCxEJr/c0hogzyesbQA+a47k/lVFGMu4VDJ8XZ
5g7pumGGzRpWQvw7gczhlP0k+o1FtsWUSvWWA4nUdt9RhF96AGqNdoKB75IXU0wr2uAPfxkFkI91
ix8kRF3ITp6p3htfJH31vJQ03wRAlHX3T892/OXPGB1ISYLPdQuqvdLE8rkZ1Tiq+DisNmrWIpTm
G0Zb9Cd0c+Ej3vNqvW4TqpMTezzcImn025x59mT/4DYDF8OiUNy1Ng4SNJBO0+xM6Rlnj3sVR2Y0
hfHFAXhrDs1GQtjZqz3kfb4Tu/+pzYl+zYOaH6FoQcdlLPX7xHvc8paH7QULDDo3OeONEq0HXWGv
dXVdRs+3D+tY+BwlxYDIvkTXfWcF3DgZfWHDVY9afceV4/9bVV9fthUrAEyZ30HmYXX8R7eb9+ax
l0KU0n1kHaposl+2WgMwup7c2kzPxIEjVSzQ3fADstuiltieeKuHv4gd6QUYJeP8qXZUeGIAIERB
dhYeJGuUSBAbpCFZ2Xtu8JWwRpFeXgTS3fkyKdeTN22uPi9NLe9kYFflrrBk5J+gvbt2V5BJSHRE
Z2/jZ0BNhnNGSQ7lTrJBi24JrdyICoQHP10iae6JmNLxnXEcOT5o1MfPJdonNqdxrOYj0tze38c2
2X2pEHp98JYb+uKIJYkoRPF9/hIrkvXvigiT/Fjlxg5PZSiiMfOnGiOEn4vkUlrWDWvLQ3ENaFP8
z0Y/YvOfV9HFLuPiN5tAshGMmjfhmdw22VxUA5D94lS9VZ3lNlRbliPmR9sqpQM6hMMlEkLVT0O9
CCcFoel+t0kC4+RLCYG4OPQP7qfC0WVWN/H8iPUTkyJrpV+kKlzMPc5KaPeIwcNNldvOqFHniPDK
sW592kQcU1MHuVFZulPjrO/dfKx+3Hjyu6+oNM4fAyUkRWa3fS73OI7Kxxhkqzku3Zog6KMZIdlN
HNRXdBie+5f3qc0vbdm5j5yTJYdzFyzTfceBgI2x4fdz7htQNe+uJo9KnAPowOtSTvpPhBDpx2aX
fJkIYfT3ZhPjZzxWhd6X/iSXF4nWOysx2+LY7+lcDPAUoITxO3Oyu3aB8CyGcl+5eVdkEWLq4uDl
ftyegVtlT+12wunLzz8Yxq2lfp+T0Z6uTV2JS8Szs0JZ9WANuaYP4ziD/xIe1dTNzkFMjxOPfPgP
Z7lpHhGhJ+8yxr2bhkvU/y506d/oZ0HzWBdSg7dL6pj0DT+oiz+dhI1BOAHsSdEGTEXGpWJeOxHy
flUCE2Zqca4N51zk+jNgXn0qnKZjevDd5QfLfhK9IxGzTrYc6z/xMLF7156cUjgr12Q3gbKXlarw
9CH3q7LLKGu2P9E1dX9ILx4vfPk9l18popdWVXZ+cak8uJBeYrxzEZPLfUAfi+eRWKD5hVxkgkVx
5mE7UcSG5BcWJYQ1UQutn3Ye/c6cvDOUcxipYEvd3PjHoUCFwmlnYxdWKNQ/wI1GfV8gxWsOIb2i
+kAWgvzHpB54uy5PXJtryZU6w9kQ+6eBlQe33Nh3gswnC7WKHxsWYL8NQ/suKlvstMkt9aBOJg/K
VjbdcwvtCCDkiBgdv8mD7UEKBmemmDn0zrJ3k45Zxa3zwxoAT+yXyHEPJVA12zCkA2q4vO13NdZe
mjrracXRubrWeVkYS/bLBB+V2qAiSAjWriRaQi/47x1CkobLpG8KcNfljiFeeozQT+X4vhBkiusW
BJBXnjAD4TOLpi6tbX18RzlcQWrkEtwcE0HytSxj85aPcm3vmlWu17HO50emX9hJz3dXdJKj39/n
CEWxU1v5yOjtWfPVHQfb3c9hoC+j7JLtI/gfZ2e2IzeSZdtfKfRzEtc4GY2NvvfBZ/eYFQqFpBdC
UkicaZynr+/FvC8ZLkcElIlCFVBVEGV02nTO3mvDgb31RFtGXPgtpNIcYWvKbLPCNM5E+DB6MJB2
hpyhBPNWlAfUhbXnlCj2+L3b5tmwM+gtssWinEu2HvW/O/J+mapseM4HbshOcQjK1h/gb1XF5zoD
6DBDmmHvM9P8U2Un+U0PkFlvwixod9y9FM41SjtHjrdIllKtwesTX6Z2LodvybVWS/rUnlfNL6V2
kEmUs1tt2jgIbkGYtOE1BUI3SkCcC59hVf0nIw3dU4mhm7dKz2w/ZpPTbxtUg91KUySlEh97Vv5i
DcQMXHUJDrd+ZcTOqJ8zoCo/8spGLma05mjhX4eDP/SOO64KbWtvx0GOI08CMCBdgSes6I+lE0JE
OvKAOfI+EFfalIs3CGdfgoLesNEdLDLHdTqiM8f0ZjnUZltgg6u6HCd34y3FF8oxToBhDk/6vKqQ
HrW3xoQ45K5MPfm9bEsbUT7HgnqLKHgcPisagN3VOKfQSiAVY0yIwCTgBxulgQDCTeaTTGnAFCtj
6FtjV1acAzetqFi3C0Sca4GPP1z76BWxCrMjEgKq+lsK5D6zq+I0t6tTPKlrvzBH+wr9FJHilAQq
NIZxUr8EsoP4hFQ0anYu31GwbnUFT0jRzsLIn3Y1Llscg9F9F1jlB3RDPd5XboBqDZ7D/+EMnUqP
no76l3ycoptO9RKMT5m7dwbJLda3FPIRcugIacqqpJ3RbZajOleBKMVpWPeTHFhWhsU2NoXyQQry
AdjKjZLyp9U1zUOe4pTnYQU+MSXHGBxyXDkfgsX2yjlbOPmWm6uDE7lBi7EAJrR4QE2BFq4Xob5d
jEbHMUfbQUElp66R1xF+psqPq4YLd+HFew5LGBlsOT3KEkTq1ynE8tX3vsrvJ+1EBcH3UV38HAxq
/Ss8E3TzNY3p5oAg17tBwN7SCqsszAw+xTSKP4E/u6screAD7X6OM7XVQfqRIHieaw+7yMqe3Okj
FXDnoe7q8XtM2/OLDObSvrXTZAZfw72XkkxZ5Oz9XvbLDMPpp6BpE6zauWseU/5CSy2Edu8mjbAj
cgOLxedGe4EFzcOpFVMzYbQ9PbIy9+mMttpFpc/piH4tNOR1Ah6DPgT1i60ZEiUUodJtd1iFxCmc
pRnrPWtGHZ1YSoS7jlAty62FcJC9Utjzd0RE/bwhdFmpU5pSeFw7Tj1CmyFLaptaaViNK+Q39qPM
qqg+qSLovmn6HZifYKh8WiysMdiEeLxlReSU5cVsybs6yik21w13dMgaCCu2yKui/GtklKy5nUhq
/5g0g/kQTfBEDibzJlyFU9rfGp0/dWsfzAJXC7fhvN9Uddevuc3jFaUTMODVNIERI+7XxU8zAje4
yv3Ubbd2QXQVkO8QIxgjCSh6WTK8blF5ffFoY9AKiCOY5E7rRT4UlZF6RZIm470mRuDZyKe5+dja
fCF8pcx4ZKBl3j1xbU+6Z0+iRcfzOrdPBmSeZwo8i0+/ivR9EKaMhr5odw2FoyJJh+SycuUXrfvo
Rzm8gSFOZnYFrvQIIHEaqLWfCHXnm22N2XtE3tvTLYh1c+14tkKaYYbtPRgjWe9MWmLPpFHKb7xu
2z04wSy4pjcYVXeiTkd5QFObnIi3C/TablyTUhklAVBQLfLe9UzEPB1vLrvqxs9GLsG9Vvyxk5ST
uqr0NFzrMKya0xAHHn0zFczOmtKRoiBCvQHPK/8NhSGa8nqH8B9bUE/+VLzG89Fh20rFPGw4t4Lp
iCaL2Tb1YeBs0iZCkdvVIT1/CqgcVMucyCFOk2FvbkcMQHvkFZXcsmiiYIXWmIgNjkorX82Fg3vc
1pZ4qJoA6zVLpN5ido2gD3WIEtZxM88WxiGV1IdhkKwvSabD5EfOjapd+TZps6t+GsovxA/7+oCY
z5Er0Vbhx5jm4lOP4Z1mpeu37jaMi/obBSrel4rS5kuTCUFPCBeJt8I4VF/Th6cX0NYT6C3LHiO1
x0xY/Ug7sNWAO9QEhicuMHoEWEOnXaf74WF2eJkrUSDRhW+Sp48QZAjBgN6OAy2Q/AynLOitIWNd
EwvhGN5chhDJcE8KO3B5ijMP3EDBGb7Zc1dPHqeG5X0dIlpr+QMoIG8hXKXDLisArKxUDP5tY0d+
8NjlIjHvTJ3LI+3/Ll7D1Al3QJjT7DAVURtfobJjQ2uQroqTDyFPr+iXtRgyfNCBqJDknh5kXV+b
INXMtap7/bEZHP+jiWva2dVMnMXlro19V8ZVuOfzXFb5zqhZpbsy3ZV93iEXGi3vuZE5usJmNFAs
kQcAf66znP1QdQg0stjK1b7XTSc3Ax7S3dKkxdiC33SpSzoUQHE0inI3toP6YNQalUfsFG228RHn
f5lgdXmbDHHwB6Tn5rglYi7ouIZ5AAK70nJz4CcRouWxrjHxGPRHfFSl+LA4fsVcz0YXySB+ovEu
wM0eraLKrJJVC4DtpWdPfRr1DFwAxZFV3Q0869acMUxsAWUYIc/NmsOER8q4ojBry/WI7XxAi5u6
xwBHarfJiogyKSvH4K+wq/29Blcqvs8Ti3JnRU9qZdJhDK6GqSvErgOy7i8sHNv52XiOulVVWw/0
3yHlIJJLmtJcYVf2xDoO/O6BH6/PaGEU+rtPGPDnEgWPd/LsIBEHaMmTz7HZsopre+xmyWxzra/4
ubxP7PCpue2QeHLHjU3/u1kb5iM0AO68jR6obuRIeWucii9+1czWOgcd053mAPb5ntK1/7OUZRkd
TVuE/i2UcLpTg92V87YilWi8BjBhxxsOVJyDc93Xz3MdONGqNpTGsWxEJooV5XJmTxFd9EdT5i3T
x8/ycWdrXAObMqSmv5UuBA8IeyTv0vMn+O4RNANuCxkit93NFBQp5bmjczQp/Ja0XxxQay70xFOn
Qm7DExeAgb59Q3HAEo5iCUGh+JBUY+LQhUYWjDKBMFZb4WQHBcsU3ST0iUD1Wcb4DZpK8GRL4kAO
2Mes77SIYHJyPBsgcHaWtZ2ouJlrqZpG091ycQunfarZeDHGsJeLnhQqt18w1CiFOfB5CLyLFQzg
4peDn0ufPJez2TrJ2fq3sMW8hdsXYcxkXvlc9WGNdE8ctviVNPmN88aZPDP5IirZkE7P6w62YTTn
97ZPQuR+5BTMF041IP8AlVNToZwdKgjkEcyfjQyR+QE9bANBMvcoI5JLUiC8LiwZYC72BD/6YPKq
77KahsSRgwnJ6dymxvSESkc0+P/6FOqom0UKI6+ClIALm6bfnFfs5CwW83zlZV2BOSSfM3WLV7Yt
bik7yy9eRSPuowHxRW0nqnU80EDHBcliLvFC2Vky7yWWVCpkXRxW3310jqcct9Z0ja5NzHt7wCi8
71Vd93d0UYO7Tsv0uyjaJv6A6huhIt/gRGESazG3iMoW01p0vet9tSn0JycscnGyafKQE0XKD6hx
dFpov6pGt8YpsgLxKZ1I8zyk3ZgAg2thGvRaD/gG0hBjkFJxdsWL6e/9Rut4y/aj8+9Jw5ln2xjx
XO07N55uEJBDH5/MWn6OUvSEI/ObaRvWTYTm1QvHu2KRU1J3Uh8EKCr8vZad7Cpq/AONFtoGH4pQ
IrnAOJB216lvj95OGHmxnwU3IEy5ooJBwa9xZZplX61hn/ly2ydOr3Y99FQE+i7AfnwWSVccB1vV
X+B9ljQmbLpWh2KEBbkdGi42hwQKxHZK/Fbf+W5bfHbjOX1WUAK5A5nB9HGak0RfWyP6uS3HGmUB
N0SwvAnHOQw2rZqQXUbAl5gbIeIs6skm/SEugnT1R2WhG8xJq45ABc1XI7Cgbq/9MHXWvL+0x8wb
jnysui4+ZEYyGE/oiQnj9RMC3K49IjKDLXLjyKdTJrgkmcNQZAfucGl90xhVcy9Gu+y3fTv0MdqE
JHK3JsDLzylSrHgH6rLt9rRUIrJufS5cY2mh7aA1krMRzkbSbzu/Kq9tW5cO4BhvzvZNMFrMYhfZ
LvcOI+++tT6YvlXpGv7iOffVfka/GK24T1jcJ2czt7e2Slv9PLInIfIwjTZf4Qgq6JlRiR+xVTlJ
DufC68oVGlZ7vOc8aJVrLU3KtyrV7slKuk4e+1oP8bHkt6BMgNa1vEb6OQzbGe3STar60L0b2tRP
b4YxHmlBp824Ry8avwyG4QmSvBJ+NNOarSM1M8BOliyWCd4Y7q8i6qvxlo6vV++aJbLzNBpY/2gZ
DLi+aai14dYE8An0qnHEJ0O7HZWQWbZs/8Apd8xE2r9GJWOFPcHNF1OaQWiRagtRgkGgB0m9zQrN
u6b0wwEmmfTcbQnjmyWh5dS1M0sKR9CJgPDNtjG8oNFwf6W6xnCt8gSfsa31dIPRLXrhFFLmi8+9
3fjDiOBvWcs3XH1GerHRGH7QdUJVF8kGdUBRCzuhtVbUP2GTxd+5ZNE2Cjjv7T1qANE19jBSHDRy
s45gjjbrHuNBc69rIzt4SCsTVmWL4Rh0A07CbWo2JMFG+UxRw1QmUQweNU4feIMFUkuxaLAR4Wf4
FIFtVKcg1N2nuZjnR6gZABc4jf9ECAETZ4rjMMUdlQJq9jFEfBRp5S7qhQn1n+TDemjsKDnEhgzv
uTHRcZItJvlT5jZckRa4mF5DAQOZ4NSmkaxU25vesWzT+qWrBuyQVo2FnlpUhU9JUXiYDgLnQfmp
zCbX3C2BYd/cdGy7U8G03eNMDtqrsS3SX9QVG4GajBw0F11Gu6LjXk6//B5nFJU8VL1MXfC0m17l
drWFPaf9VW0H+d5PoFGucdRX2QnUZGbS5ZstCrUurgRkMmV6C5IszG4B0rAK6z7lgCttarybKuO2
uNxf++CkBJ3ErbBmT29F7QOodQs8cysHdixaTJzs7a1mkn11ar99qTwdXAP5ESiYhxYBSFNWRK/o
lksNx3qZztuZQJIHoM9onWo/Kx+QQ9DTbviFDw3Er2Eb8+ud0DFmnAv4hClbAKUm7iMozXRrpLb8
pRu/NtcF5O3o6MSjRaGmhHa4Dtwsda/Y5bpwD3vIifY4JvkJ+H/2B5UUGZuSa3vNdYD8uaEPP5Er
zsVXPUccT+pDKGBWm0Vh/HRFkM6HuehiazcmcFMX50z+gLqViqwzGO03AQ3IRpfRzr/yHJreDaiW
2t5FvWh/gK+PfnKVGW9jtIwPzqCx+BWZWX5KlWk/sd75t3GXt599PJHdNjR8hR0+d3BmDdZzyBny
kzvPw7AKYR603NDmxNhSJS+OKTImJHAx+cWrWkxts0m5YuBgVwqFf1t2MJgDJ3DvMiT1Bqtn0v3g
qky7Mhti81uMKPNr39neF1H2S6Z5AtiIe3boPmZWhxJK2xnO0SmVwxUsLGmvM2oSWnyhB5YHR61D
NWxzKl7OOsGoXO8ocBmPcxDPXy1R1/WGqGr3C8VyPnNCirgkgZmt7yeYBeAKgLPQ60Z/dOeElMNX
nF8sTkmFuWjNEGCu/DbUw9Y3ZEbRjObPpqljspYtPkeFNNUafjpTkt0T7hugaGb3gkoVOA1KuYDo
5bXrDWNyDXJTPLU9RwKjhx28xmJB1VIoGmuD6xXGOvBtX96q2TeBazau+CLxNDwg14midYr+lEDS
gjx5uFdBd6AFgmW/qAz1TJSqZ24Mjn876phwh7qsByxC6NMY7Qo2O4QCiO/WOKHqZIv/ixKmm0Nc
+4C0XuCLgxyC06zsaFWPS++hoKuLrSLDSzTMltnuI3QEi/u/ybhuxTR9V41LMxBKGGqxE5RCqNRZ
NlR3jZcAd0CPY1j7zByJWgqoPdoowUuZf+okmCz0yzz7gQwk8RGDPX+jqYKNG8bAcujUDWZ54hil
rxG9m8A0xqH8OUlDXFuUZ6ji0xG/sVOr7HZq8lFRp0xY+5oK4ZzQ+yl9FlybzfrWnNBIbOc8NvJd
mXXqmWsBWW2ihqq4opPENhpPM6S+KqlbwDAc/oZdrmZO3IGtdL00k8N44w64FzZOYi19XcMNniY5
Zb/aggP6L9fkqLcDOGp2V3kFzGYFyy83N30VKJw1yazltigYEu0FqiarKHbcpyEqNa0GZVHWT6oY
uzgNoPJlknM+AmFMm2ETY2ztV5DHKpdEekv+zBH1XdVTI34tSqJwZfZcB1h9KDysOiCCi78IeT7k
18l/NPOwT+8HQ3XRVdyUEtMeokmmY43BtdI6wQJVh+0+JwYWbqjjZ1w9jXn+HlPNAXSna3OnQ9k6
VHOUgyCwJW7jJqhg5qzIcW+yw+C5FLPwnol6FbSG+xgHqnxpJQRkcC3+cJf6dRCuXbthhQ1i5u/O
jdAm7LLandzVZJf6FqguDXsDFguY2FE8y8Zuvrcwx5HQWJxA90r24mdCllF2y0arbzEuEd3dBMLs
tkYdCJTRGWZEBhAmlD5DV53U0CYfQZ3QlQKPVz+VTtVC45+S/kdI9jY9GHBz8aqjGbrndat0Xzta
BBtwE/QzIJ2p+zaTEYcEVl4YdpWT/PKZjgB/rT6x1okzyOuBczDepKjzfuRQa3s4UzBzVhk3Qm8F
fYkFocjEMOC0r/HR+fRcT9C4MX57YuSAAJNHvsgGfXeT1HWwtrKAnUTbtXeD9BxjCzIk/xlBeXSw
6hgKT50PWJATt2kbIulM9CCQylvUOqPymlVtRUgtTLtKizuRl9YPjSCgPPowInPg5I14IdvDsNdT
WNhYRQvZJnuBVP2Wdlre7n0rmPt1VtPY3E5E6og9krvpVqqxw64yhua4yVO3/JYRHPAlQMX45Eh/
BPA21kysF+IORb6H+dQ1K5mLEGZ223UPMYkRwSGp0zQ+InTgaI3Crj0qR5vAo9COP49FrJ4VTH3O
Mn0/onnJ+xLC7dx/i3ObQ/vcNkj3MoebJ2pI9+OsHI+aJjgu7IcuYSu0Yto0ujMM030y/AwPsJE6
2RL3Sam7g1wgEUrktURMTOVpORJopOiPbjuzQJYlDjv6n03f7GRfuF+6sJTYyq3Z/ihn1ISrKgrF
NqFJjUwDpoZF49nhksp8ilwQoxgsNmDJPcyWJb7AlaBFGm/NyVsalT2U21WYs8xuIkph2wEuU8fK
Q5t+3Xsovm8RgbRwyugFAbMWmB+seM2z/GoruiHNPoYQRgLI1mTgrhFO+v0WxC6mg0CmI5MgG9v8
IBBkhxuqIk52sG2kdNvS6u3v4H7r+FCKCCV25LX2NRj7Pt10yPdZ6Z2OPVnbhv3ZrEP5MeCKq7Z2
bsI2d11sbRvbQ8ixQbLDaRXnor4eJbagfMrj752uDXjj6K6f8mbqoWPguaZKEZbm5ygosw+qryeG
j8TrxgdBUZOxTNDfdKqEJEfHpxb/q2CdnZC76UgBUexLSu9Qr91146nxKe+78XM1o3Q3VJKiP27m
/qqOR0rNtiPAkLeIu58yRHjW1Uj4AH4wzlsLTgB71Z5wpvre7C0+kAE93ceptDVRhhqoB4IhbMvA
GQfEVODE8V9IZJzGDnURPKmWgMRHsHOh9dWVDaXzgRCw24gV/Ydjhta0kwk86hsDVwkl48lXCUut
xnANPt1W904W4T3ocG9U25ms226VRJM9bUL0l0d2ly4DRKqRTTeG437ocrdjV8vYqEq8o90qtioj
RWMl65PsY9/fJEXkcWCBDGNvvbHtv87eZH8yo6mwNg3NWXK6+krxWYdE22140xNF5AIzjY3mKL+a
XGELai1+0H6JBmzb15xdphO+Zavd1Tal/ZAlAWs9DX0Q4Nh49T3CT26qdHCjp37wWM78JSJ9Q1dI
UZ8PKH1suFmlnw04H9UaVOXk7UpavZ+LqJEj0BljPP1V4SnhUkSzyctcdhyhAXT0dQW3/K8q8oeh
KjKyaJSdi+uaAJHvthklFINzQQulDzAmQOOu7B9hi9kU+xnaNfgEQ/ihdGnsEOeSUPUrctgMVGNE
i8qlgwf4lQp5p+6rOiq6GzraFud5XYfBR7Mbxbyx4tk54jGKc2w2VVSs/vIHGPUF57wNwprkivaC
DyqcTz3d/WWWFC5K6oSbyAvkCy279qmwk3g5TKHBEjiSn/+aZ0yMordx/crGCjjiCpSKBtJWSiJl
Lnd/YZpsfeEF2VZLK7LXgo30JFJieA4JAubpnWCoJfjpVSqu9KwlW40/xRMAKpbUoX+EYzVoHFNR
VksEl+U8Z9Ssnd04tKN9GLswu+6GmhoOjoPbKUinY+u0ydV//ef//L//+TH+d/hT3///R/2n6PJ7
HVME+7//dSGZynJog3O4dxzhm2fJhwNnHI/1jr9AAVV+CqS3jRVgt9ZZJNZpq7ZvP+9SjBLAPAd9
IwoUX51FA4bJVJMcxL3KsOi4wmL8ZXRtfcsNZDy9/aTfXi2rBgJ0R9jcilxe7+tXOyRRqCFrEUNb
G/HVMHfWnq11WDsG+RBubn+r5QDhvC6iq8btfrz98GUYr35XunI80vQc4mElrerXD6+iPkxx45Mh
UdTJsRQxOZYAO3ZN2OITdPoIEk+a/em7/fuhjFoItHWWf/ZbzlM5tJGbSyhVXflJ2JCxi7Iy7uDh
x3+atcjAfNexlQ3lhzyzs5+RDtrYEnCA16wsm13h+cUGw2q7GQM7eycN67cvxnNMCi2my3+6rhRn
oV9OYPUlEHyQk558rP0kuxnt6peT9/nt27/ZpQdxy3TIqzfpqoqzkLbMlG4gepgB0HIJeS3G9M5i
jd3RGMej+fazfpt2DMZRhEP6BO8pDLuvvw98tgSv5L6z9mCOQpSeLFC+mi4GguEViRj95u3n/ZYn
tjzPX34uVhkL29zr5yVlG4I743k1wvw95Edj63Rz/k6K44VRkfdp+XQuBEUP5+ynyqtwZm9XHD+J
J1sHOvF32Ebh47YCBIo9yMe3R3XhF7M8D4cvqTC0ic6nuEnYy5wL5HiZ6AirdyUd3gpIkTOo+dPb
j7owNIyWlsv37vEOnbMfrF+KBnlM3sRMCMtTUnZ0IbzS+YVSlBqszqN31uULQyMoHa0fhQMmmLX8
7//YGAwCAdgu0dcZIHkPc6g5n6OrWrOXvxfQeOlRpFjzOE+yy5xPMEgH7eJhADsDDfTg9yUzoKOn
gI2t+9NYQo90XwGPdvmXz5f/elRWgEkFO9Eyl0l5M6xYHJHwXtdG4ryzQF36vVgzWAtR3bL6n/1e
pYX8cIwYSo24AbMuV+8hHJN95A5w1+Yq2b39fVx8ibRSHSldn1d5tvYS9jFkvc+nWJCOvB8HO9w4
RIft2yb59S+eZPk2wBElPLbu1+8Qqz/hOR728LSmVz93YbCtNXn2yRjW/2ZQNs5KwSuUrn32qJAD
vmPGI6vUYEHLgxdwdAMcGIuI9Z0USXPZjl/vmHwa0D3ptiFbJOz29bCQlSPFCSALg8QpLJTq8L3q
ai5bipQoiBYJd/lrqGuUfK1l0CCZESqfJt/mEvwvXrASyndMpWx1Hu2uudDjqYP5YAVGtTZMSOwU
M+uDUEPyzrL89591Pmo6znQEBI1h6++38o9pPg1m7RUlOF9uYd6zUdPcWbUjCUclArQ7EWXpfVzX
zhV9s+aaZDxxx8Y7b+nCqyMqHe/nlJb9T3TaBdGJdBk3NP7TQxKb6qAAR0bvbFvL/Hzrr3v2IxkG
CtZUKnud0s8Ii4jmbDASg0DexRZ0u1jnExlrE6L7dx789zn0rSdbrz8PKCl4Xgae3AByRAsBZS5X
d5LC2royZX/lL2oBCge/gtqur0WcR4eqC975W1ya5GwB/F5yWb7U2aKMm8hJbIQ/WP/gTAYxvPEG
/f8RYHj1zqOWqfXbeIEpMM9RCEt5NvUowyQdXj5nHbRfXeSbe5o2BR1fmLIlQKG3v/hLD7OXuFFE
IPghrLOTj1+mrbOwcOlIFqG51qZTXhteUu/dYSSLTjvY0N4Zn3npmYrqAecSi0vQedKxj+mas0Tm
rj0vztHRTQbiQs/UR6ub8uNE6Bc6FUvuQAcO94iO2rvJHrgWzSmpe1Qq5cpwQ387oQqvNrhqxK6i
or5/+8Usu8TZr4DV2ISnoigCspu8/uqK5TfQMLVQzWG3VBXSfIf+3Pbtp1z4rNihfM627FWWEGff
djCPdGeBIaybScDYdSCmeK61wpE/7d5+0u93ItJQeOMCY7OD7PXsA84Gu0eNxzGQFlJ9nKMiOJa0
gNbUV5Y+hSz2fWNGwCF945ookfrPV1bO1rYliNpmlfgtoX3EDxoPkbv2DW08tFLguBBTqa8xYmef
3x7qhe/LJf3Y4dLA12We36xRUOIMrniWhWr4UOqkWy8qfbJY5gq7GTFo77zbC7+iZJPkJzQ5k9Ly
e/2tEKgD3dOl7o8cdz71aTABGQUTXFvKf+dRyx919lnyKN+0OOFwiT5PdyaxpyEkKGBfzjz6RDrs
MjJsEJEdAK6L7eAI64aULOOdZeLiCJWlpIsmx3XNZbb8c7MC6pKAawKRhiljRwEUlUkJzgHrhz68
/etdHCH3dtijUnnwR18/ShrA5TGdct6dA/E4RjUm62QYjR2ldPuA4TL1Eev1lfXOsnRxiD4+lGX3
Nz11NkTXbk1WQ74aEYZttTVAjd0APSE3OMZ1/ufXF14lv6NU0rI5Eb8eZMtFCkYc7xPoikSOxLHH
I897W5doQN9+n5fGxfKlfMtxbM+zz8aVAtfWiJTdNV40l9ghmMRGRnRth0Lxna/k0la9TAMuE5R4
sIGeDQsbv5Bdx7B6uBThulS6dxEUePoAbt+AbBwBIs4Gvxi4t03Dz7qu+iMJP/Vp7kwO638+csmu
RpudlRUzzuuX3GRkRXkD9EyyeL1Dh2NqN/rNUzfgl/0XT/J9KFmIgNgylhXpH9OD2xzBpfwNODda
xAzgHAOAZCGOJSLvnXd8aXp4y32NmDU6xOpsx2jGGh1Xg/CiRBN8hNJIP45Mq01Nh+cETto44lpU
78zJCysq5xHOqOzLbCCW/Xp8ZNRC3wCnjew4CzHhTkhmIml+mZz8UM5+8M4N+OIYaS55DoctKJdn
P5zGCKGsCaRTEOvuwYudZE0yz3wAtpFeYyAkiAKC4Z9fG1nA7UV/ZXLAk2djnAHTIcID6J4haDW3
enRyxIStZ936PPu7G0fxl7e/mkvDVJ7i2+QLlSx5r99q5VgpSWW81cptpqdxBj+uBltttTUbn4ZI
ZddN6kQvbz/00nJA1RnOqM/1znHPlgNRF17lDEAU8MuMGz0Z01pmBi4C+sr7P34UdVBqNFQJl6LQ
2RslfHuxo9FZwBlsbiKql9cUnNNdVgX9O9vihVFRRMcLJTyukBx0Xr9KYvTQovQNr1I2XzAOt+s6
yeRujuEi/vmg2HuF4hBFdUac/WijCIImLU0GxTn1VLo9cHyHhsLiCCO58+2HXTi0LYcmS2Kqo3bi
nq2nyquKNIF6izym9g9MGL2XYyPXZWQDpJql92T3SBxK9kTyEbz0+9uPv/CBep6Q6FDopUnKN6/f
qqqLzg09m2kv3OFRIUXEf2h+b8YOdJXWxFBPhfFOKfbSM0lBpXRO8ctW50tph5LRi1I6j2oO8Snl
2vupRROuYxQBQE6W4EoEkx/eHuiF9Y3FG0SMbdtCcLd4PVDIyDD9UXavR9Ut3g5rgvuR6h24SLgn
XDLf+V0vlTzYHflQle0yGb2zVdzPholuaoPYe5TFJw8W2PdlreffMIDitKrBt5vRGGF4mrGIIAAL
P+aUJuUf7yauJ32OFjaSEWmen+uwfoB4iqmgCmlYD2QqZr/oVZCNil3hCpyC660m7DjOO5Po9/ft
8mFxlWFT5sHeMp3/sV9K8MOxInOJeEMCydJiwZ0QQHnE/fKTDzF+Z5QXH2eqpfnkmz675+vHQTQ0
MTqhi4LjHtya3IKu68y6houFFIncztL78/Etb5QYMIzyJmN8/UAlF2ixHhrMQgbdSzXk5uMQy+6U
uMFAtKZu3xnhshC8vhZQAzd5pseGwvn1bMc0c6snDoq0aqpm+Sa2S2CeFCVXRK+PmygygiPA/vQU
yPC9EvKFJ/s0nZZbDxc7blyvh0r5VtNkYr6S+4Eqqh4JIkw5/3hmWb7IqKpekrYhYwBf0juT6Pc1
n14D+6binkAF7fwq5IAgmmq2Tqi7+GtoU3vH2lbWNUAg/U5D8cIHRH3XtKnWUehlNTwbZGAlZeQ4
yCFK4I71OM1b7Njoo+fyUQcEfb+9HF0cGT8j9SZUeY57tsekuRcZc4xMBVd0sdOcJ3EGBMYOxk72
zku8NDKTwo8vfZpSwjv7UhNrxBaSL6CZGc9gXxvhAqxn5WtqdbTd0XjnaLdsxK8/VA5ZPEn5nCV5
kWcfajpMhBbldYtZhHKTQYDRLqYE8s50+H1UXEIoKfM5ssz8Nv96E2ZJa47tumkSkDvYBzZAasod
JE+IRITGvPMWzeUDOB+Wt9zQaEdZHJHPZkEtSvjJrd0ikHYXQKiR7Kc8crbU0Xus5Bhv9qJssBVI
kR+qKgdlGvvttu1DG+zHUN0IoGtPb39Fv++kEr6fRWWPdjS7x9lXhFA7xKzHT4u43f8xLP7wAwgh
+Ry0dlbfqxpX2CAi0rrefu6Fl+9zzeTQxz94O84Wd9+TI95dhA1GM38NYSLThyF0emIdZOHbvf2w
309ILDsmXVsmimtb593oJSkXVCKRFQIN+IGULvA73jwcgpwcXYpr3rHw4/pjUvrutYsw4c/rwh6T
hsfzl5BA2s/mT0apVEB+6tYqTV64DjU3BLYHEGZT5+Htkf4+c3gSJzFcpmzYDPf1GtRVxPWlLloc
aywwJVdRu49pfr7zJV94CscurpfLeYDexNmPp60cszsc8rWlMPNOBAKd4Az22z8ey1KFXEaDA4av
5fVYNDBb6NIj3NaF8+WVdnajQYe8c2td/q6vJ6VncVrgH+50FM3Ojq89JDPMLQNBrwiWoXWE3ikH
RgwOxM6Obw/o912QiUYZXZhQq+mxn/84kSKmRgKUCRvb16s8aAidHa3hxrSo2eNuiNtjlpgJVnp4
7W8/+9IwJSoixupK2p1n8zz2FYnnjHNt60md6InPWz3AqQzQRf+LN/q3csH/+1c77wp22u07r7OI
R9OZPlYKuyOu+OQe+uF7jYnfVy+CchnRomYRsKXPPkQVkFdlAtNYV/ZsP8K/K59DK8ihlsGGWvWt
8je5LvQ729Old8k6bnOLNCmYnf+O4HvGMQudfh2nIxVxMTySs1RuzMF335lov6+SyzMkBcBFWEBH
9/UUAIDmjC7h42glYvdhmG34rfZcr4n2S1FIQTb+869EcZFk/aDLSj3w9fO8jjihWJLZGpPVhxY7
Ivp0KsMtUyh+Z02+9BKXSsoiKaAf7p7NuzkbAqjI1pIoKegoDEa+Kmlmr8w4kf/ig6QjxzazqK3o
Vb8elWzt3J8zIji6/+XsvJrjRrI9/1Vu9Dtm4U3EnfuAQhk6SaREuReEDBvee3z6/SVndleFQhSW
89bdbCmZicyTJ8/5m7YFjFFjFwDkvHBzG17A2xeQ+1QzIOEimmksYlap+ZT/YkialY2hCHr9KEXX
RnWa26LfuEEvFpCZkEvzCMb+C9TJIkmaW6dpzA7XV9norWMQBP5pkPLKk+As7a/P6uKYiaFYPpNC
Kfmtvri/JCy+YSGhi5TkWXACIB3c43Ghv3Mi5PicXoe7GuPlUWzM8CJekrGT22I8RDuBy2YZL2ls
pz3U9Z3PRUAu3X7FUFE5plmivkwIN3tRCgTY42hUbz0Hi5EX58BAOCcLwlEgnnUVy2Pf9AA0f5kk
ZIiuL+3KV6St5zBLDWiNfAFRinj8qAgs7Eq0OW/BNSPeaeH2Bkxc38h3V74iuTuiEfQrYfAvg6UP
6CTSxkTYdqYjxm2ov+ZJkNkutrn4WJCNJR9Hq/l5fYJboy72jtmjUYDWyIyNdRjvef6hcxQZkDor
YPk43gXoiQyBc/wPRuVK4NDTPKEofX7kkd6b29rB+4TUFf3iSEbs0gvCNL/3kRCI4W5UKIdMSGC8
9Y4XO4emPLpUdNHINs8HNtvBhuwu6qVyVHmoglQ/YHj2R/gyllfJ1nwsasfeV3aWbNxKF0kuI9Mt
pxDITQgwbLHQQyk5Su4XYspA/HdUqprsfqyi3vBGMBkV04dcvZv7XPrQh00sUc0t6l/X1/0iMwRy
xBuYSi41FA3o3WL6xaxXE5I5uw7pjBneSQd+Hk9j69PbxyEF1Ug+HYCmyz7cpCH+HaNzvquVxPgx
OFPt301UWpSNN/3afIiwlC04dTg0LuYTtbOlp34i72I0+fbKkOGj0/Rb/dqVIGD9OYr4+R+VrjBB
yR2hEJkrPeBNqFoB0o4RMnS4Lrw9soH2YS70TWjyL0Gs6E5VWR+qIHHMQv0WSpPyqHYWjS+odt71
b7Ry8i2yXGztTdGLXkLscNKxnTz1ZeqlWGyZKFuiHT5MN3Uv26cA61235yu+/fyRvJgmnQQFiU5z
kVbIVmhJuHApSNJl9S/KLj/4cPO7gRhxB2U/94xZmM85FtLz16e79hFNUd6ipkDpf7lVcMML2iwZ
2PqZOR2hsePUGEMNVNHm2fiIa7uSXF5gJYH+XOBoHdo+dWAgKUIJvDjyKKo8i9LCW3MZzjLlQtB9
FpRHe9lEtFBPxXQZm7dutqQ92WJ0bKtCP0VoInx8+9qJkoiAfFq8khfhOmxkJE9Nhgp4Q3sYvxdf
YCZ+09FKe2sDT0zKInLIpO8Gr8rzo0bLpgwmiZEARsi8XxW0ymYbvrOToACUVvN/sohEZmqKlAXp
VZyPl0Tg+DMrVXcNnpk30Bv0mxKLlVuTrZJv7MC1A8fXIiaq5Go0uc7HwlohblszwmJeq18SKI2n
qIVZl+Ce67U4SrhTPxcbF624Vc6ez6wnb6DXmjmllSVwoAQGH+QjAX9yWnk3K1USe1M1ZDmcezwa
UanO76/vlcu2yOuQwIMMhbgCv/Z8mgb+9vkQAiYchkD/DlsZWm6o2ocoNMx95UPc3UuTSTbaZT32
KmWkoMgwOlvHYyU7tZg2r3kAYDRoFvk3WDQspMIIOFxsqx8kDFtkgBrmcKScNvzKi9aA3YRsfd/U
2hY67nJsTj6hFY8/SvmUlM6XoJQCc+wnHyevIoYkZ5X02u3fqnOAvdR4lR4O+zZrpP31lb8MO4xq
KOxiXYCzlu9e6P1Ut8SFjuu6vrem2H9IEMk7vX0UUn7b4mHNFSEv55bY84TF3Aiy1jdueKZOJ1rg
w8bldBmt6W4TAMTTmkRtmUDglk6ZbrRUuIuauneSOTwOtlMdlXnYen5eHkuGEhBe2wSMcYE0C8zI
kPImAqrvoLiu5QXC4rKEdlVu+wegsRKiBM0WUOnyXNJ3Bo7Bg5eHKI2P8x3SWdC+OwMkH8zO6KRX
ON7WmM+dxhZebhOBKL7+1S7XU1SWeNDzRqTFtFzPvE+SBmsqtLTCuaPZPdbEhIIHx30GvmZjI15u
//PBxC/zR75Udn44DAJBZNUtGtV2g6pE0GmePBuDZ80w/K1Ca/YZXt8bSfZK8FGBfSG7ABRdZDeL
GFvIRmsEtDxptsfWA+aG/U4K9a+5ZGBkVKKNinopprIjOqdVjQ+yQdNtIwBeflqTqxKClWCbcPYX
VxjM3CAPGozXCPN4fACUvRmVFKK5UvhPSVbNG9fK5adlPNrP0FoYEOj++Wqn6DyiE+RMmOyozgM1
5xGftFDzAr3bKjRcflhLJsCoimryHIaYcT4UujPjjKrG4Bll3SN92Dftc+Qg5650bdJBKB6N73iy
1HcBHu0bm+pyWRmbjwrGWaeqsqRcpZOC6OpYDJ6NgfhDRxC8n/F0vR00tTmGstK9OQKJZJH+L4mP
DZBRO58rZjqjZCI/iE1iReB24tFFeAP7U7n+ev1svjY5zy9piyaX6qiiqybaXedDpWHtVJITTB6G
smg5Dhl4IrfWMVAF6qd1n3uEtT6YaPK8B5o7YQMQ0x1xhYo09gXY7rpDmplvflnBbKXsR6YsbrEl
ChCFqU4GS4zeii9jRYjwT7jThnz6+/rcV3YUvC5DpCjUAS7iICxyDLkUvfd6n+exa+FILlA/VXRU
cCP9BpwdYSXkPFvNzSZ09a6Pfnl08IARKBUe5EIlQvx2fwQq3fHRlk1s9rMhJ/ckBu1Jrg35FtS8
tvHwWdm+4O5Ea1GEe5C/50M1sUbu0SiDh0xf/r7JWvWo5qGi78KmQRXa0oZuIy6sxEKq0zyyNIBw
4o23mF3YswdltE08A5/zfNepJNMK4ju3GgzWXd8qkNq1KTpCH7bfNXMdfAhmZYv+eVn2EL+EaBHZ
QLnhBy3njc6gqhQjzkOKcj+pGg4yEX7ZeTajaYi5KmqYquSlKeR/Epju0/UvvDo8x4rYAQUbDur5
8Hra+GFC3PAUChHoVCq0kpMevrQdGyOaimDkAVp3SECUeMdK1psx1zbTp6Us2EHiRbj4Bq1pxGiS
1qMX9Fn5s8TL8IiuqeEOXdVtnNi1HSYa8qC7VSohS3ZLoHR2q87DiIZKgs4GtsqnYQTojSZOhDyO
2h6vL+3a4QFuROeWVqZC7nS+tDF2mYlusb2q3hk/8TrklQYA+y4uoy3ohvhKiwBJVxg9RLIlEF7L
ndx2MpaSdHO8RCvV4ibMbXSZsEjDoeD6nESkXQxEXYJrGwoshNslA9ZKp74MCi64otLsOxxTjb1f
oFdUdO38sTUQxkaXy9m42VYWkntb1GAEpkJ9xSX8EYXQQrWGIEF0zwzKAXsxXIQ8uqnYB9UNKmEb
YeGVerqcI6sJyAgmieAgnH+3CdxxlssTPs6AjwcFTfTcwQpwzmXrMFe9Mu8HP2oLtJmz6SeKDQb6
80iyIgpcCa0aPRd+6lweyamVY3RDE5ww3oHRbqdjNqHacRg6NOdn1Di+d7KF9SxCb3woXGXM+VFS
Asl3jTro7X05Fcn8A02rLfLo2lfUSHTIixx4DuqiyDTI+pwYHXJO6dg1j2pU3KCoWX6Ui+E2GFBl
5M3of7u+cVa+Iaw4XpkgZA3qJOLnf3zDpONIhpBwvTpT518Gan63BWoF35AG38I4rw0Fox76KFgC
CCSLoSgspRVgBR2adFW9RyfTvm9lIz8hJRP8ePusyLWoxphkJhepbNeE0Mo6hiq7brxzhKDzFCKY
OwzoaVwfaiV6kU/S3GT96Jjpi2+mzWpt+eiVeVlu5o+RFd1gb0HeVQ+A4dt2C024skXOhlscgjwV
L2iq9N6M+5Vzau0ANTZ5xjrRdRqup562KL40einvr89z7eshnYlsAA9OSqGLtDJCUhUtQoq5wzTK
3xJKM18rOaie0ySbP1wfStwti4NOZ4VHgS40JYDxnO/JRkEGJaAj51XTLO8pFuLq3Wl/Y7mDpdco
qbsisbK/q4aexPWBVxaXgS1AmnxMBR7O+cBGjLBW7zeKl7QWwjyDKn0CI/V30cn9u7HVcVqalHxj
XVf2j0OZh8ouQHzi2mKyg10iqWwxZu/XNpcDGiUPGUi/2G1UPJvyybYO12e58iVhissCKUJThULs
+SwbdMKcbkbYdEAc6Zsit827iabHz1zXso0n5dqC0hUQX5PATVHrfCgphRaWofrgWUUrIx2qWOBd
H8uoD9HObFV1p9a2/WEoIQi9fY5QGjUNUSayJ0Os+h9hLaqo9GgkjrjwIQu9B5Q/falSCUn31Mnq
jQRmbUHZrBQsRZZMJDgfrLbUNonopaP8N4+faTo3DbRxWz+YdjRt5IVrZ8MQVyB4fKAiS7xNgplf
izWM4lmOXze4win9HSbQSIKS7ihUYEQkoLel7hEG6Dbg8StJqcPDg/yCUjCjL5JCIuocV7WO5YFR
Sv3NZKXByfLRoN9VU0APsE1V/SnzNfOTowf6cwKmxLv+XdemT11S4OVpRvKLnC+1oaWWMTSV5plJ
hnx72hjxeNSL1PiRJrV8Y2BBvg9B+3nNFDRblK616VOiAeskmKQXcAVNHbuxMAcN9bAwT/eTpQUV
Sphq9TFxwMvqhZ/cYSRgeiQZ/d5EZe3m+uzXNhovWkQYhLAQV+j57BMa7LWE8BD4TS33elTj3ah0
9JOEQsd/ECRgBtN0tcgKLpLyUEni0ELH3MuGELHH0O6OGb2Mm6zEAeX6rNYiIEMAeeLNTja5OD5q
kCvonsWah3u9FuwGKiYv+QDu2MXzZbjrMW9++5DoLHB+KCsCPkae5nwhA6MoEQ+rZ+LS0H/ooEnu
cfHE1Ib/Ov4ofYTMrs/xMhDaiFyhLwHbkii/xBwiPI54ad/MXqqo8VegGdj1+ZLiJjI2TxnuiS4a
zeNG9H29O84vUpuCIi0bofRANWRxWkZVxhE66SfkQQO58MZ+VO4G3fB/DLDJP6b+FN63QYNS9lTm
5qnN4uEhwf/4OPWO/Pv6AlxuXaSUSBto3cNwu+if9kigohAhUezDJOCTTJfsZz7YyYfQboc3RynQ
SwK7xJXKS2iZPqgaPeC4jmevQ4V7P2aqsw9xr92XWWN8iuzIx/gXbY00iqW7ssTY/fpML7ezAE8R
IeikkistQeYBDGmTChiSGKgq5kg2JGjmxYAXkp02Gv7RcdJiA7K/srtwuuCsUvmiCWkvbjsbdnTf
qxOV26hT3psxeolNM+Un7Fvmn3gjVcdEtR6vT/MyEiPvTGHe5pYl01xWizEvU8auQrOwbqLoOc3U
D41vF09EQumkDCEipDz4PZtkeGN913YSwQ+AMMhr3p2LyQYZFp5OmMgYsSKB1I5qcCelIPmTNgk2
LvZLZL1tk7kAocAHiJ20rKU2bVeng4HxhQYkFH/uIUZ5PsFl0K794l2TjYObYjjrxeow3lhKMD1F
5F2f0F/FGbVNkwe1soLT9YVf2190KCnQg7giA1gcalzHYkwOCCXRDLXADdGixLYiJ5+GLWXkQM6N
KNl4e699bLIoijOQ4kBML4phcYG/VzwOs9eU5XCPh5D6GdvW9MZutOx3jrXjHaAdy1MSfdiIYauz
5SICzsmjmIL2eaRWCtSx/Ao9Zd6Ow+2clVjKZor0BVWs9rYOA//L9dVd212cX46TAQiXPtf5eBm4
4MGKMK+ELNodRtSqd2R9eEeMdrFxJ4gPtYjOhClWk846oWpZxC0yHHmFfyZyuWP7SDtC5zO2w/P1
Ca18Osoz4jlFGYpUeHFcKiQAJ7uJJ7w9s7HaYWFo3VQ5Qjm6UcYnWcGAxmuiFptR6BzSxr5ZCUwk
aXB9SY95VS1xvwI32jcUp7w5mEsMtarqxigH9V2HW9ldOaOHPipjsb8+45UtQybBtS7wSNx6i09o
kAcbUZQLNdVG93Jdx4UDg+iD3BvPdhKpx+vDrQUJuteUGoTIgcGFe75l6koJcY2pJvKXojoAC7D2
lBcBKgyG+VhqXfFdQQXam7BR2Y8yRJh9XcvmEVvN5FPUlejZoyepb0TJ12rKcncRJmiE0DfFtEns
iz9eQCRwNCybdvLMwlI/JI4031h9V32EYZn/DPCI28sTqqrJUIdfEYLSfsUYAMkuDIPigP9ltJ+x
FLhviUAnOYm3iMwrNX5KJjSoxNtXp86/iGIwv8vZ0vrRG4yiQUinHIbUixDV+dbImmQdLAnX1FsT
OYxfQwZ7aEdzUr5HohnJgY3vt7ZJKQTLdOjovoITOl+pLKYMHBZU+o0ez0o3I+s8dAg934mWOm/H
KNduJ8zXTiY+yWigO/mvWjIBoWgjkvyVJeUPAF/1Y2SV2b2E3vJtSNcTJWhjs/pz+QIh+YexKhQp
RW9A/PyPjxr1lRXnkzx6sV+MVORnPbpTpyK745p0viP5jtRugQo865kjpiq3k//5+mqtLJZgDNAb
AF2vEZHPfwMDqT5MJGkSBxHx4zbAN/sWv4P+2UxtejV9iwj3HgM/++33AAQrhhS0RBAqi3sgbiu1
pz+PfZ/UlTiQ1vhFv4S1JsEWVAE74PhuZerGe2tlsnTDFR16FUA1bfneBQGEX1Y0yB4mRHX5PZCm
8BTT46yOM34+LwbWgMkd3jfTBhpgJYIxLgkHzwXBQ1kcDmCGOkZJOTWhOikrnHEcDFzqiNJ3ickP
nScni7ZY0WsnEiCZEK+lIU/Cs7jjYXeq0KITpOwLE7E7xR8STAe78s7pp58aWKNDLHcfVPxBb3Qf
EW+6vd3H65vr8vKlMAGdjmseiAkqeOebS9fieQhVp/EAlKlfrBZDHbczkGxqcmS9r4+1ErYBscgk
sAJyQSd3cewTmYMMh6jlRWIPFfrl/tR4M+Yb74weoRq3Rem8cfWubuqHbJ4m++Do9aTjFQ+xcadR
R7J3vVYm0QFVqS1JicvcACiI9UrqItVFJfN8JYZIQ9gEGgae7d1ENs8dc5yx1tk4zZcb7XwY8fM/
4kk7lLBKbK3zwLnZAealdnfXlOwwvD+aH07c64frq742IAeYIhKoAfphi03WxmZnjFnSe5KK/ZwT
mTEg8jK8yzBJdH3ANqfr412eYOoJYrhXtjaqducTxIdTAY7Q9J6FQuBOxqWSji3aLtZkSLtUCcFN
Sb6/vz7oZZRmUFQzNHScSCJfJej+WFUKNx3tr65nG+NW6lpEqQ8OzjUf6FvVH2bD8T9UiaQ9FGWQ
eW032Bv185VjxNgkP+Sv1AovwpZmhvoQM36YNbmHWxfe5G3TPEzzVG1M9TK7pB6mgf8gUJFYLfkQ
KF136gybxsMNCqBrUsbSlzhTrdtAUdA8ozmPgUiu+i88HJKtetxKjsPoFI0QI6J/ddEoqCRcCQK1
ZaIRPhg7jET8O2tokrtcbs0KFSTkbF9NGL+GuCvvHLkrv0Ya8MYsbLVPTTSnezbfiPBgb93TNGqf
rm+ElZgqfkFBJRCEU3jn59uvCEcdL6Ksp7XdlSpc6MQ+xnmmorxBNqNFUwp4dqxKTw/6AVmjWJM/
IgNvHK//HmsbgmwBJVViHY+pxa/h27nu1w6/RjWTRrmkXhgjpDq4gthuNqovayccHihEAOiocOzF
7/LH5k8w5utV5HA8SZL756qQE2prXVtVRxzBs31PQ3njll6LlbxtHPgxEDYu+/lRo2NAkPc80m3t
izyisqGZvGfevoYIhiDORDyB/7OIJIXo29oFoRLDnPCYywMOg1kveypiCd7bhxJ0a/5KlOh45J8v
oR+FBOLQ6jypt+NjMQyOZ4ZyuPcDp3xzWiWqKHwnUdJWLhLKDmxfGmlO541IobtBbshurMqdp4Yq
3uhhuFW8WdsdFnFf6DCq1KoWq1i2bW2XBvFf57S9j8xUP7UqvuqqjK83/MYNVP7axocXjdgdVF7a
T4vNSAskLztsjTwfVhFk16w+1mMVeApucBs329pZV2WSciAYvGpIGs+/WtcoiKIJNx5NnbtH/Pic
XZBLMdiSvjlZtYMm82wPOOz6kpdJ+rgvdWtLeuIVo37+6kO4iGgIaEkUrZZC16EKEIreUef1FsoE
R8w9LZivYPdOVeko31CmxklbxpBt2oVDpT80E8mzGwRj/TM18nCHb20KWI+77RSUUBXfvrMFzJWq
KJVgIWhyvkZQxMuGxGnwAECax7lKv5V4DCEzbm5E3pWYcDbQ4sM3Pm//IQR0OYMwGEnrcI/xtNZo
NiqEK1e9iuoeiqY0xmjNLCbUYeY9dBL7WZ1n+ej0fc27WZH2tY7goC3nMn1jE5IGcDbX8jVrdz1S
vHakl9+bC4a+Ak8yOHqLTafSVOi0BvvTLjbDYjdLE/bCGkqju9bURpAyeuNFkabfSWUmo4Eht5oX
T2U04CGj6Y+5VpZPZTUha01s6RJSMD+4i3nIHjlP45frv+3K4ResdtG9I+boS7WevJ1s37fQW+Hc
xy+JIqU3QeLonsnrH5OcId5fH2/l9ENjAuov4Oo8VReFILT5sXa1/N6zUw0blbD43vsRNY0xaDa+
w0oapFKOBbMj2g6UNM73tR83M3wciUTECfJvZtF/TRDTPEZlm99Lbe/fUBRKXK3St0gNKy0e8mjO
I0BJ4aSyJN+W9uC3iimuW6gHjZc1dfEumqzAcadiMo7QdWsM7pn1GCnlcKrTbvCGJgcUS+d9Swhq
7QPzfKPJAzRWgDfPlwHnzDToU6X34qxJb/q4oYYSyl9aq55uzbFqNtKatcOHigfmMSL5AzF1PhyO
T3ofw3ryVCXsn/ALgt/cZqWxN4YKk/coHKO7ABW5d5gyF+8lOk0b4WxtvjbXPs1wWk1kLue/wKzJ
cYFJd+sp1eQcnVDGe9pAFsV1nDrb19Ww0XNZ29CoB3O3iJsGtNf5eElWhorTMR6Z67hPM1yUJRO9
pMSwuo03xNqOhm1L1RjMPP+wyEHifJ6SDI9WL7LUIdo3toGlHbVUnMCa5sRDpn1BJxprVDDd6kac
ENtkEdQE01FAgIE0Xpq8qEGRZAFjd7lkHjqpFWZmGBI/2PzXaqfncXs7mtWWRdDKdgL2Q7uUmCEq
EIuvWQBnmAwf79+wN/zPAP2mAnF5GQFgXaIQEfnS+DRa2lAde1XSPk6g39/eZ3HAkVBDNkU7D+Hv
8w9s4gtoz5LfeGzW5OBM6Uer7DHMntXuIJdOeYO/deg1XOMbR2llZ4GoEIBY4jqSQotQ6UckKENL
MUSKI/s7lrf6MZ3UkvZWviV3qK5sLY0MAAVpIT8MR+p8krk82/4sY9ozjJbxs8YS+Zaelnqs+7S/
mdsu9MLARJhHifLPHe6KJswJAB6zrGOglNh+H7hwGYabfhw1D8ZKikPblKMHDVa9+VqVWojhUm6+
H/w50pBon/vvGXTvgfWch9sujaodscKwXYpaGPjFZnUKp2jLmGN1lmgritohPNclltO2w6FwmqH1
akMqPknjcIscKahVzE1/0JSfJNwwx/mBim218R5aiUrAnngNEZnAOS/3sYpPYlhbTeu1WF19I3p+
rLQiaEDKAmswQvX5+i27kmpRQBM8EBHzL6RJHCeP5FaXqTk3elC70Bo71e1ojm/csWtbFOgRE4P0
hqraYotaVeP3eSjhNKhM2ROS9Ra2BIl55+docl+f0lokAIQrLjI0QOlun+9QrGRjA8xo5+WSPj3X
tl7nj3PrQznvhkZ7GGQTQ7aewgMmmTy690OC19/1X2GFWwNeA80F2p4YKFESPf8dJLQg+l5T0HpQ
jGrECEBDB9B1ysa/N+ccnEwdaPVnVSv07MEKJ1VYjPcBeimt8zkGc/BVibLh1/VfaiUwk+fSUCJ5
ByO5DE9h46RVqmGNDERzuM9iPLH71mgPWZBP+6hu1NB1em1L5WxlVEjHAvXkkFrR0TpfiVBNHJoq
UoVUSmN+gU9daS6+bdMndOERZ6bt4twlYVe8fbI0nYG6Ut4iXi1LWzWgOvCuSGj3sS03uwRi0X1S
0AKijhRke2SogXhwT22c3rXZCtFAQNIUD7mQzmeryZESmv6MCXpuOF+MSh15TOh+DIWgDsqD3Obd
wRyDcWPYS18MYgVRUKiU0jXl5j8fl9JondiqBII/SbLoQVMaPO57zUl/TlTgn2Kn1hI3hQt+6iY9
R08pSarU84e4UvdmGeJYayOe6ykIhOeuBsUB0bMWVzN3LqTg5fo+XAkFr+9H0Tnn0yzzIDZEZ0FD
LcEiSyRKmL46EaK5Go/sjN8xrjZeeWvjEcPpU/K0JrAurmWAbyUFeKS4ZAtDhx2JdHpXp2V0m7Xo
JWzEuZUNwNmiaCF2ADt+sQG60W7skLve8/3Y+NLU5nNRztmDjUuxN1Z9eYiqYOv6X7kykNoizXut
lLPfzz/+RKdTT0qr8qZCwlImThtrlzhyGriI2A1fKmfY6pqvhFjIy3DNxVNBVAPOR8RxWZ/bNqup
bIVDAssinttTaI90gZPIcUJ3VqTwwQr0Ibsd5kqXYjevVfXHmzcSXHCktGmUi4R6sdYRnQo/q6vK
UzK7fZyo1LtSYBHGQqzwDtfHWltj1HvooiOPQn632EROSk2A01x5YVz3T4GSTs+J3IOJzmz7mM9l
uFHaW9lHkCxxlECTiSRgqVBr6VQ7wK/wJkyV6hF5QBxHRzkOR5Qw2/h9Vfqkd3bfb/F0VvIBIWgD
L5EsGrWyxeWppUpsqA096Ajkzj5EN8JTbJ7G11dz5UgiQ0lRm8aDhubp4ikUyU5kOUnZeGnSFZDR
9ek2xkl+FzpJ9faFpEtGh4GMSoy5mNBcTG3Wa13rOblRVW6QgAdLisB+YgVeoB9ZB4gRwf76/FZ2
i4MpJIwumpNooy3mVwMbSfu0bL2ssrqHfsItd8YDBaOrST3kutK+PeqgI4IqgsCLcL0vxrOTpC70
ivHMrg3/zuUMaHELxqGUteldFcvJY16oWwTitUnSjeCVJ9IJiurnQaBL87pGHbv1qlG32j03bDyf
WG3nTo6G4HObqVCkr6/ra0Xs7HFJXwLGGmRlCvY0VhcThU0Zpf3UUzRQUyQSBgtRiMNAiTyL3ahX
itirGll7ViJrTm6UnlLvIZiq9hj0chS4eiX7GipfhaH+rI3Rqo+BbMQvtm/U0yEr5ZzEYKjj7HHm
ZA6uMWr+h6DJg99hW7aOG+lhe2uqcX+TFnaW7aZGG60DLe802MgfL04/Z4KrHDwSQHVq0ov4ygtu
7IyoZppAaB5jLitv1GrZTUt9PsVG/4t1eL6+tJdDQuKnOiGU4CCzLPVTwhkIZZIXhhcY81g+KEql
fjJ6HqwulYJ6PkgJ6c5tByhoK0O8CDn0WOnK8IDlKqHZtgjjTYxF3jQFhtfEyFLsg9qm9Onz/TcO
pfh7zveO0EWgMEEcF0IJixDe2OAeAH4YHkIow+RO6I3vBinV7qfRzn5eX82Ls8GcYMwgWiAIwM5S
igVpj9zqUHIHW5prjwkSGPd1rX3opNDfF1nHffjm8UTGKWxacQWhRHt+FlUrQ4s+Emso+yoe43o4
jr8bSZnKQwnzy3myketuNwa9eCSL7hN4AAQSQNhe1Dtwvq4VTKUMD1ARAupyDAKjjDOvrqPOm8D8
7Azsid6rgfZmeV5Ghski+GxsOOSGz6dbYFLcNUiCek1YSc99AOTtFKO2sVODctPP8hUnvNg44luq
PGJI7ehVn4/WqF0qYzAPbcVB0dVt2lC/r3A8H1zSj/hRtqsA+IMaQFCdKrUueabH0nulMOwn/Gey
v1VEtB2XETPNg2Mz664pN/14VCNVVXYOlmMPchIqKFv44XibtJPR3ckSen27POni72aRTN+ub5fL
9ykND9kEKETFTGDSFu9TPTTI1kC+eGUQyffQC9TBdUYjE1jkOq7dATcLY8+zrrzrDKRKBeSijvkF
fUwXKjsuv+cN0pEbJ1S9DAUCNUMNi2IWb9Vlx11u9LCmOll4Dti4Yc/XTJpDpAWztEe2UaXDMc88
SgBom5bbZkYs3SZp0T3PsWw2uxq/d0oYwOZz1yyCrPBks+rHQ+dMw1eK2wYG5YjWJ/uiTpxPEwah
tPKxyeFlpJjtTTQPToTbgKFA/4G+/+v6mq/NDRlGVpyMR1Scz3dRXNl5gWMHisAO4XwutOxQp3H5
eH2Uy8ADPYkeDQ8eOvgXhNaqhjQS5GXhqXbdfQt73YTdZSoY9SDw58q8+DaCwGUPg61EE4uXgEgD
EGg5nxdGdTjBk/B4ahsPe27vZKendbK3ixbCZ5/XnlTZshvGs7Gf9bI75ZPv70KriP6FCftfZ670
zatL/a+inOoIAfjFv/7P+/Il/9jWLy/tw4/yv8Uf/b//6/kf/J+H6FddNMXf7fL/OvtD/P3/Ht/7
0f44+5d93kbt9Ni91NPTC4bU7esAwUsh/s//3x/+18vr3/JpKl/++devostb8bcFUZH/9e8f3fz+
51+4O/6xC8Tf/+8fvvuR8eeeiuxHHv24+BMvP5qWP+z8Q2jJsCdIfuHFCnGi4eX1J/I/QHKhOgAc
VHTzBRkhL+o2/Odfus2PBHISKTXa4a+w2ga5AfEj7R9IQMPAEhZbgKRg6PyfmX/4V9T810dhJf79
7/+Vd9mHAl5/88+/uA3ZH/8vurJ3+B3EwxWRDq4wZVkZtAspQU9TVnelH8zVnTVH7KWyFE1sU0Jt
5kNPbWMyXKuZg+wJ9mmRvgOwG6uqW8eDT412hiqk/KaoVGVoEPlOfIJXqTgojSsZts1B5FOtDuLQ
h3RCbXxf2I3h/BgnIaZppoFSvbdmCDH3QHNn6dTG2QiwpwvqIPyUpH4nPXBj607gallaFPdGQqF0
l0eWcqJ/FZiN2xeFYt2oQ9g8yVUx3RV2lz8iidbMN1GX6F9Ycqn0RnpbwWEKhuy95TeV7WEhM1aT
W+VKkf002llB8KZFxM6/962kBrcaasooP8uTlvrvOEJTeQRakpv7KUJNwa24LYadbTWG7jkI2n7T
w8w3D2ra9+Mpx2rOQQLBSX1hdoryyNwheePNY1XPbiwJ8H6uQHXa2ZItBYfMHALpADq0KL28aYbg
IW0d5yHTxuwjIMm5P9RVM9zL6VDgOQ8DuAPVaEff23ZunyaMgFQX07URW44ej9upjk17nw1SrR/0
GIdmT0ttBddOyF0dVAVZ6dMHXS2Gr2VslqarRbUV7dOgjhTX6CStcbGc0V+iqZ0+J7T+MR+dSCuA
CjFsYD6mY13cz2Zm6fhjmIG/qyIl+J1nehIfJV96ylLZmLxUb5offgrK2+Ey2IEN0u9DLGu/TIQj
q+JOM6ygvNUBa1e7pq/qu0FG2NmL1Nl/bnM/vilLZBSovHSPoJPHg9nLn+zKlL+kmD79DLR58pxo
THd9pqW/QCoogVtleTbukiR23ltIz4yuPw30ShSlM+7keIy/p03N7rHi0R93JR4wTIu79m8NpEu1
QwXD+tSFE/rgeWSgQenjOuQmtTWqXo1s/sesL0J5X+O2fkTFjVhekWCxWuzcB1zo8AvBklUO3LCv
yDJKQ+6kQxWoRuoaajJEWAwE036uBGtB1lt8qnMlaU+10WndLlWz9mlsCwn0cGQXX0B9IfeURMn8
rA9p3e+GSMFas9X7BPUOxL/eFZGkyq5MqjAf7LCvP+VVFP22YWu0+FLG/ZchRMjaa0tt+tQ1ppW6
Ye2biouARCudpqg1wBj6dfCbilH4XDP50FP9US2O/hh2YEuHqUQoIEhtL/NJtHLK6q0blI30WOVG
DEh/1H3LtRsTu2EfuOa3oe+TxnXigk9BNVS5y9q4Cd08kKLffqG2wAfCBOyXE2nmoxInwTOtRBRo
ezP2j7QJ7R9GnzoOrLjG/hy1eQMRDu7fk2wHUr+XpSp+nwaWX7t9Xec/s1CiZSJ1/Mxt8FRlxa1+
uA8sSGRRGhdPdWd1ratbjXoD6w3kotHrzRcJHYH23qq66cT7SpdcBJqdhyhLjWIHOj0ePTnranmv
V/+bvTNZjhvZ0vSrtPUe2Zjh2AKIkcFZ4rSBURKFeYY7AH/6+iKzrtXN29ZVXbte9DKVEhlkBNzP
+cdKcZc2vnkvjD4N9+VcVYoC06WXZ3tw1yoKpDH96hdj+aJ+XNendqYs88Hrh6YCgjO3dBdShTD8
0KxTYzx5dvuR8Rp01PrS0RdDN0Yar5sxWnHuNNVPrnJ33Y/0L/mxLIzg+7yqJohtm20mKlUHLz4o
q/pu+caWJnMjm9c1dBS5uroUP8d2ax/EAoQU1d6QZTvQXafbNzJPW3IbB4NvnroMyWHdfwsIYWIg
WYRZ743Uzn+TINdS5tz03ZtPjep0noWaGzoc1vTSZji49r1naSKs8cDku2lLTbGf/QrPxzQ5gyBa
adnSyPdX8d2xCVWMMgZuQmQs1dzlTkU8c+4p+5iupU1HmbWWD0MfOBuHT50+prVBhZvrtMPDMA/Z
m2/PXR5fQbLsyDdVa7yZbpqeptyxt9jjbUN57oRbsRsgcfLEHdL6szEXNELjwrmXDDzcLmV7kJ/7
YFnSIfbN3lsTTOfTo6+tMotU2vljsuaAALFLURpar742zr3b9eu1y0H/xJ0vvhMcPn9pCjlua8j8
Jp6wI39MiLuLyOp8DLD8wnnthG1pqoGarHqeEOfLZLTdfkx0iDo2cqp+e15k5ZWHxaOpDUdrwGBW
mk2JH2FUhRfZYUtFhgOwAVmB4/aFd02NsZd16S+hiK3iPdVQVKPDYRsHvMrv3dCON7IQG7abVW9N
RMx5mR/6qTKfMt2KdScaZ2zjvnTlaVsCu0t86nefNMzqSAAQuhu2cJW9IrrI7oNtXGoC723m1FHQ
IRWba6fv3WkJcaI6ADOcVov+VWcZbGxQGn0kt8laabDfZhlvupkfmRfsnpRxN3gb2tV5Z6ynJcmj
FGGL8oUWwkjo0H2VmNSfDJOQWsCNaxBsoPrguFitzKO+9JwhMe0u8/e54ddDvIQGrU9m65ifwAoj
MQ3u0spItI3/0G4EZ0RaDu50IUShdyKndbcHo+LlkEIubJl07IUvUFH2o+YPjD23mlkQMl9Y37m6
uupMMQq1JN6o9I6iUIdVZ6zSPmqbSZrRxI3c09U8bjmLgyX5i6QsvWmhZLPrfde4C6mxaPBzCD41
zdAvG2p5X/zG4NktUT502ogcLWfij4xJ/uRrpPWONdd+z0hkeeilWTi7eumJyoUHss7NWuVDLPo8
SJNUeMVzqOc85SPPO7JzGSJG1HLtdJOmm+9E2RRiQM83Ds1IWmb1Q3treTesNq5ptxvcmfuCdzHp
sTU9Wq3bbeemstQBjgItyIYOBE2K2HwuZAjSLgKmGNcYY2j1ZjnpWiQG/Clte5vE3R/ouYib2eAA
39geX71OasLVisn53lWhpQ8QJNqL2tnQcj8t61hzek+E0rq6APBZe75TXOVlN0fS3Vp9pHcuaGKf
h2ZKGKa8b37BXhYNOb9/Yrrz8KEMnULtgl4W7mW1/WzdIRew5c4bDbFFi8/MzE6q7B9UbrTs8iIV
n1OVZR/zKq3hjLQHLqZv6EmLKjEZT/QKj1WSi9zHVU6IktwT1eAKQq6UfKRsb8zOVG4Zwalxpa8u
oxbXR2mzerKQAFgu1uYSECSJ7zfjToybEU2bsp7Az5wnqJLqYwmaYI7sbioPHlFa5b5vBAkfRd/x
aSV+o2LgIDmr3TfoDBhzSZGZvVsmVgJPHJ9KgIsuVLvdO2616J2BrSj4gd2/4LKB0xHyWYfMR3Qn
rGBslyybVP7CwFzWh9RM2+Vio1MIzy7F0d3TNPbTsi+kuVinYcGDvc9Ly0p/gmxW+d5bpRDfnK0N
h4vnpJv75GypY8ezZWr7v7DY/333Zse4ZnfyxpBFfYUZ/9WSlZL15/flmCUN//vWHasiCXGc/Rcb
/r+IiP/8NsRPQ8CysAHb/qs2Jhz7djLmoUp6d6WzLCzq9dkKZs5ORs7SAWaw+4sPCVnGm8OIiA5m
SNKAkrE/17//1ib8f9xv/7YT/6f78v+Lm/AVyfpf/9g3/7dN+Lnu1Ne/rsLXf/LXKmz5f6Cr5j5F
UnrNwbmC3H+twpbzx7WX4mpoJTHgStz8xyrs/4GMgHZM+gNI0fzbKuz9QR4GKZ2Y62GyAF//O6sw
4Vh/h6hZcq+CKhQywPC8PjCcv2Mp61Qr/4r8x51hVC+yDtKfkvw47mvtQczXDqhYDJgcFnurzIcn
Mx/1cvBWa5ij0FrRVuXGEuT43vIcPtabrV025eP9mAcNyjjZ+j+mrCXF0Ai0cdcjvNyOZp1mdiL7
abAPwrEb5jOkGVnsEoARNQ5NulOZTpG0nYPbh5N9aPOq+I7Az4JfosEz3y/NAK3iqUI8Bf5UPtt9
CQWsRqcmbX0wV77M6hd+1LSluNXtVfhVoIgt45TigJnR2RnTqFqbZUImkVb3MpsMVGGeM1lH1BQt
W0hYWHddbwR+Ykt/jFOk0M3Zzr2MRJQAqQNvn/1plaj+sEGUNeNmG3bmabBcQjzSjDD/SGWrMcab
m4cXl1LFC2bi5lKtlr1FFT/lFhd222bguItZRqueuoncMuXY9x5m2TmuicMSvOKgmvcrIOVbmWWW
wW3sq+w4cAte/Tnl+oahanhyWt7KiOAD4t02Gg3fUum4DTrMcHxrMs99J23CewmydfmohnC4x7eo
2BJXn/nOG53c2Pddh31j4DJ1+pDiLTlxqCv0Z/rYu3U096Ho4rkTL2E23XR5GWGmaljpr35GkxYd
A5DhrVkfKEu6STEvpVuGvNk98iraAUzQLU70+xQ7BNxbYe85qT5F3j6a1qVTKEeEftV55R/tTs93
uuS4JCzJ9ox4tpuA8aH5oQ37u0hBUL1Gxj0YircxrG/y1vLmg9/o+1XKb2YannPDeqmnr7JfHobs
pfaLL5eCxzIz3wrZXhpVRK0W93K+/oq5ZYoU3u4a4+86hzSf3oaqVlHLTLFsh9EdHjnoI1rqp8gJ
28PQbLEFz7kE526tYHflGq2+vW9GVAAizQ9z1V+0wDhiO1VizeGwK9OQ/OJstr9htXKe/Vp3P0tz
Ojm0mRJrvNJ5GyA8RylrfUvpsyKCwNqpxQye4dxo6cNfCYJiAGLjhtqMN8QRBcSi/G1X460vygdk
dv1N601lrJZp+TZtIh6Dai9Tec4zNd4FSkVuFkSZGk5zeBntImEcfnJtc4dvNNFu+Bpan+ZGrJtA
xpFYbh8v5iuqz52VbmAP7q4ZeSMDZvb0YbPrSLP+kivI+GjPz35DIau8hsn3UWl20aw/fFc9pnp+
doJlb5RUgLO1IrRMDFJUl/Ku9r09IfexGWT3U2gAixDyGK5Esgz7Qvg3IifBjzkhMsqbrJAEQQAq
lN6FXIoknHJK79uj51Ry5/Ja2DmO3dw9S+N7Xv+0ZXrjwOtn25vtlzoKh58BG4dZ3BRpvQfJo1/x
CHbzM/cZk7Kc+oDZaKNiUu+520RXaCfIn5fQ+jasbXfI3fCHYYSffNRuFPI1u8tVhMiqSYzqcQld
GRfj8C0YahWby2pHU+PEgegfG2ja1G8JX/cXDqr2zZ/niyJblMkzjKu13Ddzb59m/6rb0gfXmNdk
LdJdOXn3rMEHP12+PLnlsCPSth/pblsS29lw62fVQ+GKa1rbpVb5rTad9JB6VZ3wcWz24CXVzVpL
lMd86WVQ7wGgBEOuut1K/87R1SvA6KFDnxAT33GYKnnytHjGsExBxLLHhRtpfW8WxZmE7n1XG3Hn
8ulVU31n1sWPMBfRZGkZAdF5ReQMdduC/Ww0ugf+uVIjNfYpj+v0xo7+QX/kMWib8rlFBO1uYeI2
zmMfFPdmc6FB+0Ik9aFX9be1C+7YDkmkqTYWo7gfxuegVE+2sZxcMe+s6cHYJh0X2dNynVGH6tzO
n0q13EGTHJ/hX24zDn0jy142Z3yyl3O4jHs1Aif0zEbNSsll3JIMvC6VQwbast5k+hJ0JM8aTRZZ
ZXFPUt0FUudSe9vRdXkal2m/DY85PdGdb1w8kh1CYGD7yIJ5ofgGwVPXFPHUNpGrsgDjNQhXOQe7
LjB1FW3ElYMLqdHel0OPlwjfQdTWDbBo6eylnf6eVu9UiupYLEF607bh+Nl4fpWYShyDHoBY+QzA
dDzGlVLgYYSN5QOWkkh7GXxS5bOXL4e1HA967i+4Mw9eUUbcqxqf3OxdpvTnWJsXiyUWGmg/q2aH
UC/2SvSBssHsYB90JX8MhXcxN/+BLYEqeb13l3VP8Con7w9tn0Ld3gcrYFAW6enBbOxkMW9cgvR8
Z0qsPj+GXZNWEdF1+aejZxR/xjKSqFtN91XK1lADPG7m8ln008UN3DdNxp6r5VtTWDdyq8BhXZ1s
8GsbzM0wz5yt67gPGob3dicz/xvBY/arWKwstoOL0dZUXfb3YFUcttBZ3+XovQs9Ak37PwnWAF6Y
f+hR7pfJ6H6g8Umm4EWZCwMLTgRCbwD/hADJYfOogdfpjn5jAyL7vTAfNlxlyaYfQuvUsPtRBcRD
1iUGqMxsTjsRNEen0ZyCxWfhj59w3Lzh0z31Mrf2vB4HDnPLYvGcfRegN7tkoQHgvoTHLKAIRoWx
ZxZv9FryflWXbBmsR6Pmy28vJomaRrzizb7D/gydOHjlzpj33hgiT3Kv0LrHk+pVkdL1cXPecKuJ
m1GvJ3/xbtGU/Pa41ipLV+j97GgGOvC25dhd79IKwkTcW+Or2zQR9+MLFOg5o/lDiy18nNMHkQWv
a1mdhjDcN2kdresPYRXkGHTrzWD2pJLI2Mjyw+AU5zLMvpWyLyPEbnSClXvpsh4z+A3R1i67sTRf
0XtAgvVJUfbHcZzu5GxFhcGT1M0ncoX4RDve3gnlr4w4tNjzittJyPPSV6gxc38AhIY42axvnj/w
bKa0dDlXchb65JI56ckJuA/Yn/V4ZNzK70p+Nt9MwCAP0lLmQ0ZXd+nIqLB2uvzVpbXPZe0nmd+B
dzWcuetn4/tRrfgBt2d4yz3qjHioPpySuCbRvveZHalwexLYwZ3tw5mLqNBr5Gv1WEzljv54GPJ3
r1XMa3ZUrgU0CSkm+aUGECrQW1Ep5nvWL+lnR5sDvlLWpe4YaBFjFixhyBtjUoHjYHL2XtHuvcba
WfARVD08hPDfM+ioU+XRLHzu5e7Fp4+3LN51/5qT0gY2XDT3hQEaBp6++C5SI/CFqovqGkiMFfhu
aWRAzoRL7P7g+GeRIxSg6Dk7FvZwwqpLxgA/6HZTiOBtHLznxTbTV6/nPs7LI1MJ0DyeA0QCtW/s
cr3tMhYCd9oIHVT7PvulbDfRm4xGpkeSTeLr5bo6KKJ4Iavu6GNXEVF3fDxn7jpTf4ce3Gknc/di
fFyYux+LcqPFslD0XfXkw0NRRfPg3PaV/aKGL8PNDlt3r8wb0vp3YdomIR0RS+nu6/6HWFd48kug
PgmB2kKRpJPHx8s6ND59Nl+pp05Vcz/1+dmbu5sJPeobFoADyoekJsoA4p1yhSbl0Ld3s+s+1yHD
1pyd/Hk6WPUivzDJcu7MfTJQ69F5LNCrrr0o68h9yNgwKvaZqFVFwArx5gwWM3D7UJB21A72/FJA
M5xQkMShXWLjmLsoB8NNWosOqGB2noHvmJySthqOS0Cp/GrE+cDrwz3wGUwHz0DwVcbtusXhEvya
gGqRK3/zAPRD3bNy0KLNLV73nIUzmCNwXaSD6UcBmrvazq9ZquWxBYd3Bu6f1IX5S89u8OWK7WMY
z87GTE4aUqNuSpHfbnh8i016j+1KH7m+gVn5Is0smjojoTRHRymjUBuyQpg2DzlPUJrqI1qSODCH
3TCWu+u8Y/t5NBGmJ3N7vwzlt2LljfKaU77+WOr1WJfObZmPByT3h6n2Dmr8ysx25+Gz8dOfAGD3
s7PsM2eJy9ql27COs669yYJ674Oclnm7t9TTFByb5onXGkaMyWQxeC8+lw676qMdNqxnFPzY7S0x
EpEUwdHNqr1Wv52CpcLevo2Tf6sy8yI4LO/cRh5AbBK5jA/U48ZlUw6RcModPTIOLgXjcfPzT0sa
0QCynni0OtqRo4oZENqCRcCkq1Pj2QHz6wPvElADs26qOWZlcFxRyJ4qP8PYoo37MJCMPoCMVvlW
B0+1UISimjFywiQwjAFPdT1+wsFFQyAe2gyUsTpb5fiAaSTYKaKukN5hkzi39ZiIrL11+jHqcpnF
lr+xiY+/dWZFBgi4TeSqR4Q+CYd3KeNPOyX47wrnKhsayluELMRIQqKAFx9UzqJZ2IEVlXL5yAXn
ud2OR82o2LAWZ+YnPCLHgFND+dm+hGli/HHabzZPesP+sY1WmCyWKehOVefaZgtku7nYI8/gXBTH
wpPTMfQIEBm9+rmhmWsg15YHWLCkxu5qEUM+1nvrem+Y4fYrqKYqIlt1PIOzzzd2IJ24zjrji/aB
cVdYxgWK/SdOngMEi8fbvx7Cxcl3vsi3ZBiwHjvXFDwXaDTuKw4aMawXQwy7YKxpxAbr9BcVydW5
8bR5cmWYVJO4le742m7bsanIthAdCpwhz7jljJgsoc8mU4dgoKpjs4ZwB8cVbyVgdDvu5qysHgan
JGjWZlpfIvoqa/jUdvQPG+H0qUtwik8bPXOq25r+qSC7ejrIvPd3UC9R2J38Tf7Wxen63sm9Fldj
dekWDDD2WG4aCYC/vuQhUT5kI4vpvRgGhfVapvPv1HZT+7gtS1lGuJ7GdI/BVDRRWWkpIDF704/Q
cBpMXzrkH20Lfl56QDb3XnYNu1RtI5RNqtZqkiansPjOlHM4clhYtAzZQhanhpn1LU2tNTtm3pqa
B7+jbDGeh6G/V83aG0mna+uStgO3D2UHdREhhO2N3WptwQPqbvYCojz4hV71Z2+LZrM4jLNHj/fY
CfiA0qVVKSZTYLxOfrIj6YNctBJ7nbAfWhA0Xo4RVCY/ZiV//X+Ect7+1OpcXf7/CULZfxZ/1/Zc
//5f8KT7B+YCixwCQq0QN4dX2+5f8KRhiT+u+R5gg9csRhIuET7/Q6rj/HHV7gC3h1fZHOTx//wf
/y7VsYM/8NuRI3Ftz8TxBar5D+j0/0KqcxWo/YdQh5gCEDHwUcISmOKI3PsX0aXw1TQwUn+Kbmpv
i9CRh2yzykSrWSaFNchj59TyiZ5Vt+HyMMz9P/2e/v3l/LNSCJvF3wWn11cAMorxJCAhGJnrn0LN
f0qn6TdzKoCDfkuc/OoxD1y20wnnKxFvUHycAI228sjfNr2zDPjttPD0QSy2+5WGdp29py043AG+
h327I1S+es2CQVvJZLdNnsDZVbGlHEd+SsTZTFWDhUBmdLbOj70+gJhStSd91npqI557I+VSdGun
ezCCzHIOa1P4aidX15sOWiE8YVwZTAh7fzDruNUNS2JYG4G3K33SfIqG8zHG1z88GHYeiji36d1N
zAGDScTVgFxXl6l0kyHtAVP8jSzerCnS8TALr0UxAhc9R8jRhzuEGcO7sCvfuplXvOxpPq4TjDAD
A6NODcyi0rInjU0WWu6KKbDrpO8MYub5IhcUGK5NJ+eyPS3E/KeRs/bbu2F3JpYlEiqMZz3g6d6j
Ow/987Yint6hgCm+FZbf7+hcK5ZD3mYbXXNi5Pc4GlWLzXleh/WDf20UEfeWWr7lIav7YzisvdyP
KftXbOad+VQ2g+XdqiJrtr0zT0uVKB2y4nLPDO8zLZusPGpqU8Y3Nf6iNToNnvO2Be2kfKnXRyFN
6PlyWRc2gaKu97mgtC3u1yzXDxIPZrUXg1Eh5x+sjM2ZAa0A3LYYSxc+upFsg+AuM53BeQoooikS
2rn4KebS7t87ok7DU7Wk9uOCABqrCprEcz9rne1cpfJ1v1Ey7cZDptbhbs4J5IjSZWLVFVk4NDtc
oOZwwgTddZFjNvoc2ENBp5hZizc5IRxPlHLTOnE8mb/mbYCapXZ7ED4vXdrpZGQTGcWKzKnhfSma
8nfX57i6utbNrF+dN64PwZzrMpaqMwBc7Nb9tAacgmd84ku6T6eZlDsinYptN02STtCRZyrfmZ2X
5d8J8ll+cN5LOyIJkRGWvnmTXGK4zzn20lTa9xDWfLFstfhibtFNmwWhimd7N5DN1Uj2fLTJe6G0
n950JESY4MqLsPZtGBKXFg6UKgzBoozn2p2FexKGxcM2WwLWtmsavqjcrBpee1zXB+LOK/L5/noU
CRpSRU4Ng+JL9F47rR9rl3rukWpqzZXb5c7aZfGM9KL55VZOjVJpDiUAf2RcSxZKtE9c3C8kg/qr
C9uw8o11uPbvYqpm+57aEyKE/vq4EgaZem/SkrzpjVFxNPz1oRsX1HZ70SsTG8ak2/aCdAh7rOPX
FXvtJD4Dcr9wExTGwIdeZd6bPYrOP7UIs2w0WYET9145PfI7cVhc8819pw+2unh1MN/71sLcWZe5
+2M1FsY9Stp/lVVtHm3HLm9gwMedojPpJCEiqMnu5zrJhK2OWdP+BuZG2dHCR+99o6nuaBIGZHUr
s8j3eCgkxt50RkVHfM6ya8vUfEUaJgm3IM2r1OX2vvYioDzJbL+HSpDs1mZZ97HUZnhTbwTOxJvR
oi2UlaTmGVkI4rOufjHTPjwNlNfegoVuS9RkffngLHOP+KIkaDZjEg2idQvy7/XqPYt8RSvREe4G
l2SqeX4U9iJlEvIV/GjMgOj4/UzBxreQSEp8JpPE7kCCKP+zCw32nRVXph+DX28F21OFOyRPEJB4
D77VdBdL9LwHjiG/yRX4emL9PG/BSvLVKNjx+nm5mlnG4mnr82rldyi2e93KAbinQ57sWWx29fy9
CubybrO332a5jK/C6jp0yl7KbkNWVGucVNOlr2tVPku66k7zIMcLP31NgYOU72sIOVcoSIsqXKq4
r2V3AIyF/UL1NiVBUbY4v3igkUzOlCeugvUIe6gTY8ThyS0tNSw7XeX1dQfJf8tua545sYFBUXz5
wA09eaUmkh/+IGjy+yUcwmrHajvuvWwChqxdXw9xzp1gx+XQlBcELllO+hdiDxh+UEhNIraRhINK
PzsdOkerae0P2YwdWIQRDD8I2vPNHavO9jwsg3/AKUVBeY3OpErA42c2aNS2OwQx/p2u6+pkTo04
cJLIS7NUdCmTHHAmD3U41m2gP9TWznEmCc7bD8zaaETIWfnB1QiYVg1zcSy7cj42HeIkxIoWXBYB
d/aZ8lmPAb4pjS5S5CpX0TpX6pfRre6Xn6vfqanHWzQtWTIzCX3faFF8F2YVfBjYTovEnfofc7uw
whHWn8ajmTKNZ4GysBJNHt+KaPsb6sRL3Gm1Gp5cFwGbsAQSE7Iz+q8N2O+3oKv2gRMen6Dg2bvz
HH/+aVlz8Ey3GIqqhdCjqEs1cYOti8l7rO06xtkvHnt7Cz6bEYi6pL7ziQOTVb3I9GtlLd7NLHKL
06ZPb0Vd6Z/kSVmvUrMZ29M0P2KNCtE9YTCjH61LGp/8vfc5Jbg47oMQ2K6xc/2N8HSnZK0SHAwz
ygp1rEg0Ct87BkJkTOzi+a6srLZCvYn7HfRbbbd5l/rvVaV52G2twiveBzRooJYY4zCT9W9SdcBi
y6WfXsToc/dzHAhw3UJr7pMUoUeOkXDf5o1ik5pdLuNy4UOEgLB1gv1SlOu65zaoXisfv/h+Jq/j
xgWRC5LeDOvDNE/UIg2B8tq4G6gRetxQXx/xDntfTZl1Z51zuEd4JlafRE/YuAPxy1Yea3sr0G4z
jKH5XXkPxHeFBYTdFbE5e3MddBxzWemJN7QzoopXnHyUcXir7x7ZzrI6MdCmTDuGoCrpXB4uVLht
HyZd2hpf7LawWotAG56gEwxV7JFpmpAlPe+XFSE6e5HC6jJuPWe3ZQQhQJq08VUO+BwvPdKjIqno
8JEJvLlvPBE7b01Jp8Ig24GBW0jifKu2PrrCtT6kE2zrAzYUEweo6yLeLRiFuANMZUbtooaczZaA
5AefSam4WOlqVTz/mz2fM0+GK+8EaP4lLMPprdjc/pEbWagzYoArJczUUUYGQYCcw2Pf/5Lb7NUH
s6Ps6FCtLHb7YHW4PmpyT49OSSD3oVSUz8CEB32stACIWxbPR0vkIAaIiCvwrcd6cGvQYkLRHjxE
RUN0dSgdpFOFYIEyFDubAW8i5GdhQTTxpHGYFP7NlqI6hhdYy6OTZuWTLVfuVbd3vd8MR3d+U1pA
ZxPNCmfLmdaUFV2D31KZNa18JAujQQ26ljc0yDg3lE/17sGEOq0AIqbKvemalc+/YQpVRSHsRhHl
zBnvQZ+lAi5jGe4q7lAvVmtHiF+OltGUJlCh05sMHaty1jlJDUax6BoO4lAHsfGw16xdO0RgDOua
MeBzbLMZPFpzLcORVLejJf2vzApAzg2EAqnHtLVbS9+4q+qm/witjNW9zGv+PW0HKJxDt18aLLiq
rCDRWsj7CUeLjVSs8FEiTiiUjm3bSRUtqnBE5DVLW+0bUxO0aQeZ7URSe8bFRDAxYG/wDOvM4jND
3WIreAnJ5vLijADkt6VB1FR47oZlKy/Ey+CYOXTCxNlDhhyRQ6XKnbPdw0nHIYCijEe/5WXmTme/
CFR5l7Bd+f1n1E2ePdegmNRXXjjuMlO633EMdO9u3atDNYflh4s4kYeh7tZf9owrXQw40/iJ89Q9
ScN3Tq3tTMvJhBCuYtRn5keKeBu8+M8lIK+t1b5sVfVC5rZIUbHrQe+VXjpxnMWCdNKFuDJYVdIF
JNpKfzveUuAlNtcT9784WY6YL+HUXiEKoyY/oskd7SQSwQPGiVBOca4hzV5z7Kov0tqku7N8qZ8D
mMeJEpnGuam9qvhlOykKQDLGxAM6AoHSsnat2LweFp41okDrXDIfRzsbnxm/VWTw+IOeL8WxT68L
Yd5l6OYaPhc4zjskwca464MgP+V9/svzZ5LbdUGhyOosAPciQ6I4mg1v8mz4x7xIq72BvPLRLbAe
j27j/pbKw7MQFuMHUfbhc7alGX3PQIl2YDRG7KGPKCNzbANomXL5SpfVQKfKyvI2S7xecZfrnCyl
YqmHwzBuwbs1do5K/MncIuO6f0HZ+fx3J4btXtlhHtt5N+9FFbRuRJ/NGNWrMii4aR11hFJozxCA
64HLEuCKnVLUAQB56mRIbn1zfTCZPA5EirwWQZB9twzbv7FHl8OCNrcjzb9Hprft/pqX8IZJkobb
ZljyG6ubtIPeJBsP/ma3D6RwjbCcAaPNYXVXecKQg0Jws9T3tbaCAyl44ctgOvuu8dT9NNuIc9PJ
CS+6Dn51q2XoqEpzk0cU/euNaAtsP0rzjKSZJJICmaI4F91qn7h9vvIly375xqCOW245O8GhCpfR
Gf7FLIPRSdBiFehpvDK0YoK08idOyfq2oadkt/RU8Fyd14bLXR8iEcLgF0KxlP5bV4RZLKeshFGm
Chz7qIgbFr94KNX40NBjscudRd0uuv5ChRzuFfqG0+g79Y1bGvZRpX5ccKG5u8Eymi98lc6uCKbh
HpoFHB/x9ejty/HfmDuvJbmRa2s/USrgzW0ZlGlvaG8Q5JCES9hM2Kf/P/QozmFXz2GHdPVrFAqK
M8Ougsncufda3yoH95AWlb51aqUeqjgu6OGb4twxYpcY72Mqy95PfeZAieHiiWkbOozhYkfI2qmv
YyXTLTO1/GzoeHiA7/BtSZrpTHmhj8XsdShsfYPWe+DcIQCTH4cSB8l+CrqMvZmN/tOYT/MhdWMa
xKaFVKcLwmxkbJvxLPF8nuKGULPjVI3hd6fK6sdKGZqbbzN/arpU6itzhJy6GUmDDPcaC/0viW7g
1jepalgnQ4ZsXZMVh1F483efOTNzowabg+u5w73yBS8RdFSWe7Hk3Q9jStH2AiFbKGa1/anTaxu2
683qUPj+9D0uKni4OVUHb+9MB3tTCg4oPMYLNXnnJAYG16x/coJSnCjG0eqkhsusj3bpyI5ouPvG
rhAOq94Zoja2vjhta15Vec1koDIZBrdj7kWTEF+NyfAP1uBXWzPPp6s0Fslp4vwBPkc0e2oU9tYu
18MmKMz41M44YjamruZj59vmh0n7mdyyLrjF3tN85gm+/6cmqGKE01OItn0Ii3vSNNuvblJ5ZGwU
qn6ep5hBSqLv5OT53Wns6OlHfuH0+XNXDSVWOVLUNVOifESdMoj4bnYHxpDdEH6sDNntA88YD7NK
iiWaktHxOK2QCYHYTD5SDy6ROdpWy7DE7b4XbtV964uko2PWDn+hAyq6Hd4RTGhCHoYSpQOVpwg2
QTg652lom70qB3HLBth+701BRpibtNsuHmqOYIRy3lgc/euDmLv4NEo5nmoOSQ/lMES+L4M1uWeW
35dMN/OWrTc8mWl5Vdjo+swuTo8mM6PT1C/p0WeU/nmkWO+3mFmCn91ozGqLCDhwd9pnlIapR3Ro
TAxvefCXof/cukwZ6t5S+h6H1RzVqf7Kdlw+5UGFVaEo5X05p6eeb3voRc+LHngFU8iRWdV5yfVi
nBM/UOMeIY34unRu+zko9W2TWyXTSdNj8upnnzOSTh67LkfcsRQMJpSRfQkL1RxFwsgs98VTHSPh
zmmVkUmiGW/TxoBCveGcXCPY8MrroQdewXGyOiCM9L4K9Bm7IrHTm5y7pGvMSsga4mHapAuJUfR6
mNIraz71qSMeITryHZCe8irYj6bf92eafsl2FZdHnRDOTezgg6ozX6R7a9FMMkNlwzddcOgVjMT7
7NbooA3HPZXdqOou3veFqK/CepjozTXVVz+1qeHk/MskQitqLZl9tGBLUVjF2U6Hbn6ewrS7KZLF
u7V8+WERVP/VUP3w64AJqlK8QQq4/Z0Mxw0SF/VRO1WaMSqq9EfluOLcVoH+ElQGEeIoy2rrPqeO
mL5WbpDQhPV7Q+503Of9jvOQR7trzBJz2TQl3F5AFSMunmwpaab6kp1nlxqtevZLZANAAzm+MDqk
ExQ7mdEeUnugcdnaCVVqqGtDbDIpjA9z6/Q7klHQ3iSYqK8ETBU6xFnq3c+of57Zcbsh8oDn0coa
68TF3o9h9DRwGCnR4nRtc6V1Hac7xoRQnNMA+93eJS+pQcPfh3BKdMcyMzk+hy7uaUDzKSVaYfNO
0/xN0x4Mhc2UG9bWml94GW80Bj021jaraP4M5droEWBHCb3x7G0PwOHAKZS2XYjKo8MFw8hqN3kr
Oy8p5vWg2ceSynYq+R0rXutChzmo2ve4B5gIurTgtzVvcrOrDb9sdiF5k8Hjn7/CPzX93dWE6ZGq
QgjhBQsFiXA8AhH6CbB2Pgdlb7jHvshIErPCCXMObZ+Gz9bNt34hms9//tnmm8u3xrQy9XBImUQA
fgm6Sn03FZO3Cq4MM033UJh9mpBhls1/xaXjDs9N4JgGu0fIbZyEYXzP89xREX5WqsKxI3J1y7mh
zXezi4fihJt4lld9ncTWAZhjKXYOcJDpvl4Iy9uYc26Ld/hHL2OZV2MbahfHd5kqESeBK/SCXiFS
3NyziWbYMuPCO6RdSi/dq2eiV61iRjvEE+SwWMKkoOYqeEgIuufuJtJc7z3sy4+OKsrysHQ4THfm
y2Mw2hyud/OEVOsdBsQLaObi8xK7QUwQyGfE9ZeBTrbN2u3Hrdx4TZcPh9gWXn1VYmc6+NQBDzod
s58hcLpmy7CV6/3ycIY1gbp7C6+rt0/zhAg9lFgpnp/ZXd7jS64DuleDsIBQElwCkOJJ9oJQvbpN
fhtD0SdPm7gtso3uZTg8/v0OK0txRVHhNd4tyxDx9V5G+5+M0m72TsmkFnkbVmBZ0IXPGuW4mgqq
EdlWPDlqsnlo4pbR7VWZtfaICmfUXvAOVugFP/j7teUD8wC4DPEs10BRfAFjxNu2yDBFkGI5gOaP
dkGu51eZtM2wFzMv2bey5a7vRpE6xU1iWUzGWX3T/DaZvTq9srBgNceCfA4qQCvNZKSmANdhVrTL
goMNnUqTr8MlGgupux31bH103ZhBcthJr6GplhdO1FKGE5tXcnKhNG+DgwjqsuYPLMUvDmD5o23Y
tG6zlhEMKqZAfGvw7o0Po0qJJp5s3My21k39zotywZZyPZy+sHNBZmAP4VeXgPOFOUfpMyPaoFKa
0luRBZyUep0tMVLXqUZNhe/TvlGd5nzWZZk1Xy2hl2DgMyp+7XAGvGOYoLJDSFINfVHTdZojC1qR
XxnejMEKK68rwLg7ltq1Rc8kCCYy/6pFPCECGRQq4biD25EH3xqvLJYTTZz8M/MCY/7bIfQKlfH7
MPX1uubDfgE4HwAd52EAumBcPMLpaM6zU8T5pgzQdlKQJ9sCK/upNMrm7CFw3sKE8ShNkK7tZxKr
1Dsb0wXqhU/ARQbO6hJDBvsBX83rl2hJJ3euckV7Os1UHXmJ6VCTot9k/vIyIeIy+86JXMX0cyZq
jf807dZF1kysv9zUbaqtbNzM2Vn0euOtJWl9RqU99l+rnD2Vwyx2XTHgvN3DvUKP2xcgIFvOzhgO
3EWUA1lxsdi7Dn3Pw5+3jReWy/++Zz6IQNuGkbFazSBkwCB9/eVc7H1G7OkfHHTaGxo3SGWtXvLp
aTiENxxK+xhVpG+fIT2k3wCP0Z30fWyfe4KPY3s/hhVSzdrwwruZRutumHNsNdNEIGCJI/Ip7Of8
yusr1hQjdqt8yzAIPy+4a/Mmm1BD02GmCx/gMkNwXVV9Q2vQVXui6XEasGM22z9/4wsKzMs3foni
8h1+jcXhYmWRovbxr8sf2l7HdDZDFI4ktVpbcQgUqm1AJ2uIeMbqG4kTJzu4NW1cSnxOSQgO0+md
beRCK7B+IHBNLrhG1AKAqi+TM0vHydAwzOtCys5+or8lnvI8JDo46ckkhafmzR8G3OwMhoGGZPvR
JeDgegUio9jtteo3I3PvfINTJ/xVYeTW+7w0vFvfLmwz6pui/NVlLpNPF7v9TT9UrXwyxmDiuLbO
S1lomi9Wo1wkg7T/N7Nh0Ax8+V0xuA29f2MQZDcniC93iQgKFtNY8IjU+M83xqA4DbqqLvArNCW1
51yaCiMIU/FkGy92lh3KeqL0aXFr0sChxk/5I0dn3pasIvpzSPxhjEZrHWhapWMnRzz87dEm+Soi
RbnjXOrGPTSygAMyU1MiCfd2Ltt6V/ll6JyqOV8n98IqrmfZmB9UOPMnuTVHqU2Rd8AchjK8AYwF
XKiyTBnubV1SDbtSegzfuLoCI1nP9OrlSfuPvI3Pdcl/L8E9r4yN/6f98f9HU+OKF/+DZGj4Jr9/
61BY/Q0LelEZrf/K36oh2/6XaxJQtUYcGqsuh8Xm36ZG418OyWm0Cg12t4Dwjv8RDQXGv3yy83jc
QgQ9mB7ZAP4tGvKRIRHRaKEcWvVG/Iv/vWgIOiSUNh81ExnTa8aGfbEuCE4UCycMcz/7aoSJFqCr
8wUJvpt6Iifp2kQ3GES00MS8qTND6msxlKb/6bcL9k/aIb7pbyXb3x8DUpHvBA6+z8C/WJArVOA8
wMi7wUoR5Z1Vi2efS5fT32bIxvgr8y46HkSnyM9965Ef2HchqoncKzCg9E0b38GfZTuKEy7d1kkT
dfYK1q6NMbcDskvfqZL7dz7zugf/7yaygm0Re5mmyU7tcx/t9Tv9Vmbm+RJC6KnpVqbDAjunmg9Z
7Ovb2jOaK5h36NNpgD4qrTEo9LnH5o2kP28d8yoZwBJ16D39jZ/GTAPf+WhIyt58ND6bYQP/M0wu
6uuPhieViy1opLqjWV75szdtwjnJ9xMXNFJ6eciB958qauLdIkzzmC2MYKXZU9X/+ZO8Phz+fY3o
AUJUs2wm9pdM84JBOMLQF4t/KAq09XH1c6Yfdu8SOE1BHWRyZcZx5F/m96LiL5+p9f5wPOEAgB4O
3+7FwaqLMw5tsc/98ezFYLg0JQ7q0NyIiiEgOTBAYcO4uEXz8OcvfbHZvnxreGumS8HKe0VE1uvL
j8kqZqehV4xuw96XAvkDjkQrOKog93N2vLI7GVUwbrqxdx5HVDabmTncg1+QX/Dezr/+sNePKeEB
oLtwPLKTW5fnc28JOneBhM+rBUGUXiiOOXQNNrtYTf1q7RLNyObc5dbcbxdvkt8aZED21mvaBKbZ
/6yL93//0N+r2ouT2XphgL5zajQRyaz/5+I1p5VZLTGs933QOnRemeO0EdP1+IaRQAIkw5Pxl4wj
3TYZG3mbOTElgMjaZ3AKkWQwhsd1mJsvnTOJ6ynP3B0i8/TYkh7wzoL09rl9WRdxolMAe7CCX99B
neW4io0x5NiV9vgacJhvW4/mEEjyGwtm1S30eudpnpv3AujfPjx4zNGCelwnGhqmd/HY1u0C14VT
ShQshhFBJJjTbc0QjZmWaIwvWamsT2Yvl19FmE7HqQ7SK8YzWVQEyJb+fL9eBJuvnh0+wdpfsS3O
0vx3XWd+W+L6PMmNaU5WCQFcX+Qhk8erWrOsXWtEXY8VvLP5bLFC3y0zOemncGgpzJhOBeGOfvny
oCReqKuqFebwifSrXV0lrogUPKJmu9Q9TTrbmM1r4dqQr2qrnPSBCSLVi+NLifeT/MbqnTXpAgPB
U4h5jj2Gt5MDAILVC6FsLtlyM7MYIsfV+jj0Y380K44AI62L3dDWdkQJOdebysr/moZBHAOs+++t
0esPeX1pKcWBUfAXOxO/eH1pWZKTzKunPrK8Zlo2Srek/g5Gbt6E2v9QrY37//hmsrnaPtGlUP0p
Gy5+ot13U2POYR9Nzjx+MTgDYCGWzrNlyCrYtVSo20Y10zUxls11iEzgTHMGFaalffDU5Q9lTUye
FnxnULLzjw1BxntGOFepOaNgTUtVHl1MREyC4JQ62wwxHc5H4f/15+9x0fNbbx/fg8htqioWEo7H
r68cRnoHb1w8RFrB+N51pKPsvbpXnx2RtFekjbrHOGQYmYmkOTZLgq+xrP2nUTUPs9M1UZgm/UbG
lvfosO1hr3HHldMW3MUFU9mGFfSd/cBar+zre03zkzVvXfs8yrnL1ygkvYwUuBGha5f9si1khXSl
eyz5cn5I49Q60mEIT71rlY++GP/ibIBNBEbMTiWtR1h8PotrYn2ougNP31lrUKaGJwByPl7mTwsa
LMQV1XSHKPmDn4jiNHTxjbBzOtsIXxjFiWG4nfA8vlMDvX2I19fIZIlgnyWi9uKLWTqANVuZQxT3
xnytCtHvB3uo76jk5lNsO/k7z/Dbnxcaax1HD8j21mjc17ceDp7t5rE7RZy1q8+2Fj8oOjKaNd34
3UgyXbyzef7DzyOWgvAz9gFw/87Fz0PFVWq36IHkQHH8EKRu8VMsk38FkXCd2rfuOwvuRXN1fbZX
qgG9dDjYHJAvszdoRVVBYiRz1HS1u0WXxCi0rcunkRaesZ0H/5bWn/PU9uDuyGUFYNj3FV5XYBrm
fe/r5BkHKPGEevKOf37tXnek/v3JsCnQ+6WU48V6femRkYZCZfEUhdIuDvEcmh+TOAWiI72eGMYg
3OMVNX9qrNMb26rUO/2Cf/rxgcOUDoq2w7t/sXjVbQmhS9VzRLbV9MEQjfkVH8RBOERLoLcjeHES
+gfO1+YM3Nl/58u/yUJe7ws3h/9dj1xUL6+/fRDoygZdM0aqpmbZoE9wnzunabeynZm95It6DgcE
IBrQdoYNGdq2P9zZs4vyDe0tIpu+Yb7u5VIfwGokH/7Dm+NygiQVe7WZcNC8jHb3ZJ+NpdHakUcp
cCS3x7qrkxqfrdW2n0fX/iuAAfPIFMSOKqmMpz//9LclC3gd/mJPNYwQRPxFtZQpKGY2U8oox5wl
HkXd1x9GGovjba54q8C6Yo3aJpOHSVUxayVWCOXE0TQh1WymXOn/uPTnA605uEQ7eDbf6uIDJfHS
G/jVHNaJETrBoEW5iY1a30CXHoG76OteVM7pz5fhzSPKD+XtpeC3yLuHY/T6GYEnGANbNJ2oSBTe
/jwczF/axeEyl55/cIax/Mun84yYKuf3amE17xU261P4ap9x+a420b8htH665GtV+1u5NqWjZ6VM
iiId23TW0F8w3iqyMatOs2W056428vIE1QxBfME/cp2KoR7vbXC8alflbbU+vHFZv/Purr2PN5+L
KRUZkuZ6Wy4zphjio0ezeiAfRcvIeJHt4G7xfFYjWv5hSfcknyE/mLkw1a6qvdI+ZINCQ4eX1DtN
COJQ/QxWMB/D0nQZBDP7PNpQaFCxLqn7lGVjjvQk65f4oEYLUy9RZtP43uVdl7jXlxfRN62PgJUl
gI15cXnhx0roE30QFWaQ2vcl80zcH9UKWW21awoCq0bOVpabdg3iHLM+4gNo4A1b1fBznjoP8kKb
UB97HD1Pahm0885HfPsIEi9iA/xmtcJjdXnu92tPywxPeyRo+uwKEhdPujc+IQEIbyzy0I9Ba87f
XcJTZ8/Koj8//282yzXbhMrSYG5icaZeP9xvT5/TpWlcZJkfYToVj0WVDPceqaGwFjg0YMFs38lC
fymbXt+PtZW9Rta5Frhk/+Itp7GgPDNF5pz6Vf+9EfZ0kJx1SVl0jGvmkk69jx13PLKXgh9NQmNf
TEV9IpkEtIDQ5W29+MUOrw1BqqXbHMo5a8W+IoUN78QSfE79xtmMs6KuAob7Tmlh2m+eJlBi9Pcg
zfNi8CVeX64UC5kw+syIKp7sW7sLw2ezsoFFJWbysZw460p0hOWWUF1klWRnbs1kJp9vYo618e0c
4ZNXJNU7tepL/Pnri2qz2fEfH0Ae3eb1Lv92FztaJSRiwTbBdiZxR7PfwcDGMfsh85y4/jQ5qVGf
0CM06daxBq/eAxjxrvVi+2ftAhVYJY3kw+Nn6m7C2UriaCzFPF6NbYia2u5gI143wLj/mw+O85IF
1qPd4V8GM/IkWJU3CPzewQRirUXrUO2L3gvvK9+Lv1S6BZgSm5IwPaAXgbmHdTh+7VWFFJct2sZ/
IwaU7ZnC9LvBMugf+3hCmzaB02IcbPbuamkUxnsf/O2qzS5lEQ7ns6oQeHuxb4yNJmHQNBeix4w1
Ltw29TeSSu9MaScPlYninWBW8dXp4ConVqqeg1rmIKem6jbXvNh/fovXdvTFKreaW8m3IZePuICX
w8xvD4C2B04b1PqR55Pdk8S0YHtrys6156qbWHlYuFXqn4N6DM+10NOtNAlQ4xcn35qTvzMD/s85
6NvCy7VZaj0DsQFXyL3cyWdZI99i/M60vj5IMJTFlhHo+IgUOV7bD9aVnRRdpHULIMnr+g9TMckd
DI5hv4CfJUC3W+4ZC0OyUoN8p1z/hxWIk0/AKIs0ScLkXja+367VCqTzOwOZNPo5lFv1xEEs9OKs
uRdQIcBF21nqfxKz0AfXEqMRBWK2p6+oUil8ZFmKOkonvzZv6JvRQ45dryGPFXrevBXFkpbnhXga
aPt+u1I23DitI7lklJcZp5X3LvU/3HgUKGsVSVOEBeBiOQ0aaE85CJYIvBLgg9QiiTLxgmjKEwEF
xFXLDda38jQOybPgmtwj1vKONvb7A6bf94L6rPWxv1iIWNJNijeXGS0TwtcLkcfdS3tOBFEKre6U
G1V1W2nuxo5w42XjaNvc69lWUDcsZx/DGKaTpIz7oJyqKG0HAxPL2BIAx1rBiSQJyRVI7c5A7O3K
7ZKRUQKvsRfPvjusJLI0/9paLSTfXH9Hlpx/kaXvfXzn3Xq75nN0tfg2ZDkFRHKtt+C356XLSaYt
Oi+MLF6wu9Qs7BsP3nwUVrL4NvhM25MChaZlZOizgfP9zJLxOzei2S1qTh+1UVib/+IjcbByWeHW
jthlbyInVMIqwiWGK4JzrvNUc53xvG5oJy87azDngydl/zlkV7plXZh3E8XbBiK5hy2u8+4WA5H6
nz/Tm3YJnWryzek4GvTvuUGvr9IALnwyTB8D6Ox6n+a8zHYMiOobavlhn4pafHAUfKk//9B/eN5o
9fKsMQ9bofLuxb2BvQ2yGasbD0/iHGh4Wkd0Af4hVyW6obQsrxBK1J+zLs+vGmV4v0a7+AayfMk3
HsqTQxHo7kbIEEyGZVdXrqW8W4FKdFMQ3QXjHsLZoS4HE2ivkKelauLnerDyZzaaayWWzn/nKpov
zYLf3yCH27q+yCg5AtJdL7vthSTSkS3RwOnWQseyp8UDuAWI9zkPrXki1L4BlaiZRCQ7FmHYb3Zv
haep1Aqzx8xRc4OVtl02C7qN5mMFczvZWRXojT2+c8O6nQ1bjBsDf3f3dTIJTR8YQxwWBt5qO+SY
vABoeM9ukc6fY5CujFyq4mM9QT1M+nTYtjiHK9JnTN3s+1BStufEm+LQ5jUpNnqeYRY0nTPeF71Z
0HdOfSISvNSZvrpVoJrNUmQm3cwilmdbqWTcD/VgAnIvIbeBpBLLzjEnEUIccfFStp4j5Sl2jPEW
CdSKGoVq/MClw0+b513xs0PwkyNPnfD0o4FIhquBKic+WqD+ul1paaX4gqIvTlQIxQMNnO4XCVFj
uJn5crtynMEVMRYYg21rSmiPtWpvnXTI11w4VdvbehKYqHpSjMA5+W5rbnOglru6tmdxBbWkBSfi
QPYnKdHjlCRGfNJ1bITVtu9rNvtyBvMTo6bujspthxNCN91FdoBuYYkT39kbMF3vYKkL42zWzNb2
xSJTj8DvoCWtpC2N+DCizDIPdqHkIxeP5bAr1gsVF4mx5W1cszBqz/9RIntDs//nV+xN450HkuXc
cqkqyAbjhPL6xW5ar0O175r70szMM7GHVST8jvfFbMnEXYhv2cyTbCKTTfzs1HZx4txovnNMf9Nj
4wdYa5NtHXhzXHYu6i3D6RYwagvBK3mjT7KIk3OVu8ZeBtlt0o/VyU68J2DgGV3UpLsqp849zn4o
DgxDwn2iZ4/+T6Z+/vniXJ6e/v5U1DgIoplJGBenp6Zl9W+XBN/VXI4/ZTFBOO/97n7oE/nZxVgb
/fnnvaldWOE4qbHBQqmEXHLJ3G6KIa28bvD3QTiF1yT1FOfOSOUXQkutbea2vBuJU91iuEs4q5ZI
lA1MthyzTEwnXmEi8xvydPnozV356ALxenJLeOJ4Yr0bo+xZI1qMrUAdcWA7hjKN954mWjk8L68W
OApDxEOrlIitgj3z9fMUOpPboNuK95h7Fm9fO34XnFrZehKPue7JcZvT9BzDkVQHQ9rLU8vzl5DK
sRgYhFxzvJkSDAOHYgTGtjMHDrVbcBn1F+h1I3EPoBV1WhWYwfHLfEuwLgKNrYAqErHWVTUZrI3+
2FXIz2M3KQ+xP7rpuVWKTIWsqNPpIS1XYBIJEUhulsavPqfeMrLwadVUB5p2aIiSxsAZRaKPVvua
2Bm5H8BFLKckkJW+D8H4d4C3Ave8nq/DnWV0pruvuqSG3rYM5femybMmggNfLPuYk8R3VESVPE4q
h6jrhR2Fo8R6ozZeZi7OOV9iq0Pm1M3XS0FLDOMC94tmXfeDBULqZ5ov3XdS3jzuZA92OWLrM8tz
BWABue7AOG9HaoR7KwMbEl9gZIgx8mEZvznGXFqRM+UkDNb0+8ZD762DJXg1VXJiJoc1wGNc6+wl
wV1EfrchQYgNIljASNNC+Nsgs2A8mk0mq7MvQ2e+wVrV45wbl+YwGmN8Y1ks7bPRLOu1th7jOqQg
IuaTQB6ALs5fLEDBveuG6Ok0lJCdPZFJw5wxBzlslPaRflj75Ni6Ese4hi+ztXO3cPEwSHU3inLN
9XALAmn60HDyHZAw60uQifBe5eAQtqlZF0B+iyXsWIbV8lzhcIUOIF15jwKSNA5RDMMNLivdbTNY
Kdt69Cp1lFPuks1X+0jOEZh7015hibQi/i6xDG5KQ3jTQ3uST35XZrfU+X56njAmHnyzS6qnDOtz
uV8mwmeeLR/N1r3v19VwaB02pv1cp+JHkXN2PSU4aNr9vCjH28Plbj+IRIdDFLZVBZm2tDqQ2UJL
jCmDQ3sMBll3RXzFXO/l7ED4dawiRRhRqzAjoNYLx/YenJs0t3Y2g6LI6S5dI4UtjJ0PG4/wESPv
DyUHfb3JEBfoQ5Pn43BNyI/J3yyKvqObR0BJhFQtyKN6aeRjxTY77Owqm3duORTVPW4T2K150AtJ
oohpVVBTeXStsfeTm4qUa8iiy5Q9YsPLsML3QTxdW8pemiexNN64kbyb4ynr8GttrIXM8sOEDwWG
c9AT/eFMxcpcmP0YMO4QlHxru5nkYbEKmR6wXQ67kUZ++bOA45ptjNFInXPZDB5DFP759hgSOITP
KxPA1qysBdNBmBtwNzyiRb8dacQudzx6WLxLxH2gplPZRYloZz/yAF1cmwoOxpEcn5ZFnVMLh7wx
/ArzSHnbEif5Ls387pobqZivF/10wswDvC0OsvAJS6np37OgDDPkRUhjoHfWEczI9PNZjlbH7hUo
tUuS3i+2g8m+edOYZEhsnIRSNjKdLoZYPROvg5DRGR3MwKqRRElJ091mzhw+EWLimOeqnN0nrbLx
h9v1NctbjXhwCwDLVpE1yjI9lriSCkKCHFttiCjrvjhWI90tPGJCgQbVmBU+XLgYeD4TKC/aCE2c
xlbe9/sRG/jHYsQDNuJ/+egUXdVi53fJ3CCUK3GvwCKXzqYvx8DdJ3MFIqHoIQpt8TNDebL9Mv8e
18ao94tdq49kqmBRRbRB/kUxiWXZDYlwgoMkMCLdmzLReNp4YjDYOWBZHvyULxohcqFinCzSSPa5
P01XYDrkXzmBL+Veh8ArkTi4i/Ng6EafRywt6KGcxRyZsnXKu0mdPMXoVaDesfqMdaJ2ocIRWWJ2
et+6njxi+PNJ+pI9rzod7DHcJYPG5efKQD8Yba8/LKrDNqiGQuc3YZsrhLX0C6wPoa2cX1xdt7oq
OWCBeaNI+ihmDLpbNE7L9Tgq9dO2O2XjoB4Cubd9rY2TEAvYwiVLO+8RDayId5h0iJKfJl79w0RF
POxzOSVwfxtMh+DWK/sEsns6iTyX/ano25osIhKdYebocr6ZYM/2PJSAlTGmmiO2c6y7BYwgTZEW
GAp+eDuzz7j00nAYDCnOAXpI2t+UhAKTIueST1wUogWgqg2ow1h9A2PnVAEPcKoS52zjIqjOgup0
64YlcVWabHZ9mFHAjhhKDOu5QJWcPcUCSMapl2PYnXFokV5fUZtSsen+uSGe6oqxc/IwF7yj5Ofl
5n2Rlt7nQfv1dCgMA8z9XKvpybcVriBVYju/A30xArhdfCvfFMphiU0B7EHMbzVMGtlClt5hnkyp
/VZGz3ZpDRQZuanjM/TzcmSPzqxPad8TL2aTsmJf8RwoBLqu1I/j4McLTh1/DDao72THoj/BcjUn
u4E+YuqpjiazCX+mecB1CayWFiX94UZhKST+ZpunJn8KFNTm1FQdgpCWjuEH7F0kowfrGrbploS9
UFMXQFKeCSHYjGVGCy7s6YDPI4K6XTG2cxLlMEhAWPNbWGoHB6xI2OXmubOqFo/EmMqPc2NLEA50
v+dTF/gSKq5VjuUOyIR3zrSk4gmkU7mn2FvQfoiVTB2CVNEbcIPGbYG0EChvaRMYhc9MX81+zYFt
yIF27Ba5AJjooGtcwdBYGHwCyZquiepjMrtIcNMNiVS0ySbazOe4mNgOK99uqA0y2l62WrxHREca
35ML8Oi5lOlo3JYMzdKrPum97yjXwoaBt6XTTUrMGzl0bdKViJxb/S3VDlZlt7f5aZz1F4Dupd/s
hyEkIC+oF8KQoVAovbXtRYJhmtr5EcLuovdyEdOPfvKNb74pHxLeGT5XC6ZgyxpDm6m35XAgG6bo
N0Zt2A/xvGCFWHvdCPoYQJk3IjeAvGM4ETdWJeia+yG2fX5GaJRHouLKIZqcGqpUhmGf5PmBOLR4
DoKz9gEwkI8suTaGWSYfMnqwG7qcRX8cHZUmN4SCIDiw6G2VW7OpicHNNZqWE52Z6VSTYKUfl6ki
cN1fWuenjz/GjKj8hPGwiM6vt7z1Xoz7ItUPTkhq454YPp5XCgtqpGpJKYqVivMVeLkk9TZtdXhm
dyVEDZFqWSHGN83hWOGuGyLWDk/tO5JQ5q0fYuPf+qDlgyP46QDpe287Dy0OqW7D5yet0x3bftuy
nOOdHscVctU4zS52Mead/CqGBIcTj2ToMCBzsO+CRX+j/Wnc1J4SKNQZWWLxDIj7uE9Kr48PCNpT
hpqmDZxXuSY2EbvJQPFQBYVRBmcNoqDMNG0IpVL3EDeOV+4FQ9H8xBf04se6z60T8rN4uWnHeUzv
ILS7HaI+UxiHYrbMX7Se7PE8NdIQkLEgdg7SKa29ryfGk6Uiew1rqvaPFYC98mqBEPKt4OzRb5VA
QbDTk1y621EQLAJLyknaI/68Dvxya/pEHtMKAHsPl6BM+q09l/BrUi+V3/4fYWeyHSfSbtEnYi36
gGmSjTJTvW1J9oTlFoI2aCPg6e/mH5Xlu+xBTarKVoqE4GvO2SfD3fSpiqOG7IJwCu0dHrDOfYyJ
LEr5XrIh24WWEZ/Jo8qiR6Waoj+qFMYNQtYin29kB0b7zWZhlt0Euskfxql2uyvnONMYCNjmXkd1
XF487Su0bSwKgRMbjPLHEjpusIuzddK3hc+DeuutDDsetPJldZY1EJ6Dy77hMe+IV4G800fAg8n4
ZKtNSpW+zWPy066dzHWBGBp106kdJnhB7iCtPYmrnKzS8+pnbnn0LBJBLIorHG60YrLz26PTYrp0
XNrN/RwsoTj4QhFV5aS0EryJiYTKtD2nzGC86OuYbwSwdLHhsaXgbykda3VOG6fL9lXBIP3Gtsvg
ufM6t73JfeRiB9qWlKgaKElkV3R2tuIGNt4WoQOVECdiWOpkqYv1my1LTBVa5tkFtWk8JkYVXEKr
48Wt6ykaExt9UwenqbEsiLttdMCpJal6xqz7mfkb0GByq7U6kICAYh7tuvsLOnZMtCZ+MU1kpopQ
S40tIPDGqrufpqeYO7dyA5MFEAbp+rstJ0i3rVQHy0qzmsQYHG87cutABUVCBDt/6AYsoWVKYlnd
jOt0KddNHBvUfv+xMsTPJqGVeg/YVWsy1lDlEVUTxarYB6sqqh3V6Vgdwh6CwD4z/sZOimQxwL8F
egI6zxtPY2ukPIw5+kDtONkvXfayvHZTVw4sHz3vMlYCjrjtKyUvVhFrjOY4jEgmidCBYK2c3T0c
vQbd2mhNj5nGs3rEgNKQAjSU8qSkbxdXzuDxSdNYhAdifYMfXaMdK9vbq2d/iGe/vsoxa26YejcJ
1YrTso70bPE1hk98Lw11+K6uenPM2kJHH+MRxd8+WhXbi8GmcTgw3ydhOjTL0BxwtYPmlJaCyDFF
/vpxziY1n9kvpbe1CvswKVyn9wnh8dzh6Dgd3W2fySo6hMUkZkhLqyiOMuO+IHevyb9O5E6Ap3f6
Pt4blz/jlS6/dC0iCD9p5Po/5GRJkgXrmWglcB4fmOLlz33X2t+BkJUl6BFAyTtsPmo9U9iP+X2m
ugbgWTBXPwYnH278RVQejBeLakGQb7LsfaEH85RSadh7121HpNL40tskcDrHPWF8gKxXUs6J2xzP
WXRL+BIfp10GIhUkaJl43ws2JEno6mzTqFC0Png1JKKE10IxU4cs3BSGId6zj7LL7FcAVJwXskuB
zhEvldaP1ETlbeNH1nSbC5g5MVWde4cvWEzU0oByHi3tji60LQsIgitd/dzZkvGB52fDcmp5xYhP
7HyARJMKWGLPyKx4PHiZ6bwHVS7ByRQT3BEbgqu84ZGJP3uoQQ+kz/EgZRQv6zl2SzCuLUGihCXB
U80+5dhkdxtGVlFw1uKSQ/5cwLW2mZ8QM2inmPldp734eS8FxMQ15phirXcTCUysDImZCYHynv37
oV1baOcSfVLSFt6qj/4Q51d7ye2vehSRlUxUPBf0R7aGt9oCY2cEIW+3IRXxKOTwLocucqvwOSb8
7wA2TcfHRrmc/oFQw3gNbHAbp1V5IaRLr7cOfu7oawpqCwN/OzkwUptqmwGjpQwFp8isRbJmPrnI
iP5kz2uxjCC9VQyiAZkVS1ee1VLGFV632GZoHjdgZFuZpk89prXouIUnnnst+nFfpOn8JV+ZNhw7
1v8LsBAwuA95C2joY9xNVnzvVQIEK4NrweQdFTZvy0h/7uOGlxa1FtUDWFqxb/Ipo8vJqpm8RiVS
smUtyudzXzSpexaLDwbdWnDZ7jpnyLsbs25Hp4WFraEKoXs+R+WEKXlHJJL9Qp6PWQ6jpgI6zATc
rkcFLk/vBlWmX4uC5NujqWmuWEAgv99bUVqAsATdesMi2gVuvILEwsPCDO1qBdKzH7jI4lsOSiFN
wjQtlgTogykeHLPl/9Tr6nyvYR4h4bOXlQAmlcocCzG4rZuiksFJQDgrzqvRW8c4jNWFsi9dGGuI
JSZ4JbIehTQQDgw2P16HVYaOIM65WRNy2+JEA17L9xPYFdLUhN+/rmEul23lGJCtOnQcDW1A0tNp
Ql6bH3uUcryiAjON9+OECzxBZQM3xG0tSWrJrME3RXnUnUVPb/zQVHb5Ytqy+OrNJTHNblfkZGgQ
6z0n2JHD7jwPkozPfND5G4sqcDVeOPPj42j5uDZVxpaBFtxcaHsm1nktTsPGtGD9GVvlFxmr2drL
KfcwD3ag+ncQlIkDBhVZ3OHXSa9QmYS6teueLj7tZuVfAt4bn4G+EwKCH9z/FjP+yw51kTbqzvcY
kRxdJbMFFgP9PgiukkiQhVmluUKj9dcnVcZo0wXeXzcZGM/DThNFf+XGJFvIscJZfPaGvn5zlpz1
ZMMj6hPuQfBeko7LpM9O1rZ3ZW7V0UuPYRrZR5j3l6opFUhPKlrgzvPAYDAMsxlkIUpR8IezwgBj
hrb6OYtQYJDyo+IXXX7bnJQq1/Q+MAsL2abV3re5MTbwhcCJ7snfZQjMR3OjEzhHPo/MCCUF8xhY
T+gA/f7EHEkSgxOlFG+m0vads9rRQnh5Rj3uCct7AqkiHKrkLP6JIm5yD5muC/tmY2ASPkC02WOu
AoiKhvEx72yKZ+redSKxDSLfta9Xl+GXyHPeZ0ucjkfwix2gKX4jkFLtBjlNO7RiO/bgA5knUtQ/
kd2s56ianG9MChG1VGmEEQ0zMjDGFfJdATr8Dcx26dI9wel8hKTgfi56E+b7EFWj2ptpgEQ2pTUR
XChinZWayxqGS24PvtyrcPjF4FuLJ3JZySYKIm31zx4vp/DQIxZpjv0qIsMZmXrVnglF7F/saYVI
QMkbARi0ojq/8xqyYfe66jNrb0k6nR3ftT4HKe8veA2RQmU+rlRxhtb9w7Aw3bhEY2fqi8o7+w7q
sPygYUVRBkQL2WFeu0F8CMQ79RCAgabKiEpzCQhIuHXVbNI9KRh0k3Q3+WOmBNEYagASuWOoIe4I
pZTdhWV1CP3Msxt9r+Je9Pe2WAJCFqZlprWBYj1+nawSwsIS6f7U5ujFK2VbX+qQHDNklzo7USk2
I/MRpe5QqC7xOUWcWlAxWEtwBBpIwNFQwd3i0R9nf5tgEE7DqG8NTh2ia/EAtw8vzri2hA3Xwizh
KxNNRVyFB4MN+k3ddTf8xoWCoBO5wyHFbTVfusoK8Fannr1eRteZCJ6oyjA+kxlWYG2O7JSBhBwi
61YOc18eA6012EBOtPU6g7b+uZLFyy3lZtGtRyWxIkRDUYg1qnUJngQ+ULkPqsvtM8UlEN0R+vqD
pnRybnTtCrTsTkxBTkZFNHzpBsQ090Tb6Opigla9+WUhviEMdvMkb8acGIWqcz6mXp89zfDhdWL3
9kD/0JfFcsXvOTanIfOCpO95sRM8otBzLV27pYXUzbTckqnRvq52yAtKZ17h7oegjVg4hyu/Jmeb
X+59RmmfoRtGr6Ixm1o+ZSi1r+kO4fE5w3Io2VV8a8s6/2a3U/Ylhee43ESW5vi3wlr+YOo3nX09
OeII3GDh/ow7UszyuJg+4ByCykHVR3aD5uthCpy74LdYEMHXTTN7SPwu6M9u4YjXrrTXH6Xsx/48
wCzVyD9w3R95qFV4yiRD870zjx55WWWpxbWNt4Eos2Kd3wFrnFsyh9I8OjVzb/9k7uqnb6Ir2vAL
69wlvaWV9AkaLJzJOZYNzLVnhUyJyD0jzPwzdMGq7knfiL29o31sswW3o/e4ditx5SW5yvOeim7w
j0UoqruhnFkJsjEuv7ZxjgIpWPJmXxlfnADME+tEr8i0w7ba+pZnGXcVm1UyAU0amc/IXsCY021R
i8q16z4CAIN37wY9M4dexfgYinQZ4B/xxVX3uQh1e1xZYX+ZDQaMRwxFkOwsMZfiSq057UNeSoce
lB1Rh4zldLDzujQNb4J8rn8od0AkbPmqGX8QpTWhB9Kkq+zgQ8/2lk3KAGAhD4gwy9Yq47ucCddT
2pShYqWGPCSJ2Zq8gpSTyy2hZlN8Q7S03PMO45Wh55mXW83N/DKkzqQONq78m7gASHOR04gawJMb
IDSr/Mnd48S3q18mWIsygdpSq2MQNOF6LWSc5zxIvuenaJt6fSNbdmskT7f+D81rdqFOn+byyCnD
Smet0mBNlDUNIObQONoftrgCeb9iCSx42GN1IyXMlNum9xA6mY4xfyKqso2TuqptBY9sHD4ODRkC
pLxKpq8yV2S7tSBc4n0hyfYmmcxAJTRALpBJRh7ZPxbgv3nnpLPGQ4u4mqTCuvMuZACC85ZQI6wd
B3u/D+gzvRPwBdSqNlpLsS9aluaAHnkA33S/EoAS1CSSfWJr1z6gMRmDXT71Y3mdZuUB3UX9LU8V
wWQPmMzCdEe4nGslZFr204F/MewKPMbfI4xP5Pqtxr8pnc561R0HHFSxtdR7zvI0pT1zOfyYSBPo
AKmtfM5yNtXQGlLvbFWagABspl4IEtLL7uVY98VxXoZRn3wWKUTBpk5Dlh3U4ZBnMNoiG8NMDed0
NuCVK39hMDqEJeoYPckJwbC/hOGeWaNVsFxCQL9v2R5P+zXsmeXNjoE02QdS0pH0dfuEN9Kpj8Dk
ZvHVOOHwseN0fCM1aZIH/Iady5pp9O5ylzB3wKRmfVnyLnIuqIjzkkXE7BEj23u2dfCUyIdzxDNU
70cYa85NQDL6d8YSXCuVj9tTBZ273leuVPpU11V0GnL2eQl4wSo+jaifabtaueWcDql5GWrRfk+H
QLOFZdUpIGmK9EajSu6ThmaQuIdI9GA0deRfgQiu7G8t5ms7UOSagk/A/jlxIEwggAOFK2+Yg/An
HVNntoCDNqAzqXR0wa6F8CRtC7Z0cF9bZthFhoDGOFNxYBcVbWNU13moFIVqguaTs1SGOdKErVG6
AxQHCl1ph5y2KlbLMa/SOd8Z/penunbmKgE7WOZn3Vb5rS2AupOcGfc/DZknBFzNhARfqPAqxhuY
948lh/V0JFskKm7qmXkPkziWr/t81bp5yIWNuqnl9wxPAuEroWwVm0M2D7K/ZenIXLFZUvdXkW35
xDuxQfWr3kslWaYjogcSheFfyokd/M7ymHcnvbWk9h6ItAdUk8jxbgdR26P3Yk506CbDFa9NkF4G
o+zsMHSh/UU285b7tmgz/0vwtqlt3qknfJT6eEU2gJq/pdn8V4yYlTa9nTPFhzZl+DQwe9mPczBd
bEvOuA3b7AeQHMN+2wGszIDEOZoWXDz1mndZwojAD726l2ldw5uy7UlQmcf8k+KZpdDPss+OXQUH
f2jJOCEqcfj0d/nK9uF++/BAK8DYxC5wDIQs4TvpR1UvVTizYwHb7vukNbnynAsRswyavXM1VKxe
GmGYs7Ly+4fwRPwhOxH+ps8MfAhAoB/ey05YbcHkLlvgyIE7PEwBwrZ09B0XUHFsE8bGi8ugKWdn
XpyI0NTpvg/DJTzVQnveEUsEwAfp1iEQY9XYAfr4iFUA3TjCOg1Fm2OHYlxeed9lT4Ou9cdCuHq9
d2QBaJi6VpcU+wrZs3FAxLD/CAlMrEWVMTmFBt0f85nkzp3LsoiFDEud4NCnplb3oNTzV3DUm6O7
I1nLWDOi8qUb9SeJldsjBWf84SGCShgAN69IZ6dHFiM92KPCEK6Qz+QdZsMoSD5AkEooSW5zqfmS
QvlEFbN2X/MiDaO9DXpNk3HsFl9Xs7rtsqMot5o3htT4yDeGpEjyoC1/1KQVP2XO4tmPE6lf7M8R
4c3PedbP68nxEWtxQqftlwCQGQP2Vltf0LugSbezHPI8/HHdMpStLAbgXpk6x3ruus9FCAHjXzp9
/49bjq+drCZ3w0lsJsjfnxevLO3QoqM5lmYBUBtnKGEWwYomLO/93rPYnI7yzTiRpOaMY+aatqCY
RtDY9o58AJNHczeS8/33J+EPIwludjfwWZ3jSPqfm/z3z5UzXHGZMZoj2hV1z9vMfonzYjz5sFyA
mXbDiWgJ1pKEm8NOm1LvJQg1AC60vonr5pDaXV17/1DZvdfw8qF4NrhILigxGxLJ7x9qdBXp6nj6
j1alsksfQ9qlpeiKM7nR607TnZ4DhDr/Mi9sj/3vx0KA8y9E1IZ5FrTjO4VhKEbshSTnHQc1jaRN
D1Snpd/fI8FHhYI9mpUbbfYHq6vkpfPnV/4aOKdRs95kobABsDrxY1CSYLv2JcXS37+q/+/TQQPh
sAU7xhf27g5y0FCXrE2dI0fsA/zYYdjJsu7ulFtNc/L3n/WHKZNyzw9Rx2FN4M5AKPL7N5Czm869
KePUtkb/2zR0foZZdxkO42wDWV8o1jrZugfpq+Wu2cKkokoJltrpevj7R/nz1xbc6rhDEVvaAqrF
759kLEalfZswplTq8bmkx2cuJeM4iTpyZ//+s/58L0Qu+knCydzNq/z+bGaKOSHKyNejJxQdvEBV
umtmchN2bUAbNrAefpsiRgMT1cA/fvYfEk6E/fF2xdFTYvQX775eWIspayru+Un6G6GcTUHkzjUU
waEaDqA0wcL//bf9g4Ww0TkYfbs4tTBL2O8fM2fKIfIpJ2V9vRBZKZTlz4nTN9uGE8PufonR6CcZ
nlVY0HY3X+iH7HMT+dQhKFi6+eCoJnRfoLUzvix5/XOTsCHwDim14T6tKrpA6Y/9cEFsVln/8py8
v2TwTh12FYTfoAznHnmneh1Lw03T5fT0CKK/0d+sDfQ/zNUc9821ywL9uYs6tJj1whFWi7xhABsz
5SCUVlECQlOfPPIbhy6z76bJ8r4YkRX/IE/+fx9yKzRwNfIPivB39y8q8rpmDX6a2lY4x6WS0/LJ
bi1BQtponOGCRW4av/7jq31fnnFpuCNd8gbh5ES43n//qYic7N6HB3RSpJydmQgpKjE/eKYmSw8r
C/U7D8j0Tb+wVNnpZmExpwUYOZbV/zIFcjrxw/57rgJAwBcA5IGCkUNdvDtMoNFa9RCO2QkVkeg2
MY7TPqRtV/6qPUstBw+BOrKaAqXO00TU30s8RTK6TExmsodlxhxwKqcssL9k0UQXYwIkH08MPvL7
uEbixB2aQXEuUYY4n1uSy83HLpdddegoPsxBqaG3DwHxP6TMapsialiYNtylLdNOTAVVpBPC6yL7
frXTbE6mOJXFQRgNlDYtteVm/LGgdF4mQKHLzTD41fpJOEhxd7rzCY/1gUo4N3EZNyffwl6035ZT
b7GTRj+BRNObZo4AJpYxDuFt2YyLdYCVVX9x68w5IVFOw0vlLCgiMcykpKyVeEgwO0OVoKLyhgfk
tH3A8pIX1ol9BLjAIV8morWptaA1e9acfhpYmZ5Cpp5VEix1+9149twcUYL0RFPkqvsY9y7mgK6z
pl+qrcVOrYRbfefZpI+uY2+q3xiSu10y5tKBQS+LNOEd4/Wvqgyyc0ZRWhPqGszPXqtCTvs0bbeM
8NT88Lh/eZDa0g/I056mj5HXxPqs2d14e3aEw9t2JMS7DrVfngSFBkbd+nkEAziqvF9O5RLY0spx
+dmgaPvgVWUvfpRlhDTYyrsQhPlEJkKBy5aYh50cnIIRMDfLLfnBVUlAlTbhTkT4/A6IHqoOGUw6
HX1RN2y3esPQhtE7tSECjAl/dSTtfl+UNZmBi0dqEZ8isD0OK644XoKoyE4hbcCa2M7UfI4MA7id
qGeXKUGo0i8cQ2u7vQtzqzi1hrxH8KrkO2emWNwXjIy4P911JL/H6eUZ6PYaHVBXRXhaWZaQuDQV
KrqpIM7UnKHR8NMUM1uf2smozjsc9dYOGRJTX+RDo752POY5HH/IRzuLrqK9odsTzTWfVEaMTrB0
F4abCAsjKXKza71cfhuLplDYPjUcLseRdZ2UvdMyOybreE3Yf/I15E3gI+skzsvdszzKHl2JEJlu
mRi5veXpYjhYdbCoxAuH+gMYUoZkTmPkNZpLHyl3FwY/14IgQsbNNvEzuk2XByIyWbG1qDejB4aT
6BCy1Xo0rei/0lOF8dbvswMr6uGbX66Be+TdRAEpVk8kyvcN8b9+rQTruXwGOzMTtu02cPx2Ok/d
7FD0nryETumUh2acET1ZdfMxDovl3LDE/cFGvzuHZSRZyrklKGLlwaw4Nx7fIBCJCuUbnoVI7S26
gzUhX36JduxpvFvpBjFn4dwgyhyDQSGUwKtIRYPP/TITAPjCkGsioGxU5tl2KkGSVq2cW4R1FsHh
o+iaW8ZBMPvEKkT6rN01j6/FPJBZha6AmzTqV/cz3GDmFIPEzLVjTMHlbhCP4e9xMtvse2oDcwhL
Y1gdQAvr2Tim5aNVVflysxgGBsiJCpeA8oz+ETsFmnFy3NKRqxGsEp1HnHEKxZuYQqT+cNsouegD
5EGyO0iBa55QUHdvPqMHsWvXIHiWswn7xIuy9rpuTuad7dakhYuSzf2uM6UmGITgwksUzSSrI8t+
q6d2bZKFAMF136giM+e5iKo3aGi2Sehp/Yxor7qpoRgQY4BtjNSyxaXR0sqF7+E08nNVYj6AxNDJ
zxjKsDOkcabJRapW9ZIVqLMAZwnDyccup+GuqLi3+eujT1qSocAkPi1eyU3BMoXk1lSHFd3FcYUT
ThB1XZKiyoDQTsk0K+SK5s0tlqfRr/v4kFah/9iojBF24+ft85CGgbvv7WZbzq/oVpNtiD7CTI4d
yVTU9b+rssT/NterUGfHH9c3HebDW0CyFSFqEJXCV7LMS5b9CEaKPYNRHGLuSMRdPmvWp+2iliwB
8uoel5QBE3vfODhY/Is2EUogi8ztoPse5gGLTUNmg7dHwCyedGk4fpp8TL/UNZvSZAITw/EDsfoB
0VGA3n8p1k8rdKV6Z/ze/QBRBkxwOOPMPkNr2rTFMd6RZA36dm9ydjgMBVzLxY3uWw1hK7aorgz5
zUth2FVxjhuTPxP8U/7o9Uo8mN12+U3YQEHkwLImwvZM6gSvDkNrQN89pJYLXngLj1uY8TpirfHq
lA3KoRlVVXtg0RTu7YU5Opx5o157lbvzvo8aFMIcU+z6fLhwsBaW2F8fu8bOjlaMbCRZV5to82WE
jrlDVOvYR0t5NRU/s1X3VM1YrrRnovCY+2MeEofpkLKbD277E/fRgByBjHAHBSIbacQOVRghDBMH
7CQX4tS3zN10wqWzutJsk8G2+x6xArMZpLmeTsLFEFI4h+Scf1RD5BlUr9PsPBp3jcJPacitl+DD
5KUGToeJQTynYL0D1t/7okizZ7fAWIEbdzannuph4CDHNrOlnxVckZGBklAEAz5WLFzu4wH5xZ5L
O33xltJKq12ZWbM4Sk4J/ox2YjhkmVUdemHw6dnGtQfeph3BKjPhLPKa177zydFLXJ8ZhuLFYQg6
fi9RyTTo4LvUfopsoofEFIMkQwqSw2nn3dnsyCR+HQNJbGXeICU6OiJHeb9EwIhQGZab2j6u2UxU
WfZccip/R4FbSC6i54cnPaCnR0TZyOMizfQicjv9HjhrbG5SvtJDXtbqa0k5viKJr9ufIouQWPU8
mXWiCFixkI+3Nekb+DwbDqeSAYPWUtjs2nl3oYkPxjWZMdlBaNaduQqCG1jDOeusbywiX4qEJHUx
JA5QpXu3ajL/E8jUlKWZZTpxHKc2/DCWRU14ql9wjlWhN/DniSv8JNZFEyJTxOvt3JYwEmuw4mfS
VX1iAkFonvqxydAWtkF4q1J4fokdIT4/pquPf83ICNtVZFwEqFYxFuBR1bisTxirFOC3ofdJDZXG
J0+1rBf3ZIVxQTwEMLsfps+6aLdI5fqnwpSi5z4fGJWutvjgLGPEfRBn6oNTF26GGGgaPs1qqVYq
xsBPandru2GO5zLJFsUesi5Gg+qHeURDPFZnuiN3Ck9Q5lXmilBwmW8ZkndfgQzpae8Yew4eLLZ5
Oonk4tyvyJk4elZHmX3TODK/bcZm6nfEM6ZfApJuf3YcJ8Fu1kXQXptldh8xJjE2x4g6liFpKV5j
9oXqTHGJJLjFfVlzWN/CKFBqw0wW6sD7QPoHVzt+es9Dv0aolmZziEcOrTuL5eedo5YmuE6KYv7J
bzPiapwcoOIlaviS9lvDwhI/j+Y68Wx0PUe36APCVex12cel7aOCKNrozcpMbnM4sYDeNUA6ops8
K3PcmItcLcoNwCwA7tFYNjvBEDy+z1P6iD0R7GuUGE2ywUMZhKYlHQs0z4GqmtQpCvR0mPZ5O+HB
xobv7AuXtfIBtRpRq7OpKBQzG+PAG4mwLN+rue0cXluW5e0H1x/vwPpa9YW0Bfl1tSeX2drUye9p
yHed4HSYxtvWQaR47WqvCh/Az4TzryFI5/lQIqaez02Bl8QqpB+cqKgGTn30RWbaLWze6wOlTfzZ
yf3mxuTSjnb8LT5+kwEAyaMc8ojB7uw29oGESP7vwrJwGvlBMWa30s/i4rkKNemYIafXfNZRleUf
Bca4zZqmvOwgy8KuH+TKNv+uhthZHdHoZ/rNmTNFYOiwRHmDBBUMi6jydD6xGmmz5wpEMSLtbvac
iVF6OCzHkMDRAoGXqSIWXrmzZRgPMYmwISnDGjm1pR9hZPYMDqqifcLBiJiYrONOJ55mI0CQL0Oo
Vz/32ye0Z/iO15y9K+WlrN/sJZPxv1ILgvejptD24DEz99ooSFueyu9Nc2a5srXRT55Sx8Yt1mJ2
u5LJ5t4FpB2JWxVSH11XlpHlPZOa1DkBlCkEiW+4/valQIa3i3kVk1oo7Xi+xb+JCg9LVO9cZ0Xs
SLIQ/EaZ1Q+MF61yCO4RCFbrMfSioTtrlzHbjgxyO79xBwWtXuJE2IXrQHmgjCv7uxq1vriUPvO3
S+GUbnobrChE9oNGm7BbfQ3mT7L0dRHKeeTasBndQl61nr1bvOTULhBRl8/ZWtjFQ9s3KJLMsKxX
RRpqeOU28r17d8SXQ3qhHd5mzESoyUfiK/eoNXhh4y4NP3FeonrhJRHoR2r93CTobzD693CdTv+Y
Y7jvRgchY2B74w9ApmNX8376t5CugGDG2JCHEWGCyouV3CHcgZqS2YLi2etA2SQdFeIMxyP3LPxt
/+voUzlVV9tEGvNKZ/fzP0bU22zpvzMN5oOuJ/ww3oiGQfge3rICJ+pmN19O8UIaao1rfUj6htdg
Y/L81eAweJntYH2yMaTqnZLe8o/p1/uhyvYBGNlTqjkMKl3/3VBFUQvZYMIXwFMokZHrZhdLKvs1
jp3hNgqn+XNAJfGPYeyfwyyaYTQ2TiRCLwb68fsT0mQyQJ6QTSe0dO09zIovCr+h3rGstvdKmn8x
hN9fZUAn7CfAnkTwRQCEvZvIx2s1VnpZplOxlPPLQDBCQrFUPGuS4Y5hR1eWxI1+A4sz3dES/svm
/v/9eL5gWGgcDUxI3/26U8TWJSPgj9Rsjb5qai2IHIPv95+0nw8vXOnsVzW2SLtaOdxanvXr77f/
+5+/rYq4/1GbcyGYC29Px3+IL4xtl77H23XicWyjHYYznjJaljP6rPEAdARxR9TOm1wQ1T/tV/ev
9dCfzx/ueDjOAJRYWdKU/v4J+q5ZAPRa1EaTK2AY9Ag2ix45ax33962Zxw+BKRElFYDRUY42+2ho
s9ex8u4R/5t/MNv+uBwQ9AJmAgE4QLZD8fbf/3M5okjjN+ZqnXK6p5b4SLhwV1tPs05gJ3brtQM+
1Tznnd//qOPMfoDKMg7Hv38n/5sq//bkuxvgCPoBS9mQg+ndJQHt0rSOg7Z80QCTGavO/Te7V3r9
0Qednp+RsLgi6RkCBpu/bvzl0j/KYwXuabwbi8Gp7ipfu9Zj2cTt8EuPqsJGLEORXX3bdNMpXOKC
XVs8wpCZFXaQNFXCUHLkSJT8PKRMsPplOpQdEpnEGp3Kvq4mQoRrurzVR+XbYXpTgMOqP2HZ8Ns3
tOWRex8VU0biZ55O2Q3zYQU6IwRwdVOJSftJSRzidJza2K8woeNZJPHMb2yN5ThoX1nCL85hmtz6
B+ZTcll1j+QwUaDHPjKad2jS4a5U15II5+AfE/Q/dpRkvODz35IAoOsE4n/BV//53m2Et4soNa40
gNB7g0rmmLakSQadK18KRCG3AbHFl4mgqV1LT/gAh56ERLXt0adFJq2t2pu/3wXOH7cBOzF2cRHM
TFInec29ezbHVW1xe4tzjIcIUpTGpWZdxqZwrJdxqSELROmMqxLtZZdkXrw2h0lQz9/3THkR1DZQ
Rl8M2Rb9GRXcYp9Q8jjdzp8Z1f3AnT28RBjvs5slZcx50I1FDjYBEShEjQne1BREIR2X6F6toa/I
ZCxQDVcgdrtjVttreuO72BF2U+du6elug1AD0gbqlzpd6GgyhtWHSqYKmeFUzuKKxUM3F2Z2gf+k
vcKoY+XDpf0QjWHWnWmWiBSP+zb3j1jltbUbrSK6LSEo+nvBI/LqdmtfIQ7uTE99MqXNZ+UIgjWW
0Z+Yz4AA6Y8tkW44xbDRMdghJojuaBwD9BeOOxaPC+2VuNC0d5LJ4rIWB16s/fQQun3D3Lvp+me/
UDZlIFKd5VxI8n5eRpNOe9uq/Pbk/R93Z9Yjt5F26b8y+O5pkME1gOm5IHOrvVR76YYolUrcySAZ
XH/9PLR7+rPKA3l8O41GQ27ZorMyM+JdznkOWg3vMeGNeprGxn4jHTJA7axZke6Jx3RSZLMiTg/1
yuoFVXWPljcVzboeSqRm2fWku4mxTr8GD87oLG5UqGS96/liEW4PhsTb5VS06aGKDWbBvltNGVOI
QeJCzvE2IGzwYfX4thyv3TGXzQ7QA0UKhMluz7uwxjv8iUtx6N1geFNlQii5BtpyPlsJQtohzfvD
MBM7HNF78BLSIfVQM00LCbK5dPpQxpVl7HuA9NnNmAPJOW/Mio85sb0eUJAKO+/XWdXkLId8AKA6
w2nVW0L5jFz8MunkNnWxeoNnJV55RO4aLLeq6E0VZobfvzBIoH1DBoMqri9EOt8kvWy9O2toynOE
TRZq88Ajapj46OGIAKqxDrFVJOmxNmbLvcBFyIvOwMxl5MNW8QtmeejpsgicDqgDPKuqs+IPJ9V4
qMplQjw2wX0878vZ788Xo0PWZHj19FQV/eCH7C/M4R9WLyAS6dZcOEJUk8hvPskKYKUrM83WBD4X
eL1klt2XtSMfhgpjPWORuaX0/Cqx4nO1tD2Pq3vDgvF+WP6n+4oWahhGwfPsyrDvIR+/QwJCior6
5FvqdtO3Xz9OfL6seR5pa4EkcgIJAxTXn+9H35CqBDODg853Mdv43XyTJvLQ4aF8zSvYNGCxRgIq
5diEMpscK9RSzEfW7sGr8JK3wjdrxjqes5tWn88R1Ok8iOp4yuKdRDUXUaI0l4Ua68sUSzVe1cx5
/vVr+LyB314Cr0CQv+jza/PTqcpUIU6HAm5fMgOOwaFgHXy8VDvPX9kUJAKkmsnw+nLAynD89aM/
hdaxAidaBCE+ADfudWhunza1TTOgkRxi71BnwM6QMhYtJoCpxnUWm+4gr2sx4kEqDJxkzDwTZB/G
lK8vs25dElR1AHOYOg42VM9kCHOfPYgToxH8EAC81nev9PiseSvjNFyitN6RUxPDcQjcoUPyS0j4
lcp8CXiHqenfZcXanzHKW4zLRqNHIEYhR1X584eDyFfMLU3SHqfFZHUSJ+TGkIAOdg7zJOey003Z
hc9MqzqKZKMN55Q59g4Tjz3sTZ0VS+Q0Jh4RcBuS5aDXVU91XzoanlCG7p+mHkuxn9r4hFb2yk9G
NcyPiWiz5AyRDxufrEmjktGKecKRavk3PhPFKxgN/JQhWrSMe2igOQ37p9/f2H8UKnajPup73X18
6Ks39f9PttjWEP3nRNq96bd/p4hdv1Uf//qvx6J7y+qPn6LFtn/ij2gxx/xt+0iYfCLoM0COc1xM
H73+138J8Zu1VTWcINCRHVB9/4kWc8Vv/A4KGaTY/Cb6z/9EizlEiwUka/iIKgFv2vx5/+t//sRq
7T/99Z/TfjaBwn9X2f4G5KKvldJG6MSd9vnsrFLkXmLoJla1QhLNnTvnkNH/Lkfl//oU5E28RJBy
rCp//lL4mQqqTLFcIdyaSDtC/PRphmbyNyfzz6fa9mJsaPJkRTJyg1wffDqYtVsh2vXSkWOsGULM
Lk0UV4lxYpKdnUMy7x8NiFAXTWHlQ/ind/z2j5/Yn3+Onxi4fzw7+D14AY2MiWfs55dYIeErzbIZ
d+RYW8E3DJQBeeSMSlkIYA2v1r1mMj0fWeaWM9IFmTxpq7Nea1G18Y5gFix54IvKOUoMny1s1Zng
BNntk2fxN/+uf303kGTSUfEQGl77c2cFSmFk92gSQ5za+k6sVp6ceeZS2n8j9Nva9p8/Wy5dIv0E
77jPYz69Hey7g2k7h3fASjRrGlvM7o3QVTtdBWC1OsBiA2TOl1SSCuL90xcZuOgaSXTZ/ovaaysa
/tTMDAS6Wa2dBzu/N7wdM03/wm7Z8Pz6bd+a0J9eYsAOijCHbXjBF1l+ekprL2ykcHXviAzrX0cv
QMDu2uoJpf/Lr5+0/UmfnoRmEquJoKASf9HMuYtUFbeNRaSvNWOD82IsuyM6+GCejYuycJHv/vqJ
f/mYcFTxWba30Rci4s9pHtkwYI7xctQ8i8PA39vaf68x/qbr/MuH5PenoBOnHmHO9zvq/E/vk4tA
gigMnmKbKr7LIbMcSj8zd/lM+J0w2yfcbOXtr1/Z3z3z0wcTTKKzOCvPFEGLH7SCv2UV7TtR7t6z
DkgLDRLfP/+nz+RI4rUismRAQ93z8+cRs1pHHwJ7QARGfD7mq7617HU+L4yGWHHkOoXe2HpT/I+K
cc4lZmqOB0KSgD1Imp/PxKSejCBvMfqzwCrvRqzcbyygvJDj1x/CEf/N3/C2//KVQFnJfyybpEoK
zM+I3gawUV+2rruzdKBuLKlatSPoI0dJEOTG2a9/qhuS+ecvBlNLprM8iPw31NXu524DShVTi7YY
KRVj6D+oE/P6XOWGXp9z3cGPS3iRkJOx4tZHoUtsugIuUIkw0ZMnsrJb620uZ0IaMfYVY3cOfC1I
WGT7i3GAvdv6EexXxZyGti8NmQIQWWB1JHLv63Ej/HGsUVARzTnbp2EAFM5eFfEQqogh66IKVKi6
6XqSRy6IBrLq82lNbfs5IKKohRRVRv1qn6FzktbehjXHvVUnqzjlqZz1NydryTpfgmVqLqfGa70T
7ZoEy+rFxrvVVZO5Q3OiXhrUHO6ZB+MR4YpLdxm67BBqXNdNU28x1K61W0aCPcKxk+MxKzsiROOK
RWNol2oornJTgp+EJZeIY2K4+S1JACjvVl8E4y15LKl9wAilXiAYGMYhX3NXHSjIneDS8dnnhGW3
yZMs5AE3AVnZ9onw5v4JLi45ygGKaggCfo1O453T0ZmdvRIJ25UojvuWH62aRDERtrn6zqM2ZwD7
qlngkgoGPXBg8H6KvRkErG3XodZPy1zVyVGWhbBCyA6QLxKBzuNipR89iZl1yt4pfLSoK869L1Kh
tj8SYCe/xoGvB6T+y9h6TDSnzoeNVpICcj9xXVhfnBaDPJN+IJlHIE1IokMDD3uyN2ShJ+AIchXA
4MfRuJzSGUuJQQS2ePAbaB2IfRK4e1wTQI4brT0cYBYItxCtilfcCquvIYi0qGQiXDf8Ou5Yne8G
OvR5vwV0Pec5CcawdAr3ou9531PUJIbqL2OMiA/ESjTYOnLYTSyIx/YpiDthIrXSmYxmtBTFtctK
eDmwT4khKHMBhhLfOehirbz7rovRrcUIAZoLznWKjUpJ5gZ114sq8rrafeuwSzUgaOikQnaUKnhp
tXY+Yizw5CGDX9gk8WWVRQKRMokL+dw+4Xs1HoRAxXSwbZbfMHs26QpbBAuoVpKzFmONN+XbOsH4
wScftYzXwC0I7T6On0AItgD/PGyGDElnPHgrBI52l8UJWQarO6URs2/1pR4s5BYgzsicRr2B4A6p
0WAffciVz01Zd/whhYGoKSHKCKAFktZvdoKw7TrLmw3TJbzFj+agIM8yH0ZAhuua+lM0TbH1XRoD
ZDKQSsvMxwtsTsRz9LtbidWMAK9xGfUOuz2kD93SgJC2M0Bv7AOXU5Za0jn0gIbUYcFiKCN6wnW4
URRWDK9SMFp7c+F781AZqCrvuATz7MAeOh0i7rf2eokl1jgchdXrAD7pxRjb/GaLRHeOQzYjXaNN
KzKCqsqJdFhpiOBR2LZ5zlfXfNUTqKZ9pwxxX/fJKr8WArrXgSRX10gjDIed/IrprUpvbZZ6IA9H
q175cyqz6EFyqdhtU2wnTgWpwZy6ZwsBV39r+0PXX2AMH+5HO3HTM7PpBLu1QcfpFuxQcCkfgqUU
yRkheZsgrWaqdqlYIRWHTiy9uG2TzO/vJr8RThuxvcL3U61ETIYuXN7ue14U1vxgtFlen/hu1uUe
gJoTfGD/zmIcyR4MBcLdURwMizFjKZ6mFTRqrfr6DsSzt41YnfIwe7WeWQAA9V1RtnzNAgbp0WJ5
eAtNty++YAYnHsGKVXFHEW0+pauj8eEHCrmgj610ZzIFPQ88y3xtKmv+8IZy+VFTBdhHt2vTGzUH
mbqFSdt+y41afXUbe/oiCiVZxKA0eTQH7T6ZncZu5ZMBhxKAczGyDD+4y0tpfFeyWV/6CfXrbqFF
zPcK1aN/jla5PaKSascd9hMsz53pohRO7IQF5wIR92SrUl0bqK93NeLPNQogHY8H+DjNvIP+Ci5C
sZbnRzgL5L0qiNUlA47uwS8STqwRZi9hc/Pq7NllTB6CVrd6msyJYxXaE/FLGsd/vwsaF8qJW47D
xyTR+0ZCdsZT0hbiFq+1YYd4uMtk13e2wJuZu/VBELupz5EajqcgASwDNrDh2x7roDzBsogxyA/a
e5uKABMFo83hhS0M1r7KQcmzU/kyXw+OWr8wQAftPqQIlcLE9VIDvxzggz3sc4RcFlidhrc7bz4Y
vAJPASqQgXbqczIEWUn1u9J1yikaQRiYx9Ic7OTQMCf/Yltl2z1MpgaBY+E4eNve2nfUaTYFlp6g
tUHCB8tneaRtHRcyA68mn9V1hADBOVZjbWvozn1ya2J/8hnMLOnL4vL6dwGq9nrPLWwynJu7VoAd
7pCyJRjSb1djbbud7vUSnEbgoGYYS6flBvfVwvBuzYxvHcM9xLtGI63dmE6pty8Wu/6qhR/La2jq
BUothzvkwVxGxwgreLZX9TRYFtqxALKJmdvxyUc7+gFMh2CkmklyEtm1q969LbPgUAy5IXEPJ/4P
7IedsYsB20FN82qHd9Tuxr2LMSA+ziVkDi7f5QbLozsfW18ygpPLgku4YXT5LNCg9Yc6lu64c/HV
F2FQ1EDock3JHOYryV4Hy51UBWZ2inPwiU12O3dogOEPN9Zbn2BeDtF1mKzAigL0r1iN4K1kEfPS
mDoQYTE1QkWxM9uP62TBX8ukhUlwRVL2ZgACKneIFFDezmxwFqiNMxJPr+vnr8Ca4uRApHh3l+T+
mu7oXdQQBYVspmM9Bb0ZKcUGD8KqIOaAgTiyxl5oElODuD33erta9p21IWEdSp5vGYfiXcDlDFbC
iQlZGIMJfEhXF2nPxHbWZBauAcemBcwOrUbASubQO6upz0ZD+1UEQMF5LYMRqWIBC2cOe5ztw74n
d5EIANwfXOBqIAfFL0R/mgvdPSDryU04eOWALoqBwbyT2arM6ylpa1g+quBdLbRO74BKs9WC9662
vVK3IH0Dabu3OyarB2DW47cciTglK/ZwRC5ejuzb09LNiaLyDEAP6SqhcFfDSFnVFcl1brPXPWnU
izBdcKPZ7LGVdZaBvKKGVAWytzSu59cydeCgp1UFrXDCqncXQ/zT52gHXG4g9vFPivHtGgazA3HI
EKl90yqwo0dz8hLv5NvI5vZ2vtmBMqvPnifoJm+dmPJgjwgu8HfOmPk/4ipXXtjbcZpGI8f0j9Gt
5T0RifLcnBSi5rlX3ROWsOJJi8RWnCZ4RMAKVNZRyx54aSP9GL1s43kqcoale5raeuCO9wf1bW7S
5r6GjfHYdwoF2tgpdfIbzYvuVOZ6UeEG0Mh9qD75bnFksFsrB/nWXHj1l3qGJBK1Ng59NF9W+wxU
Q8FGmM36vDG8laiGwULRQzCH/2SkjOlDaCJBB0IMr8d+c3kqlh4dtanLeMOMvF7AwcB86qV801jo
7HzA7UMIKsy/EBUNEo52y75aC8NFXsoiyw9XVj1LNPq0wiHy7jQGEGTC7Q9cXAznLCsRsVlIZe/x
TzvFEZ50feUilX7pqPDyvQ2FCxN4LynoREbSWmSv7XTmA8p/jpeYmOqqqapr3s5WgIQNtBsJ6JNf
PN0vcMfqjoS/sazuNbkY90Is9SM3UAWQddLxB+rLVodJtgyQ72ese21QdAaftSW4DmJNegZKouRJ
ri0WgaQt4VtQYs/vY1rV1449bz0Hb+wYIqff0joIUKMATmZ3oFZMA04t0k7OVJCBLIayAAlYeYZN
oLE/i2cDcwxOFQTXCdVxzg9/hAN15ubErEUxBeuXlROy4yMxNvkB8ml8vzgDlwhUgIRMZEe0ICEH
9cPi/2ZlDc7uG8rXcQy91O5upjymJZh9WSH469cJbKyWSEYFUBC/IZckLIeVCiSbe7sjs0ObWZTB
TH1NEletoaxb94pttQ0js5+ae5QABoczHEX6DNbYXdjGUL/PgeSRbDRzFD2OcEG/BbJW86mE331T
j8SBkEaoqtd+savmCJAluIem5gWhMTfDV915Lr9MJhuV8OxWO6dp4qeAD0Jx5oimepYmLJBQx7ml
Q1M7xqVqSXhDzjrJu7Kie905XoYhh8LWpR+knqZqQo7IF3aGBRJOXpaR2EQ6IaVJmVgvXg/HwsWO
kYdgRRug0mWXJfuFZvEj7+i0cDTQuO7nxJQziW2baX61GlxfINbBOBRKN7stIn4ORz+rCKaYnZIu
yJ8rM1p9E0IpPAhA/H0wb4ty10+PYKXGOKyFZT9YTsPh7AIef6VuccTOcnN108T47MJu1Jqdjg/u
IRRUAhdQzkxuKzi5UEQnhPRfBhCxFXuUYXodbVk/oPoHTcfdVV8PmEHaa8aCsIqpJag9OiWAcSoY
CqTd0KKit0h6NHcafufMWKhpv2YCGSyvTILUSCs9QNrLWWpH7hBUD1ainAdzMIHDBzqw79MiKYLQ
ykdaqDagaKQ776UXggnN3lIsIEgRZLm+VYAO+fOrgCN9cPmkh1ks8UEPQF9+eLOb8s5BejvEbMu+
tm42fpCpQYYW0lSuJt4PAx5jn+XQTNnLxvhoi7Rg8UsCkpebS3NTLzZ+onaEaIUrbIBtHNO0AoGB
ZV4dtlf6gdNqxLGUp+URA1RDJkdNUQvVeLKjkv6i2GD0+UdG5M0GqKEEDitLAJ3yE6fwIr+ntg8F
m/RL4o2bl2Eo2Yf3po/n3lQ0nGngiTdhVcbl2M36dUzMDBZyx3GCnyrXd61mowYswEwBvggrN3eF
65b8IBdsWQdPq/gb5cFAbIdvLvSyePU3GFoC1drs+D6EiByDa98v/HvDrY3HAWnCWxyXKzc7uJ8H
MlLoZvK4gZxgdLF3z0KcZauswGZeVWAh7KMccckwlS6YWiw0Jd9F76QvpKwrqDgiY56PmEOfkgIq
OJwqtN1b/wRLFUnmqs9oUikv4ZcVvI6CquOoJl09FLzRFfkgrnvCleO056MjWYybOtEXGzB8l6Kt
vGApgYpaLGjgTpyo6xS1SOWMKBHKvgNfgDIa6vfohAi62ztQU4itS8fGP926VU4hvUJb2/mDQyDR
0iYUoEZRdF8QwGDipmlbGgp1zuG9gWVFhZUxuslxwIZ14xiGeJVaiykSyqB45Fz2EraWA+MlxQzl
cqgQpxHnQSjLboCDSZYR5HFmCB3QRAwUcRa81ey5xG5YK7gLMy7KZ8gxpBQQAQAFc7LM1Aon281v
5iFwW6KkLBRXrdQQ6RFVyDMCNKW369DBDzsoLeOT9uGLho4erbeB+tSgC1pWUj9wDzXnZDtZuGhl
1vShGI0CTccm4TCyBdQoMmutLoh66vg7NstUwHbiZYKcxOIYVot95nY+/w61baRvMMF4TA2HR150
vWyMU9dsBKxGenywnHHgCdOigs3Ll3ruyY5XfrTA/GoC6zpsZwc6wv4qM4lgOZuwrSDrYN1LNBaO
ehlqlS5G1LftRP5gphu5dxJSzHd4QZNdwtsHq9tpCZjyej4rexMCjHqBjW+BxKuJTAVsPusgnFHY
exHqBwDWPqTOI4Bez0PjjSOGQysWwU5U0/zIN3h1D3bPzARdvZufOlooNu1VTCpV5ypzijqE+B84
g23U3eOycFTo9d3RnnsuLA+/Tkue4IsL1Pa5y0X3nrCGJrbCSaG6mvPkfjA9LilHnCTrdkxiQMf5
kxi+T/4MgIhCvX2VtWfdBFqRJQO5LHjk1mr80Cn4nB7HcWy+sOMw/augc9SjtqtYh73ZytvSr4sX
5hox8D8D4em+b3v8Af3GJQ1bf7v3jTkAR2S3VmeELkRxAg/oLt5XBFaQklLWmORWZ2h7ZlLpkAqY
iTqMQeJ8s3MzvidQqkujykdlcLUioCwPeWwtX317gURloYBl1NCN9nQquqLMbhFjDWoHGAtzl+33
viAvocVg7HHM7vRkq9rdrXGds9/i+3srVsE3Yig89aOGrD2ebM+miuBKLbMIXxCClNwkDOjRKPLm
cWnZ5YBZ0/OD6rSTgq73qRq0SxN6Gn28jnyJXBcZ3pyrS+ilHOfONEpOhZENA3M/BQjMc1tBBcT0
83Jw4CYxNkkVLhuDyCR6/Qzei8fkPHSGZB1DbcWE4ZWxAHvFlxDsR+Y2YzQrL3hGaIqMD78+fKWh
SUYe3OQLJUFfeTfLSorxifwUvACdmybP0mC4A2C3EUQmpQ0jtx586nd2DZ21KzkNyGToFHaJmhTU
1wybOAVmnwO6sWaLyLJGrAUw+nIdX4Kq9pIDJraa+ttk9BQmFSoocnVrzGVu3Kpn3MPNBzAE6z6v
Ax3vvSGdeDMZX+FC7NtHTszxWoy+C0CVRhNJBQf0D7vsi28C7zGFACG9CQnftD17B9rvC0lQyOIG
lGJY6aZsuHJbiOzkQaHE2uMLZHRiNC5xwpqlJaZB04njM5cRMNOuqjFIzlgKonUXw05ebLtub2Vp
wONjJBCTd1GjzUitOb+VM/l6jO1qcUrsYpQHxxqra6NYqp60HSuGqeXEwaOfT6CFut5ugwhyGd2n
qUsRHBov7lOiK6zNRusPSwBGz48vU5OUnchNsHKc55VqXmLGrC3qVZH+MCXanQMeGTiwMxEcDw47
V9603DW+xtpFEbjyQ2gOitFfsvenEkWp3cj6FshH8D5JmxDvFIzvs+mBwdqp0Soes7EhA4TMH/ZF
/TxWfgTD238c56Ll1ud8mA+lbRXvLJsZIhEEmRiAH0t3vWyKwkVJ7Yr6a70sNjVSZtrtt1E5iHd0
i5E05KSUyW0zgj8/gxs0fdjuoL9bLZFA8BnTbiDqgq1M2BsT0QFNWlo3qIHHgnCBqQc3gB9+3rWt
hBonmFpcAeRzDc7FYTn5zmDrS0SG/bNpEewaOZQrZzY6Zs3h0TnvGPuxNbZtzNzW8IL6OTexm+5i
cwluck+5dwuTnneTURjzJOR939K+oVMCPpgFRyTLmhGH5asffcpadMcqILmeuTDs0O1tcWKpXapz
0WKOxPXWYpJXiipVM7r9kHI1OJ8Go7o0oCPEUdWXLhZ5vRbfkqnLZ75PTc10HyOwDhssuCj1ZEal
PeU2x+xCiThGxARi+qFvA1XVkWSuT43t+ecGcM7vuYsEj3OU3QGn5oRLrIICYB3A47l1VDMybyl5
Yyu7WJifCTKL/OwVlycfFjo2cE0U8XyLQarpG7zxy9cZ8Tqtno3bLqQUxfXLFL9vj6g8TRCD5tI9
pBjvPkS9Eh2Vq57M4dZGX2WS0wBzIduwgG1hWHd2SgZCGDtrjwV+SUdGHgkfCxzzcTbuR9aZS7jQ
aOdnbNncm8nWY0+rahNMnUxMFvdeFzAhsBnZiD21g8JDJ7g3+VdJpyQCfSYfpqpK4gjy6ZZYQ83o
XSivy9zdIIlRONN94F4jcjdvre2zTYnFhbtrtbIYyZbY2dknVfHEaki5l9NcalZGmL+NG9uoRLpH
YxKDhC8WvtFl1wg8XVjp2Z51RhwcyQy3IcUCU+B4qrF37xXAWGBgwBjYZQVNlx/jnJnGJcBrhoVa
cD1eFcxFjR2Rttm6q7yxfsXUZBiRkoWV7WKazS/UI0azp9yk+vLRFz4iAnY347cbbw2152dYywqQ
5f26giWeUIRN+6BCeRSRcYKFZ4kVAxCC9qr0gOiDcIIhUDCmc6wXMYY5D/bQ9kWBbGYgPorqeh1Y
ekyMvCL+KflDSohyR01aC2vQpvPPYhiO9Rmhbt6V1WRCwNwHQxeaaiHNohKjXR5rViDdbpTxeDEU
yhvAkwnjhtkJoNUMpF8SdaYdN5FEK/rhrF3V7zJWgpsdjr76QOfpBRFYog5bd5PngAO6bnnge1sZ
e7ziXMrDyqmAIs6Mb7LSdq7Nxm6+jSwD1mhmZkNgWg5dOoStVrDzXSmFIqvMPTDvfOdi7M/spA4y
VsbCGbfEd24Zy+4o27TYTvG8scFq27Su5ijNE9Xw7B8oZeiizdJYjXPKYB/d9JiZ6YPJQFu/Zybl
GFSEJeXzXcWBwXyHpxY3DRSf7kixz5C+YepZXeAQZPuJ6ygARCHKxgnVQlt2UFPfXQSQ3J65M7Vg
IdBy39aZZ/YHtvllfrKbcrixPHcYrmkT4vbOLEgeQJbvMVdLEn98QRLAFHllDTbQG5eBBd4tB+m1
K7mlnUPGziHYr81gHyj3ZyvyzHJjKteGvkO1lH3tmyxjLFsyrg1BlU6c5hnV6kAk1H2lpbxC8rIk
V07iKLWVs6lxAMqZoty2ao8UsrYGg4sPjt7ddteh2M20cERr5ZIsyArTlQwtwEXzyU4rxKB48atX
w/d7c9cMwmCJvo7ea6fGoWRzkBHSNYqGBAQozYB4eXL5KkfDhHOJE2avCjP/IZemeJkzdHVgV8rh
XbqD6r7TxSDGOqQmSL3XhtOqasMJD/naRo0Gurkv0fn2z2tJZNnOK2dLRZJsqeWc2Vgz7DssXqAD
/boknVGiKAj9WXFC2CXbxBBURjD+aCtSHymcOwavNikw8QOriFTTU03d2+T4nB8GRJ4kFHD3nOOU
spcJ6TUJKWhlDBy9RFRwSgxAYEySZRbszQ7x0h5kiXNfBzn1L1On4WyWPrAVAv3KpzUFJbFDD9f0
FwELf3svVwJaI6JiiNBcMstGcJwGfO3j2MoJ2V2NLa/c8lR63nTsIneaIihldgvdZdcZrVkcihLI
zZmaXHkbUOxVOHF7wnOYjEHeOTGXGdskEgkl1puU8O+fVAJX/azxUgVYmaaeH1TrC0X7HgeYW9sc
ooHp893YxtSw97E2xExcx7ViEtb1NcQG5Q/AIFLb41px68ZYDxb8lnQbMXnT+TQNBDyNVSEPeHMI
OFeJo8GcFh5Nw6zTflO6yqYR7AjX4Yz/qdknQwDdAmtdhiL84BaEtSFI6WY7piGSnPPjgscLDUTT
0QBCZWResywIFWD075priszCKaYnNOwFTlc6KycietE9I3BO+3tDtwPzxRpWI9xnZo0Mck0B27i3
9EI6IIP8qAKt21+4dRdMF4YLMjGapCYQE653Ls8tltxX66IB3uR+SZR7C5Aj8nBQyCPZ7fAZnHZI
BOcjySv0kTnj96ET2RG1D1lojKqb9VGRTp+fUmCfBBhYrewYOvO5nM/aovTeG7+R71arJzB+aBYA
Ho++0XhX9A7AcTTahRZggunjXGLGD1C9mEv1g2Dt7lhgEK6Af7MCOBuZl0KrmdkJ7DVpbDeMmHDE
MUfB9WoZzOvIZ2dqXz8ttK8NQ/K198+AOffzXSwwfp+hsNbOkdvc9A5Zh3xgD3uRob8eXDa7ToaF
4NJKbEr5lfmWebTZKKY3c5c5cp86fqteBJdifWsbsjUiQP+EazG6YApoZ177hy7sHymYr7L3riFw
Rv9SvfxLnfP2vPeGS448AY0Y99/P33TDP/0F+JxML1+Gj265++iHUv8f3e72d/6//ua/lcgPi0KJ
/N4gf9n+tITy8Gc9sviTsOqvCuY60x/f/8dFViffm+ov/+AfQmbrN7TIm4INVfKmGd4ksH8ImY3g
N6o/gcSZs1V6eCJQP9dNp9N//Zdn/saaFQE0yiyJPmsz0Pbk1fNbjuS38HsGjvQ2f5f7T4TM4ncF
3X8rJHFPcmf4PuhPOHuI781PWsyVdIAVijpNvKqt6TiWKn5Zk36YDx7FSnBgQNSPIQFspEQvRcm4
x0h6snVxfj5ZgHIOgaGcs9KM/Y3ZnQQ/4qKxfsx93eD49ZKzpSQudK787AGFj9pvgRTd/bquMzKU
Vt2aRuBdeItwXuqpJVxAKpaYLlPLmBzKBXnCrLOvnpUDpJuU4T3bmp3oLnBqakBBRsmIh63omNFy
o9gwxgznfgK/JW/wkDXbHjnfOBQQZOjv7REvsiRrDZRqkQcvYgiMGqGPGLs9IoYV025cyQ/VxB47
v8RNGtpDg+5XLqaFyZTbkgFnHwgRdRbWC87YVmFpayEbnxm+MwZ3QoJ/DNnHzzMHX+X7UTb2VXHO
PLfkxzfggZ0qLpmaRFD5GDtu1nN7EirJGG/hEXKuXtNmLW/aBGf370wC5lABcTOrgKS7U8EmG6vU
Av+AzVUeTWsCwamsOLyPoBbiPRnIHBQ1+qjLvNnqH4sBbxnN8eiBtKKtKyIJ7vu7Xrc9Rqk8MonU
CAXrNkXWo8+W3ESE49Q+ScCZsZT3ZNB4N0KoOdvPdVNcCQAUm1GTOx9pAwFejHacmi2Bm6nzTnIR
Rsu6gillEfPN0pUXfCklU8WD5kLMI7fnKGQdLATJzuZUh7pI1Y3PZHR4WBuGXhG7PYJX0ZrI/oza
x/wG62w5EuVAH+gu9ABR3eX+dNHlXfCaOgm5bciJp6O59ktyYknGihy8WUtT3egv46TYOQFeyUjR
8jtEJ8Ko3yflTt8J+WxfsB+ZVw56pVPrJv7FYBSEhwyMcghZkIQchKnpkclUKuOhkH11R/BhO+ym
haAlu0rbC4ZE+GGz0hf3qsRHGLcC1rGGC77Zc5LiqWEnfds1wDRQOEz9KchHxuA9qGNoUusYv7lV
Nr83LfcCSYH9egTFaMYhC82KjnCWHmPf3G9TXHQWDQexQ+w98uLk5Yb9RGivdIEvxTCGYpfmROW+
NxLfUrFC7Sb/LUldpDC2FTdfMiaZxw5eZQvNxPdvWiYsS2iS04DGicK6Id4z8ZN9XZU0hIMd52+B
YYnhmKLjOXTTPF1hw7ZvURrV02FyU5xC0H/rK6xFkryW/03aee3KjXRZ+oWGQAQ9bzOZPo+30g1x
5OhdBP3T90c1MFNS/ZDQPVdVKCMmXXDH3mt9a0bGslloHiKpJDn0xpjyWewrXtsv7owXb0NMJGXi
P1bc/+AgMFcF8B/Wr2AV1v5DCb2UUW37K0Zunz2VN83mdnu8PFzCH0F4HP9n0m4ks6y3uD5c0xKu
h+H310OVMu8ELV+6bArQhzi6Kj7++Wx+E4//9xFWCTDGPLDlwfrv/3EyWuetohdKO5lKb/GOAnHT
/98RfrtcQdOPVtlwhHLNORBHr9P/myNQu3m8wiCSfxfASz4ePJqou3pYeY59bDP1lyP8dIP9v3sO
ONSBucBgBAcjqhQY6b9epphhFyYFWg3gDezpBtygeFp06b+lsW3Ii1BtU3FmSDzM3K9I2l5THnHl
30gndtrQt3Tm7tupL9+mVtreFvnNjAhADqSZtlOl5CGi5zZdhcG+KZRF3ph/eWx/9SVwBjw9MsAe
gAMCRr33Gzqipf/Wuq0HS2uRV9F984P8vNbaNV73P9/wX4Xl/30koHKOJWxoVPzNr9fKsBkEsOcm
QHxuniPoaJfBWwhoKpfwf3MgK3BdOlsWN/7XAy1FBWitgkdp925YouEGlPOaBuP7nw/z7ysHrhWA
LA537v2/XkKYPzUkVSAyAs0T3a16W1T+J5gA2B3zvxzrV8fDeu281d/10+QVUIn99sKn5DLbpPtZ
GwKc4B7tCaCBAbbQlL8k3v7P5/Ub1PrnwTgpDFhMf/ir/K0QQ0SDmpM9A1MrJsfuK9hPvkcBwL7W
//CGRxWf/fJqATL6y4ED+9dl5+eh/ZVd4NomHgvn96dxtBsVE81sbVrT6Z89OWQuOXxBgYbf7+O7
agwmUmjnwvtmrjETBI4vjxY+djziU0supmKezqBjTu+yGlkItAY0/9ukRqfEsKU33puxLA4DgzTg
i3x+LxlakhcohjwtDmC454it96do0avWHK3vRvslO1LTaaM0JEeiZ4ZV9miZU8sdCYqMG5QzGW6R
a9YwQK79df/auuPwpWjGioCT2Bxf3IaIKzCV0t0VjvYfnb4c9WPcechd49bGRIJwUlgXxJ/iS0fW
5z2pPnohzyIi1neEZnIWyCZtQm+C9BHc+He+DzF0UQYJILamoGF6PLM/DZnQy6cReJJ5oTdoumeG
Qu1Tu4yqPk2No/ZzY+hv6Rx3906V1Ce6odWx9HCao6wFq5Bkc0I+VjOY6jD0rnVj2aNeXfPsNbeJ
59di4w+1YYcdvGlBVIVsvmQrZm+z9AvJp90M2OKuWVodMtNsyxvcE8NH5Pf1hYk2Ltm2FQ+Bpf17
qci1rjEUXTECU/IPlG6kbPZEdVmOqO/MoB7K/TB0on+CjYWMKqOJZW5gSNXTjTZ0PF5iVw8Grf1I
T3RBdZfD2zETILtEyHtzCPlsfAKWgEZAp35OGFVwzljvjuCeoj0AMOuBIjR4Isa3tQ4yRrpcJh79
Z5TvGfueV8OV0dVQQdttS2Ag1ybNq/HMzTT3kLSnEBT5AE0jJptKqJittN1k1fPIW7MzaHFMzHFY
Pq59QFcXMW7iOVcQYcVhoTX82pjLQJRmD5p4IPzU5ql2VXJPoeJtW4AH/h5NIH2ODoHITd8Ny46o
ZjgFHSGYJxO+Xf3Yd7PAxYFcsb+UXMq7IAHtOkZrFHYFH25+znl2VplR1tKxT2SZUxfh7fGD544k
qVUhs1yg+bmrXG+cj46ueZaJzaj9fTyvCdhUo+Ned8IrzjBbkuzgtMMIIZZusTCh68c6+zoIyyU3
dIrIltZLIezHEUHtD13T2blYU0SCdrWAxpqCunCRmQEed3PM0NfOqsjMC1IGe+FA/M03q427vA3t
XgdROPBVP4D8WMNtMkg55UYqzzgRIer2YU0t+4YrfG2EmnpkmGB1e1xhwVNil7isZxvdpCvM7sMs
7GRvGz1YxHlU95MIXEp1u/lhytE+AnEz9ym+jWOmVP/ht2LcOXFKrvgEkA2HpV0ECotO24+btIcE
DtjNeEGdZBJEMpZorrK4T74RX+U/kvmZGjSyquVNWUSvbbwGZRApEaihnQhkgDcOzlmbzYJ0jFV3
P+ioe6f/438QPyVB701YIgy36+6HPuN3kLAJm1W15Tl1lTQ+yP+xaFUjvt6hS8MAX0EYo7tqTrGx
c4H/j1sUDv1wyJdCX+1lfkNzn3yUqqyuEiPOV0brDDiYrQT1jh1/i1W9TMR4mAyTqGRkCOnLnKrY
2pTaUAcHhIcKBYt4CuVSlCB4Wj/MGwsd2kD3wD0IQArORTAlMQnyQYK+kxY0XXQ/qluuDgHetJ6N
eF7DpyaA8kaqaGgyfCFcF7phe6NWg80riaNjVIWtKOw2Dbu0sUNB/A9aEZbofZTRFUOkZ07P/O4q
tHGlfohsGppPiHiDbV/aLB0oMgGddgNkowuwuco+JgbF2EaV2XCoWvoJZjTK9uARO/nNxbJHcjzy
COiDiskiPoVl5xUBNLtBkPec0FljqB1U6csSlc5L1U/Obs6q5hw0MonpcNOAbf1ufvUby12uCGXF
jTEvU//cKhwW2xRtwz3wl+SAIcX7ghQcsnUfwHfdu/nSWDtRJ771UvhdCnY7bi7kMCrvWHeY5U5t
JEe1y3FQoTRLl7kZn9hnZsu5gPpa77EAmPa919m6fO+idmz3dmr26YMr4BiKshfnnv2m/FxAEwQ0
lTqtfT9SP15b+vUP7PYW+yjb0YyOiBhBzw5mfCvtyn2smt60t4vbzCaer2hAL5h2Bh+7dp7AXriK
+3rLVHaGrFvMk7+HRI+KZxrRJ752OdCpA01fWKRqiI+1xp90w7Ce4StbfnWaTaN+KpsBrV41Qnu+
xA4daUTgNdKReDSD3WRitSPrtyxIDfcCnBWyixmV95FCSoJgLMhWtiesxQzpNSRO4S85/dkFu0RG
r+RxCHhbjpijTffIt0EdHZo85a2iyX5IYfa8lbGJNCijwTECZRm6Iwr28g1h5/K+sAB4+xiE6V4b
5DsyD86GU1u4krdkpUtugL3IQyxUf48nYPAItE4Yu9h4eAi50rgK8KUF1qPdLRVXdhoPjebti7tU
0cSfo/TJgiLDliCySLs2iRdAcMiklKri4BEvjK8hmyhHmLcDP3QShxXMQ4Z5SJYFiV2xeBY+okHC
0w7cET+2rKPq0a5tr9nhwxJPZeIYZDwQzpEgyFGBd+sgbH402KRU+7FZ7JclSR5ZpmWGYm3o22Mb
TX32nudxMN6WRpGhAaza27YxsAWmsRa0pOjj96hZ2UXt8RLTkOgqZPhsrhmwZK3wSd3Gq7mN5mw6
DyIvtvVCaYVWHnC/MRUF7x2yfERvGt4giq20KaDSYyC0WlqhX0h9l7typLtMU6wRR9sp+vzK7DZz
jqlvGXkoVSbpTNOFQrpDE3mmPSQdDW8r+qBr0DIIsMfsdexkymdMkb1768olKy9qQpW79XEdYi5D
ColyUPBHADV33hdCpWHBx119GGAe5Ky1KpfHGIeGc4oZdlVnneegzduxY15MimH8KCFRYVKl8YQn
Ck5TWBpVvAfHtVBBNfOzrys9PAnHIWAuBfkaYyqBiRKvCZnHVjjJbWIv+SEaQZkwumi3kUQ4E/P2
M5bvBXwniCdHpCrWrvAdtQAicGFHQS3TPwDeo6UeND07tAQHXWC0OGKAybp1wl8OD0M5tvkuGsw8
OKK/7dbwXPEJMGmTs5D0hNwvw3wpdTOhbOxgl23p607zfnSJaXgf6dUkAH1LU290Pcur2SG8J1Tc
Hq4C36J5EwDTRNjdB8WXjI8rhQEo3hNpjgSL1/noXqZhdO+zaCnvJ2K7fTxEQ4yGXFRNaOolyPik
ud6nKI7IzbKaZYdGYaSYMMQngzhgn7yBQD9MllkhKSEEA1299Gk6+Fm9A9VeMmjLEt/c+xFc8mRO
lukEGqvs90gUp+rMdCz6UppIyGVpVsYn9lL9wnSimY0nr0p8j/4WmGVmKcn80WVRPn8zvSpqv0hV
Swx9XmnAxypSVT4hvGUJ6doGfRTKfWotWsYhrmhJEEHaBDvTqmcGUgPjj8nU1nM/l+wT0L3NZ4jv
0cmQaV1uCH8x/CtfDKKikyDGaGO37Y/KRh/s00XdTFl+mnOyGRmxgXi27F0VQE0P50UZp5ysceTq
hE1nQRbdTakonhu97yjlNZ0hHDeo01HzWV15tzgdXXGZBxiCqSOXJbSWOGK7kS/eA3PSlhzFRaPs
b7Nqxy7Due3FzB7KLvsfJHAXL7xy/sEj3/Cig8bcG742fkjMvTzlop5Powii8Qyuql3pecTCE4Rc
xV9dLDiHdlkadLpWbhEtWvuRSZK7rMAlWUrs5ZLOU4gQ0hleGxJq2IUFyFzzqQPW7Riaoeyi1Rqh
mF814Rb+juFAJbddW5uHSE3RckqXZY5PhUHK81bqUhzKsWrRzRQwl0+GO3omOehtXF39ApYwsh3V
vKeKUS8OUIb02H9ITLni7RkvdWJa84llMTmxqYoKFNGWQHGBdOsrX4OsIvW5xOEIJ9k8x+2670I6
x1GJy927xeAds7gbV0Qe4niQ/sn4iIMGrwECPaBsWdF+aT1YwNBNHIS2eYA+O0BybrZ5VF97Ix3f
xdANTJ+raSSzFJhxx7IZd5O3G5cia681HXvv3EVNVj53lU8rtON+ejucLPk7YkWVb6lFhsdpKKwH
gjj1Z19LAUp8IuoUGm53GZzC/phKsETb2C5FdbOMoyBKJe1UAm5RmC6fSTtFgNkb88UgRIlARFtM
t7nXVUdtD2pc9yY5DMXWdTZpM6ivSJ76O4DilT7Rdcy/IBfAPDJEq9IxaPbLjCYR9V2ygFGlPkez
qbAgWCkqFADaGRZ+sisQviZlgY0HP/MGDTtayI7vT7eJNIgow1UqdDHH8wnQXnO1snF0T1lAHd+R
K/xUBkgIZohde1QLwz7Nh24P8654bOQU74RoPcJdCFMhn0f4SMCT+HNGd+25AfjKy0U07rZF9/1Q
Ky1elWTLWi0iv0OxZuyKydXItNI6+mSqxqNBJ9uLD0P4NkFaUYRojlfvTzIOb4HbpD+KumAka07B
dAjsZL51STa1uVGKaT2mIvzYbtrdzbVtHgBmS/1S2858Zs6dhov0TSB6qQNzrCC8bFuO7le8RcZN
Th8fUVYsqgdK0vpTP0hAdiknvykXxMhb24rinmUibvAHdA47TQZQSOEcyNfuMOlrnubFlSdarvE3
GaG+fftgmbV8Hu3iKaooExy6G5vMArjMs1FIHU6iXX6w0MAiCEZM0JGbjCdm7eAu86Wq3rTqm+TA
n2bf5qQ3IBFRSIPYyRIRK7x8N6q2PsE/k+MWY+8oEYyyF4k8oNuruOdYTw09KmPSiAEsbfDJKJBe
w/a3k6ahsKsxg7IevMLdDvYmO8l3N8F2cDK1gdACaWJ1Ts3GD1GbIH0eYjd/MFJSjg0Vl49uK+Ot
A9X8UjAYuo6KsNONJT15W/tueRxmK39UEcN+0fpkZEBBvesIQzu6eYCYwWfzvtHs98rQ7dzxc9/j
wkGKpN1jNnG/4P9BKtsjBMu9XSMwZlp8UIzNCNuenUhbRS8Ej/iHBbFV6CLCY9I4U3+3ZnZJICMe
YwYSJzWhIUOGbnVhNQ76XM729BwwNnpIpGSaMzoTCIo0LVEglI4BNJo+/BOJju4B6yGw5skdSpDN
SFWPUKXpWGA92LZRr91N3ctxL0fY50jJatIn+MdDHpZJ0W9tJfDKj8BR2aZDLElJzJTTA9bzhG1y
q65Yq7rQbxhVYghPD87IuubIubE2jBz4n3RQlq/FnJn5IWf9mDfSKeK91cxBOHIh/K2H3+payQCR
2NAp5zt5GPWOL331GTsC4lI/e4y0tIabZumdcC2eXyA6ek/EopQ9ZavX518XP2jeZmXYw57oH4He
zZl4faZmQLQsp7pBYUBUHonypXEnF9dlwLj2BqkDJl8cMEp52PezTszXilyhjzq1yUuCkVaHCgmq
sweroZBpqQLyxJyLADJfC1s9UVGOw36VyWLg/jpEbr8LbPfeBqLUbnXDTgphxDhc+4FXxzMQcwy8
U/e6cvzv7kxnai5NDDWdmSzvQRXZ75Gex0eaYOwlA0zWF5+3S9Ku1D2sfQST2Mx6k8Ef5nW0yRDj
n6JgyWC0pt4ukBVJtg3jd+K6Ch6CHSZxBKi+l7QObgjpXR2EH8XWX6PaXTUXyFyYyVP98uThJNlM
w1OEhaR5Na4MDbPyIGQjTrpm3E/yLhs1fRVFk+6C0vjWzX2EnJf9+HfyPQy5M2Blbpm1J3sHMeZl
VARzoDL3IauPgCU+PLvEF+rVdtj2dUq8Tic59KjJUd4YYlAPRBnIuwkYyRo2AGk3KMdQlLizcRZ1
0a2NSg7pf2ubYisgdzmA+/Rz3fQfnq8GNPzm/GhjArmSq7ewyiJmVmfnkDzkPH4gXbsCr5pNPX7w
lNO/L2kF1kd05cRqi6j8hp78THlYs2nCZZycYOjgkQcv7L6yN0R+5FcYOvM11jdGvvGN0BMf7XDg
l+HQ8Ghs5Cj6kFzKCiMAakTaJznGFergL0Xtch+Uy9Zxl3cWGitSw9HWe9DU5U3l11VwVAS89Fjq
JmSWlJ3tTTL6rL6UbDY578tcvQSlTCA+MUa8mxK4nxvVWywckEmwP5JSMni3llWQozR0ZHUga8lb
BA7O+MXsyfEBVOv1JzMpdEDCWtZ94BJ3gToP+Ydh2SQ0YdyQ54hUH7Fn8zCPh7QN7ngtH2AMuIiy
kOg5UCiiU6B6G02rTguS/6iTA5K3TeumyTHnbmL00wh+Y/XepIO9VVozcC+CMnpTbHnIlur9EYsX
t+zVpQnrMSnKtEXAGYPpaMjsk1vy+/diRCwZqsynbLIGk5SZNIlGnNiwD42jBS/sBpii/42G5vfa
LB+iJE8dBOm+eTc7WM/3C2P/Yhd7UfGEAa0/pEimcAHkM4QCHVF4+gbgj8qrmW7jBA3K65yBNeBV
SOIF9R7WizDGU/YRN8hmyVnqp1cb4V+7iXxy0aRVgerA1SbhUuHZ7g+rJm/Y+mg1y51duv2qWO/J
iSriNbM8M8Bl4DcvmU92pAVFz1OhVRd6KV6MPcPsaEb5KaIbPw48cOd4sPUhrzDNEeluWpugjOfg
SPzMMt0mEkT5JlbO1DJRmNOvkub4QLp3mV4zG9NpiK109o7WTAbgAfEOEAaEzljZqJzcMIiLnoTC
aslJ8W3958YtBQF8PNnX3uv5HV4Ti/wUjDmSYwVFD8p5mWDDvgdMCAqann1P659LtmGT2o4fZaJH
E490234MtOmWb2BK6+J+oO49kYdlgudHnICvpzHNB4lJG6xNXslnY612j7FtSX0Maivadl1V7fCf
lXcY8vRTL3OHvnkr5PcltQhkq+RkYJkk/XsLXgm3v0CMeCUGY0Awqlw60GQXUZukN/bQRcuhIJHx
ARs+gb/IFthGqWC56yKR3lPWjbeVpbE4enICUYMzkf/KnaJv1dyT1GJkDsnxzGpj/BJVBhxB1OVo
Xyy8hGHi6ui1snwRlhGqvisSHdS2eJzM5bFHl0qMLQ/xK0HJlIzxkhiUBjIuX1U/5zME8b5IiIM0
Rh6gmP7ppjfi7BUDlWavQTcfJ18RkUhPnFjcAecCw41Bl8hEJkD19MHB8miHwKhFmmiolwLNO5M1
vljf7TLL7nH1+mHFWtEdQND5KFpdDGilr5MS2OHSPBGgQyxNsWZkXVOnD6Dps3NFmt/LJUwirccD
/I0ZHTReTly+S+MPm7gLiuNU5ehsCOBLTlWZw6ZQQK8OuFrbT+TWOTdRbzQnQtnHJ2GJjK9rQaRc
9D1oGuOhhJm9z4JvqUfOl4MziEEnnYOJArTYuhXhnIxjpPiu5Ri022FC60y6TJRZlxxozVsGR1jt
iJdgayYUzzMz5eCFruDdkBTP5GTl+LLchHAoQqAa7mKNWqWbejYaTXYpk7k76tr1kMSQnHiZKxoh
VxHZQby3g7lVZ9AzXXPqMwJt8FCX463dtdWwq9D74uSO8sHcKHMx4otAEFXvSmK3r/iAaPBxx7EA
M03PiztRoYFpKgZDIfqZJOJHJuQnTkShsrbXqjkKZoaP7frRjTufJ88NSAXf+rzdnxn0yWyrK1Ot
Nn9cR6mSEwVmtZjPJEBVd3izqQRz+o5cKnZv+4neaH5ANsp3ocK0hMk3VXN2lnLw3okqIZB8LPV8
h027B0AwWS1C/kSeIR2MaViONYb/nHnEFyjohEsphcD7rWmYWWwAfiXpQTUWH1uVevVuMKKRUR1d
m4dmHJZLEpCq9FAxnuPMfNBl97Jz/AdI/V11LrIZE0xZecbLohtxJ+J4aTeipG3kkEolgJgQOrZZ
TNek0Anc6aZsFu/NEmsrPDY619xZVeFeeZaiPXWU2AczQtLz1EmCkakT6Wk6slFHZl0v+OvgDsjC
AhGgS+0tB7P0/S7M4jgzn1tKMWg2lpTwPxHDcTxSq7YMjmIgdML1Z8IoDZZr0umN1xXHA6uFTyq+
lmL+wo2TN/CLsvxzzmmDB0xN44mhaMFwZcgT/BmGZz2NnQ9XMrYiHebYzMkDzdSYrbOn4dSRipAf
l7hp1CHWzvKc4dguEN5P00s3W2kICM26zrSrH5iiZ59JVFJHFJ2lOnlYV/NjoioUZ5Nj7tAp0qOE
Jg/e3C509lTJGRf52KABxmw7Bk/AuMhCKjpjLB7JQfXiLU6fhb3xgOR/j4QBM0WBs5VGYhUXgmrE
c38YiF6KE4FPuOeJzYViYAWFPuE30vWXhiHO/AIkXCbE960Jni456iTU4FZDpe2r8WUY8HmF0ZRW
L3qcAmpk3EIrdMgyjA1cZ13vlyEwkocuWiFqaZrrT1Yclyfc+cmRXEALCEtWLK+ptmw0llP+lDgN
fSU01hHpoZaLTJk+h2g3WZsS0kg7phHXbkRxfpuDtxKPCeGs7Bp5tryLwyf7VJazTM8ZU2b2pAlX
H26e2X+gG+1uZT62iMew3j+k+IUhf7VdeQ/mUT9ZbPvtjYslJT1Hnds8xLGc+utomhUsqjr+5FII
6c0wRfQacYhZbHD0/NHmfkNkYKzTYRsrPi5bnDPddDGWOO230o4njZ2nT++tuLCWE1aTtn7DZTfe
Ftg42I3HefFGIh+iTiF199w5LngY17MYA7uNQbM/JRKSQWgC4d4wy01gAezezAt7iG3Z5pi1KYTL
Kw294oHfbsjQtmVnf83nXl2GylH3Enb0zrRbhPrtnNzUDi5hi5F7iPV6OLu0TQS3k8mBu2rlZxyS
+EmrzYy1Afk8LhNvekR8zuTTE8p8yKre/GaLJkjCJLUG7AIISD+l1ID0Pmd0EfjXOu+oeV9OyiE4
lpmb91k2vX+xfNuhra5EG4LIiPLDCG2hZCOYYp23M/Ew1OZwMFO3haqfzvYLCElW2KFnQfK6tk+O
PXtippallkezt9lkEe/ZEcsCwmUHjmj5wSdLIpJtlB+COis+dK/UDTLG5L6eSHDZ8FhVOOzo/9Vh
ZaC6JMK6a/rH1mzNe42hbZ+Ww3S7hoa/S9XJK15oZ9c2/FEt0/sI9412yh3gjCosTJLSoHHNPCU2
PvBhFKSFWIOR+WdGP9MbnaJqT+UM+4fYIFz+VhLfeE7jvYp+hdsos79txj44pqj457BgBs1+RcY0
8BmMEQoXMfj/xrsU7YZGB/eZ6ulUFRE/KHatfVxKcWelPXJNsGt+WLKcvPWC4l7waO7QT/oTRsPE
LH+QuVBwJ0Z0lefYNwnQigrWY+KVgYRtkxEaUTFG5VMm9fjZqtK4Ih1g1FT1caCs+4TsCn1Ex1ed
IUC5xymgzoUZNtU80cIoH2f0DYwzszb7Lsxo+WRqh8mIYNKmSFVhGWkX0YmbhAkg18Ium4hkyR51
LyAu67vFawj0HfpSaHUZEMDKyIvHOPbpOiBkkY8jPUwqKbpua1gCUcuJwdgzKPHHbuPU8l/KJaqd
nTv0XrvThFWwMyvJPSxxwVSniGTHJCx7rzH2VBRgYQpmhMeqiJfimeg6eCRGOV5N6jqsuDmr3L7m
k3ZB99fLQ7GU1b3jU+TMkSQhzKsk0C1ubUTdst64fUSGbXVHn9OPPw8rFsBgn7kOt5gihHE5xDd9
qhFmWzNBuq9uTZkFc1HDrmgNZzr15mLTdfZppPGKt2wijUWGHsskxAANGj5hpEs007Bz5+bAepHf
R5OXpxC6O5B2fcVYnltxwSa+vDBtj/UtGIIoo39IxDjzz/i5MVLeq7HPbmPp0qRGqBejKKFOJwSu
MtjCsqnnvVi4YP3WoHoOp8XA7TZPifqqBigT8Bq74bODoRSUZZuU95hggynMmW8VWxrf9Y6cXFE9
4gZneDlX5YUoFe+WLYx713eTepDpjDvfFBUTiwHncxDhfY38Lh/ALTbBWtMXNhmj2vZ2iemUxx6K
kAu0QYhHBmc0flv+LBifjh2dZj42w7lz3f5ubAf0jSDf4L8pZ6VWAuVBS5NGbg4kxu7reyuzzZup
MhLrgraunk6Wm9Li8pWo742uyhnuDLwqTPpT9hqtuouV7fBujNWBIL/iIqNk+YhUPj4p7FJM4EFS
XiFPLnrXYDAF9+hRYO2bAJEngZ/FcKJzbb66VN5vyNshP0SOxdjBhjHb1xHQWV67qL6fminf2U4+
+JRos30eSVkP3oDQqis+U6zPCbfF2iu7JM9TdQaIKK/PmHqJIr/LMO9He8oECdlqrLTLzNQHXMUU
IpmfUBIU6p2yBye9URIvC/E3/6GF8I0DLr0huWcr78PJpZ4JLV2QdywGO/A2yq79creOcQFLuz4p
rgSrZY8sAznKJVHz/YCCe1BLZ754El9WRGNrxxUXn5D2YWMcMMxPREBj42XYSIQBm9jFoR3BzLRg
WS4JrWU+pJnpBjXjGkhQBlHpHQVATqPvmqWmfcWZ0GZYnOLmxcLs9WpbguBLz0y+QX8N1FHZU4PT
tq/9jN2ipDPFL56Sy+zr6S1Y8hSbUeASRM+KGyDE4mMIrsBX/rd4Xsz8VI01bSTUiaraUcBP+dZp
ankz40xDLuCP83tX2dmXdKqsjxa0GzC+vPI/JyibwF+12FaZ5sf+t4TxRcASz/yFFurotQQNdoKl
C0boSSdZeZd1cGt2El0GcYXe3CxHnBrBAy1MZCBm7KdPQ6lEc5tHgGh5DaG/gAMYm+GuxCh8TuQw
fRV8V7/Dj0xggeUm604dmOtznvnTu9lI+2luDQnhVaVpdFzLM49pIa0lcpsQKWBzrGR2RYsGEyEq
fQnozQy6d8Vu8pJNSY53T68I8Z6FGpTOwDAZU4e5rtTxQPeg7OIAAozdxvkWh7WT75YlovdNhK5+
tfrJ/oKxdZhxbkNnIw54qLszfJzaPTE7nx663Ojrw/8hEL7qKzWwhKdkMgNwtYcffq8tfH90oB/z
vvIPEujndZ7i8cPMupYerBCf/qwO/bd8mFwOD92HdKmixBrQ8E9Fej3KQSf9DNZSP86pSeqmyXZ3
+QuQ+j8IbZlFCp9BqO/4tv2boFs0WWSQq8w03iSAxnhMA5ye9S2z3Mb+C8X8P2hdA0gpARp7BySi
/9sJoc9qCl3S0V0Sdmwies7r6OF/fM0CT4DP9yzOB1PVr9fMsRpj6nMOYTUPjfdcLTua+H8+xL9V
0L5Yyd3oyxycYD9dEf8wCuBaRguTtDZD6TFsoY6m+UEgkwWS/Rd5sM+P/UVr7/piDZODge750vmZ
4PCPI1UtoVFRiseadF/gnrQNUkzx/tGdvpb+OQ3+Kkde7/XvB8RCFaARQUVOhOWvV6/GFavQ2dob
XZC1TPNQyHOlDinW6fQmjncD4173L+Lrfz/lq+wZDZvpAHwXv2vXzZihZoA2blMPj9iXiYDp9gTL
/Pme/ZSL/3pmgaAD7nK7yOhjJvfrmcHCqBGSUEM34bjVO/cwhFNobOBAbNJdvaXIDIMtfcdtGw7b
bjdtx1BuuegbWiVbsJabaOeF0Bj+4hD49xvBz5K0AVB/e679++Pa+AXEdZefJYO7qX/t/L9kFViY
Jn+7oxyAK2uaEo8jlodfz9soYrrUPhahdree9xAOobk1t/SCNqAd/u9545XbMiHdoo8J//us0Vpu
4zDa0kvdNn95g+R6tX+5G6vYHseN9zNh4KfD8p8rmxybAr+1hB83n1KGEnHIxBOGpfuk9/I2Ohrl
xd2QUL19STZP3/520X8mafzp8Ot794/3ahDZUAMbpIxKNvjpzAfgadXp8129hRJJRxX+zinaN8ev
SFk2kN03t/Pmx7jJttlfbv9vAYao/3mvWagwpCBgd1npf/0lmra7Nym4WLbut60UYJfeMnCfaiby
3ASyZDSAx4cPU79q+im0pE9p5v0l9eRfywzmFJw8fGNM15cQuX79EbIucQME8INny7mrkzX8oHsk
cE5vR0Pemy3Y6a78S2LnT0vFr/eAg/oCB6RwSCNxf3sh3YIIV51IZitZcKvat2akiNT2+KCN+jpX
5q4f3VvmuCu/SSGPtbv7ybe22sqvVbscdRzfgOt6/PMy8Z/uB7/KcviGcDGwnfx6KZReQfq4vwDP
fakb+yIo3Z3MJiOlvvHdHkoqIMuqfwnM4g5kH6Ml64tpy794X/7jDSFEifgLPsum/9sN8cCAzfGE
1LotUeo6RhiAMhvbOKRBdszp3CEa+/rnM/9XFbA+A/845G+vBLxedB8Vh1Q8+A6NMngPIzPaXo3H
OvnLkv+vVe+3g/1278GuIYwfOdiAqIo6j/m3xy70z2f0r+8KB+HN8hxYJJbJzfwv0s50SWpk2dZP
JDPNw18p56Fmqgr+pEEBGlPz/PT3E/ueQ6ZKljL26U3T3QYbV0R4RHi4L1/reinB0XZBFStQfXYa
FHbdOkV6E9HNmbPsUzRg0Adu0ArO+Y1+kz7awa4hlKVQKicee+ZDF4u/dVMjpXYuvkBqk7zeHtOn
iTNV+u5Q36JtHHygOJz2FweXrOV1oQWozMfJV0Xdo1Dy738+kRPuz7RxIozcP7WAlroJmLWuT36U
pDT6xpgZwqf5YgiXJoYhXgxBCIQaPAsmRCBVPEXtoDEco1qUACVuD+azA1iqSGBL9KSrOiHntaX0
rGRCqRlQPvviWuJB4ir1K1t+Jqj9vFkxg6qZKA+URZIxDPhiQEnpynXZWyfbkF5LOBDBo8SgcOgA
qN6NVJu5MT7vU4J1iUY1euOYxnHA0Ai1V1qZS8oaq7bqV5AZIfvbnh9Dq1/WcT9j79NyGdiTVfaP
JPLP8VHkQy92DiX5ZKtQFOnSXdSWTzEKkGrszsiWf7LEbcgGYlAWk2jpoxMI6hLaDQIdosDCeOR3
Jhu3hokngwZ84ZXijKd/ikCIiGQICgniYXmgDfR61cS8zSHTG5IIlVOoz5L2u6HXKhapsBvLc/0e
183yH91xsKgauIgFp4Q2Po8qeL9CF1VvGI9UaOWgPdB+nSDs/GcrPOGgllA49+gHHY2LVG4nw2YJ
kKO9a9OvWn4i7zUTL0ysFDZM1gqicd5Co1OCYnFq0vrPw0c4mCTK1HxnRG9d9Xp7KH+Ekq9CBJ4E
KhEi1UpUS3Vt9DKtS6UzUWPgLVcI0gFugXKRGVm7jVolgARO+w1PG4znLvlclEc3SKVQ/6RCuoS0
qJ3xzk/7zuS5qlOPGE5dgvXRsdUUWWS1hqTZgaw2gHPAtJhnVXlR1Dra9jCiwalTxTPRO/sLNxxN
AR2MQys36HT8dDTVGWjIWoFsx14sFvvF4rjYH/m31fBjtbJX261t84/jarXi3+ytvS7t7XptP635
6X/+0mk/+WE/2Wt+ecs/n/h9/N7l8Ov85Aw/HP5aDD85jr1wHh8XG37sN9haDD/xt8OP4bcMv3X4
j8XP/evj6/7nPl2k/Nd+z4+f++H/wnfuZ3brZ49TVBHaFc2w6NKCmOV6t6oVqWPKqiB8SssO8w9Z
7Fen8HDSX2673OdVVlRFZ+/QfQxsedyw7XZa1uclqGF0YOwaqvbS16Dl9VEvcVLr921jU4Nik6qi
rhoqdkeDOivweKIWb9hhlD7QKL6lvxqQcXOoZWFz29RnN1JUjlRZZGA6EcQw7os7KoQkve7d2LDP
UbiAe73IsgUJQhjvimVcfoBAuG3v09VLCE2cA0+DTs2ajXNtD7plJVUCD1WAWs334ukcLYAoJLsW
8amZY/XzQY4pC1JkuJp1jRD22tTA+6winUNbYm2GW4lig+3X3XnRdnqCdJLo62iEdvUeGM6rAQpn
5rz9M3XXOxQs3xBmcKijcvhH7O1iamvNi8U2gjYXORL7239e1co9oCm7W/Ip63pFH+ri7PxqVvQX
KMvTM11t62aPPJH9mi5E+/dP03FXxqLbCTO7ZjiTxp+m8NAm5THsGXkUACHjwuuySEy7UgrqFLAC
KHMx1mcTisZGGW4DQ1Y/bZi27uDpPlVwfdaoeQi0BWczKoTSp5wUvnRpYuRLqWRWSIvU+K4vxZuk
FrqF1iXVNgdg62QdOBdFin+G6FA5CDPdK5WYObe9eWKjDgcPr1VTJgj6k064WOJzdDp5as0XQJgN
G3MtHRI9Icrr3iOUv/7dFogt+KDIx/IUHz0n6MjoKJvwNIpKqIeFnWgdz2eireL/aGf0kkDgip5w
CTsgDBaNdISRF+Zk08mimWBhykMsSdYUdCS5Psfa2dkpCt1KAvWSJdJjlrofgTHn5xOnDY3NhDsS
KZTB1a+PgMYLwRRHpBIQHUvtQqkdTW5Rb9Wymc0uDbN/vaNYmAtLI19soRAwvYRZq1Q6HP2HHsfz
fpWCCmIcfaGcnHD1vQDnrwtzpieOcExr3H8UAviX0SDR5ehKIIwcK9KL794DtVDFTVY8NPJaBMig
+oek3ontOqUnOH/y8gPAqspaIcXbJ99v++ifvPPnafj7LaNpUIPSh2aLaeBbumTtlneJ+O0EJ4yi
HWj41rW13yIAsj8FNYCUpR6uum4mNJpwKyJDXQbRS3pTGUcEUq0riZ4zHWkuSlTXUu5r8Gq3Bzqx
8XVJ5cKEDo4U3TgxVgHIh3uCehm9hr/lRFvRK/GLJuVlhjDOP5saSOUUjhmZt48qX/tw5jaZmoYK
0mdG/lb73WNaaHuwtR/oKc0d2p/3Cy8EuOco9nArGOO6EuJFWQaHEl6sCOssMz8UhOirxPr6r0PC
DA9iWaTmI0l/wvuLY7OD2D/t0HS2jbI+eHBP0gK09JNuSe5hJps4dQsPL/2hXkK67D8sKxe2LBVi
57T2SM6RTjAfUyqsW1dWhOYNKuQsWA08svmSSqT5piplGwCu6LmtBD9sOoeKB4KFQqO/RpBgGMdT
nja/YNWz+gNtXvQeGQAhzovkrPHYKXuKtyuQC9HvDok0sB69r73KNKU/iHlk7XCZFuW4uqlfUi+n
ZbBV9Jj8bhpHa1UJWkCAnp9/MfTefYGvP/hK4bjcBnFb/ToZQbmlP6wN/vmwH8oefwOB0X4t+7pp
aCQ06f9Ft+EcwpsfJGKz6aGPWBaJ2L7cXvmJA4IqtywRmJGnMqiSXXtzAhFzWJmxBZM8kg9KukvD
EKFNVEzgBaEPYw+u6gWSjScV4nDTozcpifcJrfkGXS+SHDze/p7PYb1OwREiAUTtyZpoo0vVyvsg
8gcyVilWn1TVpUs5h4+g2AS992720kz0+/lsYtw0+VDU4t2GS16P3g1TXZArOMYz3T8dgsJARrTs
Z1z+0yamrjM8VAaFZIPIdzSmrC3jKlDg3+NJtJCqXQ/LrGF2/+o5IyujY6mDIquvA6zUHb1Gg+gD
3CQdVTNDnDkApfEi8col9yOS+1FNHeaGkZMmvSSGlgCsXVwXT6bTLOu9tNe3sa1uTgew/wtxIe6N
rfx02zfG8/gfs1yqZIuH1P9oHhv3RCe5ouZ0ucFhdjpvJEhnTU+bmchPlYWxndFMok9kZnmEHe/s
fymyL35lbfUOZTvUGpTuDQzTWq4rwDDN0qWHBPkhB8nSL7cHO34sjT9i9ORUjTNcxeIga9Ap9+iV
oo9ULINIPQi6u7M0E2Ciukgwf9vs3BwPG+bidAYIorVqhtkQnqsCAG8qkWTTZ7bd3OCGr7iwgphj
6dYWVnI6FBhG+0Xx0fh9707fo3APmfrMqMbRwXgyRw4r0iOSQWONPXXpnRYQIsfWm9jN+OekFY0E
rEmCi7TeaMniyBPPHaA0J1YOhHcaoOjqqMxVnD6d2H8Gc2FmtETopRjSeTCjHvt3ZDOUH4FoC3f+
rnzTt+Vj+qS7tvRrLnL/FFD/MWtIvB+JE8iDjBITPnBmLhDm0E9ecxUC6V3+29AXhnzPRWHQjVx/
75KZZMjkQXNhc3Q5uWWhAG7CptSuwuD3oOLXdG9WcFein3jb8cdB+zA8kJgw/yI3wzN5NLzEg68n
L9j0mnnM42PlHXP1vkxflR4irpkTZspRLm2NhgUDfd9VCbZUZLjRa0VVR0XNSmhmttncmIZteLHN
fIl+et0bDrIqWibUQ7Pkpw+/bRCXgJUVR6/M5e1ZnBnZOA8MYrrKcneYRUT03F9G/cWHKwCc120z
U35BqgoECvXCoRx+PbCcdpsGGQnM0NxmRnewufdaTSV4L6fr26amDsRLU6O1QkwQsl0dU2GwPSXf
RWOrub/+byZGyxRTvUZjBhONNIhaPQjpR0Yoe9vI5Mr8nTJjlHyzCjU800aKz/mVugzEGPHqAvpR
HyrBe8k6iTOZmEnfI0ELIs4goBtXN/QyNXOZNgBHbeXXPkCLo9fbRd50e/TpaZBT3nTrX+lC/+xh
CongoVRirXGAAOmBBCDylEORn1NL4SIpnQ5NCvX5v5hLKtb68KolkThaMFjkc3LTRu5YcbMF6U53
kmNB9pd2M843/EGXr/c/AwKAA+hoKCSO66J+owZF0TOJWf29SPeWSBt8sgbeW4NpB2Paztgb9s0t
e4MTXRwY5zSG66rFntxvEnIEAM3LrwYtxem32zP4CVb0Z2R/0JIyTw/ShteW6J5tONmZwuZo3TWx
I72Fm3TjH/Nd9EVyQMa6W/cBmu5fVrUJfwirGfNDqPhpoBfmR7taQfoFfjjM16vkroL3A5LpH9Fe
WPuLAt2Dmb3wee8NTyxJlhg18INPuLkzONoScQMnkdYFlCrl8dSj2r69PahJK+SPqb8BQgWtdD2l
KDcgpQRShz7JTasddPdLDm7Oer1t5Q9m8nrqBnyrqFoW9M4Q9Y+cv2ukvj3XqLKRBQeQJ/MzioF7
5U7eWSteNmgE0VK5CiDs3Blbf6EWzt5fZP9Y5BtiLB4fdMzwEIFDeRRBkmEMzlLFnw3JNF1zEPci
ouslD2k+46mfz/9rQ8OsX2yJBtUZMnwMt1U+qOVDNm4UP2amdM7GaDPotWiWQshgxMfykDn61lwp
a2TJ1r5TbqqVu/YcaNTWA7xNWARLbSuuzaV6nHtfTUSWCkkZkeIA5zWl3NF3qF1/apCsLxz3Nf/Q
lzAX9Pf62rWFX8Yy3gRv2lHazWUHJ15b10ZHW9HXrJaeboyWHx3wRQpRm/zg2+q2WAnf8rtuc3uy
p+b6cowj95UQwfWEGnNBdyik33r9kUQz0cncPI6joCqVZfSdsfGabs0jOclHnuFkoQ9v1s5/Lo/S
8fH/NKhxhgEyFxrlBoNytw20LV0hwlxk9/kqulomTb7eB905MZC7xYTxrLwRPi5S23+J18ZMslge
15CGjX2xPuNscSv2ZYAaIeuzzRNbOqDGJ62ilfrCXlgm225Vbb6g9m67a1rBkdWYOarlz3HLtf3R
68rV3ZMK7wOAyuXJ8Q7qXbkKvtKatyv37VO9KdmDBntR3Prbu9/tg3wvL/ql/+OEo86CX+fmYnTI
JWIcKKeSb3FfqyUExYdghbhDvLKW4SH4UbxDrLIO7p69Y+ME67m310SW53omRicfbECaFg4r0e30
5WkNL5y1R8ZsI9m/DrJtfoRfhUdzMwfZH+Z3fL0gNTTcLhrlgvEzMxWyToTlJXcQ01pHJVSJbjJT
55o6Ai5NjE4cKuxi23eYAKK1Qel047NbYHycKYd+Dqa4mWglGcDTlNbHnmwoUVkmJdFo0mjfIR0g
n3I22mPiaU8NDd6rWJNnLpKpPQo+YWhFoS7B5Xy9R1W6y2U04HnvSZ4duXdQtK7reun1W4+GB9TF
zuHMwTMVc1xYVEavilOmiV1VD6+j5NVFJ7TN/G91fDr0OlQYt8+4qY1pUL4GKTVAz8aXE0QvIc13
xKbksvc0KT7pZwAEQqa/tM3pqRLrRaJ3X27bnNwDl0ZHrlKIWZZDpIw3uv1DnTYL6GQ+zKB3LONb
h2xN6PqrLmdrJJ3wSOnhzrDEtWh8oZ12Yan1LtaMVQo/5+3PmvAsSgQArWSSykM7wvU6J5qbQ8Hn
Fzw6Hv36GCgkedOFzoPe9Je3TU2kfShH0EdIymdg3B8/QfKEGCxJiV2RpYE36MNKBZTJUmA2Hc1w
4sKg6dsWKc34Sf8Ua8GM/cm9erHqI5eGRqI4gTpm1UtwRFV+1zapk3jZzEJPOhcj0QfNKCoQoxlF
GqWqTPSfnXP7TS9VW+3Q+gwcXXzo201hzJWIJxZQRL2AdyoaDTzKR6F6KUI1HZiMKjp/hWh8ZUrZ
47n/jXr4PtXmrrTJsV0YG93cmaW7RlZjDDLWpRmHm7CAVMXRvX2BqjzEa7c9ZnLFLswp185JS6Kv
5TlT2Z9OdgM2k+Zep/WFmQfA3KhG93Ql6APtEcdBC85MUL5DYiiI36XgrTb3hvDz9pgmj7mLMQ1j
vngE1K2VWz5dHU4CvTzhKnKuP9023kbZ2f6/WRpdujR05744vPj1+HcSLisBRpXiJaaP+Lad6VVC
SYNqOVo96miVQKyrRgBLHjxLiEgb4l3ZRsB5w81tM5O3OWf1/5gZrRLENDyHU+7AtAxFWEd9adNB
Oby8bWXaF/5aGS1P7KswhFQMRi8OlBVXivFeN9u0XCNomJlfbxub9gXI2gYVOILV0d7V2hgEuYB/
w9HigFKjEErPcDaopsszgcrkuOgmpPpPyxGP+mu3y2CJUE46sydTzc71JyV7M6Cs6pOnEC5aKZ3x
ialTibS0iMidIYGeGU+j0gMU9Djq41wDunmXw9WdpI9d/Z6rMyXRqUk0JXJ0osQ1ZoijYz2Gp90M
UD11EvgRN7QZEEfLgb+moRu+daRObq/ZlBuCcaQ1hQZGER3B64lEEABK4dItHCUPlnDQ3tGzs7pt
gio9f8gocpUAhSPoStgHvnFkBI7hM6zXYeFA0QopcRB4Xw0XljapbKDqiOQwfIlPQrMUkaHcCr5y
/ighBHVqFIqf69T0Xk6Uax/dLobUD6FctHh9jUSOKRwaJa/vqlJCBo7iJNOUKmH20Zrn4j0EYY1Y
nJS+gyg1YX2WUngBYCP4IQqC9lRkpnEH1gERcHRkN1Lttr/8Sj8rd+1J9bauMcRpEQznv/V2YD2l
2Vrepn0rLBtoLLa96Bmwj1qhdtqrIeRoGoquqn1uz5poa3Upd4sO9KaxEAU1buxQp4V8DQpoaBXq
6TRfBlIK920hGgXPiMZrIBmAzISXZP27rloL5JcReD6auJWlOCcUVgeW1xbhG8TLi+jcvJgwjL3C
uvqFlg7Yu/V60yYxfOCd2Pdgfg0LZCxUJBHNULKy8tH/+FYZpen0ECY8VdRH4U23JN/pZFpk45aK
sWMmfg5trh42NYIfor6GZHpgvRfRBI/oZqORzVjqSDEjR6gLqBfmxVbI62yn1bW5RY5Hrqk5tN6y
rIWq/AjhOXN3atRHDl+dmru81H20tNXcUHaN18rOGfVR3SZkO3FexGLmnKM8TG0w8+mzmvsBwWvI
7XXy9Ff4Vju7FOj+bxF2De3MgBHFVAvxW0u3Q4W0AUosC2jG2sKR0AlcGYoawDsKqd4zxBGl+RxF
bUVDvxbLbygZnDcpnAboL/cQFjeS1P0UDRcu1lxKU8gNwhp5IdZsAdWnnqx7lKehZM41700Vwszc
qW5mvRB5n2HXrApaS87ZSTn2kq5ZNgBM3dzEUlUeWlTDIKWnvKAuoEWCjisTvQQ+AfOEdG1cdjUS
57TD25WPnLOB4hVSz3GsvvpnNzw5RRTHO+GMzFrGdK1KYu2fOdLePJhCmNBhBDi9aDX8wXUrlscK
UNDK4wzbFV6cbU5CaR0QNPFlrLrQ4hti6W7KqAmechOabqWhlGr3rS8tk1Ppr9UWhZM8tWooDzWt
cRdpZNTbOg+RV279FqX2XpF+K37tIkxY+wQWtdyebN1tTwc4c6JnKEebX1Zf+bSrw3nYNUm5oVtf
+uUJ8EgN9Ak9aLDgtDi7mvKYFZIAfR8ZcHinke3QshqWdYjf8m/u2fJR6T2n7lc5CKhipX5qNg8w
Ip93+SkSqGyJZfSIyJH1XMqZ+3BW4u5r0xUohYqhYq17ZDLiTY+Q8sGTIoOrT/Pd5bkMdTibIshD
EbSPpEMJ1PJJg5FkLwt68DtBMliHdt2iAKiqBTLu7qDUpIdm3TyX4HKdIMjKnd6jUqSdz8Ey1CSj
m7mxP/WUDvAN/uKxapFqBEF7fSI36FZqkHFyKrAjFkKfoKd+djoDKlzdWHLffdGyX2oEVZTHuVnZ
4e4HjBeLODlqYvvj9tH9qXtl/DGjKKUQxbSAAYfbKIIgq345x+dFYHxrW2XRV+7vJPvIXO0AleFL
XJZgb+eetpOPrMvZGN28kSREZgyDp4PC9g4qrEUFYU9cyE4OqahwkjaqWi71aKAbgmlUsd5mJmDq
6mIxyFNA+jD01F6vBkIXAVwQXF16/iP0VBoOvBX6R9+q6A3IWQPHCiJmeuIuohTGiXQOhDYRDUjS
QARBMMiLaJzMpxNLQUUrw3yZ3Wun6gdbZVfHu5ha9cxIJ1JqV6aGT7mI5BOh6o2yghwa2puFby1h
hFmS2QSP7HSwKPnr1ttV8kwUPBHHSTKXxaD4B63BuF4Yoh10opBHYMUNqPXNqybDvdSLpm3FhpPm
4ZPQfb890IlYjh5A1DGRQOJNOwaOeq4g9FGFSb9AEpiuaMRloGDa0pFcBuvbtiaiKwlKX7K2EvE8
GLfrOa1jr1BTpSNFoHygIQaIdHHbwJR/XBoY5vdi0TgG5Qw5w8KpSlToXUE938XN6T0Kwo53UjQH
7B922ziQA66HOgoZD6p1o92gagGXt9azXPVz3rx6wZurz+QGJ6fsrwl9lDfzOgGxuwYTrdIudNj8
inxmUWYGMQ554xOkrLqMhSr/YdabyvjyX1SnFWkgRLCobVKg/pM8u1gWpRc0VEIkomrfgw2Xhp0E
JSRBkt5jOT3Q/fqIpo+dZs0clmFqP0EZQ6WTXh468UYLFCpRJ6aiDMN7IdGT/kNE+N3YCR4ydNFL
K85kGiavB+4pGO6HlBsdTNfuJ5zbTpBLynP6t3hRynZ0n79Jd8RP2+RnVtrdjL0pb6fTzFKQBKAf
+g+A+mJa4yqDvmi4GkPpJUuWUf9DMPbERf++pzSRBYS4ACz7OJ1aeTz1RAX/gAi2yJ0Oco1MIYT4
d+idIl3aGe1dLYW+1w9FRnOGoyaBwrGPDgkhahSLM6XaqU1F6yldJXQBkMYbrVMLp74WeLgF4cYh
MvsDHU+b27M2tatAC3MqDA9lnpLXrtDVokqogCsIleHatR4bi6z14W+EemPG1J/34vgYAgPDvgKN
Rif+aOZ4aEDkh7q3kyzbd548CKjty3W2RAVtn658GFhOK2NpfKHybsN5n+/imfTD5GAvPmA0nw3k
bFFkDB8QofjR7uL4VzgnhzuVYYdR5H9GSX/e9YxaTaa0YY8RYYOgZLY8npflj8I5raOVvk0+Ti/0
zbzl3/6ZzmWI+XRQVTSkgMuAfOLaLojwKo/RE3KK3P7Wbwyo/b55kuNunzPRljfn0JkFnQx/5OcF
/WtytKCK2/dNeGKocMdsEfSqFvpDXdrWUnKEr/pGfQp28p3wIG7mareT0fZAeUFW70/75SjalmG/
9ZTyVDjquj3IX0geBQt/fdqAKFhD65DZ/nNOo+Pr7c0yuR8vrA6/fnGQdRKKtFYgsLTtQyjCOyrf
3zYwOODnCf07rMGBLwz0Zs2rGLo4B2ZDz673we/4FZpxFFx+3jY0eQVcTuBwZl9YimO9CH2VCTzn
dnhXvscHfykAqVxpa2tXrsO32/amd97fgY2c0/Vcvy47zLnA9CClstUMFe/m5bYVaW6BRg7J+zg1
pBoz5eJ8p9miky3foZgXt6dncfW92Pgzw/rUIPqfTfd3XKMTRdVbn+ZMDCofQHnPx150ZLpr34sX
F2mwueFNxfqkFnlXqPRSQ/pxvWiqlkiBkeEeYPfL92ItfwXIcjTvtZ025x9Td7YBQRK3NgE+j5hr
U0VQZFZ/RkmdnNqT8lwvwDiWh+Dd3Hp0sSyrvbkqvwdra+aOmNzYl3ZHfulDHwFdPnalj3DpvcYL
xBhJKrRPILM1R75TvwWCLa6943kmSJn0HYj7aOoj8wb1w8hFdWjevSSEeKoKRBh/45A0tVZ23ULw
AmHrJQ3D7zNKQKmiIeTiIj7y3GciolONIS3Qdmk3CTS6xzRPxWR527Gn/Pry20Z+XfZQTBvkNhz0
BBzZbbeJ0Kxum5h0ZdK8tDvzsgM6PnLlTAx8pTERRgl7leyf8ixlXxvZ24RIZ6QxuILzrzSFe1rz
ZrIV04P7X8PjLnrc3Sz8jomHFm3VGN4qlqL1zOAm3fnv4MZcZ55Ozg8dc0Awu/Qg/URaa8c1KX5B
Q8H9dRCO/ffot2grc2XRqfP8Yk4t+XoXlX3iSamOTFMfi69lKm/cU7HuDdBvhjrIbrmOmekPRap+
vT3eqeP20u7ooIiUHMyPyJSehYcs+pEJOyP9ctvE5IyqNCRLcCzAIzfaLjEqtaZxYkbheDXIX2r3
Okhy8f22lUnfuLAycvzKF1SUeYd183+ayE/MgeGnwHoS5TxIlMCyUpMaeT1KFI3ou0RNyj2DcDKo
g+/Eh2yhf2Qra1ttUKD4L0bEE5O4fug2+5M5u7h4ez0mDE+4MWr5VWhg8J3Zx5NLD9sknC2Qv8EL
ce1yOV0ERiszoCpPgB3DTZ091v1cx9y0FVTnYQcFoGuMpq1pPE7ChlF0xVOCrmH3kIczB/KkCeAZ
vEvIXIhjB3Mls6zLhssug6Wat/jdia6goCn+Gz++MDPyMLRl+XOHGzwLtpqKDsxpo+qv4nnm6TG5
XS7MjCbMikRS88N92nWbc3oIjW0lLMK5R8DwseP4cYC0/P85U0dvD1ji4z5ysSIbTh8cxPxbZCDF
tjXbpTTHcTd9YfJslIAvcW+OqQ+ESKtRFfdKByX3apnVy3YHe6Wyjnb+wlzWKP7C+Bk7yszZNr1l
L+wOU32xgyTUudFqGOzuYEO6F554zx2TyimP5bJ0yq/V5vaOnVw6Wqj4C5g4bQvX9lRECFqFdmkn
kA5+ryFdEm6DHNaPdKaGPBmUwxz4P5bGy6dR3jG5h1m+zqnSlanvtfRN6t68eBtCOy8m2zJ4PEMz
Qbfy7TFOx10Xpke1XiWXGkOsGKT1AQWv9eY9S0/nY+ja8QY+2kE8y/GO4j5Z0FN/2/Skz15YHt2R
qC6yLeKwdEIPYOHTuTwo1Wtb3Z2DQ5vN9VlNIZkhr6PRVwRUSPV/OHUunEcM0OLKM8ZZGIviKO5O
FMl2EDU/GOt0Q7HxqKT2+V5+uj3GyXqIYZEfhamR/q6xDykJ2oRaj8+Wi/qNs98+Pbvbr97R2vQP
M6Ym5/OvqbETBY1puaeeEabvFVzD2Z32I/yVHLv7NrdRuFlpD+FK/OZ+9ezZfMBwt3w6fi5Mj52o
a5SkGkZZLyTbss/raG/cxZuvX05Ogi7UjONM++yFuZHnSHVfRvmfSV1ZtrR5qB3/WNuGozxFtusY
h+h4/jEHYR7CmltDHF2vEdQVekxvJf2297mwD8WHvEEDBCTQ8vY6Tl5/QyaTFlR67a2Ro/I+Ds7B
iWX0LRq1VclurB+1t71tZDK8ujAyOkpDPS8rC9EaR9AgKGifqFLeNjA1XQPeBw09cWiaG3lEiCbw
2XTZ3D3VmrLznN6NjklrOW5arGMjn6lCTB3Vl+ZGHuGWCk166CzyhjvZkequqvwopKvzXGP0ZJLv
0tDIDeS8DVwf7n2nXSlblHezjWa3i3aPMm++B1anfav2wgbVnMd2bn/PTemwphcnWNpaERl1TKtr
7QOMAHIki3BpLdX7PHWsR3UVrd1tvzwt47nXzJzlkUuKZl4q1ZnZtUw0DXeR8dJFwB42qKPc9pop
37+c3ZFbWlWjNWWJIQ1gIhpLiYcqSzB3fExZgcsUavIB2fG5/7s4V2Y5xLBZvHSFBAjM3o3ecnUb
newq2IveE9xKbQpPwSGQX8LYOXkz6b6pCb38guEov1hK8dR4RjNkMVGWj7pnEAQ2KBaKrhBT+zPD
nRwttKOyMRR+PtEYGmJ47s2W0NDv7mXhZ3aGl2b978sGWOh/TYw8U8gL2AMHEx10W3FAAkxHeaVO
ndtmJi/TSzsjPwzr+JxWMXZKa21F3ythmctLN/mtaEewxwvYds8w2tczYeDEvYqbKLIoG1Cnc+1c
L1bfNhFxN1alPLMl6UddFYjB2ar03J4Ai1cze2DiKLsyNzrK6sSPIlBjPEzd/CGL44UKwW9NmyyP
u5kJnbgFrkyNDrOe16LZ6MNLqz4v8zLcuYW+vL1mc6MZuUZeIwLYlZioz/e99NZJz2b/HP8XT0YG
AjWNSSGEpRpF6lkDy1UyBARt8wwIR/O36DncHshUmuzSxrhBRBLKU1ym3MudGS3okUYu9mzTVfq1
NBJbdrNl6feL3m83SIk/ztieXqj/Hd+4HbyT5dbSGmyL6nuQLptwF6WbxH/tUfPyvrjaplTQuNk2
6UIVH+Hzum1+4rS6GvnII0PFU9WsZXbPrup44s8csZbQc+1TIr4m6Ry35py1sVNakReFw6ursh4k
5ZdaB2gj1Ehk7sFy3h7Y1LuLnCehm0p7v0qr8fXWVoJUrs0TI9M6wuVMOIiUdpvSfcgCjzLv6WsS
AzUtpSeqXfemiuRo+H77EyZO56svGN0EydkULClktEELMsk0GwmAWy4hvota8W1TkxN7MdjRJtEV
8VyJMYOt4Jf1BHeVqtpOsWo7lCMIgn7etjY9MMAn3LDwlI/TUSKEzVEsMTAt26rtok8ALa5vm5ge
0F8To7Ml8uvsJLSYkECEQpiXhj351kNYr4Pw9bapqZwH6/TX1jDcixtbkj3oBCSCr25H4ex0lFbF
0fxJJeYhjmxtp26ix7lbVZ7c9QMKG/pcqGPGu96S2lCqfWyWL9UyWCR2uQEAK7i271DmXSprCGeX
51Vqezv9jl844Lt75QFVwpnBD54xevsw+L8fMjoA0PBspCbiQ7T7yHkN93C9nHVHLhfINaFU022+
hwu014SX+Iuy9WZC+8nr98L46DwQwfr6OZpp1L42eeOIyr48Oaq89OOnVJ8l25x2279DHflU0uah
1QwiZuUqXUBtsH4vWqfeBAvrSXoqlx4qZuvTzDU87VyIbtAFZ4G7HxcpmF1U4MSI6wtRloJGo0Qf
kNC9HXT1MdIKW6MfT9bdJXqKTiTJMEWHi0r7oKdu5l04uaUuvmS00p4ntUVfD+8ouseao2rFsFrR
I50vmjk9jgniDGKqC1ujhfXNNEyljlGru/hwLHK7fggeyo3+wkMqtHVbcfxV9VNYPAZ07d726Llh
jlZZlBur1D1MCwaoBZ0OlDJc5HkFn/Mvr1Hn9s9E+fZqpKPDIw1i39SQIHU64a31NLvKtkhWokRp
S+qLpT9AqGH72cwYJyMvdCgkUxvKDeN2RwEJ6SrJMXpCwrkjXW8i2guvhJTMKXhN7pkLS8OXXJyN
mpbBNqViyaXw5ENeUVOpNWaOgWkjBuT8sBvSkzK6vXyzKENNPJdOUxIKm+kqKMyVJ85RFI9PG7pQ
B+kzkK2c9dBHjMeSRp2SwcpHf8AP30J8yfyZ+ZTxsrsg2BpzbVFjP/xjbSD/gG8MBtY/MefFzJGp
VFBVLmEQNfuNopweUfe0pao+qjwwFLosbrv92CUGc1SHkP6iYwlVgbHbQ/5USoVl0h4n2V611JRm
ZfSORC70tqHxYkkQt3GcabSMD41R43Yv1NROCbR4AhD0734iPoaesRKU5OW2lc+zhxUaNIBP0nlF
LfLa78I0VvzW92ArKqSPMo3Xp7R7aQXDsut8IOIpzPVtg1PDUui9omsb9nWgedcG+yruakEKSTEm
L3Fa3nm+4Uj63OR9Sm8OomkGtU8A7KJKEnD4jAuviOQ2PydC5Dn797Md2q6NjMLHm7N0HmcqbZ8u
HizRc61Sx9NxNWxdW/LgHz6h0Ok58jpfIOiwXh+KRWSjtXB74v7MzGUEMTY08rxGkduw8+F+pM72
Rw2PCwVhM30JLeNCYZDD32f+t39/Xxyt5fF+ZW/bYeDrhw/VPqh2ttCW6VJbftgPqo0IjR3Zb+vl
s7N5/Plz/69Qz/HnjlZANr3QzV3mRTB4fvhVTD+flCZL2Q2fDK2RZqhCPjvysAwAcmEZQzJPGT0C
WglgX4OIrhNUlNLyeCVmxs5ssmPblitIdGeW/bMbI+YE25cyAEx5LY/MpZUcxz6a4U7ZVrsiE+lL
6pp9KgszGctx2PifWfw7rGHYl3584nY1M4blmSdbOb1X/XkZFjAAV+1GQU9K1yLJ1mdZTz8Njzr6
oL6E2idHOQ0I12Z7QK2K2Wah8/9I+9LeuHFm618kQLvEr5TUm9t2bMdbvgiJnUiUqH2lfv098vO+
z3SzdVvIXAwGk8FgukSyWFWs5ZyomAAM2FMrtalrrKTwlqQQHJuNEVMQZcqFHT2MCWhfQIw7NEer
Lqk+oc+Srdyb+VqcXRsg4WomWLc0oK+jaVsyOFValaqRDym4qrqdpSgUpnB3/WourANLwONvttYz
aMD5bnVT1Bm8xjqmsH+JY3XTgHBJ5c7f6xzcG9rOCXqOYWiklZih1VTAmoOKuym1jBp0f8eUv11f
y6y4Z9s1U6GdCJGi13nkUHDApGP8DXumRegbabiHsTNvAug4D//EY/10XaQ2f7gkE3S5wFyGGQWu
hIyN0rNySEU3MqSs2QMeiRtMo3tjrX5oWvQwpr2f5eqrpqFSEGFMx0xXNOTCdBAouYo0kwmEaTQl
SmFR1xHO+9jEZIzaV7QdnA8M4lg/K6NDUAuyQJ9X+RqWyILK4GKBjhbBGGjVXEllxsHs2sQumFcn
ehXYVpHugGvNACGMS319ey9AlDSsD2EYpLlAXwRr5bl6xolraZiNwNhrtJk0sJrkmMmcXkLe75r0
peOjn0TH3lFuYj5vNQZSv4txa2cJwErUvdLd1eFvB/1Ja4CkF4/zrw8DNA1Y3oDxg+6A8w+bajGk
lWnjKZ6jzACmmQRRFMkbA6RMmo0KuiiY7QHlJQXOrGJ37a4odOtbzHUlUFndhbuMAZHtAGhJR1DE
foZvpZX+METj2Pt1L0p1oymjcuOqLDeR4uCtgjL5ADjNKquMt85hJNqAJTLp/Ot7fqnSMKAzr4Wm
qoBKx4U6X1pthWoq8hRokPUuwbCqhuqdvVdzr582jp77VVdSUgdxviJ4Qa8g1wQiPzItJkAQzuVO
VYyp8hIolBGukJFaftEofuRowfX1XYwj4Ohm3wCAwf9gGUo6ZTdIpmZ1DnxxjsPCHKDCHoj7bNZB
OgU1yCtaFlThwYi2ffGicG90nzBUF/c/y/LGRJLODMbuHtQC1z9rwdYjLgfc8nyp0LEo7bqd9pXF
hjIFANE2NFHXhtm6LuEihf218BMR8yecOORurECa0kBE+ZGY4JIB0g3tD+Jt+DW+r1GwLBgmC3wy
0B8d0KLwS+eyyFSNFS8gy+0yKrrj0Ny3ukkxmd+sUcMt6Q06kQDAML85wDd8Lgqj/3bECBz+FJW7
FoCUUWrt3WINB/bi9YSfR8yEUgLUEz5Ziit4qPcjoOITrwRhzhEUFpNfDmHpqVOv7jQW2SueeVEe
QKrh0EAzdeH803rqtcauEo/E/KC376g7byLEhuZKh9rC9oEJGByBYPiEI5HjJcbTXo9Yg3UhCQ6P
9dGG1TZS3O/XtW9pOTOdHV5POhyH3DkIOzjFCJ0Tjyc/NOuz7ze28VnGKyHAshRrHgHGwJkrZz0Y
U7W4Q4Hei9R9O31OUL5o/Mb6z+uLWdozmKq5fRRvXAQ15yqX8BbBbUgYZs5Yt1WYlR2yymSMEpYU
K91hS/bqix0V0Tqe7hc+MAFBXOEw9AwiCa2+jJmDnH0eJ9rDKFR0AQilynWqKrr6q8kHZwOUgu6Z
s2g6ZgM6HL/VIy8z2G68lLcYnFbR6ao24WcT1uP3KY74h+M01s5x8ybC5LDrvJtJof38+/3CbJ6K
UEXVMBo9Z8hOLE/VwU8Nasi8zhR+iNqRSYodCdcg95ZO/1SM5EFyPUwB0AsxPC42YtxFreoByMSf
wpfr61kUZGIsGZl52Gt5YJSYlV5OJuL9LnPUGY7DNF8ByFk9ImljfEx2jMDgusQFjUONCrkU2B/k
v+RAr1QzTbgl455jp3uFjL45JZsZBuK6mIsQeubegPuB5cbyYPHOD8qo9dBs25h7AN8DakVHENfq
B0GAq2CB86OsWr/r/vwbmaCanCG20UQgnRqABUMROZBJGOjreqjtvtQe6gKPxgzjVish5YJjAtjR
/EwA5dnM43S+QpDTWXZhpNxDmvFGRZCY9Y5vd39YC8Jtp99cX9vSsSGzgugcpWmHXLzgQnfIdCvj
XjS5B3VutnKtQG9WTMSCOgImEaPrwEqeX1fSmjprSBWiAPAC/BDbOYmQoFl0yOKG5sOKt1jYPug7
nr0AtYSNlRWkIYkBgzImHth2+iBXe8xQxNGvMW9amqRqDridoVrJjywsD106QPICICL++RWwnlgP
JXSVCsPTiQfSlCMa971MVagAlks4ZCs5izVRUtjiTmBLqlIkfgEDCSQj2iCRaBdvQJL4a704W5J0
z5iqtpaRQ05hCT9qmsBp2a6bzL+3GniW4i8ktGfQbilmUZlam7UWzjvn+p1W34VF6eWsXtHyOXA8
ewSDZo/grWAD4AuG46KO3tdFknRN6hXJ62DXeOA//fV2zWSbM/zoPOEgt5yXYZnGdtGlwPobcFOz
TWEkNAn/Oh8/v3xg+5AGMTCmId9W1WrcGKw0yLfw4giKLSCkqIcu/wTXJ2VM/P3hnN3aWRdP1JqZ
SoL4GbfWqMl3XpcGp6U1Cb+2xRr298IBQRTMA6b/8fCRAdEYuopgPyAKTQ57Vzj3AKdasatrIqTV
CCvuozKEiBqdio9TVCdIK0bR43VFWLifZwuRFDoWtqsB8AdkOwPg42B7TFQwHg00GF2Xs2DmIGdm
B8cIJOj4pDfFUDvqlIuSg6HJfJppOHsS7tDLiomX9NZQ3LU8zpLfPZEnk1oI14h5FBbwgWUDZrIa
yP1FHzkAO6new9DdRAzY6UW6cm8XpdpoTkfiGTdYfnMOPLKaiFXcmwp+QF2o5L91baSlCYQmzevc
FXFLD1AEL//Im3XoROP1IXeAgAZ5Ua97AgBhSmOhBqp6kXgarPsMeWJLBGQNevWizwcvwzO5kn80
tTJS1RhytXDaGvHGrB6E8X0wty1WCzLJohHexPJN1+zttXTDoiadrFm6F3aoZF2UQTaqStAcG9PJ
o/JN8OhWswY6WdnfJ6bP1irdEHMkcPzFvFb9GGkZrYCAZK820S7ew5NVzZp1cpJTmURdPWuOICQY
rfbH0HQUGpsATncVWWFRGDKsYMlBigSghOfCeMujvjGRym0tBd0uXQ0oFucjn3N9LPye7IoOMLdH
4I1SQ92r1jZOfgJf2eujt75YsT8LqoTgERyTgGwxMHAlJxtUt+gSHg4WHWpiPOYgkJurJ9bNaE3A
BiWkpV0BAL001OFF8iwOui5EX0GXDEFjMPffHDawEOZaNeYxZb/Y6yC57coWOSrW/M5cdoAXjih3
o5Wob/EETuRISmy4FSoQBCeg6Jo/TLqntDoiwB/sX5U8ZlRsVKhAzoUy/PlZRxUivXLscF0UQcAR
QyqaARrxunVfisrnbA44j0GZeJG0R5ZnzNR44GhzQU0lKo8WD49d675cF7O0a3jSEJQ9UG0HY8r5
WpyyV2JU86ENiZ1/t1XB93UYdcdYJ8aLla1hLSwlbgFAgpYPqMIMCCI5rbhnKIEwwT1A7vl9u0ca
pOjfbTzmxKFTwA3j3PLBb8LN9WXOPytFf1gjLCzSY0ArJNL1LIbc7rtIha9U2NFtS3ObNkKlamE1
39z2EHNMdRU1dVYpgS9NK2CTgFRKgK4/56klwQAqEC0zOotGDaAyyNQ6RyUe35TG0IMUmXaKRv9X
BSz0r+1QCr9NhOkB/eIxMowfgxa9GG6d3im2mLZpryY0ilBHuL41l0ERvg87A2ZSeHd0kJ9rAFfU
RgF9PMrXxve2fB3yt+u/f+nAz39fMsN51sRmFmvIq2rbVHlx9O8jf+DZ1nL9Mlobgbq8NefCJPUy
k9ycSqTDaMh9NQIuvxFtgN2/0uizZGHBMTDTDBAXKUm5eURv2h4FL+SKdRPw5c6Llf4wjGclB6yT
dUz152q4afqNGt7qGM24vp2XDRFkVmKcE+ofX+nQ8/PKnb7gldFaVNfetdTnIS4NUF7NP44F6rmg
bgbPsoaADM9h2mxCcrtaVzYvb9P8CWgzQXUexTVZZRS7sN2xh1KDVSrQSj8NK1qBtAN8jzrzSuW+
i1PaJ7jGtjdWmpcXm1EPpi5QJn8wv+ml18S7ChG4CNHZO8wgeb3zPR+fBjBtqbGnKqlXWfFmcE1g
ZYW0SADduhOg4wBqPM2bn2Ye+aly25Y/MvN3Uz8R994k20So2widL0gw8uypc4ChtPbIWwgPz5cu
aTNjTjjlHEsH/Kkf2xwA5bjbgsbm/dj5Rlf6Inm0urW2qIVLdLbjkl4n4wg01AFie3CyDCjeYh+f
kIODskVHpNhWHkorBywPEkzDkLpNBHGFALSKEFTlh3QcaQuED7Bd2EC2dUv/umIvXN3TJcrld1a2
va3kvUWt0cYI3kR1EFEz4MdeF6PrF67gywngwYQnNDjMJY8XChHaaQc5Yho9TjKAGT/l/DexDlr3
4DgKTYk/oVlYvA51CjygjW58Im1BB8umeoaBShS+SuN2GLcN8NsUpQxWPnD+gHNfdf6B0gskxAgD
wHSw+VaEzXcPyQSdNzOIw50HlGX3mwuM8nE9cKJvE/tRlIDAzWirAsUU04uC5VQlD53RULW6d3sA
8Dp3emOvpMsvppWBkXYWZUp+A3lIFS2b2Mdo0n3F8Uj6zOJ9hUYt9CMlJPJN59FFCRaZdFK9oh7b
jZ9msYa2tag1J7GudB/BwDI6aYivUFuHmuEnIIBp3mVrRvcyTMJibQ1rBpU6AOLkxapkKnNttCgH
d4S+ieu9YQLCn2UUILodeXOKdxUbjpcx/v5pjUWgkvehRv/I9xXtmCVdaMfJl0gLLpAYNowGX9L0
aL6udh3aMfO0unHBCBci6AXTpDHHwPdq86iqm2i6G8WzqYR+lOw6FCCTRFC9O9SoXzdukFkY62AG
HdFBnfE3x2Z4a64CmczZ8ctvNoGMagP044LxXkn54JBBWGjqfAv1reO8K0ZMQQC7HdE3EPaT16Kf
wKGdtkY0u6geODIH7HmY2pQ9VeT2dtEDGAFY3kNBu7Yp/EzpP80WNfPrB7OsIf9Iks4lcsPQNGpI
QsUPD4PMU+JNa417G2jk/zdJki/QMxxamEJSZIDlAa5yylGG4N/MtTG/C3quryv+z+7JbsDMAWgv
YpgdVoW+a9JJxx/5oewmP2MPnZIEOmxTpHmTcqepW904ROzGJAhDXjh5M8oXx53wLz8GcYu0O627
+5xk3gwCrL8g1BTk4frOLNukOYMITmGker/aVk+e/LbBQ1QK8cG2Et5hHMx3auch0hw8y0djk+rm
BpRnyOQ4fkbIjzT8qOuZSTRk24mA0qhdGxRbeO7Abpx8kGQ3phhTaWihtWhuT5tClJ6mtjQmxybW
wSdUIqNz06jfhtamDvt7f4oWErSiz1kADOdIapLpmTKwDIYib2Pkq5TbsOdBy8uVwsfSEiEHyOLu
3AJ40eKsNOmM4QkLPFpKgtGfeMBMSFz6YOdGz2zYKBv8v+EWxELIqdVwaVkKiPq8x4ji9dNfuOsW
kgxz8gWVLABrwwqdHH5YGQ3JUYmmrE323Bk2bMqDol1rglkKwM/kSAEEN0KRxGCfoEnd/Bwjwy+I
9mK0tq+PYKYtrKcwGvbAdj0StffAy/BgD9o9M4Fu0acrRbXlzT9ZsxQrdCnhlmrhkLs52WFt+3qv
2rfF5FAS3RuDV6vZwbGOXbZy0+bflSz6DB0OyTAP6AWS9Jqj1KGxWW6KyRct8kj74/phLq/sRIJk
T7XeFEzNscsZuYuc19HYN9kuHV6N8SErDuheM/XjUKyo0FJ4f7Yu6dKgNh/Fpot1Wc6zNr2GCqBR
1YOSf6vZH96iiwK9LX9fNgfUyzy7DR/lzCXYc721WrxabYGVmjbuRWjuMqWdKRxWHq3zhl0c2YkY
aUNrtY6FM4sZo8wrh22cBmEeGONjgWlc0a1kFb6aC6+Jk3YSUbbeKiW8VIp5nmyjJCB637DoN48J
Mg1BlsMzekX+Caxrmg3b69qzaAr+u1YMlJ5vKU8yrrWAtaLgHg4Got73RnHbc3flFqyJmeOeE4sz
8RQ5Lo41liB/ae8T+20KH6+vZPGinaxkfs2ciCiYGqvdiFNLJ0wsDZXXKysS1hYhmbO0aFUL3Q0w
IXG8NUY8LsfoQIomuL6QWYtlfUBXGnrtwDg69yKfLySqRiVzVRxJUxsBAwV06N5qVYvGxhuwi60E
Y19xnSQNMcDcaYAkyTy0KEkz3dJqEpxMpR168ceK9V3e7qpi9OwkgQO+V6fOq0bEJA6nigMWwWbr
jk/gv+6sT2LeqcZn4Xwqhm/q30ib+01R+OZwozg/XdCFgf91JaZbMndnHzyHl6fnnKDyWc6qlKR6
c68nAhmQov0wSNlR/IcUzdkZe4miJL+JxcQ8ZVDv3Rhk2tdPaenawgbNnMR4HaMHVTompys0cBVp
Fm3HMgtil1S+btTqUQsLgP5aEaE8HwYPjNBPMc8yzx4mTMwwwIIYIRrZNGftAiyZZAyZYegU3dVo
TvnauZOdUXBotdOC0mXi74Cqo1b+BvoQ6lTPtruvQM3jOE+KuTZ3v6CuZ+ch7QNSbHjfFjiPuEIK
RLdb4PtVXb9PMxSN0VJS0qhN1ib7Zpt4TWslEx1lustaBUKzKciRQhtyQWuWB+gPA2qQSVXj2QVF
z8qRz1bqQipi5a9s3gwfcq56ZjEauT3iZlpDTZtDwl0YGXR0+u4dd+5zUf8x7eyxtpX9imD9umBX
stJRbwDxvIdgXn3vhndN/xOB47J0vxc1wOQwqzI9lM5N1Y20s1ac4YLRO1NzaadjvWuQwIRo28q8
rH8fMBrT54/XF7jQFemeSZF31rarPhSQksDF9ikoxsVLISZ4W99wf9Yu1eKcIkfqFC10ypvS2J/y
BEm3pzJp/ZRtivZNJ8iUcjpNb9c/btnifDUQuMaMkig5rybPy6wUuOlF9zyKG27sDb7pMfYyTrtI
oPfyJjO9NF859KX0G/Zk7iP4j9hZKU6uczphzoXkeEgOBMnENEhhVxhnQYvRobrxMSvsFeHPPtlq
cU0LjmqQ46F7lApwUCuPme4DPhK8KgnSkK1706x933zwF5cBI2cIxdTZXcn3PjGcKlawK7Y5+Ilg
NG17SrpvobNv0ncxraiItiZPUkSliHjBGmxHAlgW5HA0NtBY25TlnisHVj737pMF6KBhF48dUo+3
AnPnSfQ7GX2mPdjlKrjA4p08Wb+ksvZkZ1qfzMdjveXdtK/5tNFg8jr2rCte2r0IU0cy5Xsl8EUr
IcL/Yur/u/lyh4mJpmyQMEK4ggi4tI48LDd2eBui8JXh+VR+kvgjcVZKg7Ip0OcHI0Ya0bc3t1Z9
5RROFLIA9G4fGzEQhsB/FdqVZxmvbbo2OCKfsyxF8u/g1jLVdIQUNflotKDp/Cr+sNJApBVNkrVn
jGzSZWmSFlsKxnOdFEPhSt9Q4QAr/Jvq+KwH11XjxwWAGcqN076waC15vbaZkjrrXaWCRgPLbLut
ntyM/PcIMuzrlmttKyUVBZNfoWUVZBAdzGpvQ7bPpq2Lt0zt6JvJXslvzL92ahCkrfya/jpRD0vU
rOvng8vcQOkC1vlq/qmEyX7SwWhIgPizvb68C68hS5QMc+mWCmM1Do/vwROjH8C3WB7bGxJwym6b
DZjyDO9RbJ75tj8MFEW4Fe2RnxyyfMlCW2QKY/QyQnnSNojAu93mK1duVr/LPQVAAoa6TfR1SU+O
vlPQ9KAnIO8sXrp475CbtnqJeeAYK0tZEzQv9fTwRkSPwFBuMDeyqeLPST3kqPkMfgeix+unNt/f
a0uaL8aJJLtHR9NoQpJafBQDtR0PESQtipW4Zfls3Hm0B68a0FqfixEJRoy4De64BHWODC1+rrni
oJdv1z8SpBss1FifXHvGk9ASKlhFB1Z4oWMe+0IBzb3lN4Ozkuv5GkC93Lx/ZEo3GuRIMalUyGR5
9ZrqACvLeF4F6AeNN1wd2xDZLLSoUwYOsnfWmZmXNll1Y3NHAYwlU4xfejc1H91YKMca6ZujOozl
DxMzAo+9kpi3qNoiy+CSnu2yqWn9pARaTIVmmj8cEx8vnVDFL1M3AH1fjSDVTBGheECEw8C/HUWY
0HDCTYZeaMAwliS9dfqov0UmJdoz1R5fkra9bdr5BSQKoEhVxGAfvSvKvZsSC4SRjfk7VjEipQ9p
Vnm2YgWJMT6ppZNt08p6MkaF7EzMXQa1wr4VhK2F2Yt3AHMtuGcWANEtyfMoue7UGKcHvYn2Dmo6
oTDqGNRMj6Pzt/77y3KciJK0064H4ipKBsuc6HtbwUPb3ZXkXTETT3Nu0rikqhlwe+Wxv2Sh0YUx
j22DgU+VsQKqbkiU3MSdECOKuQ3fYDDUG4puX1v5NkbZS2SY6GvV1+s3fmlfXYSJM3MYgLHlKYMc
HbfgVQaNZNjgsjsgn0hAIlo2vxL0XKjaGt7Dkmc9FSeZsjB2LEWdWStT9WHgTdC4zwlQpq6vaeny
nwqRrJhTu2QqegiJit8Y22Jo0eIPVa1RXtzoob1inS/aaGZ9ceECnJn8DxGYJI7xaUAjdgmutxSt
OuHPAe29NfENdIUM3zvcPwxsELyBiWhpqP26vtbFDXVBpwLpQBaQu/i4YpaJW7TIH+if6Or3GFqw
qhXLtrifJzKkQ6sywAikY41Di3X0MmyHSPedBBHEu959ms1KznV5RZheRLcg2sHlh7xrpEVkDbjp
uWFQkEkH5q/RKlbioSUPBHTy/y9EfrSng6mCrrhAuFw0L3FubfKaBP/mZP4RIQVAdjkpeadgHU3J
kIJSaCVaz16bj7x4AP8nzvmv15FXIsLJqe0GXiePAqWcuYpplnQI/98qlRLlOBXPoOIl/dolWzqm
2YH/Px/uSsvLRazpXYFQAbSRVEN3ZwiTmK4hkK9JkaI4xeH5VMwE6ZUILKtDlX0Th7+vH9TyFhq4
P+gfxB2Re3tBWG2muYCQLnmKpq06PE/WNsXTPIy2Gdsoza86fsaL9rrYpVuFAbL/SpU8mqnoRQM4
kNny/mTVC9MS3+xvlH5vpE+pla1IW9zIE2mSU+MOQ0+DAWmK8s6MDxMAEtOq51x8sJ0IkaOusUii
kEBIUj6E3b1O7kYV/QrFQcR+EyE7VHhgz05BN399K5ecGHiI/xsczIs/CVvLGNgcUwuP7dThdhpH
L2PxXTdEd7UjfjpN9i8Cf6RyMbIC5kg0NUviiNESxlA29XrtpU093QZy0ZT4SNZTp1+rBy+pyakw
SU2M1pj0IoUw0j+F9jcNHWuD9cvlhW85+7j9yzb32ZpgHzGnglAASFXSrQ67vHRCrQMmsl5uI6em
yWgFebritOZvliPlUynSrU7UxELLMpxWQe7CFKiHzjbVvyV8RcxSSHUqRnqgdcM4CXOCmGjKd7w1
t03f0dpwgViC7A9S0Pl4r2przMNLN+1UquQtSRpGZECPjhfp76T7o7cHnXy/ru9r+ycpIHOI0WAg
AQarHTkVRIAy19Xf0YZ002iP12UtLgdg3Nac60QHtWQ4codnbW/24IeCJgCr7TCY1nuNAfzrYhaX
BO6OL5ePwVpJTNkWiUAHf+NZeLoBCIR860rzjxEV22wct9dlLZgLVAkAxQQnbxjAHzw3F3XCzCpP
a3AIuLt7HZj+Q39nsLUi1EKIcSZFuri5MEFNZoEnl9e7cmppvRaWLag3BCC9C4g8BzBBknoLWzCR
hhBgpY2fJQ6dNHNTdN+nGn2EofIRNxlt3HBlQGXBHmEQQAeqIZC/MO0lHRQJYxt46W3tVQ6iJjWk
o20+OMB2SfJjeyyt5OH6YS0oxpk82adEwF4NFchT+o3R0aQpdjzbT6vYJhcNMTB9Z4Kk53se2zZv
YgjSqn1p7i3da23MVwQpeUEXjo7kPU93Y7K1po62nYtH4LRyBxau2ukXyIljPIysodTxBULccrQr
6+4uzXfXt/MiOy0tU8YAyKIOr6P5/FJFBOGYeWZCwNTbHBs0taVOEnSwJrE2PBV48qws8H8RTlxQ
PIFAF2Rw5zcvnZxJDHpXewaCRsBZAY5zw9lrbj41oIdAdQK1cAr6yetrXrwo5B+pksoC6UgfVKcH
i1630SI/14FH1GxUYK8UtMzSzSpJ2PJB/iNQ0tkhNPJMmbDMurmt3Hsyoki/8oBZ3ErgEGgzbCUm
weVeXmE6YRmVA9RVZe3dSOLRVysRBqFmAK2a5CU1QMlISawn1DInVO7MwliJu5bWic4WtOcBGxQz
ipIhzexWKOmAcbwIz9sw0j19uovXho+WrPWpEElnFI7JpKkXtZeDzHFM37i+VUOfON5Qb6/ryReY
iBSXzKz0/12PpCitSuo65FiPPQYRhj7KB2a9xuXT2G7JiEJ2GfD0Nua/DHU7dTtMtU0GptVRy3u/
/iFLNu/0OyT9aRmmscC7BJuXoa/TeMlV4SO2pgkZV67G4glaM5oeOEk1TMNJFxJlIyuudKzYsEAq
shEoj5XF5vpytMX1nEiRQqKYlDE3OaQkVuZrjT+KX6566NWbuNqG1k3vZJtQP7L0VnO8sXu30j/h
9AvTtNc/Y961i9M9+QpJW4Hzpg4toBk8gwWOwHEWXlehRSR2ALuNvGX7b24HOhIALAkyYUOme7VB
3skVB/KmiZQ+byzUdxz9p9Vaa69kYynW0PB4nUkCZ55NyXfxpIrTMsYGo7/Er4LRR4MSFcCATe9Q
aN1PIEkfAnboEsr/YARpw47J6+8yAA3bHfO1LZzZK5gJjurub8dhZm9z8mFy7zVyqWh8GPBhlfuU
hjGglvfpGkDokoHQgeYOOwjgQkxjnuvwZAyC89yowZP6UqmwEcmuFQdrCjR9rbC8tM+nomZFP3lo
MgGqgMnActomUFG3SPW1suCaBMkEZVXLh3SChCITtNEqmq5VkxY9x+kiJOuCKayMmT1EMPBx1jex
GQzZz1jdJSCdVg5hc9TGlXrPkpXRdbB/ABwFHVmyr+rqPBOJNmuBuVHdoGJHsibiq4Ip324wI+FF
TjC+DsTM86NBuxdeDoDM8dBjdmg2zZYQv/lg21fhd2BuyPzQCykqkZlDm10RKCv+eMnEnYqXNEMp
MgvzTPOmlrWnwk4jMnbMA5v+jRzE+jP/KDriZRRU1x7UpGFYphjvme2byS+7uLf0p+umcvHATqRI
BlvVlWFGyoPBBiOsrezsCMOOa4MZF116s3EwMBmOBhWgQ+HP50c26Lybx0CR2nCzO0Xd1pjNc1/C
6KWbqGEVNyn5lkG+6W4ID8jaTVsSr2OUeYbjxhNKl3MdXNhRrBWi8fTxvkGfzOg8OPGrNX7o+Xel
ovHkN/YBGJSdca8XK3534ZrP6SN0BKJPBGBz0jVvHLw/gRwPunFVAe1yBWQiq/8XMnQMlVkYFQdW
mynlcrq0b1pBwBRQlWj004S1sZx05XW24FPRBotUPUIHVB/krm9whthp3c+8PrFLJxZMk0lr90/H
gmasKVvDNVm4ZWfiJNNlxyJT2Uw/pQzAZFNcwHyMtO4R01vj7voV+HJNkkHRAc8GIEXA+NhIfZxr
Z+yafR0SkC0Mh4JiitcLQQxjgZDJ7w7FFtOBEy2CX65fUeux98BX4mGw3f/I/PRoeCp13tewn5b2
+uSDZF+qEG4O08z+gKZfnf0WTuzDZMc1p310W9Zi5aG/9CDGBpggU8VFBbGqdD37yCpMJ4c8baYa
VTAEAvBd76N5i3ckpe9DRgsHkBwrUZMx/+zlvv8jVrI9et0jPdlA7EsWjCqNKtptMZFCw735jR2n
Hdn0NxhYpiQgP5Ciz+hPsv/Z7MDxYdBo0/y6Kya/3QgvDK4rxFIUi/1wMCGEp6uBtuxzhYhaBuLg
EB8WPiub8hj57UdXUdcPj1GgASmFos3Vy/ZrLIpLpuJUrH4uNoy4ok0GxEaNQTWjp+7r9YV9oWNc
7vg/C5MO2lAHq68cSBg/et/YmQG7K+6St+aZeeGThRwwjZ7MtxLhJNoR/EMcpPTP//ETpEPPytSK
eATSEeE1tAvaX9rR9Ivnb9ntx3t5a22H19DDSSu+Sy1f3Kzx8y11K52drRQ9ED2KUFvFFii72/E+
+4P2zZ1l79z9x1uxReNemFPlB2bVn8jWeRD08/rylx6eZ+Kl6GGs0UdkMizfur93PXvb/9L8kQIz
+eFD80qvDQyvHulKofVizhDXWsdQnQb+C5AUIKd3rlkkLVmZTTMHURg05Qa46siOA+HGBh60p7a3
SnRA6VAFLRz48H6wOBjXCgGLPnhG97HnuSGATUj7LkqntJ0B+z61eFwbLU2BegGj7JnV1jD2Bbl3
Gxp16BLK7yb3rlx7/y45FMC4mFi/ZTiq7COVUZ8Ks4N8AAu5CaaL9zmJkA9+uX7Aa2KkOzxgSEFv
Zk6dEMAtU1Ucdc3+UOr4UWvDlVj7Ymjk61TRmQx8NgyomKpkpmIQz2nWrEvkPgQZdrwNH9yA78fv
7ndta+z6m/FRuc3/PFmfiDo2cCWbxhd09JrXtVu1bDFPPkVadp00zhAp2N1U4Nr2eAPjaZpsMg+D
MyPgHzyd9lt1Mx2c/fX9XnrjzDEPEEY0IPYjeXGu2qPQVIC1gF2MtAAcc8YtwGG8tsbRjtmEiXdx
jwTrz7Y1ABE6rHiwJYON1DgIeXC1APUmxXZcqY0K4HXgmI/Q9Pu7X5slmb9dNtc26ERmvBtw/snd
c6qwyBDNDlKPhRiBq1440WbUIo5Z+Az0mNe3cv5aSRpxHcR3SE2D1F3GeQZWWJyD2hadow2nrUKe
qtr1mMWpy3705RrC+GxyrkmTDGEdajUgxufeqzzyctCL114YOn5hP6ZDQ9Pm1jRWVGVZIhIv6JSf
i/GSpqBnx8zTBgbPYTxoarwTzdcEpFBdZjwN3R8eRl6frhXVlmKrmU0JsSWKrej3klxuYiZ9a1to
DtFar7EAbBFRXc8pkPHVYa9zQMyATkNB0fyn1RW0TveVsRLfLpyrfqpFUiidRFUjqhFaxNt2n9f2
pm2MQLg9xqBMKuL361q0eCegsuj2BKwoWj7P72PjaNHQDUULV8LQmtgcR5WvvIyX9lTHwPRMEoMs
HzLj5zKipBCqapStVxSCAoiTAiEa9AlukIbFTZ/nh3CIMHzAdk4NEIAGc5saRxLZ8HRrbTBHXzL4
6G11UM8EzvJFbU7vs8jouxok9ooblCOo9wgmUQT/H86ubLmNHNl+UUXUvrzWSoqkJGqXXios26p9
L9T29fdAM2OTYF0iumWPu6MdMVkAEolE4uQ5wRROGymX/bLMfWN8lCodHLtKkJN5W8qS3Zi13Wrp
Ht2ATixUWwKaHBJ+pOWPDI+VGgGnbJYf5sQEg0uf4+Hc4ASv1ciJfkPcexQNxNRsHSVTZSiWivhy
qXkzxr1k2XL/XpsBie+12p7KnY7e/+vOsYago0RQf2wyu14PtVYUO9iMKP0rUAelIjjR6BWK4IvV
3WQdpDxH/wrQiT75F2XhM+OM28SQG5jSGcbJKDz3HTrBzadO6r00L+wJlFDq/MkZ7trWOx0uu/VK
U+umng63BtYSNb64fM9QkNZVV490e2xcpd2IYHhUVJRdejsXg0RANPw9zjvD+s35GhpqmJB7Nn4a
IE9qmngXyyNxwtcY6AS0pv03YlgDDYC3hJlnhJDGfhNBYlRmr03+WzAfOfZpf9yFfRRvwUmuqniM
Z0KhlkHtG51smH/5qUWWq8YvqL7I8lbT0dfqWxmwhry3+bWrtHFik7luqIkk1ZM6IPbmj/Hgg85x
FnTbUvxhqu0q4kSmleB3FuwZa/E8KkJk4VBTjOqt7NAVZfVyy8n7VpzqzAhzjqnJKEQgCAT6fIi2
UZQ4unZsQY6PlyS/V/8FeA3W8OxHBXmo+zBOk/ZGMS04Na1E9Ax5cczkVUqSp74y/TlFgiDV2+t+
Qr+fcZNTixrTZom0TUoHQhGbwPPWcr4JoaKQ5f+iwg8zwO+oyHrQpstEAwFU7FClBZhXwJXMroXl
QxR/XB/JivOdmWC2fygr9ShT7KmYlhsURm198insAGxwE7TiZOHtur1VzwCNHzQ0dLwUs3UcZUoA
IKsaDKm0B0Hxu/CuTQITbNjl7F43tXYGg+3/ry3G1YfSmkHdB1vGUon3c18frEQ/ksUK6gHoaEUW
HmU16WwJFWV76vL5PkS9xwNN3g3Ji/SuN4vimfNNKwHu7JuYnWEN9ThYCb4pLNIXpeo+CrG+zfPs
Zzi+FHgAzMLQHUGRoWWpvajoXA2jn9AA5sWclZTAslCOxW2XCk2zyhx1pAAm3gBaBwbJsflBetfK
XguQr3GGS7ceu1FO7TD3P9QxmlDsoGnUu6CHirxkE7oEj9m2amvBD+Ewu93d4hVu9CjseXK/a5v0
1DZz4RusIZ2NitqWs0DLU6hYWdsCdOvXx7g2ladexuQLVaWR1KSI+668HSjlXQeqzOnFIJt/Ywei
Y2BdBaU72+G1dGWFJz/YgRq0KQZGlG0rtLBxAaXfUYVdMzwF/DHEbBtVG6ZEIXDRwfwpxiTQ5x7V
5dB4juJyo+TvumVuJHOylbl3i+61k4d7olmvNZxVKrPbdBbdxCo4EXc1Tp18FLNvKmAhJnB5I05R
xr69itQMQq+FAagymn6mmbOoa75zOgfMogqCQIRWxmSTGc8IvQtxtgrQpH+zolhNIBnRIsK+RI7i
VLZTCuRkUzuxUfshNJo14NgyiXMcr0/eX0P070+yqirVw2FOO/RMlL9Ubbk3wDRm+pAJJPNPJeSJ
5K1viL/WmOO4HeMuAWoXG0JRUASwRasLBIhQgIjg+vytBReQRv9v/thTuIIIjwZJt86Jk/cODxC5
6BZ94fTaaxO7hpntJh4JzlqVElmGbIA+w5RVyACdz2QWAgT63UexFNNmaiZbAjKkTGo7V6vbTJkc
Qa99U/sFtRyt/C2jExmXL1ssLVcnRXB9+Gs+evotzKoumtyApBJHdzemYF0BFMMdGyV21STONtdN
rS3pqSlmSWutys1UhalsjLb5INlRQrbpUjjLJDvXTXFGxTYHz6Se5AndCI4mCYeqweOJIm9043jd
ympucDKi7xr8yZaA1+SVEcJMKOQBSdRXoQJ4Xus9IVLsHMxfmQRQ4KgHk4Hn7SH1DBDcd6pqJyOP
b3NtdyLYymD+0nRUnZkz0hRHIjQa3LiLRicHZbbeG05nafux/0wkMPiWC+/MWsvCQP8CkIqJoqTC
vjaPSPja2EQ0VWbl2WpJYndVmsNo2biNIkObJpI4m/VilBKwgTK0s0AfBPgFe7MaxBHSxoIJbQtx
q6WzM0KnQNsr0ks7PHB7ei+XFy8IVMcSsGARdRi2i4YqeA2LUMXOm//pb3/f//RuHyOXR419QTVB
HyrQuQWydypRAy3W83AQCbVC4qVInBfNhpC2be8hXW073obzOmJdbED6IkJnEMVPFD4t5kyWQzmv
5KhOHPcAxe63w39+fP/gH2yYxW/8eP/9H/4lsLc2fkNO+79/Z3ue7ZX2fu+4m+Nx83XcuLvjy/Hl
1wsnVHyTIJ6lD3icpeLveCYECQry/PM5AWhIU8OKQJvW6Rzf9xPn+2cTc07PS5ANNQTIPEBtqD3D
r84NiWNVZMWMyXd3ruu7Pgbt2ZxotLbC4LiH9AN0mHVcLZmA3ypWUTRJk+C9cbd72bmHDz94/ana
rx5niS8bv+hwTizRDXQSkcQykkIrhqXd4YBlg/A7J+RdHJcwQN8gZJQCFcQaZihJZaFDLgHR1e7g
um8H/7cdwB2cDWejfxfhWQc4tcMMRBqKKs4q2Dl8fHw+PT1F9mI/QdUdSSRgCvTXE0x7e8/ZPH7V
zuPX42jTX18zHq1j+g9OsP9+O7z8IqDxLBPdHKA8OZ9agFu0MqZywi7dLtu7LaaXyt07m43jcIb/
/X92zRiTOo5GCeh8Q4258H7bfwiwM2HJ3bgcUzoNLxem8LSDyipiHKrM5+MSpy6ae6ujpg50B/hb
uu1pIMDwMD6X/r7uRetzeWJTPrcZWdlEuqaHzQIYB/yBh3j8+YLRZk7i/A5eg/v9/X7vcRbxMvWi
7ntimN6sT/YHaQY5FjMYRgSsbN9/Ct6dW15QWd3vp1bUcytGJMkQ06DDcw9g/ET0vA/gqc88N7ks
MzPDYXxST/KWguVh6M31t4F9y7NwiV2hFnRVBSkUlEGgvXo+FCWtSiGDVAZdqZ1hvw0+8Vw/uP9Z
ez+/Q6WzoXuAc9dY3/4nZpntnylhgfIYzFL/yOw34ry9dN6I42BGFaDzBtc1sCtsnJSq3eNXjn99
BYgGyAIwidi6jV447E6XczBZF7VdZj6Y88IsY0jYqP9ZWnqMuofvP7Bx6OahJyqOUbpZ6R/4Ez97
/PN7M2E74cel2/j6ftLpfrnYw3+ni73ECE3YEPHsq76/zXf/c3rTr6Dfgt84EegP7wsu8dqYF0Bw
Ib4BEU7kMcy8VBUIb9UWKhPUMDKK7x+EyAf7FaO/dW5omHSPPi+puchpwM8Kjgm089GHuAuBW6Xt
YmUwYXcgc2sTHT1GFnpEMs1Tcp6A3Hcn0dk0M8aYqNynpZDGpoLDr7LvIjuywVHnDPZv/NsC/Bb9
L8jcPIzXxrCD/b3zsH0Itp6H4X99HX9hWrY+3Ugvx93m6B5fXnbHDbG/Ine0f/HKZhfpOfJjOilI
CNCXBHXe852rZWNRgiIDFxL0tAFEPKNi6i2SgoJ6M4XECNC6lGyjtsw5QXZlSUAboQG1AZAd3guZ
oITetmZe1DFzJgnc5ECLgt2qWt60WUtvshKkFRznZ30fOBvkzvB+6HtJKnsJa0lltMMygScQeKYG
iuyWJ1tULNW7bucS+0EN4eUTtOCagVYoZlzRmIho8oIhCe2Iko7XnQnEOLG9QOlD8WPhLQqfu9Kf
ylfZCKCVMcuPueCZesD5Dnp6MF549h2sF2aTJZIQ36GnoW3KoZ9bvlHcA++r1mjOArJrbyBwSl5T
AloHZLrAYbemwffaBzCe1S3oP5tlfIAqxcCfmJGtiVB30CAJX4qZV0Sh14I35/qwV9z5bNTMiRAq
NdHSEUb7KfbS+qYFqUwe+8KwEab3f2EKaCOIBKH/RGbbL7rQIjLk7jMwwVcgTg9q2ctbNEUNbsjD
NlGfuZhKlBB0KIEbEq7v+PuTfMTMKkONWui9Tdbd0kNP+HXhMXavm4BAMm6xANiw6KlUVIeykcGj
Gc8NMPbuLH3l0dv1GbtMROjegPbz/4wwCV3cxuEC7dHMETsohEPwQ+w8QYnIWzEA6a6j7rOJskV8
LCeU0PO6Hvd9DSZXbyJCss3yRONdhFY3yckHMYke3l+XOgG1nxOD2UV02hj1dNPVwp0B0oH4aCXb
xvITgpKacUg0p5V4H0ANXK6sgbdEoAFNXDDPV1buM3Ux8BhCH6GdXnIKwVPUrS4eNLyXaIldCa6F
/s0RQkw/VW3LWY+LNOV7Pf5aZ9ZDmNVZmxu4cCUGcX+7GKEtJ5/m7I7jq4gO1dbvWs6I1/3sr0lm
xq0xa4ayxYCV8CPPHub6UKhf14e1GgPAlfW/OWXy6qoRF6mmJqCuI7Y/8chdmHfDApEqntI3bzD0
70/2pVpUeGWuMH9KOt9W5EOwRF+O/zH5JLNKTCS3MvCXtAO1AlhfDFSsGoymY4D61mg9w+KEbZqC
XfNIJmxXVplpgKUg1iz342ir1q2u76cySCAU1t9ALeT6Yl0+ATGjYyJ2A73SlAiwV4KZ5S386mxl
s3zmn9G22qYPQAUF2RMc8lPjZMNra6eg/QUycCjsg/3jfO10pcnbsLIyp0a36/gjSqGyweMF59j4
xhyd+AeRM6nAGyzIwLMQEkeZLaN7FrIW16dwLZM6Gcl3tefEigydmlFvYKXIlSd5VDw8sYrDmAE0
z9m8a0c68ndIxgHdBWV7ZvNCUUttrRiaNRCtilq/gDDG/EYSYhNtN4bB9WGtTt6JMWYbS7mmT4ME
Y2M4enp0TFUIVw+f142szt2JEfoRJ3MXIgIiK4QRA8eePBwK3c9ReRdDXqhdHQ3Ek2jHMZrW2ZuP
2ZfRMnc4wmvAe6qf0zDas1a4muS1jeyZ8WMOOSCpwhWhdEjrzspdPP1oCeczVof79yu+65wnwwXc
YEiEGl9Rpvti/DFpN0r+GAqcrbVmhbbnQ45SBzfvd7XgxIpl4QzXM0hN98utmrmWeStMrslTCVib
UaTXlOYZulRA5JwvnV4PcTcCnIu3jAni2e8d9EfHlMMLdFliQ3gy8ZYAlRuQ3F3cHOdRgoQ6tSKJ
0McheZOrUGuqwFAhN9CkQvwHjw/0eFsvykxyMM2lRufAOFeHSTc69Fybudn8HgXUSqGpWEWW7Cxp
TFwzyuXfYpdrKRTsIugrVlopNn43Q8DLU82i7/fDoExikBfahMykVWvVVZUy4r1sri0WGqgBxVVQ
2rvAOedAXwokgcBvI8luGXqFBDkx0ybzPwWD0YnUgFMF1E1Cps+cK3UtKY1gYCKbNkJjamp85bXG
I9qgMYE9vEyQBEBogEoIsZCfkKixAKFcXHqqbpdAQTQqY04MXJ0vC0phVA6W6qExbjfEpFmWBFq0
wHq40/TRogdKnzQwFTQ8WNHacPBej15NCkdAo8a5rRDvDs0Mqgn0ERS2WR2H/P56+Fs1gIqdBHSU
DPQXMxhwqmpCnmMwaM7H4bRN+5//xgC0hsCuhVjAsq5YUTpFlhqDMWI0flm56JjQseFc7b8POHbV
0RWMDmusvQa55fNpqlq5aNoUj4pTFwZS4lkybrSFK+iuor1E6eg2wr40KSsgx/L69P01TP/+JNAN
dQR+jjzLHaMpf4BR1FEjmbNt1tztdGzMASV1uQkhaYwNrFroTHaVyRNMzZ81zmlLo+XFHFKUgaob
Ei6ajCegjdww8cqeO60hhU7c/Jxo08j42g7pvTWBFEQt872Y8bKw1eFB7A2dpip8hH3VLPD82IcD
zM6DHgN6rbhZanzmFbg/hF/XXXHdTXBOULJ4vOOxj1IiisWlTnXrh1px9HBvVHezfhsnW1n5XTUb
TTsK8pMxbK6bpXv0YmJ1HBx4jhZV3N/PfURNqhlJAUaot/G9jIbO8lcD8VEzC9TRv25q9UQEu803
G4AKyqBzU02symjrRigXGut2TGRHGpV9H2XedTNra4ZC/x8zTMaedyqpenSqQtxXGWxlBO0gOJ8T
SJalJOfMHs8Wc8irGXi0wYKPNSvfzXxXZoe8viU8ketL8D89nPDqCoQiRNQvRFSiIpk7Baexg8vI
b9KlTiMS28hjlIpVu4jb+6zM3ar5TFqeIPRqCNG/xQtQlYQa2/maVeoQG40M92h6XO86qUVDLxf2
zTPC3PNT0SjhGTCSjNnLGIpPBljprzvFqpvjrEJLJc0v2SZhYTasaRFwkswC+d1EybYeZ2CJrY05
fjTtwPH0tYsIwFF/rDEDUkRc8gFXzh0iLUikReKh5GpH4w8zFl7DwbqVtNfr47uEecBF0OdvYJWA
yAIC43yhNEMRikSAySqujyPwSFKdPBugwAdJkT1CsFwrJbcv69oOlTfFml2ZqC4xa89oeSQK63P9
91OYDRgCbJrnDY4dSxudRsDWu+0bjwBRlPP6RFcm2oAqJIrmOBlwU2bcs2vlpSm+tR8nCL53QWq4
sQaMFGC05ofA6yDkWWOWNSFmPyxFiW2I+7K+PDfR2xTJeKfBlcm60XmccCvBBZQpgFoAQgL8ns4E
l65utUUeCY5vzQhQ9yPCL61/MJfGve47K2ergSwOFwiKvLxoilIncMO3xZA7GVRZ2id93GjCTami
H6qzW3CVkZrzMLo2j2DzksFWiJHhXD33VbMgUDwOcdLly/3UOHE57WRvS1Jv6DsOW8KKL6JdABVw
dH1ZMoZ4bkoU9DYSa5w5HTF3E/IKeyKQVtcARQwz415X/6neIgBdMIhmN0VBEyEA7ucGl6iawkxA
qE5HOSCCafd40hixz66v2ZpvnJj5fuE9Se3aTq61npoJcS1KuwPwuWEt+5PMiWRrWQlo/QEhg2ob
OoG+//7EUGNppK8XyqlWt1CVRdtwZvel3OzmXD0KU5cczWRWfoaNDnxiWWV+nOokRreQXjbO9TGv
HYN4lrXwHIi1pLiq87kVYlMuehPdgUu6r9GAro1oUA9p7m4rii+ICGh4T7GaH9ftrrrriVl6fJ1M
AXTwimmIZeTvk3BsKmzEWH+pYjMQrOW+MVIoqXGlQulQmLTsbKhMXq2FU6h0pZI7tfx7qr1pCGR1
G1l7w9oa6p3VP5PCb9Dtq6XbMeRcIdfiwek0M0EVTWWSATpIHMfTRyJ+jLKfL1Rf+UYTncjq7IRX
ZOVNMBNXly5skkqHwWoWIP/02izPBXhD5Cp1xuJDijfX13M1Jpi6DsCiApl5Fg1Cxn6pItpk2oto
PO02vYEGM9MRh8geO065+pJJgcYD1BTQEI52bbRSnjtPFk3hICQYm6LXImrjCQAg4wxFskJFM7MU
/lSjtPayeJRvwAT4KIAn0h2NXndQALZwiMe89oG10QNkAGUcPGrjas0EKGusm1QrVXhWaHqGVu/U
NEg73xSyoIHU0fWplunSsX58Yo2t6FWpEvU12tLRRnVHJLB1NC2IY/ojgpcTV6o7FqlbtvKhif1a
cmXH2OrJU53uEaSF4kEE6+j95AqulHI+bCXlNLAyeAdH+Ywq5J4vi6B0AkpqmIUJ76JZU9/haNhe
H/taiAYrErquUF+AEAWzhUE4HYO8kEarLDEyd0ajVQu5LPSRt0uT+Mlk9Y//3CLAtwA1gmwNJRnG
14YGL2ZmCf26JWnTOxJ1qJOJS3ZoBilxw6jv7Ov26AjYxcVtBNAVYCRA28xMIi4fmgAkMy7lneCG
ZLvAY+Pf122sHkCnRpjoC+GEThxjGBkEy7KnOnWmSPByTXH7dLSrYQoWVFLK1DpOhpWA7OoX5wNW
XiHB1PV3Hek6n4R/lfSZjHweybyVOlXzYyDP+uKNEsASr5N8KGJcJN6v21z1TgQmeCA2qcrSrxSi
EGVpC9fJRxAsFd1+DHmt8KveCegrCqsoSwHQez4qKZSyBcAadNp3ezHfGWAfkQNrPF4fyGqwQQcx
0PwSGD8MZg+YldI2ekWDTVTeZ4pw08TN42wmXkTIbRy17nVzq/NmIKsEaR16YVisu9hHY19ANNmh
TVu7Tq+svb6YL9eNrHk93OGPEcYfoOsCMacBRjRtQq9gYwtp5jbyj+tWVpOdb2Z34B0M+YKcMUcy
W6aZDr9Xi2M7Sk5q1dtkjDdCWCOkqBtSW7tR+21Y/yrPQrnVQISE8ykms69BgBFbYWLh4kGwy5J3
CU3YcSv7QxyCB7YICu1jrKYAKG1OVL7EnILQ7Nsm7blD3kn34slekyYCdkVtoamHtalKkAtMhhsl
L8osbwRBv+nqpzaKd3hacS0VzJGyCi0tdBmmSFB641lN441KVEB6fl5fDeUiRfn+MJS6JVrDxQvB
+Ye1UTpUgDPnEJUTOlcgUXYTa5UoO7mVpC9yKC7vppVbW7QLjmDsnDO3JT3ep8EbnjlRv4R2AwHW
17KtxfsylNPQBemtRrulM6La1Tj1EI9DSzDkWXXFNeS4/kXSIRpdWSimX3mZQucrbBO/Uydwy4yJ
Ln+CIUDbluOc7ebIJJMTRu3yQKxWeqp7MXsPu4YC4+LOh7ZzV+yhemMdMnGoODX6tZmRUD00cDtY
A5QBsjkUHfzUgPhXIOiL7OG1d1vXbbtVlKpwZ9MMqXrZwLlFXmx2Sm9NSapUA50nALSdL8lkxka6
LJCb7+unsESZQeGBDy92OmOBOU9H0O7MaREXKFjWyHr3OrkJeXo9FxGS2lDxXo0iG5rYWZ6bYgae
3RpTjELai5NLhvfB8JVsO4+csPXtomen9bclPKKBX0YEsRYT8YmSGtEcIjsgIJTrXQpVN3yEL1t+
TLaLUx/BNcW5SVxWpRib1HlO9rNZyv2g487oTL76le1Gz3SXoNrnt80WNBu+tuUt2cXdhTHIZLe5
1re6McCgGEQPxXOyz7aTVzviw/V4sOL0WLU/c8mmtVqdxPrY0qTEN3zQN3e+huEMnDSAZ4Xxv7SM
UZun+dX0c3GjY7gH36ng/mOmpfMp+07hT9cokkOQG8NKug/B6Bi/du7gJb7BeSm6PNAYO8ypQiS1
x3Mb7KhHyR82/a71EBfe8oCXdKxu25PFoYHjZECLbBTID2BIFzdL6EbtNpSfr6//ZVaKhBevhhKu
kIh62MLnNvDCMIj9kqDMmr/XYGdGKlMN3qw/hIZvWpDN+TJEvzI41ayLpO3bKr1M0v1rsd07WkxC
HbLmhRNSeeukt5Nw0+AQqHj7lnoWEyswPNDvUu4/1LEYz5NykncyesqcTidepTSAHb5W4htOfRs6
RJ45gDO8E0gAhIMbLVz6wZUVRNJjguoDAirgyWXM12qYWmqFFAuKaaNX++Wm2iupU+/CDa23BmA8
KgPpMXq9vqor03tmlqlD5GkvqXFNL6vdzTI4gvILOAnIRHOuTZeYMiQT6DBAowEdHPhMzp0HRd+h
x2sYCuRDC2X2OI6HA9KD8SshKEeIKgEYWc/q6dMsVXJbTmMNxb0hQ5kAumQ3ozG1Dzn6ViPwvi3F
c5uo2X2TC+SztoSFc7pf1i/wrahjSrhQgont4uEkKWqNok9yRz6SF8suPEW2Y1fcLjeVXw22+NRt
ri/CyrF+ZpBZBChQ0bIxDFrdUQEhocEjw1hb5dMRMXGoV6PeFJCsOZLigca6EvAkkohOqrrXB7Lm
xCgCA1VioO580UwiNENDEgn5ianj9YNkt6WCWvrQciBAK/OF6zHSdMoCCFpF5lgvi6FJR7RJOMQc
3URA4jk51weylqKgsxc8Gwrt/WQvcSMYG8ehxUDkGRBjTy69gch2B1x+K/GkS1YWB7USipqS8JqF
uv351hhEtc4HNKKjOGQP5Uc73fWVl2Y8r14d0okZ5ogYxrEBuRhyoTmwHkEpIzvVg7HL78L7xOm/
ysjOEluGGLbgNpzQelkRwzFoQgwe0Bzc7UGJdz5CVcn6MMswQulRe1RvVE/w0k/1+Kndov4Imr+t
WdoEqrK2k2wVZ96k0PXkBKAVlzn7BGaLZZqVyOZMJ7l8181DyhNMWjsdzwwwq5iKyaAlFgxoP5XE
hsJyYg+26iYyhEM98qnziqxridLpnDLLGSd5PKQxPDTekkOFtjmQPy+BSuzlprSloxDMr5Cocl6U
p56Toq1muKemaRQ4STYEIVdyVcZQ2zeQ1G4T0x1eVbupbIk6ktM/ZP4/D5Bnk0u30InFGIjQIU9o
XJlKWxS8aPrHj/6MizIhBTqAel/QMZVyttWHdFPVnDGsb/O/m4Au6MkYGgjPNMuMMTRl5FsK6PSm
Vx0dkJJ/PXSt2gEBPu3oo8pWjCNqAwrooB1Bh5t0XDQ8wZs/euXWSmNOiFyJ9RAN+GuHcUAd4prQ
IMFNMRLu5+HQja8C4XkaDQxMTnZmg/G0TA/lDu9QYBqJHtIQr3CFV+LxKRo3/XKQ22NSbkXrx/wv
jsszs4y7oXxuCYlJg4XqELR9kEaEFNFO4S0VbwpZp4srNHATDC80H7X6rgVqVsnc6+7As8G43Vwt
YSH3sNFGD4u5qUDiqXL7plejK5o5QfiAq/tFEZKgjzNSgfZ1GlBWE821wPQFCvq8dAzxGfJxavLS
5o8dqMtDCSqs+ZPAyzxWr1roGgBeCPQT4O9m3L7qmqIbKrg9aXwF4uGFX0rgIm5AtWaBhGi0xWmf
c+Wk1mYXD8VA32Mn0OvD+abutVhvZ1o2bN3JDbf154KW+Ma20Mkc3WlOfRAfoEfMkzJay1Dp+/Qf
s8yipoKSYhbAm6cHBu6Vkx/ZdrubHPLWPDY73jV2LaKcWmMufoaeLXMrGahQFptaPaAn1eyA+/eu
Oyr9Znavn1hhSelaqzBBFw4rWvtW1q66HExohYDtuZv8sHi7bmw1JTm1xqQkktBMSyPDGjjdg8mN
sGTpnXGLFCi1iwD3H/ktQr0ofnhUbqCbmbqQtxt4egprtd/TdfxuDz85E6qJ1H0IyWBnuftI7Oyw
bEBn9Wh5v+Vt54dotKnxcrjb8fok170WuCkdoGnwgjNeu9RSVpkiUsG8ddu2RRnZMYSH6zP8//jo
XyOMj44LQN/tjLH1/uBqG3KLmuKPYj+6IZjWxw3hZXirGRhi0J9RMW5KQPQhdxIMyoGU+2EwPUXH
6m1aHEm3RZtXxFydQ2D0JaTuIIZhywVoJ1CthuZ7SYnked+nm5F3zVk38afay8rPV2ObjsmEkKYW
qQ3A9pRFdjdwjvGV0H1W9mAS4yHLRMFMUPaokskuzVuJl/2vRA+UX+njuwzoMKQAzkNkbkD7ZzRR
wOkQhDPha8KzW3yIeQfAymSdmWHG0cdKn7QWzCjRPkr3Q7zRQv+6S69O1clImCNmkQWzibKicCDV
4I6daNfR03ULvEHQLziJB0IbtahHYBB4dwG+7iseelurP64bWduZOkjs0HwPVCiVfDq3sgDpjI4j
WEkj1Ybwhh3GOXiu7bK8RWkG9ibNXTqvrp4n8hzyOjTpNmTi/Jl1JrnKBGVI0VyI/HRIg84yHsUB
yCpIYEeK7oGYzU0BaCrNLrg+ahrTrpllYl6SpxFu3xj0ojx04T7XDpP0rrQfysLZUJdriMKBAeIx
UEjjDZOFMBbgnNU70YAQeyVCook0t4UugDg75hRGL+cROA5gwlQIdqBocJHn96Tpy1lHj2GJvm1y
qMEV14BZTdmKPRpr78uR8/i0NjB0vNOmABW7gIX5TXWhowHcyJwccHbpOYsfhO79+iJxTLAQP43o
pRVWMFFrJGjVN4Xobsdr4Vm5v5o6+O9ABQWFSuAcGP8PJavHFQktSQvEXL7M2im+LLveQdOob23j
Qzjoj5lbba4P7TJ4nBtl3H4WamMcJxhtDPROgt985EXylZwGJkwKWYS6AXqtmUjb9H0UJ00IE175
NPi5U/hpUG6tfb7tANd1wN9avhhB7RxH29qngbXnta9fxvrzL2CCcKEKeikm+AJjAGH1VpO9QRlw
Zr1cn8sVM2CqoQVGCDjQYHIewLC9wE5AEgyQPGvWTpl8Q3wiPIjeNyzsPGSAKg0eYkGQFv2h39nb
STQWO9lqirxARmoXD9mLNNiRl0oOyjp2cpMEoZvbSuSkh8GL/OLR4maHK7vhzD6T0DT5IndQgsLr
5c3iS27uq+/S7ezLdv5sHn4ZwY9f16d15WA4GzD7xAfgVFukJgyGH5pkj6KTvQw7KK552oFMvvQF
2KfNMXkZlvHgYQEwBkg7rX0yZ2oqzkKrAT6MC5TwmN43t8MjAO36Xq9RPlsC60NygDQJHWgC8x40
17zIpBQPeMqnlV4mDGjCrEsZNM3QpB3m9tKED7lIbsdF6LYSROs5+39toKfW6NecOFNmaOkiKGgc
LJMms9X6x1TmT3L0bi7yZu6/rk/riudA0QW9GDggNHREsrOa1nHYNFhIq4IIrfhjmomt14/XjaxE
NJNuQQkEjNCsYmvkkzT1lWER5KUUDWXjcdA4IgU0OV65ZkZXkK2AkQj48otlSswiNYQRV2wU+iEI
U5v/PJU3UbgADTPIEdGqyKIEEisRCjkD0GUpO1c2XtBcbMe8trq1JQFFKFCo1BZawc7XXzXypB5N
PLQJ5nHo/Jy4gPNdX5CVjMBUQQEAVld0L1080M6xVUjN0AOWEvrZ8ha3o52i6wfPtJKP3jE8LhS8
7futDsTESJw4eCVBsxZGxb7rxYtQWHGE/hAF6PTFFtVwdopQDO8nxYCfGzEqaZjMWnUMcyCuNcaj
3UgmsCsofUFcAzMvdI46Cqj4J0s3bsdRUF+KsMNtJBGHepPWSra4g4KESoTKexyQMQfX8YDkat+1
I9njubG9baQ5IrvaSNR7fdFx8izz4sv9HO90uRA/5LlCK0RidluCjZg4koQOTltdVKlBY0smtHYT
WfpXIVaTv6jm/JkIs3asurB4jIUue63RSL5TQX7oa7BxrM1I39VlKcduMVnDjZrr+tsAnF8gZ3NM
+y3GfnalSChvq8Qc3EXMoRAxt+LwA3k3kMdyJEFQR4e/2e0ICqixbPtlB2zaGN5bgqjcpZMF/aPR
UqweQjdxtTW0eH6pSRv7RjJYkV1JPZogxkwP4kRZEjxWVzWIe8kMgOgC3Zy7HOxhb1mzhMeq7xLg
xgytAU2RkLpGPY/tzaCCTwzl6LjclXVW3WAZlchTrGz+LTdyVdjLmBVPCZFrlM80UfTLrku+ur6B
YpBgtCWKQIZBMpTbQBYkq2P/Xi3RENtDbKafUtQqHprKVSgHlrmyV+MOVfVeD3ntvrSIwLofjEuo
PKJRDx2k57sqQa4aC02FO3+xOCoUU2ShD5YUKjV97aCL9Xcq8OoM8lpAQnMNnuqQ4CNgMDaHomni
qEfcEx5RoCr3bxUkJuzioILs9HbYQe7kUbvNvMYl98Vn7JlIw2SqCHp9s69+BZrQQU4LomM00J6P
XAsjQy0LbHYl83WwVpOJm3+sHJAmmFj+mGCOLGUMp8rsYcIKfY3Y8mF2PlFHNmz53ipd5dhsk31r
W/9H2nUtR44ryy9iBEECNK80baSWNzPSC2NGMyLovf36m1Sce7YbzWiE9mzs7qOqCywAhaqszL3s
Ypa5JqR3ZZ6aRTvAbqgD/JNili/f/2+LJ9Sm2ol0YBlZTkrsrya6HbWHywbWUimkFMgrAAD+Aqaf
fp4W748ibyfkjoWmvJu9ab7lPEQRsbJydH3suUk3WWCDD4FmRj87LQ8izQPsOvtTh3qM+I2a6zIa
etnk29riHl+nQmqQhsE4hBTX6dC9KEhpDS5pzq9FzbGB5QccJTpW3SaFBjk3txq010TLt5UNOvep
vMq1f2Hp+EoVXht2luNEiQHDbMb3hBle3JVenQ8AscioCmWXt7BoatEV5aDg8m6mHamvGjy1Zcz3
K/khBiYo8lGMTbCzsfuon7Qepxmy0STfZKzYZFvjCeziPg3I9nJwykwJ6zYWapZMCmrfQRntQOmf
p4Altl6r3vBvzx1RpFZHXgkLNxIz7JMAjQqMCHqtAcE96qXFK1UrL1cM97Jfa5cBBPcgFA1ZVgMq
qqeRV4VF3zU2lnAo3aiJnJK7Ot3Zte6wcT/EsqBYC/Rjc0KgNyShUw4pbHfK0O3vvUn9DHqnT18v
e7XSJFjkJtDYgjwANZg4tgBVmZoPZY9noN/55s5++ose8geunBq9psjRt+puuLZ35c/B9mTY0rXA
R5KPsu2izHsG6DG6sWMpg22utA6w3RZwImQu/MsuSqyI784JFDpGNOFGjXnuWBwjqo9Gt7lsY+1r
HXkiFkeyGRNIyQRPWMmM7QD+NjQIyQ14VQnaykH89L+ZE/ZYNNEqbVKY0/WP1PyAxiKGz0aHxz8u
2/kq1ooZ0LFfQtDHVWYRZXmFRb/sZxW1Rmc+oGiGy/Ng+mhogXfl1tpEvyVmF6T5mVmkHUiDgI4C
r+rpXqtxhNRBh1maHjdoxjD3/thpT2RCGTfyeLFpJzmyYW1/LwBJtlQKMEktuGpzwodwmazRi7x0
y1m/LrruqRvKDKLntz2azIotQU2tHZXQXjDgomqbgGiduolMeNDNZS5UGWgHYsx7lnTgbo1ydV9a
1U8oIMh66asWF2w/WukQfhOFnoyupU2V4KopptQEHoBE8y4ZIvKuJYHC3YpWQbrNMJIi6Qqs5AWY
P8GEJNh/8awQ0b34xHligDTBzTnbF92NGVTbyzGzssuh3AvwMGQO0KcTR+cUAK4t2gE/rCZJ5rNZ
5Z5RNyOQiObfy5bO1hDsSUDQov6xUAng39OvhgG5iQx2l7u0bR0NKqfdn5o+sOjDkJHbnp0qi6VF
sRvvX0wPiV+ri7vWJEWfuz0oVGO19fRoZ6BiFkgugbPQF+wIHsWN3aEiCo90E2KtXfJhYbIWRGib
JLXfWECvykQGGJSZXD7nUR5n5gMqVjNM4pEBQjSP88dmggJxAc6EDw5N28vfbH0lgRMEEZB2TuYx
YXIz1cwhR1MK3ZL+thxip48eWPLtRGtZSobIWEo9aPkIhZgZYliamsFQk/5g2Y2SbmrUFnLbr4ZI
4tPqEh6ZEi6BvBxtc9RhalJA1KQ5Wtb5aXoVgnMoSQ7s2xg2wTPhfNQjnat2vSwhaOsSHlyHw7C7
/JXOkxHBhhCIGbTdItotqze958bjREC+MjrWdNXGV/W8SQbQODlpuUM/XGGTa0Qvg/1otPdoVAE9
/yz5NcsCntxCwq8RYjTWuqJQKX5N3YOi8RridQ4qkk4PnHhpXNtB7WjqBmORPPelYr3neIPFOGqS
mH3ElDuaqacbRDGqJLSaKQd6S3tLkEaAfvBWARGERZLtZEP0OQcqqH7P7RS5aJDJPsXy98+cB6Ej
6rsaVI7E6xCvhWmIlIWckhgYOwM0GXSLefeiGuhQZPpOAc6rz4Jf1Kh/UlVyMZ430eA9VOVRecFV
pWHU9dT7Qu96I7XgfT/8GHLDCzRQZFqZy8LqNbC1vVmYfjlCVHga/ZAlP4ch9wOjPdQZdO4uh8Ha
0XH8U4RtxgKmQz0cCwG+2jLkvmr/1fmNWoX/ZsWPDQkbDIqgKp7kMFSZpZsmr7q11dQS6lnPBmqb
Cp66fePE5b3OpbrUZ/nW13IvVyf4ulWUFE6X2wZVbV/ZWO6lJqKXPjP+6OoDuOLjkflJfMen20zz
/826/mNzOd6OboCZYmd1FWyCqmKufA2kJ6lnxNmwrdNofOvtcni8bHHt4oaj//HyjPKun+supUgi
QXcOTfSgws1t3uTRU2bnLkq63mVr5+TnX4uKAUQIUCDrETWkUhCuFJ2q4m9zy+Gzq6oPjKZOaT5b
xu94kWODejv9WQR33beJjk5Ni1O/zaiwxJpguq3GDehGsq7zMh018ER2Rq5GziIvZ0DvHkmCEDlm
PSpzrcFSVrzyYFNPrhbeoNIMLuIr4NrM2Z1lBHurRyMaUP+1KUSOOc9pTgrYNKC0m5ibVKWuEhys
eKOwa6PazoFvKF5Efkk+6LIBxSPx2K7QMY16S+lSArsYEXFre1+3t8zAQei2wyHrgBxvvSDd4HmC
YY7AkM0ArJ5DeIuhRwXiVhCgnO4X0sRTYmc0X2T8XrohBok1hG/4a6rIhOKXv3Tm55Gl5Zcc7cx2
7FN1HGCpAMtZybmn99GmVL5NY40gXVJ2EAYvoiBnADTSj+BxIXBIQYndjOPQsUKcOTml7wnpJCMN
a8uHGocOZWj8R8VAtao6I4qq5K6i5S64gBy75WDfrx4CKpPuW1u/Y1NCfOrowoQ62jMoa2S1l+ig
WoXEpeGVhozE8/x9vqzhkVdCSJogFuj7DKaK/LrR3jX73gBdYnXg5Qf6WjpEvckrCXZa/6NIHskI
oP728qZYO1OPfoBYXMlHwJEw/YU0ofiTZVeqdSA0di3tPotk3fxl2cSwPDYl5AR9FdDGDsPCbWbz
M+GvSY7hfqP3SjRhrJJveppKnFuziAX+77UorC6fozLrlwuD0T+xcp2UjhIUDh9dXb2JU9kGXwub
f6zhPD3ddgGpplgrcf+beXEVFc2ubAIknH8vf7A1K9C1xY7DMCoD7uTUihIbStL0AYIzZ3u76V66
kntVH/iXzaxutyMzQtakWzyNCIUZZJHXbUE3M0xEI9vVmSaBqq18JYzfY6oS4EXDwFiK4FGU/icE
TXto/DSgtjeoWY2RBPM+bhXVY/XIHQBFa0k+sbxGhIBkEFECx7UG+4ZIKpOXncGzjBfowkTKo95l
JohRrV4ShEuQiVag4oz3JI59C+OCp+7NlR4UmY6HcVa9QjNJjQ7T7DTBu2VPDiaXHSIDBp+3IMGy
jjo3IP7gzV1Itk4tVkUPkr9KLdzIKh0dQ3Rp1zvdbLpTh1LcwHa2NvuRRp2EKXu9I45phj5ro207
g9w8HG6jHDhsY/Bnw3xWC+JYVrpN7WQT24lX5rabgEj7critxICBb6AjqpGEIDc4/clzgnpCqhDo
8phIk1Onsnwj8KvuLdQr6AlIrJ2PgyywFEBb0QtA4Ro8fqfmagsFBW0xZ2aYq/k9YJ4b7SiDPZjz
jgz+0G0V5l72cOWgxTlkggQUzT3MOQqvA1ZYFk1nWrhgZPCiEE0+0y/C29o6VDSS+LeyeREANq5J
sBkt6JtT96ZxSKuxhHvoyntlgHw1dtL4T9Y+XPZp5asxDMOj64Cxbcw8Lz4fJRpmnytR0sOnsd0y
DbU6vg+HZy3BC7PdmTjp/zdzy885MleQelbNZQnH8KWwuUPs27i/48FLPvRO9m8eVfAOQ+lLawNq
icIqZmUVjY1qFC5IZ1ILItqtEyfEa7TXyHIatp+LmyJwLru49uVMfDbsAWwF0NaeuhhqHRt5OhRu
X3styA7z9G8+PQ9qLVnKlWgEmcE/doTjPcxsKJAQHErM2vVgajUcplD0bty0lKKAlsgWD0DcU+DV
0gACQuft1KcpHOuaRrBlkvuR3iujq6EcAW2/ru0dZm9M4hXlpgZwK9a3Vv/38oqu7XUEJ0yDDRj/
ioJ5mWHGRjaNX0Haqh9J9W6yjdbvSttVGYAs3TYdJftiOa3OPD4yKQQqb4Mxbwx8RQOCEvNsP2W6
bIBm9QMemRBOMG7o08B6mFAqfqhYvVHCatPX0Q1L0h89nyTo7rU32/EqithrzUib0mqximY1/Kn5
nZmq0GkL71BRvILQ9ZMSWhsbZd+W/mwsWWa19hQ/sS5sC7uw26m04S1v9knlVzEYn8pHpfsThK8W
PxTlE3QBa/25pJJXxzlSA3fpUfTYwkaJFE3LJwuW6yr2lBr9s5YfmBHf1Ubx0pTpZhoeJ51vlbAH
E/7TpAMInEqOc+niC3dHohtTMZRY/KT6kwYPXTV4re1m8V1fuWm/z2e81n80MuDj6lm0dJVxFAFE
JSYu0xSqY05hlRMvb5/M5j4YNnEuScLW7hAwMP2/FSpkzUkcdIXCYIVRZEgdcpXNTHYae9cW9Nvz
5cNgJRdD2QjKKQuJC8YvhF0TmVNOCRi/XNt6UfJka5Svk6081Sp4OAvjEDOgp5lMgERiVCzmgMGG
KEMLo30BSpwXiNXFKDlw6HeoBzOMHEOmP7YcqMLxgxFXNELBlgceMvGJgCErO9Rq5H+Y8S5bzdHq
/QTs3eWlXImOEyPCxmCZkQUteN3debxvUccB0yWkT7B8kptK5owQ+5FikcIsFzvWb2BW0VlAh1XG
27lymiL9xOQKqhgYUBZDPa8wiZigVeeis0rTV7vwrdmHsCnKtbKPs7puR5mu4I+tYQCiUGGqDO7m
/m81PJnhE2slb6q1mAORDj4+IDYLgv30zrUaXmiBhVSpyLhTJHubvPDipzWODms/ZqAvcWZ8Px6Q
ugPQgysekENha02VkUK5BRaBuHWUNoCWQHggYJvS0m9Da5C9H5kSaxboOSSsShZTILQHA9BO0X6A
I9GZC+v+slPn4rBfpvCEWgTn0BMUMtwGVGDlGLLCndo6/ZMHYfHbKonyc9Ca8qkxtYD5U5GGoJ3k
6SGdZ/NgTKDk3hJi830FQdXM0ehckHugq0nnRzOvek/Vs16ScaycomhkaxCrB74b7SZh9Us2jk03
mQVyKohqaRujuWcgI0oxE6oX3Bnqt8sLs7ZhgHoAFEBDloqG/Wl8hUZX9mUDe7ytnKQAMvhtRAJp
qPdWxCXX36pvaPuiaY9K/FlzQ6F10emLb3NVExDM8snXzPKmDkvMWc7lbZIW0Q7OSyAPa89oaFKi
hbdIfZ6/2HiqVxGKmiVGzo3g1YJsxKMZUvI0R6NGXL1P27fB0JOdRjP2WbHO/mWPvPebHsSCzoie
zx4gavYTD5ZwcsAfYj1accKSrVLQYfCMqufcr3sj+cE45NYyQ2+8WKnJZzjrqHcQEhJpKr5S7QfD
M2baoLcF9SgREB2U4FEZEoCfy+JNozeaDRUM46HUHjRt9Ph41VAfLcnLobLy+U5sLgfi0auNmnPd
U6spXSVF0zOdvWz6tdRVWZo6LeC7Ldr5ly2udR9PTAq7dpyGcDTpYrL2VbBy0S14vJceLDF3JQFJ
XLm3wxvUmdpqk5cPpf16+QesuwwyM6gk4cwQ0wxctuBsSjuwLKo3ZeE17aPVoi8HjmT0HhAMl62t
5ahw97/mxAQjwchQGRB81VgFplHbFfbt1O+7ylUwnbYIAATGawnmPzR5jD9jLdNwW3thndgXLhto
qoKdIYS74byPIR8d/QAndai6U/TC9d3IfpZhLPF5JSs4MSmcP9DsRlNiWWFNe+D9XxW6hd3n5WVd
uUJPTAgXddn36TyqWFUOkeEC+AyVbBjaq3a2y2avXr6sf9niyqEK9itQhehgSAMdnrCOykDsYdZn
kBnbV5MFSVDLsevfUbA1pd9szRTe/xA4oaBaRQ/idFPadYZRnBBI2FF5L3KPQYzHSsBklznjLIPU
rGQ8mPzBbBPyKmKf1TRoCzYdEPVABzdDFzM/IDf14/ijr3aXl28tDjFVgrcEzrYFWSxse9KrRtCn
pHRpx4Bfzk3apQ5NKfeGpi1mZ2pUjTuQWc8PhmK1g5fFGBfyqnDMJNjztfAkIK+FQAGkLs9GUPuQ
B1Y+xYidCkM+IfhdMUAfWKYkN175itDEINBtwLgrQciffkWVqlZL5qREI9VJwaisak9onNrJb13G
ILq2GUCQoauYHEOJXuTP6XNMGVFQH7oWmC/z13KKHbW5ArFepozbrOB7XHySr7lEu/CKWSjvwOpp
Q7gRpZtT5yylrsuKFLh+1U812SKldUgXOZjR78dkk9hvRfEa6q9xLqNlXV3Vfwybwot0LLtEbXUY
pkrvVh3IDhQvtu9Z8EtLe6caNlFwZVdbNu8i223ofW3+jMK3ubhtpEw+K4Wk4zUQT4SxnbK+M/BT
FKV2GYJ3IAASQYVW/RWbjavXOy07hLOXT06oALvsBvn4L05avJQpxlVwmZ1NHph6oIdUr/CnLduP
2R3n4Esp3iQfey0xAa5voXE1kYOI7AGa2WpZYMBKj27EsEm1X0G2tZZArjfxdFXHvWuYncS187rK
InhB/pFrWLbxUWpSQDpZSTOwtIRKtqH51pzfwuCWTtu2Cf2uftDUZ0v/hEb4ZW/Pvqpgdjkwj8w2
datbmQ4wLYuLjYKapzF+N2VeLAB3BakEsKoCDH1qoQ5JqDcN5osWeKFOfNK/xMqWKrsuid00kk2b
nZ3wMIdWA6Z3sVmBPxIuLjaDdt7igHsTcsAd5sYtdZv4vVAiyaGwtnLHhoRrvylZHjYmZnFpmT91
c/6sS9+xZ0f34gtI7U30IsHk9jXSevRxIhqkutUD083bnxYEVitQZUiO7bP0UDCxeHlkgqltWmVf
ckLDC1QzzAiUjJS5XQi4z30lg72sfpwjh4QgtxNbraIAH2dKrgiQkIpZOoOFF4oMSiAzJIT1qABw
2SdYuTi4ItZLn97UzaPJ95c3z9r3gW4qZueWk4KKmPsxnq3ZWGaGwtQCI6ryVpYVxpTyh8tm1iJt
gZqAQ1bDf2INLeAqm6mJo8FKYnqtBqRzwpbEL5etnL9UEAoAottofVMQ3ougILWNzRx4WcxndMp7
V+lbTdEdBeS7E0ucYeSHocEZaHnVVG/sLvRDbCmrDN20s/7NYYgBcR0tEiQtZxR5emkMmDLCi6Ge
W+rkUT86CaZGa1pAgqFwB8UGCRTI68rIaeLZLWZD8guWQ+nkwv9ai39+gLAtDLtKM3MZhTEgH5J3
m8S8zsFTAvn1MFN9YHkhRiXZiWshe+yzsDdYMOB9HwK9ZNfjJmp/N9G2GHRvbn9LvvNyMF3yTdgb
LLenyCTwbWKQtMjBU1oOILIw66sQHPAOnpCe2f7W52S7IGFjDXmOLgPCrl53x94K+TFNes0algVu
MJKWals6ZA61/s7sozJ+T/ymBawyodumkzSP1s471IhQmALLL1AQwipb+sQTKKHjSCXxLjRtxy7A
3B8/tZYXA0nZe5cX+yx/+4qjf8wJa10VUGdRoH7shnz+kU+V31PjquzQTlhEDon9edncagwx5C0L
3TTmeYUkHKO4sY3yBsQiO8ubKvQyb2d1G0+yZHDVLYxLgpBkQXWLyT6P5qKjEexU2dOyKfpqO5LQ
s6obS6bRtmrKBpUTUDkq4APCfV7WGTfquMJRoBJXDXe64mXFZgp+RbqkwLoWGst4OmMaOu3IWU6v
wmiyxraDJLdLWr9lnkEe+uRONQb0ig9NK9nta1fHsbHlxxzduyRKgP82YSzvm3zbx0R1MHPU7rVO
byUxKDMlJGBJMlc0IzClD7fm9JEq95Adk9hYCzwQuCDDA14Gk8HCVyINAOdFjIAoO9RgO3SbweJR
agqQkRJLq94cWVpOt6OFi6E9NNsFLIWYmFJ0YJaC275/u7yP1o7/Y3eEfRRXPVUxuYesmEZOBRq2
KnIIQyX9OZsqpxnvqsq/bHF1AW0KgCAoaPBYF4IPl03Y5RPm/Ed+S4tNqe4jkO7EkqiTWRGiDi84
uxsrWAEliO2A9uMdRdCriGh3KZfBR84b5VACxY7FYw3+4EBavuTRl+LADZLYwvx+hmShzkHJZJeO
UaVORz/NVNmDbF3D9cOuwq6HCAgB/qOWXOMrW3oZO1EXeAmareKWHku0AcvlJ5j0UzN9AFlKtu+L
2lHNDxDZS0Jz5ahaxsEAroNqIVo0wkZDXakAnFSFw6xHwVHZoAD1TI1xZyvFdRZi2u5yzFAsoHCR
LwtLcZ9BzvpsTHEm9djpOr7mrBr+YFg+ZDkvW1jZbJamUWiaLHVAkIeefkJAttKpRncB6OP3MrwF
dMWJUwnnvsyGEJM0jVQzA84OSrE12BTfE1M5EGvcXPZkJfJPPBG+zRAlTA9LREIdo/rduCkoQfQn
0pqSFbtsB+MapysGYhnUx0AB76q0dwr1jkeQTkY1Wkb59nWVix8fNQHABvE/2xRJFTVIOFd6jWf1
XIP21enqqUwcTontKQoUv5bJY5DaZV1l+wGonvZ8GId9PJj2YbSWEf104Ik3W9WwnTmPN7DR/c3V
RI2cGoXCe6u1g8xP6hjyg9E4h6aTTUkw+C32mrnrIH6rQm2t0f0kLTUAtubxRzDM6lscNuHBjsrp
fQxTM3hIOk1/o+iIeQVXILE5qGa4tVJi/AmiZL43Uy3TPMXq821ZlvngGGM4xOjj112wrYPW7A92
nSggym4SwrckDPmPGlijH0pd6bqbFwV/KyeLRI4SBlnuWi3QVNBazjdDXMe2ZIOvHSfAzi7EDQAu
YOBA+LglLr+MYKw7yEFCwbY1ktaS7sbqUFIfPbXLIbu2MY6taafWwriLAOKGNcCcHCCr0cnGxB5K
GpfNrEXssRnhrmsScEvZE8wQ/Q/JHpLgse8+Kqlm8rI2Yryi/wSeN2SmNrKsU2/qgHFb5wYS/uqj
1D0t2+r0LuEx6LiulXhrFnd2dW8YD5edW3tngDj2H7OL90eX0NDyMMUrANP/+p++Z06RPaZN4hi9
zzCCqdK7RvHbyFW6vcTwytezl2o4Dk0QCgP+fGrYquZWsWkLlncz+qDF+9yDkos9hP1LB5kgI5x8
C8+AMGH7sb2dE8B9DcA4eXE16eb28m9ZuZdOfoqwBm1tpZC6xU+hAzHQg2eewkBbrrdgwAceAxRa
kn2ykj7BcdxLBLhvFQNGp74HRpBHNBsyjBcZT0UKBItVJi7LgttOKT6hLrprpuappDICvi8+VCHI
jg2LqoMsI8kAqiCU5Yt5H6gpUhwLSPpWoe0Nhk3HAYlPEl/HM+ACVwlXgmsVbHeRC/wA/wwmXVXc
NjEIpDWz/l7VpngXg7SicKiSpJozdUH7xhM2vvYhJLidmPLqig89u5pUNb1XY1zDeSiTcFwLYeSi
6K2ASBTchSJmNQ7npuX9CDUzpe9R+u5uVKthOBXoGxD+iV/XyTPqMPcs3YI4RHeg0/l5OYDOZ6kx
V4XHMrhqVHxOkC+cflAzZGYz2l3mGtMLK9UNJ9mrPeROH6dPNpohoaVi8qp3SVM7hI/3EYD+LYue
Wu2JdvFNQJ5HzKEquozFdWVtoNIFrkUT+wxcheLaQE9Zp7VaQdojB9VcpbeaG5nzHSpKTlBwv5xV
J55+j9BYSJuPoGJPlxdmbZOD7wb6miAFVfHMP10Xyk0wZUYqpG2U7IcO6KXdmK8GSb+fVIDaY6mF
ofiCF4J47wzxaLAKYT0Ns2NA6nVR+uDbDBPcl/1Z+dBLnRH0kuCiwGiA2ORpCPq+xJpA26O9jXhv
058ACtbEy+arXn2h3SboHFAv6dXopNAAAf9fGu15uFN1F0xakl9zvrpL/R7FDEi64tI1hMxQTcFD
io2FIhwD6TsHrgbzfTL9rJUzA18OhyuaWxYKucaSZR/dEEpqI63lULX1Njd3z8s/j1vHca/cp8nZ
cWe3k+S75/ctFNQYJi/ABYh9LXI6d7w39bHCjRRCFhfS3yPgpdrr2EqgLuePg1MzwqGPpFGvmkWl
DwwszkBvJ1vGuHR+rSwW8NpZCKxU9LhPF46lU0QyBguYsPcn9SWfvSTHcM7sB99mwfs6f/CYRN8P
uCuxh2QYc4BQwPmT2HF73+YRRLfb7PuQJJg5Pk2ENQOfB+uNtobca2Vv+goN1kmZQGzDb+fgs26i
zQQgoTPjFTHKKndri4muFa5LXJo45IUrsygCooNkEycsHspRf4PG6pIcBeP1nHwbHrm4+Y8tEbMY
DcCYcagOu/rcgpLBAuXZtR5dW7I3yqpPTEc9DUg5qonVyIQbqGgDbAZeltYhauGAEaabbtP2PVe2
koPrPL2ET0e2hF089rQBYSps4cmKnPyvSpCT74ygcKn5e0ZZO6KbQt/04/Nlwys+4gFmg1kDqhFw
UUjzNNuKGpMWuTtknyG4YrUcNzN11PjKtGP/X9hCcWGhlQJo7usyPD6phjrLwRyYuzbw6IRuNW2r
lgxzCJ3Tfr+NSjDRgY40cg4A4sX0tWynSgunCraarQHyscRG2YtgQkWyfitdp1NDwp4r9ak20hGG
uuw64TdzuR31P5rlg5YxR5e9z6/RaVG116LYW43fJZIHwnmqCvMUHTzcehhPEytEObPTEMkoqFHY
4OHh7LaR4Q5LF9R8yoHa0/Q/iWzSeuUGOLEp3Gs6TjMto7A503RjxxuSBTtTv2KtrI8mc044VMqq
ZXE51mi7AwUKPnw4NTmgZCIMFIe0dyN1E1lvl4P0/I18sqDiDAXuckiKa3AuN1Fpu2obb6bvc0Px
yHfHuN5/3xrSUhU0YHhigdfq9A6aRrWvUTzHw7+IfH2q3KQ+KKjvJeCqqLrBAYBGkpSsbfhji8LH
Y6zDRKoJ4gaFlNtmBHw0cQfL2EQ8AwOsLDtZtabhBYsmCwGdipD5AZ4S86SGfxh38qbcdBgUOqKp
8LTwNVdkj/SzbwdQHFQvMZ62JJlIuk5XMxi0oe86oqDJ6oLrmoDjkBsaoJw3VvyAF9vlb3eWoSzW
IOoCIQikd2fXA49Y3qQBrCn2ryYL3YFKUqCvi+zkOShYEC6FgNO2KmJ0IYzt/BHt0v1m3v3Vt8pV
+Rq5v3sncYEf8rC4m29LnsCyYeJIAdIQydGXAMbRUd0XjRlVqak4uYqXEKoP7W1TvMaAqiWYe8gw
jz98W61GMCl8vDQDYXmvITzC6T1FbxNzREXs5OmmJL96C8PWgWTvnaXngkFhdbVubvsc1VpnHG8t
baND/5xE28sxcnZUCjaE6zWYwzkzOWxwHMkB1CiHzgFAvaISX9ZiEY8rVGpQ6EQ0CucIwP4N1yLY
qcvnVAd1tEzKaH2x/jEgHBtG0k5zViwGxidUJAh54KMkPZD5YJ/u3pZNepy0MGFxsOSC/HGmshiT
mBAnLwsCSqVsWaYGyDsavqq25DusLxN4AsCCALk3KmQDwagZPUZn4UPcLOC7un7UjMfLMfV1jInH
goGRZlRHLFBXirnNYHBDMXp4Ybxo25+YlXxNQea/Jdtkn2+bnRQLvBrER/YEp6qcdapWwl6/IU/k
Z/9Tcx8TN4CCw/1hOGgH01O3pidxUsPXvuSkENG0nRMOWBlWMky8sGJuXXuzfd130NI2HcO844uW
AECsSeOpMgLN1TgBuhoQPIY6oEgETMLESMwaHpvBTZXdWc1339DLsXD094XdFPZ9H4MiA1fHZLhU
7/3JctT5JpVJYcj8ELZUZeghm5YjrqhTJyO7QJXhAM6nuk5dERG+Ne2UeAhhAnUOM/Teo4f50O8+
QIvLP/Pr1DE22aZ8kUndSc0KiUUU2NE8DjBra+70+JB9qm7kZMgIr4e3H5OX7V9sL2OS3OnrFXsW
lPh0BFqSSDPEF0yndoqKXpLizLZTXbEPbTttrZvqs/We7+PUme449kLo1U78ol7LtHLPMfnLUh9Z
X7bM0aUMdncgIQJsiYk5M/eLV2ga184Y+MpW+8ElN9cXCdS5ryB1QakHuBURaVRkESnmJQWID9Vn
9aq5KIdfG3uyHR+h9XhVO0DPXCeqI4vZVTcXHDEU1PEPhI9P3bTieZyHEW6OSeEYzCvRZohva93V
p33JvDi4rWRdz1VnwS6LQw7EIqjHCjabJOi7UoGzWQbqb9XPO6fa5tfsEROAh2mDefyHYTduY//b
iAZ802PDwtlqNFVb9SoMJ/ZtqzoTeaZAK1Zsd/k4XTsIjs0Ipym+JfoEGsyo2hum1tA/+nvZwGqu
emxBONIUMwi0AChPjKW5laNdlRt63zpOeGhCz3As56XZ5dsHfc/uZfti5XrS0c5UKRhhUMgQR1W0
seRsrifFqZoXgl5NBer7/SibQ1u52WEFl8ECkMAkmnDg6HFms7Secc5RP0fzhNcJmtYyqe+V74Si
BYbBVVQlgT0RDmw1qE29yyFkHNsvtvmgcsk439ew8smuRgUSzL+Y2IdC0qIndLq5elIxzDNn3L0e
PcsNd/ad7ljb2As2ldNuouvEb6+zB+qG/ui27vx6P2zZrYGXRu5k980dzprrwKe3t/MWPGt7zQm9
l9S9HEpnKy38xGWNjo45bkWtAhgvx8zIbTJcJ4avB9/dDjCBb4gHNwiEMKouLHMfYqYY9L3cLeOD
mj5SXfL3l+0krrKBno4BOJ5hAnxy6oLSq2GUDQV3W/2T1E9DezXwDYigeCQxdBb7iyNHhoS1Cu0A
+yKE/IKGmawhuIrMd5r6Uoobbdm9okNfuZCuI6s922PpjLKkXnRwyDNeRweEsweMuN2+lx6AFW64
bQ/RVe9me+7Et+whfbT3mYcMYKs8F76saXa2RwBUV9EBQ9UeM/noQpwurp7lYDTLB+4S7bONvA5j
LpcDcGVRTwwsi3EUgFkbE2OKYICZd3Ow4dm+BA5VhltYiRF03RB7DG0BCLkLMZgEGQlYu1ipbtKg
cXJttxBbWCk6Kt5lh1Z21LEpUfCbjHahkxGmxvmeFtuuueotSUa75g2qIV86kRjwFi/ttOB06Fod
H4V+0BLqFddBA80xtFQTScivff5jS8KNmWvGDFQRLBVQwotzdLGlQ7hnbw9E2LEJIcLs3FLVoqRY
r42pOVHjaH7glX4TbifwMeDcnP9c/kDnTzrBohByoT02JB1hsVY2i7iCQ93Kza/DQ4VUi34wy5VB
oM8L14JJIf5aZcYVQWGyu8qVmxItU/ev7Y6u+hPCAWxySOYp3rS97OhKJKJSjXgHlhHgErF52A5D
n9CGgW0UFbrkhRp+XEtg0F/NNOGsgg3MG4FtgDKcWqfbV1eMuc9Hg7u9V92GjulYV+Zd9giVOxec
O5+GB003t3WSQ377qfuDcwuwG6Q7/o+061qOG1ayX8Qq5vAKpomaUbTkF5Ysycw58+v3ULt7zcGw
BmVfvU6Vmg00Go0O56TkvSf+r9v6Xr8YMDe6/BjKWvUqrRWQNwbmaEZgNzUCS8aYvjUdZDP41die
k5GhNHPLM0Wi5sRj3PcrruxCPGXJmMry9MbDWiTSly4Tv1BIGT3kQG2/red1FZrSkzLgaGaiqicI
Gm2JpKS+qxzRTp6Am/PQbITN5D53puyAxtWWrebOcI1du0FxhjFvuqquBDQGvJIQyWvUvavrvQGA
GyPAjKcVSSA4sFT9NLEQblY8EKrF6HIGHBCw0OgB3jaUxFCd2tBUGvS0PIXp8+3FvH6NYDGXAuYP
WFxAlY98XthAQPNRw8kZJNmGe9/Wt8Gv6Y4/Ka5vpoFtG1thy5C8dj6Xkq/OTliKZQfJtZ0npHuV
f7fudAJJJ7qbj9zP8lCHuNdZETxrQalD0oltFgDSJTSL2KnTc1P8vq3WtVnMI90oTX8ns6/CvTAA
vWNd+eg1jcRmY3jNnS5P9bbJ0T5bDgGrfez6LYSCwFwTQM0YHgj9Rpf7lyRTEbcdEiKBZPY2evwx
+9ZY/ftEdKtJ7YqMTkRe4iekDHzzk0eVh3EcZ9996QLxARjdgf/G5KosU9so6wMH9k18QBfC2cze
Tj75554wkwTXO3cpiNK0lKMkEUMIUh6Tg4YFJuiPL/bhNjV/iB+ioxuEBaX23RN1SznKp8VpNim1
CploXn3id7wpv7VYzy/9FJpo0CXpLxbdx9pyfhPKgoIJR4+Geuk0EcS488SZUipEjuwssAbjjBZI
PrLAn0g8VqPuqgXhmjQAO4aOtSs4XX7s1IibAsx/HiQr2qZ2bxs2bg5UR0BDFv32n7Rjp5sj0azh
owVSEcOAVi7RuV3vzwdQGxsaKqaqNXxASiSH24D3VDjov5vD66fujLvB8vfDHjMJNjq3c5Lt4ycZ
/YQmv7trJrP0CPoyGF+0eoYXH0TtOt5Aw2REIZILo63WwE6snBChMkb1b/uK+f/Q1oV2PNQqdUSx
Il1JqZOp9doWNNnhcBKCGu2+Tl+cW7F2iv79tqg1swKyLOCY8BQFXjN1W8Wlgg5MGaL0vDXu44wf
7vuk3k9jXG3yrg5Ncex/SfU47ONw+Lgte/Xg8qqhAfcajCb0cEvvSwNX6VhOBb7J0zK7Zs1Kzzc+
vZAAAJwf8xhgQfvlpRP0I6CYZWqE9ioFZHocYh+tAWx4+KPRRrND544GzPJ/UGrhdym3F0ltGBQN
PENYniPgNTd/3YmMDrslKgoV5dRJI/OdxIP0MBju6+kjD18bcDqMMVDtJ1aEfmXxszBDwgA9hiF5
DKZdLiDqsn4VtYBgwesbkaHGyZjpy15zQ3vlErSj3l67FWkzxy6wcub4Cf0kl9L4UAM6WR6V5qCn
P/Si6TZiqFd2gKvsvvNGVuPDVaAB4ESgkM2JLjRJXh2zwO9CvTTi0uQxhE7aMgZnjSDGZGjwIvl7
zQBJPk+Ez41HNO5cmPidEfBViQGBwg2qzM66bjuE2qZpa0b8eXWqoNU8bISLFxYPy79cxLbvAa1e
Q5QeNZtUG9xAq63b2qwtHCaZ4C5Qmp9r9JcivIDjUdbJSgBDAAyw8+tPLeBaS5y0r9uCrvPwUAZR
NNYMhxgX0ey+FlFoiei3KKq+BGsJ+N34dg8qDNvovG3Bay7fVHexWO6EuHAEj9UIf+UZMReGGQtc
PzJwCfCGo0Qb0uhPOWCO+Fa64xLdFvI3Y3jQxBdxalOitEByKv9+phsKY/pHRpjIw17oax4Qzm2E
jujSFL3RbrzJzptkK6Sdo5bVEVVXAJ3VJOUkK00VNxuDiLG1V1fPLB/lB7QMo+VQorOSVZs1Uinx
pVn0KvqTh1HDyGt3B8znwJYjLsXUXyvYt3d5zZwWMmm8s5brcBKQFQYylwXmu5884I+yBCzat8Ws
eRcNGs15LjQZypTjTLUuQYVALM0wNFy+Hz5KQdkga79BRsm5Leq6px7LiI4qFMbhNPESpCKFsDIS
eUL3sJmDOnieE5U72fJBnCWEjRWDjV5vSyvtXmLAqnWd7/6X4ilV9QHkQn4J8XU7aHaaAtdcDnsE
ETKoSMB2b+IGOSFuGfES939pSnTw9OoX4yNWMIDQDY6uMpwdlBPoQmWISgUYIBTkkILorCqgqu+B
ymB45bswirvIk9wWvHhtgKED+CxG39LaZoOjUUGHggCueJ46vZlejXplaKUJJKRjXw8PhT89cD7/
Wk7G221F18x3Ierbhy181DwdC+oTHaKaorXyMUtPUYcshFrJLKKDNd+OegEmv5ADV/C4uvRJ4tjo
EqgTcWOBbUAqi7deVj5ua/OdObiImWC6BhoB5wl0VGho555i5gTRn1gAU3lbyuhrQDD42cabJJFI
Vr8GjbpX/eex2HrDYyl8RkZhlsmRK5x02miZK4/g7rIL31UKp5e2tz/uelcxq4uGPQzyIC7GOMel
/vWg+HLehYUplJYoTKRFy9sofkTGwz/I+a7NAHYQGBfUBTcYndQBILww88QjChCKI/RMJdJOzlgs
1qsaQaU5CEYLLV30Dbii8vowKcwRkwzN9KDJr6N3GlJGmH9tOCBIRSoV2K7Ad0Uv+eXCGYMi97oH
ZLmmT1Sz5BrV9DxE/X+/bDgJKGFjwgWI1ZR51i2n1FUAiMWuGJI9cPm4Y16JqiWCFgvTXjUDFPn6
4M0AuZhKn6tbAK6ldklAJ8kweQAZqzQPQVvrKq1mqjkr4F5bOzQCIBxF0fW6jRvRvBQncx/zoG1S
71NMXm+v2uyMLw8c1AA8FXTB5DtC6su90eKgG9W0KzDybkkF8TCTIQd7QVRQVtjK7ddtaeva/JE2
/77wVoLghVISQ1rYK/bE+wc1YfVNzafwSqH/RE5XxElSopcqqkoFMIY2desEijvyJjekbqiCJALt
Umi/v63UiiWIEjKu8xSbgOwI5Rf0IYiMbpCAg4uCjzE53MRbQL65LeQ66YODYwA6asaFmUGxKXvz
hj4fgTABjH4ltdR8MDWdwwRShDdy9GOM1Kcuf8FT1oq9ewAqfIx8sQclZmVIVimyxtmukSGojxEv
97HuAUnpzTG4YdxzEzxuY/sg445xG5FG/5G1+b4DtYIxcXbSH4dhZHiUlSXHgxDNabiHwIdMl5fF
AXmDKEfdIPX1J7zbfBNoYbUZ1wkrmJq9BmVOMjh9QCQ0t1YgpLjUNC+EMMTMUAWObBljplwDA5r4
c6n5H4ranuISwFK3d/q7tZgWiRhcAZYXhgWRsb0UicJ8pvdaU5nZQfw5Z0xD++MtsoA0bMdm4FQ2
QDfsdvPcE4Xc//0AoY5JTAETI2hXR/hCB4+yzgWK2LeVWY+kroh/l50niLUU2z92pvQiJQSvurv0
aRMTjhW5znZDqQ6MIAzzzRV25IOo1fYR9nNSDp4T8Vgc0Jex07ex+SN/zbexwyIlWzNigBIBggHn
AU88uooxSB4gkBqsM/dYm9MGHBguIEi3k43Gjk3EuC6Y0ijXFySaP6kGVCttdefv0BB9SqwQhA2n
N3mfsV5SK29XHIyFcpQRaUZSCkIH5cZ7YKZgEI6gaSGxNDdi56PnO+Jq1xay5jBj4dVVIcJRbSGr
37X2LyTr3PYVhPUEiEjOcGKFYWue8EI16qIX5BazoLNqzSvGFt+1fUe6HQa4ZFIQ/7Fxq+f7lHUm
r58Tl8tJvWkykI31Qg6Z+n26CSzAf1mjGRwM4qC4UVqNLTuD+wY+YCdzX277g+vSOEYrkICYE2B4
y6Dp+XJ5+8Tg6rGCbOHD+IzfHe8oop7ROsgOTLt8yywvrLi8C3mUpSphy8fFvJ3yEU/uE7hpUblt
Xkt0uUw+EU/gizGTo25mjCtu5ea+kEuZbNOPBig4Ibc1CweYkr8eFJfn2ea6rh+IDdDePLewUvaT
CGIRCEYHD7cT3fYrPUpWYKHx0TTMyu7ew+17sGv3I3M4dSX4gX5/5FI2ZGQY4pKjHlyEr/E7sgw+
8Q7Vr8oWzMHOEvJ8z6IeXRWIvDro6QyUwb4Na3EulUZSMnE2nJ6bDhgX3zcZC/VKWvXYCxmUsXQT
BrKzENfFaMqoZtf2SdiO5unh1UNHHaokRLsTt8fw+Usl4xv6v4jvuME+tOQ74+lZ//tITMEop6wD
EARJMzph14dKqEeiiJOSPxXjQ5K5I+t0rDyZkPZDtGegP3fmJrk8jJOix6UXK5WZyIMF5EVBBCqH
d/Q71lW4Kuh7IBWvYDwzqNPA5ZGQx5lcodBtjrtwMxHxTSbKvQoKlp7UVnngUfuazi3PWMTVqwMh
Jl66ko7eCbp2GshlW9YjWugGp9M3xdlH2GGrJ87FtOFt17aq40LS/PvCQIG7gAH0AZJmWEUTrV8E
fJD/IAJ0PMgp6uhapc9A2Cad3yfYr7J7DoAn4kmbMtzqrMhlVZMZVwPlUQQTdCxRZUhYdyMsz+cO
avYgligYmiOLyfu6KoqrABklnGYBAK84WpcLFuuYOvU0FVffx2AB15DErmb7RN3qhyAhk93sAnLX
k3zjHbUti1p1tjj6mse7Q0Q1C9kZ4FlcCjfGoBhKDRap6e15VPVN2xhO2MuMHVtX8o8ciULgSicB
1F0D5Iw7DNF3kgl8Ks4UXPjIh9417EkhAYe2pdwO5pKrAQYXq2NxQnwXl661BQw1cgkiYlLpUts2
CwMhzmE46rF+1x98PLoOgMu1xg/NqTbBuzQR6Wdl+0/8Bmh8HyEI6xgLsWpTeHHMXIPoWKZ7eWJf
TkFPgy9Ip20/3GteiWEAWwetwj8ckYUcyoWPaamPeQA5Xio5ATCNYGHPbZRi/HBklIfWrvgZpeP/
VaKc2ozhFuktRI1cdVQFz+kVw8rL3BSF7qVSP5KqwLQjI3hbDaCWUqlTwzWZNHUVpE4zFkqMiZmv
USAlZo1RVtTkLXBmUFZoAD2ji1uxtm8v78otjDE4A0gbcwsqxv4vDalCzJ9FmQdD0iITNGeg6/37
DdRQYUYnMFIDKFlRpoo2WoC+z6D+mRCQEayC2htgfcLJuq3I2joiEwXckflimOFcLzUpRB8tE21Y
mylwmZziJG89Rznyn43d2WCnAAMQS+JK2H0hkdo5TRxbowZYCLqxEnTxiOf+bNQEzR71pmIBJqzt
01I7KizsxLgt8llWWKI3UjN75PVuL+CKA73QhgoAxa6emtSHhMLYKkC54GpQIbKWbDYnym9dCKG8
dFoMalsZ6NvgXfU+sFobTJOJ3VuPo6t93tZnLVLALAgAJsBqNdsFZXhTWid8lUcYNP/ArmDyJSW4
iAZSuepxemMIW4k0EdXp6KPAVLYo08XJIQSjg68ktSm6xom3p73nGGaBSbN3MOu5zI7/VXNYiKNM
r5QKqVfSDECTnWTVoIwQdNZWreReLzSiLC725GwCS04NJDCrv5fdICeRU2lEcHWrNUhjS/fzk6Qg
+SH8rTwx1pOlIGWNgGks1SmD9NbM59TS3a/O4U3vDK6gx/yzMoOv2wJXnl0X2lKGyQ0tP5QFFrQ3
zmFicxkRJXAgeySTGD2/a5KABIL2CnQfgpdz1nwRVkrDAG/P57U5pvsKUNAeUqCfeWg1rCma6+Zm
TFstJVEeUeTEcuJESFKPEUf6neoq9ul84gtSbAbiuwnZgeqpJZ7dsgrKK1XeS9mUgU5VpYmNAdn5
fUcEYpjeKXY7+3eLls7N7a1bM9SlmpShlrEvAm20qE35Z3YITs2GO3L3NUMIa9coe2zaNAirHPoY
uMV6YR5ElErQnYGWj4VLthbcYd/mOTMgyaONmVKoAUNMKMTlrNDkADLGR64KDPb2sK02b4GTvxpH
8Sl4GPcRkgTxr3hkhHZrOayLD6CUBUBrXRk9PkD30HNfvZb53TzWmn8oo5UBvqr/kOWPqb5DEVdS
KgKacCZHw/VI07fx/lkE6kBW6dSCvmpehGO0He9VV9jr7oAJV/4z3XYErU9ORwZ06AuYdQ0dDQNv
gTucDPKibf+6AfryW+gBnTKtWn4c8S0TiNE79V7OGSRa31kd+l5UZ8opFakQAKRQWx5XYTmFfFWb
HdISCGHclLR3AWIYP0BWVN5gjmoznXmXdXbWEr/A2f8jmNrqjMNocT1AMOZCpy2Pty6PLmEQ3M4+
PiyYLcnzub+lKLWtHHDP4yqFvEYQSY/KReURUQAys2Hf9grzP7ohiB5817kRiF069owfTU0wa28v
h7u5Vo06tSI7UvBxW971wM5sJH9Wki65otUrioD9XZs//V1dki/cIDi1k4mg1+JJS3SWn2BpOIck
i4skzwFF6qvQsI02WWFVMuo+Tqpg5oEU6W+NJW4tPlzqR4VTugIqWqWZLQV4YLw1VL/85sxYw7WI
eimDuhuVoUxbRYAMzH2a7Zf3lOy5nxFR76R/KIte7BZ1N9aNVMuNgMVrWhOIq6lwl3QMC7wGQaAs
groDE1Vu/P9dMQescaa4y6zURUtPA4uIt7WDbviN+EN+uL2I39mca8sHvBomCwCFQLeKKmUSN6oG
1YxHdaftpR8Gssc1OXfIxQA6zinMH/CcZoLULr/hLeHtH9JNWNs/H0DtYl9GcZiF2EUBDG7lAfD8
geQOLLi6tQgR1Wa0MEtot5S+V39h/qA51LgJuUDAfvGgqk+JwRw0nE36aiVlDalUzIsAaoEy+cAY
Er7VoYjqoi5mRp8BiPnuwjNnJXbi9lvfur1161HTQiC1cm2kR15gQKCCAIOMPfnxJpL6cdzkm57x
3Fs3k4Us+gSUSOVVHmTlNu/ZKnAVYsKbA5G3DSr2RCWg0z5754/iwbcbFK/igwSCFMZXrGwieF6A
DoA6ACgXv7Nti02M48pLShHAaiqK1wRlV6tTBhb10XyHUduIeS0dXUToVcFVR22jrMVTExkySkRl
ZXGqW8WvaMmdOgyotKeAxXq+ppI+czlCJj9Xii/dcpnI6lQFaERTE356VJvyecSWsgq2Kw9pdA+i
lIDiJVAxaCQCAI+XEx40uD99yxuspE4tXyU1/yI2r01i68MBbL8TC0Z05Q5YSqUv1XQCr1LdSig0
5p9FovwQK9HW6+z19jFYkYJWqT8rSMUkLXC/8jxBg2IfAu9ZFneNKuMtpm5ui1kxC6DkImM9o06j
hEmFImXkCVHWBVhCZDKdstNAgRmDQyTL8lNZGfqDJ5flU5gw0T5WLm40ziHIQ9cGWjdorPqmC7xW
By804HC2vm63xrlCeBsdy/gniIDi+P62nitPlwtx1DUk+1BfkyGuGnHKeTvmCjsqK+QXLQFmelvY
ivVjuBOgByosEx1HlFfxZaNo07l8OZXbDtiFCaivb0tYiSAvJFDqaEmiFEEzQJ0CLNdZDPrFBzk9
5vVg3Ra0tm5LVaiDHPS4E+IIglT+vu4xRuUX9lTuhTwF5N4/pLkvtKJsvlCrcch5lF/biStPaRAP
dsuV/n0xGfd81ogM3VaOGA7Y3OkNKJ/5Br10UmPaysWoQFxn3Gfptgo/mQWCteVDZhkuUIbXRdft
pYiujId0FCcUsvNzqJC+3fQxCNEfu4wR8KzFWYAt/yOJWrvBAx/nVEDS6Hpu+ntymv2vCUUZzVYe
5Ef/XLiyj6zfbetY8x5LodQKAk0H3JoxhOrRJoV74s9aZ8mtNQYPQcd4Hq4dqj+ykGC8XEq9BZBC
kENWMzyG/U5n1cnXHvzw63OIgyZYHhzLlwL8TJs8IYZfn065bvJ2euzdYcbYx2sJF3+PB4xh4QHD
wglbM8OlXPFS7ugHAxLCkBv6M2nSj8hLLJ5jVFjWhfznqqQfZn2eGEXa46rEc9ONCwThSb6TdBY9
05pBACV2bg9Hc/gVH5VngGrNl6GLxv/Ok02fPkx5TLoKgN64l3/dtr5Vm19Ko7ygCCqeJg4hDUMd
6k89GuKtaoBqBZ2y3gRkFEmyB1jnuRF8xQQSan7QQLG8xaxQbYMJODSHpKu3QZSqVl81ut3Exeft
T1yrlKJZHvzkmPQA5AdNKxDmUjam6gijikW7a360eHy3gWhFkeH05YeoAaQNeIFg0TIFvjs20iiT
vkTGq32b9HMSVFtOkHeoGp0UHvgeBou9a3UNlx9IWd9Q5QDtN/CB6nFwIkAp+ZsELzS5Mb2N/Jhu
s12Ag+1ioun2yqwd56VcKh7tA00svQg1gTz+0cjHlJXUWbPE5f+f5S+C6lyO5FiW4S5EnCoJPYNN
Z2nBLorOXkeMlFE1XTteS2nz7wtpWdGBDRezQpj8/TlWc978RWGhe63d+UsZlLWrrT71ZYEV4xIn
ip8k5G9iSxwfbu/LWsUIwwZA9sJ4GXCU6JczCLzSIU2gyiS+ADTRrMptJTQkR0ZRcdV6J6OdoGQl
PdZ0Wwqldqs2pFL3FFhh3z0n8ZOS4LV8VFmvklUXD9cOnjowj89Te5fbJKOXJRzB6WZWFg7eZJ1q
N9Rs7JZdHD1bR86vJ/IDq2y5ZhyY1tZQEMPY3NWQbKi1XSrqWNG+iO2wRAWu7l6mTGXUVNYsfimG
Osl6qnt8XMI+gsadcgtnmnQTJt2BR87zMZElxoW8bikLvagjzFVq3fPfBjk25gD0ehmDYnhMHFIp
svqc14DoEpzATUSMsmNEHqw1pQxGDEBTL/FYU4+/D9u3uHWrgUFjuxa7LdeTMhZO1PKJj2Es4ZA8
dDq4iXRA12rVUxV0NjqJGNu3ljs1lvKo840GgUb3EsiTHi15lzjaq2RY3mPtTOa4RX3RqUfr9lmf
F4nKCRiaBHQyzCFilpRuYENhTAlrDxLVhPsao/5XlsgMEWv7hDb5ecIPz/QrlFopTOSmN9AOJafn
Pr5LtCeeZ3mstY1aypgPxsL5Sgiy6y6DDE00hz3mfR84M7TVbR+R6b7ddjswE7nDm/DJQi5aVU5H
3wgQ99FsRRcsOj3x9ThF/KFMteN1cUjyuiCp5zESHdfIRUgsYyQHby0FEw4YUL3UcFS0ZlSHHngE
j6qb28IHd/Jwok3/LgiRIbMEC43qLr/VWzKNRH5FG/BO/+A/ghfdCRk7ujL8MH8M6DfRWAAkbzqT
1ISar4JErUH7guLkeG0ASAW8m5oj3GGgNCI+4JPqg/QlbP2EZG7kqs8sV3e98JefMBv2Yscx1TVW
gLYHgke0M0RbRHcd62lzfSNBBAYJMQsH1E6ADlyKSGtZKPl81rL4bKvfhtyREJms7vftI3htu5di
KNuNUW8P+BJiEpB/dL/4fuvlx1wcyMiz8FJW6muzLLxwkCxDVp4e8ouneJgCD7L8IXKT9nOS1X0j
viM/b6p9QQTQMKO5HQjz8VejhpY2dkdDAbdEhS7zSHe45Dz48dNt/VcukcuPoryeDG5yr+PLxsTb
BdQjtc2hy3vcjqElqa9TudH5O4lFiDKbx6Xfg0x9hnUA+tH1xB5fGWMuiUgzpTp/H6fqYxJpjPD2
+jK+FEGpJQUxN4xl1ZhiJtlVZPaCy8cWV/jbkdsFgO69vYyrB2KhEWWtdWs0XFBDHJjSSI/pvSCp
gU1fMsSsWutCDGWtvVqA+M7DwqmxsPFrJ49QOpHm4T0MsGz/QSUgYcDLiBh2ojuX/L4Log70KqaA
QqJSAgu/sTGsflvIqvkZILwCUjYALnmam0bNqqQZUmhUCb8DdBEhU4fAOvRM0FSRNDIDlYji5rbQ
NfMz0O2IiVRk/ME6culatGlQS13BZhUpBm4r6S7pK0Ywsea9liLESxFcCaCUMoRaXBiZHOaYwFKB
1LhUPN9WZc0glnKoEDAsY6xqATmZFiOsPeFhPaHlPsjthmPYA0sU5fNLMRfiWoaoWMysQCdFJaKV
26yaQxJ+3NZKZO3QfNwW90uVxeqY8g2Wb9MCClEk+rHZyrZhiifMbJrAjQXasGBP7k4/BQ/Pkfns
W4p1+yPWPMhyaSkPgnaLvuWb2TLbzE4zu59yp0c/giLsOR8ExJ+3xa15kKU4yoOUwNgYcx3iMOT0
xIkTUnqYpiwL5CtuC1o1zbm9A12JOAQ0eJWA7IbEtW1jyqUzSWAQO+r++8SyltXVW0ihPJVhhEmK
gdPGDFO317sNB3Cn0NsPdWoX+tlvndtKrbSZYaxlIY/KhGZlWWjAZ28whEr035pP0lfJ4u+lH0pK
/I4Uvsm9oAViI96VToP5MP/x9gesbp8kIe2GQQp0TFEW20kKNwQj9OUicO74oRnKpsqihFg9Fgsh
lEn6oxpw34vqoVWPF3+ELeuCWWnFmceD5rnWGTNaoBulpxioIIOHdcy4U5mfM/+t8l1t+Ajlz6o7
qdFOLY4+58b80z+s30LurPrixHtAi4iD+cTXk28JoFtVNERE6cNtKbMV0IHHUjtql7iqS7vJg5Qy
u5PzL3k8iEisobDnFxlIQhI7V/8a5+RyPaktG/KiNJCdgl3UOyN6A+uhX78prLt65UzPHb+AwkB7
NiJm6hrokAWYGhFSCo8zI01yEpSKYv3UCSHjFlhJ4UDEQhS1UT5Ignstw1MITHnGo9CRaRMeJ5c7
yueqIukWgB97401gNOWsuBNUwZAIRUIMRRZ6RqmouVYCaXpjNsVR9waigugFzLCykCOhbrc5I/Ww
cpovxFFKNlKfgAEB4grxkHIPQrQROIYpXtPQAu9jqRJli4Na9HrJQ0alPID+j6uAN3RsE6vLQNQX
2kL3u5GdSt/z+n3V7ZXsXIcn8CS0cGwBY3XXnpT4Fh1LK2NmQaOLwULNg92+j6Gv5d9JpxY7m7/L
5kN46A7NJnhonZQj3maGQ1bJLniuWRQXK8HFxQdQxyTzOFTyY3zA4Dne4BSBFRhvnXFXBJp52wUw
daUu2qrkwyRUIEryrTLa8AqmTOXPwPmKDx+RE/3IBSvc+gBCzQ4tCZ8KF5DPtz+BpSx1N+p6Pmgl
SF5BB2n1siUDMaxK7dD/KUUv/50k6lZMtHxsMvBymUD96bx9mezG5KEeH72QdXHMJ4LyrMsNpLtT
ZSAiyVEFSZV4qOSfTcwIqFe6kjA0KKOZDGgP+owzcXlB1HIB6hA5acxxOCneCTMuQ+KUkjNl+3Gw
oJzkByCbZNH5fKOOUYphqByHQgLoGpqhqcdC4Nd1AdT1xjQayarg3wbAn0du1BhE7O1EB/ZQbPqG
ukmLvd8duWAPjuhR2avSXa+8qv09utCIOIL6z3djz4ryzgbYdM/v48npc0ub8PKRCNhIIt3bt95I
Qn2wO3CfNxln1qBhDwrMXb2LrZukqqmlIyni/VidtIZ3hsA08GDygT/P8oArNiqC0UcAWhBCgSvi
QiRk0No5KYgD4AHRIZsbxzg2Dd4ulcq6baQrvv1CFOVs816emkScRYWHULXqAIh24LIFhj6guQuG
Z18VhmlF1FfwdwX87k99m6QShCWAzB7SyeE5lTTCK9cf8vYuKhrntnIrN/Ms6D/yKMfW1iOgxwTI
i7kXHkMskvjk16oztfZtOSy9KK8mAGumqNVZL8UD92Lq6OJHrrjSFLiFpm/1idUBsyJQmmGR5t6v
maGCCjk4MdA9UdVbU6hs3i+24fRzbI5cVp5Cwf77kXIkIURM1CEBi1w5ff2nmQZYON9oTVHxzLF4
HlFeDlSnzxjWsXLvX8ihTLEQpECugaBoZsZpiI+J8BR2DJe84igvRFDXvjRJRohiW2s2ngzm3d5U
WTyPq0oAYRQJRrgrdAFcekpxklQ/C7BYctD+aMBY3hXBQxYxYoZVPRZSZvtYBOydoHNqyEMKsPWI
hM7XPN/cNmmWHpTHj7jAENF51Jpl+lWUYL5Frgtp0v9KCD1JLSu55OOAoAMAlFqNsu11GZ6XUZ1m
rBWN2aOn6OuTc2jCt8op6EQL83vWbT3WkssYMfzPrn+jUCz2o6rislGAMYOR+ukYqgdw+pl9Dsy6
UbKKMDukDYoBQY/HOA8cO80uQbg7BIIVdBlRet71+scmZtUJ5i2iLs+Lj6KcRIaWocbgsLpp+6zn
j+V45/t7wFd3/lGI7a5lNBmuONsLcfM+LNYg8vgui8TZJsPe7UKDcOGPRHS9mFF5Ze0ndYbbztDr
wpjPcByd26rcp9nT7e1kSaCujbz0DX3gIaGXX73MFRuBYfdrideLtaK8hBomE4ZgsFaJwj/pUQTy
7KkHyrIxnoeOs41Yd4YwJ039YPjxfyucch6BP2FkoPdwIPin1KtIgEPentLpXKu7ITKAxrLPOJEh
ddUYkfXC1Y+aA0baLq2jrnTVl7kAFFTwWF5mh3KEVh9TGwAd+a4+8M3X7T1cs8ZvJnvkmdH/JFMr
rA9yXQwG5LVG9zut8qcBubBWyCxeYi6ouHLQlrKoBe0bYB6UcYgR3AOasCsf/XLFu3b0Hp/Fh+oj
ZzSzrTQtYZIZDMLK/6lGuWbdkxMQkkNc98HfhS/aY3w3fpUGWB2A2y7ZlrJ9Ue6ZgwlzhyHtTRZS
aRziQhPBY59AKl6ndv8brfPKUd4C1SMgBQsdjLF5NJWfLhQ5nw2QhUKnlQHyfMrMOHrQWaCFa5fc
Uqd5YxcuK1AiDMpEkJNKxlZN5H3Qg4JoZCWIWGIoR9wKQSWlzSxG4U2930XIrrGy9ivgBxdWoVDu
d9RHbWxnIRyA73S3eo2esoNgZfv8VX6MVBIy3PDqnbdcPOpEA82G7+J5k+rsxX8H4+/PBrhjnB26
nYm2Ue6r2ItPaH407pOX22ebtZ6Uf4bfTKqwgmRJ+uj1F1GqSck/35bBVI9yIN0YCxw/24Z6lNAO
+FMgzT7cKZnV9lApf512wzm2lIKIrs56bjMcikI5FNzaajCUkI26ODqmhJOMQjxRMWjv22882go0
Roy00n6jAlVdVGYI3G9wqsuT4I1paBSNgFnbIsTb/pQmuziyE8nC+L8VRo9jecy8Tdu65Whx5V0U
u4zlnl/yl+5l/gA0caNbHIVp+kUDRlnfSDIZI2t9ReIOXZiFYo48wd4CIyvCAHCg2pNnp4XNkKzN
q3lLNHVyct3XQzQMAJ5T3aPlr6lSIAht4n4bxkfOOKX5oSpfc8mttBcDZE9iSLjclvgvQXhX8UZR
CD/E98aM2+LzttTYYX/US28zdbGpFU/Ikojca5pXllFEpAbUYVP9HALebJqTD1hjudhIYoAC5baT
MRCI9EV9qKcYhZqfOuBJuUY2h9ERxE0EGNN0q5S7nMvsst9mnOtFWzWbSIMGT91VR7fqHuPh6Ekn
xc9Ayetbafbpg5gqBYwjoooUfXHTOYlOmWipooOGwwIwANkpSrfR6PAN4tXsJUX3t7eJtI1uvOTF
vdQgIwCa6PE+AZeNEFt6tdHKR71x0lgiRfc/pF1Zk6M8sv1FRAACAa9sXsp27VVd/UJU9QIS+778
+nvouDNty1wT33cfJmJiOqbSEqlUKvPkOQed7nn4SPODBAIr491Cw386xNVdTqAEE++M/CmNN1n9
GfQv6Jtk1rPRbXNqG+MmJvcZzo/cgSCK/aiht9bc95MPMR+PgZI9/SbXH7nBHLREbCRFMT1GpqMp
rxl/lvJPMtauheF0JCwNDbFdIHgrtX0tuRb7oea6o4Uf8nhK+b1UgFgXjRS1A07f9OF+Ds9fgxJ8
xf7U/G6g1GAd5OAeZayufjXjr76CEFN56CBg0EBiGISb1uDEnR9qXi3XO6ktD004bnT1PiG9Lefm
xoy/AS3kp8xLrbW+00J3DVxnQG1iek1GW0gkFkn1MKj0qJ3BOI6yM3aV34A2hdnJocYYri0/kKPx
WnnwsGdM540riduSecyQQtjHUgDhBuDrMjSUiZ63lQrz/JC4qtM7kJq9r8B7aL8/00PoZvsfaBy9
197aaMDCfCJK9GeWhYNJ85EaFS61P/CgwFP3pT29h6WdInV1ngzPOELy8TBuo53hFi7fSIMtu9C7
XQkQC/Hh4mfM19F5ltDVeRNCO9NRZyoSmA5cukEw7sHD8JrZuOFc4xDb36yftw1fZ0GXyxeuua6I
zVE20C8bQjdKvxeqVxeF3ZK19c2/X4h/F+sTbjo5TvvS0NG/Su30pDnkLvJjrLN0uw30D+/qbeus
lZQWGlmXaxNuuDQCs3xjYk/Tt9KOdplfaiB0QP3R/WyOp2SjO/1K2ry2SiFrTkgFmvLZjQ1rT/RN
MJyItL39wZZu0bOdxGih4Cmgl6ZxBRuchl+yvp3kbFfw2q77T3ScXCsZPptetUFqHtvQlHBGBbIP
rHuM47UX5h+mvf/7o6Jpd/lTLCtRC2tuySMZfLQiaIRlO+7Gp8D9ijeDOz3hVoMUW2bXvml30N1s
nN7d69x+vr0nV04MfSQI3YEreSYypiLovJeiMZHVAGnUCMFJDBuWCK61cVyF7l99Xxj6Q7sL4D5C
uCgqaiVTUlDoeKDwBjo+mtmF5BHVv72a6y8sWBHOpNqRKRlqWKmYbWKwB/mZnfNNtg2e8x1xssHO
0bxao/ddW5twQjNMJRhhyXtHyh8b/lLofq84t1c2/4kLfxEWJhxIVCylWm6xMInL8i6Jy/RdlQjl
3pCP+dFoefJbavmwUsdc8g7wo4NqBmLfwG0IXhpzwGS6KenRDtzIILuTMXVR3ank2+3FXT+Z/6zu
rx3hoTdpKnQxgPF2LOR1rjL4dBPu1Q/JcsKD+Zw9FXf6Md7pTr2GhLx+ls2WwfUErCWZWbyFTxca
k9VbLAZJ8Q6nbmfI9jsmEzyyqXfcQ5a2xqm7alD4kG1YtqxqYZAeofmNyvDGcvRH43sPAuhob55W
yxFXhQFhhUJglfQx640IBksdzDW504HNxa6QqfmZsypje924v7T2p7J2dhm3WZJ3owxrg6vcm5vu
B1RQazBsOvP7bNrQ+xqJEVTQP+FN43bt3lo8iHgLQIgCsvSy2KoflTzP1CntAawCpLXb9nMVS6dr
KdfisSDgf8bgHPRCxCYCbUyjsLCtSLZa6LvK0HOVDuW++AoeDA/iZdMpfQj9Zk3wfNl3QNuB1sWc
6omXBmas2pCasIvG0g/tEcB6P3CTL/UF84ROed9+rRzL+dhdBZ0ze8Kx1CU1aaIoB1GsCiRL09jA
nzpsU7uy24MwB6+/lZ29xh/M7nNmUUhmjTZIaCphheb3EPpOqFP7mS914LWD+hQEBe5HkC1JOw6a
pd+QsPhe7KXDGtX+nLZerRpjouDDtLDTIgawSorazMkcjJKDpvw210RMlhd5ZkAIAUCW9WnYIJY3
AwXKO7ehAutw2XzKWsBT28IC3gWt/Cqx+aihBB3ZwYAmdx9tw4JDhE+3VRpAKaS874t+F5vEVvrq
2dQ7lPoktvbAuE7z529y9nOFANLFoKyW1fl2ozv6fRbhzakfPRfbpwI8muaP1J96l+/JfnAU6g7O
6D7/YwTM5U+whMSNSNpQJTp2DFS2pfxdah9NBomndwitrXjg4sefeQbnKgcec8J9wDu9ZLxG/JrQ
68qm4jQM8mblWC2GD4wdKSY0MmaKkMvcb8gMPE/niAyeJh1Edaf25Ot3BHQyH40dvuh7aBAAI+lX
/m3Da3aF9xoPqpiwBnYtpu60YjqgS+2E+ehFa1Rby7v4d4VznD67BTo+6lMTwpJpvTP2pjHv9krm
EyIeUaBcAHkBeABJq5CXGHURhX1YwiVDfVOj6BE8QN2wzzbQGD6la3CPpdWcWxPCYEqLKaoTWBut
9zb0Z8Hi28tZMyA4BDWYPiizAWo+a8pPSIfe/vtLyeMf9nK8fgDUMYQTrKgjIbSreqczvmodisub
mvmYZrHClSx1Mf8+s2QKBzUfwP1rxLDEiNxBOy9CxTnmxzT8GQaxH6oE4NKkcbPOeu9ZBrqirHmT
O0wz6GZ+CpJ6xeOvEbsIHGBwgSLNrPUJWPelI46hVpIuw++Jf4OKxHIbgIpq8KGeAFJCQaSRV16x
S0cMjJCYJwTlNxA0QvjQGNHMqKx7JwxANGEcCpJiusbLa/f2F71KdGa1NWV+SRlQdYLOzuW6upSD
/qYsoDwMeZ3JjctH3Ma3TVwXlmYb0GClOoRfZeCdLm0YTSkVnVxDrf77cM9xS2063y/tbgvMs+Vg
9MoDLfAIBvXUXYPhL9umJtjRIN+rgu770rZJq0FhZpM48Za39vCcgas3ghR8jSKkI6H2Yf2aqDMd
Q3+Y7PpuNUtf3N+/9kUaJTQWCqINsI/ayiOGyyvMM5ru5OSb3ttNTh+5ivO8st9Xp3Te7zObwjdl
Q8dbIGwgeg8e3x2z4z10inP7K3bKHwCzQfzCA5vme3Fcu12vT8n8+oHQp4l3kAE5a8FrCzVvUZ8N
UVVi70bgyGxXdtsBKohmaOfSQ9fGLjitMyoDBr65veqrAyOYFnKhohmUhhGYVo1hNyher1Bv6J6m
VV7r+aRfXBmCIcGjGqYqQTbBEIShflb+9C3daztyxPSbDvEdhrxrJehes2tcWhR9iDe1xhMZFsFv
qX3Pt4PL78dj+NRtEzs9IllC0p49yj57RWZr7IuVnb3ukAn2BX/KODQGGYX9aCfdW8/hW7Ir31Bj
OpgvY+hB7xJCtU75op4maSV0XJ+eC38yhAtTSZp+aJQoRhKV2DR+j7LCb6SV9c0f7MYHNYTQXgWs
53WP5U3gKc1aVPHU4qm2UOFp5LcQpBDpXMnq1wRBrmsVwrbOl/lZbjNgXTHm+/FZN91B5luUmBz2
a7RsNB5ncaNhr96ZvuWSl9snZXFTZzAh6NAsGQJ6l3aLvo7lScOmBglUlPimyt8CfWVPF08j8ipc
XJiWsMSwq5ZhJ3WzjdKieD3r1q94Uu4baSy20A9YuZwXF/TXmHg+OovEIKWBsYj80kHIDuBJuIYg
uEbyzF/rzIhwCIwImEmKgVdHkw6B5nb0wI3Oy6BUUan7GlNyxQ+0/25/qZVdFN0/4pM1KgFsIs/O
3CrhR70Dc05s5ZKH0d7uH+cCl0sUHCOVg2wwcgCtZfIYBQ8lMDVrGfDapxJ8PrJ4NBkhw6cyv0zN
JuiLGuFKvFw+WBBKB9edooI0dP4RZwdLBz5d63WsQ7eOkgJ6umOu2Q1uf7INkp3OXgwpdEIUHUK/
1O+1xAVqQm3WevuzQ1yFlbNfMX/cs18Bla1iNHr8iqHaycRWIUegVp4Rf0bDPahv7R7dpQgq7mvp
1qLTnNk1Lu1GAGApRQ27I39WqaPG26lgLmUrUWTxQMAMyMTUWaJRLJHVU8v1LIAdSYOYqYZ1KLTa
BkHuQrR9sKMxdUpZcaWa7KNqpZw8u4m4t2CyA9kcNMwJ5Ewu11gSzpA453CjcER7p/TiZK0COG/T
lYl5fh4iy1CfEvW1SgaiHkXF8uLS3GsGeGBldE4G8h3Surtw7Y6/HrxAeIHE5v+ag8je5YoGDDLn
owrwfwLFDONXMShuiN54/VRAgK7KKjfK/TTrd0gY/3mMOTcsbCXQxfWohjCccWh5EboLWeUbavDU
hauSnvN1fbWnGAmY4YFg1BHTw6StB8gZwZZZp6GNFgsE4Cc70xN3pHi5FYM3/+9VTU6xkmzhfO5k
rpCMLG/02W8Q8sSy7Zss6fEbJIMHL5Uh9XcpzSSXTznemXKhuL0UTptwMMd9wdTqPh2qTWOa/RoS
Z3kzdGgqKYSCMkmIUkqUpNAzwQ+RKXeCxu1agDF+SI0f6wAgoDQGYS1sEuAmw1qEXAoR6KGBAtDE
pB/Yci+dTR0tK+1piT1g380Y+IyfFvRxdee2Zy3FetT7QBxjQj4O9YJLK1waiJQX1Zxn6PuW5tuo
RRF9/Lpt5bpSgJNDZRB5zSwmhizGAiMpmGJypFFqhxA7BOZbZkAuUm8KNPDbRH0NCPF5kwZOYPZf
Q5F/q2vjsdQCy1FS8ho0GlmJTouhEUN+GKAE6xAgTkII7hIJF1MFStQYg9gBCZ6Ygar3VDpS30AX
mT1qberpQ+qFayrai7n6TGimgYxIgX3x06LH3xEpgenioaLDhlXaVzLGdto8TUrjKmH0y4zxLLRe
O8y8d8VHw3EL9ZW6q/UYiZpqU+vj9heaT5R46vFdgDiD5AFSQSHCjEZdls2IYM0Gvo+7x5SMm0Qn
doDWfJ51fhCvMdMu+fe5ReHZUHRWMo6gZHQKPpU2QbpWy8kH0xtHl/KV+Lnk5ee2BC9XpGYa1B62
YmTTVs9so3gr+pWUZukyOjcy34dnuUSlg/ZEsWBkRHzkvLRZuJGsfYCH/BqV/dJr6NyU4EB50rRR
HhXg2m1UID49K7EN9j2IQ1fFOw/K32DSXonJyyY14AbA7g52kvnfz1bH+4LFHcXq5KCEJe5Usbob
LTSGqHUKaG3r6X0sTSu41j9DJ1d+CTFGyHLPubtYlkqClqIvhfikbdi75ow2nrGH/EjsxLmTvNEJ
dtZhcDGo4qbHwp3s4AXSs9pu2LOX4Fv5U1v5xks5jYEJTl2lKoDzuuBIIInWx0hBUEa9CASp5omF
qznborOC99BSQeKA/EkITHmWTjqUqxCSH7Unxc/3oddZ6LSovr4J/dgtehsiu7eP/5Lvzh8VBP4g
BwUZzOXXzQvUDvK6QYJBjbF4SMeuT90YUVN3WVL0Dg8b/amuc2ON9HNpsdAQ12EVfPPgQL40XBUp
7npAl510vI+J32RQ81nLEpcijYlSrAlqdkBaxXlZuRn6jOl97LTtpzSdwuiVWa/U9G9v4eJKIHyA
T6agJixG0MkYxgTXKQ6IyZ7btnvjVWSb/eTdNrNYvjNxj86KtSo4HIVI3VhBEMoDRpoS66hHHo3v
+gzo0U3VPsi6lysewUOJHpTu5bbhxfWd2RXidTQobdRH0xxDUZ+N+Y6UT3m6plWxdA+dr05wRB6y
KUx77GJkaIVTEePXbHRrMS1z1CIzfFa0iltm2Qo5xbJdHS8l0A/iThbCm95nJakbrG5iKfAE5l1n
UHecQG4H6bFMkXxKf9/ez6VQggjyH4ua8JgImpR1JJMRSvIQDDcnq13rry+mOOcmBFfBC08raQgT
Jlp/RYuT5UXhQ9i/FxTDzFsV8mpQmLy9rKV7AmAMBTLEM8+4uJGBXuj1xHW4SZd7pv7RZzkIOXuX
dM2JgRiz0dKD3I+7/5dVcTM13O9x18GqOdxPxT1vH9TorZIeam0LhEaprXjL0lk4W6TYkLGI1cYS
gbmeP+fJXUQ0MCmvxJMljzy3IZy3HHTINFRhQ4vRVoOYsxbZqpRANcAdG2/6N/W5c3PCwRtTMx5L
GeaM6DPJwNE1eFW78pWuIS2aCuYS3ONw+5lWRzBC4rApayQSTjsmCQOOvgs/IKdLf7AptnwrV7Ln
ITfjE7ixK1CNVqF0n2YyRTskDvtDVCbJXYNpuTWBtYXPiesc/X8wY+syGiOXl5CZWaxo8L6eRRIC
qEVBq8ns1vQ8l04j2AM0GU9qpA+YFL+0UoHIOCcdCoV9X+oHySzVhzDV75IBVPxo8G3GTu1d5HBH
tIZGO+L55Nw+JEvLBBUgxoTQHaWAvwk/wEAnPU3wmA3MZ1N7yM2tsgpaWvBaem5DCDmkK6bMQs3c
acD2FseTpzW53U+yawSV1zDpoDaGHXWYgFKgqEssJ047W84UG8oO2zFL3IGowNF/N1ATvL36hSzg
4pcJ58k0IMVez4XTKvQs8ta3OEP7cK3DtRDV4dwm1TBzDgkdseBGu6RGGQGvSrX6HVcvUfV6exVL
f5+ANnOmCEQOIEYemuMNTw38fWiBgm41c3Dh37aw6KfgM8DEGH6+fpWShVMZNHqIx0VO76xmO9Se
mTuJ8aFhTAa820OPkstKI32pPoB601+bs1udvS6qSKdKZ0E8hDxbio1pDluxtQ+gJU8gkeVv9cFy
tZXa79JpAP0AJP5AfoHdnP/9zGRCMQWo5fNzTTokdCPh0baqr7twGdJzG7NPntmoFDkAkde8rNJV
ZNSI3Ck9BuxVhha7ardrKeg1HhPxFf0PoAUVJIZX3FAQqzKUesDzpHU6V34dmN3ZaIM4JmTG2MG8
l9HBl+4acBCvgVoWd3MW2wUx8PxCFPL4uh7DWTgC9QNlr0X7Yvhurs44zmFYeAsCuP7XhuAkUCrU
2izEw0jeGDbbhp76ERxa39pENn0CVdpKhWh5SRQRG3WrGVVy+fHSUmNRNGFJpoJb4UefHsdmxQTQ
OEtrwnsaykN4OeBMXxppoGczxkziTiKx8lXG/fQFYb/uTTPTYtsWgfo9qTNrFzAunYyMN3ueKqnH
oSSzDXI52oW8aj60IZA/S54HW1kJJ59LOuZy8KAjm7wLA38I1XYv06mD/KGRTR/xiDE2Gg4J3GPQ
5MKWShOUWyNvjw1L4CM1LRxWt+qxHg3pvioBSLRlc5w2pVKGnypXkiNN2+IxKOrhoHHWPCRS1aIq
FRUWkAypNfisBUFXKKtf5hS33MMsYaDaKq7Zl7ZlDLdCx066UYHTl+mMT05BgAIBK4NRm/aUj/Vb
Q2Ntg43rn3ClhDtFLxUPE2bRZLetqW2jAnxyaE2V1YERMv8yjN91pqW7atlmGViEIo75trz3S6pX
vpz1FibOAcfeolXQ72iQstCRp4i8hslk7nsK0U2MDmaEeZjoHgtMvMnaQS0wfRf21sDtopZryFZj
E/0+xSimXk3Sx6AAv7rtWuh3tBjasXxOO7ZJJ4t+S5sImANZll44rrjvU2AG93XRa56kRKSF1JRG
Eps1xqi5JAm1zgOOWnknE2TRh3Cgd0naKp8YrVV/aTmTH3oj4RgqUxjelIGaJq6U5cl7GlOM7YdW
nvzMAn3YcyKlb1zpul2eKaBT6sf0iP97i1k9M3OaxCDHQBoVNGBJtDMHlR9VppdulU+QFi3RFnq3
SpU+9llocdtqKwJpYs1Mej9IwzDZtEWk7nKwFT9iVqD0MWdiYbqGkHEv9Vn/3egi2TOkCk0lU8rD
Ta9oMqA0TE8eQE9en5Kg5JiateY0xxrC5zBOs6c8m2ju8iIqdm1elh+hRiM02ZWq/9Q6LlV2ooyT
vlejpPnGY0PyOUZL9kErk5esLUiw0/qYbdtYnR6VnmQYhBx1Rwok41E3ymCHKVodrXsNPXyvbMtA
sWmG5omj8XjsNkldD49J0Y0QYEys4NDrUrqlgdRuA1ZIIBIfyvwrA1DnhWBfIruMKuk5VPQ6czOj
S15yrg3Patgo363C4k6YWKDK5gXPXjLSlZ96gsqjrWaAkNtRHJXveZ9Yj4EF2iM7KwjZtJKW3pn9
AIBG2w1+ktf9i1qOamWHUpX/Hrp+8BQgHl5UyqC9nZhoKtupmg+FhxHh6JnEAT+kTI8gC4z364s6
qpKfBy2JbDmXE7DfBkP/RqoQXN5JWll21lN614M/7BSSBgc4l/UBpwicW1FadHd9H8sfIKSGTmRc
avjpuhmk7tjlximtUPiyFXjZrgyYhNBBq3jcMOg87bVKih9GPrWQV9Cicldi8MrP9AZ1dX2CoFvd
6MNBQu71Ezjc/rUAN8suNRMLgDY0CzB3GnlZOJaRW1R59RmaQXRCNGxdqUrHLyNVwc6qEQlPyGyI
MK5UAJ42jWN4xzqG15010mADUHX6PCBc+zKv1XnqQQt3uVWUvknM+KgVOX+SgjHa0ojoOA5xgYNE
o8YLSTZgoHbq/Hyi8QcmRiVbG6PWS8fY2Pay0YFiMdQ7t6pGSOBJilqXvgEKRl8bDdBKamXvMZ5p
Xt7Fer8pKK0sx0w1HQoeRKktu89Z2bgqMKUR6hYV4Ct6AWUOu9NI5rUGa4hjhEbsUSVOwD5CUErN
6kGaEML0anSmWpsKsI3V8e+IZlArHfKyeStzK/BGUhUfhhY02y5KYn/UkvqDhFKzLUFl7VRS23iV
URWg2MGmR5k0vWtKK//utdi0DSPOHwETMw5hgyFZwzSnnQJHfG1TCYi02ynlYuo9F8Zk3N94Z4nJ
gS7XwVjjJk0trywxcp3YY+maYHW7bWfpxtah5I5nFsDWCGKXl2mvcrwtY2SuJNir0i8ofZjJShl8
zcScn59ldLI+YvJrgInWfLY6ZreVK48rXcc1G/O/n9nI46oDZwsyUzP/XcZenN8PxdPtnVr+In93
6ioxNVtcRlhGgVBR6u9m/j0AdrVaK+8uPVfOv4jw5ZmiRiHVYSdr9zp55d0/L8TQ878vpIRQ5Out
QMNWlalXRolT62+K+XZ7r9Y+h5AH8lglXVJgDU295+17ZT3HweNtEyvb9OdJdvbFrSAzqFLBhKp9
i5ISXvVP2dzwMIDcqm6gvoH/JvYURrmNRxm0OE6q7NkAYQNmy8HaI24pPz83InyMjiS9ITcwQh/T
z/IUnqat5FC39fsOk3XFp7y9vWuLr8Zzg8KXiRNAVmeyH0xmKbjbHqbtQ3cH6NUD2bxarnxYe+Qs
Jetg75wnZ6FTA4LYy4Mpm5JaWg3i2JgC79E/mNJjqx9D8x7o5NtLu54Ynl9yZ+8CoVpBtGSo+hjv
At0GhNWvvjW7+94LTYdu+AN1Dagq2P23Zk9ta1P8zhxcEa+aYm97FFa8279lCY1x8VuEZUdMGmNi
BtzpyNPEfBlwEMX4UK33eeYOS5cgRjz6Wufftrt0KABRtoB8R3fo6jELrvkoV2bEoFRvyiG1k6pa
2eXF5/mZBSGYh22hhtYMF7Ta8Xuh/AQPmG3JgU0JOl7sBwhFH7RmTbd9sb4C/S3IfQARoStiy6vm
NakV/ufTquDetHUUHraQy4EYyj37ur2Hq8aEM1nWBm8HCcZiE7U1ttM7v8XhN3WfRduBvQfaT17+
XjE6O6f4UD9foXAu84qj+J/CKCSByLb6me5RVna0H7KLCeZN9rpibl7DtTk8NnTwNaPPJ1wymlyW
YSDN4JLH6kDcZPfFnPDY2EZqM0d9CPx6hyaEeQrv17pVSw4EXNZ/LQu7a1VTFAazi1aJX+yS3+FB
/lG98VVGoD+Cn7eWKOxoZsUsqCIYAqsvKL/e/GnDbND525pNf6ZH/Sn6wnPvhBFmeqpezZVzslil
AIIHLGegHQaYT6hS1HjUqVqBD3rMn5p780ErQGpVIs1yMLPt8O/5w3iHR7Xlpu//5tueWRbioG5F
uRXNrtR8M3X7HmmxsqEuMez8hxnZo1/ZzK3v2BffdBn4WFasLzrymXUh8jGJSBkSZ+6UmIS3w+29
YtjJW+9iEHXD/LU5lKXrBQAL6NQih51xFpfXC6ujBKOe+Mh5cGLM7qnfFJu+PgZrraWljObckBD3
urEarW4G+ErVS1t9I+GulVdcZil4n5uYf8JZRsNLuCubQ+tk7IYUwAWF/IuUBm129JMIsSAnLxyJ
3ELVTp1xilZ/148YUvIsfaVEPGfB4qk7a2aIAHmlTmtZ6dAykCbz0JvJvmGxq+TMIXxNAHrp25+n
FsInKfEMjbJoTi3kjYbR38q0Nfo4xZvcclecem7zXK1KB8EXYBdQ6BB11nmS6rRLYSp45PeG4uH+
6fZQJ1E98jN4um1sydNmnuL/tSUmtqpSBGUGMnSnU1xTO02a3/X/Jnc2CKr4aCDM/ESXnlYNVE2U
AGA66CHoFmg615QyFr3grwGRazHJmpya0dzS6V6z3qfRXR5sKFlJZhd3ChBmjBJqCv4jHBhDZllZ
t3OrwNj0oS+VsY0h7NtfY2klIGTBdCtQDiByFwJMXkwmJmkBHYmizE6BJaKjnUDDj3u37SxhVOi5
IcGbZYlXWtrMhuqmOKAgHO8zFCQ9o6nrB6PC1FnVQbCloxg2lJXapZPuJ5QRp9XYWr61dLLQjMOr
BwhUiM0Jd1fSkCmfVDwSjNiXVQxiRU+hfNdg8m5QVtBqS0Hv3JRwWWWFWiJZgKl5aIeRxz5agzIt
W6AA0yPRoYqY6pAkSQ0+t1maelPkJ9KtHKZFD0GD+j9/X0xoMkjGVAP+fpn95C13wwyVTsvwCCtW
wtDSwNwfVgsQHMoAqYgTXXBEQDbA1eyYHXUxuINsVPL1MLUL1JtBywystWGrIfPCOD9gKOk0om4/
1S2q2mCIwPw8mWSb9da2VU5tYKFovbIXc+AQ4+RMu/GfHyg4cdPl7dTOe9FK7yZ9iOg+jbwIVFzN
vgRN4BrAcnHrz8wJAQD9AiQ7DN2tGHiPmjVgmBwdNd+GKO7ePp5LoeZ8YfMvObubM4vrUjJiYRwT
C+S1kU6yvBIBFv3UhAYU0nG0V0U/7aVslocCnpCrhyhW0HNfBTct79dfE4KrjjTX0MDAfoHjunSi
1GlPmR96oPN26X27k9zsN3tpn1fpQNeWJtw33WRE4DCEXUywsVPzoEo2Gi/2T/mguhIGhQuQfN3+
XosR7O9minwYLEusHOhMIP6Y7CT1S234WfItqQ9SujZdtthBpme2hGgZ9EETR6DPBEPSdCB3xEV9
/WQ5hcd2NVRcQZcGij8d6f/TtNILXdlXSwiegUWrvlThMhErtjlnB6ol/+KOPV+ccP/VRB0HHmAj
LdpuctKj85DZiZGsOP/a9xICR9nFlaaAfgP6LBKwLbaRdXYZu1r33PPEve0by2f5v6dAJFobC1kd
O4pdUxvNpflrSmObmiv79gdlfR0K/1oRIgYmb7VaRr/Hid+sg/Y4uJYfYJy6/2juAj/Zd0+jveYO
y9H3r8l5k8+CVCArzLBqfKsQwkSYr6nq49gfS4rCG3UzZWMR//ZOLhsEqh6JEXjRxZCltJQNetLi
xfKth3pwfIgfpj0IkN5vm1nOjSwI+eog1rWuRvIKPsa9psGOAY2XdB8M9wmmx1TlnfbbFjANzdYU
B0g5G/iilUCy6CwzfB+NV2JezVxmwxSjOQnTUb3P2siR0eWN+GZlgYvuf2ZFcJaOG7EezVZqDxir
Z92efLYv3rPCC6lT3Y278pm/SrO6/dp7fW19gs90WjZKdL51LHPDjU2V1hgZ/Tdh6mx1wrVTZmzS
Jx02hjQEWh7Bv1050ouB8MyCcMGEfVEwSYIFfEY7kMDhtjb0dU3yhOoyBpAAR4ESOjD/80aeHa40
sNQpawYgaZx+w54SV/fBY7alb36Oik53pN+YH+FSM/368Aoiru3KQ2Rp+vfiBwg+MujMBLoVP2Bw
j4Fr/WB31Q6qY3THT8SWXBBG7nPvtl8unu+zNQvOkevgH8lTTAFkJn/hyIHsNO3rA+TDoSVFRrQl
k/EJMIVPTCPsbpteXa7gNERlQ0NL2AZrcodhate6B8fZhj1m7/rRiBxpo1m24jHfWPGlxWgD6XDU
SGblJUikX37pMu5rbs5fmunhY2qCkcd66esSLevi0NUGODLlx2r4mpo3zLB6mrSmjTR/SPHmMFRM
eChg2ALkVLhyeynt1UrBylOuxNyXjVHeap2k/7SSAtwUZq683t7rpRgAx6bAv0GjDKPHlwseWK80
UYcFg2ZVicHTnt1PIJe7bWQpxJ0bEdwXtgdWaDASkR/MAG5jmyAnaquXun27bWlx/86WI3jtMJRj
2LV4SRcDRPJ6IDoAlgINvEOaj9uW1jZO8FGkQzQB3gJPS+szDMEX8mysSlzP2eOVN4DKCDOPEK5D
9e7y42gAUtTSfOxLw50OGiiG04P0S9/3L+1dtLm9nvlvXdsy0R8E6gBZn2BLVcsS1LCY6MiCTwME
WAYwbQVQThAltz6J5Jfh122Dyxv4X4PiDIKZtJhkBFk8Hm3EowPgnhS87ABW3TazfKTJXztCig6V
B1UZy9nOvuqcl5q76k8wfHbAdIaNrXD3HzPJ4bYAmvk/O6mpl1+tyHWlUrPZB2OfZp6muVnyTLSV
ULV07Z1bESKFnql52pawQqpvKcr5xUoxd+3vz/9+ducZjE5DmMoozgwOb0K752vp1aLHzWkdkLcg
dxILhR2vEwg2Kkh8jOeqGR0+vFWyBkgU0Fw7NqJdylZ8YTEOYbANA9yg6wU/2OWawiY3gH6ARUs5
MNA6Z9zPQrBYtwoqCP5tv1vcvzNbgheoZiLpeoX9i8C0I6HFT1ZC3WI7fx51/89qBA/IzDHTqgEW
Soxe8X1RPefhUwVixnLTAuaGKgLfK6HfA5inYIApW0tK5hVcRQz0EFXQ6qvmVWYe9ClVIDuJcn+k
QHYxNbrxVWMSYHMVN3MQ6QUZWuBD+ZQYNL0H11KcOzOS8qiAzaSygThbO3mLIQXD6ZjLliE1IOZp
hhr2ZR0Q/KLumYNxvt83lnf7s66ZmC+gs2NBUmssWaIhFeTGKW4zyEHxU1alK566eDbOViLcY7hc
OpNNMFN3SXOnGxBlDiRlz4dZ5lL/H9K+bDduXdv2iwSooUTpVU01Lvd27Ngvgp3E6iWqIdV8/R3K
uWeliqVbQnKxsfYGthdqiuTk5GzHSK9sJweHcRodSF2t5bsW3S+01P23jdLT1jdMG4EjnHmPoHAx
7/QgfANZQ7lTD8YDKKIC/RHGc7cWwS5eziOp0gPUdzwxBZuXbMxY2psme6ribQVq1rVR+sWr+UfS
71Tr0RmmaSvsqIGkGFQ/DQGr3RrU+oqWyIaGGhWlTQUJOUFMxTY6uqVJsdJbt7YMycI4g8bQ+4tj
EtoLBTXI8HRZ1RcPxDZA5Q4QCky2zIs82qYyTcvBrFHOS5CeV02vAEZbfqOE9xg9uixpcdAN4Rni
bNgzjDVLS8lyLc3BG4sn0x7d0DgI8ZWHwKa/VZrc60DZZexo8TaGN8y8xyDUivSlhaLQMc8tIIFi
ya5PSbJ4SirUIfoHZ0O21eO0qzKX7LvgGojK6ChyrxuPg2h7pXFxWS5aBGyQB8H5nv9+tMGhpZSp
EqKNDU/hRxNjaHZ4x0jA3WA+GwAgvbzKJYsCJB4gVmDomiBJfyqsqpDfsOfxDJ2o3jAdivRzMGzX
rLy4PIjMb9dI7BYFgitvpny38NuSQIXBRWFIj6KVpjqM7VtrIw063MY2oH3D6HkqRj8CLsLlVc4/
Kr9JcBrsGX4co0pylZsiX0NLDfPxGcEQT7bXxWEUa47LohAAf6LNCsOZRAabA78iR1EJubYGpEdt
CNTlWN22kRVcXstiIxl6SBwsB/PBptxG0vR6ZmVgk/eKJL8BcfM0InHftLeGZQUYxtrEdXxPqPY4
pmCeyj8uS1+yLoBushEDgzcX5cBTfbGcqbRqZ449ALutDNei+nlZwOIu2nOGAfcdY6SSgEwn9aAa
cB9oOG3nnlemqJsILXuXxSxFhPaRGOnBVo3cBgwDvCSdAnxDxxhZseHpE/kHzCnrWI50mbVK6wUw
6OEvw4dN0H+XoalTAzrLWq/j4r06WpD0Oid2aHE2Yd8qXQXmzQeai0j+1JE7Tv2ySnat/Q+dI3Dx
8AzYMxOK3NbBeu6oTQ3zGGVX4/RdtXZa8w99yUAhRrM7YEtMcHqfKptipMhUK8iBOmkKWk1AEOJt
XiuBLWn0sRDpkbGyKSVxCSGFZd+rFn9wysfLurYmwThdhmGURTUWsD41QJs1sM3nK0exGMyiawN0
vARpSDTVnkrI1DGJ+ga3srVf1QogCIdRf1L4tzR+ACtvfKPcIAs+rcXQS3foSKocqcXwtXNzzt/0
2YRp6JeuoS6zfZC4Xd6/WXVl630sR1KDqFH7oQQhnafVVrlN9PFBDK/N5Nxb048CQCUgH/q8LHHJ
CB1LlHWizIwqq3CZMrBbWm3hGfwxq4PLQta2T1KLQm/1qAmxLOFspyx2J8utqWvEKxH7mphZO4/c
iYq2vTFQiGGIOPNhdAvrs+t3bA3Ge7FJ9njTJMtNRi2nOtoRPBM5/Wj8mEIc2E3IHhsQ4kYZA9e6
Dk/uH5o5UG4CqQ6qQcABk9vJnTTCqNL8HOZCvepKeiv48+WDWrpec0XLcfDPbO4kIx6aVT9gahIi
aH1bz2kBNrlJzN0iNTA+XiMddkWN0u/N70P0XWf/AGKHXhLQSWDEGtg7Mn6eJbhWJDoeERXV8r7a
pphvUN/NZOWeLWj9iRjpTUSFIyIZhZiuw+heN9x1pP7qyjVm8YXrfCJG2s2OT7VIZpCYvE1vCIDy
KKZdHwbq3DQVKDqQHrh8fAsvI0Xcj/4JQAqdd1Gk4Dyt0xZPfWrVL0Svgph/xSFQxfonqBQmwT4d
sHtflrm4xiOZ0musEKU3606fTZbfTE9N9uC6BmhI026lWWrxzBAnwK8F7jvwQE5vN2ubIkpmQf1Y
bbkdb8RUXNVTtBKTrImR1mMMTUR7FWKGbltb92m7yePd5S2bv1Sy8lS1Qe2BhlNcZrmTqQtrVmYY
efREjymUJHAaZK0wWl243VpxdXE1AH8AUCOcM5Q4TjfNUcHswGdRQ9z73NoZA1jL1/Ily0JMG78G
VhQA9J4KaQsDw62mjawT8CWAzTgCasKMVl7+JT3TVHTvwhXHtsmYK1E06ErEFXS0p9o2jFHZSAmA
58noOwIkovmAxGlSrZzU0so0YCPYiKRgk+QQLu0tBMYsAuh+Z6ue0xS1Tx3RbxJjWlnewtsFTNo/
kiSLNE3Uwjgplhc7BNBL5BokGPuojH28NPvL6re0KB2dVhh5RF3lLBAGkGWYOxmSwGywgl4FVnhq
BWPjrLzGS1quW4hDoesWojjp0a8pd/IqQQrIyUo3GbcEu2gfLOqO6ebygpb27liS9O7HSjEBugoL
KpUNcBtdi34KJxDG02UxC84tPRYz7+uRe6EpuhphuRBjTne0d7ZVxVYM+PJKKMJ2XCXQDEk3KS9y
ipIoMlpF+TUC+8p5pTzozX9RACD1/q8UycQlmWbU8Zwl5uy+4uBmDoZhe3mvlubRKIBKkdkBbhMO
X9osNogiU2dYrwKjfPlPdp08jlfPipcfhp25aQ7Jnl6hnnsHcP5bdC8fHmaokbVpkCVNP/4I6VIl
ReHwfv6IbrwdzBeFJ57arhzZmgzpyJqhb/DiQoZNNiT63mtAyV5r6FuyfSjIOxRQ7kCBlVNXQ65n
wJLGmwTki09WxNfCKA6ZkW7yPPfM2nZtDVQ6l09wyZeYByXm7BwQiGRPzMRQVt9FWFciGLBoblM8
G3VRuW0TeRYLgN7Rr+WulizGsUjpuATT84ipsBh1QW/REefpffFDMA20zPZG0GLFuK+tUDo50qAz
OrSwq2PFKq8jw0fIlHafi/Z7JdQ31YmqIEyc2wL9yCubu1S6woSACnTJGcMF/3NqS1IRpzUbsbto
IdsYSbIHtraniTIQtNvhsUE2MvUBrPQohLFB/2hgRx+qEt3n8YotOLc4gH4xQecAJh94VnK+sM+B
45CAPs3LuQOIgX3C3lP7u0U3l7VpWYP/aJNkchTMEw85w3onqg1blSFfCIhP4RdU+Riq8E2ttJvY
XKuonC8OVRpMFc2ta4BykcFyoqnQR6bMT1B/QLRmDJk7JV4Tfl1e3FKeEnIsqlnzCBP6AU9PkwD1
YwDSFoydbt2omeWNueWDAGpbK+mhyN46G9TvAO0wo3EXmfzHZfGL12bOHyJxDYg8wziVbgkhGkA8
IWaqfnRZgZuSbPRIwJP4wCDciuYubumRMOmtNUw1CQG1jVwY0OSZ9ZJN2d5po42p/Eswg5/7b1nS
ppqArUitBssaY6APqfaBlhTuON3xobpLO9Vv4s61p9VZlLUVzn8/euZLfBKA4SE3TtkOUMJeaoKI
DzAUAKC+GcbRQ3/6fYTpQT1VdyHvngpm3dGk71yly7d1xl0NtAn/cMR/zIWMEgfombzp+Xx9UDDI
440T+RbxAbvmjp+XJS1e1CNJ0up72gBVMcbqyfBODLfIdzmKX2gSCedZUbGiuouP55E0yQRXI+DB
jHldYEZz1fF7iPS0Fq3p7JoUyfjEfWYqZj5rkokBkAAwKS6c4JUjWnxNjpYy//1IbYzO5LE2W/SJ
d98Np7uOueWL8AVzjQGxkiCJP0oMx1w+rZWVWVJ4Bw42K8S05Jxz131QZ4ODIdkypVvxcZY8X5DW
IQoC9j3IfyQxNG+Z6YDo04soyKtTawdMpe2/rOSPCP10+zDYkwyRArvSiugqpTG6+eOXcJpWxCxe
7qOVSLayMrrK7kashIzRvmnZjSYetdJGj88qDfD8U3KUD28NIKGYNERTmbRpxOlaxYgdOJ+AVx8G
dzIfc6CeGy+UfB+mDQ/vTDC4E0Bd8KBdm9hdKiijV/ePdGk/Y7jlLWmwUB2JtIo8WPFVbHs9O4Cu
JuefAA3CLQBDoNDRItgHlw9z0YgcCZd2uaV9zZs5IVAlwJlOvQmE3Qn3o+Jb6bhkDcVnKR17slbp
TYqimMUFQlovnm5NETD0/JtiOyUN3LdHQ3nMdX9YowFeVKS5F3q+EMYZbqfi5L3qVJDJwnhfNgJE
Zm1Q2sqWY4mXd3PxfZ9hmYFBRZCalRRJjGYxhjpSA2Ys0JKoBQon2xyBzES+w7f8a4cQyPnwZhyV
qkD0lGuuYxURUyEV4gqDtm6T5T+72hGeHlmJO+nmt8trW0w4w/3EBCGwGECoK6lKVDl2q5oQh8ZH
ArJWdt21deWbXTTsAWtrbbll/OiSunUHm1e+MYB0kIXTE2hX1+jNzvcZrvAM0w8nCrVm2Zj2VWNw
dBTmHrH7QB9y4BNkftwSNzfeooF4l1d+brpPpUkXdBK6SNMG0roJ+OS6HuT0vh7+Opk5CwHqPloC
5qzw/BFHj5IeZ0NEnQSjq0X/ox+s4d6m4luVdtVKsmdhNVAWVOotA4Mqply/NIkSD3CDc89R3luA
jvEksNYgAs5fWGNuowAQsorWBltOM2p86HPMmuGaW595uJ9yUOnsGwqYkuxQVa/Dy18f0Nz3A84V
ZFyQcZQedLVTkYaLRpCMjoFi70z7afr7LinjWITch8X03lQpg4imvsmjtxpE8eXmb1ehU3gl6Cwi
uGJnfD160RkDHPbcS3PninBwXdT0Jl/NUCzYYNSu562a+4dmettTTevSSICVQ6AMkDza5QcTDxWo
jkbhofMyLoNWUeaS3+W1ndtgyERyG/MKBuDj5QYKxdbjpAohMy08rX1K7AYES/uqX0PiXpMz//3o
FlGdpxEAQeE/Uq/jT2O5odNdQ17//1Yzm6cjKSztQXdoYzUmMH5iGwP32hNR0dvyfFnOwlXFrsHm
zoi/YAuRLG6dxKDA7ObV5E+9eCjVu3qNV3HBkp6IkB7k2GST48wiBvoZ0b3W+FGFhqSvaa2Od+6Y
4n6qILXAXBwacOUGsg5Akco4D28M7CFqnEfV5itVp0UJNkJrZMrxOsmtcYaWxmESoqTGG69LX4mx
0sO4pFugorPAqIkkBYonp6fOYza2w+/yGf3WGhsjrNwsvCsxzn351NfkSDGQPpRod+2RvLYKP8pz
N6IAskU5l6ysZ2m/UDxG+RaZX4CBS84K7xCNMAu55ca506tfea+vvJu/M8enfjWyAkhMAs0AyELo
yzndMUuhTB0Eojl2jZmo/bseudSvg/C93Y5B4aruy41+ZWzMABOnk/taYNpBXEU+cgUusiHo0/4I
gwidIuCr2l7e4wXYI3waDnFmLZsrLNJz22A+shxLhGPcZG47PKs8dGOgSmGMxW2qG8f5Ilb60Bl8
k6UPqmh3qJ4+c93wVa0BwHIF81WvBb8LdxG5PdDL4KkBTIh83Ruehy0QNhEiWvkhnPihSbStUZub
EddynNYw/ZbEgYYWtxIFBmi0tAVVBb6AnkLPmnZibyMNgR1aTDbVvSrP29xNR40ALI3X5q5UCkyt
EiKoOw20v4rALxs4fMptF0AjVQl2T3sGWU5F+y1EbvjerAQx/ctntmAN8QSDKh1tmkivy2VFYNdO
naH0uZdMu5G8qul1s9YUtSgC5sNSAYaBhknpisdC15qJ4pUXwxOKeWN2DX/68iqWnl+M3PyRIV3v
0QTQNjDV4X8136d3gtNFt675S0/euXjIo8Y1ebEic3lZBkyvg0kfQ1b2mnWcVEhMeWazj6KvBETZ
xsflZZ3HkVBaUIH+rwjp4Q011S5w6IDpDINe2WVfremn5e3kBHr7Dw7ssSjpkJwxymPCIcoBKXWk
7frkHVW+y8tZuBsny5EOKeNj32oqZNTJ6Ca5S+jLaBeuox2MNSu5YO5PREnumEbrJtQYRPXVD025
ytsvNnh9tL28oHO1s2GIZ6dPQ4UI1kUSk6hxq3DQQSLyzgcsqQMbF+gR7CT5lcVo2aUx8/HwlQHc
p8ivad98Xf6CMyXEB+AHMKgK/HM8B/Pfj5ymahx0lnf4AK0WkYt/GSWbsf8MlXaNQu9MF39LQiUT
nVGIxGUUxjnHn6JLqPEcEr6WuRCeA3TyoEPicjDRLI8OUbcx6bhin850RhIr6UyK0lRoaBBbo+UQ
qO8J9UmWu3EZutFfA2hKsqTTLJsGkzUKNjNpAVtX4kDZ7l+O679NPAt4GhTYUsjxEvsWYNpu3x+a
tY7GM9U/XYUcitpcdaaww45FAHRpFHSv6W6lRnddLVZsxrwfJ57ILAktG3BCNH1+8SXl08cs5wSr
ydAhTvmA4h2eK+dlMkavTbL7omHu2NYrnSJrUiWjqFpJbIakhUakVz3YF5h1jRkVd9S8YQY5Ypu4
KzaXj21RCY8WOv/96JapcU9VlEWBgi90n1UaMGP5U1bWvmoqmE5Z86MWT/BInKTzCQeete1AXG6O
IPrcW+KhbkfPWHuYF+XoODrM3GB6j0jLQh9ZqY0jHHvLqQ5xSD1TFIHCAIhSro3YLO7gkShpSUBZ
cYQpOtipFngCH9awS7IBNZbSa6y13O+yLETF6LuBoyyH4ly3e1aUuACmwW13rD5onF8hwxT7yLHt
GrI6vDT79Gf3YA7D/0fgb07OI/UwqcJLocJuYMRorzJyZSXtoY3Ufcm/d3F9h0kSFzWl67pQcU3y
/WXlXHwC5kIhMB2RGpINcz3kVZgj3wxGFOanNShop8/QDFfs8KKuHEmRDrACiQLvUkhR48RXuNir
cbrhIN3NzWrlgi++qsDzQAMQhgHoWV7DBtJ6ExWQpXSBLnLwaqKdMvf1CHwHxLUjEH4YLlnDu1jc
R2DeoZCNh/zsLde5VRd538OujKCAsXrmakbqW0q3kpNctF9/5Mi99GOs9GGhiMarMsfLjXfQ0fYl
WIsBwYKJZLP5YTokuKwi8+GcKeiRSCkoHWy9NBUDInMcmBP7eK9F4bX1e6qVrmqtnN+aNDmzazNM
XtvYSNK7evgUKY+WcxOTJ6TBorVwe20zpWC4t0qLlCpkWaIOJsVHbqqb4Iy8lAJzS5qfId69vJdr
EucEwNFlz0BzgpY/SNTQx9eB5yJ1oqBHDjvCzUYx8lueDHcY0Pl5Wez8s5eOUHprtVJLhF1BbIRe
laLO/RjIxpdFnGOZze85XEkgFxN0csiNFHqJZm6ajPBOlOtYvDT19649GCCK0ndgEGnKXUE205S7
Yfpgq+CQwhiheaB8b4B4NEr+NrySPkba5wb8LWLMsWBhPRZ8DFh2QEZvRcjirh6tWNrV3EB3XF9j
xVl2ZTRDUI+df3lTF+0mJuTn0hVwSuUpOoqjyjsxwZZhCzXxsyXhDHFm12v11kXzdSRo/pBjvSRG
yNIagnrWuZUAuY7xolkrtutcCBiYMIKBiU4waqiyb9nkmp6jARiGBEkMBdRNFScbIAv/9bGcipEs
iEKTyMgMnD2wEgWqiiq4W5JuDQru/GhOpUi2QwGwQSc6LMaedL9IXxrwe9XhZ2++/60KzHKQpMeg
KLwEeWzFHpiZ5hZ8H9JZW1Ah7xqHgoqr77a9pa9lQs7NE4TNY8xQNg2aLZl63c4mhkoUxpWhBvH4
ZKSeTf145kNNA8QeuLUrZuP8Dp1KlA6riA0ri3IV75k13dK2cTsneri8g4tqN3df/E9KzZF0W9AB
E5wjFqUY+WdZ9uQ1IzTchhk4pC5LOvcdUdDG4A0GLDD4imnE01uUM2UatJGg6SmrwKG1E51xS1rd
rd+QZr0s6hxlAVPf4DOY20sxVHk288jbSs/swoLbOHra9436NLj6Q+WxA3rnMrf2+++Rxz+1tVm+
3yn706fkVK50YBpCM3u0zMaj7rN9lV9P920w3YnNgwaadOpyt9xy/N80ch332QwGT7y2WyWwfTMA
JekufdE8y1V9x6uuK78L+lfj5+Wd0ecvuPSF0s20q6oBVdn8hXfxNn5mrzSIPdt3AnzBgQU9ktnT
le3qj4A9i7eGuwr4du7CnG7RrPNHxnRSAS3NB3wA2Bmb5lWznrV0T4r70cBLsaLcC+7uqTDpEUpU
PaqUCcL03NfIjWEGEejCVLT8NpuQPTVhMLEVk7So5keqJ12osRdpmSRQvbnWZnB0NlAQo1euCHd0
7QVc2kvD0lTU3HB/QfZ6upcYGQhFpVBcqcodFMPFfJ07CsDnRcLnzWGt5/28GRXX6liepN5lAiL0
FOgbXpl969C8oN4W7B3Rn+dUN8qITqSNzb12DSV+ye4iF4g5D0QOAAuXDMfABiXO8hAaM9yBWVFJ
HDePAg3UfBm6KNVv9lqfypJNJHN/CjKPqP7K5XknAXLWCNYAr8s2ffNOq5chXLmH501U2MojGXK6
qjZ1pneNgperaZ6mcvI5/xBZ8k7A/dqM2r3GyIGZua/aPWbFoiCbXjG+sWKSz1tkpK+QFCjNkxif
gZX2PfOY+VmH5UMxVBsN84OJ/jL1EUKZa0VJto3gKKXkf5u2luRLCpVVmlk4JXbBwlRNDUi0ibxO
2rWZ3tNhBSxzSYuON1wyfFUpWE1bLFVFtrNhoNCgvsF/Gu0GznbW7qj4F+NzLFGydJVppLSdIDEb
n9N6OxReVBUuaox+J761NApAYtyof59pPVUsyeQNwDoh0yx1oN8qQDmSNZ9rbSMlA2cXmtm2DALa
cordCCA8ClDQ2zLB6EgVGEb4UiqlO5Xm4+Wna8nYHW+nZAaUNmTMpg7MgAGiouGJZKDV6ajH4l9p
uk/+Pisz7yNyJBRdeOCakfRl6jDumqtQzaj46juBZIxbglTmrzEif9+AP2IkJdHrUGh0vgHdlO7C
drwhHQlUvV6JLpYc8uPVSFphJl2ktgbEqO1j2c+PkrEpmUfRcHv5lP4fJuXPgiT1MOpwTCMFkpqY
eUPeBWbyak2+TrdgsgK3whzCm94U+4a51s24+D7NY7w20GQ1oApL5sweWq2aSNR6fW72v4qMDNsZ
mWJfMgpSK16E4lFhpH0Fc27ti4ZXV8RkfdCkxRob05IXQDQdM6UaAeaGOivzkZdj5BZPaBO3XiGI
H6fPDOAOiBIICWiyUir4XQuQXbpjWfOFPZIVDqZIsharpg33ATMJmRA2pd9qjIs0zlthjD6WeejM
bFvr1hsF36iKHk8x9Neq+FLsYgP13+fqD0eLPYxHb41B2aZJ+Fg3KdgpwLjurA2Kru2PdLuUmGVo
+sY3K+qvodz3zYYphwpJXHUtFliTJF0wB9R5aVxAku1EXkWDkj1X6veojoMKuDiXlX/RNB6dunTL
IiSwCIiJkYfPN10D7BAPQ8RAZmZuYSaewl+15OWyxEUP9/jwpesG70Whk4XrZtJtau4VHmAaX0kt
L2zAWvHgjMgvcXdF6Hw6lzROMsUOWHd5R7GnBnugHNpkHvL2NZ+0oAUoYtl0Lp9Thg+j7TbOFQj5
VuQvOmiA1DVRHMZ8mTw7XRtjSNsuaT1Tu8aD5/UWd8FUNKW3uOasebejFjPvj9rgWf1z71xZKoZd
15hk9WXN+vMV0taTbOSs1/EV9O7OesPwzrbx0z0am1WXeB28N7f31X3l/WBu7H6hXKhuMl/Z5IHj
T2+Xd2TxbTzaEOlAtHoSDSxO6w0KQPf1/h1JDPDdlaPP1XpvktYfuLnWI7kYS5IjqZKRy6PIiVsN
UhufuuUmjt1f785t4oY/Y4SRaP7HBoA7xMVYJ6a49spuWAu41xRBMn2JXmRVDqYSL2tcDB57fexX
bI21x5i90HN1/++gHWmiskICPM1NSAESWRHwnQ7CO2v/CZ76T9M1fo5eFLDXUHFtP9mXVyLoXDRE
vBmPPzQv2VR7dEr4mb9+CVcOXc5H8bYzbDF/FuMZ+unjGNOIcNXbXZjFmldFzfBNEbb2qAHRoPdo
H3dXLU8wzZsWCf9FtJSAnzQcnU9AwqQH0WrOjdoVdudGpUPGh2kIu7dKZPW1JtoQM2rUbB/Rp803
Y5xiqkTvM8evHIS3XTIo4IxkzOH4ijqMAjBq11dRanY7IJcahwr0565aK9rDoHLrCSmIBBlbSsku
jJn9WrR9eJU10Ri56LDlPu4V0t5GP92W1Mm3qTI427Zsq6AN0QCHElN4U2Baz0eGGX1mRdN9y6ux
vwotB5GoHvZfI+nZlcPa8r7CKO4HGO7sm4JPjIOx29Yx/RoXKA11jNavLQYwgrx2zE2JvlMXxD8E
ad7WeEu6jN9XUO/CB0E8Qy16Kv2pK+JnJRWWi+FW+77LxQiwIdLw1rWmSdt1zDYxvdeN1g8V+3eI
66jskCXkauT1DlMNt3biYYfOw3AP4hsK9NoUHD7ccZoXexLjM+D36nt7GOK7VgUkGHp2tX2NBGiQ
90L9Smodzc9Vo76JTnf2oozxi6HdFBs20hoE3aPW7RsUpK6ijKgPathHho8Klf1NqKK7ievRYn5d
q+XPcAJ9fRhbPJwHr4ydZhcMDY5R3pArjkY6y9Xjzik3SGcR7jZhaBYoOGV8cFES0kfXTnVg4w1t
9EBCHbTqFcvD29ax9HsE67HhWrVdvNMmClsgTUbAbGlpo6D5rqbOTiUluVfDrLuKC0O5cawu7zym
AvO9scLxy2ot4lVTWnbby0bydwr90j2Wok0yIVuYqbgw+k3yCH/wPfXvs6vQ/wEQia1+V+0T/7U/
0P24iV0Qya5In63EJemSy1PEbeWI2Vra20+OxNoufgKmyfRQuvrbFNhB+oDBT3pN78JbOtvOtUn/
RefEwRwx2JdRiJVLUGOOW02iDKvvKuJ2Y31jkckOQt5/FKn9I2v4NS1xaGY17i8vfdkvn2Gh7Rlc
CvDdpx5qUhu0YAOQ4nOt3YQG0B0r2/nI4ppsGkPgdbAUOJ4KUrNqXieuoiGZVFXlSrJhfo/PDuDo
K6T3mnZNZauofXmoS92GyrAlyn4qtiBR9y+vd9ExOBIkvcYC7asKCmytx2uOlC/PhMvS8NpUlTee
2K5YxZBb9ALRHgxWeyCQohNUCnyUPHPMgQCqsusPBl6d0fYb+qTBNHcRwhtfDDfpGoL+0ioBTzBj
5sDlRZh8eqikG3Wez/CYavNZUrz15qvVmK7NX821bprl9SEbZ+mGDcRMORiPYpB5tw121FKfowHT
9gcTA9MK9200rFGySWo/0dbIppecCyCZaxjzN9ApIRcshJNETHRlC2NUosk1PcRdEjCE6Je1ZVEM
RmBBSvF7GkiyCxEfi1qEcKaraddkjmspN3r3dVnGHOTIqm8eyZCCIMS/YHvUISOirN5oTSf2dRaF
wWUpSxfsWIp0zcNxNHitQYroMQCa1W6PkZNe95shWgm0lhXCQGIGZXOU/+Tps8QqWaooEGX2TTD1
cLXxhtj15NVttQdomOWWyLXFje0TZqyZ8qUTwxwf2q1nIDlNHg5ChByhF7sDMCyaITAKmqiWa0Ri
d3k3l+w1bvR/S5TM1aQ5Ga97BJOZco3L5gPO9TumF76lSv6uhbjkOXFZt1alW95ZYs1FM8wrQv9P
r7WZIWLAmCu8ymYXGm6mbQWAm3Vv0j1rGtxaA5f1GiL70oaihwaEo4AtQb1OMpiEjwpmSLBUx3g0
oS/FCN7zlUdoUQaa1iwME+I/MvvLUNSTUzGsK7eiQ61vdcF2jP26fGaLLx24Pf+TIl20tLObvOsh
JcHcqTbGeMayxxrEWi2xPRCxCa9oGtCv9X7fmM9OUyr/8PYcf8C8DcfJIIbh06qAl9Fl43drQApu
Sn4oBtupIDlturUgePHKH61XUlKz0EQvQqy3jLedeEmG1y55EXzlKiy0zyB5idl6TEQ7KEFRSSnD
Ii60isN3mXj2c1Ltn0BfCUyauUYbXQvyQ9Qg3wYek8uN5IrohWsXWeKCxbZ3HStOXTb8ZLZ2k4DK
mnRrfsVSHHb0cbYUHpbU6pIoxJb3k1snh8neclBXma2XqiBAWcMuWdZjTI9idIHamIg8PWAds/9h
NG8FOCpcVmp+o1R7UpYrCeNF6zNPkP5fMZIiD0TrwVIFMal47dgdn1J/JBs7twFpBIwGZI7XQNTX
FiZp7thpYR0LSFSLyevsKHdtNB5X3VCveOJrgiSdjWKLEa2dd5B+y8zbASwlDBCkly3B4v6hwXJu
6Uf/rwzsTGjGkpm0G/y7CH6y1z69jcbUb8MPTCrigXJbhGKXRS7eRSD82xpGpZFzlhyynHFuhXoF
22Nu7NoGXTuovG5Grm0uy1ncP3TEmoD5A3eSDBmWwfGbAOyLtxed0xPZx8j7AT0xuCxl0b08kiKd
UmHPIFoTNrA22XWJ+aNN1ClvtLMnV9f5QxUBWfCyxHPkLNRijt91SeTQOVlvVQIRmvKj425Nr2MU
0Oyw9hQNJSfDhU9tNb6aBnr8HtUDAP7pSoPn0hkef4L0Eg5GnOdpjE+gdeGrsbnJyONIhvuGP1xe
7Nn2oo8JoyZ4DYHRBVrc+ZCP34lJhEBQxOzeCGgwN8xUH+05V3ZSXQ9K97NM+F97bL8FQmnmDmDM
9UjaiXkdOkT2jBqiNLDCrer3Br8G06pPp9FvagdIWgW4xvst2EPWRgfnHz/xf2fhGFQkNuZ40IAs
CQfZJIaJJuBcDMLxm17dKaqzoSo4c0xzo3Dj25T0wL8AcY7+LFi0UnqebeWZdLQozl8ASH55mKPE
iMAEnkOMX0effYzmmnatQ/FMbbA+tCtgSo8iPoIFOD3NXERDbYgQSIFhQOJ9rR2GMuDl98s6c+4b
SmKkBAqoahVURLGN6gvTg+ib8am+jT6AyUjkjtvLws6sjCRLeueGMtY6M4IsQfcIINykvnPstRs/
/4h8Mgi8EP2g/Q1dudItaJspmZoWIKylOWwwccNc5LQ1j3bauIU1yNzS7DM/rzI0xqfdcAtCByRC
8TRetQV/EN00rn3RvIXSFyE9AM5XdDOa1hk1xJT2iIA5pi3HOgsAvYZKreaGXBxojZqO3uyow24x
N7QdzfAmptFDXP9tA9O88SbgIDEjgP+Wx1aNJOwJqD6AHKF/ATPULezbUFXuudMDlXRYebPOHebf
0uDUzZg+CDmkYzZECwDrGc+HaYg2wCZ47YQGetLqqn4TiZVugChw10UTvdUN9Sa1FeqnU7ZyQX+f
s7Trc6iFAFyDfQIbw+n9CU07HkQYA8yEWT0CSVEYKrJSBXlWnFT3kQpu0LI3ZGV8AFsDLlmSZkje
oXV82lOaNs+DkfHJ7RRKPmyBpGumGBNeEFJkV2o9ljH6d/BLbttZ7XPlJJrPQoa0aVt2YxBNVvFN
tzpMuXaV9qx2RPmqy7beOqmiv5hhWO/ybiz8NCbTdZyQ/8PZdfXIjTPbXySAEhVfFTpODp6xX4Sx
Z0c5UBKVfv09MnA/d7OFJuzF7tMCU02KrCpWnTqnANtoGAJ6gSr7A0eZ/6/ft2j3om297AQoV1BS
Ot8Nklikn9QEV0+bfYxUANj1I5xlgnGXF/zcipBhhk5ZGHUOKwk9xukzByohm7zrTuTSL8IG4hwU
gGwwAIljWHVTVOHswAYDemOGiCwofsA8H4PO7Lqhy3B6bmh5I5yE08wpuxAAfwQYDdphyq+I3To0
mBuXyfA9F4nlUnIADQ61NBWFXHHoXgl5jp4LXBbo5ozyvk/8znruqztclazyrULyDrh43OB+Llks
KF7AhQGYsLCwERA5rS9z4MUh2qpZD6XxqwNta6Y2LrfpZpRJ16x6BBD90GXKfwELCxbRXNEHbuH5
jMkEx37EkETJ30rrJe4/uPOYgIwO8aaVwQQuTyPWiZOCJ9WCHBHJBYZcmwwrB2sZ2mS7UQ2RoWT3
ZqNLtnN9dbbjoHQEwueLSm0KVYBmWDiwqnCAjM3PdgJZ/3F2XJQ1bT3QrEMPqehalrNfnhosz0EZ
E1N7oEoVnyO23lmhiYEJz+xeZ/481ujO3XSKmymvpNmpMvKUSxQQjg1AsAQVWx36hSLbNK94XUCY
A4RX3WvR+yP1SOaHSdBlrpW+0xyzNjvVvLPr7fV7uJZqndoV7mGqxaUy2Fin3XbbxBp3wyRTqLq8
6lgaxgCwmZjkuWAsbLqh0/ISXxBq8HW7Z8NuYsUiRQSQvuQRuXYoT00J+VZWRSgBgPfCs6MOI/bm
zjZylxT55vqmyVYk+PsohYRrE8NMqKKkOD6M2btTVF44fcZS1MSaP4E8AWp9DhwKelHn/mRhsmzL
oUOkheyc8+SkjusYj034zDHmYMpILLW182DCk+CVCoYvU3QmKlNQGqJLggdpmE51nfpZm/HlAoU9
tuE3iLMr+i2PPqbKK+wdBQ1EfRdjhERNt3Z/JPpnozC3qJ/zeVeaflIWT3+/9ae/TzivJmtpZkRI
PICGT4nbT5vGeqTtzy6RpDiXzU/cSLhTSJ2jfwIXJzwRaGO3amxgJxpEqDLZ5hMYn10WY6gke2Tm
5Mcqqr1dGeQVPHv+o0bbPvRy9sugh2z8Vtqja44eMR/lxfzlfInZ1+lPE4451zCQMC6bwIrjRAps
foDGAdpW1HlJi42J/lW2qxQ/jwq//AeiNFSeYR4SDCh6i48zxsDChDZ7DkgiAWgCMvcAABDJRV5z
v6dGljzlND1oa6eERiuii/q961yj21rFhsYvg7ErwntNVsS/THvwrU/WJIRQxiYjSsAg4JkGZpRM
V6d3I4Q/Hdmzc81xgOAHpVkT2RV6MefLQtkeR66Ct6VZD9HWfTM/xXi26OpHLpsoW/EbCJe/pYkg
mHHR8IG2MFArOkwl6bMZNVDEBYK7uo9UN6MY95Wkcyvf68ya8L2GVItyZeEczNL9zCrIdMcge9Bd
U3ML/QeF8C9Um697ghVff2ZS+GYptJxLo4dJraEB6bg/VLdEdjBWPtiZEcHdzEOahs3CDBkNhcvy
A/JgbKtrAysoQxxrq18M9wk9KXCPAUR9fjiKMtVzfVr2MH9Oxv2Q3HUlBYzGN6JAL1+SVPdiDG2W
n4l5E847izb+oKORRpYhEtDWd9GmCTG2wwOINQJJDGxRv0FGkeluFd8Pzt8HQXSG/vxcYWvgH3mp
Jfj7DWAYDiBrarO12M9BsQPr8/qnvmxnQDLn1NZy/E7cQWND9m9espSQ/awMv1XeEvCzOZ2bxXsy
BU2yqemNowZa9dCZh2IqPaY9OcZ7XsTbWhaCLkdRzn4NWmPnv6YleTgQgl/jYJtBXxzdGhiWz4jb
9nuzjNxweOfNuDWMh7Lwh/EfKBCxGf/j9xQbjgpqAi26c8tmPIzOizYDQFUdxlgSAFfv1x8z4sCN
MoeK0yYwU7bvSTP4Ub0rWSm5xGt+47R6I/iNGkIE0D9G9Yba+376z+xfNApqxwOLflb2JiFbyUFa
HKwQOaGphscgeP5spPZC5tY7czwOqoG3UpN4AOLmyatVBXl4GPUZ02BvFCWVDimOZJm/v8mFXQjB
ouCILjHaxOdHxiqUqQkrE+PybvuNfxQB/Un9+LMCdM5N9k3mRp9ofb51t/Zxkthe+Y5Q/YFWDdAg
UBX+neec3J2s6VhogZp1YVWzbb/otv0YXN/Wla8I3LSKqQ9iQc2eCNezLqx6ZImC8MkSdKIwILQF
pA20dK6R+PBFqYzidiVenxr8XXc9WZOplY1ajyGOjZ66eYoxqGQ/85uUSurga3t3srDfj9MTOz2B
BKxeOHhPKBFQiSgmjRjc+YcPdGpEE85GzY2yhOf2YkiQOaFHnbehkbRJVuIYRHtBO7xQwuIkCLEl
M5W5oBnOH/gCb9qKe5RhUmFIgmpRTexTyb6thLIzc0JsSBQ8IRSCM5drnxkAaommurkSMPtgYy9l
Wowya8LxawyOtmwJa5rpN+kHBF1cvdmNmW9ojxn/un7WV8I0KlcLIxLYWRCoxdKnZeQOA0os844g
vdz2m/yl2k6HZt8G9t7xlNfE0++jG0ii3Sk/QIIb1Nv0xofDcdsg8q//lsvjef5ThG0mJDRLbilQ
qW0ZHhuHTu8B45HE+cu7BiPgCkBBENCuixkhYy7QCRqxXg2UkTr3GQaCC+vJUvbXF3PpRGBnYdqB
oBz66GL6k85RReoEdlT1K7MClLFm9qaVqdubj4U1eLEhCXCXMPWlbHtiUdg+vKtTNQxhkd7/SDz6
3gbPmIvb8uDll+PO78nTr6INEg/wrATAIVf3k5vazQ/Vc7SZAxqgtLeVNVgu7+n5TxKOck6GSp2K
ZbPDACQnvXNou++O4ZeySeiV1tSpJQCJBK/jkHool2M8A2GEIm8YJhurC6NbMA2lm8QpDGROTfWp
x2b0FKt2vDW5k71c/+aXvANnnwCKFue/gkxqNAwmfsXgNXg1YLTeCbqfOXEfJr8G70CCa3NUdpbk
4qxusw7tGHuZxgDf2LnZsHEaWhBUnzt220IJJNcebev7aPiskXjC1VN9Ymm5XScRpDBS0pRLnTsb
QL+I8S2QrRAoUFT6Lh7eev1R7yTjbav39cSi4OptPYQmLoVFam2rIZg1C+2I+7D+h04UTtCfrodI
x6yPcTlOSz+CWF5iYrQIM0QgfkQtoOFfof5EkpfRuYNczfUzs/7t/jRbhIMbRiSNzHJZn+qDSN1t
lAfTCUonIIOk9rzqXv8sUGyCq1EDEeYKlhQ9AHx2mB/U6f36Ytav4YkNIfirilJjICyG1sqi0l0F
BYrZ3dwGTphAOOO1T11l2vcy1eSVlZlgZEEBHwUu1LeEM5LGQF/aWYLcPr2x1IfceC/+PuNA9fDE
hOBcE8AW02FCjSorHzrtoelfWYV5i3uNS9z4Ssny3JLgM0cG1A1ahHiIvmcfuteUbu723zA/solu
6J3LBk93448Dcp779kBT9+uL/Mgl9Y/fENbzBH8plqIBiDgJ0jaxMT6BwcUeOZrAqgoSC1ff2gfy
wXI3+1Zt82MZe/Nh/BrbjSZJHlduw5ldwb8wjiKl1cOuHT7k5Dllnm17Ohx6Ou3+/qiemRIODbih
bas2sc92/tUp7+Z/8YAxlslt+a3KvqnpbRTKZrZWfNmZSeEQ5Yqul3aK1aGcNKjvM9k2zk0p6/Us
f+XatxMOUD9l7TzZWJijfk79B1X80Hli8VOe7EJN4lNWV2SDoRQc10sNVXiAEj608TCg0qijUNCj
KwcYZJTfUBkCdPWGn9jRz+NONvQazTrYieZ7zfDD+qWX5SrLnxC3DQceHmSpkxtiwlZ2dlxpIeQs
gKEDq+sXlVWa1w3YBPrMBAAo8VlJbVQHrBmympFKQQmjPc9SfsdVE2AaXzpTAHaJICvM/RkDFr14
qc+qfjIhD3X91qx974XK/P8NCP497lRtnMsCzNzFI0EzXcvurfwplqVza5/71IxwrJqU9YhUWEfc
7ufym8XcNJTc/zVPc2pCOFFx1EbxmGEldvVNSb6D3dlWUICbMjeXMbSufhWw89g24FmaKkJ27Uwf
1Jagv2YkQPLXXlvIIK0yC8JiMiQrVbV0lTuEBNSBakOSha1+kJMlLP//JO9ruho1PAcwACV+TfQX
Oo1eOki+yKoNqAktqmYo+omtwSicS5aNaMFX472i+HZ1Q4uv68d3JX1dpLb/Z2I53ifLyJuozfQa
JurprrNd7vg68Fz1LVN2vGY+xk0l92XNF2s2EIfoXUBDRIyjQDeoaMuj6hhPG2a2vlbhyTX5inkD
/8ykDJqrh/rEnLC+znBiKMzDnN3cDOousb5Z1J+aHRger2/k+rf6sy4heA69zfpkhiE+/jDTLQOl
vS45cqtrQRNr0SZbOsVCGLOZU0BoBgV5Wr8M9WsS7/UIULznNJVkXBJDlpCBMz7womBw/GTa9cUL
sta89nrgssy/nfQCdEf7syJxYi7SbAALAXjzzPhNyUH72SSBIwOer3poB7oJ0GCHco144gjULFLo
KuOIg8gXclkYgSIcUpGSDHHV45yYEU6a2qWpGkcwo5FHRXlnsjmWtZfEIjiLT2wDuYLE/vyqVqmZ
luECFGBzETAlPtpp5tNE22Gc/UiGu7EsgSXRSgZanlYyKbrSEkGVwAC63VpyYAhPnRtPS5pYdjfD
Fd2px2KLkq9PFBeNW1CjuCCNS91RYvJ3/0FMP05NLp7kxDXBU3AwDsGkti33ydNLuQeJhfrmeMyv
v1A92MZ36qP6g3oKJj5c5fP6fV47NWB2o44BHTT8K+x2RwuHziUu22jfV5ipNNLdoADztb9uZs1t
AIex5A+ozGIa+HyRcdfTubVxAyp1q4X/9dP9hFnn6zZWIFbLENn/jBjCfcb0GIfKN4zw2gOExsfw
f2h9162tY3jgGpzLpxR8Arnkcq9diFOrQuknmiiatovVtjwmmLOq9bfr61r9RBYuAu42pkrE+kSj
YW54rnEhOpB8cE/HBM4WRCga85iVmZ1nQJ2g8K/bXIuXFMhJFch5aBeKmctIZ5APYj7fCzu9nFyo
F6ag+qoV5llJZ2+NQQNpf1snt0oXorY3Fer2+g9YPTB/Fq0L3xIN5Dazl0Wz6qOw9sz+zvnmuol1
T3NiQ/hyDANsrJ5hQzX34DNxMZkH8MlD3j3MKBG3oV8pYOQKrltdCzoYhId0HmLC0iI/vwl5rtiU
5zCqI5XKacBw6UInd5X8m1ZKEqvVk7N0CFHhR5WfLJt84lpIQXnvOBwtsybxQawAEsyOuXGuIU+U
ssKsfrETY8uPOTE2V2UejgzyMKR+mHS/G14zW/LFVvfOAT/jQvuM1oXgRRSMg+dlPuCDsRKq2Ipr
2R94WAODB4Wz2JD4k9U78MeayP7CTNYBA4MFTQmI1u3vc/MeOfNjUZIjKW3kCpgS0GUgw8sIhPC9
0OVCPwrYNcMQ1lilGK5HVlJ55bQZ9XtMOPdgVwHPj9eDJYHfwpdx+8tuGheSq75qyF4UF59xsQ/p
Cntp76qaI9gPlRLSVV0PWJx2GJJfOnuMI0nMuQSJntm4qNlPlhEaZgMbraM/YqjLLbjujeRXakDH
KtV2NCl/dNH0PeWKq3F1X2cy9emL9Fz4BcLVB7lUZ+Y2fsECsnQAbWjbuzrujmY3+gay8ymRasAv
kfQszsOkaoKoAVu7MvDA8mVSQNUrT6kB/N8qGGB/5/NClEKmoXuKjb5+ZEQxio1m1OCVCQ0rim7U
SM92Vl31dMNznRxSxx5kj+6LCIZftmRcKOYswFZx8MMc+2qsqF6CqM7YKrO9qZO/zhoXEyaGsDCs
sYL+7M0imyyEfIzKRnum2Z7Wt5KQdeHsFhOgBDBRLVryXyGTIXxizowWtFcXxU5jkauMN02iQZvh
7+kOEBZVqMUClobH78V+VWmeQbsYTKkpZOcgQlU5B6N6jGShYm1FKOeA5QB5E9AIQqjAzK3eAouB
71KQo0p+EcZ27UggeGcokqi0eiWRbSOBAr55wVmce28Nk+J6bGULGvYuHF5HY3ZJvFPzzCuqe6V6
NfmRG4eif41NyXNv7SqeWhby377UmiRu8gqvsFuL3arlXlMVz6B3VvyqzpKIeJkj4pQs9A14XlAM
P4qCzKkeR8VEKlCCA0CgV9rT1L84fR1EUbWp087t6HBLSHZjK/ahVcPv14P/2lrBJ+Jo0E0ENvn3
VziJkSDPMzgby8pD3/jbZMSuVtGNk9pe3JB3HNZjF+mSa7G+Yhu3TzOBVIFg7vmXVcaJxmGEFY+Z
8TJq5KBMqj+qHVp5ZnRjqoM7Zc6B1NQzws9C/4fhWrg97DXQGmhTWmJAoWGsWn2H21K1N3btdu3e
HjDciyF2FJJsJ7CdrRNucgq5AGhfYJZF9smXVFF0vICALyhwvIo18fXdOEnYcgLHMKR7tQBfmYEx
VOUrhm8wlV0+7UErNg7e339pKLJQDCABco1s73zXIRQPpsklwGDgL73JuqaApFtX36K28Tzz5M5K
Q9A+O50EH7PmMhxMDkA3GfjLCzEJlTZlnoDnydMZqgAcEmLmdJ+Mg0vUSNIBuEjGkB0sJCyAHhhQ
mhXJUMJab4hVYZS2N345Ld9ifNHvqtZ1umZvoQl+fT8vk/XFHBpSkOaDUfS7zzcUkqOcZ8t0AlKf
5xEMdrZWeBXJAtVmmHh/6B3i9TzcRKpMnWZlT88sC59SqcyUDQost+HDEKZeVzbI1qMNRkRkd1W7
PKowheClgz1gEaM9X6QyganMKeAfupke9CR1EflvYiXyad0EWaFjIiHeVPbTbMbHeTC3LZGRha0u
doF2L4May7j2+S8oZ1DNxSUWOys/OuO2VTCT1D1B5OLv7weQ4yYqfADjQC5NWCm3i7DFnUSaq/JD
Y/cBXDVgd+ovpex2SjHu8ZjYSo7Q6okFdBFvWowFErGypNeWVdoKbGbJ3qh2iXFQo22T73QCPZRd
PPuF9WYoN6Wz0dJXBc/ebtgZ1j2XlbhWogCIgUFsD4e8jPsKKTanzhgrE35HCvm0bKvTF8u4tZvQ
y+Kjkxub68te/aJ/rIlVkX6cWJIy+P+y6r2OvLE29scR8z4yl7e2vZqNBO83cRZKWudHJ8Qk3cD5
DAoUAlo/JfFShz+Van2MafY0Os3j9XWtpSx4CoLwAvU6TL+Lfr0lI0kgUl8BCzhBXrV263YDEiNX
r2/LwoOOZpg8heW3xE48QDiuG9dXLuqp7eUinwTyrB9U0kC/DZPAkTeH6Y0ay1gLVx5i6B5gsNxE
D0EH5PXcRN/WdWyHNkiYgUS3U+4ZZEIWmOyvr2SF/ALEBAjOC3cRJBDF7qTBdaMHzRTcW+NU2ySK
dZDxF5j5tCPH740x32IYDCxyJowDzNZOgKrG0YTEMDJeFQSbfV8Vk8QTrpylhckE/wGWDm8vuCGg
qfVisvBYqrKWmx4eQeGNHWdg4nS0HLm91dDsaChhKuNSWe6ekCyg44AUDURexCRiT8BMMpNXKC9A
fSvQmrvBZL42mwAm1l5ufxQtKPxlH2DF6Z+ZFD50wktn6EeYtOzRZ/Wr0xCPjEWgK9kDhiMw9AAJ
XGQ2o5trZJs7jjeEmqStczklhvBqLP+qi+wtoOXnp62YkKSlHJepoYnb5yiGQUebGZ897Y46Kbww
Q8DTP5zERO2o2eocYm1quUuKh8Y2d5nRuSGoXVMzOYa2uY01xR1raYF37dYZUDzRKZ54KJEIp6Jv
eRpNDm5d2dvI5g48e09DF52usI1eU73e68m72gL6DvZnDdOSadqAlFk28r12MXEdl2FaVGoMMXTh
AmBEfkbik1Cl8xJdHXeNUZQebRvJ02jdEt6ZNvDOeAMKJ0MFHDbnS8kg1bWdrca7ts8DM7ckgXEt
QlgYfV6A7+CWEj3ASKgCQt2i9uwYlcEWMqKfSVVtdBnb26rHBoAIxU+MlYMSRThk5ZQYaZey2qtY
GGpBnJBiY5CmQ+KmACNmT9abylV1V2AS86a1WvXGNhv1qJc1lAdBvieJICvrxlNXxTwB+pn4Z3FC
J04cb7G+SWcQdeXJ9J7k6MkpzW2nkL3dygbmVtNXDLEh3qOmt1B8nNuqlBpYqxCNibZx++QmrD65
8qV1gaW/G9oW5Uw0h6879svG0lK+OzG5LP9keUnKq97KYBJSWH7zhoLI009wM+Jt6/IjRkHdh0P8
H/g9PMsvJO5kZWfPTAs7O8V10zppX3tp+Z0RoOdzaNvcD7STvApWwsSZnSXTOlliWISkajnsKFoO
CiHFy5zRU8Z2DwFxlyqxZEvXErfTHRUSt4FibiIZsKN59z43ozvXz0PyRBS/CoEckg2mYa4BP18I
RqhRIMnBMD1UzcQoOKdFapUUqRsqaxYHg+A4NtuWoZEWwDOYh6bTGA0ix3I2U9E130jdaA+K4Uz0
0FkF0N5DrY4bM6MYzOGov0UbfZ6mR22qAHWlM6X5A5ws2wJBrVu7JMzGj0wdK2Bgp4gG8RzB20d2
lB1b5nSDrzWxDmILs6/iYDSU5pATdEiS5XbSUgsVr+BE/XQ60u60dsgmnxSOkvh9nJaW146hfWco
LDVcVbXrBxrp5IVpav5ukMImYNqyZzwewX5NPD1RQ82Nqy7d82KgeA5NTuarVtzgN9j8rrdCakCF
Sok+1CapfRTTm2fKKKDJaAEOAU878gO9Trg0nSQmFNUKkL9tjJhph2ioxsLt6qXDDP5xIwa1u1Ls
a7gXiJyque4DRUd2DtMAAO5yrs2YHR/RoEnHksEDk6k/DFnsQOIhSu3PSsUwysQt5yuLanVfUCcB
+RqZfCcHy/YBmiXg5uimHvtWYZPdqE3BBscszkGM0Jmhx4le/Mfqid+a4KlsPTVLQ75JQh6DfrtJ
ja/CCbsPNekm24NuRvMLSMnyuUqqOXQNBr7fzlacr9zA9j5ZlRXdNeqI8dFoyivqDiCO0buZBX2D
gVbENITOAbPvfRlqoxfX3b7oeHqYh6Hco36q7Uk32h9srMHJopVxUW2aFidMaUZaHgxjosVtaVR2
oEGnMvKbnJdHWvXhLdFqpdlNpWpFUBYmCkjXcXahE61V71ozhSAac4Df9ZppZhDhswyneqzHND6a
zUR1D104NrvlyBg6+33VQiAvi6NNGg/tnWLM6rPejAk4Flk/g42cVpr6UBt9WQd8UHmEHmRDb8ZB
awOKt9XP3plAoWOapYFerGYWkpfrahRDrRy8uYs3v+ApaZoOp6eoEZXJwsy0jdmtNnzPkjuKhlC6
o9VXM/sTvTHBWHfdpa+ZxmMZpUPbQRgFf9W5v6v6zmFthgSoS4ybtu/vjOgzA+ulkdVbDeYgQrep
tOHIMNvbAmjS6bIpmhUXCGIdTBsA+gmGILE9VSpkLmKkyB5XVFfztsYNH3TcSuLFSbm5vtwV706B
ljSRYmnguBYrl6qSG63aKahcctc07+rC9CByMIUvIZUp464tCzWzhSF2ac6Kxax6GuA2Gdj+w1ZH
lZTp1UElI89dYJ3AgA8vwv05UjPoW3FzGCTfdSVcniUiQhjLFYBcFROJCBvZzmYGxMDxiTGSG9GH
61u6sk4QdusOKvwYzIaEyvkBouPkNPYEBqu0L4MQPEy+plTPyjgEqVUENmbbxlE25LiStZ/ZFPIQ
C4SNcZ/CZs4Ht2woEvbn66tayZNBWYaMHM8CtNVFxFhYO4neTi1aPwb4e0qg1ccG8ggSfrTVvftj
RXwalnHK+3ngoO7nDoKq8i3JIHpSmp5i5Rsr0rd9pGz/emEYGAduEZcN3P3i5+ro1CbQ4kMYA59D
SzgSjXCfJ+rfp2vgkwJfKVSqUb0Ry44dOhB2HUN7I1W7oDF2IBxDRvWCYbXry1l7ZWJODc8mXDEk
bqL3mMBLTOsoqSGNNAzvbMws1OAnSMZ5XZ9DeQEjVPgVcZpNs2sOemi6E5KQH2HPewbtxyi7KSPV
OsZt7+ziyIyDMKyjY5wMSqDqeY9aZWtmoZ91Q/Uw5qbNXK3pMZRyfRlrNYKT4yYWnqoOXMtzBrYA
wPnM/MEOv7Rxn0DwNX+Ii2ez/++6uVXvcHLulizxJMlNu0TDiBfMxeGtPe4AWJ6bb7ps+HT1lp5Y
oedWEgMlbrqc7sZCOW1IUeXJYtkc8tozCOcMtRUNEA44oOVXnKzF6ZPSILyB5qSJ8mo8A4wC4pn5
R0xLV41/DMUi2FroqiRxX3EQZ2YFt5e1ZaE1KcxyYwjqAjDmaZtziZG1HSQQ2ICINwHBl/jE63La
Tj3B67ZHYy+i8X0WyWaEZCYEV6pWDWJlBBNFkeFuhPGj1slk5Vb2Co5GRRcdZE1Ly+78EzVQnenz
Fmh1m9RPZat8RGG+KcJa8vheu0SnZoRTzZO8MTsbZhbEan5fdQUyiFuwQuVOQPu3wpS40pVkAsvC
kkCSulDkCEegYGi3FAbKeN0Eraiqu08XAaNRP0AGFex5MqmyVXM2/ib4RRc4gmAunU1mchUv0xDt
KXXOA4OZvlaDdInGt7Vs5ngtNAG08z9rwrlg/Tgq6QRrjXI/D62raZ9tdtsZmxgtbWhAXXdIa59O
NYERAiTBsS4YpfQs0eZ4mGHN/E+3AsfajsNXnr44Q+gz/jkCWn/d4NpmGmhJoRiOmWrU9M+PpE5H
NBqjjIEdZgyMKgRPQq6PLs9Sb4qtyeMm/3nd4tolAFbHARAICA9IQZ1bLOKxciqrRtO6ilx1NO+j
yNhC+Cr+h5Xh4bNw9CF1MUU2ZnuarAR3rQQ5SdDPR8jUgm00iBs8e2TIsrVNPKlsi0kSDVH6nXMk
mVbzXhHiVsnrZGJiJNxNsgbXZekJgHe0D/8fqCcqlDWlzfR8BlBvviexFz2VqN8hK7tzgvku8ZJ9
9OJsocUNMQQfMfyu2svGlS4cpfADBO+SR0zRIhU/oAD/2zJ70cvGd1eoUM7XKARMSyGFMqaAB44b
dWM8xy9x7Pe+fkA55chSd4496+BF34HrcEE9vbl+Pi8+5u/1wdnjWbS0h4QbURQgrkdWDRRp+kVn
xZ0HFxURp3w1ZJywMkvCToL/YozbBdbJCbiPIXfmeDR57HsQpHz/lzXhyi2AgmVU7vzOdSCpo505
Ao8HCiKru2uY19svYKnscSuum7q43ti+3xyVFkVxDQLj56ZMqJsltFjOp9EHGZRgGcdIm/btupXL
57pgRnDLSaykldbAjLILb6sP9NLHJx2N/JvBNyD25gLxct3i8gfPCoa/DYJXEO/m31Sx5+uq0FGH
aNOEgTPrI6VfI7p6LLxvTQnKZO1MLAn8b7ZoAOGE08dbPkRNjC8VKTc82hPtLh+OWvXITcmT63eH
42JBJ5aE00cKo+Jxt5wJtd7OjXNMO7Bl0ZKiD1hzX+0hRl+xrYby4Ni2n7Xx/g8bihUSUEQDFCfy
zfDGnufOWTa0gaKIovsRCzoAjqOv63ZWD+SJnSXAn+TFtqLkoAAi2FH7mBpHPd0oMnzkb8rLy738
sxbhfhXqhNQAqYhHHs1HdR/3rvbY/oeRxG5nPneWr7yGkTt7iY8RvOD68i4yhuVc/lkeFdD82WjW
qJ1jG8f+DRUIl427dETTnn5NoOvQpjtCd9ctrt4E8LoDGwDxQVU8opY9aYMaYkMLUH9Ai9dUv+LJ
jzRZ4Wj1KoB7wAbVHbqmIuihmBKupWiSexlEvNKPOnlRhqCt7w3ZcPfqgpZJwqUghsqbcOdyHrWQ
vtBwE3JlbzZfttP/cnJAGxomud0yS8Kda/IwmcIGlgbt0bHRBnyjreWBxlJyKFYjqH6yJCGCYlwR
GLZQxZKYfTv3lUvNxuvL9BXd/6cm4zcJgYxR/KLVUNuKH1BTcJVkDgb7u47a5gRI1GwmnsXSvd7H
+384Pye/bUkwTi4kz5Gv6wy/TWV+6wS1fktizF89Xbdykbcv98IEbgJzE+gmi2PbEXMGTe1B42aP
P3L+1fceRMsJO0y1N3xeN7XK7HBqS/iscYE4iAEwzCkF5Ttmze7BqgjFEz/qfKRjEDfxgG2rfsr0
P9YyMX3BuoI0DtB3S/jI+pSqg50tF2S8r9T7tpONaawe1xMDwpfKqFJPGYMBZuZ+Sm+mzs8Z3fQy
lPyqiz6xs/z/kxNhaVVfmBx2jORHUsyugam87Of1j7TqTU5sLGs9saHoCvo2i42JF26avY915GXQ
Zk/5ky1j9FndN3Ce679RaCDGOrc1RD2G5SbYaiBTDVOYQyAYwpCUFldP+IkVIbDFTTuAEQGeP8aV
NdOgA16jCjhB1Wyj2y/Xt281zJwYEyIcVGwHqi4aGgm5DUHf2YJBdOOoL3GEtvuOJd+vm5PsoIis
K/EE0Izpd3LwzqvtiFFN+hIR/7qV9biNtHgRBQGSWHy46fVE55gucbs4Wpv+nQSRS1LI67rTQ+m2
D8bWfOb+B7R5Jdnk6on/Y1gseKt1lfGyguFWsbezmvnM7G7DzpK42lUPcWJGiGxGAnqMMIWZGEp1
SQxZ3DfJDl4gwBc3e2JBcH2M0iLTOSzM2pcOhCBrdoPzTdefNPYWg9JPUQ92JYtuq3f5xKjg+Ma4
J6aewahRI5phXBnZuJ8lsYvHj0+tTw61rrh84iZeIM73MYk9hb9VpHzpoevBUoCp9OH1+kasHtiT
nyS4SgVq1AaGj3IP7RjMzj3XNXh1nxpZ12Ltg4J1HQSNgCwtsk/nnqWou6KvMF/ldZqfTFA+nGfJ
yVx9WZ2YuLh6RhLZFaYBveguC0aIcLrhJnmdt3yTfaJSjsLQ9Z2TGhQOqVlFACYs3IzpDf8q9+Gh
x6yGizbT/EVcDdiazXWDa5/qdIHCkXWizGyKxMYe9m8j8UfrUbXejb9uPOJinFoRzmiY4jhQhlVN
+X8j9KmizO3GH53zdX0xa44EpDQLytSABIbowcyhalPQWyEZx/wwHhyGvpn/XnhvWcsfI6K3srWa
xECHIA9A87uInh3mO+mj3bhtemyr1K8hrnZ9WWux7dSicCaIFjmQD4FFk230yOMa7rjmTuXN8JmV
Mi4ZyR5awoGwHd4DXw1jSvWScX/sX6kknK2RGKLEit4+PhLGZES4UdcpejNx4GKMpn2xIFGwGydt
Y7H53anUzM0Ge9iObTP5SdRrB9vM34eKYQo9DZzkl4F5KqMYNnScO0kOseZJwZ+BOpdJ4MbFfpuj
cT0mFUpQdq9g5DaBQFOICYyP1HQ7mbj12jaf2hK2uYkqohSAWXo1G1wQpXlz80uXEfKtXe5TI8K1
Q0oU2ROHkRJCsUOk+lXe3xVK5s7/xD31W1l30S4BtHdZ70lGibTv/0j7rt26kWDbLyJAshlfGXbe
ysHWC2FZFnMzx6+/i8I5FndvXjY8ZzD2DCBAi9Whurq6ai0jqPweR5/kqH1sBfTX+iZYnJxJuvd/
ACZbZwBihDJxPQWAL4H4EqzXpAktr33JFFeivArSpZMFemG6Yeio0UAhyiVYYyiDGPbKxBT0lne/
i26zbszS7M9/P2NMETSK7nsEN1Kkb31SOYH+VPe8CqKlIZujTD+fDRlFC6aXgiTfzqJ9q2490VWk
FuXluOE+/gd7oKiEaiecxmCPuERKujQzjImuG0X7dlFtCBqkZJ3jNxYn5Rvk6813bo7qtXIlAsQD
rbqhb1HswXG0S/tFB70pkbGUQc3CmEFL0Mn2EY4pUuxGiEVT1Io9RP+Fpm2Gci3nq+LFQIYdsr9J
pc8eSmvrs3HdaoEjCrVt0LHAnR/E0owdTaPCvwxA0MAvQZU9cgtag/a8LVQ4DW+fl6/YoXG9RYkE
aAIdFbfM9S9YHsi/H6AxeTgop0clatqmdGpgl4blac9Z9aPntTQsbqNvO9kmW18MpUyqYKckoXMB
Z0PyaPJCl8VNhJcz9FiinhLdjpdL2xtIJbcREjRUflHLRzXci3SfVW7Ey10unfIoVPgLxPoEORv8
KEA6DFlEuTt33fMg7JT6R5nuFB5hhzwdL2yOdg7GuAYlM5sSpacI+xpr3OiPphVaQ2Thne7uZL2+
jrblnlxXs3aE986zuItnZjIX9S6LaDLoQI5Q6zqiATAPOcf4IsHp3Dhm+UdpF5l+Dwhy26RO9SDY
wo1gF1v/rLuFU+xz27V613/sHPqsnHyHd59dvEnPPoBd/tQotWAUsGaMN+nRv8leIMdYW9HjH+Gt
upPuD42DfpEzrwOas4DY3ZDJPYrTDKDKaQBFaBCXnIzmVNSOEr8l2r8W+MHFGJPwGloL0WXA9m+O
vqkkzeSM+zjbhLJsN7q6b8ZyV0kmtKZ6qy5zDoPVolszCKj7oKIsoWKECWdI7YWhlyA0zULbI6IF
YhSCLqJauPWKvWpYofcHsbIVFTexfNJjp+Z2di5d8OdfMC3u2REkGGUrhS2+wM9u5B6VmiDx2OTJ
OfDPJdZX9ODhwrvuSq9LmaaRVqAHh3cNeaqDuMQE415dh42JSw0ozjsFL813YX4nlMdAg/i3Bpmd
LLYgJ8OBnX4t6yFAXoDTA+obKGRhPERiGDSlGmBNELV85PFY4SnF7I5Njyp2Wk3EueAa3RaQsoBW
e0RwIZE7XFKNUcSXgbupbbr/Qgo4PQaiXw+yDChMvhyKJoIseCn76BIrHyrymqDGM0RHxLrlS2fX
HGRynbM5luk41KkXpLYiuEZw0IxbhEsg4FhHWXKDcxRmVpNh1FtBhCm4Z1h6gWJVHv8ozw5mrXqi
lIpUAoIa33cpsobAgNp4wCtQWDogTWjronh62phssBEbYlbkZZTagl++RLp5V0rCDdH6o6E120qu
d+sDt3TmQ2cbGX4oJEJPgnHuBdKu1Bwn7RQxs2j9ozA+c5RBrIMszs43CBtq9nhCVDoTEiNG1dil
gk4RXqi5INE09fWhEhzltnj0ZS+bmd95PvVgRxBaRWqln8JteOyP+YYecbkJT7rb4agYXe0mOKj7
dfMWn7vRi4bqflQEofSOGUQJiRKjqLA2ssBuTQsH1Ck+F91jvI+daIsahXW8xSXyvW/ZRJ0aQ+rS
r8MU6R+o9vi/G2gexuYHze+4+gGLy+Mbik3YScpgdGEIy3o/ccJoPIV94Mh9x3m7XFwg34uePeHj
NIzU0YNFrdpse6m/H3H8rQ/aoiXo4gOb01RBz+oQaZKntn4KiCr/TaCwFAdu5/9cx1gqoEL5JUqk
8XYNnV2d8fKplpQoJYW8aGePG/Ok2P7B/1Puglf/Pn9H4pE8gEpF/oCA4PRmjzI1uo9f179hwc6L
T2ACwkarfLUQ8tQWq8FTUGwqincQWo50R6EgGXHX0ZYSrIakopgJtxN5qg6+dO8iSTzSKrBYQeNQ
JODwUk8eircaHQU6dj7GltFMhER3pKw36O/ibIWFIO0CnjldxFaOYi0uMavKRsDTFER5W/RwFTYR
b0WBEwkvxQ4XaMwpU0GOIY5DoBHyUCPdMKLsHhzqevDSEBzsSMCdvPo/HG0XoMzBow6moqBhEHW2
+W3udwjyedfLpevLBcS0pmZntE+MLBUS2CUI9566qQyXBL6jiGfV+xFPrYKCVX6QVEBrF7p/X9FR
MfHtIqtj66AeDY+d9lv0fw7Fk9HySLuWx1xTZXjVaY2x1K5QEkmLsMe3NflLCr3X9pc6brrc2Kbl
kzI6WHxgnuaKiyzsIgOdxXgJmR7Xr1jJSKhmSWBg0IeD+Ef5WYB1elc4qh0/gcfvKO0LtxNBLMvZ
TAuOHdd4EdkGlOfCHTLzEERCTQUZe7ffDK78y3uT3RFaQOjn8//QG22T3ppY2fvonnd8LpqrgrwX
TGxI9rOnpzgoXiFBbcT2eisiLxqII+rNunGLtuFqA15tpDR1VvouEUTSoxsWO1UmW73/jc7fwa/s
nm77aLsOtRCqTfwsf6GYHVOAKdPQMkAFkpMIoFPemXQ76ByDFs6sCxRmsiA5N3X1AcWIt718Wxk8
3oTFSZmZMZk525VdpGZyHgIgkm3Nfw7bTcBrGliKXCb2ODyHTHW/VyIKQVAKZdiCuF8PRRdKFJYh
uWn8jmacUDoRCGzEGxBTQVSHR3u9tK8vkJlzSiAJVITJJBlQ3Dd4Fk9RyvKO5OCId4rcKfFIx0tv
LUKig0AGm9pUJM7ewSQz8hLS4qEEWZqkesogNgWmyhjscUNjRaAYEwbcH5z1xbgwi1Pbwl9Q1k7R
iIZ4YsSl412m3YnSp9b/XodYOAQvIJjws/T8kRQ9IHzDFger1C1t74MuYDA4p+1X3SRzi50jsY91
VVurYNABEsm7J7UpDpE38cFF4BgeMJDEqclnmfzQpEfcJgrtlPYBiL5Qd2NYYhxZhhrsw1ZD13vp
+Nqz7ImgK/0dQiIKRZRWq9K7vlNvIyi8rQ/QgkO4+Gw2SAnbQFIrfHaLfIacbTrpxUS9JHXXYRbn
AYq0qCk0QULD5jZ9JfBy9DMiba+Nyktomumbj2UI8WOFBLiGqPDsNdVAsiaiE/3fL1kqtMSwh6Wp
lQnOj3EXSZFCUC1ExVbymIlHmnCsu17I+P06DidAqOAcnX4+c0dpC3pRL8Lvr/BQi6Zb9FHHG1P8
sT6GC9WFgEHhLjIleKcD1iXMVPChZiqUY5LwARQjXbwRybb3Hc33we18q45O0Vq6eart4klVrNq2
ZUvNNyPPNS6Zq6HPHGHHpALAVqLWQS5Fgwxzi+xPFmunehC2QyPzKqWvj0XwFeEfdPZqeBhjs4x1
QqUiqQsk4QZLfRK3rSO+pAfvpJ/V0q4t/Zx+UDs9JgeeBt0X687lXgYyeFREsFCgvYqtkR5FsRFy
EQ6407QxsARcrz8llBse0f4/cRYnNWr564nBOMxIdZ/1CSSDxlQqiSOFYXYH4gfE2H5ShZBhMivN
IeA3cruqbFEhrzUptcDu4aOZvYiDJ09vqqduzDB3RIyNnexFvPN4WhhX9qDWG5RiyGeiLedy4RRN
mmhKVOKlXfGRm8n1xk3MRLJ1wTCsQk5PQ5kgRE+gTIM4i1fOeN0ji8ANLUG4C+HB67oNQvIS1JmX
2PzRXn7zfhErPwnIUZu2sgcj+Y8WKeodOtCpdUhvlRswuHDCkWsfd4H/dfjNtqcggapNNIGfJZ++
dvTCbeu9qikntFrcFd9WfsUTMxQQFrSROkliGNVDDG6PEpqc0vO6C1jaEujTRYUtyH0mxvXLiWwq
MOXnpJ2agPI7uVHPgUm2mjfiiM4sQ/A4B/R1HId6YTRQgzkbRKNXnGUgyhB8qYFJaH+CkLhsyQHn
rX0RAflmRFnadCywntPLZFkOphBA1zamgm67kiNmsDhkMwQmVBwKVJiAbRvPB9l964Fj8lGMjmYM
YhZez/71GYfRMicdVmS7wPjCuOfGa0tIYXVY5uMN2gHEYucFLu0sFWS43Erz6T7NbukZ2BWVOyKb
kk7tYGXhpPK5G7Zp4RrgDvV3mrLpiZNVt2mI7vqdARKP9VW4ILR7YSnbDOcJ6dTTCPDiproXe0t4
Nu3B7bYfyVl1zuB2Cxx9+yrtLH+fWxIaWsDYZFEbDGduispczucsbbz5UMiXmwJty6j4msZdLE4l
XjTNnR9wPMiSA51DMNmNPDA9T5q6/5rEafq9jJLH0elqvCxuBMOuuAS/i9sCjCwE+SosJjZ11NM4
ViiqSG0/31T1nTj+kKOdUd0OaMGr/xhknyhvuQCeYxrbmfirUv856YhNjwS7qqPCHRcCZlt6heZH
DYG9KYRRoQRitTLHWy5ZiOp8FACDORqdSAyCOOZ5LGtTiSyBNkx6BvElZ1ks5N9gBJ6xwIcGcQXC
7seyEMTCi9EwA8UBTzumw4Nk7oT47Ndupjm+GVtFhUI3/Mt5PlxyBDNgdm/GeuvXbQtgNKuZwlYi
71F9Iw3PVX6Q/r2G/8JIditGA1xRPhmZg+67Gn7lo3wQgtBZ3/E8i9gtVtBEG6ZmroAQSxtvE3rE
TcTT3sV6h0JnDtrShp6PH7PbGpTtVbE42YTaK/2tqg9R93PdoKVTAcIz4qRjh2Z29kaQ52pZFjV0
RAxPQclKGf4JWzA8dtk4uEHvjy4EZnksi0uDOKXp8MCKqncQIF76qV4ISGhOhXhp/FjXoKW3BfE5
k6zBBP3W07p9C0MIIn+wwoMcHsyOLEW50rRSJmjAqk0kfmVFe8prbdwkejhwttmCa5zIT/DCiIvd
RMRzaZUverj4Qg/SDmloSUN442d3aGa6EaT8kJObQCQbQ0V4vG7f1fwhrY6HOQPxJNpwwG56iZoR
T0ZROcX+Rf1X1vwsvthkwj1t/APy3vt1tKuZY9Cmn89CO4RHkdYUQGuLvSA9R+VB7YL7sexAuxBZ
xAg5zpFnHTOmNB3bKCyBl1T9JtXJXa5VUCxK3LCObvoM3IPr9l0FyJf2sXViRi0nuh6Cqq2VauQ5
n8rqs9A/el5v2HVKjcFhkg214YVRToFTm/JbFUeBVUZUOEJp/CSnKVSW+14DcXUP5QRIXri13H4K
dR5z3AvPWsaZVaExSNJkbSlsZMPJURLboJWn55KfL04jJBGwPpEOBbny5bKBZkIqmwOmMcjPabHp
43u4aksrXwPeC/ziAp0hKZdInaCbdOyBZMoveEgCRSJFtRVY3ZvYsPyOt+cXRxCEp0iHgwcE6YhL
OEXokjoEq51dF0AKJSfFBq9H+ayha/o/LM0Z1PQps60XlXEu5gRQuS49GmCli1RkIjttX6o8gcsr
nzmtzhkU41OqSKBUrjGIim/eg1YWte/Nu2JUHIuWd8EMh/EmkYLX+C7IKzSgumR0KHjE5CB3KNZG
kTyhFzuFXBc6snmhAm/WGK8S60HfZCWGsiBIDslmZiVlgxr4zOmoynMp182ZX6MJZhoJsiTTwF5O
XJFm+UQVWUGCp/+T5JKNgqlbo/f3dRr+8GiKbGPVfEYgBYlNegoMEfUilRMVnoOn4lcFfbPrC2nC
u7gwXX4P+47eCjrNu+Zr1EHMJJa2obRWEmhgX9kImgOOnrzq/oOnwemLtwPkXXDsMytKyBKV9LTE
TIsZBCuo7irZ4Ix56eBI4dxzr1P4MHAOxiyrpBUyA6TbFVpSjqQ9gslRCU9d6mT6M0hPE/M1wOPB
+pheZyQZTGaS02Ks0TIITEU60PA2rTGQuVNHjzHCxMZRsrMv7uLIrUBeV58HYyd1h6B+0EPEV8fQ
51V8Lu3g2RCwEnuCAGEYkuBzKtV/6+LqQ5Pjbd57/3o7+rIalYgo3Z4ksBn3JyHUJmEGmEhHSYZG
fyLfd78+sktHB/IhfyEYt2f6RPPQfYOBjSqrUo4VDv9RuJPiF0/kpGB4UMwi1cx60nLFxighGBik
95VQbHIdVPQUF1vOyC1P0LdZzBqtq8BLE9QD2XBEYIR3fAHFfApHxmUZZCIzR7oRKX/GoLg3jbAS
sOviCrUsUQBaf++YE8qZoqUzF0yGf2EYW8owybxirCp7pOe+fNKE6kdFb7Kk3mhIiQQgDOdEaYsH
xxyR2W0jBM3EqAZiQ0F1m+3MPzCO3Ay5dQgFewRrVPvvhKVwKpOI2hdpMyhLL714jTi0bnqMpejX
pwjlWoLeuUl9gxbkmnC44a+rbqd9NQNjopg88amvhrAvzInbg7A3SFFMnZe2l29aX7KkFm0lL5l5
j25XCAE3kpXwOCmWx3j2Dcze9umYIFsMgzXNMr23XnkA2WJaQ7oAJxgEOLrSMpTbSv+5vt+5uMyG
h5BLoOOBALsQdUF4eRDb+wysIvImB4OwkKRWroHySXEkRAbr0IvbZWYxs11o2goRHYCc41VAbA+j
1m9b3o1mmjr29MVTEZwlAifkSJnIX+igLiD4TWXLo+iAMQG3prr5sW7IVzy9BsIE9p1Z1rrZ12Cc
Nm/BqFbLr6a5LYVTqtyApdEuXk15W9U3Rva7NjmDuOgMZvYx+0QoYkVoTUCTpAYlo2iNoE0J0NIA
GmHN3OWCzntVWYpnIEKmQlIcj6rgOr3cmWpOI9EfgSjkT0N7rk1LDzde3lkJKaym3vHbv69K0qft
+Y3Inq6tISfVQIHY6ttadrXsbohHNMZlDg0mBiP0peZ4G+N1qyyuTwLtJpRuovCIbbVFe09M1R5P
fplwqvr72DtTf7++chZX5zcE+3bvN7TIplYmu4BEEpQanC7hEf5xrGDLiFLJ64RkskLFc34ZZ44/
HIPgz7odyzGgAsmiSeoKOmzMMhR9KQkFAyhJHPzE/2+l0tiVeu5G3giec7LttHuK9yUEvjxO5MUd
MINmnPdYpumIAgZASy95H1hm0lpd2Owb7yfp3qqCp3u4uP5neNOAzy6GBcoWoq6dBtQct2Tst2C3
d/NMtlKzvfULbStO3AsJj3eVZybjp9O+7Yk4wcqm8CJ4721SBGDAHDYZeZPa1O3knHdfXFw6eGj/
6mtHiS4zqU2gpGY9YmRDedjIcg8Nyfwcgj3MMMabSHoOpWHXQ5vP0ocwR5yNYlpTeBVj0zIqb5tp
vJbSxd0yEW5LqIwCazvjeRTUrDeRapT2WPTbRG4e+oBwNuRiTPoXQhOZrr42x4V0DABBGqtTb3B5
ieKtoaAVmxOQLt2JEdz8jy24O1yuIqFR9dTsdYQYEC4IUeLX4PUKLSg7yn2yW57GbyjmdEJXfRaK
0zS29a7V7o3utZZ4h8L/xwF8gzBrhWr1KA417NFTH9k86CWgCDdODqGHxyrqorlc9nH9rXitLFxg
Zvujv6DJIYsJ68QaHNYohyCgmNq16N6BrMig7UhxU+icEJw3pIwPgBhlbEQCQKns6Chc9/ytXrWc
sHsRBJ3Z4BPHH5RoXi4RQpO0N6Z5oyjO6MN8qwyaC8oee913Ly75GQzjWApZG4xIAwzS7FaTv5fo
tfIzVK1FG8/rOWCLy34GxsR8klnrWTkArBioNSQ3eavYg/+rynhPOTygyZ3OvLTmSyXuSAAK6V3U
bSUYpRuQH+e8uPHmiHFJao4DII6wEEQd+Q8/fQzEYZMW1eP6HC3DoNAarbNoC2PJzYo8C9JqhFuS
0AzYkQF57McebDv/NxTGUdA4L308fZR2X6s7yQyeIHe4jajJuSYvnmRoQf9fYxhX0YR64jeGCR+L
e/8YbBWPumq4q3GdLHxn5N1eeWPHOAiIQXZKkwEODY2BbOdya0UhrxSAZxOzV5GsCUytx9ClqFpz
StkMIuhdpL/CxBjdGnWWFTqgOuKSZGye1mdtcf9qBGU5qMwDPwFjX1lUSa2ZHqDVI6LjXiodUjsk
sEXpv6QywX7wF4qxskrQdEJzQEmkORF/gJjaQ5/i+U1s/Pe2TPYED5hdDsGhdRMXp3CGy7goRYz7
NooFxD5YHQ1YilB67fcdJ5G5OIczFMY3kRik22SyzlCcOnnIwY4i4SEd1N95abrc0o5FDzWDYzzU
2LSNKaUwKvHdFongNt+S6k3RGs7g8XAYFyUlXWsUIsySi9rqp6ixCJF8jh+bLOJFjFPUcnUR/muT
xIZPkIRNvdAAlhk8h90+AA9lDLGFxh47z0rix9H87MWnTOF1TF63o09XxBkwE071gpZoYwrgsDJQ
tP5Zeaa/MXrITsGVFbGwTfPHth0sszWcDsFq3oK9A6peMgGndas/gGj9bkhF3svO+pLCw/jlKURr
XcG7O+a4jp7r9qga93UWHKLkRdPe4pKnjDfN5PXoo18dukboH2Ub1ok05HmZwAmViWhBGaTNeisk
lUWlfU9/DQlKhIP/cp5/teRA5QA9fIxH6GNPlsMSzhUXdPRcuVX9syJ/Ch5L8nKGZYbDeAChGaKo
8mCaDm4Duk9DEOn9Tspd2t4P0laS933+UTbPRXKPthln3fssp8hwFxDxcIqkB1uzoTRCUHcdFldZ
u2p5HBsXBNsWyW7y7GDWTqRbTVFaPghH1oEnz309n39xvzobZzEM9cdiaGMYPUqylaCi3+t5G3Yx
tfJtGtuBObRCnSQSIAyK4ntYkes7DZEsuiFjiCYNzUYbNon/z3XxX9v12zJmX+iUosq5xbJRBR1T
17yMZbJdH7zlM+MbgokyVC1sKhEiALaZnUtIiobZk47jfx1kecd9gzBnLxiGDWEAC7ONNz5LEfbV
xFMgE6vChGn9Qx0fRmG3DslbFMyOSzoxpY0MSOqhhllPDl5G39Yhlk+Mb6uYzaYRD0UZBoLaAqXE
tDxTL9s22jkEG9V/AfqOJ5g5gphV5ykE7lHR0QmeRr4tU8Nte2plhvK6jrXoimcehDndFaOQa21a
ciA+SjTUkMUvFV6gG2PT+GhH43WILo7hDI453bW8kqAABTgfkoThjZLbhXFLVY5rWlwMMxTmbIcw
qIaWLaC08bhX1eZDamROtL5uCJ4dL4+wRIzMnIaACIvSCRCdCMQqhbuk2KzPz+J+NaZnGElUFJOV
CQEHt1xHKboP5T47Cwo5a6n4opX6wzrMsjOf4TCLGz0kceMR+AXSveIpSyJuFG6IZNWq74ol5OJ2
YMQLwGzKwZ3W8pUzn+Ey608ehKpqxukQQUlV2RYHbyQWLo+OR3uLxqUbmL8qGvzOITOTF7pFm+qk
6yC1W/+OxemcfQazLok3UtLVU0SSNIdcyY8VirrSvrdkgdfCPFm0ZjGzOFNTzTvcvkq7ST9ULJwy
wuUOZcXdK2hbOV6RY9YVK34VexSFuNhu5cYPQhtY5mCLCsczLjqR6ewC5xhIcgxmEhWl1yK9wyIt
hq1S/UGlTo4myVB01Pq5FCvO7l48XWZozFyZjR7Xeo+5Ers3uXzW2qNsvnRegJ6FI803Q91w9iAP
kJmxuPIEBSo9MI9Glq/ZVDhLaL4os5uUuKrmEl46aNF/fVvIFiyrQQCZIjnApjdAi4BMwxjVT+sL
frlUZIbBXA28CuU+tIdRYiLem2FnTnKeLZpb5daRkv6m6KJbsa5+l6QbbV0Znytv3AuGh/xheBuW
E7tbmURulhAPYumgl+mGDIziJkR6OV8qL2yYSU1yKtxTJ6FyxtV6Qi2mEDGyE4Jn/crfot8LzVFZ
vpMjdGUW8SFo662Sx2DUhKeKun1fm7wk0DXxAMZqkuRTQZ6O+tqvUHwWdfo5lIabaU4GGxSzaAO1
9R/4DwrF9Bu1smr3p/he2+KDcKLb+hmsMcm9cBq262OxdBrMP2JaOLOPqAmYPHIBQ1GACrPvpE2m
2BrROc5wCQXEU/+7nc1pQmYoHtoMIWSMpRGJ40HAu1GSKzd+AWXvf7dmjsPEORBLjfJIx0ZGFndH
vMwtdPQeKLwk/LJ3AsORLuJ1VmN5g9Bql6GsDebo2nOrjVaVOk2NxszBBXuLqPF64ZePUjRtQyEH
fKioar8cPr/Tey9WsFKS2E70wcqaU4o3YMhM9MG5o5BXjCyhBoWRytkpi25jBsysDj80hSRDwYY9
6MUWiqvbjie7tXiezBDYrRikKkIpDGVvIAQeN7kGKUx9l0F2en1pLB6S4ApEtw3k9JDAuxxD0IqZ
fdZhadDgQS3cEAUXIqJSxUV/NAdqcbXPoJhR83q5FSmdoIp7ReosrRJB7hxxzhAeCjNyUAeHes2U
qxPCk4nCgBDVnlzy2sWDCsXN4DDWCYr/GRCIWQsFqTA9EsiU/fA0QG5DBJVPdWsmbhQnVkE4J/81
o/PkFqeOHmRYdRU6SpcTlSdtnMY6IGtqxWf1YbjTnqob+c7biM4kTIYe/3bvfyKoW18gS5t6hstG
NnIZ00j6uiONe0N3VRTORneyf2wkZ4g4z1rXDbOXRrLvDFDgjVsEwjgrt6blu7pv+fD/EJC9Sw8p
xNjM0XoVreS52ECcvLagnCpwrhtL+2Furnw5zHhEJqGmYPmM/aaJjsOA3PKTUTqa9Gt9XBcfDudI
zM5TU5PKnQ8kOTrCJTdD4xDxqKqoLCG7UtsU0MgueP1815xozAgzm9AwWl9uBYxwZWXnEWE+ukKt
3ocEjxW81s/ew7EmFnpanF+e6/NetwlvMTH7Rh7jUGwjeGyQ5G28J+0ueq0c3Q1dvMJtfUzofeQY
DsTl9+pD4QhvNVgrttWPHKs7t6sdwiYTVKLRfkd+lhvxXjiGvHvSkmufCA0g4ChDUIVtNEa31xhD
7x5nWH/jhT1oG3jH1pKDmkdZzLyXNK0TccDhQT1LBbuKkG49bqPCYsJyjsLMc5mooTJOR1QKhw59
Oj05g2lCCT5Ig1qKRICWiluIz6O47cyNOoju+urmGTmdb7PIRsGrLgoXAS9l952AVkOUD6aU98i6
GAHMrWTvQ3UqQA8E6wnph9LYVNVp7F40AeLyyY8qehaznVrsi/Fh3bilw3mOytyLhLxHvXcK45RC
OMSjfuyST1DRvlaD8LGOxBtGxumXrZhRCtZ3Wx/uVOl5aB9r7/P/BMFegaImaajuwxg5Hm05lEH7
Om7GhDrrMLypYvs1R8MM1KabBg2sbMg+INBojH0p37aq20kfkXTMJEfU0v06LmcE2RDbD/pWEgPA
+uqPEinsVrpX5dd1jGWv9vfexMahqgFugjTHLIUdiklb0HF1wg/D6I6lKr9HxmNlhLt1xGUv9Y3I
7O7BjMtE8YBYFmdPRIibQmKEc/AvYkBIFg2baIS+qr6ilVFJ3eRB5Ca4ycwOqSBTyZrf65Ysjp2k
mIYCcjNDZcdORLUThDcmFIgqD4I1QO4pGRxZIJAouvWROP+/4TEjl/rjEIOcCB6jeCiVWy/exMMp
Mn6m3n0PVp51sMXFNzNu+vnMC+piGMWiBrChhTy6si/jCiwAnOrxRW80A2Fcbey3HZ73AeJ1hQuC
K1sMTeQajFsUtXCWHW+yGHer+TSSYxFQ4DQlJspz3Hp8H/pHIh+FmvMavjh232kA9jFRr6shTzwE
KjoYoIfuIBlOWPD4BpYDzhkKsxyogls+SkYhnncObsvduMN7+z4951Cuiiy8oWRW6JA9tYVzuhFT
KzkbrsyZv2vSnSkkm30Ds0rqRgFJTIwt0P6+hfqR/4L6xY8fT7IKRb/CaW11q9ujPbwabmOTw6ja
9UbhfMPXhYXNlc6/gVlEyAP3aeVjHBrwVThpZ6sP/bHatrvovfgd3BMQd7p4uJfc9Q2yHI7ObGdW
VELlQasK4EIkyxAs5FqO9U7+8D4aYuE1XNzIVvGOuo7bHIXzupvy3h8XN88Mf1rxsx3qKUocmyHw
1cezCYqOV+/URS7mXtxAhO2hOXoP8g1oZvz3dcN5uMzBHmlVrmoUcw4y8xD5EeU8Ci5X3JeD8nUF
mVmnx+hH6AmsC8v3yDtCLCKOWmssOHfT6WNXFs/X0T+DkdXKI5E5DSJIgZNA/0Nwh4AshSWSzzEQ
ca0RkaPmlQcvOqPvqftiwZihKnQsg3YAapN/CJ7iJDFoZxIQ3D1pyJGG1WZ9xq78Eaicp8QoyL9Q
YW6y7f5jbmqxKICsPcoqB3Kqjb7N5YKzH75emS6GciKMlqdSErz24wrCXA4gSukH6SQQCMrawVXO
IFbeE4ce8QiOi9EIjxA4vW1l1MbbId06vw624R7WLb3OWDMfwTjFUAdJhDIJPQ5bsLpCE/3dPHpO
dQ732d48gzjrI/5zkq34NncMTmh9FXQw0IwvRJNPUMblpLSnDVYPhknScc6wa3fLQEybZrZuSFEa
rTEJa4MaCZka5e0t2mg/f6sH43bcQRT9vj6Fb+l99lTfjO94qPUVW3I9zu1/8mtr88z4PX1EYCoS
fARIbIvoLhI3Etml6SmDQghnNnlDyrg4PxEpNJ8ApVvJT/RUab2Vv6fPp/ZF+DR2CooEXP1uHXMR
EqriEHcCrStiyMshjmlPB2OYWFMkMCE3pp0HnLBxgXXyix7oLwQ7i2EoUmEERJY40i0aHtJt7QiW
fvuEcpjf6Kn+1J5eS0sw7dJNt4XT5ZYBBupN+K7dNMdI4IzylafFotLAWqSAtUuBLgnzyBN3kZ6T
nEBZRjrI3YEq7mB8ZiovJl8wG6E4SAHxN8TTrkqB1CRthlA0sXijMNuYjd/uKIoKRkunquY7uhkY
51BMgxvfDJrMKbO0uOm6JHkMRxIeklROs60H9YDIKgokeWXNSx5lwShOctRDxVtW+gI0Wip0cauu
qzwrysC86WphOMjg9wzVRzDaRSgZrGRtH1UVCnaERBJ4l8WrAwUyQOiex60A7EXQQGG8oDfEvleW
sJLEqugOHfVspaqEfVdPgEUNImS5U7bq0HRbPGX/c2PgBG/oIE9C65WIsrLL5ZvqXRfGOc6yUJaL
Ta3H/g9jIDkSNiWvzfT6VAHUxB+Dty5QXmmMpb0ZSRGNoISRNKgO1CUa7oNcM5DL7TvOEl2CwsxN
MnEmkZHtv7QqyomQdQn4nIMhr46ZoeX3clQb70ZOwp6Ddf2Ih25HDe3O4KGSwZLDEkn2aJ7tqrzA
MWXTJ/M22/WOKjlNAg2kKrLiE1olNvHJ3xqO6iYuHNEr3fIy1wsGX3wD4/ikuKk7v8M3tNFJVV8C
/WcMUrp1T8fDYAZ1iEW/yQxgjPTWa27LYBOFj+sQ1870YijZBHzZj1UtjIBQxmEjSckOMY/z7xDg
MUJnNv6A4W6ycnYk6p1CC7B945oDBs5Q0+86GnOsuE5IfvW/fmMwDrutwbRZC8Ao3CRwo7v02TiJ
e9l3pYO5DSwpt0be5CyN3NwsZh9XoR6A6Q2QyVhaJhhqW07ge132yxjFLDEfieRMmBDKk/4Y2HKJ
1wr1QXE0K910ToXLm3GrH6gt8u5r0y++jB+mbuLv0WTWnQA+K7MPSlAL3id3Ux2BbfxUj/JdaBt7
3UVFzcZ8kV7as2fzSr7+H2lftiM3rmz7RQIkStTwKinnmueqF8FVtjXPs77+LPrc085kEkmUb+/e
6AcDjiQVDAYjVqwltGwQsFai96WBiOrUV0w6QCuphmWzjF2jeEreSit16eSj4atOn5cdU3ARgMwA
TLtMwgWJN2cM4cXJ+qaDKIZ2Ow+MJwlYudCbTGjsbeYAs46yEQPRgcbWYlwb6BpI3HMBuU+i0qlK
6A4XSP3UaZ8nPzC8fXlV58kCLBzZYH57dNwavVFAvQsbSuHGv4f2VQ39JJIduDNoLevDo3gHJhpo
FKKZcWqlpZ1NqDEVXvCs7qtHk7kFWdc2ujuz5Bkt+EwnprgFRSMJpkYBnQ9GQBQzcfPo0QQhZeS4
mokiqFcvki6dYAdxtMCaSm0Qymn89GJGBwcoYdDgV9VtrY9uaqCyC0hUJcPECA2B6wnYDh0j4Dyk
ISRmbRXpgM4J5urnWHMdkEqDsGDVGvXDZa8QRCsVnd3/M8U/1oPKKNWlg6mZETC1xe3cV++XTQic
Gx7B9F3B7+ycvWFrI0dOV8HEOIR+Huh3KepNUSoDz4hiPTrjUCnVGbUtVnXqej3wEWOYzTnGLtb9
8hBnByV5CcmOQpcjBiajPiyTNyY3VXYH4qfLazwv6TENSR3fioKASEcyfmrc7KiVRoGRe+QebTVU
lK7s3SrdpBvUXmd3Xjv3Ct6x0Ezp3WdlE0jOtugrop6non+INzzhnz6qolhDnNLc0zCHmvc4EvH6
8gJFHxED7gwCANQGaMhO10d7WgYmnhYgC3mh5X4h99JU8ZyQhO2hAepq1DzAYM2rwBnxMJu5ZuJt
Sg/p6DtusR7c6T6+Xu47gBuU9Q+yrbeX10VEZw0k2VA5saF4cjZkuFS07GiNheVu6/b7t3bVJS6G
RkDo1ru5ezv4ZOPcAMB0E2wbSM3sci+FtJAbeuFa9mPOC5NsB45+DDnd5XTJmypr8WMAeNAcF2Wz
wAPmwO3ukjWek+qb9QDxajyQYu/mp2Qj2N/NXe4ntrnI3WMWQgP1A5Sv3tLf897XwlXtGnf9+5f9
c9lMW2BAtuOVabnJvbUpS1fzpPxWQic7Wj5z86Mrqq+NpGrYtyhXzqP+Nrhoal3TDZzOm1bK9T25
ryT1/nM8BPTAEZLwjoZr6yCU5kzish/DpoTSbLcB3e+8aq9R97pt21V6N0mMCZbHXuk25DWZCjkv
czmHadksDRriY7pVc8Vdlm0MMdPL31EQCqDXB7gOoiBSa/4CtmlZx5WtwYVmzcPUIBiHJRbOy/ZI
19lwNi5BpCyQ7T7dswCqWm1RWhDQuWk30asxusEV6V318S59i1ZhskVBonUvL0t0NE6MsnN85BtE
ifLCzmF09NpNuNVcG/nvtn2vXq1rsiW34Lhp1tF1ftCYSoHEuCDVgHY0KFCBZzQJ8r9T45azTFWQ
2xDN8INNfZ3s7H1ouNMnuUNaeF+8xD7dxe/pa/yYbLr3y8YFAQoktpB/soCWg2luFCGvoXMQBRFy
w+I6iG7i+tpyfo9EEgcFbsMY4U1QN5so8vy53462107joksLjC2O9YtmvJnZ930fdQYdtWwbIN+z
kkPR9t0Mku0CtEe1O6Y+KW4xTXt5pwRfCe8DHZ4Pgh4dd+HpVyJZYJjjwB57GI7Ln0Z7U1qgNtyp
9CEA46Ii7bSKogeoBhE/oJGJ2UN+fCPOhxm0v3Phdd1mXIGu64cz+IWbgH1d9gISnboTW9wBUIAQ
IlEDW5g8zm/ya/tntDb9fk3W5NYDB/y1+qnKXpoCrzixyaVUWllD+1WDzXIVQRKkxBUZ+SnCsX4d
3XTu3g5lx1wQI08ssofgkR8qqoah5x6ChBYu4C/1JQ29zp13s9v6zip41Lxs3+9kCiRsGdzVd2KU
c5yxJSWYItkyncdFOWBsaTQ9vcvdAhDLyz4qylKPbfGFlTIfqNlNsIVnWLuCSBJ6zZ7xWBwS/866
bx9D/7JB4YaCPQFeigCi8TVi0G4WiGoqgmU/ewuum8R4qgG9+6YVpsjDmMYwHgISQJ4gWlUDdcEj
BRC+LgUttV9pGIyVsZqdLYUzwvlGXYFII5hghAZQyoI+sF5sWlmgOnN5JvoD8RQdz3BMZPGPPFUb
J3OaoPqTEDi77o9hJXGBs4D+xwJsQO+GiYtwVfuuryqwn4N0bqodv6h923nQMoAnPr/9SZABQEwE
qHhLJQZ/S5dNhXdkBZUkTMBn9YQJjtfw288CSL0YIEnSVHx1PEC4tShtGdHGAvF5Een3ej/4tNA2
JJTEIcGHP7FCToPCnI1BnwTMip7uMNe70eL+Vrfazfd3zGCMa+ipGCjDc2FgmFCUNxdwqw8Zveom
/dqyMBOc9/9ghqJGTID1BFMv39OdF4WYDUVbvIXMNRIaJhKtyFi32Vk4CWn4MFCXwy0IOWWoo3C3
BSnrAhV9E2rKlK5HJ16Ban8zhqbfZsnDpIx+FMkq32fXL2eSuywSGwN8U2eBcD82AExfxdWPMOj8
dELFLlsbzQb6nJc/2FncRtUYDQykoRCsglAl5+LWUpoV7dBRte0WSTWeJmMFjodqYy72wxDkkhzp
HE3I7CHjRWELrAuobp36YRTofdDn0OkYg3rTZ6vK3OfOpgQM33pO0xdNu4+iNyeUdMZFq8RclGGg
pIHkiRfmQlY1xnmDYqve7MPIK6fObeNDO0HeeZBUeAWhCd095NmE6Y3hUXS6QFKk2VKXMIUkeJfr
wVWfpZh9rX/3Tnd/+duJTBEkhJj8wq2By+nUlAFe+pEO8BZqDipGx6v+2o7m7qpqa8XtwvkfIhUE
XjBtAlYak7W+Tu2NBMDCgOBANMRcYeLBtS20I2WFGNG3goITslwUYzDQqZ9acZx0hvegh1hqqYXZ
mdBygWq9j7XMAHyiXM9F8XZ5H8UWdbY2drvzvbzaaoasqW2G3aC/shnEfEbtLmHTuomdrlspkFxm
j92fRwlaO7VdaUWwV+XxbzXqvLaY9hMU1TGccm82snxJEPrBe/93edwRn/HOrLMUG2oX47pSnjST
rkuZdrTQCF4/YNdjpKI8HLQoZwfKvVjDlJJdrd93QAebWvr9e98iR1a4nQvzvkkThuWZIrJWm+Ct
7+prffkK40aChBCtB81WBEXcL+A253xdX8AbsiQzIvHwkI2OFyqKG8mCr+CG+TOFpOEfdMz5q99I
jLkJIKyHMULNj9RXNX4N0GUtgva+jn/kliReCM2Bd9XWVZBoQR741O/mKVJVo2K35lLtrfQq0382
gJ6av6ox3A364+VTJcgCLUjVIAlAYoNd5CJ9o4692g7IOFLH+VJAsqoXseRFLAqASM90tHyQpp1N
c+EQqQZpEWtRxtmpfeH34/yBngYQiFRyT4r8AVmahdYSa/nzDa1Yq/GGswBbSawt5hrdTN2yAfjL
W3ZevsXteGyFuzxMI84Lp8aCuszIfyoLNffBpDd3EHGcnzVlsbborlQboFYyFOet9pBU6JWDaiNx
bokzDo9mviLjsLv8s0RfElvsoHYD5t4zhoU+q5YiiwwU+JzgTo+ru6l+vmxB+CF1SHMjgOCNxQ8z
kpAWztwwC3GdxvtBzbVkM+kaOKeSigY/umiQVUpFJlF4g8oJFDNVuNDpYQg6XQ9aiiCMycm3UX1d
Uv2+Qj8dcwD5+vLqzmsc3GflDp4TzzSITDiPAoW9bNyY/cpcMNgQuWbil7WO8Z5NK7tHRacdqCZc
1RAENQgP7tSUsLEWCmRT1XS72NR3S9xfBdm0nRHKgqbfp0bjX16ozCS3p0NpzkERwiSkqtzOMN3J
/uoCPwuDFVCXRfwP8QzvSwrRKDwyzyYrh3kejFBBPOuKeNNb6luhVvuyQk/WItfdDF6i3FpdXqHI
ayCaqzNxSUht80EtqpeJJg5SLgsNOGMB2DgvDkaJPotNJaU4YaqM88biJwzi/6ceSqwkpWUPDw3Q
utHTEVOTsBuuk/RrssCmclMHjxZZSyeLhaEOHgOfMYA24lmrIsBll9RgkLjWcrUiv2u6dB1IOXxE
WRCq6/9nhiepau05hB4ozKhNuAq7FwVNi7pcR/PiDjJ+OdFnoxCTBToM+mlnBMAhVbSEQEAWmX8w
QHnY/unUo+Up3RRBzCzdXHYS4Xk/ji3c1ReCLA6ALXwts9dv4uahtK3STctxk9FwTZbsfVow1JTf
gsdIciOKvh0QEOhIIHFGkYzzGaseiiBM4DNpTVO3osZvp8v36CzXkkxMdCcAk4ZQ/b+cAVxIizu9
KJdJQX7Uz+9l7USuPstEgIVfjUI/AsMvYJTQ2WKP8uSkn/IR0CMmtTq7GDZyyyTBVQ/CbClN3Bnm
AhEab32UeBBGGHH1qSm7VOZlXADnM7vO1vado4fZNZLNanIhG+qYm2hIWts1R5LeGB2NHkhE+oPd
N5GkTnO+ZjznEFnwS1BCsfk2NNVHOlbIAjx0Mlaj6c4BiNc76hbFw2UnPT9+MGSj+2QAsY65dG7F
+jDSXndQ6Q/aq8L8mCBvlBVbPFWBKJOkNedOeWqKrfnoO0LLsNLBk1iAFROM+87KKZFGyVIImRHO
IQdK21pjULgc88/tp6MMbkoliZDIBrBMiIqol2C2jjtdsT006hQCLgPCW9/Mhm1uZWtdkRVJBGYA
vcaNZqOKoKObf7pfs4Z0odJQby5a6weoRjZWgPgRVuG3c1q8O/7a4UUEdAXlsFFHo8DMISJQKetW
mVYB1SThULgcBzPZf4gqAGs6XY7ioMPT1iZ2bQ4GT7VL23XMsnC7XiZzJAi8EI9Eooq6HSo9gHWf
mgrrBmc4c0DaB+2R3F7ZFgZnru0y9u3mw6yita3V3iLDkJ+nPazdh5ccirgY/eDJncy4jZIghlU7
y56qpnkhFW5pFRgVtWhdqkCOJXRWl4+vIE5oAIiZTHLXRBWS85FBD5OsX+LSCyx1Peif2TxuFuRa
M5WR57O/6bQMCkf8a4n3EvBwhO00wVJnP1PbwRW6UgK6WqYPipnjblXL2gfn/oJYDJgMSu6WdY53
pnEFkmf0qr206Z5RUoBCAEn8Qq9kYmcCd4EFJvWOwI8gyMNnwXkTQdsJ2RwqAXvdTkA8H9aroI0+
gmH8uUCaEDM9HimLOw0VocsfULat3KnIujIAVh7bGrW1a41I426ScW2S19iyV63yZpmSG1voMWB6
Nh2IkpznQL1l9HRq09LTTKCpovuJzL4auIMlyVtFpwGwz/9nB62E0zPYQEWvCkwsDOwjqFy/Gs7i
BYmn0LfcebUVGY//eSKiwRR1cPDZXcYzj1gYQ47CBsGyNg8EZBh6+P3GnMaEW5E7ogvA0qrTBU11
hkJDj/hV2UTFnDPmDNMud9zaqgrJqRYtBrVjMDD9iSZ8MxwdtUzJiAXgc1i5lN5JU6o/WTV3mqmD
phYDl2JEg090+kZN0yZArJpoW7hVQA9WTru1Mie3karc5q1B9wEZrzRF2dt2s1NI+VzXy3VFwtBX
CsSaNrpDD8lALjvsSwI1ZQUZWajqw/ryAfkzB3j2U6GqzNquyIZ4COfYDADRpVEJ1VNzXWn5Vo2A
gDVVvxocL54izF8Fnjp9hQv1Ey30nOHbmGLWKtAhS4NaGQpmfNugrQJ0IGfIypXaPhwsN2weiCbT
FT8Pd8yIowGggmK+xbfM8iyv82oOEQgQhIJW3ZgET8tie3k3/zTFud0EBzGhgE7hzjjTmGszY0mI
g2M5relaufmc/PwH+CTBylK37mb+al4fGOi9OFylt42bvTwqT9G++rB8Kcj0PNfGgvF2xsvPwogJ
n9b3SV1oeooFl1O6Kvpna2ZjUN20XUBO1zS9PwfNg1Y1tkul+pbCzcark1lHDseLuCPtrvWYwraR
OD/mqfOmSjtkkQzmLDjHWOJfM3zGWzSQ1e5hJi7RacrMmy6K3y9/UMH9wZqTKEZgcI1C1/Y0Ktl1
taS5gu9pNg9GcDMUbzpAjtOD3b4ZxrYPJLmioBqhndhjYf8oie9maCHPcVJCQ8cvm5t0hlSRN2n+
uOwN5cPR3W58VgaJ1woKorDKCiCUAaocfqIrHSqnBjU5VOm3Srex79VV6ZF3vIdM3/Dz3bBJv35e
3leRhxxb5NapI6fKK8AM0ZxRb2e93E8hvY2Vt+9bQeMOAF1gnVGk425/s3YYFV1egqVxXjXdvKub
1scQmeQuFsVQOIiGYw/MMVil2WqPv5ozphPUqfHVbqOraT3swJ/haR/llfGFUXlJ61NqjXN7VVMD
VMlhrVtjpnNrbiDndQDv+U3m4iEt0ycQHTLdAZJaReYNGAC3h2NiRzXyeRwyUMjr7S+8XS9/pHO8
GOL/sQVyunuWVdFezWEBNL/ZrnsjYDRT0Vp1Tc1PryA86P1A/fj7/TogWnDjEIBp8Vo6q/slGKYe
zBYxSn3S6F4nqzGT+QXzYv42AKgBI34qHrRIfU9XFtCGBM00ll6xS27t6yfzJ9k5N8tefUx9zwZS
DHNxIOLzL2+o6GwBXGgi/AJdiNDFWU3nqAQAADErb/yiMd1QR4VDVjY6Z9zDZzs2wxznyOnnIrSi
phoQNG7L2R18ZISlZz8BX5turOvyqnkxt/XB2S2S0PGHyu98V/+ujztttMIoTZVjfWTzMcHwcltc
jYhaa/0R9b9f1VUN7N8A4XGAbdE5f1X2q773sh+zP7t0J4XCi66I433gjqOpJGaomvg5XbuiW+sR
RCUH069W5LEq/XY9rRzf2NZX8W366oGU7/K3FhoHCAyNTXgZXpCnHyE07dJByROn0zz02SZvMe49
3qeRXwS/mtHPZUK9Ao8G2gwDU3g4QhiRzyqyoWkMJ+0qT49VIB/BSz1CM+MutmM3S2KMPkguRIEv
WxjJAcQDPKYYy2HrP3IyZR5ojWpQ6aUFOII6+2sIkarq5NuzkLj5UMwFBo09C1COP7VT6FoVRLHK
nt+Nsl9G0qElTWV8yufUETADTAf6DNhAZNzc0UwiKzRzEBR75rP9YV11vgVUZXDnxC4QspPX+8se
slHKtb2GGttlTxGF2RPb3Hmtk2au+xq2idf+zl+aq+xOP+S1a8NJnQoUOjrosp/V18tm2d/KHdYT
q9xhtdMaDpPBapsfpuGl/LbEA9tR1E3g/RCsUnmMIgEJdwk4TukpzapS0SBKASd50tor6PSRcDPL
hhNFudKJQe62qkCI01UVM3gwN92VdmUdloOzUn61/uxjAk49tNvLWyg446jUsAoUCl+MP+HUN4Ep
pGOnwjetctr3zrRB9881nd+69Yl3phto1gYEShLlNOF3A/WyhY60ijcZ993GoajHFM9SpPDd1grH
m1wx/MvrEnoklqWBXwPfz+AffkavRyXF/yDCAES68ZLFu1i97lDF6L1meCagGFruCB6E8Y+s3wxI
rmSZr2iVx7+A+5gphWxnXRg4E8Gi7HWrJ7dGTb8ur/M8ZhJg/xCgIZuAjpHOfsRRDMsVGoRT21YY
cnlUCzSj9x1onIxbRd0bxq/LtpgvnB63U1vcZwNkQSlzFp/n/odlbMChmUxXWnztJJKPx/6iU0NA
aRx9Oy6SNXqqwTvw7UDhtlLw33bodlYsu9/Y5cmbYVgQjEkCPYk06nTvZgdUoJPD4jJekV1lexok
GbT4ti7L9eWdEy3oyNKfKubRV6LNEsdRrpVgd1+2uQH+BSdZLaP5cNmMaEEgSAJkAP10NNy4fctS
rU56tJughJDfWk74OTXxtYrSC0b+JHenKENjFMwU3UML8yb85gFkn2d6CFskqQ59H94ts7mxwISI
8sU6Tbutqt9pmE7PauI60w3RHqEzeRW2FPzMn02aSpYuetwe/x5+i7saVe62x+9ZaPBaDtrKaLQ9
BKv3SRrdtWgkZADkWyhXAIsQuVPx7XOILAKDQ3jFE2TlfBwdBzKnYweUfNE6bg7RLc0DfxPYFb1c
waP+/fKHFvgTdDxQ0gawWcPYHpdRLGbYzHkFma9imaBespmzH8sgCdIyG1z4okGZZk4QVZBCKNwl
2BRz6NdSiiSBy56shHPZsK4mVWuxEgNau927ggnvzI+S1eX9klnhomRUOX1n9FiLOXtFCNTcDvVH
Yj9dtiLeMbzRddD0oB/BxRNbWxILblhBjRqkGsbWwQDt7EhCiXgp/xmhXG0+mvpRXRr26ZXrwrjN
rW0ye1MvASGcXytwZxSwMUIOHh5gak9DY11YQTJZ2DClBe3h2O0qvb7qjSpzh4x4oxZsyCjrOoi2
j3UAMB2HNBmTZKc2s8RKGycvKuDYoUA2O1dQu9o4nfZ8+Suxb81FfRtpHWYYbYaB5uHrUHhIIJZX
wxdMcj0vmOINPi9bOL8nWZkLGRVI68D5wzcTwVDfk0bHu8Ky49wfhwis8dGYr7S2+BjnpEdcDHNJ
/Dv/YKd3M3OboxuGNU17o8Td3IFdwL5JgmcnwJj/Q1lcTUQCxRc03YBJA7MQGrQOyuoG+zFHxhwV
I/4pRiu8KLZ3ZfSq6tRL8tkzLXDmFQhH05caZo+BI8vqzneWQG4CtTYAHoD447v3C9KdzjGQH3ex
Pzjvhr4K+v1ofPSq991PCEMos7MhSoR1/naLA03v2xIZatW/TeZ70OzC/qUh+0VGQnXujSeG+GsL
onEWzUZkBlrzBu4Ed5o2l1dynuATFNcAmUKBzcRrl526o2/VGsNSdp2JXGo6LN2dWWyU6LUJt/V4
qMghbCUFRNEXOjbH+WEJmtq+6WEuq2ZvVnfL3GyC+EOZtl0iw9oKbYHqAaB/IIcBgDld2rBAxwbx
BFe++tLZydagy32pNyul6V3AVSQZz3l4YtyQDBdvQwsS5Fqn1qjSJWHJ7sNxzF3LWo/2c1CtLn+s
8+DObGD6ykFfD1K73A1SJoM9l2OKbL78ReeHOrmKZkAhJaVDkc9hIArPPkChgbTg9k3T6rzQLWZF
uzeDGGX/+8vLEAYjXB142f2Jf9xW9WpdFVWdVF5Z+Gb1TIKv0LjVk10Oyv1UVmsVeQHO6H/GuGCE
2m7U9xkuRBsCwXG6o9Y9pZVrqbtW9j4XuQCGF/A4ARweJVfu83SjPRY0wsbVNdgxmo0DTmkKtefL
uye0Al0dsLggk8RddepoUVNSdGmzynOU+9mpXOI8KJZMa0HkaUhU/jPC7ZpdjwoiLYwsOJzlro2/
Fm2vQlHl8lqEHwctfWTFKBmfcaoWVdVaaQwzdkoPORhatqgqtK4RTh8WZCVJGOSSIyS0SNGVRLhT
MbbAfaOIRgVVA9xNQf6TJRKt5dXKThkrvys3lxcn3MP/TAF+cvqhBqPo2qQs4Q7ztk13NXguHYrk
VWJG6A9HZrjjaga07vsRZoJsZQ7vffRQxS+XVyLcNPRJLDS0LOsMhu0kkdEARF95hNwPybqje9UJ
gNX0TBngW7gYBB8VE0aIDvw8bgQup1HPsZixjdfVrHsJsPuTMUvub+GnOTLD/vzo1svy0TYTZibt
wRyeQHxrNWum25X/EErZcOn/LYdt7JEd8PVlREthp6HRTu/tl2IJ/+XzH5ngTiqKx2GBhgskncMH
ClU653aZJAmd+PP/XQV3ZlrD6WvKHLnV0nUEfaF0U4cgqzRKd5AWDpi7nubfyFT/rod/wIBadGxr
A8b6IgJ53chG9JaNQj/M3vY7K18NiwH9gT4B2/OwTRfn/28/+azBtDBDXYewj/Dak6fB2AStrOIv
8XJKTt2CZOChsivYyBrHtyJoDDquJcPkSnycn7ipzXKE6jiMaKHvdKvBXlOyt2SlK6FvYN4XGDvU
emyT/fmRh+vqHEXaBCtj9RUUbj2vhuwe4gCeBQLny1FIULOFaxzZ4lw90sZ4sgbYIhtt3e/jm/Km
fEaXa2stLohmkDzc9Vvr2692ZhTDUdgsXFA84W1kWC0eORXCq/qkgyAz/2XJIjj73Wcuf2SCJWRH
e5iEWafbAdZlFi928TlpP1LHG+xHeyQusMGSXRQesCNrzDmPrAVRl2lZjQVVoKeCzP17cWhc61rZ
xL6z0X9etiZ2j7+7xwVaa4Aa32jgNd1AG1iPez+aJpBsuCP9LOnLZVvn9HJ4+h1/Ks4X025qaRvB
mDpv85XqxS+GB6Wym2HfbNOd86y4zmpYdXtlo2+ah9iHcMHlXyD7kJyDtmE4qHWJrY0augWoYJhe
oY+x0fR3Ul0P5B9eHMfL5cIy4H9pExqwRgrjEyKLsQvw03putN3lVQlqpyf7+gd4duQxGISqACjE
vnbhqgmeaOFbQCItyXbq/dLcljHu0GgbqJZkO9kCLpwLHvi5aFNEK7BzeEGTvgxOsnOmJxowmxi3
dxKwkSVe3fzL4+Tv8dC52FwGSxuFKYz2Y7POQaZWjx74C0j7PuYQ8xklhWHhVXBkjitwYg6rTlUW
Xooeg0ogumi66iFTLMmqZFvJhRiidHQZcphRyy+aeFW3t/oA1cdtNHozZG9l7wfZsrggE2ZVpEw6
7AXztdXdlOUTqR8vuyX7yZe8gwstQ51VtcNMLOPjNH/qsyTrEZaxjs7XGSrYDkIzGWDAnrqXZVYe
NCdxKy26B3/majbpIS5uqwyziLkpO3HnAMrTE8cFksYmtZrEMA3d1hc976+SLDxA8nufGfG+cVRv
gQxOqZkrOqmS+0Ecw5DlW3geMZqz0+uhAHdHr3e4jBLF8DL1S02iTZQva20J/LxJrkEnIqkJCX0F
CQRGlfBoBmXIqUUdo4hTlrATR8eVWY+rQjPAfiaD4wuvoiMz3ME2ertxkhl72sXDOrdtrxnj2yEm
fq7/ihwZTY6gAYZPeNR55VZl4uUXGzkqrsGHErlMtsLc1dfNNgRbzg430D6ZXO092ck69sLvd2SX
W6bZdPoAxgmkfR2U6/PUc/pNB7kBdXFJ+ZoOkhgt3tW/DWYufhk0WVqioMEclC8K8Lz2a1v6S7vW
ZXerKJ1lFXmwAJgWKCi4y52aLe0XgK88yEvsJsU54PDfJ415PUSRzFVE0fLYFnf8oJpQlGqBMzCR
dBOF/lje98sWVZ2Vo7hQsQUHsP0P+3hskv2kozvWyMOqzmIsr81+5/ZB6X9P3TPIcr0IcmuXA6fI
Q9jjGiIgQKaiQ3hqqumHbsrAr+Ut6doKwHnxQeyrYC7XhPh2KKXkE8WyY3OcQ+alpVd9C3M1MiLL
2GURcRX73gbKaHGu7HJV5b9605QsUuguR4vk/TLKOqvS2ScEomnaDCVeBwCsmDJKSFHwOl4dd7Hq
JWa4O9SxvHL8SFVPje5SGYW36KJj9Xlo8KFteKb9jiZRH5o14mNplzdDFTwgX5BcODIT3F1alEpl
l12D9KAKrtDZWdWt7KEo3Cg2iQryZ8Yhwzk4ikp1XNgIFDrGlrXovVUnN5GxrgoP7n9GziaTUAiL
7XZC8LPm+WPpnmIn2sUo+E6frfKYxNq9DfLOy6dJuHUAhKKpazkYZeEynQKQCjto8XXS+aNx7ozv
s1igmXb093OfZlKLeVBYghib5tZ24tsoBWIgLJVVMP9L7QOsuzYwCsAi6jr3jcxoiEfwoOAbgcrC
DS0ld+O+29eRrH8mdob/DBlcabS3poykFIbUCk+K6vV/54UlIVUYAv6uhs8rVORNVoyXLhD4YATI
XBu8O/1zHEmeYQJgJb4QSLHxmQCsAZ3DaTxFx5vYA+DI3nwPvo/g3p++yj2o9oN1vitew820Lzaz
n+4CN9vLEMDCWH5kmwuuhdJ2s61jjTObpgmzyIvyGINlU+wtDtSk0mw74rV02eUFdz7YDDEdDYp/
wPLPcEQFTSLMtwFxnUGL3jcGUHe5TekrzstlQ6KXJxDsIAAC/JZxZHCHKwUTmJmbDpCAtF8Zc75R
smUdpBhkb5ZtZ/wCKOCGooCWzOZVQmUoB9E6AZcC1pjRSuC/px/WXNSxGBNghoy+hgJ4RoqVNqaO
26dl5+EQFb4agTLy8poF8QQDaZgOAAIB04g8+JEUfTEHGppjWQBNHmf5HGdQL1y2IQCSQnRCZ1Xp
P+JGfJl9WGhr5j06VeZs3OUDYFmw1h1szS72yjzjeT0pd6hLWQcN+YdHluQH2DUA4DKH1I1DiGcl
3yfwYz8JYHawA4EcgW9EVzNR80nHugf6RevHNEx9CD1h12c3MB1J0BbEnxNjXFDt0QZWKxPGpnAC
dEmhs0fMhrpKNH9e3mrBjQRL6KTiZYPHB39WihrFCqdFXtfMQwoFRqT/WRwrvjYru3qO6brJHM0F
YdyvbiqfLtsWrRJcThBcQHcNuQMXmIoosDtA1hEArWhXhOAGKlCA62XzuTIzhDsmWjEvpYUlAq3b
kNw1+tAdZYOagmB+so/s2Bzlx10x9+B0RKdQWUwPs8AW8atOXxnl6vKeic788fdiiz2yMycoVLaQ
jPbCub2xkDXWUL+qGk8Br/ko07gVOQcFJTCja8N0Ex/eom5pSDZhUX3bDl6tE5CAqub0UhaYf1ON
4mecQQGkbIbkWW36XPLuFm0p0Iw2xu8wVA127tOldhPozPtJARx0qRo3WZrujnZt7ce0aL1lmXqJ
PdHWgkCBMgowiAjwhAbgLhhCI8Vqa5BRDP2L0+77YKuF13EnOd6i0g0mUP8zxTMaLGVu0NhAfDMm
GrgaHby5jN5oZ3opCV7TvtkB9vo1V2Q3q7KH6p8GPFeY0o6PHff0WFJnCUP29KC3+U12260dN17d
FWtQki7QXGRtivZzuAaBFpWxywrSgRPT3CkpBrM2Y9Y8o/OdRjwy3HftA0mvchTEZQLBMluc+2RD
rS1TC1vhNF4Vvek2UJ82hnY1JNFdMjjQYB0k31Vk8viz8gGtpSiwo7YINFlyN2hgTKHarVI2Xjpg
/nCxLHegyt3lgCA6JUzmCmxgGmpU/GvZTmq7Ghncose/puopwbMWp/4skx0Wru3IDhdF0cVvh0SH
HTsY/evCLwvMu9d3Srq2iSTGCU3hVgAKHIy5ANKfHnxL6dNepwjYJYivQ8hzgoC17vyu0bbUONiy
UUShOZYXYw9xE/JguYBWOf3TIuzVMN7Wi6mBJQ9orzkv5xsndzQ/i4PrKhu/T+uAKXgMPYCHGG/W
M6SMXmMCMp6RHFf5LWN0hECfWm8uu4dwcUc22J8f3RdJWuiBOsLGlFif3ZAegjj28CJ8RAK9w5Ci
qysyIn6RSQu6a+DfBQ/3GUfRkI+1vTC08qg9KYrnhO/WsmvHpxztQmmxSHRFHRvjIkrZkyCyUIpG
PzfxouGnkUBD7I9+9I8Mdc1gPMT028hySEejSgC0CeqKGFg73dIqigc1YSYVbVlPWrdfunjdj+b6
8pcTzDLDDmGDfSo2ElTzp3YWDKS1NUsCydi7pv4Yxmi6gp0O4xA+Cb/Q4kJlSoEMZi6bxRNtKkQA
GHAUx4Hys7mJmmDopMJZV9ENVex4lcfPqvXSm/vQeij0GNAaSSooimJ/aPEw+MfkddgvOnJTMBWE
SatgT7WIPPYgu+hzsoowZNgUMq4k4eV7ZItHcNhTBOhTin010p8RNBxyaOF4AOg9N2G8iotyR7qp
dtXKubXV8OXyRxXlGIwoGxBJ0LmfdevRRBvaXsXF72TguggeHKRUAMu5jhJ6RSVB98iMcWdjWTCl
+T+kXdeS3LiS/SJGgA4kX0GyXFd7rxeGuiXRe8+v38PeuyMWiluI6RujeeqISiaQSCTSnBPJENap
n5a/VZrESaLXsnQHjDNe1mv+KT6mWOrFXbbVVAPUZe7J7OQXJfkJDKNv/D7K9OgExqAYZoNO7cMn
jW8WFn6/ttJHOeg+lFRyviPCQhsRSNgAws2JKEilWjmKdsCgdxIgbpMiEIQHK9A3ONHgmfmPCB5w
MitISpIYwbtxm4d2cRz28Xa8K9+0DX2k7GfxB2zhbu7WrrmVeqbuLys478HZHqGleCbXNoC+w/sT
r+n6CLlg2yCNrWdsrMFcIZoaXHP+c9/y/wnhwgTgmKtmNZdBVOu5NPZp4iiTiaFk1U6H2/Tzskar
VrcQxkWygNIcSz2DMGWQmAxMP00URK6uGUCk0TINjKez2WcUWkJDqZDdHH303wHuB8xtybMc1QL7
XpcDwAU4BcBJ83sDckUc1rlLzjSDfkvwwnFjDF44slyLsmOrO2SBcAGOFkEj/8yRSBSDnQ7uzyKV
29BDBN6r5rdexIxkT6r38O+3aIb7wrgDGj7OsIWsCRQVmQGTL8bXBklOSZQEW1u5vwIwBnnqGcZy
MtPEhADa/zSgRGkcAtGVIZLBnZwAVe46iyBjpBsrulf1GwTal9dp7QJcqsGdm4K0BFUoiOi7YxAB
+HZftI6QgE2kCHdgdLAIKa0KKZVab9Iy3ozo7Eubyr2szNrFs3hh8i93Q1Kspp+dwMyBbrLAeo7R
XBzTz8z6c1nSqkJ/U0jGvKyLuCGy2hGhNSQVYBOiYIJI6TapBQHfajpyqc+s70JKieHIseixbF04
3eumxPoS13YgO1SLnzu5cQKrwcaNqP0CFWhqOpbl4SZJopuqHEQfI1pcLqJPSFJn2vx8bw/SrfU4
3oPDGSy2TDaYtSV7bzc6mRs9m68ibvvVwGm5DNwNOWp6rYwRFnswrZceM7rhlG8SAJ4aeXAYNI3B
eW2BD+EE6TdaEE8SB9wpD/DGbbW5WdQPr4fhowRgYu8CgG0ExIn8eNmm/h89TeS9gH8LCilOz6ps
8rGc+x0xweXtk1FNN8gZvhmpv4/KAcFa0up2rEePuWUdSDkWm8sfsOKh8XjC6wl3NGbU+AdpZ3qB
mqPPyvbzAKfzs89NWJet91utO0Qi57amLsRpFG0LSOmjlnFq3UnZRxaNkD4wA+lGkxEX6w1yXqHd
gN0sBgzlGFB3JDUjY7K7rOnK8T0RzR3fRKuaukqgaSpfR4WblC+ZJxCxclwgAt2x6pxhxlDSqXYZ
LbxwmBtAovI+ah1JcyNr43VXjSrox1rVBay9mK1BthI0wqeCujGW9dDAMnZ0p4yHIH+J+qfLy7Wq
y0LEHA8t/FAiUT/2QojIQjdqr0tAggIvdxp2lohwYV54LlbEYN9fZbhVm6reGuICGwPg9TQ8jMWP
wcdoxcdlfeaDdCYFI1bzKDioW/mXdJJKXa3EEy69hMkds+zsp+q2RwWEuZcFrb2lgUGGVzsweTGc
+4WbtFi5GMXpJA9m274eD/7DeBMCcFDa+/sU0lpRxXUlLl1KO2tIBQ88CSSCGtkx2EbH4hhswmvz
SDb+dtrq20pIL7oqEGP71sxjie4jzmMZcVYFkwH1LDCodqg/Nr3gGK1ZNzboPxLOOhdiJbQGuYUE
It114MWu96nnfGeTFjK4MMsEu0jvdZAx3k/OeJMAD+RX5Y4b7zX4IW2+8d5TgHsHACU4vxlx6PQw
Ae1P6aa5NO2nZECTJLD5EYan7LJSawdpIYXP9BtFq5KixwOi1d4azU6Vqyx6babtZSlrN8ZSCrdy
mpe2UhBCl8gChjpYqoarJNpI0aul3mTT/WVha6Ywo3Qg0z1TGfBnyWwBkwHoInSRj5WCnButWT8V
gWtgoFWwemuiTJizPNMUAwmPc3iFKk8gHoMbyuMdyrtj9KMVdR6vbZBpzVNjmKZXMXB7agbF0Hda
nXXoXwl+VapjZpuwxoyxCKxlrVUAcEH/yOENwcf8sNKjrQ1Yga688V2wLCGpdqd7buJKx0LU9rO6
cgtxnEUUcZjqFcArbVKjFb4A6OrcJi44sSIh3KPFaqxOCav5Puofy36X1A+Rv//3xrZcNu5WlfLE
N0N0OduyDgXAvaYEmNMXmNma+0Soh9YvGDT6irnFklo87BH1zeX23qmn5mokotaltROKIjvSVwZQ
6OFHT81MN4MuVYAkbgcg2ym8wc7HfKsgcxvl1r0WfJhqKli5tWABkNHz3BPQKEDkcCqxwUOv9+eU
QjkA6b4rmSI96InP9FFioS4A3BAJ4yyhVNHalsjziy9zcyAKjsOhnqLNKIN2Z3PZIuaV4oOGpV6c
RcytgGY8T8h2ww0B3DZ4f5kXuWnq1F6DyZY7CU/OyyJX7XyxlJwbqvq4G7sG7z/03R7izHprgL2h
aoGo72XNSGAjKEKBrQyt7ZyRdBOe4r6Ey2JAb7QSv5TGi4VWc2MvhzsvEDwk19fxH2F8MjJv0jE3
FAgr/GDXJxlm9dsduHn3oZYxyZh+K3RomSkR0XThqsf9qyWPYBKQqKfRPMGS6yZry+fBV9gUXoM2
RrBt53TzALZdrKfCWWXrwel2s4q9UvwMZK1ipNZxl4xHoxjclKhORILbwXwn1HNy8xkh2zaqFdbQ
/lYpnvxBQ0k1ZASUuN8wqJnUAKjCyMOdNWWqUqIWBs7mQP1dXSMuCJs/5VQJwoLVU4k6wxedy0zw
e+oC5BqN9qqEm5qSp9p7bNTbKttOv/zx9RvqKAh55RnW/wyRobfKTion+M840uwR6Q/LwOS6qFVp
VZtFMMBpUyZ1GpQapBAa3+Nb7BgsuB4wz9IkPzSyKPZYv7EX8jjrmfJpgivD7YYkjsIq8msKfuRD
apNW26DqeT3J45NHno26smkiYjdaPSQL4ZyXiwepS2If955CkitTf0yJ9xgH08bAyv77zQOFC97+
OCoE6CCnRuKnceupOSTl5RFsZVV5DEScZaspBjRkwhJnyGkAGp/KCAuUPYyB4PYzP9vxyQ8MBhYz
TGjftDCYIWJK9GgCb/OyZmvX+lLqbFCLRx8euKMFgkZ4ONBuNcSmmI64LGFll6AQUkRoDwd3Ot8g
VaJ9AZuEA6YNynOs4vEVqv5HO+hoV2pEfWwr9o+GS01GMULGu4W/0PuRTrSpYf+S/As4CA4d472U
jY6p10yNPi9rtnLlnQjjjN8YfFkJeghLk0M7VLiEWN8L6pOrq7dQiLNxkDpOqtwhNTOhyWtSnpXk
IcYseyD9uqzLyk13ogt3ffe1ROoC/+xQGZ4BFbAxGvQbWaVTmdb12KrPIFRyaSQyP9ESzn9fmB+d
FKvr5wkrCUVeioaSNAec+/6ybis2fqIbd7JMs/XlooJuPmBQUrNkfSPqixPpwR2jFg1bQ+JDj2hQ
rzCbg+kiC4okAj+0EvycaDL/fbFcAfg3c1CPwxqMLW2OZrMZKmU+T0xvUjsX2MT6ugGtFvDQiI/5
Z1+Tyqlu1XDugKt11PqqDEU5p6/Jey5QhUL/iOBffEkhgVVZggh9o+4wxupq9sCyK+n5htz27/4R
fctP6L+5LraeG1cs/kj/xKKPWLvETj6CuzT1ujLnERBkhgLW9sySj4NuA3PKAPUKEAla2UZplorE
rruqv6pz3iOwOqmRc0hNSp3V6n2avhfDsQsG5g8CJyLYSINzIuoQxnU5p10pCLf6cWtKoqf7uvv4
q8z8BQvDzCVAOtTWLAEvDbNng+/20TaNZ0I00L5sexFTimj1OMcRoow5TCkEgugCU63TdBf2sd2G
Tq/+uOw91o/2X9U479FnVlqlBJJA+jK2yOrJLJNF2dC5NnPpHHD+o9SyumlDBBhkRHe0Q8PXKvvR
YIa2Iz+yyBkV1olQ40RGwfkSjGligkGDXqr80no/hKlK0bpxMZNcduA1GvD7jRX8lMZ+B6zH16bQ
N5e3Zy1uWp5ekyt7NSCM66bZuAtfw1DiBihxtQ8UXoB5B9c0czLloIsg/daqnSdCOZcRVnRIWwpH
DEM396FLCibvsqtwD/+hKXZ5Kz3Bh2SNc1nZ1WgAUOVAz9fR7H2ew0bk4ykQa/a+E6ZkryJRYUif
BoaGLktatY5/JJ3lsis5JGnbQtJYYeKyyllRf+dcLSRwS5gbRtuS+S6rgLludJ8gXfVFaG6r9+VC
Bu9jzbKOKhW2oSfv1Hqc/Bu0JgwJcPNVdJALlmzVJc2ERQamHHSLrxHKUm+UGH3HGVbuVRnVGtMZ
6mMb3hbS9vLmrB6thSTOJRErattYm71F/UB0RyeuVYg80roB/NWG80iqr4T51EObXkLA1LmS2riZ
4spFw0rZzqsezI1gBkG75Uucvued3beCky36As5BAcAVsXUDLev8F1U/MfdyeRVX76zFKnIOakqs
yUuHWcPsxe8fLBmEfndei4PrpDXY4wrRSIPAQCzOU+lT5mkZONJtH0CWBrG9ye594CYGdicqRYlE
cYeL9pUytfJsi0gcSfN+vYXjWxcfdBFOtUgSd8RUzNH1Rj1L6iU0Sl+FUmDLNaPD5yBqrlj1foD7
R780EISRADwNMsppBAT4XB4g5qvUgM6OfjT6XS1qB189XQsx/OlSwqT250zNZPzE1FrXH6knyCuu
mvZCBHe4GrOTW2N+OfbmY9D8GbX9ZdMWqcAdHT0qKYDbsVJKBgKp2HdIu1W9P/+dEO78jFpp9t28
TkpHQfyZApRjq/pv/5UQ/nZPqypqkCfAuxT3UKS4k6QzIxRhWArWi08bVJ0aafWcxpKN50D7Efrb
RATA95VIPQvx/u65yR0UcFaWSTxrYsjM2gFgVr/9odyB1+lOvimd6BVgpk7SMM2pj89+A4JnVl5J
Ape6elgX38A9BEoTHcjmHPMBfMPWu5ewK+0qP8bhUcak8eWdW3WvC1nzGVg8CaRQCWKjhCy/+OmB
xXQqkxcSqU7bE7exLKcs041O0/fLUoXLzDmJwMszGdcjws6NfJQxaMymDbi5/qR21Dt0P23zo3dV
udkL2dz7H/Xh5bL81YhjoTXnPJpGpsk0v5n9/odWPEsgg+gquklkGQUmarIsjkPBQs8/ecmwOGeS
B53Xm3OQ0xQgUAqY5bnAJmSSaHJLdEg4p2LQrJKHWTVl3JsgpuxfhZQuIhGcS2mqSSO482Gf1sYY
HrLkQzja8AUyc2G5+Ft4BBBgbk1QIzrWdr6VH0KGNrk7BKHV5PjX+jaT7eJV2XgP0St9JazfKTet
bTnP6jZ1UlEWQKAxX34oM1MaW/9r856S9s6qH7RQcNmsi8DEyFzmxNuBs48mUfuSzCdinFoWRLvY
e8aE72WzX3csf2VwttFSxRtkEzLCZHwO04aFg7aJB48VRf6eaaK+lNVThoYUwDkC5h/5qVPfUlZg
xktVBB0GxpiAksmsdtNVoVMWhyDaE1ENfz1DhMK3hvZsDH3xY0Ypzep0SEdkeh/qF3Row0TCIwb7
dJbeaTe1qCi3eqIX4rirovIwfzoaUC8k79p4MMt9kNupub+8Z2vwVuAR+6sVdxsADyMz+xxaSTvz
fnTJdXhQcyd5LX5UTN5H2+gQ3+m2514Wu2qOC6ncvaDHCbpMMkht1CP6GcnwGkgCzWY3cXbEMTUo
owAA8Hj+JdZXiUJTH0WNBOPJZCfHbg2MYGVwan+rGQOb4tdv6LQQyHn9qlWkWJWgU2KOypEiJLa9
VkczDhlFYF2ry7cQxZ3mySziaJjQD9ha8f2UBXboG1fJIJjzXrXAhRTuPCs4urXfQgpNtqYK/oW7
lNzookGYNTRYNPD+3Sje31Mw0AzW3Nw4+Q4m1hNSMRrclIU75C+ghjTDK4zVhd5VVz+MEWCHNta3
3tLGPIMJTLIZG/vUlfQagLF7OhfAUJlSh6M+/qAi77hqjwsZ3GqqaFXQdNQg5vd6oDpp+mE0P5vJ
lb1fpeaWIkiC1c1biONWtZb8hlQeVNK0N338lJUnal0JE2+rbxhw8wF9TEPJjUcNNsdEz7N57+px
sLvyI/AENrhq6QsB3Kr1WqCFhQEBVbON0wMg/oSkhmv3CNJDwDyery5U5k83H+gDUmD6cLTqmGcP
RdAcLB39OFMb6YcGY3Q3PgFpkaLV6e6yw1jbImClmOgRBLaHfoYQM2SDbmUDHAZ9MIx7dCEOylUs
yqCsraAKbhAVcCzo5+V7ZcBCKRVloM7HS3E8YO75+gR6eHV7WZkVS0CfI4azUchB2osvL9RgBpBC
U09sgul3wKd5hAHX8xvEMCdSuHujs0pjaCmkAOnlriiAXV4mG9DvPNYo1VDUai4rtbJ2IBVUAQc1
o7aBDuLUNICwnGjmYCS20QZuXtWfajPYVCKC0syqGBWJdnVGdzljYTJAcgDMHDOxu6h4yzqMzcjV
nSXEt1rbIjA/YqgRxgabmz9j8RgzQprqWiAltmdmumuWcfRAaPA2xX7khmp7TL3iJo7oa45mX9ZN
9NrzU5WRZirZ4JXWPq51Ec7b7Fi5S3oe7lXxTYZOMTt8+kmpXsjhVAYpJm8D1oNiI55u9MaW40Nq
PV3ey5XTBiQ0NCDMSIkEpBenojIMogd1HKU2JmQwRNH6nu1luKPlMfZwU9dSI6qHra03unH/lxYD
VHGcC5a9VKpUuU7tths6RiJab5sirwXjFGswJVTHoDSOHpAEsLGnipGp9qp8ROm3CLYKOXSVG1jX
mWSn5dZPHCQcthU50KJitfbpmW6gvQfV3mvvQhFW8BqA2smXcEscR37oR0Ob2vFLPT+kqo/SKUEK
+7vdxshA7oOjfhe4ptvu6I0IXHHNkhQdHWLo4QRRHo/P1HUKcDdmS5o7+3srn1jWUJkZeK/a4D4N
2Lz8ly1qVeSM5QjUH5zcrwfD4jwFg+GXmZym9jBsrPYApm78/2PUFbsQjXWtFbjoF27kf2RxrwEt
pF1ENcgaAcmfBrusi1gd2mS6aSZHVe9HIBxVkntZQWXtzCylcv6Pen6U10MCxKQ0nrH3BiO6VuS8
/uF55nhtNqF6K3tU/+31g1ls/KatM5ZQ4u19Inf3/ZhkKMoqMri0pYHsLbmrOruuanRfFGorZ3Yi
WfJnUPvU7UMfV1SDCauBJYpa7Lw49J+DTBsTp5QazIV4nS4oPq1pB4uZEZINHfNj3ANSL9FVo5sw
Vyma26Z3oNoO/RdrEoiZrZ73ceCeBo6cDqQI4DOdnk+rT8pRBrY6qNTlbTXIG7MO3NFTBZu1aiIg
rsIknAJOHDyIT+X4Ou3qvsKd2I8ATXDTPtD/SF3Vxmz0lMjbWGHruUC4bB4SuEDD7jLMsTA/TgNR
hfKrnYtXWSW4NdFPDeAPvmlkGqNOV1tQi6gbgE97e9kB9h4b3E/Z8dHU3977rnowRiYlTDFZdIj2
4Fh30x0w1fbD1ehm25a17qNyLB8z+xtz3Zgd/+fj+HYTVc57SZp5TyYdZOPqY2vt8ZGBtu2N66wT
9Huvbf5SGGdjvQ+HJc0rAQARRWG9VJHfMnBfHlopTN4vH9ez+wZ9iQjC4QNBWYVBMc7QZBAWhKmf
wwCI+mqM9X2NyOXfi1B0GW2QBLBDSISc2hgZ+naw4hFxV9FSG8A8jS35tSDqWiusn+wQ5+yKdDJo
Ou8Qva8CV75SXNPp0NfBMNawyW48lzh/Lusl2ibO0Y2hFOdlPBus/9Bo+0LeerFg6dZALU604u5p
Tc9pUfeQYTy+he6075z4B8aCbo+yfTft7jyWBkw7hhvV9TeXtRMuKOca9Mmq6lKB6PaP8TS9dbcf
wCzfAuX7cJduBzsuBDu4vpzz3BMG7eBYOatXChXj0S0u40T/M2R3SnslJHVeFYG0AcHwMXCNvqKi
xeXbWnkU9hWCWaKP27gnDN0SKNeK2ovXBiKBXGRZwFSZp2NNzjKUpI2V9ssywpyNo/bhZ59pmxyV
Gi5qTH5VsmHLWmTrabybwJvqx+GdYPdmEWfedBEkc7sXJ6SRK3U2TjDTuWBPfSWW1G90C7POZRJJ
W0/XHkllJoyQ8GrQQ+ndiJKHVG6pC3hKSWDIa9cm8D2xJLjVKF5GnA8wsz5W50A6Un83stuj8bCc
dlTUSSESwzkBr43KXi4gJs5vvMgpvOs2wg6IQKrWNxjM4GhEogjj+Ou57ZM4rMs4tf3YiDYdyHQi
KzpG4/hkta9BllxXSWuXJHxtqbTJkmmvK2+CDV7JQFB18Qnz3xe2LMtR4KcaPsHwneDJLFgUsOTP
6JburSKx197xH+WR1Xtr3/UsEtxQa1HsTBo6g8gZJkb7ToV3fp12mo7IstFApPcCY2NDvq3CX6mo
jXlVzYUkzgGqCrjgijmGrRrdseK3IGhZPBAWIPkVtv2+8HpB1ePsRgQsPp58oEMFcxsG1jjdJH/s
KnWOX5EZGVgaD6NTtdo3yjdIrcDXoV8fyLBnB2IMtYaQDCuIEm78PKA2QCZHYCMrzYFgCiXziL4J
tAN+EgZTI4ZWSojuiA/80sMwvrTmppqOJuDXQeAnG44hgqRZGws6kTkf0YVd+qEHikoLMhUw1uax
I8PVFD879Ub1NqXiTPQ2KO0Rnkh6KxU7AfpaTpwm3dN8b+WiXMzq/Qkonhl/F+94YLSffo2V1XP2
do5v8yvfYrr22xvuQf0keaxXHqkHUE5XBhFpdavHV6hheABUKQ9t6xb9exK6eSS4VdcclIZhEGqB
3tACJjD3PUOOPEqC54NOfk/1W0ENgHebgFYSTl2uSsJsr4ZxSJWe4f8alucHFYWk2k2cfKdtET5s
gLZ47NASutM3bz2TN8ZtyKwbidXbFrAqLLffAxdgUrbJhivZjffZjQn+C7Zr3kYEGd3LtPXYfeF4
14H7ctlW165mHZaqWRqqcmdBYhvX9aBrPcI3vPlgOVN4Z4pggNZlAONMVvEuxovndPHr0MxbzHGn
djbqO0Mvr41c3klyLXCOK0l7Ch8yJ1aQQ4UzORXTx0nuJxZyK32dWSGbepncdsASP1SkTB21ash9
1yrtIR0bQu0xDbLXy2u5/qozDOiIoSMYGWdluGilCmkyPFJ3IKBp2fAxUEevNpjzz5gqCDXWVhWE
wSAMApoxOCq4O1eOmtbw4g5Po35jqT+ylBFJNJ2zdgssZXBLGqOLugym+dj4zmSwWNkpCWDI8w3w
caho6mOtEwSlib8acXcOCsdZEPnQKKzwwoS4kgFc9v0t36bMB2xCvjVAHJvYyCgfJ/ug/xp3Itq1
tUvIAGwpoCABsYQs56kNtQCeR44Qn1BNOAytErGojQRmsrpxCxmzB1l66lQacIlDhmdiOBKU5/Je
qYMPI61FSa8zSeYMCwKDJKj64NxxCxoQSaNd2GX25BnbUPZtxUiduJ42l+3+TAxOHRBiYPBo8lPx
36lCIK4OJ9ri4Enl3u/eibdNRW51zRCXIrioqyzUEUlyiCjx8JK840TdEM0fHcH8jgkaBPcbGi3S
tJzHUstYrc1qFtcptpZa18Ggu2M4PVwWs6rVQgx3hNsS7cdNieMFqH8wOBlVxTLpldZPlrQvhPOK
86/xT5Nl7pk7zIofKpPWQxoyDU3yNvkGC9JnxM5B8dqYbp4TZv4m5R78DuyynrMB8JKXp4ozENSM
DcnPcMkkT3V+Q5vbYbom0W34eFnM2nIuxXBGkpp9iZE4KOjFj36tsSS3a80Bv/WkbRE1C5Rau24A
fqDOOD86wF25Y6x1Q6b4HUZnq7cUhe8ApJ7RwXsYffaNBgyAgxIkPxXEFcCvPT1fld5Q0IdCEtGv
zGibKPf0G0j/SxFfN9vCJymjWpV9Oe9Q/zr1v5TakSs7FY1ur3rXv4qcpRpCJVbbHoo0JLeVtmZA
OrtsAmuuCHMwwL+hM3nJGWFZXKC2oMsINdSjDoiIFKM5ourp2sZ/FU8JktHImXLnyBrgaGv0q6CO
jgLCdgKEQorXkVL4bCi2TRY7US/wR6uRxVIm58lpFssUSWO4WB+0u9mx8SvAX1yRdNOPdu3fgPoB
Df6X13Ll1M73B2aAVQLedj7lLjV+VGGAES8KjIh1M55v+jsa0YxTfagiQLOvih7nIiAMb3pcIToA
zTgbB+eC34aVh5qJrdndY6+xNGUjBhlewqtmr27Sw2RnD1bCAFVX3ll7a9tmzHIoi1yttkXv7LUk
3PJzKNf5T3MP6FMSdM+O5pba2ZPvxtfejknXwZV6CB/Jw+W1Fgrkbhy/B2R6HkH/kDLMJzHT8e+b
nQFRw4tnJ/ti+0sgcTbTCytOlVOvMvWpp3YxJPboA2cSi+3hEG3uJmT7M5A9x4KTufYkPFlS7tgE
bd9jGh7yAHp/VI9TZ1ssZjnLbjWb/MxvfPZKK+cGW4xB+hruVBClCJeYO0NZUOW0zr8+oL6ulQ1s
jG4+/cMryhqegdo5AwWPYCpnxa6BzoZcFZD4Lbgk/kmg+0mbGR1wQVod3YFA5KBmx8bY7Qy6afRf
JpDde/2tQMrI8gO8RzdI2LPY+qNG03WKLGZb77ThaBmPDdlT88FvM1eqEscA0qlo9ur8vM+fapkA
aTEQ/PK+k4TWWEwpPjWp3bB/kNN3pC86glf68Puy7c0rfWJ6IOahYG9DhE2A0MgnYWoLfDJ1QBO7
zXO8JSatYXEyFQKneXYXzFIsfS4e4eY881/A+CpoFqJTA9Be06HO6+fBUsBqn9Hnf6+OoVAFNHsq
mmn4tHOnNh7oR1A0JIH/M0VGd1J8+7KIs9AGuswIyihco2FH5luCs0ZSE+T9UJoq3kf1sZlAhYWy
gO+zLHzR6TdWDkl/pEswSK4YPBiamhVjPOkVKkdh9aLL/tEMqhfLF0G5zxHSqRngnT6XWtFSBVE8
omBcD9IUG2ljD8kmkpzMu4trp7cER1AkhfOspj5owZBkDXLGO33801h3Ueb41iS4LUViOHdqFkY2
ynLS2GBgafakDj+lLitfgcn/W0bDjGCHRNI4Z5omjWnBdzcIdf/Q0bXCJ1ofElEt6vycYoMQryEE
QKsKHsWnV4Ru1KYVjFFjJ34A2qeC+o42hiJrW9VlIWX++yL2DAcLI3ZJ3ABEznTS1twqM32BNFdp
Nv/2FM36IMSgMG1QQXDvkDxJQ2BzQBJSk0gz21Jre+nPBqZh3QJqUHDjnZ/ZU2ncc2TS2gCA5bCI
oWquVK+rWVnUISs6udmgTWVktAcOU2pZoqzN+oL+VZOLpTBpaqiWDzWr8bFIZdBJWiyb8G5QBV7p
LBIGnwbasyw8/cFbCWC+053TjK5tshBHKzM9RhsDb8iQjYrkxrjP0OvkpKZl96oIYHdtYdE5MdPW
fXlFzvjLUPNjuYLxNwOobICO9ujLez/9CIoRfEiGQMnz2PtLy7/iuLgBvGBKRzqIA+yOG+s3Bkb0
crLz1Du9fw7DTdraiPn/vaUuVeROXlegepEkkOk3X/y9WYXIFwjtvkuMe1P0Ljsfl/hSEY196KyV
KTzy6UYOA9BsTR0Ei1b4rBPULre1tI8zn0XqUVZw66AhxHQMXDeX1TzvQuME82e/Lz0qFRDcedmR
VD8i82dePJdSbYN0Ev1wOB+qtB8bgHrQYmshQMz1dtul6rYOMESCKRKviBySqRuKvpDLHzcrzV9P
aC//Z1E4627K2s9UCdYN4GCmeA8ZfYsGgYyzmGvWX5bnRjEdKUe+TlJVFfWqETIAzlmx0cL0VB30
Heto0rpjm93g+Skq7Z2XijihnGPqUmMig49p6dHIn6Oh3xpB6xRZz8IQfNToG+1QdovK9wIV6kj/
o8bTtSY/JwTjwkbnZProaOp0rLxse3nB181wsRqc4yLUbwcEnI2tApypll6Vdtd122T8BLEcy3rX
L66N9NC1+8tyVzcaPZ9g5UIPFMpWp9afAf88iDAnD9CubKcbzU4xAWCXFSL1zsqCX+uO9gd4d9As
6ZzfwgxbivInDnVXjbbXJWhq6twGOW0dhAWypjxpQe50Rnw/ToFA9tpNPkPz/Z9ozodpPbrprdmH
tbQ7hGW5V3XRZbC+in9FcD4k65W4LWJsntUMQDnS4EJA5qTJ33IZC1U4l9HTjCjRCFVKpECceIca
2p9whxbaY7XLdplp3ymPJrN6hufFbnz4jqn8VZIzlSJr/D5BK7IdxhhOsiI3obXbj6kgZl29WBc6
cifU8OrWqOeL1Qz3+rQx8wcLV098BNZ7RXZtfP/facWfu8ZS0ZWMJU1kp+6vKT3S4ddlEQID5BMq
UeT1VjGHx1L+NKi3wiBy9ffxnEQtE80Z8KWnZ1itNQSrgBq1k+y2qR5La3f5+1djDg1dJ0i/AhqP
D3Vo2uVGUsNHNCQ+9jFlqhw96sUT1YpdRZOrbqg/LkucTens+llI5GygTCkpLQUS6YgivT1Kd6W0
0/NfXiMwttWDuxDE7X5vET/GUCFgZs3bFlCiWothUFGf4Ko2eO8DkBiF5rPOnbifpEhTSzigHtdb
mgx7EC/kLCBvZCztZiKC/VqLgdEANrc9ofgFjPxTe9Da3PPytJqV2tXaqwlaE2vTiBgFVq0CAJAI
fcECJPMwkxKySb5JsXQ+TZyqQcNPUuLurm3Z3yHfxKR88w2j+CuQn4UOmhxtoz0ElvnWVG4qkB3l
v4n5JFPBnbi6XwtB3KvZl8zSH8pZM6DJ0MYZgeUWfyiybU2Cvp8vDgne0JH3RfcBqpTIn3D2lxqj
749Bg5AvY4GN8YcDtYcNHVm4C1nH4r1+3W9uosP7nedYdvv2WF+1TnKlb8tNxrDkNvLvgiNxXorG
Vb34Jo3L/xakryqV1qDkvX2TXP+g7pqr/D55BbDd1XQTvYb7yb2PCdPvyisfvKQIzgWR4Xm6cv6E
ecwGJIng1uN5JOKqAESH1db2iLzgQd0OTuCAcKizGxejN3cqU7aBoIPiPEfLyVROT82YeMA+MCHz
w59soOq9krvxjryVzjv4cJzRBuO8Exy0K6z6ThdY3Pl0MyecC496S40sK+ug8GHum8ldb7TjrWT3
m/5O3+IZe0xugBYmWufZvM7Mb7HOXGjk43nrFTHEok7olK7OgIYdg7aj/jyWT9qtySSHXhsOcZRt
KXBSX+M+l2RzXqoZy56MKtYbsxmbib0Yt8Pm44GydkMd+UDuyK1lq1vNGVn8+thuEKGLgHJXHwNL
M+PCqS5rqp56+ASAf8swscZ9mNiwkeyvo5dt0rdiaxxUVziiv7ruxv+Qdl1NcvNI8hcxggY0eCXZ
bvxovF4YGhmCHrQA+Osvqbj41M3mNUO6h31Z7U41wEKhUJWVCTontFAx5DXPhoGBUG08YN9dH3x5
gEsBb+EP79YWZF9bCAlepwrQqLQOim2EFtdKGrmUL1hH1udfvc0xnujBemQSnwwbk6p/sEBAeGCh
dQbp7fmQE9fyBO4sMSOdpwHQxkG62tFY2kICUBUAHpDnOWPcNspcpIkOEy3m/8N6jyDdfcJzrr+X
r9z/GR/iZ+WzQx/kr97aBi5dsMe2Z35DWsMajQi2aTaAOyWIy5ChdACJx8s33mKJADg8A5c4GE3P
JIicoWmyGqLXgdX743fqt5PE97cY/Sr7MfftJoCCbFB9oEAifLVbjUpL2dGx+ZmjQBQtKRw57bHy
7e/yPbtNwW8KuhhMCfpekH2z8NAo7n+srHrprehiDhfSNxZQ8/P5kLQb0qgWFrbXeHVz38t+Ou7N
kD1n5mtqhyy7GsjKRi/eeccmZwmnm1iCYR64DZrEzx6HPQby7sHGeM0P2V7YvgMt5zs7wwUEQmh0
JdMNprvZC3o3l5e+4NQ23sYYj0GNFu/VWeYRNW3BZI2munReqiqgxT0nO9QUocMGYv17by0zXfjA
qGxP8+QAfUEXbWbPNJVXOkbdBEAJDjtJAXAjUTrgIQS1mctLWwg6EGCbxsdRaLPtOVAqT3gyEB3U
6mi6bz2uvoE9ZyWbWlzNkYnZRyyTAak2CHJB6Vb7XTWGnbgf1O7yOhbOPjRFppbaJBaNCc7TNMGp
+9RKOIyMFkqhcbbpsRxoakUfl+0slV4nNR7MSOHNYKD0dGooNgqr1fquger2lUR6CL7fgYAYzY81
ULocvPyWs6fLNpe+kQfCeGIBiQBAwmxtsZXyNBv6Jmi9YltG/JC7zYobLNW5sKw/NszTZY02c8o8
g42MA2UDMkirCaqS+521bbpwVH48hqzbsnhl/HjJOSbteTg5sCv07EqiJU+oB6yIpe6i6Gcin6r+
1+XtW3QN8O5DogWHCuCo06XpslKlGoYG3FbPNcXIogWu0xQ37OtlO8tL+WNnFpZZmaAd2sEO9CYy
6470d8Ya++P5tAm+kQdsIyrAmOiBZvjpWjQ3yWWkT95XVI9jGk2DrtVrM1o9YOQk3qt4HDGvzcub
ymCHhlofFGO0YTnGxZfLqyWL24qBVJBCUMxIzLfVIFC8NzLZBEMu49xvqdu+iorFD24u+XdFSmmC
Lo27hQ9Nuiwc2tK7YxnD2F+vZXWAgFbu8cerXQnJAiBokJfcSK8Vrt9QJ678BHzMMcV0YKJxuUuq
rr7hLO5ebEd3Gj8XHENbemwnD7WI20emOdmTR8du0ykTzU6p3NeEYgIoBANI/5hEmQEvbnxpSugh
dGZ6X/VT3SriyvPNeki2kCupfgmm4eXkeaa+iQGmfzDKGs/n2ujNK7PvvTXatd8481m2TTEkTDCU
AUE5MKSffk+hdaPyGtUEpaOBLvwF+7yB9sV2pOO+9QzfUiDOSZPP2P6l190TmIF8ZqZvuDXCwgYs
BdDTsvmambFPWoEJZAMtteFv6SUgOD711EzUiKcxspnP5UCR6LWND212ybUARKWq5JV03y7708Id
e2Jlcrfjluvolb2twwptubgDb0vDfOYB9OrrTjIe9LLNvmSQi4pdwGWgJvZw2fzi4YWmCvgzgKA7
S+kwjVDFuofDC3TITW4ABK2VN1Ec/8NdiE+NabFJXx0zRaertGVcODwdm4D17j3XhxCz1gyzKKtk
HQvJGsVQFooXOvAMeKufGhprQwxuMQU9qpwN7XO0qJQDPgUgf56aGJnjGFdmYOaG8B2vLTdmX8bP
l/d0IUJMknLTtYKLC7o1p7+hHlQKsa8pWCFpGvpfDUgGiL2RaySia3Zmd1dTlQW3gFQODDPfUqe+
0e3oNc29KwFZ7JW3+UIRCovBxe9Bf2dKwk/XxCLJ83Ry06ZCzdB6SiGFDaHTQUBeSW3/fv+Obc3W
RSKGB6mCLY1e0WZns+5Wj29yd43qbGn/DDSZkNWjZghk0uma0gHq5SPkVSDNZ4LEzUT+bGut8Ys6
PaZvHLt8ubyuhXwGymzoMCKOIlrPmQZKmSUjhulw1AsMo1niSyHWqmULx/nExLTko2gydKSmiiKu
irrCoKmxpYYKu6H9h9CIiXnMPiJ1wUzrbOfixDMqNR1n0nw2RRnI6CnVfl7eLWM6qmd3xJGRmRsU
MbNbgFyboHZ/N1/0zJfZe6kfDOPFyne2JwHgCER319MdUPqXrS+Uk7GRePjooC8yMUJ2upEj+H5K
AOGQVzut75I9lDtBOH2XoSLKwnZYU2ZbugUMJNeAyE2wmDnnTTGArEM1k8tzcYhSsjOk/ApgxXUV
DzeElGAsIQfbEq+XV7nkkRNRE+YwAf1DuDxdJY9iLXNarDKVINkxqzuM2/595J+mzf4zMcsO8yEt
LGdyFVtPHge9+JKyCeW6Nui55Pj4WmAdQwWL2HOJRRSwMggZlIiFDQ0hrbU1+XighQovb5i75Bd4
BiEbmCT0MM99umO1i7KsSaom6JlRV35O8cH8Bkw5oV5kjb0dmO1svaGWT2D0HO54nmdhbtYR/kca
fqSf6EmnfFdnremnsqtdv5NNFep2o6mgYSlYI6HddquhCrrJR5PvJu4D7ke6Lm+iwR2vCJDJb3I0
U4yP06h+6yJabDxmgDcUswnJjWib8ZESwZ/blI5XAwBvIdjmgK/C7Hn1Vo0d/p8W5ykoAR2rsP0Y
BY7vFpQbh01lVtVeKw0axpJFD54wa1yVpiu2OZFlYHMy7KxaUuhpYSYHbRX2APrnZKsbdQSpqOiQ
VZp5cDUbVPejtS25q7aj4BRQNaruqamPGP7QyI1d48Xls7yvio1VZvqjJZ0SLJ2SWHs1tuOrahyj
8IWb8gdrRI/czyXrIh/i8PnGs9nwLHNp7Pq6yD60ODEC1ScOcEdaBPDT5Q++9O4Fpgo5BeIcxlXn
j1CTQmUnd/E41F3i3iRRze960XQHCEGTV8DbotRvyl6GXJPeHWhc09KXqRpWTtHSVQWWRdRikFmA
rGoWC0EimOqlhl/RpbpfqSEg4snyNqpdSQeXrvljOzP3xgZaShaowHhNDMHdbUUzUBGFtXgaBm9l
a9fWNIsM0MTNhy5D+qIXid+DwIgB71xs6nalg7RoB7Jw0N518Bich/I+pp1ltliT1bGwKsPGvuXE
811jf9lVloLpsafMvlGOvhoXNr4R0q8bmblfsrLfXTaxdE1MMzWoKoEnGxRTp9FH4BXXElRhgfIz
grEH8VuFURcGEiktrz4rjPJEqXfgzloLd8ktwEmCahlcD/OL078fpRWUCm2wpi0sjRszCSot9k2U
HNN8j/bcP7jFsa1Z2azoU1m4A7aRgwHdh+xrsdUc/bnL6+YL4OrWv5yso2R95vFxUas2d1FAs2n0
6eDx68eAf7VN7vmicr9c/n7LrvjnZTBzeQXGlBpkU1NmC1nJ2G+cbMPN54itbeL5B8PQ84S9QBt3
6unM0pcmgfgndHuLwMhRGhfPFgAssf1FIxYKhStco+eLAsoDazJRGESVfO4cSVQMVOUE+ZEHOoFf
mhEW40MvX/9268A1Ykw0GOCbJRgmOHVBZQvQYFT2ROQgH1PrE6Jxt7z0wtpZg48vJJ6TgNPETDHV
Vc/ekDWJnaJ0YQrsP6HsrwYL1aY9xdVIrg07kOPGAW1CKj5S9xrX7t+vE4VBPB1tcIDhwjldJ+3R
g+YDcmodNyJzd653wJQ9ikFrug3n4QrvECAygPonBGd75iKeleScKhgCtXmg0v5OxuTx8lqWTSBV
ArEgXuRzHlCz0htG7LIMahUfkMigWzHw75dtLHnfpGkCKjpUp8+AzzHrE49E0Dcf7U8PxBbuR1ND
t0OsmDnPL/Xpk+jwPHg6uO9OP0vcp5kA5hW7Ra6rmt4WxA2hf7vy8deszGIfmImEZSSwAsTBbkya
m9QmP4qyWLnlF/cMk/XYN1DXgKXpdDFdYqe0GmAmdt6T8lPmkV+34aqg7kJxHZv2nx0M5Zza4U5X
2amAnbxsQ63ejfKrVV2NDMU8J/NteldhyroO8r/HAp3anbm2WVNks9Fkl3QbCPYF5UBxWXmbQaLD
bH1BKhX8tRdSHQHQwVjwJFQ8O7WljJJOdhlyZEqCWKKKCwRSZL1GcuXlvfDpTgzNbhAHEkGGpWCo
tfLiCY1C8wA2wepaNfxr5rK1YeTz546OBgV06ykKahgFna2r16Dea1gIEi3PXvUatYS4732o0fnI
R28tkAtExPyHvcRbGIwPACJ5Z/ySmWtoXpL2JaDHTiAGILBZSEvlR/Vf92AwU4v67m8OWNxcs8Ul
g2hqz0XoAFvPlVeUzHcMsAJZ7trrfumjHZM/zAxRpfNBZFiRApNFYj4P9NHKN0mzhvtdurlOWCZm
l6SMGEB4BQxFYxlm2RhYYtu6G0cF3LkyUD/hLKi1sIW2ZD9eJ9aKcy6EL2pC2w+fDpN+9ryKUdJq
4gYFyQWF2pChZRtTkY1hVitZ1EJyc2xmrmsUkd7ItRxmYgY8VvRVWPUT0auwM419xde8ZNHadENO
VKfg+ZoFy0TWUhPeiEXhe+m8utbJZ5L8jIc2ZBjPvBxHFm5M1MdRhgeBFGavf3/go0Tb0FodfLxY
mpWUD1ph3bj1t8sWFr/RkYVZAKl11cQFhQU3HYIS0InR6L6QLN9eNrO4ENvGUKFF4RFktmtdUqpi
0AUChxc/6q58spKVZ92ys2PgCTT3GCCl81J/leC/Liobzi6jL9HEXFw9u2AZINz3nkpU9odHl9y6
P3W8K8ui211e4NKZRicS9c8p90Bl/PRuK0lbR7ZSZZB696mDl5H4nvSbSB9XouFSBLbAKTQt0zMx
qnBqp7ELYZgJSH9Ty72FgkUoK8ePFGBxNN8NaJUlxdodswD/A0YKE9JoC0EkBjWHU5v5KMpSTFVH
TIu+kVgenKTov7q5dc07+7bsWycYCXt2GvdLIqTw7YwZh4YI/Soq6oNNGmvLuxpMQYb1cnnXJ8un
NWE0qRBepuEokDrNy28Ntw2RKHTCGoEmYRugOBvXW178jDCWouhzz1b8eOkzT89toHHwJMBXON0K
zIzbidPEZQCGET/qP10XZa0RMwcrn3lxYUd2ZpmfV7tM8yoNhCnDSycfhvKg2xK9zj2ntwbfcvEP
dx+AD6gmTacHhefTdSVwXi0SDKm5l6KYBDYLwMXaxlhZ1lK0OTYzbe9RPCNdl7aGh+1z6INwK7+D
VolHny87xdIRQcUAn2nyV2AqTo14SVsAnZuUgSHvInZbNMT33D1wPV25YepfNu7I2OxDMb2p2iJP
EXWI7tf1tZns2pyvbNs5OT34GYC4wrNsYnIi83I2+NPAoGMhttV169vM8oUDigRUfnwh04NZRVtb
EIDaUSGx0ywwQK5ql7cZpL8GKOkMtfBr+5ddr8k7Lnkp0kmMoQMDhKndmdcgzEciZXjQlZ0bgpQf
J/xXxttdZbyUI+ZJbnkRXv62Sw6EsicBpRQ6TTj3p9+Wu1oHDscc37Yu0n2t5wQYEyZvKyt3/sUU
9h3ZO9XR3ZpFPQI/ikqKxVXNeEsV6BGl/uy44unyihbQ5BguhBWIi4Bw/Hw+BhRhBUDteLGW9s7N
2MvQJbft8FNFPywhDh7r0Bnv9QBcgE9GIje22fBQM3V/sPu1Ea6l5Ob46MzWnLVxCwUHHB0FajwX
07OQ2mPVTZe8mMO/RNI/B2eO4x8AsBN5DFOx8cG9vcweG/O55ofLu7sYr4+szK5lh4pMtjasUO9A
+Zvi99AFGcTK5b90DqZJkwkPp4O6dOaVJEZbKynwCoutOKT9Tx1FUVhzW2g9a8kWLeDAU2uJ6NJR
oCg/UMCfUAabH4UkrcyicRF5kMVvKOA5KWr0nvt4eQN/z63Mr9hjM1NmdxSyO6NOe43CjIZm5Uuf
2QPAVm3SpZvBdtUTgVhdtMUUemn7QD/0RcgNOnxDrBIAdRgxdOW8IdcCpARG9cUzte5V9kYy8Y0C
KgVRAqB+toqBjJQ2lftZqJF+GZwm56gEGN5TGqX0UTqYjx+KqP2o8VdA/AcM3Xtee3LXMWAct7FG
hg4sT5DZ9lkHoqnHRqDSFeLQtjJI07ryAtPSs61g0io3AuCdduu2ueOLcbTCtnH5A4/qsQCIPwda
ueedG7jS5tsaRHNF3EEJsiVViUFv1nMK8iNR39GmM0bfcWT5Q+vd5F3pGch6Ehccxz7k0/GqkgRM
OmVbx31AUm46V9ngWqHpxvqTqAeZ3vZEOQ8GK6jcQJtZoMMizfw+M5M+BPd37PiMQDOM5CAHhRql
Hr0yTqV7ywqQBQJTZrn3aAk3BxY37lamA7IDRXiq70hJOyegKnVfRFpDALXvh3xnNF21LYjHy21K
uxY0XwkR1yAult8inaV9IKTGN8w2eb4SSZcO4bELza6JZhRjM6Q4HgXoqtroro++uCj6eNnzZV9d
aM6hHwaCcTrJRIBlbGaoTXXCjKnAqOR9We2Zu0n1rapfPChS8vQ6cg+Wtr9sc/EUHpmcZTQSgwpu
qaEi0oCnnZs1YLCMP8Z8/LhsZ3EPwfYBrjnQZODMnx5D2tbjUOawg/7wXkBmoarTl9RyvvBerHyu
5W38Y+v3vx8dealKkRhTKXh09ob3qavHjiSB8r4RvhnHTZs9ps2anMTCI2PC1oH9A3QzyCS8WaQG
oWncgEEcRTp6G9cPlbht5PeYfVMArthbhQObPOOc+1AgxOilX5lhkr13+eflbT6P5Ke/wjzdZihG
eVHH8CuGDFME0VOjsrDUZRBNE15vLAmStXbkuQPB4oQ7n174KL/P1l3a0CBMWFcGGcb7ea1tSeId
RLRmZqH4CjvI1EB35YB2ac4cFInB4flY4SYUzhOhw2MysGbfMXrlWEnlF2YmAmbhkdclzSGp6nrj
AVK34lrn+YUB6j+MFQFFCR2XOZHV6GWUJ1MlNmnbW+SybBcVXh92Sut8OipUY21m/n1UmFbuYHMN
ZM74AaffNDJAXW5kMFrUwML+zJjyrQZfUvvQim+DuoPMpBrX+jaLn/XIKDk1qhdRHjcEjiTtcZ8a
znvH+m2F2fvL/rpwVrG4qQUBWmNoks2rHjrEQ6KKtKgHgJ6tKO4a+lwg2ygwjQE01qZob4tojUP8
PBZNNidgDbYUd+/MZQvANWjfwGXb4mfTZkEKaYEII2FrkK/FPTyyMzuMEfh3FHqxiK3tVZV/dsXG
ECvpzfQZTrOb06XMfKNJaQ9OSiylax5HvfKlWhPxWNusmSN4ZuvarMQiMpCs46Y4ZIn36ObXHvQw
/MvOsBi8jvZr2s+juF1wL0WLBYspvXvN/aG1jj/Kg4WnS2TcCCPy285cMbm0OpyoibQfOEbwUZ2a
pFbdS+Ghwmx2JGTFvUruSoDIrTXJ9yVXOLIzVxsSrLWUzmCHGeW1Y5SbDmPdYx6Hl3dwzczcs2U+
kF6HmR6S3xQyIaxoQl6sis0t2gGDDVjoQTSF9OF020QteAKYdRnwRIxhKof6mQ8KkzOtpouwHuLc
Oti9Z4DJokmTDbRTUELzau0OeLFhY4GX5qsniuHabMHw7IsG3J9/vxGgGsTcvIUwjavp9AfygXKa
6KDpjR0MJTRF3gZxLaJNz42ff28JQfm/rZgdctdqCF4N2AovGp6qyPjRuiR0q5VX9tLROLYyO+dG
2Y5cRfiwrnijHfeNCnp29SPAD0wfkYm+o4v/D+vyUH9CYWTKpWYWY55knJmoeCeJF23TWrevKrB6
otWZ2ysfaymITSN5mNDHvYrc9/RjdW3eAcQOU31vgfynekhKJ7i8msV7Bs0xvKyQXWMAf7YcFmUp
qCDQ9qhl78fTnNLe1PfdsLW6jUEfTIf5Xf/XWBwM6RoW2MtR/UJGOLOpaVRXXKLWjXkB4LPAIDKq
Q0HIxim7la91XjOEKVTtgahDVx/g79MtdDNaN2NilmgwFv6oheMQ+4bz0Zi3pbgqm5fLu7kUNY+t
zYqGbiG6sShgjaGK7JU7S+9QZmn9KlnZwYVBqWnOGf8BCzYwvfPBGm1s8rac1qVsPfTsbmvRIkzA
79y1WpC6RijUG6T1AlXL2yh3t1GqVjxnaa34AagqgyRz8p7TnS0KQNIkdB8gDdduo+J777GwAJe5
TpOVb7h0xic6Ucxi0Wngwj61pAEE51ANjN80tQaQl4yi8SNhuBidaQnYyxzV3ttJLMB0g24lXodI
Gf/hJ2DADokRmtWT757+BJDteyVoRieEy/3gie1Ezdw92N6NlR6ETHzXbVbO/pLjohsE5XlMtE9N
mlOLnhNLo82TKpDet9FAUvtQgF+9NZjvyjBu/37uA1FUxzNl8il082Zf06wrDpEODBOYvVdf14p4
V1DWAF5NEtxTFooiu67z2lXY7XQhzvM0zOdCgQJwVKjXzC5MOxmw0MxFMbaMfMsS0Ex4qqkvy6+2
uk8yDCLfO85urLvt5ZM6bd+5XRTXHA/x50wvyPDcnsQgtgo67ZtGzOsSxZIyXmtdLgVw5O8oWQCu
bmEe6vQjOmDXNm1wCgeuyfxG7arqQaaPToES2445e729Mc3tmJBAILUyPgr9r9MeQlFSQB8Ns22G
Zc3u4IhHaRzlNQgf0HgCr8zobRp08nw22Cs8JgvPUJhCmXvCP+DNMi+VFobQEtz5bVB0zm0S/6B5
f2Xq/U5n2SbNfrl2GmgAXbpmf6j0NSDQ+T7DOO5IcEVBn94+6wwZKVynhnGu0m2S2l+yYVz5lucO
c2piFtrNVKZ6NYKepneyrRsZez2H2BBbY1BeuI9P7cwOolXiK+U97KT5jcVeBGO+dB5bM8xqjKSk
Qa6/Q7t+Jdicx/LJKBizAet04DGzU1jWtKBtCz4gp0+gwxpty7TfuRVEiT22cnOtmZq5ZG87SsUE
ppjnbKRUfqowMzHQe5ThV+Bv5yF0WpWLRANE0YilsxCa5ZIOsY2thAxikb525RZUN+Adf2mKT/sf
2DlOrU0LP3qkNXHWkjzFwiLj1vEa1CUPlIHWwV5pTJ6XWk7tzDIa4IJ0N1dYlYohTokInfBfVG+v
JHsbtLW+7vLX+rOFM6+vWFWbeTURRXWbBAW8zP3sIEPXrrn9+RV/uqiZ15tl0k3l8TYYVELDOo4y
H1TLj50r3mNT3PVKJEGsyHidOylZ41VZNI6b3UXvkaBMOTM+mOghGAWM2yjQa0BeyO8a1AQxrVC1
Tzn/Fa+RUvyeADy9fbDcPxbnwXK0DSB/e9GCywRJ75W5Id7G/sI3kG/9UnOfIULv9Gt75TZYKMWe
mp3C6JGLxgLwP49PZl+rTc5CaGZtyK14JT+LXblXyBb7oPmVohO9chIXgydCC8ILUGNnhSU01hKQ
w8GwZ95SowPEL1Rus7a8KXSc7eqRlVlo0TC/bRktrKQYJkVKGKugcAMBUmQdj/242sRqV6fURxSl
w/PlfGLxoBzZnt30JUYZEq7BdtyRa5XDiI55fi2BUqSzv2xqMQAcmZp9xSIv9ZTHMFVqYqcV485U
kIcuvKBycoww2i+Xza19u1kUlTzifV7CnEE/uPFYAZIk1k7g2u7NYqedY5SVqWn3QIST8Mei28fu
lbeG+F9cCmqpSPuQ6TpzRsm2w2SQl+kIneV1roUN/87IypDE8v0NCgtIZoJkn8wJz2s0/ArPRCpi
d28YE7sSgjehGD9Grb21qbkZRv5eGs9ZuVYJWbztjgzPQnXSlvib022XWNuW1kE1IpBgmE5EEHJL
+SZ17BUY6KIjHlmcxc3C9hKF2XpcDjq3wTzhblPvQ0bDo1GDG5boK1s7+fXZ8f5jbs5nykqdgSwJ
d1HaaQHvY5T4x7Vu1ZqNeSLUNDktUiyJ4KshnY18XYE2/vKJWvT2o4XM4pTKO5v0LYz0PQ+TQbfB
iOZtRtdAzoDy1WVjC/BJBH3wb7jQK4Trz7Oguq0NZSpsW53uqxFEIw9p9BG1NyR+7iwCiOGbaR/6
9IGzQ8s+VoyfP+9Ojc8OthBdVSY9jJMcPO7XxLyNnTc73aOumedPrL4xbN8bVm6bxfsc9TnwN+Mt
C6K202turDkAGgmMoir/JhmUvNMkFKa54TZe0CieczfFMKK2/ZfFHtmdLVa2zJPOlCyNyc2okgwg
AmAJPbWR1auLuXJDvZasDyrv1c7WXnrL768j47O0sG9zyx2nFL5Dg1Mjt1V559rfVZqGiXvVu7s6
CuNmH63BSBZ9+cjsLOpAGyuGlgTMauamTb3Hund8O6q3hvt6eXcXY/eRoVmwQSEW07gTZSlz2UHh
BeRp5ZZk9F/O5h8zv8P7UYqUdnYquT2ZkRTTMkK+MWsEpqX2jX5Nwnvtm/3+9yNjLCMxz2oYS81f
Bt9IK4jiQxTjNtfoJBys91uwAg84I5f3cjkRBOoX8/MTqprMwlxVAPvixsh4wUTpY4QmyCR0RiCV
7lkFeqgVNEfBiDU0B6JD7AsbrY3uUy4zzMG/KusnL9b44P+Prfjzi2YxkTeFBvoikEMO/BHwDjHc
g6y9rNmVjcada+00FL+cbkPjlWTqt+LN2a1ytBWzxA2YTkyuTfyrY/3RxNauc0xfSufeUSSoCnfD
MQNrpI9doa4GTwZ6qh9sVhws/cnK2RW1o+fa+RTeR9magd6bcBN2BUJ5aEyZbNdVxs82bzZxnPl1
ZQDa10LJAr2jQNRrM6eLt/HRQmZpIWYMM1vZWEg+PEAOJ06/16bhEx0z/upw2X+WA+yfjzULsE2E
NlI0PZhq87ozn9pI7nT+aHT3BG8KzfVN9/myweXD/8fgLLLGjZ47RMA7OIl8HPp9qxsBKCI3l82s
euE8iJYErZxhOhfos7ub2gviCvB2PRDNIcuCou/DYfSFsYYzXLikATDUQcIIXCpI3OZqIJyi1WPq
SIB5ctNGyS4iVw48Hs+XPv3MUIsBq9dQ3sgibPoBxe+V4LrwIIV9TN2CDxoYJBRiT69MzcHYtzW9
DOMagI0WRZltpl+TxAyjeqLiUoFbPTR60AChO7ZfbM0Kc3avq3J7+QucO/Hp75hdJ0ARNj2r8TtY
N/ItKgKgPZZMD0nZ3EdVCkkKE1wTl22eOxdsTiTY7tQYxRzw6drFaGZxZltIx+hdTvZx/ZxVK1Fm
+tmnQQYmJhY00LDjE88becMIcLxUDmpDDg/UEO90u9pgAhj9SmaGNLppGTTo/n5ZGOOHODB4BDDQ
Ojuk2sRAIwiWJdUdBlr9Qm3jv1eVww1yZGN2LqVDYzOOyW/CbE+D26T5/3MVM8dMVJ1Hcvo4BQsG
FJbVXZ2/X96o6UfOP87xImY+16MyQDUNJtwS6Irez6ONE9907V8XPk/3apbACHwPYzpmgaxvLfmj
Em9R8ehZK3X48wfMZAWzZaiygL5rjtsolCNiDOnDmU3hd/E2637+y279Z2AO2IigGAZELAxw9dQ0
kJ1+ZdGTOaw1hs6vGKzDnGgAQPbjnXfZ3cQBlg27FQ2xVfnoJSPwjjyyfzgYGX2LbS37MRLePY9R
ymy/zbNo5RWxwBSOnwByqKkrRjB2PnO9MQVBhxpjaHptq7t6Fx3ir3bsQ62hOGzyVzvAsMvd9fjD
enJD8e75qGQHzY3UVg7AwhjB9DMwyYfKJO6HOY7Qqq3RAeigwxMqNK9kmHx1PvotsNp+cYP5znJD
n7U1bNOiFx3ZnGVjnjYQVlMGZb3kxhmezbXR36WQe7ymWchtOi010gh/nwHXwPcOfaFpeNlP10xM
SzzKrQuQY2oEMxaB491p9iEGUpisYS8XIwdQE9NM8VTwmR3pwUtG3UlhY2LSictveF7KKvVbb+WG
WrJjTtLHHrg/p0NxuhY96yW8HOpyPUSqdt6YDU955IFfq/d681NmrFrTs1u6h1GqhWgSkCEWXgin
FlFOyKyugSYYhWKI0f+KHd1PK3i9O4DNUb5d/lZL7kYwnIbekz6Ng8/2EU0c8G73iClEVrvCc/Dq
WYM2Li7IxBU80RTgIp6ZgPxWahUObmDDlGHpbBRotRsDDIffSfd0eTW/P/v8QgGL8cQQD3TL+edq
eZrnLTQO2YHuu3ew/GOY05fv4i4D3tg3vwMHvB3vHP+lvHXu1YO6/2gCtad717f8Lqg2l3/P0u4e
/5zZYa4F4D2MT5KL+IgyqlDSer1sYYHmFfj1oxXPznNSFZYZdTBhbe276Lba6Q+QFNi7d8VV/6GF
wxW/dXyMsWKVxQ0wfmta1ksH5Nj+zF07s63Rw4F9AgrOPL/xkruo0sIKD63LK10yBPZ/OCuOBVAL
MzcqUwy/VgSeakI6uK8Phe63buYX5HDZzmL0AqOPDtke1JHnlJXSrQvVji6qyOyrB2oEL8p95Txe
NrJ0JtAs/8/IzDEc5mp1NxkhCCrJwyie8uEVLxGMlawxvi/54LGpmYNUcWTkI/SiAAa8cWi+Kfti
5ctMOz8/dMcWZi4QmdLh2gALgrwXyV4m98gVDf7SOnuSvldiBQ6wlNEjIE8gT6RZ0LA7DZCdbJsq
tSle29VzaWW+Zlp+w34w/p24X5NyxR0Wt+/I2nxxEc0FakLoz6t9nX9qa7LAi5sHOB6CI5ojmIE+
XU1mZbGIB4R7e3jr4htLv8s46i30wyXvAI7Vf8+yc5paTe5/dDmXg64Kb0qt0oFsahS+ETI3hbX2
mlw8RUcZ3HSaj8w0bkGh3AQzuX0gFHSIFjLFtXfW0rc5vpxnp2isrViLCyj2luJt4Fc6fbl8SpdC
zvHfn3namBm8GEz8faPd8+GXAC6YKuhxrrU+lqKBiec/bGGeAqjT081SE/Wgo8MHdBkaAqOp5n7Q
D55o8SDaX17S0nc5NjVzZ42VOYkwvxZwC+XNMQst9lZ7Sfj/szJzMm1wOnBewoqnXxUGYN/Zm6Ot
JUrLS8F8qGOALRTgp9NdG3uTOh2dlmL+iOoAgpdBB7q+yytZdIFp6v1/jcxeqE0MZFUMbvgg6XJ/
tJLQMQEsyQyf9c//YMkF3BijS2ACn4ujmhzV7tRApumCJJlE96ncR/oGIO7LZha6pHjS4V1n4X03
0dbNnE1mKjET9CuCwSVBbbuvKXHB2DQ2INNv/RFVJlXYO7Qut06rvV82vnRgj23PvM9TnVWJCF1g
E7Psvd08jNRYeYUvxVPg6/+Hui/ZrhvHsv2VXDGHiyTArlZlDtjcVn1nyRMuSZZBsAMBEmzw9W/f
CGemrVSGX75RvRUxCMVteEkennafvcEkBvIKBInT6z84Hl7asoO9nDA6HC7HdFPGBu5llYkBg5N+
uB91UWdepD93bDa/GJR+ZJOoFmEwoPFl/8J3NIVeEVqBaAHqlyTiMp376KyIxl8UyB9ZJUWHgZ14
0oCzeneSpiExQ9RFUCpyr2kwLwA1D0/7WG3+/IZ9eD7/PNB7HiC1yrnsT7k7dQbQubu6GG9BiT47
aHK0eCL+/Ggf2+YPh3tXbaFFD2FOiUwiEEtSCycBIfouWhDkmxDL2Ng5H+MyC5dL09tf5UkfpRVo
RJ6Y9ECygKbkz4ZDOxdbbQIrXgX6sCy+6ftyQ406K2svY+7XsfjVPshHXv/HQu/dAcPYLGzsTl7f
B6raGUsO/kjR7TzlXVUTpqfqF0/fB8j1U61w4tvGOPpUIf18ilUD/OEwT2MKD/QI9u20XrssWNhB
BMW2aZGumRHEw8LJVfMGTEjmSPMrvOOH9/jEhB2eumSnZZ2ff0RTuFYxLLunVW0O4JTZt1jFxvLr
xnhrsjQ8mdarqmwzt/z659b1kS3/eOB3rhzDeIUWDw68gFfViF0Hrcdx2f/5QT56MkMY0WmHD/oI
7+k7nD7WdRAgZSDh1hZbp9pGwYtvf3UnT7bxPuUGqgCKLaBvw/ryuztZG3AHGeeUmfCrACRkcnVA
mNPsJnfYT/W4E/56G/RPEI5PLahhXOUevK78BRzyw3ONERgB8cSe8fuGJyGeR4CYHUEQ36SAlFaS
J63OsZP359f0oycT4kR/P877vufSOUMEhA0spqtuqKhy5fZfbOFkE1Y9evV1Fb+C630URCI8BA5z
sOGBzYefbZTZtpncBXqghaDVSf+73WmJOrBaiitK5fkyT2XqSVKkICqUv7isH/kFoLghFYi5EADV
7/wCyKGHSq9Qiaf+SzVfTe2bndNl2IAF6j+/rthuxWYOpBlQpL87S+EuhNceSvcg+twP+6p6GsRr
3T8Z57W4+fNDfTDeAxCeQY3JB6L1pD3+8xWt5s6scHO4omgpm2mzYqY1b9zy0vU3kbuJvBJp3Gfv
V6Xphy3cH4/7LuNY6poSZxrg8tjm65Jek92gN9GXG/IQ6VwMuX74hZf58O6Blw8Gi70KDPR+PtHA
NpjGeAapb2PTyD8DhRF1n53qvvzV/uZHjx9Ygf9xpHf+rPFnGYnTkZDnJbGX9M7zXIOs7xcJ1YcD
0h+P885M+BLSBZu1qLJGIGXd3ZQ0SXeg1yM68pm6UkXq3/25tfzizH4PIT/kcCBA+n4NBToiY3Gp
QaoP+dn4V0JTH3BAwSpRcoEL87RW+L7Bb4dQTmA5RvNqG6Tuzr3byJTRJLp0v/Bbm1ZbdQViuzn5
FfPER6Hox+N6PxvJ2BRkBP0UrHJ44dN+4uc83vz5NfxA4PDnc3v3xE1OQ2VNcIxp03iJ96AORbbs
o/2QFbfyzp0zMCCm0PTN+HOTHgGaT/9fytofz/Lds9dUIaGkwdW1nndVWwckcjYNAOiw0dWk9P73
E/6v1+W/+Zu8+iP6DX/7H/z9KvtVCw7I0c9//u2yf+v+ctU8v74N/3P64D/e+O592zd58dz+65t+
+gy+/PvBs+fx+ac/8m6EhsS1edPrzdtgmvH378fPPL3z//bFv7z9/i13a//2199epYH2LL6NC9n9
9v2l/de//ga//MONP33/9xdPJ/DX3+5k/dY8m3/5xNvzMP71N4Ia79NpiodtctAEg0IcGfX89v0l
7xPII6G4jBFb8AfwoZMAcuFj0ScU1BRk/qeGa8h+b7YOyPVOr8Wf0Fk/5eigyIF/i7zf/n7yP92j
f96zv6CjeCVFNw5//S062cA/ExkQVgOXfoJfnMKPD7LBdzaC+U682qB3bj33mqrLjmdY7O2gFHSU
3nHmAPvc9Pxs7WhSLGkbXPQtsG4baHTEif4c16ktz5r4YLqt7A88GHJk6fybzFr00+70ZpaZctOp
ugqXC47BbJNxdolx9uIex+BqMufxvOUACdIzFbPEY/vAugnY+uo1ISapivtSPzkihTyn2solHafo
jgR9NiqRutXB766E+ELcp6C7XJzzk66aumy8y67EemQNiszg3K0fOGsSGdtkZZDQO2v47YQVA/yj
Lgd1wMrjL4L6uyT/+xUFAvNEIID1t/e5y+x4cC1l69wOwn/0Jy4ysI6HR2rDLyH2jOsxziQoUebP
ZAHTZEjXKatm86sx5rvAe/oZJ/YVMF+joYXJ2fvN0a4bIrSYmL2tS+/BNW5043NHHCU9+qJ6nCP5
HPTsvnUWkqIW33pO76U+bdZbWZ1Whd37H56K74b3k6G9tzOIOcC84OVP3ACA8P/scaWMPL7SaL7V
nnY2BsqQm8Gyx5Gu27bCGgh1yR6EmG7+nzulc/EKwkL5bfxTl3RyXbejfnsbz5/79+/83+iXThLW
//X3R/9f/NLD8yhen7u/oC+2/uScTh/7wzm53idIZwKkDCcCDSpsEP7dN51eAXwfERl9N5CCIof6
7pmY++mEkToRwwWY7gFf89tfvjum31/Crj7eD7pY3OnoP3FMDF72B8cEQAgWkmC1WMqFLi9Erd8Z
zNgTj88LdZPYwf4oZB7ZdTE+F0CjhmM2YGXHATLs1gkg0ba73LT9TSwuPcrzAqgi/zSVaPvNiW+M
xCqJ9F2nHmj/4K/35Xzv2ItSXZlRZdU2VuD5XrZBAS6o60C+RuEFX87C4sZ3b/9zU7yTLf59b10/
Bcp/a63/G23wVAr+exsE0Hp86964lj9Z4OlDf1ig5yCWYYB0gpmATA0u6x8WGH2CKMWpsIazOAXI
H0yQfkK2CFpXUDdAlw38vD+aIPAyJ13CE54Pwpbxf2KCeP97GwQJ0WlX5qTUh2Hh+7UL4hPPN7Sp
04ZOoMAbpHZOQISRDUlZLotKlrFfvjDkKl5uptWroDQ1gYJv6cBesWtcrwryfl2GfGp7yI52PArO
TrumNq/EOgqQvazOHfMw50jaQIdfazjIGAxEbdyc+d44Z3MD3dkMe4gQVR2ZfgsZ5HG2jMThBivr
fhaFhVapKcrGJooDOcw60PKB8acAfT1zq/W+WXwnKYSyRWKUsuU2MizaSMDyLDhxe3rftmRSCTYV
Fh8KbLaqEujRfVlBgH7OKIcKthzC4Z5CdE+kDFeApGHBCqBre0mwktvaJgG0ECMZAm2gHjSBxNlV
lNBrCVnCt0A1kqQu0/LAFBHoAJdStJmNRPQENQEJkWUKep+kqMKwzzrgVqCJ5fv9GZxWfYicvjcX
zTp60TZUstxR3bQLWLWQV+3Y6vG7xlJ+EI6xC3BQTVinYU1bSNhZ0FWXuNxPBBsnn4eBemOymlUe
Q7tMa9IbCJ2il1n1Ku9jmbuz12PWV61oOYByMUAVMnvTlRP1yk8kU9O9IgGy+JJjgzfhfrGESVwM
kBkzYYST6Nlaf6uNz84Xf6kv+cToi98ZarZtC4aKJJImDjJp2lifY3cVzSCBuRZur3F3ces2Gfro
y7VkU2Tyzi7t3kPnCLR7cxkQ6KLo4aqTy0bFBhrHipf1WUSY+Iw2TPwQeKPj56Zw6CE0BhS6jYih
s6aakaxJ68c3YU2aBxg4xEiBoSkWqEXUU5OTosNYcCh8aJeNGhpVF/XSYSAwanuEsFy0ZLGQk8kY
jC/ak7B3H1pIisL8fZfnzTwHPOeg34UwezGAEhOTwGcnKEyVkWF271lApmcBHUAL0shxrjaNOmlG
1BMDjePq89BP+jUmFRSxQuR4jm1YYkeznPOagOGBd1TbpJb1eFPzsTifKwgMpDxmaEF3yK5mdH9E
s2+7oIG2ZVgF2Do0FmyXJDL11RB3YZ9G4dINCWxIsjSyZVglo6fZAo1DSSDNRqAiBzFMuBIQxQXB
RdSRsMpdxYDlriZJcijRTjpTiyPeSs+Wcm+hcXAOsTR+OCX6u9AjwHxi66VrMygM6/YgGe33gwxb
tfFbF/yicccpun/OVPmJNfR8LWYnG2PqXVcOxCiSuSrAOrgK1gJaVw7OdSscp9v3lCxnLa2gnY3V
L1+kHsSt2d3YhtBtghedgj+S1u/l0/f07F2x9u7Pv/3bwPNTePr/Lk064Uf+fYi6fdMv4vnn8IQP
fA9P9BMiE2joTuwOiDcncNYfxZsbfQI5+4mnFq+hh47+wd8TpOATUOTo6IG1E2UbSNX/GZ28T0hj
QboMzlgXwQ751t/Tt5/u0MeVG6q9n2s3pEi41RQb/tDSBCIU2Nefc2ohBhGHHAEg0NV0EGVN8qmR
/oGEXD5T6ZrPnp4BnqlOREYrhGli+OLSGzWI9IriTMyCvUDsz4JcBvyMTbmWn8vK2o1vLDsbK9D/
gq01DB/dSg7bvim68oh2WHcVe2NzNstBfJs5c65JI/w95LnJhV/U+gaPv7pwq2rGAGk2V6ChHs+X
wPQPgyUczZyyymff+Jm3hCQHvyx6gLFH7qtRsawfHb4fwdPZJ7PQmIY6i7qO/JXdMt3bLSV19SLD
yCRhKeY9pbbbLT2W5ed1tsdlDPzdMpbemS1dm8vBths/gLOUw3wOCN4V99wc3bSbxi0EeiLuLZxm
lCIzock6LubEsVM8xxGYCxzpQsvYYOFCrGVqTwNu8Md3MxegAjBp34QH3YZq69fjpnIRAmlQooZp
LgN+P6/yhviN3pXcn68MQvGmjWceQ9F8nj93elrPui5CZU3N+BbNPduKpml3rgWMpkGeAIzavL64
VencMgOtAbKyO2m7+akuYgrmXka2s8uzuaQXFbDQW+vq7rpopXduZdTfz52z5mFggl0oyXTHwRyf
6KDnJvGcZj5gwyDAntxgHka6wLPMZbNAD12BhMKUr5CbzF1oaCYtUnyAH1qakoiC4y8ci1dTTuW2
VXS8phSMwV3DybYvzJT1YKoB1T7LPDlehcP4SCYw7ZeKpvPqIatY2L5rebYwlc1+aS7Ar/fAe7js
dXFSXkNxgIobv6YiR7v43Cm8/hCtlYNNFIsRIKtkLn17HKflqEiZEvjKptcvpQdkPze8zrt2up+8
qISmHTflGVEDUMGjwk46SIM0iIe7QGZhHe3BBGMeTFjVR7eM5mMR4eokfLbJELQqFWtLNw52mDNe
6QzDznxWXz0VtVButHNCPahEhOjiYXCQ8oEOuVok2epgzqIR27heWRQHacp86ab6XMezSUUcVVkw
RNjCpOyUGkWv4IphG6lY4SVDGUbZ5Lrmap3BEhrwLZiWsPwWrlvhgDjPX5sJPLEUU1+SOwxtxNIm
FHSHbmcZsjm57JQn1MGb4jet3T3UOQ3m3iME3KolWejqQucvXM7Laelz7fPN5CFmT3N1nMDTmFmk
K1lPyymfWX2kvXAPUwOu34U4G1+7WASiHd2LntKLQfYXwxSx6wXpVFKH6nUg+j6cZnkJoMN156FH
04yQy15B2IxrzmwehuR56XV9NgSiutFOhXbOSp0sZOBZYotIlyZAphwGa4TRAESy8CDoZzuy4KjL
iG3r1QnBBg+S7bHgl9BYgBJyVT55TetsJyibPxgo126MVObWeP75CNx2WpUk6/ruEA4z5Ljot6oV
kOwoxTl4lthD3Vkv65vLERviWbSCrltHWNoCH/1rtxYCIhsOffChDJoZHYljjB4NFVjWHRl5jJVw
Np2uLegUyrvC6gw6tHILAZgdONzqIYukgHKqEP0DWxHxK6lfm7K69jvfXImBJWXMzgl190j7H2To
gZWbV7DJsb8tSvG1W8Pn0KgLf2r6i1CA9yZogCpoZbErG4FGVz8ymHqg96SppwdF2vYcE2aSAMbY
JZ5VIDlbmvqVTrE+ExzIzHlp7DddSTD90mbOZRPwYy3CYWswHaXJ4GCzG9O8Iu1dRg5j7zaboVqW
pCobPE+qn1MGiMhWr5GTlDPIipcSO6HQRiizFeDJbbuuc1pbHuROS1/szIBxnQsPS2rdsuXQ/juu
SOCO8UTKmxW9qi9CMr/OwnJ0L6ag1ZfY9DowXl8Xnuq7vGliseHMnjf1mhZxhHZj5wbl1wDazTt3
iqtHTObXi1AP+i2uW/9twW071Da+dqcK2V00Ly9+RaLnFUulifaLI07EhlkD4AlXfB8hFOWT8iHh
EvHmtg3F13F0w4xJRTMyut2DHO1003tt8zCsrU28wO5LDTluzr3umsjJBVl0FXvY87HBI1n8Kekg
Snwq/9awuy9aJrO5soSmcAMXk6pf59IBHF6AbF2RsMmcsgFsdg2V99yXYkCzn3jDg4hK7EkD+VA6
iaCcbpa6CUXidUrddDYISDrMDYm2w0rYPiILeaJT350h/aijrO678I45JPIT0fXmKcRAeIfaqLsa
iZn2cVzLM6gdg7Ud661QMxVg50soVlvB3DbwOXUL7d33HYLUJDy4AQjgTC/GieYoKbqp2Lm16h8w
evbvmCvHHmSvpUXF0HQBoN2yIM/KCHMDChl9S2jU3QBBNdwiFYkS8DYGaROYAZBDfmJqpQCPQN4b
fVh/uYSylj2f1GAOZd30W7+w9b1k7oNUAiZmWtDm9ws9CKuXZ1wPCGDZQMm31UKMQ60lEPl405o1
YqD34brwKam4Bw85cSzJuZpe1ehGg/ERM9tuuvGMj2VGH+yOsSMyXsS3FaBBoFW/ULq4IXWISCyL
1JxqFBM398HaFN+EnoPNCmL1YVi3jf81irqMOOF2ZFMGhfsXx9tMRVhnZSlYldRxAcK2RhZnUY0x
3VTNe+ZOz9FEljZp4ShAS0/6l1O6eKSoBK9aPoxoHtgCoOASa1eFkc9qKki2cjSCYb7nvjLbOMQz
Op+I8+Nx2hLL/XvmghkdaQQ9dxq4Ywe7y5sOWm5AKtgchKTD9QRe5nswOSB34+OibivsyOVRxeKr
knfDs9DGT4VBmCkg2Z0bW6P6qSCoC01vKPpRZH987PVmBKP2WxAOLyArtveNMjMuTqu3vWPYV3/1
yxy514AIqtvUaCRpQHccfWmbW7+uww00pHWml2A7S4sNztJ9CSvnAaW+yfTgdxcy1tg2rBS8uiyW
p6YQO2dVWw/PpU+6Mx7JLYBc8JJxtyTWY86DwD2GkiJq/iOCUPc2VSuyFAvgDhTEsVRYiJlC/7Di
X9VQP4ck0pde6+ZVv/hnlNbdjd8DrI4BeXmF1Q/vSelpOnZkkvc8aOjlDKKGXdAAjjMEi5v288K2
KKGr16mLi3wa0D6wNaX3M28kUoFORd9o2wCP6vkq2Ho90lkpeeZDIrZ0m6QOpsuVH7C9IrOu3fpz
iIKVBbu2CERekbK54lKXBys9vVuGMcLeacUvwZ5r2lzYts/BFUcylxcmB5+tv+88cW3sGn72aRlf
zFah3ePLFUp7kyvvIYAJ6QPZDgbjxHKNe7hxQUnOsJBTORz/z8tI9WVe6x0FmVXoFrdoMIkI+N2E
LwGeitGqramiqUoAXyr2FdAX37DoBtRtWx6hwDgeAMSkx6bnKlFarDsQjrd7rXuztyb0gGB123RC
IiyABpdxAzqpAAPjVg1RElkhchPqZk1RGwH02vjFGRbwsSeOzRQe554o3AMK83HImWW0SEIskeMp
Zdiq5N7KT8Mc2LmQa/9FLwKFuT9uobIiH4F7YbCPVcxtBsPnmeNArwJZlFumuMpuBi7h4tjiQQPg
qNagxkT+SXONvsCce/Mct4kKY3IXQ5neoscRcjSz1g5wqNinu35QULhshqVHs8uaz7MG9bmCqGyb
skCvfhIK49x1gHB4OBCkFhNbNdTNmtkpcOGc6MEdhzovQSSWFz0N79aAg3YfkNn6ZsFKzpZERbjh
nZWZszIowK8BobjzrQcmgIhiy1CAEGtAa+GumU+YPFq1l/D/fFNxJHLDqJ3cNq24LIgChyL39bNX
LXigSVXLbx4Z7HMtsbY38mDeLFLdTWjf8WSO9QxdHiQabEQ251Wul3qFohek3Pl2Dc5aHzGJ1rq9
YNroQ9X1zZ2HMgCOCUUdAghLW4ofAKkb9gVXx+xVWQdZic5nKgcyb/o+9M+KwTz11PGzJhpJnUK8
yt+B+8vuTVvA5XUOhnbQtPd20B8ZE9rzOB11hVSFkungIjgf1BjYbUPADBlpSY4ziXhK5sBuzBA5
R2hTkbwtNN13Val2UJEleVkpyJ724F5+HNbe31d9ZDMTDTEiiLtmfdiuO/wvBFRHo2jZDnPtfg7m
EwwbBeuNo+KXFvabeCv6ktO8JuPY8hzyTE0aoCeG4kuhLCoXkKq3I1svy4jTtJQzSYKakOMUZP1w
a0t6M2t2iIbKB6W3e4WC4YuJv9KF771q2E5mjveiFchxXTA+OfONRMWXTHSOD3FJQ+wpMbGHfdTp
OM7jI37oUzF1Prh/5GcyizipVTU+BzV7g1DVceoEpOoaYENbu4Gw7/lJzBGj077Fek75jfp4IkBS
FKTMeCgY4snPwwrcMFEfni3MYOkF9CU1NoEB7yjOdROaFOV9c6GhmwAP1EQ7uy5RkaEu9s+dMgiT
Hn91tb/cj6tUIHlBF1Q6BEa8hAWyQ4r2d9cnJ9aKwVb0jGE4LCC6dEQbO6W63iwQhbrVFiQ0BJKG
W+X6T1NRRo9whPVuFvUXFnSUQ4G9j3DSwiUPTrfavPekv8Wtl1nhDf5uLOo7EBtb0C5UAulFDGak
GgV94iFDugHlGlkS1xYzRHi9sNny2KkAXHMmcIE6ssjcIqi2+KDKbbzcisq+rhEfs5KMrExAAZlV
U19cqRDN21qFD9CqjGUS+kWFbYrKvFSTC/Uqd/QbELrRnPbLhqObnEzeQi7CcIpvvBgjg1QX0blC
YRSZ8VzUbQOyXqhtUCWCjVpNsAlGlvu+hhB7qMC+R1Ed0WE9L9YQLLs+Ekw1XsQqfq1MFCD56aYE
tOX5QrwjFQrEmIGKszVS98Ynt5pIjU6hrxCChqdxDOYdikrYq4/boaClmKgpmHbQ/o5whghIM78o
gMU9TP5qL6Eo8QX6VVMa0ikECfaJuf0k0WVajC+UuPCI5vsF9XLY4zu8SGyBwSwTF6q8KZorXl6B
k1EEbtb7kDfBpkWEBARHnwb3WYDaAI7V+1L5KsqhxJJWloKXbjIFtiyLLsfdo8iI0QOOphZ6xpGq
E9nYa9d0t4CN7lUPl0T8Nc5o5cMJQz9843J2hnibFKS4rb0X4s3TFryD62ZYtHhZOLpEaHMdmglz
92E6jkjXles221kjGMvavUWsGC5NY/pDG0q0KToPNdbMjkXh2X1YAAgcFBwSZcVm0uOV6uJ8Rfu1
neN1Z+oJU5U5wB6lC4fDu25fot+XqtGftq7T+Nc6YGLbQEJiE8/9mgXV8HmOfXM51J2DaUv0GDN4
lU5W27owQDrVxXmNfHzXF2hoY/XaS2g73M9ttaG6OpOt/tqDJD13JEQgOc5ruy7CHqDE9EjdTl+3
Q3g3Fn6b+I1EHjvH47Zj0XTRoF8A2XCyM0wNe5Touk5CuWYF0xzS0TzYSOgrJECyrrlpvetYixC+
lLgvKN9eQKxVI5lvvX3f0CHxBgsq1qJIOFowDGl03tY9nicOjUUMyJZEKOi9gD1IpQThOZm4s3cD
/IcsgTzwWn5Z95C0jDlmKCC9yWsheFYB/XLeN22BqW11vxT0whk4QOfaMDx5aPHEUPE+oE+wAJXQ
lq/CqTuTaLAVPXMqYohwdbe9tzyPNFAQC4l1UoOuGnWbrUGnhxkdCHL3Qo96r4IFKKuuiNGhIDde
oA5cxSg3A1ankvIdB8Z964CLM6vAgAb9AbULpAQZkO88uQg8l6yNzh0k1vG0ZhVExNLaqY/QEf1s
tFvtSOCITeBrcQZ9YpiNyWd4lAuvAEPFyU66HV1g5WVbxNt1hF5GTJw8MPEK12/S1gW3NZ70w7JS
uBGJAhM0Bpg1FeZbiaTsLVrLV1BJBslUr5iRcdCswkVZuN5ovVSK7rBFhOqUx2KrTEeyMh5v/Emn
gQWny1r44007YnQmmkfqVWpvvRYyYCXme9o9c0h/HXTBVlMSfItAQMpEsa2h96RnpBMQ1UES1zKa
WjQsMPkUeksCYDd8j3+J44mnoS1S6jVn/VS+hgiKiaG4biFSskcXYl5qGngKiYDUutN0LZfq6I3D
hvWNTnTtG8g/UfQMRNqXCwBCYdfdsbottwtbjhDvixA4QAhlV/qs6uDQFuOZW3wJJ9gVXcRb00qB
qSIskE1oVo597uoeObrvd+PRN0GY6YjWR1sG18uE2xXPOi+GEqlT226LEdpPZdgj1NYVBokWkrrF
RgTtnQjivVtj5Ccb1H1NU2G2uYwranoApuh9UNJvAN+4Z+XqskSVPt2QMtBnxkhyFg1fHDU9EjZm
Ma9o5mv1NVTdtOkHALUNasHcs1WblXMflwmbuxfEWTBf+XU6U6p3dbc8LRbz0HJcukyrN82gNR1A
+XNuk7BuXs2wPHqVHyQjWEiSoC3prtK8Ohdzac9c5fl3FkuNF4QxWAv7TEz1LL2J7uLp3LTW7FTP
X2vZ2nxVznI2r8OSmWppNuh/I20ZkjiczlzhHGeDYLIMK0S9tQIFRXDRtsF5adY8LmuLqwet7Xj2
7MbzA+dJYNYQLR6GkX0x7Ojapgt5G2Q+wP7VcgW0Rw4tqq1Xf1vtg3GeppPeFWKjrZsua2n9tvrd
JuobJJBjV10FdmgyA8rKJBjbCS2s8vNQNWTPSQB1CwvZaNe9cwiDKDJQjl9L4wVZ21HnEHraXqOd
SbMKKE+wkeoGLXzSHZCOFmczniyw2d+GVXExkmDeTp4S502IEWY/LPczYG6jXx5LzuH7DSFZtGBa
iJHBo8fanbHVkEtLyiOrq+Ycl3/ZEOPvCsPwQ2XZ3el4gafqA/NoyKMfTxtvXXKkVUHi0HY6MUxX
2cpcfcvakwBX5B24a/c1nsQtUpLXgIi8qPnR0R44EqevXSEvmAujRHn0NcYcxpMKAODGORLJt03M
ccUsFki9Hg2OICeNVyeVKzPmlPYQWD8ChL6hGxs6WzApuMdy8U0u3Z59XpEoJSqaJ1gg5qlDOehE
Yl/+nBcS2pXF0G9QTjVItPvh2psqsheYGKiENR26t8GI0B2xt8EHdS66Ky6Yg7EnxTdhz5anGg87
CpAqxWL1yv1dIGCEkMZttkbUexe0+iMirs9RwIZPfY19H41PmsAc+Fyu5xaTok0/ucBN1MkowtRZ
0VFBW9xD/gt7N1cmpJs1rm61qWymO95+GUZxrAqC3td8Y0ZfZbSYEZX1cN8haxLgVk60VlPaAjp3
WCaMLbpIo90vwtelYUEaIJVYnYFsq1D5Rx0gUqEJpo9s7XI+mxWDXjQQVIgHIVbsqNCYpYh6AvwT
TmgDB5Gxw6BZQyTSTwLrrQbj9hCclmj/9eeL1fpYO5NF32SGU5nQnUsK/n+YO5MtuY0s2/5KfcCD
FnqDTd0Bb8Oj78gJVjCCRN8YemBeX/Z+7G0wVVkkU1IuvVFOUilSpIe7A4Z7z93n3PaCQPqtqstm
S84eB69B5RcQmdTedIPuElSsaYCLPCaBZaLD7HWNT7H2KHrNOnRaoQ6aZiSYMAzqHtvwRp9U7G7j
NpW8tGroGfmzQwug04k5WdMw3yojFU/sgXS2Yy/lFiN3eRyYnxfbRbkxayxEX15Co+Jg4hkUBbrq
vH060zobKpuJOGMxSor2/kXTVUV157FzQ69grYQa0fiXSn+zq/5KK1w/9MrkKFsMrqbTmf4gOeaH
SfW7wVYs+CVkkLXmvMRsDA8dz+WvfLkKw6U3phsWbOJlyVL9Rctb/YMwV6fehGEef60UG+tkjyLm
kSG6Xfgg353W1q/iXOhvDesq9qxSGV8rMU3PGdozNnWr2rFCMz/FLuI+7KiDHJpYn0z2T1yQhJw9
9qfyoecgvAll8lQsXXg1ZbK8i1vT/TLorcKcSZ/gO5KM7Lm34ucurYjRyNJhuS5VkV3yrst2xtSq
bWo4yWWG6HztxSJPo0amPOpUS1Wbd77VhuxfmZrGL5byLVLNrZ0wP4h1tKTWUdoxblNxzQXR7wzJ
PIEvTK8eKPvqc58UzicTg95ASR+Nz5NM01Nf2AY6U2jfzEAtEVokK8pltdhnJzOWhymlHnFzY6Lu
KLuZR60Z3YicejivInff5Z630UTjvYz21HwMTtv7RehVuyp052Bs9GU3LKm9MayexyJrnQrglXs7
86qjadbta2k685V09OpcJUv40ZhIJ2hAZWS46IiNzVVdlB+jQMi2MfL69dI+dZqhc9wQn/nRk56x
0RIj3COVWudqek7bTHsTUxfSGbndwSz0/q6NbDZqLxMzuTLJ91OWplu3lc25ZRUqjzCKi6wd15tH
zaBaxbRtCUyqqPHYI3ebhMN40E3DPhtRL9ii6ZRUCCJ/r/kATgv7Jw9IDN20FUPVMZ/MsvuGDj/4
PzY3clN4qLdLOohNMcjyHC6tg665RIEVRZ6fa1HMEWM3t38fFfxL0OInJONPwY3/QGLQYNU3JOef
AxnHNv/6X9W3/7q8/UTh//7nfqfq7d/gKAT5ILgY19Xhq5vpd6re/o11Hw4+0jWjBChG59V+RzMc
+zfyKiTbyXA+YvL/gV3lt2AJMdkQhG+7q3n576AZqyHnB6aeVS6sdHHBFmFhv2f7/MxlNNVYmUsX
aWQYpiFCxdvU1Gs7r3ubrkqcOxHhSpxkHFQ14dE/fFq/YyI/ctb2H7w4iW6kHSNR8lZ+TQDWTU0W
5oiKWtWcdD0y+nAoF73ZlqkbHVvWi1ubrFfO+kBzSUBlvaQfsWfoqqVMjlGRM+J66V7gEN0sP3cj
v0gC7eswM8KP41jpZz5ZJqlsn2DcTPZYYhTT+zhq1eSHJMRsilYPg6ghBLxhafQMz0+meYHr/SMx
hnFCI7SGeJcMnPC2lphV4OVzjZbRzFdhGMu7Yi6Sz91ix+xe1xg6MdUfOcrDbN+x9PZT5Bp9tWVc
B26ZI8LH6/N42TamqL7NneFcPGfETPD378g/vc9+uhv/8r79T7wjpWsAcf/5HXm9elK4H9+/fhBY
/RMrZfzjz/4vLWXZpPZwh+FnhOf9n5sSzBdKFysCyQomRK/k9f4HlzJ/w2AJTu4QGw83tfpP/ocn
13/z+EUW6kA52StI9TdoKfE9leZ/b0pBRhlrJ9YILPAMpJhf0yr02VUm/VSOMbgaPMZNsXGVzubX
pL6G6nxNiR6OU1odSubPRlu/xrF2dN3RfVs0bd6XcfPhRGBJEJq3ZHmhtLSuUx2sQmwof4Fr5SfC
UMxdkZG5HRp3xtz6lqNuCTh6rR0AmWrs4m9OibBFGUq932wSlnHrU3td5d8sa9oUdd6GQc4OsYeu
E9XNEvNcP7ZzVmDhcLCzFECE6VIQooBWC3B6X6kmoELxM6/YV256E000nMbUbYypMnezpy2XmLr3
khQl4p+NGBDrEJFd+ZRXzbMqlksHb0PgSbRH92eIrO1S1kIVCYPHviqtYBZtRn5X5d44zJAugiUS
epkdC0kZ3YXHvsmfusiS+9Y2WQlov1sdH2DYEC4WFVF601bqq5RogAWwMbX0VjO6+qpT/RWC20ec
GB/K0w61A7yc6sWLGPSA563xCKds7frIAwIr7QecIUxveurgotF2+TS+NJBFc7Q8qqz+asXacMVA
kOBS8WkpxMkpmBVZqflRTiwUN6zYn2btrkzCc1XKYTM1EVtd6zzdhkUur5lq2X4XlmhmNUHp9dew
0f22/lbpzS7pRPu1MDTdVyFrSZZWXRb+sJEX8aOFw2Vj2a0eiN4xN12jfGcyyw9RILC5YyruYzN/
jJv73OQXwpzosS5RCM0TuVy5bB9x5791OZ2cnTKbgVRKG37UwugQ8QHvtta6w8DxSIDWkua6bczu
RjAd84eZyjcp6I1CAydUW0fu1uyjQ9zkLvOPLLAqFr2zVlMR9V7ILQsvjf00wgJPZMaTayRUYMIM
bLQSbllXPXL9GH/Gwk36tTbkm3oUt9THAXN176x5mocGDWfFGw4Mc8HISNgYd0Fh+0WVotLXxZcE
NnY0lvaQ1cSsJ961QE/uQZQ3hjnsZ+WgGPbhYUwjmrdJoOkTaNEUnO897b9uVjB9pefb7I/YNEvp
bYeiCXlbQ+h+Mr32k4i1ij1zaCmoL1HT78PpLq7EHcsKXkYeAQAG9sZq+/McWnsuc7/Rlbm1Rfro
2tbM/ZErjNwJtFG1uD75mfYnLQY9FpUdTEp7QCEciP7V+sncyKwDaIOV2GpacetUN3kcfqpydidJ
qDTWzC8vPYEUMo4DcqBpZXvTbzURXzvxctfm9nwIPYPwmOZAaQIA3C/HuUwCXTZgeEX1VWtsdmXy
fQQCCARz+OdI6CBynW84GgPv5JMzJBxSEQIaXwr6HYmjAc96P+tMmgt7mg+umOuD44jx1qKbxRhX
RxjuVL63BuMBPCPoJWl3cXwoJ1cP9EZ8sxfrIs0qus7S5c2ZQ3Ed1w4MQHXtZRFPbFiArRs1vj1G
uymVp3AAIzKtA5HfiPMFNX+/KG0zpYB1dLlQXdkYMg/kFpOT9LPIOgKvozaN/buCXOptLdvVjbN3
JXv1SqrvTVUYHv+vfp/N2PJJHe82uf51aJJTH8e3MT/GIZsrJgfTm+ziEhol30bmoN/g0SD/QzuH
hD52q/oq+42DD4HapWRwqBl7TU6fSVhAfTKXKSYwtUPhUlwrpgt1lluYstvxxUuXq3RU0HyLXm7m
BRUgRD2fWDe0gqlLOt8jrfK1ZtrBLVODlZlRci4rkwQJrP9zTvxpnqHuMTSlUxt9XBjLZz0Dn7LE
57kozpMeJddNUaaBcIoxwJn1yUiE73TTVZTDp8329C4jfZPZFdMijI4AT1pM1IaTI6M3lXOIuvaW
4OeEq5mDvu6HRz0cNqNatrX7OaqNchPjSLgIdy8W7XWKBXrytBwUs65Yb9885e07NTxOBhOneXrR
KjnQwU+f5n64MOwCe8MLmUTKX2JNXiJB/k5ul9oJ3dRfkpUaHMoSe+WYBE5Zlu9wTxpzDiTephjf
kgWEyZPLnQCL8YUxoAkY34zB6s6hKk0fsO29nSZr40bPRPGmF4vB/edEZcXOTd2XkvjLTUWCA7Gq
mhPZpx5rAeOzOTmFNXPFJVfdrTfGKGOxu9MTGfmzjMrjJAXfIp7OSoMWKG0eha6rbhhO87d9yR2g
EmZPn4RE7BfiE8NHBkEJwzVvCbpOH+TWbAX4TnKdGPWtobVnZPRvUa3mre4OyDySAJaU6xn5PfFp
6e0tM673OmHEn9SSKBE9fopEZ+yV677PzN13ckWS9RVOjmyeqP13YtnooHqzFWO2wlp7yle0uS8N
7XuZ76eOSIJmvdKkHdfPzN26Sxtm/a2ja8NmSQp17a749BSn2nVUgFRXA4aAaPTib+EKXHfuXN4S
CQ2FHWtRu5eyE6+xMcXFxl2BbaNtl12xQtw1RuSjXMFutSzWF7nC3jmPEUqKDKIMEhzSldHdCocL
UfYvEUlJb43S7JOywF2UgRDXrk3wtLbD3toYR+XaI+tru9yaaX6fLaF542lawoDN81OznLcwz86h
T7p6x5rlpt5YrH/9Jr1KshwAL4TNYOHNtdMJP1PrnOyiQOQqGvO8WPObJsPuI5NZxBlTqEfZI0Rw
UHDsThAI7swCaUaWd3q0xMHIIvp3VnSHcLskFB7V3AnmMWolXQA+LjqRSWf4BXASR+k3WEviU8Rd
zbneMMhjKaW66K07bcs8h3V/c9htEEaSh1NJpFKAz+imMOP+Zko9Jwsa5aoECb9p7sZJaqe27pbN
BHO6N5YY8TQlnf96NRJttAyeSy5JdNJQLCRxSQyjqjTE9hIma+h5nriv3RRNN3Gm3jomJz7WpvHL
6JganY5Z7btoXtXp0hpTP2cgc8/youVkilDdJz0lHc2Y8ylTJoA2pyLZDIm27CMcVWcR6y7TxGug
NKCsdmeFvsszTLZvgzEh/XbFO16zrTa7PiOds5gbvClmfiy7oXtK8gmT1eg73vg5LfKzNiNGufl4
xD6Q3vR94UCqRtC2Uc2h5Hz/YLFsQeKGZm7iHtKvqpjx1RKbp7oby83Y4FBqUx8hp7oTVdWf63wJ
7Ly9760O0dQxAq/lus15SixxP+7HNP+Au0LynkT+NIfDcxsu/dbKLPCVJS6YTWL+KstoV1XyXEVG
uVPwADearC5V4R3wSDypLKNpzaV6mMYxyAb3Tsbn0eQmXEK212J+37RlqV/bbQzzJutd4U23SpEB
0VyMKqMOHUNfJdT4icaS8NbSqidHA/VGw7XN+QjsuKl1savzmiUFWnI/RiAO2KAY/aO5FUn4vCwd
UG/dwV/MbnHC7s24rq/k3RQBdrlmuLczPfCc+NlyG3Ul8LduanixdNOX8ytNxSsP6XPq1sxjOudg
et8UK/tuBCn9x6lqufT5b99o1leLIU8JVEXUqNlv3O4dNGU59fJxyqIriJQdiE4byKkd0YmJQEmc
IO6/gytATwtIf9a+TLKM2a7rwThJn77u1gTN8HVamqJSN6E3nkQnmKSpMPkqRxz/oUwvqlsfLt2z
ESvtyvKyS+kkS9CPIdRZdHHaJwtEgznjcNG77Iq9hSdrYUf5UqELmnn2IB0YftmdZkWXIarSLw15
yo2Z56PeIQV/zXtYlnGaPjNzSpjoL2cj1zZUY/V2JNMl6DtZBk0TZ7usYDKJnneyB2pvnl1aBCTB
TRzUJOklbTPxYOCv0Fj3PjWusS1L97rNeXl7uWkXwH5R8mPKbhc52OmyBFqlmRUYx98XD/5SFvhJ
QPhTmeE/UDzAGGVj3f0r+eCM9X74yQD8zz/0u25g/LY6rCwWdeloRlgCf9ANcAeZ/DKp/usq059M
wKv3ydL/mZ7xv7qBgW4gXEsSykyzb7Dh528IB6Tu49j6Qc4T2KwwGSNxuYTEkgv5647MPA3TYnGz
EqhFNffOeiRrfRsdVZPCNi+0yFXuxyW0czRXOi6LNn8WTv0RVfnnYbZOZt+9UUfLwIEsxw9cd1z3
g8V8BXMnc16LwTSlC+MYHghm+xYl07hjRyQS9jwzfmTEq6nxhkDPZWeV4fMoBp8863JTtsWdZljJ
IfZmbTvS88wrRqdHxo3ZT7eFPifbYVh5Vc24eE1iPjTjqfKME1OB6NRo8dOUdF/N788urFrXpTmz
74mplx/2rdi4BhMOyoZ+48bhF0OOB+Yn1yVA7SSyVzxu3HdFdI5sGPqOtUiEtWIvkdlViGuaXcH1
vambbNdM894X/ZQfxiW/pos2j6GWn4WornBhnAWS0iVJnLuekqpcQg9QCP/tLKtqp7L0JtXmPICQ
CANCHm4LEm1ONg/svpkP6aA5e9uwyr1Mi8DLWvb2CgMEqh0w29DYmu5z1+qbpZHbhv5wk+IKTSXF
/GRZD1E0XauabFS7utflHKi+PtCiU6M1x2SiOqito6dHV4NuBV7SX408/CYFG18wcChSRNK0fmT3
Av+lEk+yLcptElrPs5DVFtEgx0Ng7GGmn8zJ3NFzaYduMcvLbLMPLoVdxH/KqNfihxmZxjdMaMSy
r9daJitj8xirmrqqXY4lSyYKJJWycBYWAC3WFgOwX7YWbZDdBCl+OlGIggWmOaxldtRQAzAQHJTD
zpDc2yVZui9xTxO9koH6Zu25VtF5rEO8XaklNxqdOGVg9WoYdCHEvHUbbVDbhhEOdfPXxAtb+Ncw
WIaMglvRbveJ2Idp/z7YSGhrzWa0rOHMTLGti2xvK8irCtCKIBRgoyU+pGpg6RxVXq7Pn7HC7SHW
2t3cl1fgq89am90Wbn9D1eln7fCIl2ITsvABOzKKA8UWCWlkzhj7pE6XTQLR7Y+290XlrAD2Mnvn
liYjSKPEdTMmySbtq9Mo9ENodPfTYB51y72yqumIlQTIcqafyXoowdq20h3Xz3NYimtKRHqj3r03
PHZUZWN1pSUqCspGHbLJqrchXfC8ZNE2+V7n9tIvOmiW1CyC2o4e6jLbRXUViDl8GWG3+Ci6Lwrl
u17id9vUnueyVCcrsv15sN8XId6atjtHJrCMjtcZN8mjuU6kejd5QEs8TsK4shisWXBM2awO5vfB
1by655J96ho3TVnvRTbdSQ080ZvlVZVPT7FK7yJlBkllPSgzuqsZgFFKYppuNuY6GZNu+WimJGqE
GYFv+bx39SUlAF2+WBVzUfyEdhu+Les8bbHUXQNpWYfdpavrw5Ki6+upZHKqH4yUVPZSAj3U1Yfo
8mPqfZg5j169rR5GgxI5hP2mYIz8piFqzmO5PC6/buusI718bNgeUtgkbTTDUdii2NXTs6VH5zCq
fLIPaCQarimzNB/5l2yb9SKY255ltuYnLtGQJty8LoRdBKnCnW9w4ChNO9Gz7EIgpBuVGuXRbZyd
W/WPioEjANvNYMB3NFO7zyq4rU7vCj80dGJ2JRXmUsdPnjZSMSdblckX6gDfM6vLgMvb94bkUJzH
zJfusyyfYu+JunHZzsyUayNmIj5ad0PScfgv1BJ068VkPmesh+lk6Lfe/F5Ra3c2FLuclb1LWpke
WsawgQEuvQ6JnCm51tOp4aIvKXkT92y54lKgzlUw01uLWxcbyOIzdHlyRHkrHG42OBTuEhw3mzns
XMg86+j0/adEOPc2uXeliaHUcm9Nu3/p16FuaCElhVEjCYjkWCvs63i20m29DB9tZdV7KyqsjVWl
d/00fC7W0fDY0n83jffUjOWdrDFazCHMhusUbyPugo1dNHeV0nfFgiZkOhy5Yh5exp5/a+0IKKKs
EkpPSXtTIghh6Bn18pajYGJ94fjirtPpYYqfW7v84kbulSzV+2ybt1GRv3KcH5tQP+YDuU15vxIt
/bPe9Aezb/Vt2DdHCkfuZma7VNrmLq+hLXh2UKu64JXKGiqQkelE5/ZFczXsdDF9/iJG/H/dZTa9
93yArEKtQu5prOfSLYQfu3kXhGl9M402TyYwTCOS30aDnRyzWfSc8kZP2Z1EQSrc4apS0edp1F+9
ND8tdrFvKggTHm5YxqR4J2XiXPX1TWLh8l9KrQZnwUcgORk2IipfSiNVOzdKbhNrfi507evANqyN
HLujPRv33ewmmHbFIZTibhTZxcZYW+TqDVH43lxg0D3YTjJL8GjiD+ra6YwFLtl4mThUI4EG2sob
FBM+LYEq3JNqMaJ9bFLL/BCpecvX+cTB1VxlWX0goJH9UqEH/1T392KsCU7W9IXbnSODnUrbqp++
TpHx0IUpczdtRWnrax4dhALXWFdmUrIbRvJFx3pRZVa7RJvv8gYxaWw9tWMtxS0Zqqei9u6SKnO4
dHtCfQZUwsVmQpmM0Zd28vLNILUby87eW9M7YTaMNnO5pBcqmozDxuA7lAJKwUkZ/bX4NsY5qGJW
JtdJdZ/Uxath0coBuxyGoSRmRGZ1QAhI4BkD0BplV9dfkdTM5KP9pkmLdbAq38SYRItqCrTGOw9e
vByLuuDeGvW9bQ+Db0UGErXZG5ek/uTCjPQL/RIMyZwNx85hU0An93E3Kl92y7QRxsLx0O5G1o3l
K3gCgnl0IuRHI1s+J673ZTYK0iKj3tv0jn4zC+KHgCyrkO/JNVL+6gqX65jylWRvrWnHZ2uezkyl
yDqVw72FBWHTpcXeqj2T677lci6tKwze9tbWamsje4CYqSqGPdsjgWQK5w2LfO53yXjJmQEHg4u8
kFntumiG1RcDfKla0ifHK46zKt/Bw41tI5MLUR3G1ijILmy65OBaJUmhXWyjYWWPWqJfmXDwew6y
PggHG857gtuJKjhMWDtUFmDGXWMzcvJyeJjOsa9UQUDM3HJqpMZpHppwG4fRy7jCQMusrD0uBRNZ
CP9RQQLALnbo+EBcAKViKFubSMgu9bakU1+XwnwzaoB2iNp6187dNefcebCGK07ymSMxuQivfBOg
GfTxhH+OK6GUzNRbXer3OnZEretoj7OkBN+ZMAe22PZnyw5yx3vqzPne7ZNP4zJfzIKFhG36JnrR
bRqB8RrkZwjMmBme07UW6mSCbK5qSoEQd5NervkhkfhaW70bcC4CEmfzzcgTF+BpJbCxAoRsTRnG
G3ZmEP+iCPGcVngOWWJsVqsxUqo3dSIAPHwoxgnKuzsXpnViHICK1FsftbCNs5jGh6X2nlrbCxrN
+zYutty6K9SV1zusmbvYrTF4O0UFRGRxa2kigJNlSOJVmPLLbNoOFabUVq84dObx00x4eW+LcBPL
8Wpu9HDDYdpsunrwE3deDWHh/TiTGqN6+EfZpG/Z1F8ZBiI+cfOjv5jjtQuwsW2xbW2teFUio/KQ
6aDVmervuPro1EPzo1PVUxiWx3RGtC2soEY83toQbcAUISqveiwJkwmy2Tq35vyqCWBizcIqhszx
aIYsGUutR1x0N1623Ldlf+YaLvhax0fDW8cjhvOlhXLtdPwNkTadrDQ/zM54tmPrGAFrbIYupeIS
TjCnFFSgardDjoESHP0rZOWlKCmGl5oVsEMqbyKnK4AWByDvKtuaK7k3A6USN+T4GsLzNsvCg6Mh
nNTy2LXRt9CK+70jrCDnqZJq6PVhSyCHKsaXzIP6yAEVey0LnEYeNRvoQve6Yl90JHFnsXuNtSQP
+PQ2nEW7KEsviP3MYCT+kngF2jh1dOxWeg5QYXti2LmavtK8EneEHjuriXPcyirpD3PPFLDmWD3N
caezdYjoBwuOfsG2EyobdzbalUrk29BTuLKBkwJXtr4QzqnumUOVeavtEhwZlClYxZ2EUWUnuVTb
DkQdXX/n2dhp9XF+ZY0sBjLduY1tkMe5TRl2mXShCExWV+BATp49VZ6T0LOCsLIE4kz2ZtXcjTZR
HluxjpwaOa4jMsrAwdk0Vtns0jXnUUthMlWT3w5LwnL3OCRLZ1TJXROnXwwzXs5275wKx4q2g+JI
nCxtb1dRQ+o3xpLQpR0VkX5txcVtHDtvndNY8KYp2C+RkKqpdho4a7W+4giUQ8B9tnjXcLzUWx1/
CUagRlOB7lWvJkwfjV/EED5GO2P7TUn1PH92BxI5iuSJ2/Ud9OCGmTb9RVOYVOXNh6zh97QlfnDL
99nKX1yrKXaNVexsams6WFyc85SNQaflxS7LFuNzbFQlluA6DlyDNHaoZSbdkItXpjTejLimhjP4
U0Xi6ugu8UO3TmTAN9gPmHs+vI7uu7NGAyER8VODTfSJX7tXoACvaYxJhFohx6dbGqQ0JOXjgjud
NgSxtxEY+wTz2miLk/HDq4JlZkSOEyi0jqHd3dYDq56g/42QQV08ZPeudSPLVG0V+s3GFPCMc3us
6/mEp/7k6ojeGNMxAuMZQXA9S52BnWE2r2UUo5qwZAqrN4yhq5kJT3T7rtNfp1GFR7O2dyVN7lJY
R7fEGmh76mUaiCoJ1fKsBIF/FgYpTu9wnK9hiZpdKCzMvs62kmIvywKpdLwrsxAEuUuul6o6J61+
ARq7dJRgsVs+4YN8LGrnAYf8szEahzaOu43DkhnmKPg150dkBPI6ZHsr4MipTEyqIHPMg9z8FFad
senbpaHZ7V/T9JrJ61NTOCwbjtsMz9D80SwMUlpaU5sKLBzXNh6xO6t7TFBObGzDxSVrs562eYMV
SrfKEwkHuEeJrWLhbuxsLMIROpZYauG7Zb6MHIjDou6SYY73Q5S/ngtXXhi8X4YB9nOCZdCH8CZu
hvzoeOGp5HWaYra2hN98bYW6qnWPMTJ+03V0oTsIz6ygsgVEhZu8LgU+/lunfgO3205dVvpCG3Zd
TU3C9Hfbt+DFEJrHooNC6AUbzqv7qe+h7hOi6ZwpfpgtoZ31se/8zpmznRoGan2hX8/CJj3XQxBG
nC34DzYzaMghW9aSMsit6sNZCJAX5XKN64hAHgYBPSsRdde4rvFsGuFwcJv2Ebyg2ZXzm5M6b0IJ
ccymb2k+HVOUhKLUb1TdL9fOImBWtA+Dn+jFxqah695rqZbq0HfZRxXyLrxhHq5nssc2MIBb041H
H9QbJi9JzSBfYyZrGRo7kREAwxyYNgtKwnXt7Vj12t5A57NQ3bf4vAl/KxPzWxOPER/ZytaYXbg3
8VtfBsfTTk4r0rPbWYQIGcgAo5llvh1qy7btnf+PVMk/VYx/0pX/UoH+D9SWhU3pQMyjh/KLf9Cy
/1pn/r//nb+VH/8FP8o/2h8Tvf7wL/qn9mwYOvnMnssJ6ujWP5k1g5hlw4LjNGEoCUl1Cdf6nVlz
9TWA0nNcUreMnzNQHfmbh2BskE5oOS4Zqtbf0Z7XiNMfkDWdpdjI37w+hJyQxq+bse0mU0YyJLT+
1SQ3Xd+PKAfuSaUNe7Btd9r9oMv/ATr6Ry+Hzs0nTWAA8auEmv24uadzle05Ml78lHYrqEnspVoC
dmiYtyLAmeLfoKo/k6pAsrw9wrUkcdZ8Wo79y+tlreVI5fDIEhr/M45GdyHyqL/Vc0Zac9vmgD3V
3B0l0Sk7Sdt7+Ov3+0t82vfXlw6UrOAnAFmESvzx/WZFnxhejb3cZcXOUelKg5F18v1fv8ov04P1
VUwdhw5bQnTAwH95lQZswyQawTfrsWRQ3la7vmQVdqEn8z/CjrmL/zgS7g8+UOosj0uGEpOCef39
H2L7m7pNPaueMWnaIDCd1JagcJSkFqnyg5Hw5HGkdIJu1JbVHVP9m3f6fVfpL9eryZyGfdtYjbhF
1g/8h9e3PWLKlINUpQioII4J3wETbM9agWNuNlwLJIgoLDuczqpOL4UdE0vKd9wTQKqp+GFyR6yQ
WWZnT8tYxek2GjBR+0WvRbekgMwfSdiLd72GUPw316LxR18T6JppMuNheuSsUbA//OypZA5d4Heg
K6ll4MZFs1V9FwUy9bTbYgLdnnTtEpahAQSdNhuXSMcjF3d5aCsNW7eME+a1SPAazvPjX19C64X4
6+dqkWpruIjVBMb/8rOxFKkr6zBcfM2gNxiVqPcR/BSizbBNWkovleC8b5T59zZcfL9DTUuSgW5y
EEpO458/lIq0TfxI1uKHZCrsREdIhiIWwS+H6YOlHv94lP3p5fsvXwHvjcA9YhaJfrbdNXf/x6+g
LapRatlkQyKNzq40G3lLpwfwZSLn/fUn+i+3/vpS6/Yjh/h90/31psT83yqjBaesalK8Qg9ccVDF
v3k/TCd//tp4EZYQMTjUBXH93zfH/nBJLWFNTEhMLN7UdeFmNjoVpDZdARZhAKNm2S6L6P/NEfAv
Z/j6mjYzVA4CnWV26+//8Jqa0bfp0KSOP1TheDuWuboMNj5DmTV4aEqjffzrD/KXvTJcIusLOhxv
UgqTsORf7vmC/cy2cnnBpCC0P2cUAipG5r1hs9Swm7NP7RBN595V3UPBTXUoGFwFmlNm/+Yw/+Mf
hItHwJO7hLauV9cP75zOtyCnQrN9Z9GWAzKFumDotv4fdWfS5LaRtetfhC8wJYbNXZAgWaxJQ1my
1RuEJfeHeR4SwK+/T5bU0UUULhn27i66FbbKlUAi8+TJc94BlRK03Qp6kzRtNTr9Ha7O3IKbc5vJ
EtVmDtXrU/L+s9MTRxOUgoMnDPbs5YM4NcZlMMJEUDdgSZxED0+VjaaBjboBwKgaBwAzuhV634UI
h0GRFFUQegRL3dV3RzCDDg997MDUaLRkXoi+HghSNA1mmNcpck3SLk+RUljwPVh9BciTTNj+0Ypx
InTCtLwbZaMHIAqfraZpHygpWAEck/7GgtmYHWwRHEyz4OdAkFmFlKGxSwdesh4MQ/7ZcdB4iKyw
+JzXzreqT6jnNrkX3xjz3bkI9QCTC/E6OYA+VzqptpNEoYfZNyq9TfMAqk7jFoTsUUVU/U2Ppx+V
xkLxvSZEg666aYG08W0AEBBpWBMWYvarY9kxq3jGjYHJ1TuXaUauQxQ1fumFbQddbg3HJNeMQ+Jl
PtImVRH0qV2dZh2tJG4f4iCmzgSeDqOylRzkWVUPBwcN1h1l/CK4vng3p8qFEcIGUi6K6vO92UXz
XNWUehY9oFVAr0hqLRdoarMQ9+sgq5JzE3n7Ag4XqWL2t3yFVSjhM/ksC84bvMPFage7iZ8YsuMz
9X03PKOGEe/JBNv7Gq7gLjIimqwchL9NorZuvPX7k+dy5NXu6WgfmX0Dh3cAuXbwLNIzfCvTg8at
8/r8bi1/DjlgJDguoN27esemQhe6WQY9AIrVH5q2Jp2YXO8QGUZ8EqYJFNZc7Bun3dZHfTvo6vWQ
cvP70mXQxEN1yrBr964Myx+Lbn90qCfTNqIUCt7fRSWhvmGmpn73Re7CRxUWHB7SBwELZ7X3hsHt
0DZhv1cIiQYNoeVRKInrrETQtNQTcWMRbX1KAejHIWth4DVYh6aIkzemqwd2UbqKnpadwsz57pKy
3koZ1aO/ezV1OzR03WR7r+4vGtIDVcvxj8Jb0QdJFkEpL0e6Qx3tQFx1hn0DZxyQwlgGk4ZkXurT
yi51UJLXF5Vhbz0JnCtH9xQl0lt9YGHrtItjUw9aDxI/EmFiD68duH2Z5Qe3qr0P2jDWe0A69mEp
qe7TigatMnfxBysDskT5YrqvuCmfbzyYmoL1FDkOOtW2qbxfrNXXj+fBTlKAWsEoaIDHwFpar/4E
zMjcteECmmMuJMo5+AcirYQFRwujyW8JgVjIysP1h9naeo4rwKsZJNPeq2/Pm9Bm5oODLPRoBBLk
+pFkO6ISXSd36ay5n+LCjz6EZXHL1HRr6xGLHTxvdCw/bfXl3gzqDGOMGpRhBJjccKNA4P/OKeYn
rUdNSuh5cigFIOyhHTSw9H12uv7Kxtbuw9GYBplLQohE+OXwXrJwJfHYDVFVOmdYo/WjoWvO0ZaA
HzXo9AdBJxxFfe5osAFaqAzh9MyPLfCoffqLVl0fxzp3zk5n48TGre1GbNrar64AauELh8vNeoKK
zGmnOBoMuN0l5gJumhxtxH6Pnej9D9dnY2syIP9CQ2QwYsQq9pouPrp5hgZxaWTi36Of6/vcxT2z
ASJ3nFsMNK+P9/7cB98mSMwgKWNk88pIfPPtJdF/znCARpMhBrVC6waocTmdQ3hAIHKMJwA5+7wz
oq/Xx30fDRhXZQbMqM+9TT3Xm3GRlnaoe3JRFbOZfEb4rNqPGJTdWFvvVzajgNrEMsz0SQRXMcds
tBppLGGgryfcjx4Ejr1vDdk+zu3+HGbwCQHSF6Cqw7+8yfNuhPn331KNTq5PYkdOtf6Ww5gWstKZ
W1+LfbJWYQYxHbYvOag9FH9T7Uawfx88TFCoLuURCjkO/3c5p+CuhY+8ralIb/GhaWJ/J9BQJMsu
0gDuXIRoR2Lf/f0PSeVRXSYoyL2zn7FCsy1SNaiOU/ZTRNYWdBny89dHeb8DCQ2GzqWRvcGpuc7I
aZ95dFLhtHFFOBiiAm6FNh09X8QT/8lQrvKHUvnA+sTE0CJB75kXiut0DowCos606H0wVH+/mMnB
TAlKGBYbHW969UHfbIIuQvzEziH/jZjaHGWefY/HMKKb3VMAmyE0/YM3wygA8yFAx5bSOHg73OKE
Sz8KOFBNiupN13AFNX3okSayUjeG2rjpmmCR+VwOFz3LWq9F5L6z1hKjGUzlkB1lWI2HGMROMBke
nEFZQMSAcI0KclUH0FrGnVPP5r6PNb24sStuPso6pGp14xc9Ok6d1Idg9GpvjxtUcbR6fd57Wjnh
ig4wkOMx+cMjUQjqYgId27bixqRs7U+MbTEko+JC/Wi1iEeOMmAfmQHlxEzvvBSChAndidak0hxF
iQ5o3fUvvhWBONgNh/+hG7HO5LXI6Gs4PLwS4PFDljrmobOQ+9fr+CXMUHG6PtzWC9I2F77HSYJS
9Go9e3NGKykkqA9zkpwtfQoPRR6iGzeUn4TiNmFTE9/4vFsHGDk0xVC4qugMryY1cQyQyKGtDpIZ
GVQEOe9NhMJPlWW3n2hOjDsaBfrJaRCRuf62m5PruOp00UnVrNUR1sTWYIs6NYO0BkpQAfY+FNIo
AalW8YGPeWtPbcVAxT8w4BvY5Gmrmo3sp9SWGrNrYep0sIqBzrUo46Phsravv5q18SW5MJARAGyn
WuOt3s0KdRNIZMKe6bTpqe4bQB0ajM82AVbcxC1GWjX4sfLs54YP/k33H9HV+aJ7tUZWhPQsdxys
6iKJqwBH4C42UNdZ0BKwlim9k2aO63leOcFoJV/0MILES8/5iwkO4SGpESkSPeKSpe7JUwiBGz13
n15BR7FIQ9P/nKSxey7MpX0Q0gPm6oLwiyxjOF6fhY0JNxCDwFvN023XXF/TwOiZ2TKxtGJZZIFT
m90nqhzVIW6i5cbOMTYn/L9jrQtyWVLodRSbXELgdD0W/jwgRIiVQ1I4zXkCeRv4S9cfMV2yjyFA
2SNyhWhmpRnI5g5Z5rTBxwt7i3Y/tiMytkjQ85yjc2NKNtY8U4JmoMWkCPyDLo8Q9NjbrK65K0nW
6T1Mp99w5cq+9jTPiO/Lkvz9PUbrU+fQ52oGT2Y1nusiriJVAucPY/iJ/nx/14W+OLYDNih2I7Mb
32Hzk1OZFJQ9eMu1MI0WlZ7fO5oRdK0RPaVzDjaGojLi6kh7Xl9dr8H38t5JHwpqnCqJcv0Sq3RN
s1OpparMUrRF/3WJQyh28WJpnzFuoGdfZXHyMZtc96Pf659lNo0BRNfkzgo1/znJm/qP2oBR3Zj/
TofOeGonH65l0dlgAWKkSlkmfdxZ93U9+ShcVTGVsbqHOK63gTb5vdxzxZwQQysmujRhWEuBYF44
ohOhlQvytU3tfoVOa0LQjUNxj343qgiGVniQHZZOfpz8pL338xIjChBGw0vjUi3ZUTHFnJKcXAFk
8vhDnpu5vsPiwvlT5NaEcZ+wjBGSQJU3JwMZTXGMXbQhYMwbQE4FxnMAF92s/+aHeQZvuxroTUDq
PDV24v+uxZb3uyd7CcXJHJ7d0pn/KMwCrD9hrD3WYqhMzvTe/L3g1pOjayvw1oHq3FmQCNP+XxI8
/os+C+MIFYn/rDNyGyUzt/7mzwmg5oFcbyeX8EA9CDBqaUxzue8dC15xAXbmr0gMSb6jXh/qKMXb
bNOOy8cJJg8wzusLZCskcDfSuQuilPS+NUMOgd9KR6mRjgx6m84fTT4kB2toAPxD9UI2E7Dq9TG3
1j8al2w3ZU3PAJf7O8J+0isEY1rYFpzBsSIg0sXzoZvQf/sHQ6H+BGPOptb46ij/JvkVTRN65thT
dBsIJWWtdyf4adUfy8LHuT7URokB8BsxC54dTSfe7/K1TCRlgB2PqKb4mRtYfi8e9CJGyDjyH7HC
G+B4w4wCgtQc/TkyDq01+3uwg+IeVFq5jxLsaZrcWs5yQdY/NAf/dP0Jt741Et+2QhlQBfFV3H0z
GYvXTSZkAD0Io6ICuo0aKNVvpOr7HgndMJOPY+reSA43KnKmgo1gjgKuAC726mPLwcbeDOlr7HeQ
q9tBw9cOiIO08ATH+keRp7ht1FaafREellWQKaboy5h609d5LsIX2QAu3SW4R3xEzscobzydkkdb
leXo01MqJLMjt6KzfDklBYyqpjZCNCuXZADxN4L7grLVTigLWpP3MEjD+CPjNo/Sv2mBi4BBmz7H
lgVmnjJf8kcJFBH927J4jBIHEgpMaP0ZhT7Uol23+xbbwv8E+SlBs5FE5Xujde6XqU7svwZrbp0b
r7NxcJr0H3UAMpQirLWFOZC3uiuLiRobDg5HN5n/1dWDvZ889Jj9Tph/fz2ZJq0khCERiqN2dTl5
HEOIdBYLn7bTAY27UwOkX0fgOIydj5ifKPsetvX1RbwRPKie0tBFOJ2KgK/+/s0ibhdvbDBh47bR
JBH12qrD0sAHdAyq/MZQKwNz1YfhEkWZAzQUKTiNusuxAMJiD5vwgkBiUA2dgR+GHkeHK0E+WpoZ
Bm6FUpUvF26ahfcAC6Y8as2corOOq+r1F98oM73e6LjUgWiGCHz5MGmHXUUochLF0m+IMZB5UAFf
7uukxB1HlyXEDVCogPlAuoq0vzH8e1wIk2Hrrs5MgIQQlnk5vnRTYfYxBVwLPs5fhTEkL4u9CLQn
ZQa7U1ifst6jtJ1B9ESdbnipl5qWVa+EzmP09ZAynoBPO9xiOn2+EXy3Vj7b9xVuA5xhvRSXCfF8
dEhxdykaA2+e9MlupxNeHfF9HqXzjQNs67YPIg7fS1oeipK9ChtwWS3ExqmpTF1YB/TLTECtOMck
etGhw66wxtSRdm5vwSI2AwhTNrBHM7pxuqnkbZXcAdRRgDHqLaAPVp/EFPCMoQzg7KV2OKrTJkII
o3n3txeexQ2FUw1BYBcYzOWHd1w8cLpcYiaeO8anajbxD4mgmeVjPx3BfJUBcr7tuUSc9zw0Mr/x
khvrnmoGHXhSEZh966YxnaI4H2HMIHpPVS5cpiUo9Qqdk7DIjjYeOoGPTc5eMSbq2NU+Xn/5rWWv
KktczSy6d0DKLt8eFzhXTwYqdQlg5V3e5M7DoI/Ka8Iojv3ozXeqK0A5cvKQb0Q6XLgp0uYhV8tU
OkrZMgcum4jPXi3rG1Ojltn6+3PKcKxS3SaRWgXgxB8XUP6WGcwu/JR4MY2PLenJGc0kFqQFU2Fe
llsVgq1B6aIAgGT5UwJeBUUEX4BCORgpRRgltG32bA3lckxwrrzLh8V9mPtbTT31G9evSZpLzON+
ZlDmvvwEqe0r40ZG9KUF8Raw/dEEVh/IAumQ2I0t1V7EdhJ6w2lBPkMxVqbfMr/9M1dock1gYnB9
VWyEGwtTD4rRStqUqtflE+W4LQ8VuivgoBM831xnOGlj/aWrWyywCtT8rw+3ceZxHcZG1+FeTMl4
VZTJIgpeFj6OQWLghJLWgjvSQC7p+IN3K8yr37WebPC6lGV84LbgtS5fTbDf8sjPrYD2cf+AMiM9
k7hP93IykGsfIVhUEv2vtNWoVqMPfa7hEdyI5ltLjIwM3CYTDPRidcYnkei6EnnWYIELy76vMKNa
3C8lxBjYbik+I2n1/foUbw4JUknhUthQ67pXaiTVhM0CQW6J++fSkBgdhS3IEhzYAkAtc7zrJbyg
66NuRhciiwKKggAGrHo521VrJ21mhCykzArPTQ5XEz6Z89CE83LyGigX2Vh5BzQHUXcNof4dF4B0
+MmUGG/OKGnouIYcJNRoqFx8oOuPt7XMOe0JfJz8gNDty6fr88WzO3g+AVRc0CA+klduHU47lBfF
Af0q/9ZOV79wvfgAraGCghAeBYtVQGMpdPaiXMT4Ch6uE9QFnNTIjghx16fQqv+Nmdp0n6Gp+aHO
qu6MLa+/r0evREhcSIzoox3ZoTxfn4at7UeLAYFlGkOq83U5DaKWQ8mlGDgmoEXUvoCPdfkc9K5V
3pjwrVVIfgfI1AUXAx78cqTI73BOBasXNFrkPro2FqRjtCi3xakIGoi2Dzi93ML8bA0KkodejcJm
2evzPQWinER2bwfw8OQBG8nT0mNO5RuGCYyi+g2I0m9/f0LBvSFoQoWPtb9aV5Mx5mnZppjuRm6+
l41Nv7trUIvokuVG6FQKvu+WFH1uUkLM5GGerW7liRVHAn03vEcy3fqXEyFiIHT/YUgjbK7rgcBW
+Mkh5sp5QnnC3E8Uj7GlnvWjJ4b+wU7RZAUQX59rEttDuRg5oF9q03MV3wi9W4kOCSUIfB8AGMf5
5cdPoy7Ksq5HcUGbXdri0Z/lYLT3cds28M+y7H4Qy7gzqhjFU5MK1PVvsjlP3BptlLo5a9d1aLQs
yyGqUOaIvBmD5Z6Yi8TACMOpq09UF+GNFciIetP8D3aXz92KJUhjhabh5WvHkmKXCHMGjlFDa3Uv
gtWLBgUXh/6fDIUQHprIFvQAd7XubLyN4rBhpXchPhOePiK8FpvzwWtQyro+na+9x3Uoo5zIyqMS
pIgrq9fyctgOE3XFCo/ZZwPKG+D0bjn4OErFXtk84SOc3jdT84OOmkkGI5D7wFnhlC8muMIBgytN
P/ldB922tOAQEHeNvNXRjfV08EG5fIg4Lk6RU+iQw0OJTGtj33iLrdCAWDT3TdgAuv1aPnlz2Z5b
LV+idLRV3306xujjHKzSbu4bt2n3Q9SNpAUI8lyfOmMjBQGkqkBSVAgVYu5y6ixtHrKyk0wdvroP
GZFrV4RgRia3SoKWhmpg5fbXocAnvKrwZRkrhOmuP4MKtKuvR3ASLocyD+Daq6gR0+0KM5eVUmvo
Rxjglz/UnvstmWDCXx9p+22FTyCkEabafJdvS2XXn9LQtLEYHMHe4sNEhXn636yU3tHJqv6EYtSw
14uZm7ejafvJ980b+2Kr0MHVnmIKFQ+b0LNarIjcjwOKLXYAmQOlbQMzRxfvm90opLxj9XlIMuGs
iT+Y9lj1lO9R5fRB+/khan+YNd+YEvWB382+WnOesIENrQ/cqphjLcm4M8eVRBq4d2F3GJUGfbAX
QUkesBPjiAQYGdtBUnM955YFCxVttf3M2XrjC21kQWAMdA5kzhCeZ3UoJ3gnar2u2wiiesPDYhCg
lrnSnoQ2IjpVGTfAWVtLDxCKakVBDXgVgXtb4KriXIgoQlVao3OKkK+WndMYI9mBGsCNid4cijab
6raZbPLVm3WRO5fSbO0AnQOCiIgJvQLpaaSgby0xFVrXn1RRBP8zlJrkN5GklPlMf4gNlSpDHR2q
9MHs0Au5sXLUQn03jKrIvIJecJ+4HMbFR7ZD/wV9qXLGGZRC0B7ET7brgASeuzEjSuI/d9YjpNI8
NEXQuqbUnAygLXEki3HSQWHhxjOppPXdM7FuXJrqVMLX4IF4artmUgecQ7cI4C/IwdiqKRmYbXM0
sYD/kYSzjbpnuTxJaDjKqik+pbI3D9efZGshU8+HjEGYYXutd/kM36ut1LZKa0jWRZM+caPOd2g8
OxwhmbiVzm/tY2go3I9Vbc62VgPWlghFM0EuqvWPtoUzqyinf0WaxL0USjF9h2JBfkBk3iHBAvtJ
trF/TKYu+xq3Mr6xrTZfHmYOgJHXdsQqoiOOg7p+1bEAlwFFmBBH3S5vmqDp3OooYnfIb3z3jbOT
NhCND0UgUDfpy6VY48uY9w2KgNzYMLqUCBl19ZJhWlB9ozqYBn08NjfG3NrQrwBsvGXY0mvigDaP
VY0IpRXouPLcF3kpcVJEq8JNmlun9Ou5tF7W0JyI0OxWSqGr4IEGfyQ1TOZR01vEQYd1REsYGyLi
V7sby6gLnIoaNTLyfoBmi7nPh8JQ9p7ascUyCykAGR3MDHtj0df1GWG44tGzIUB6tIeOeIhpAU15
JFtss7yTMTYtZiQRgbDz6tSIIt6Xk+UdY81tPuRQKY9xUppgVdxbRbaNxBjlTcW+Vl3Sd3eyxUYJ
b0A2HsBjkQToqvuBGcfOCX00jFvznjIzHuDndlj6G9Fsa8mSi0NF9WhCEJ8vVxC0Jd9rbdSGBs/t
TsiTdB8jR1NCTGnI7UTX/8EWsSlm6xYtQprBq/EQCnYT00a1O+7ceW8mE3JqFfLNog4NxNIt5+56
PNqa2bfjrbakVeuLiIFTQz8akPwZWwzJtfgRME5/7myZPQ8t4txof7bP1wdWN6n10lW1NP6HPCrg
qsuJjUVKm0wHgAE+OPtfT5TePRo43AiWGTkwFLKfClbTPmnc6ChT/xama6tTrJxRbNA+ChO9xiVr
basVGTeHYEkHf6eHVfItJA2/r3J/OsfYvu37zsQpaMJxV9q9eYdlZvMn0k31vVu2j/4QGUrx2N1L
2ebPY5KVN77M5hMqli13JYr+TNPlDKWYgA/2jK/yYoMidMbyL2tquCi5ojs1CgBfu57chTPin4ii
mUevp/cAuVp/7Eyn3UkUvZ5kU1vPeoT48kii/XL9E261YGyXfIyWhMWDrnGORqfhQM6oNFew2EU9
NrcPVYGzEiLqR9nWC1q0jfd7HmXO0dIoAzuuk3/Qw7i9capuLSYInz6df51guI6DIuuNflKqXbbB
tR35smxfaJl99pYwuncGxzkNo/1tIYM8JvNE9/D6RGyF/LfDrxKrIhbtjNUtraips7+EVCkgtlA+
Qy1G/3J9qFew4XrfwA96jQ04GK1JFMmY6r6IK4BZWWQG0pyRI5c6hGtbVOcB9srnyDO7R9TZSvKc
dD5Fehmfa49TbypD8ZnbzF+Fmb74XCfvwWqKQBiT+wd5IXDdUhPPtIBQwM8dIPOpEyLaY+G1LLP+
MR4W4xua+8bBKNGdSiulxi2y6jT5I6gdMyofQ7qjR8QSvCPC19ajoBV9LwazOQ65ORxMA0Go69Px
2l5bT4dHlRqiP7iPd8BX5sIujQGsJIfV8CmOIftC3HOBAEfhHlEA63GsB/feLObmCXvE+oiekXxY
kt7ZY7azfKhcjKNpL2Hf27huMKDe8rWRjvkhGuryZDlpyTZP538vGZBaMbq3GitbSwcSiKFyIk7y
NRyQWpQ0zAJlzz7k0ecixpJWd7ITLY/2xtGi4sW7qaJ3DEcamCMk6ct4gqj46A0jXbS5yHCHBPWy
09KheK6p5O9Qhy+DGb7u0/UPtPl+RAiDnqVrumtiBlIFhWEPdGmEmw9HaxTFVyndPw3gYjeuiFsj
AbtQ39TeuMMbhcsFSmOktkW4Esz6feiP5sfMtW7lBJsj0eemEwrYDODW5URCdmng6RKYZZ/XZ7Mo
0acajfBgulK7sb43h3IwHAMgQz1mXaVdGsp1AOn4ZnYF/M5p8qPbkQIlsdfcuClsLA84OvRYYUNA
DVPy5m9vh8UsqHLiNh+0XdSfcdKKTsKo2j0QVbjX+AvvZ+1mq2vj/QS9Jco8bH5oO6up9O0u8sra
NwNHev6hjuwcNJaYsPX1b5V2t6qBNHfo4CmjOIM20+ULdoiM+OFMJ2X02/I0O4AqE7AjBx23iict
sdrDBB/8qGktxhNx2exiT2kVeOhbQ1XpTvgwUAT2I+CMSIUEnNriiA+R9+hiLf+5MlMTaLRV/bs2
e6oTWKOc6BtFp6Sr/3V9T21lBuBhaM3R/rT9d7UZA0eon0gLWEfVXQLnYldrXfTY5iipj2FNdozH
yc7tkL7EJxdt5UnPHm1EF/dhjdW3LtM+wEPHeurGEn1W36m+Xn/EjVKDQx2LOy6gLm6eq+yOSpah
iLbAyrFGO9iu8k2J8bu+PsrG6nkzyruNiBhyKvWK3TFUsXYfx2iP2egL3GUxooHXh9rIMFg3NJyV
kgUrdnWNziXVtp77PJAHJLsiNxtPHRrtYIBQt0sw08D/q0w/+6VVn8HjFjc259abwvmiOUp7gELY
au3qw8y6nhFBmNo24XWTFJnf/ocm2+50/UU3RyItRzOKfhuaUpe7xOgtMCQKxRNXUfWCQqI8tUNM
4dyy5M85Vepd/5UI6l7tDn5U9dwmUdyv/vH//P+mA6buKf9vd8r9n+Wff/35Vu5L/fxPdS9NmP+D
zATJCnkKTXWOj/9YS2jKFuI/gl6e9T+cvaBcCFVUH9lFb80k+CSqb8IZw1/8LRNKW8XW/+YDNmsJ
yTCYwDoWmYDJ1vkATu26Rg4XvRA0l2X+ju5gyUV37Ljo9OiKiwEhT7eZZKbt8mpA5/ZjGsV+0wd5
GtWdPI5w3uZy16OUm3b7YinoF5ztiLapfuodbF3+zHs6xMkJCZ2+rj74I8bq5p2l14bfnWWbiLR4
sqIw85CZXNDdMj855uIlwLYNm2HITud6eQnLwe6OYTuYrfGcSt/jQop/lcE/RWM8Zcn+12N1c+c3
6RFV39bCfUDT/LZ9wYzCNMl9m6HBGIPMNUVBtC39zlZ6qEbope4hXbwFiUXuMHob3kiAXvvlb6bZ
pYQMHtmAAQuCkUocn/PyXG2TurS96Hc43qX0d/XSjcoITwmnlDgcNFFU7jQsa5rvaO9DQ0Fa1MzL
6Qj/Yki+jokj0cVFbN9jSvrCgBceDL0ZknVEfJx0Po9ar2T1WwuNXfQT+sHzW6W6YjHZDg66fAG8
eRsXO8WcoF/vo8it9Amw/tBgLJDGMue5IsBtPBelQTPGRDNKLVDBflOE5nhfTFxqsMaltOd+smQR
eXgzYI/j/tVWmVF9sZlHnq6kpsQvxPBdZ2iY1GORI+uIr7eL41ERcYvGXyF0XxDRdTsEXpuw1w0s
t5ZycE9UpSpbHMmWwdQ9RWWd1n+18GAHeVx6WU3AzewhRMkaPPnI72+aRBvHR2/KSyYhQ9aIf7LT
KmW0hmsBrw2uWOcR2qaZbO2UTwiigs5Ed5kfSYYh4bXj1BTN9zeb/uPPj/vW9vjysECwjnyXYr6v
iCyUXN3VJ2+zHkpCKtuvi9VOkXsGWRcu8h4Z4NERQRNXTh8fzGjJoDhVAzLqy4vWZ7JP74wiFM4t
NaLLGg+Pw3mF3gXgOWQCBbiOyxWYiLg3/WkKv3Tg0VkaU6pHUxxwG5s1PCOcSU3VKOOijj9pJuI3
4+OUDGWU3EhmV9wn9SBEPwc5DFrNzI4KgG+3wkJXIB1q0NdulaE98jy2xJr0BIAtcexPPh8kdDDn
ZD3S8IeS1VTwz5oRLYIgmT1bzkd8uNQfo5x9iUHpUIve+MAVbra0D8WE+dv3yuqHKHuaqtDKngAK
G86n6x/3siLIS1DoAP7FdqZbBwZvlbKq/hQokHr+MplNijyqMwKnLw72ICt/PsVW11jjva+VoI+r
3fWhadRcxmxCgkF8I7EiqpAPrGM2ziv2AHUo+uJgUjKHvw1jkbnNEbH7hm8IQE0N7lIkYIHbFYRt
c69r3eg3T+UiutJ6rimesiNibBfZqUi2xosEZFAZal1EWtySGMaGi9x0NRTo052cAaZUu5djXPE7
MQqbXXNnGouryoLjMvrfwICmU/25LpFgd0823q8lMmli0JSgEycAm6yr09BpcC6ohNq4qCnymPM0
u/xm36oH4g467ANPVHSe2pUaEBz+CLXJ4eNTebL5yXacsh7lZdeLW/Skm0HtbdgOM3+HSoT6LWPj
qF+t92nCe002VHI0T+q44F96OLap15tK9c744bHv8TEDOXywkRux4x9hgt3X/NBZUyjrXYV7Q/Od
IIpfzbHsUBOEV49FilkH0OOgDxt1oiOmtGv9QvkP9Nzh6uQ8R9JwsIOtE6A0p7J2IwhtdYbMovYn
cAI17bkbNXy8qenzqf42Gn3Ov7Tmkvn+Xc+8PjUe89SssuyOpnSl3DgWjd1AgF3Gnh+Vda6e2rPD
mveC2T1qL/bYq6iGubF6TupxUnsp606doxV1GOQLzRkGv3Gcc6l3FDUGBxUBqJchEJMDx7nVfHfS
XuMz/fpVUY9nKGbLPyPq1EfV9Lko9A6GDL49I9dDrPp68zdQmOrjJnSR0/z3fpQgz3eZK400REe8
VC8s+8F3hgeYLx0xpgSFzZRe3xuv4JiLc1Ylq1QaFB0dwIe+Km/ETqh3y4IXHESyhGoXii4+ujK/
Yp7WtMp+1hmzhUUjcVTlj6psJE/360esJOloRlkYxGufgEGrw9qqzJav2Eu3lS84BYAtD4a8xQXm
5Mem2mXATQ3nJAqgQ81uyqxW2C+pMYkEB0dEs+pKvPSk0/3yWZ/SLvosp1RMzmPjLrNuLDth1o07
PFg/D1DT6kT2BI82YoCf/0DhS61vYBhqtRt4BqksyEtVzBb2qM0U4XBgZh20s2g67WNtUAKuHfy4
xqqPf/912hkTlcJ8p0U15e59o/m6BK5YzyXfg+ORtApTAZTJ+n1kpxF10jKNB9N9jAav7X7oQpNs
XKMXUOkeLWMZag3N+b7pHGqIdhT6B2x5l3I6FcIoLecInlJtR1Fri3mzmbtOXBUMgEIv8Q95LiLx
6kvXlCSJSSJ7cR2w15i+hONMFmjST+jM/a/UMLTtIkXMG1YC5ruekcaGwMHCkkTlBauY5Jau1fp0
AyYAXNCD50JNyHyf6C1JbYpkTtovFKIlLw9mVv2B60TY+RgXjaL+TPD1KuJ1r3eT/OHnvlvPp8nE
Z1b7MetoXBdPeKYPFhBmWY0NoklhPnK6FFOJDs2uacPUdp80JAXscxulJNc3pEwuq0BcCuh/A2MH
zQ6byAFRcXlEg+DUqNY15gsdnybCq2KclijBhorclty6DFPRWGdTk72sT+0MMcn87fpGXmUrPAH7
2IDhD51CbeZ1koAqN6qtjXxBJShzxe9SnyYxHzXfKFjylPOycUY3vaU9s+e6rL6u6xbgCA5/9zmg
6grqCx7gSGpvq5nIGtOGkt3ULz9jI6ZCKiCz8zn2j32oT3wW2B6+2hDsetIRrv0q773+GKt0QxW2
EZum94gMHd2q9WJPs6FvY8fq+CCdVhXKh8/XLLx/qqHEktPp06LLHnDihkJ94+ry7kswMJkOhUeW
ArOwyhsB2LRZlS31C0ggh9sfwcLlOBlDX+OPX8HHKtFDqM5WPI7zVyQhRF7dmAFS58ush+oa0AV2
FWLWqHuSVV8uSpl7VZdhkvpSxQNYt2fr5waL05Kvd5f3PeH85GVVy3b7lcRg1lXK8TGuQkpEu4xu
DA5rRharkJ1pOrlhMiQceXEv1IFg1+L1nX7+YlgbXswNNZ9D7MdkPInWg4Bda/30W6Jp1ZB+6EOU
RrSD7mYwvs8eHWKMbM1yVImGRA67+S40TyUOrQtOqQ1y046SFv0jT63iWkd3eL7nhpSPmAZpIUnn
kQIZvIVd8vM61uPRrhIhR0r+5a/wn46svu9du6gkp/Ml+i6Po5isJDxlhq4ODcMEC+Ygq4mGhn80
x26pvpTT0nLGGCUWR99/nYCV3mLuB4iryXr+LsNKmYe1K8FV62FZ1DXxqBshKhS/a0Lk2XNJh8iY
nsJcmBxHfRrxjkdh9dxpHtu6WBDL7GfI0glA8TAc/Z3EGhv9OVr3U4qJE4Jnc49LnaPVX5QBICft
kqiPfeQ+mfEIiwAB0hwBT6icRWJbIbRdsvRuPO8J+Al/t5i9KifICkY9F2mUIXmUBJsEHiz3BKbp
Z8drwZE8iGmO+RHz51VVY3fxk7/+A4NtzUIpOXO5TJKzqQkOrTniV5P9J+SIRWyQUo29rQoJOuDL
Ce2o1lGZVSlJF8hFYdvzB7ADtaK6kp4At/PJyTlPc7CDDGCIkBB6ICFQZ7UxaRBC9/YUm217XBLm
Kj5aRTlH+FqWhZ3l4x8T3rpz9DBQ3+uHvZmneC0f8FomH9HxO1myI/XaXv5vE7qv2bvRz8yRllYV
vVWPgquOwV459lymEDhgjTtWknodwoOvW2OhKEN86pfMqnt9F8bF6CFBsUQtkH5Ys3Oj47CjpXh8
F9wHzHFnIjLkd5/sHEcp9771fZW3paW9uNFd4ZXYV8HOGBNix1fcjZaxudcw88StPi/1lCQbjztL
xwmvK6LlwamiLKmfi3Ce/PmFHbNgexUUoR36uN7nTqLSV7APS4JsNVfZ4mz8X87Oa7mOY8naT9QR
7c3tNrAESZAUpNFNB3lGp6u9rzZPP1/ubs0vbPwBzIxuFDRgu6qszLVWrtz2kxkMA++TgSelp0+Z
dmqekzQNl43TkjqMcGCKWSeFwl7d7N/b8pWkR9WWTrleIP/KfipjvyuROwoWg1eypdDvB+430RPF
Mf2xtIWRquBffxW02qK1sLCq1bft/AAxILVzeKL52ZtmeDiw6klx766RMxDmUAeavf3+Pbw5PBAD
cGxEZCaAfW/cXXDirjFgNvSzaY/F/KzM2s+fYHnz9cWoHGqdmwo/e4619y97RbVwanAxNNeicYOe
QAf4OmBnfgleFQ3dN5XGOPzeWuj7owzIw25m4zy586T6J6tVfWQe8Rptg/rMXswX7zHKY9S3v0XK
6JgcOjUrX/tctkUQNjdWMpG43vW2x3Q1Wu3oSkmZVrXSk4OksGj1t2TxOkDLNjNVNt3aDUMLrJtE
BdJjQJdyyxzQlNCFK1vhMB3pIy2n+xo855gGTIVfFfMeoAF0Q6+f2/LbaUr8YoQHWH2r+5nNtMBO
/0q7fuR7O7XFRQ+MqGKOyW2VLrZgl7W7Wt2J6ex2+IN57IxFZVSKJ5WqZfZ8qIaai79QNzPtvydz
QTyfUwOPAjpk2z/sGirLsEscrdmdULd3AKwHPzfZX490LPolzRVDQv5y78eYbWY3pe5bXvZQGXIa
WY6Rp+5fbWAwtevRWlPuJGmaWXWnPgVimR7mZlow7zSNvGPCmjVxCsVHugGtuWH4XWxGY/o8N7Qs
N3dU+JE2bgJOX8s+tH00ItY9eJw3CMoP87LIV26GeL08+5Ba5g17t/SrD7CS60SWAhAzdWTzGFnY
8H5XyUvWzyls3xg9w2do3fxBRc+M0lXRfuAdJGcheqtMe7yN2XYFRX5/D1xvPZBQGBSgLvz7wdiv
08e6JdYueRk+AzAX6wuO4LLXGbwUsARs2mm5Igk8MeF/fV0hU/GquQyKvgb7aJTy08llhJHp0jjw
4mKIAo472bXEx352gNKDgr7KD7GpK2gKs3Ng7kieWOT6NA2+XvsFaq25m9b1WVssfZ5xaEsnPe7p
KgFK2fVDXaIlMrD06+bG+9oW1GzMlszUQs923bpZ0N3XUOsWQsOePOgPIIZwmj7ypb8yxGCfYm8C
mI1Jg/CohOnX9xrNJuM2XEc9z3E4UiWGuZKF4HZ+H/5JDpAlUKhZGXe/ZboHszlWyTJn/6L+G8l1
91IEJ51obY4qHeikOjlOw1zsU9cE8qLf/6ZXeDK3Sx0ESc7bxaYQJPf17fatiRkHE5e/Yn02E0j8
VMkqml1n4VfN5eBIpzbKTp49InW5NeHiWG25DeetPriZNwsbz3KabqkS5T+a0V/fjKQJQw3W/kz/
bcpeMjFHYy85Xh9wrT7EZ+i5r6Z0fXn/JVwN9JCP5mIgI+1qHlvrTdkfJXOydjRrPs9Bawz3VacF
fq2quY3pzxk8gQ+ZrzXqUHJPVefPe86V9HiFkJ1FfUw6MIXY/CKotNKV294RubJpfdrpQ2sWINTW
SzKmn61ErcOKiV9Zkzi49ZR76b/ff6iLgOMfqBUNNuLHIt8Wh34BDl6/zchd1OrpTD/viGzU1JH/
ZbTaJVTnNFh95h1rwEzUXFWOUjK5Q2LbD83RNwuh4hIE/DzN0OGLYxw0dUtRs46Bq76tDTMUjSOo
rO8wkxobc5BbhylgNmOxUAQw1TJAupaP9zTZ+Llz6w7MVx9+0zQQMBF8SxbsCU8ZkmxXCXPQAepc
/kcxjLHKijQZbBJT7WRm3rTZFM6tb6R06h7iyjd1dS5yha73YWz1YHzHux071l/751gXLYjUOjJw
BQyOcZoO5Ytr1cxG9pOCPiuszy64NAgbJkWHHUsuZukfO42QRHTHNEbDmfKJ+V1yfy2TYJbpljov
pC360OShWxn3CZZrdCcxo5ps+Bhohs981B3+5rSBjkV2BLCLA8TbtenTtrG6mFk968qRHSoq9/ZX
oeKIfQoULO8wsIoYUW2aex8G37eXl00hXsJSKlOrv15F5FppBszfPO9QJnJtk/MlH0Of6zNRDKjb
9XKHu8CKg49+eH8ZXxoEXy1j8YbAGlaoLxrurhMfNbhZZq2tRhydSFWVFeRvYKROMmbj0ZuwjIhO
3A4zRh5bIAc+IM7yrJGzEbU1RcVemxn2JLjhSEDmN+PGEBifcQXCCezp/FJHrKW49zoTqWeV6DHD
XuBy1X1llW4hHEeXjEPp3S2BrkrMIc1hzPzTYC0BQ6GpUYka6aFIK1UaH0TIN+HaBwvE+Qe+FJoe
F9DXX2Mu/NzuIW+/7iGKcsTlk+9ktUO52v7Kaa8a7n1GZbBasHKo5mesFD4sAK4TUmRc9D5gTkF3
KNKRa8YttubCS5Zi/lFWg5F4yPxKrjHlY0GojkLW4/sL4aqTzuXzSwZAF52wZBEQ3utnnwzPT+p4
TH4oN04d50ijGwXbwVpAr0gZaxXpnxNj1uPD0A9xCwlNrCvmY26CUXQHRVcG/3v/pt4oHSDteAWS
D8INvD2y+rkYlrou1Q8MaCWSLHT6c9zncGikv1uCNkESzc+NMfJOmLAkCdJ6OWc41tz8yVPLJCcv
GAWv0V89qus+NeTrbYGyTHBSewmy3s6a2xWXN/tbOzHVvTwyOkzo1i0Bbcmd2YW9j4Xq885rpQ49
14ijy5Ilgc0mmcdB9ZoZu1HJtJD20CBtDD61UUXfJYNkg8Y79TilsrXbAMss+64aGXiTy9CUC87R
RZLPWm5pcXvhaEixOW/g3ftv9joXYNNDKkPIW2QEdC5e5XzjYKVmBE/wfa8syy4Y9E2dMgHyhtJ0
wWwM8wrZ7e9fV+LZ/ws3ntA8NHOhUgKoxrHzOgexmyWly6yevy6GGc3NX1UM+1K8QI6UOfKc/xbw
/H+4fPDW1xdjzeDYjOMS+wiR4htA2p1XO6w5Ur+qukZGIZNqtGMyP6xpuurkKVfP9R0uZoJX5Z7J
+kmSxsq8Y+yN8r+miGv+YkwM44s5Zjcb3zfAQVvOIn/vQuB5MWIOT1rl0K3wlbF9+dO3R4ffy4gy
VHvAkVI/joMbxeoREeyYOQ/D5MwmCjgdyT/F0bhyGyHwuPHd6iFmmOecjaN+maw0W+ezzla6olDH
A23Fh3S7UUON8mC4FcsPx4kZFJ9VQelu35dTBzJ7atYVDuiQU8PM5mGenR7N5k78VRAbXXzjdUkU
Fb9V24uYqIrm5XemviNsPdrWMJrOF5hbnS4PZdb7/ngzRLPnto/+3ENaPifAnTwAnc30NiAhyRXv
jGniIlFQEQVTdbBanMDmu8XM5CDT5O9+ecc8msZlckDjw64daayVOQaON2vuWtlxO+afElg+Ptgq
4J55r0gD1vhrwSAeK7uptVvE63EgbQVSVcUEKPgcw4b6f8ZFKLeSOpUHf5MDk3Ak7d8gX3OQLUbi
um0Vf9v3cWTmPqBolU+9as4I5lbH+TyaQ8hw1ai0cZa4d3JrRSVgdInc3wpKhw7HipAXxiS0g3xy
Y5ZHBrbDwfJA9/9qOjQD5QZfnlAviUTt1ZC72xIyyJT4MHZlRUxtiIfFXcpTDTnWydBEt+UluhYt
YfVdPxZOadzl8ZLwmzuBMXemZcYPKZ0GwXwHkQ+jc0pGI+iTJ1PbMOaMxkjAfG/zJdVj8Lkx23lW
P1Rsl333Yvu5x9UbYFreBmPZvGm5h0VkZd6nuHFzz0Xoyp9pjBbd44Dnr/VpT1Jg/EmZnuYhY660
gV1Qck5st/fTL1mrcu4RT4KGH/1gP1+OoH8EDwpzQha7Gi92zirg+ddHFFdHpsJAqq+aTMDtTivK
GcM5MDU3aatDW9UzqaMz+KDrx00lsMsJwk04hOMuFkBglUh+hab1m6QNXgxkE2HyxxSzdOoDFjcG
Eyt2xBTVAhxxay5FGR+7CBFaTXegaVTBoXAVooP7uelN3q6GkBJ+o2/lQNiFWcyCBbWbvZhjKCUg
E+/XTUrm8U/w95TuQ99lGHI6W+1ZuZ2B/LWBqU1uaQ/MYfFgGBisfqBucMDIw3gp+LHS0ALnFkMv
uPbOLLdZVcACH+oOXA+sN2UqVXCGPZ2a4bGgubhkENP2g4tdoH4+xgMrtjy2rQ4Y3BMOKz1LJ89x
B4Z6rFYwVb/vaVziNLpsbmbHK/V8qA1WPQqPLcVTdi4F60ZR7IoQO4xF9eGtXdx9WZscFdUhjPMG
5USVRXjV8pU2+J3h02ldPnYSiRXZ1CLJ455D9msSG+lwNMpRMDViZ1knX3x/wD9OZuzqAfJgzx93
tULm4YDTfs3oqbTau3zphT2x20UYIoocp4tPngbRSm+BCBZ+fBddxFvy2tIUyUfcmaVd+mI3pEuc
+ybYPe30KkY1dhhMhtX9R2+BSFZnu/fWor6vchIYZgVtgHbEklscNIMGhPoHmuLXRQMYEfw5Q1aw
duU4pT9DDvd/tIN3khnmSbR+TopaqM0NRzCLkcwk5OFZxjtOFijzY4DsdZbM5W1AOZZrAETuYcR5
tQ21Nua6dMP5s125UsmOLUYU6rAny4TzdH5OcMvmNqKKTlvupgyEVPifgAtXfUTcDdWLeBbSakEZ
jnPg65cBFBvkIIP4ig7uuJRPxcAipTceSypkssex7JkXcdZNXbNXomkgi8ZQVFYwhY4IU/fVCgUU
B9lX8BlopgNTPHu2axTnwk1lF94xCS6M3miwLH+OdZiU+lueV3Kk7dRfygHsl+eEwL18lKADgF6n
M8BznIJiKixw9XWG7qqBLhLUPF+qpIbTPJOOhFV9QyrCsj/3QFB8BShOOWnWAkbr8x7Co1o1ZYjh
OydYyfieNveyQ2OO4/hpiD2juol9L+Nn2S4zklpHq+rgqE6tLz3aEPJtUHjgzrFIRQU5LZ1cQbjM
+TlwkSOhzolK+b2IGZESDOJMPnfDJL7SPfaMVtHLWY/AzMi9xk7+EX/ExlXhWaQsClybXvaX0mWK
j3nGtUQo+SoMpBzPADsgsJE4ipYQnZZDftxOmSBWxmSC/gGdXKRwVNfcY2YS4r8QHmH9DxXgyPIJ
U0TkuY8h7SEc4IUuLoK7OXHEGTqZ43Q84NxNXXUz2oynZ5K611N1m5MC4Xl2oIbz782EVPd+y/3n
MhchQSpyGVnaKIfWm7HDFbg870LpfEDwlh6X0ejhsGc+Q/O4FSuNa8rje7Mhooyw7Py0ftAT5119
6nRJMVkbeaimGc82QKzxMVlLqWj6jJkO3dHHzyV/cs1m4ff8AivFBfr8AoHuAHXXYnaU32GanfjB
fea3UsEMs22SmuAxWyna/+jRuauYUR4tD5nVXfDG7YYDupa4raELRRTco9zkmqaZ9/Li7D5myFtZ
FUVH3aLqJXaPnspHwz7UGR3z4xePhsVE34aTmRX2jd0qF8Zgyl0hPNJgxqDpjg42eXljFWnStTzN
Z5ykAhSRqXFjp8Ui9EodMD8QS1r+zL7DaWqKEobWT03S3dtZ7at7hU6axK5Zx5ELsChnXqmJWzs/
zYkvSsolMmDydcNeZm5Raia0Db90fiOw657FhI6u2vxxCeKKG7Nqzkb7bn+ZyGTctTuHaOfX4YaQ
HhLgOyaC8iL2H7fNse9oPuQP3fTI1NKk/hIHHUKDqLCF36JLo+G+5rAU9nKYhVhgzLsfNN+WtJx9
/7RVrkEViyKFQ5Iltv+iLtaenwXjkK8+uDMhdRcU7exZbhlhYt5ZdrgO82FcLMaF3sh8JvN7A4Ka
k0N7No2832PfFj1FbdRt5Tx6iVUpJntu7QD7ZjTTKtDBoWkTy2iwGzBlvyTbB5t9VxbZBj9EDWRg
fteNhYDVh35bayNGmvfTkvWY+NqcPjpZGJGZXLKRPUso9CS0kTWgZb3RhUlAugHdT7322KvMib/D
WlmT+dBCKyz+2WgQT9SY1VwkVB4NydVwmMcZLebnuq4kJIEAMAD1WPvjWP0qLmFkYmURDzj7m3n+
SiIWiC8FZ/Qah49FQ9Yy3wYKhy7UCXiL5w+NbbhtcyoQvevo80ARypoctCffKwv9FkXAtKGCxtKK
mCvyWItgMSHyfYRNjNFcX8yBKRC+wvDwQtBpTctPfb9r2eyVHkAYFTgNCV8EFLhFHIglUi+QiXzj
XRGdd6PEHiOnsQOFN8/ITexvbx2MnkdOmtYc79emD7+iC/GSo54quR0rcwXOny55ZhkDiAPOBdNo
kWAGVWub5xoL/bhBLRxrJyEL7NIKVxeMG7Lme4ADBT+Qk2cs1TkfxyQYH/6mK4CEue8YTzWeiVGa
jWzojZFqYyWByaGteLlhBsYc/XTzziY62TmOZYfBX1qGBmV9H/BWrVlp7JGO+zabjCk2HO+QTt0K
xniYsy61iq8Nfw0c4mBte1mHqY+uLq2xc0KrBcXjBffpHMoDIuY1keB2NqWb+bcQNFhh9G2mExSq
43cbHeHo+6nOTE4iHL3BOJLoQPqnxvvWG9EIh/kssDiDK0tCQcLTEkI2OKdLddTkjz55eFt9jaNV
AlZrNTF3NFMw82d7Or4zdYZv5pqOfm0z8uplYTrHcK/I3/lC+/2U25lmX9jhOTbcxvm2fy/arAXr
scbMpS4GBjAkYCtoaGniwHXFHW4mJh9Xw9MuXSsSp5UwuenZdKNkgU5VR5r7rY7a1mD2TIuU9q9k
Msl5Yixc8ielHXLE+YJXqi4R9cK0QU89Sm3WNOH58pIJ/fwqzJJaT5/Kcly77K6ZqXNRagc+CODR
o0dxmm4ZcS6brtGpzWpIpP/nVwEe0P5aorUOY5Srl22yP+AQQjKyanDkYrXTLSNhAX8h7nAPMbAW
bAAnygT13I/LuJjkygiYXN7+HrHLcfJ55E0gkW9IfduEsovs1DC5fe0jd62+4nyccQjqupRtZ20M
W1E4cp1mrqRoH7cDsqtq+QpIry7p6iZXSLtYSKhkVSJS3RGDNm8E2PEqLcxU4g3yq9oncWCbZ6Wc
/mPYyzGw88f5FgHXC2DcXUBEOlqF0l5dRkiw6oJgQS/ejoxSDm8w3x4IDt44iVpyz+Yzm/kWKCln
fP6f7U2KUs6zXCVrB9miRaGYoHePWYNmp5auJz/tI+lYX9I57mPvvidqmvODjeYIFc3+3Psi2l/G
vrM9txaZQ7/xouEcMBPvb8BkD8JRwDZ08HZlE2anZIK8IY2xkFAHR2Uja7u3dcH7u5m25K/ChJGD
e/EASuvHeWiMoPjkdWU+jfQdtPH0FxA8wfLE8I6BnNbu28D/0+U3yWU3DK3VseP0Z0baDHFwqAZP
0K2EzJ+f8jg8QKLwHBD8AuFMyI/Fo3waOwFp/7MXTq/FvKnz+J8Og4mLsKo7wAq3jqsheprSNhP8
qnIwDz91TEThf5GbIqkD+Hbj+aejkdT+KUJXHswJZ9moHYOIi8/Qk9zu4IwU2CfEO0yQPfiZnTe/
YYAqOJ3ThYLT9essK3eDjUggen6xA0XJBgM2XSMH/5imgk0ObiyQ8ftwynU1AY8O9QPJQNFENffG
pK/ouqoaauczw/QafHEKRhDQXOzkvJpf9MTIyuntaa1TtH86c7LHbd29fxdvakmRHMGS++BffJXr
ue+BqQzfNXr7iZHCLJd96+SK1UDZceHHs1lLBlJtG7bcmHG1ZUbv38xrUJxSEpIeroFZ9HQ+c1Bc
lZIZQsm292L9pLxZBOCzJssiwlzqgXVKL1uxmqQ75P0Lv/kWWAf62LvhGoSJJxjX6xrWHmR6R+SO
uOJdDtygA07LH3cKd3Rb9Ax7LqDTMVLuX8mWt79/G9fPL9oKontAnxfo/Bu1AuM6GFlVTsUTbTEb
aql8PgMQdsrpSNmP2h3fwkst//6VrwxpoF5F0IHmHCpWTGmua9tWpwli09j4pMpeSsgiiKl7zsxk
aPCRHlpC8C9EiEKLMMtbas0xbCUeA0VIVHfjIIl/WE2WIbR+/96ulygdAbwLD6AClxqH4dOvP46P
HTwUbow5z1Zhe5vqbxgj8vVtiU5VwrG6s0Gl78sh4v1PoJcrr0l5TzSRY/tk4TyCYu0N9MOs9RCx
efcp1zm2Wsf9naAF1Oa3JRladzyN1hCYP4vcl5PNcrrK+tmOSPKTY9TSoQEMnTBaKLvzdKGcj2zy
rgge+ndwDsAVymdYLRThG/Gk3y6WlymGYOHD0f5CuifY0FBH1Pnvf5ertg04WsbGIi2BL0M0BRtx
BYNhGkJ50K7up6kMw1X97njd0OT30MOu8T3k5CB0BvQ0l38wXWgG/ZmxtiedGpJ5YkDXHLjlNJ0r
YJxgPOytNFNRyxGOajEM/yQrdPp7BqRIysKT42R58/4zXG98n9fFkAcf6w4+2xs5E/FZo7uPAmaD
bb1t27ZuDHIOsJwQ/+SXMPXIquk1RQBmraXHR33/Ji4WCP/E1X0b00dmfhP4xJf/WgDGGaoF+16e
sq4uONR029dh9xQx2zh+SebZ8PmCxkI33vO6NfTtPcqpjwS8OOTwpe7nIfCWJr9t1tas/93EQ5L/
VIZFU5Jz8HtLI0wJR3JbWpoXQ/QDdRIi1Z4sjOlIynsF7+UicGN97mlvW4Lj0V5n4vWRoki49AnW
yaxF/l6BiLe/UI0gp/tb3bLjeiyJmn9ynGi4ZIBBqL0pJymoaUU+tWFrqwnSmr7qld0ThqRve2j1
CwCb7wkNSqk60p8XdBpLNZjisDpAsEiHpc4X6SAzNZ7WCU+gxrG8zZ1ahCFJ2Mu+L/C3U+Y58EgC
m5PpOf0wPHStQtt3Bj5Q5sv7X+/Ko5ttQMcPEYqWfSAgjN+vTi08PJQ7was+7Zh6sz0+OROV5AOA
pBmHtHNORQTn2UGhifnTRVG9g5ft1lmaZ6MAdOaaiwAfkwoRWm6tbPtjl5B49W/mbCfmdGrb0I8/
omyvGVtMEhDDEGtpJEJSdS3vc+gcBy43u09UUY1X/YsWe+VUN/TzUFbsrZT7Tl0rfMkiDoqEOm47
IJQORO/1/vt9LcQA30YT49PZ5NMnxWjva4GMXlBKBZB6n4LVGDokCD2++QkD+gBb1OH/lIdghRYQ
ROGtA+lYvrjI/APfh51pKQS98tNOXe5pY7slhbTSp2SorY+k+iOj2WtmgRDA0FvcGnEmYnbBdVKY
61YkIlPzKVVZQKApqfj8P/++fhEgSf0aRL1wfLGl6ZO+e/9lv7k+4nNmVlzgfEx8r02nqmJRwxJa
6nHvDpgICFLIvWpcKi0PicV9a9Mc+5Ee6s0N8JmRVrGnaGYyCc9Xhz2YpU9Xf/+AZu8SPdxLZbcf
s4kxCJzDEVG2NHF2aR/8/v4LuE7BQoskUDQSnAnR2wMhnyeXbsxkecwILuuPMByxZFM9Ux/LIzfd
Gf0NljVm/8Eit3Et+acuwybnJI5GaJ7IQVlzV8+de4521rLuHmmuUS1jG92mXl4Y1ZSt9zttz1jk
2vl9sDrhz9k3UmPtxzvjuDMBXdtspFrqAySB65FuEXCmm84uBWLZdQEwKRccO6lK1hC9SCapvXY4
Whii50rPE/ytaC/ef63XORwSVBY2clZUftQZ1yRR7MXNXNtW9jhE2rmcWHaaM/OWYy5vz2OVay/7
u/3JW8Dmf430kWlTCjukkx985OuQgnaUCsMN5a4g0a6LnqkYosQZluwxuAiHmB8Bk7LlkBv29P7D
v70ckQvKSCZ905J4TZtnqefBlq7eA84cAehMht2ZOrmFJlUe3PZjgtB7k5px6FJGEcRwr2Dy8vUl
+z6e24hs9GGXGmeXlr05KZv1ZewnIXiklVwXj2oZaCY7dpWPMeZnexzWprihTzg2u0e3QZGhP+0Q
2d5T5CXo4ynoow4Uby5ioI1dw1RjE0bHWU1z01dvHYciPvj8q5K7LShAaA6LF+FNmqmX6oZTXlLT
wi+FkVExhAF9SAhIgKIuyv9iE5N5oxYOJUhLoewHlXT89XDTZtXVJLVIhjYRPLCOC4CZdMvhqryt
IdB0KZ1MpbbJ5AKZRKQOLCjZEarT6Woei7iFV2LuGbT4fbqxPbpipC0kXlDJjdJDI1hYR3sYF9nL
jzqpPLAwPBLlkcQo4e8uoT7zBRXe4ZvYW2XD1XG4kpx0cSF41Va7FFJs/mKcq9/fhJ3hJsNh6oxu
8W/7kt6f6D5rV3quN0TANKeJ584A5lfnxkvoMv+6vay9LNrDcba12e5ozY5Q17NTrS87Ww2YJnWk
fQEaNkASREfAyYva1aw8c8luYxrkFuu4ifP2mjO0I3mZQaulW3cn4GoXAzoY2Auy+U9F355Su4xW
c5+LkJVENwWwmktWA3bW/JvsMswO3YoJxs/BnTJaq7ykSIdDwuumhalUPCWAXHpZrpVl8wINBniR
jKJE6Kqbhm0V+Q+l3UzRYzoG/fgjwyaBbjhAbW+NTltaQuNRRRJjxmVfQsLRIc+EgKxzXdCplmb3
n0is0uA4gPL77Vkz+Z1jLUlpzXwZl0FBkwK1GwmyfSSg+sAcedC0c13kNP8c+C1gsyHPTO+2Y6I5
S7QCvIiKA8qV2ftj3aD0wjcG5wt2rrTGnnbkd5cK2Btbu2Of8YgA8ldZuFqqJ8AO93NnMsVZHdt1
zNffpo6hlS8M87Smv0r0ojhGqGxV3svMv7O+QOiO47+ATSz3BSZWj19wiCkbG3O+xlheAnedjeEL
DWw1cd9bXeEqc7rGe4ST2cqkvFO/kY87LE2DvSg9aV66UBwhNr68QkBSFitVuW9RueGCCYUQQHat
NzsDTTQkFtyuZeR3+jkI88GA8NhgXSKvoDrdFgX2BC5afDf9vQxdK3velvXoz2zZ/LJxtQmwm5xW
jUFrfdYMWmcZbgw5Q5fj9a4xbEPnR71piDZQIKcvkoW5qUcz2848E9Un1g4r0zdjD2AazyoBzffe
MT/Lp6Q7m23pMf3QL1Si6JXsYv05yJ1kQlK2K0erWXHY7k+6LbFw8Wk4MwsIVLoTmcKD/ckG4W1b
PWdYmPG79joZkrGFrp1wcjyvkvB3aTAcLopZ89JyuL+mvW2+ywppSMk5qrj2BtWDL4KA7GhxwRBF
MWC9iGSxnx6BjnF0ScwXhsJ6DoTN3vifJO3wvSntgOl+jqdLcOMNWd9oEWbkCPY+TmvBBwQXkje0
znR0QInzZqLktFE3q23WYNzu1p5VtqMooyJQc/6+CBLbX7vXzTBBJ3qnDkUVAX65LNMAfBeKX1mC
7LeW8tSTl9b+iuXKFijTKg4JouXMXAfvkNfKzLNjFRm4TzD1ABfJl3bbbNP2710g9s5ZlvA3bLL4
uoc4W+LaO9A1bJmsgk0ttX2av9f2Jer1vAWCfIAKn1e2RUpaQrg9K+xE+MQhK6dANighWjbOeGey
N12GW3UCUCSz0JF69C+H2wZS7QSvc6mf9vCwwZljZskWdHFL4Lv6mx6hQzvDuqzaPi6K5Ng0Kd80
ao0gozWzogAej5XRSfeNhcqA970FcdqBXbJ0mv2l/FJbHfx3l+eF8v3vxXZpNZqWtWff6yqXv+9s
Rf/OBVUbYJQUJmtr/0CmOQtgYDOtfE2/Zf2CySeKiMsx5wYDOc2EXzRbcsdNcEq+8DebLmlZHVka
2k1gHZ4c0gwYknxz6Rm2uNJYBZrBm1FoT+OM+tHDndOyByHYyNNhkf5o4lG0ToWNVo40YfuVtQmg
5u3qW+6GiEUKh10AleONwDrKCah83XisiJF0v4qKJdj6gKg4S+spM8LF/NT6F36nGZrwz44+LvU7
88vM6jACMRh/Me053JuNi0LLqb4zYQ2aLw7EHTyf3IR0UhwN0AxkzBnCIsxm9ODL3ugVQQsZNJzR
8gckGCdRlTs3ho/asD66m1i+d3HBAqhpJjlPQKfdIjzS9BMn1ckHahz782ia+NGch00ivy3baGvF
3zOB/bjHM4gIcJ+29ojmEKu0tYqOSVvTYA1PVzrGelN0tXxfvhA3vgfkPXHcFzp4nbAD+SLikZ0U
rDoO7ue9Qiy8chHCctPCRAZ9/TR+NXRc2cgnLjnuuCVVu7CIZiDRuERTIiGT7kZZMdA07Duvsj0S
LWzsJM462TCyYNBjqPn7AOk51Jj4XtqDus2VLbap5upDZsG24RDhJKU67YIHlEeSVbr7v0h+yL/I
iS4obKkGERbugqSm1VQd4SYdMTkKuKseYpSdv51HkR2hDjJQHyNg26LTljx1W3qIJEGixU43Jhu5
i3sRgouNbtyXJ+PqRE3ZTuIysCWkG8jTb5ktCmcfAzmtrNJGyoUMhjdJkAczus9Kngu23wjFGGdb
zdjpSzWebXsuEyl1e4BEcVCRdj2CpeA+HKq2ZsSuGfvur3L72LWPqv1lyDAGoJlfIWx7dnxTWF5H
J0mvf8SJrrya7gfpeceHUDRIlADCcm8yEiO70AHexoOC0JQF6jXeqY3Phks2fdyJ36X3Co1gK6bT
TB3H3hVuaW+ryTbhk0V6wfdv+8Jr66/mlDLOkTFNkBbIrHK0u9CJl2i97zEE+ms3nsIwXQv/fgcr
jGQacuuY4M2gxINdX8BmTsm8Og6aYDQdFxP2EGp4U9I5hcd6levghXAIlqQoBuLUha3es9d8ZgBr
/mhxJLNy9pe8NztyQtN5exSNk5o/95tuhdbXamAkjNXNdXNy0yLps/94v568xijw/8PODi4CV0As
Xa5ButXz5zpNqoIRKQ0ycCTfWz6/Ckm5bJzZ3tDyv7owPUmU8MAzQOYeNNk1FFfkztCG9aoeskK1
4a+FSiGgnaDBhAQzhtaYy+pccVQQ5t+/8DXtAjxOQRu6MHTwK0zuvWqOMowQP8iyUnfVtDShew8o
OfjJQ4TNCmJxePUxCG9X2+0sxBvrqPqiOrrp4mDo4nOmdvan/BJaBhPzjfwLMrRxar6+f5PXSljk
r2IsTfmAXIIpPdfNxgsSiyBotHO7K9Q2Ddy8O6Z1mcClZjg3hXGD8wrjnrNDPDPz8fs86KZpbusC
nzPGzpcdMHhXp0adHFFqoWo+lCwDB6vEzaquVWVRYL2TFkbFoEOvK2ZcdshUHXUucTQBtN92i3dB
1N9/TBylXmNVsNWWjASysIznU+B8/hqjM9GTsDa1fTN4ajVCUqekcrGNY6Bgi5PbgHlCi9lSSu5/
XKdojpMztr6q/mJvVmq+Q8ZN/Rh0lvHLGgkqeDNdyIjdGW5XfoNvovs8lAGKc3Uycdk1hqNSa909
dWiBF/NYBkq5GR26pnSYMKZrDHDcxfCFym4aB4VLH5XLQiBsL0ZtaHZEeOzqRtPKGNErYXO4yxnx
a7fGqYuGkRxHhF2rpW8bXGX6FD6k95qnmjQwL28BfXv7Jx6baL/Pi1c6wUu+xh7tvIFrjH1+jvWK
DPWxtWPy6tt1xE3hMxKgpaSAQR7SFIfKy9M6uy2WqIqfLKm6EXt6kTF1J1QhTbR8Xro+dBoar1NB
DTwjXBO0mxrPz+Xe7Omym0/OFKdGft5zLa/vw9n4fVlw0KmPvdNhTspUrKI2friTaTKJiIqvW4qb
HAsYO7hNQ+ahm+dpoe2Alu51WIrknOq+h7m7aLTLjY1gMEAU/AvHGZXdJpQgLaBdXtEGeOraYWLZ
rZsX5c5ETQhrM3rKjYU9fNJzH7TJcXAWKvkjkRGp4X2Jc8/Y/UCsstKEZbYRthnPVIZZ2mIYVAdm
j+Pt2OQ/RzVP5i+yXzu8H5vOspJjziSyEW4IyTis025guRVNaahGPkiXx+OSf9JhIw5CW1fE7uq5
5wIGn5Q0Yavb9FpLK/WQN5JNa1qOxp4sdvLG8mCT4en/3DZSklVwZSrwJxoa/AXjr+40OTXTO7os
NLKPKCUMJ17vMTBgQGBCO4bXLuKEa1KJ5sAKxULj3etapY4+IJ9M6uyHhZYPa0giYXzHaBmYHAC0
uiqijrl3lFbB3VTgBnqarTkFDxvoozw1OAR9mqahAZsbreRHUYyYTkdumUxPdlD2/VHNrv9g8g5G
NjPnZZI/oLAEx8uPRTT05mns+DN1W9q5UX/JckyrH4wG46dbBtE2KYbnqf4Z9/mS3TheOtFvZ1vd
NwwX0vrcNoNZHLs19BYE6b493TPXjkHztRNHzamNk2A4psOMCvJkDflsPUZR1Xw2giXQB5O+ouAw
lmo6Tf/F2Hnt2I1k6fpVGnXPHnozmOoLbpdeSpmsKt0QKSlFBl3Qu6c/X+yg+kzVDLoHaKCRqsy9
acKs+NdvOA1ucZ2FzRF0RkZ3qYd2B8fqOnjAnoAs6RkKa8jNFsHHkujZx7FzpxkNjGN/sfxI3JWL
1/sxKFH+1FXRSBSnsF6WaiG4d+he/SxrXwzLLp5K11iseBtc6CaEdoEaTTheZXhzPgBX0Uc+Lp67
ieiQO13Vmw+ofYzv0ZQ6Fyz+quMKA/8EmTY9kDYU3nCv1sk0MtYgCf7xyce+Je6hmuBVFW0Pw5a4
aRyVwfrZLN3tDH/AJbLcKvt3k2ib96RFdo8pCp9zsQ7ehyE0nEsSmfIk80aZ+QEekLZd1BeTk8PR
ArtVJjbBI77e6U2Dp+cns/G8P1Y7zD4n/dA9r3S2H1IcuG7LvhuKGOobCVZCWtRL83byl9xFNbLl
y63pDOO9REvyTtq9ddrmLj8VuWvj3DU1aYwwZv3ehHPxsR3d+X3lmsMdPl3Z0xyYxAQZXd6eyqrb
7tFuRR8xnirvrDTx3odQct04x9A0hqIc3pswLj+X3th9jnB2u8DtMQ7gJMmN140Nuwmg2wG4yCBi
cAzdG3fy64/NMNfyoIjfZ2edjNfUFvIhkg2IB4fGj9CBSRhpOucyk4T6aDspYWzbtL0VXSK/pr7A
BWhNjKOcig5QKrG+WpiI3QRyLW4c4a3vNtsYHv2U6GArm6bbjNCH2Em2FRKzCPOD6KT7HrPecDlh
9VvzLUSYGJxd75vGXeM8DLvgHJZF8gN66wsREeNXi+3tAjkuigssJZCTeayHojA/uSzAJ2Mpwnde
GgQ3ziYkDl09NwAs7H0KKeYR6c8oeo8ylPXrWOWeIHEnlw8MTY4JUTMzT+waGRm+XNQXhfWQYmXz
ugjXuGvtDp0Zx51bj+XkWUqBWBW3+hfcbLZYblP+mtWFIMbarqFse3MNUkJeWlThhgY1dXJQvM5l
/ZUFtXJim//LYzaeAmwJ8V9M7k37+2oE49lDHXtbjM3ImpFtxTMufcMzKRsOney+voyYyMchMPRH
H4afHSeVtAriBMWUcUIGP1+IbU6r/g8rGOqnjGLtZMwQQ47JFBC3kwLNnVCavsw5lnjLKH/LNpus
lcr6NvXOiw/uj/11sZyNMSgOW0RwEgefxri1BpLuHsDqqhturHQOlEfNExUFYY20NpOJPrrNlpwZ
4DuI5BqW1xriZUyzynyFfbAc5sib30AtjD+MdLA5DnbCJSLEFOV3n7Cqmzwz3Hu5re0XBHLGXcGR
hsnlLo+p68x3o+hz2BK+Vx3x0Gj/mNk77q3V8z/j1NY+V0lrusc6K4azv87+i231VXdMEqO7CwYv
wLCegvjNyKpsRVPWDDiJ2Nj0nzKvF4/t4ozY5yR9c2wKL6jjKEDfHP4OryY82H234o/HE74bp8o+
mpJwn2zz+w8SH7MTMXyZOINimB9SOgFTXIdVwg1J1hIYpB8Q/hvPFjZob9JZWX4i4TwgB8hFzIM3
72bSBk6hM1afEIKCsi1b+Jo4Mv1cQAfoY6noHTFPofloRbl3zhcLY3KRdOUllaH44vpjfxMYa/bV
7aH4uMkQ4L0yczr0N7uMl6ROmJqIe8943LV3whb1ETsvUDC3SI65aMT3sMnaA4Vv+NyBpBG+4KY3
ZbgtHOj7ATWHnd5X29Tct2J94sK/5b1ffWs3q8YjBaM8WTis3a0znOCECv6KHt1d4Q7RE0oZ97QK
rzs77ZxWsTeL5ph7hvfgNoQKBo35BRcf934pFtSGpTNc5shSPGvm7lF0Tfk7sXMZ9tee7OGtDNFN
407dJx+3IzzbikI8GalhH9iE5Ye6W6YbPzI2Ql079zKva3Lj8t35MZhc40MWThP+duCe5XnJC0Ew
Thpm+ZumdIMSKhrrJkI8KYrNUu4kYmsVEKd1Ss1GoSYOApNtqkg7SgUiof24qD0sNOqxG5zs/Ll+
VtyeDzt9umBB4TynYc9wKDKAQ8RgeISeBgzwyuiwlOm8iZcAiS51bE4MAr/iafcsiit1KNX9PNLn
u7GOzWZErRMDItCfW8SQtr8lXlQtRPFcm3/RVkPtoOxHCnUb1V7tftuxV1oXuGEe+gpj1+M6TtP2
CDMl7W66hPYGPlhpszYxs86vn/JqHKYxTiNvyE8jURnZyeg7pzsaRg2gYST1Gr6ZuI4md7i2WxXK
mYISz8Difz63tN/rZ3duk/z3wUvl0GCU0kvxAT/LxLIAZovSNu9p+i6ef8FoIW1FPOKqit/vjIf8
ehrgUoaY67QFiZcCA8bsnMw5G1eMzYfS4PQLHbe9w5lHJbqw0aLSOWrEKLp6rrXb1qwRjBdRDW94
7hYjVExY8N73n3Z3dhMWjzP95fRuNX2mWBjI5pIUCU12cLdi818pyAJxGvN5NC7wWor6/W5MX220
xiWvI6U3qLskEeSxkDNIxmMMssnqf3BmVTQbc53VcWHxKgXFQPZH5fykS2NBFCUw2t5egEqOBjFG
GtX2z7tZ3S4jihKXbLxT4rD5dU/UUqDl866g0Y0TZ7S3Kj9soUH40QUvsYbv1I1FY8Os8Fbjg6oJ
glPWtVeys5JhCiqmLONc0avwqFN6Rt2SyPS/7e2YXe0jZ1vZcmfmrBrCWrmrzxE7B1+rKyetPmpF
rSA2TkEKujZnJBKYEmnhxd5D0ldTOCHvttYU6R093Ds7k6U6Z6gUk7pUi0+4WLdZMHmTcUuvzxH4
7AQ8Gnnh9L129rtkkp38MUR+0OX3nIvRP8UTHWCzudtSUiimg436sEE6gRU7k1zHNtS4lfew8zIt
0gklbXG0daarWhdJAAMF0DqxDByxO3uCkYHpd4EO8bJLFWQbKglgm83AvXsLVON1vhny0Hfd2mBX
GS351OZ0MJxCgVnkGx7mKSnnQRLWXsDo8RW8eOXoKiZCFt5yWMdtM5aEZmCAsM0bFi8XctLGFa95
jbS2rr0skD4CY7Ix4Luix5OWl062vcG7NmQBfBvXDjURIjGtuthBZEf3YWrZqB7UT7awfk0/YVma
1QCoVSI3WlJTFqkXmlCwlN5DXrgE4v5EHYMrH37Xb3KyULChv2TWkl+qGZEvtU9SdCvVIAaUXIpr
IzJCC1bTCqTP3Rs0wBA0quHYKvbD11V7JY4bDROJjGXO0kpZ27TuZ0wHlUPlAH/GzA4i5+SAxMlb
whGLyKvKa+9D70ozv50mziiLG2VmE5c4uC0vCw5k/dddOygjgUx1Z1b0oFKCq5j7du2xVrnyESKx
RusRj8l1+ZKzLJifTExsG1bnKMurM3rGafrCqU281spod6ZfHlnFBzMrR1x3F6cDp++7Nndfsi3N
ywfh429+7jiP+c96LRl8Ovs01K64+pBWaLYND6ViFtO//SeSrifd3mbcheyT1mJVk1BP1C4HFopd
XbsLe6crH50sKIZk3YyqX49hBEIqyBKVj/2P5ux2zFrvyxwsVvSNhHBQnsIb1EG/09S1fdJexeUa
BeoTU7E60HmrRtDQoIz+UK0yqV4bGzO0MQZQW1YzXl08hQWh0KpfsZseaY4NLr7qclBNT9tlrUIY
MUlQuw3nwauDVBPNkD70I+qKoqkUWB+uCWOB4+Pyu+6MWr1MeVKutkffroaUun+gd+wCohULV03G
Lru9HV5l2Q6ACv84J6bqGmk+k16j922eXFuMmqJidd56D95GhbYYc/znXTCLHEXxXHQbyF4D5alf
4gFrL8cUYrL3SS9lePMqOdfeDdd9514DKCZGjNALZq0QqIZe/eJ4bXUk5NbA6tIKb3AvdYnWsqqZ
2kz42I3vdpufrsJwQIKMXvmdAD9KqKaHCbCZ2n5k26ib1268mP6r7WdXh8jaXiTNkMmuFkI/9ELs
QxdgtqNLVbQfmP3KWUBMmH4QUggjmNelx8ug2265mBV5wSGXbXvxpxU799tlpd2F72gBAFxRz8si
94PT3vVqlxxZx+3kl2olABpUNY/uoK5NpHwYasgAso2tUgpW+l2hoB0ffzq6ronq605IN9nIZk20
0O9tN5HYX7ZWk0n83vnctkvVcuPPidqehdZuBDK4NgSuHUgk+yMrXo2doIEjOyrKiOL36ifQXR0E
3K2Yxu4mEXXvjCfsaWRZ3gF/hm13sXoCn+hHR/6y4I3pVwz+Cz5hhYlUEq4vZP6iypTUbcLEFHr6
CCMB46K4cEqkozd7T2zTDH7H7VQ/B06xqkrRhTtZcyjrshm+9aUlR/uj07mVK46eOa3BfLasVZmN
mZhQ8mR0D11OkVKd/OTQUcCr7nlJ+fjsX7cco+zVRqutAlIOoEqHd+Uo70I6SmL1qfgeqgeIIl9V
AM21G5ZAQ+RZmdqXU29edMl8NLuOEnHSSNT2gJPc6gDHDdwiZHMDnwPbujuJhzCXRn4lw8YdzE0J
bCsaz+VxMjhSHqEdEEP0RCwER9Nj6mRLUBz3aIDdCyMKMUuwP+e4KpURtNvrTN6HsZ7QdTYNTvKY
CmPZ4ARh/inbL70Fl+okyUOZ1iPtc5e72CsdR79/URmBM3wl9OM6vK50tTSVRNvfFhFUo+rkB73g
WZlup1bdXTi7q8+1p4jQDAiMWBQha3+ARZcrqpw3l4ogJMdOzdA8yVRjTSyB2mab7uo32tM94RF2
Ro4pD56XfQ4/ELclhkt2tfMd3WhG47vTJPY+9E4TovGpGu62bvjvlgO7tZzR43CKMEq7qu68nAbW
Pa/ZcU2OLs9FgTmW8yQp+siHq3NUBShR2YL5u1RWG8Ze5LSOQPQLtvyqNDCTlIbfAGGSR1STINmR
4TFQHeELt6BvNQ5bAakLxBlWYkXS0rWM3qmFKAsJ1LmdDEcE/fGndx55ULwXSycstRQtXJiWmOgd
cYqQeHn3BpIFrmBX6np9pZrVK3E49CHz1S3s7rUovKvIXZe2gDBEsu+MTNmtPYNsHzNdY6tGPGQe
ZawzJB0G8pcwSugxXARCsKsiuaYcoypT00aTyMLSVJNsf66YjKuZArlATcMlGdTsNWeWEy+Oerwj
TLI1m7mqDnpvA0pXXIsVMHI+BY651RLaopPjwLqPmf3kgd/99QDS4zd5uy/7Qhtv7iRLohWUunM/
Jq0YBvfWsUbRSv9Dn0hT2St+2pBnSq6rN/l9ThOJpu+dMzFprtrab7UCEljY4xKsRs5air4v2IYW
OXPzSrS+B2hVmoSws3UCTW8IV0etunuP1V1JtunQavKJuE5cTSoRdqotZ1+yYSKptX00cYuDwqmV
yGWOl4Z31A6WEBrc5gLpypmt2+Zafe/sQKNxCA+6z4TFynca8UbjZvSD1kMugqHIM9L/ZGtakDYa
sbXI++fb1MzJtOvVyzfdBbwphgBOCbX12BWg+R6VkQ8Rj2zVKyjeaPjxukUwN2MTx7i6iVM6W8D4
QE4m9maaRqvfgzOE6qVrblMXpsoDSbOrU11y7xt5xNmJr4q07n//CfhAvaKdowV5Vm3QVu9lIakD
oZt6+CnoSdH2qI7y808zcs3gwD1GDddaK7EzTf/t8G2ngoK3afB9P1l0+pKHZgEC2AmXmkaY4cbC
K9q5XprCg9G/Gup6H/A1oAFGeY212jZFWOqdVj17c12UR4F6mIqwoiXJ8AjVUhshc+B5p7ZUJ7E9
x22yAoWj4CymDB22DiU/Rq7AG5gVT+OiXsbKEs2HSRBsPmW3Pd8NDPZD7+bBluAitEx+1BLvkawN
PlMd19S1XGuYvVqcohmy3lHZB0OMG5I57aHcaJI15y94LWSqqMVfk1M0aJM6IQjmwQMdDAg1Zbvh
3XAYVaL3XVNfGQxbpPxXB9B5sRWTRxe7+9ZNPCVVpqu1T21GhBJlmCaWwiWnum9BNRgw/hUa0TzE
3blDV1H9lR1c6Uo/dRtFhcz1SlHk49SAjVLeJMadpZOssNjj/LMzY/Z9gVbbFS3TY31/dkbmLGpt
u8It+4zTteYCJYT72D0CdjYIjA9FXdXlU4I3VfsVmjlH/oCFTL1eDXeZornCZNp8Yk8cMJtiqinw
it7YeqxNs7F4wh/F3OZDay6RRdWjjjMy7xRhTZfa9BQU7WZXjTlb2KzKC8rE9wbqr9pNscRSZawF
vV3tTBqf85xc1cRFYjHMNUeRjXxVDtIpsUQvu7nDbqUAL1St7/ooEOpVfn/U6CjUdp6BYvHWA/9K
5g+WJLOXxxA40XcPvg5xtGxqee+4O7PsjMidIrovQIQqqLpE41/6AGQsEAceiXmxSASn4TzLcN9E
qt5WmuefVgj/PdYB0tp10mlSIjwj9Yh6p0C8WNPfg7ZanzAsV2Lxn4pgTSTiLKZq/Z1WpPTX/MpP
no/mIzJNOSXq4bBDmCQarngXEUiA/rO6ct52yKVJ8yGwz4u9mOfMN9R+uPP39EDWttVkmQ08PFx/
1DvRSjrqRA/KvGP0/e7s06Ht7h8rlm/5jCCiWt+VLR7yYawZq1vXKfLsLvfZd0cdibJHMexOYaLl
mGKd4DFu3XRnNRW1yhm1WzcRCmOkiva5r3vBLBXHcLdHarUv1k9e67VGS9EqMst3PEVyqFNlZTep
qboflRx/VmWD1Fko+2K1eyjtWodaV27SC5UNVQa5hYLKNgdlukA0lRP2bKToy5oLlAV1RRhUKXmB
5YXZsGDfkRRgTPvV9pFA9f1up8vSWVY3lPrrYnYXUgRCaz2C0SkH7xIqEfNSs3p9dfjn8WlXJ5Kn
GHVgY7xqB39A7opJrNI9NLlewwI7W1NPoiAH+udQ2rqqzOhMX7nKoOZXnxpUNe2d405zbluWMjbq
/iqy2XVr4KUbt+ttnRoKe2EyaX+STVdSkHAViVh5UqjPNMORP+h1WbPLLwzCMwM6YkOOO/JBy0KS
Dbsn+2b2hoDScT9L7pxyXR9Y1yP+OEInTE9Za7lD8ZHlThXmuDurBx6arnql1kpjBDCUHM0wgeUR
oDDd1/GsRJzDLw5I90AltEnCrot2XVVENwVBbDKG7qYW952Gvk+KIMU87msEpsvs2wnPiTYm7DU1
tKuzNWBmFk4PXr4DENq6aeeXR0ufjqcqHND80Xe6lqI75Lyz7pWwlVeY6aov1HYpswYPa0263L0K
ZtQLrnmQc92v04uRAfJyogxry1ruNosAGWIt/Koct8cG2v/iPSEXw+9MYaVb0pTZ29KZ1FDnoKjt
/MNQwK7xL5ntT16IxMlKR/MyBJg3xx4o8jgecn9Y27fUbuS0HFEwbsUTR22rPPoNKbvjbz12j254
tBG8YFzrbZsTnJoEcOiyTUHjHxUaZT32OV5S91MLKSq7RCUn8fdrNo3Obb3WsnypGUY/PIO27kvp
j9F0xtV3o6+ZV6sPHA916k7O7fi72bSdfEIVl1SXZOL6YFE5MLol8w6bKe+E3YJ7AfPLxvdLx9g6
V3aympdGmvN2b2NFcixkbsOol3ZAXZCy/EI3cSO5xgMK6fFozgv8L6fP5rvOm3wJUsP5znqot7qe
EXg1uX/GUSXCcsbeZnkfinIzu7PbR8NAsyQkAkyc3XI2yJET0hgfDfIHyvUANxdGfyxoAS5G7NXJ
XDg4GJm1E9CtNTCmO4xbN69QncK8n8jlgljmLgcpyBTKY0FqO/ztjPXBP5pMAwcxumt6Dwk0Y1vG
RlZMQXSHPZEY/NiZLHPZjhM9q/ldKf2qe5VeDaslmjJvvkdFOsozlsF2TRhbad4IjC/wkEbt8q4h
Tba5bUE83ceo7KVx70nMF7+FLMrNt8b0/RwM1EDf/aXa4DsVp2xcJneKe2jmDcgwTgFf/XKm54TV
+W/IUGhfxd7u83RlNzNEFKXeY+POBrBGfxPxPAaO/OJtlFdK4raAtu3xPBo4DKw0NR5gxtj+e0gy
PJm4c6NVOiRhFPSiCBWgCSXWynNvUuWrusYValKcD/SybEBiYV3dyd97oaxLfK1CEEg3pt9CkHYO
B7pEkqmSBF60faetQ5y0A7xmUy8YTBSPmk6sPyTX/UtWv4nNWX+KZW0B90R6E12dvZeRV84cMsOY
B8l61CTlfcPRkKdukSbYDV3XZkydGKwBTHrzMGKGwZ0EmKwQSWNvm/c5mdrODN8t7lYb4akYLJoX
QgTqiLRZMP3eevKoJDTiayH6zzObKo4Wq2V169FeyE9DEyb1VzEUfvJ9JiQdgaQ5mdXzUA4ungzX
9qa+23XHna7/pNn1Yp0FCLNXmoNNM6gvXwJ2svUkQRfHEG9BI12cIwa4Cp8otBuPuFYlKTdpw+HA
wkLUD96YN+FlXQaomYlpEzr3rrXGtETnSzea3J3R4zjRk9BrzT0lBerbd75TJ9vvI4WHDbUDIuV0
QBkGXnByhgJlyKtd2rllXGRfCizJPgQ9Hx+0N1B9rGi6z7qR5c9AS7lmMsJ2W4iU3MZD20z4YC+V
6TWnsWu7NoY0ZRtI2UjkfGqWqIX8tM5pTgnghcUZt6Xu7A1zVl6iYYWehB9AEEFcz+yPhWm05lOP
wuo4ee1Cy6gs/ygQr75gE17cSDscv7H5DM0x2Mz1lERegnZnzfjSMsiGe0BEvPW7qZnfJgEGd8O5
Tn7IQDGfqnxy7sJ8mk7jHDERB/Bl93tDgG997Mlm7C7ZVC7fOhdKWRxu9iwOcz82X9u0wQlmhQN0
RNUdfOwQK99jvuk+YIDh1PE259l6tr2qffK9Jf8KXbx9x+pW8pZzN8O1r3I+Z01n3AQJ6zyK0XW6
sUtrRovNIdv8Ai2aVa1s5PAbtXx61/Pyyy5O5OgExxSu560N+v0d5cVyhwNoBuuji9Cr0ILg4RVN
b3+lBVF4jzbHvBqb8Tm3DhkN7TbuOgFCbvmTf0kDKr1Y0Nbybz1vEwUilzDNIYPZ/detrmAgpbhg
YNFF/w4eRYmBx2ojxLJzs30kpIFucR2UdnHMOSDRt2vlbVAJ55hbzvyQJ6n1e2jK4Av+RuKbyIrx
Duaj825eLEZZ5CfnqLFN+Eule2fPfREeBnD7JbbNpLvDpkL+wd7GzjAhWvrDsNz6nKXMO456n0eY
978nnIcIZJ7z97UZVefBHqKL55nL2cHf/4td2dlLIjz/4EWFOM/GlnzIcrg7wWyXdGJHezlgh9I+
1a7DkiqMbDrCsKvai1MF4vsiDetjH/bZcioms/sG93UJjjAbAQDdzJiauClSVpYE68RD26GDJOUJ
7+HSKJqncFi6/mSOdlUdp6h2IJqaYrogE59f84iz2LFOe/Ngu8kEMWRx73PcgB899vj7LR3hDWar
99Gq2/I85gnZ6WQC3OKxlsKJHOY5uYW7OaYn1iX5MRzX9AGH0T48NVRwz3Mq5u92M6Sc3qaQjryT
N3135Eacj44K/nxvLgQg0YnOQ/PQYMP7yNciWk2T7dxOQ/WtNPA1/pSHE6HX/MU5VP2BH4I987U2
zDq5MY3JHz9HK2Qm7zGclwBFIcfvLfI/eSFvaCkO6ldEesGqHUIvhHUaqIicjDGzR/AamVjOaVuB
gtFZDtXyDj1UMTzaMxKSW+g5jXULjlZYX9eVxIP8EEZz6L2k6CzyMQ4sZhtriw1kPBwXEqSrd6Zp
V/gywRglHKA6FqvhR5uDBJCwvvydIHoAJtHAiYZ68A7jHPb3slvnY1UnY/C4mLlJJ1qapvkwrymt
3XpCx3qxV7G9l1iPBLFZeP17kUdo3AlMsLOog6AIJS3OTRrsNytyOklqBb2iI6kqA4KZMW3NW4ZB
6bzPx9Lb9uDE//i2/Gf6JveUjf4f/8XP32QDWpNmw19+/McnWfG//1J/88/f+fNf/ONRfOtkD1/g
X/7W5U0+vVZv/V9/6U+fzLfvV3d8HV7/9MOpVsH2z+Nbt354IxVhuF4F96F+8//6H//2dv2UT2vz
9usv38hiHtSnpULWv+z/6fb7r79EhOj9M4xEffz+39T1//rLpXt7q8vX+vtf/+TttR9+/cWwrL/z
elybMF8gRtNRehM4fOo/BfbfwaTxTEDGHSjXCtQPteyG7NdfQufvnJQhSZByAF2SQ9Evf+slMoJf
f/Giv+PkR5ZL5JPkgwLkl5+3/qdX+P9f6d/qsXovRT303Mufud+2FSAtNNXnkE5iW3/VV0iOC8gu
8hl+39iOpIWEi5o8wyhoG9l96sAsWitKY0IQ+jlMbmdapu0L1VfVPP23x/a/Zbj8hYfOtQQu+Vhc
hokzFeeQP2s9As/LYSsH1mNrp76dn7BjzLBTGsRsfB4qTie4Hsk+FUeEhaBZlxSj3vw3AS/vkwqf
IuR2qAqqrBDngAuBt0743Bu12G7/9XX+j0fGdMIjCMsWTNY9ZFF/vsxpMYNk8Zzy0bDNMo1VpMfy
uLDkzr9Jl7zQY2WJNL/MnZ12MQ6oKqATobv8N8Yi/9tl4LvGmyOEggf2l6flrK1cl7AsHysO/vXX
zpmm7Gw7VV7EtC9lcKYNvPjdsavTJrrPzakc7lKcqcN/Z832Vx8nnGt8ZGIedtOux7X85Xkk+ZBz
pJyjuwqnsMy68+VQDEihxioy7xsiDu1Pg0DjGGMXh384lX/R3Oa2n9Dfqc314V+/nb9kW3k2l0NY
DelDuOpQt/zVjmSJSBmbcye4U7rz+nlkd1hjOUFqpZu/QN93z/ABinRB2x2An5MSgSklPsToZIpn
2efO+m+MjohB//Msw9gGlx3EvZZlMZv/h6QssbvFmTFavKwN/fvo3VL0SrcUzYY6vuZul0rjsBjR
PC1fUGC4wXQLt2SDxrxuef3Ob2d/+GNG/Fy8Qjtr8x8ZeoMhia0xU03CUZRyCQ+GuaRmfmOyEy/j
xfTM0Whu7IJYvpelXmT+w4GlXH5KAUe9P/IWrDCJGTb+R+isPpl7Cxmaa3iwqjG3k48QWjFmPWhg
x1n5BkkrBcUCUNGWR0l0qnLZobfwi4GPPRRul6OZIkRPoXRzJc2WcPJybMvoAvG+4M/XtSuG8Jhv
hfpq2EGCn8K6TXrAjCBSqkxrCBErnESEIOQ1R3ySridcNlJ+ccndVK5HhxQpgKQ0NxrsaFnSan/5
AHvbnxcO/HTzv4xVvw6/EVG4WvWd6w90uKG41vx8WmhJJ8gaJgNa2iHFzIb8h7KsXZcAebvlNiqc
0xG1DJlR9ORiFQlP7khuk/pvTeH3/lOHmYz6Nx85mXcTVlXUb7ewebcgPUPu3JbynQHrYnaeDZL1
2NR35ljju9Bu2thwvcZT70cUq38/4yZRd+9NayKS7Wm/WtEykKzzti1BGUBoHkldj33Zg7scttGn
55+sneeSi77hFuLFOeFHLNRJJy1umWFUgnVQdDFeSB0kHBUqlt03xZmgPzCjOwgQDgMPS4SIR784
JClEp91UH7x9G4/R0g3c8ZSh4X5pN47tr7hkNfmPKNV5Dzb+5qiY5KyEckVf4Z5wTOq25Z3sP8l1
w/DwJuCYDwqLJW4kX8iWLr0PYQ+k8IL7QDc8UZOnP3zWyv4zjOq5eRUTBdWDShdzeDhuYbwMXTsm
JtYNkPJGbMSjjBc6Fob65iVDwO9gyF4Hr27rtfDIiUDi3pZ2Va9M5RkXrxZJ595nH4GCd27EOs3H
ERRwfOEkm3Pdpb78zK1X+RrgDbxiFZMX/dw8Nzae4NFlMEyrT+J83CicjtYShEyNQZoj49gd0pm7
DsO09Z+iCLmOc2vP6O2MA0oCFI53pltHQ/loyyhxYs4HXQ/egaxS3q8DQKyIsRuf+/f4UqE4OQlh
DqEJm3jalge6XwMIaY+gp82hW3jGdEk7HCMkb89FlHUASwy8T/OK1vrF6ixCe8QgWYbiHmxgWRBZ
bdL5skl03MMhZ0I54rhgf1FsB3Q9czXe2TY5FNE5aAUcjaOJVdv0wSzBI6H0e61q6yDq5lnT2Wcw
EOmsfs1tGUHNOXM9aTXvQ3JaGYcQlXHSP1sukWXOSfiAE8ZTGUSwmTdQRp6SqP3AveGcxokY38RC
YcIIyK9Y/LTUPM7eiIr8h55qzjCpP4ImUjB57S3KJ/FR9a2NCA+YWgn3cCTnOr1MrEwY1hn10oWb
dGptk9jF/Mg7/Ix/t4yka2+izXWnLzBqPMjZGdrS6CYnbyH5UEPi6kjWuto5lA1uXm8mDqIe4yhN
1eRYSMjLf6RoSznsimLwJyJ9K7rybTynIWYHxFYWzjOocCdeGns0i4vVdmR0o/ws8TKAXifX/CPL
4BR9gGtEWl2M1ctGPY9w0pYPSWutfXvY39MGy5rptXeb4asH4CDXG+ZMG6C98YQ1R49QNVuqotJt
xm8BPO3xt65IRUB/z5kplwAw6sWMw1Y2W32y5mZsTi4sdeM7lOrWeLSwhS7qM8VU2D2DrZb5jU/v
ISM2zxglsMe4GffFMJKJeQzL3KlukOs30RPxBRY7PE1J+O5daRgzGGkjkvTFTTvV6IJdmPNW9JRw
Etgk+B41ahHn+dW2wYHaTpfPpDaAdsZb1nWyONprp+bRPIyon1oajvyQyBTCU0xOgdovw4mmy/2A
uX/x6qBMYxgu9dh6t2nRe+t0RspSRR+G1qVzH2eEQfNOy9yrGRIcYVWLtfIG6ZWHBPJ8NcZDtw3+
efODVj444yTEAwO2bm+7BQVobFllsBFZQaMwvIMqFTKhgeSohSGgI5gj8KkfbPY6hw3JMI515PZY
Z+y7mxQYoE6XrHH6tD8OXmdl78uWBt/XbevVpl2btho9rgXJv8Yn4rqhF2WuSJY1jGM1udZV9bGY
+wqg3PfgPJOqWth3CjvxMCo8dJarckW0vxeZFmrTglDe8me4f6qVvBo5eCQkzVhqQ86hmTOj6rlX
mygMScHrKockV4/KDdTU37c+6dgiGQ9UvYmwb0e/L3nqPlH2fEPgL11kQI6c7eBg8tS3Jfa6buB7
ynq+fjIiJh57BK7IR6beqlTbdRgaPMu8NKlkhmrGzAY795L3dOj8nCkL0pz16YfVTLay+5wbSWv4
h9ksZHvOLFkgC+vcfmZWtuCUrLZu4uKh/8CpYeGGMf+JavjGzMHQucsTfpb3wwDoap0XyHH8AeZs
qigwB8/iS82kV4XFHkRRBJUaNxQ3iughyBUyCGS0C8YTzvLXb4CTWLs0oFek6eapEqXaRb2UcE8T
69qlSZMznB21PVWtR4vtMzwqoylfum5Ui1WEmNrMv2Q2LNQibreAkzhIKf52Epc+b1tn+FNjZYcd
a+M0qGEOfqoCb3rsvhgX0sFR0Xra7RdMeKLcRSPmkgdJho3vIgXF4tF6b7fIIvPXrW6hZL3DRa7g
USCg9dBRAIPCkR5ADgeTAhBQzpquT6rOEMs/jVmJMOqLMHyV2bnXBpYoxPC1ISxo/LwajsNkRIEx
AEwTJUzqqVsNahnGbE+oi25cVRg66tw4HPzMheHyJPKMvV+MEqH9zYCVFa9jL0CE3Ul+n7ahuklU
c5TFH+eu9acPXdhi6n83RcAntGNK9YFJRyqEvPfGUTKJOGMZC/UVNLHe9jlnsGBIF4mk7dDPQ9du
1mpcCvAlLm3/iKCi4iXspwH6EU/QflQjf836iiny/9g7k+24jSwNv0q9AHwwD9sEkBNnkSIpbXBI
icI8BBAYn74/kHS1lHKLp3pdXshlu8hEAoGIe//7D4pIan6NVsNdc4PayEQ7XNRv65lowPXRxeCf
66p4a5Mh0dhcllEa1AGILF4/jh6RX5nTQWFIjN9Ilf1oO3BiPaDMx/BnXSHr18yKVnZLMGZ9rp/h
x9SlmGSqqDbLUDEUJ8ZxGVuVe2dQ2urRS+AbvjjkzkY+lgaqKXdg+E31iKgAHA95bQ6mynS1bJth
r+ECwTcuC+h9vDiUn0FGlmn+kCWqaKH2l+lC55+8Ue/SDqL+NcyNZX4gZdEAb+5JB2sR7bU5bqTB
IHgyxgWgL73HJvesGhAXabsy9CELmmjzz1M8g/p/Lpe2FLYPYYnJSeDk0eR4G4FAcArFFGOmuJlp
o8khzAsW1DW/12r1TSILvfoO/3NAgCgSfYkAkGWXO9q5HFy0yJ9coAq12HpYglvyyoTf5fa7ZgDi
Y7NLY+sG+b5byX3udevnq/HqMxYKpV7/ySy0xtxHeDuXSljqel9eNd2Qqu5+EtLtlqPrzLIyfAq5
xECK3MFxiHyBbEJoW7hU0cwZWWV1tp+A77i2RFQWk+KNN+Hi0G5KI8E262+P75Hlve54eA0Mn6K3
0vl9y25SHWFEQG2jFOzE70byA/Rl1G5uNmdPXddYmF+VUUdYUyjpicpbRqyNip9lXqzEHQsq1QOh
E/jhMJMrHFtuUHpr5XwhmSXaG0vBeGrVNDdWo/ou0gzpPriLxrqxEUh2+saMtRTI3urXchVP2LV3
M94OuWzV2BS+ns0zX8F4+79UamxiA9iVGCQX2BIU66FOF9KxZbw1qFZbrb/L7FREym1l8fZmZC0u
03UUQVomzCnyONJZKBSTy2uPknnZ67lQ8DNnUMvWs96YGzJImOGs7a6OTQDHCGr+oU8DD/OBetpi
Fx9l6eX7dgFFruJE6JHLsVFQ+EX4s/g1viJJe052LVjsJ5rFaNAgAiMdgbKkkcxFhIkzrFv73JHB
ORMFhXEolDIXO8gf7FcOO3syWnokv0YICAoZQL56rUmjcr0tSyzWbgNOA72WEbvrhgfbzOHMwFKW
b+g1/WpjpFcNhIlNVpJwN2zz3szafG/bTTK7Ow+sbZV3q5W4MaQhdJ51z21j12DVkFWc65yrBF1p
+d/HOL43E3sk0t7X+/LWxsDwiTXBHMvuqgBTjyHxYzjy7GwA5awyf0m8hZ8yaqCtvf62LafUrTRI
b4UzkUlEM7eKsR7yFWoC9rPybctDgOlRz7wfru/0yZygvSLdYKu/QK15t9Nr3iqfVGKXUzMVU9dS
QXfjdVOVb+V6HJVrT1irymtDMeOBty8TY8UbtGk1ptm5fdpzQLidthZaKrblbR0WqeIlZ/AYo1n/
OiveNC47ixs8jQErxPVuVVPIOg4qzI/jF7TeMrqFRCry/ZImCgHCQ6YMGFx4rJ/ShEAlTJK6wSm0
dq+7bu6+gBWod6Im8vxrMhorOkTInZrtTARCzUEf4mi+b6K8HP3FXoxlFzfSWO4orRah7DoSfaf0
OGumJtKgzeslv58EA+kvOgEXZIcOCWTuAJE4bMhNrJEp1yCVyvv6U1qKxYY3UBipu8fORkHc6S3z
nIeynswnJL+TflAqKbLnTOpagAlc7ewgk3iiOqJZGuzDIgdluC0NrY/IREzX97KrkEt5u5WjHP+I
EODHXkCwVpUHZgzVm56lyJt1lMCOhStM2cBvCDgmCYW/WFuzaKdqk6yqM0Vy5ygeiVnosJdPVY0o
n0R0y/N7x/VeZVMGrFXPG1Lw1q8oBmlUbHN9QlcZew0FvAP5V2GMWffAij5h8g6LEkLC2qjHfN86
eFv/sKDW30acz/pWTfMCWwB+HLYNuxRIOn966y/yaFlLzfc69/2VcKxhLasFNpKsWgUzKfULsAFz
1GFOIZfO5vrct4vhNuPMsL7Ht3TDfGccUDPpaKRwTpXDezmyltZpRkRBHXT50mbnEpwsw6sCH5iG
iDW1Lo/OsCCEDuZ4WreMdz2hQoPAx3uIuXn587qM1mYmUmklG5Fr6F+JsEQjBZWHJ1yvY9aIdyZP
8U75wb5UsHUhy9W8MBfEAmImVk9jcccrhQBlAwDcqiStWm0tD5FJItElD7AZL+O8dhf8R1RjUUkU
ssWihmDSU/dieF7fvVBL9Nlz4mJUdM+ESWUZdu0ss2eZwVBjcuiYRBRxXtit2UN0Udd+CspA3hCm
DbVm/goFf8XAppWv95LlBvX0LuowlKRZJ3yXx4VsdN2/62ZQNVb5K4LkWGhy0NpX4L7ZJsfWhdtR
iUllB22pGKiNRGrxD9ittPYl2pP1JJg0veJRve9hvHEu8ASG3QYVTgohAl1LbkVettGsVinKa8w6
BQ/MfjuHepU87QIRz2s536rG2m1Es7OKJbEDoha1FJ2XImh4Jcwl+PuQXkEnbnudr2sg1yxgEHvU
e7vdzZY6p+j6WDr6ObZ16+JLycGgzit7Kupoo3fGCmgIu+nIkI5sjSG4PznG0GcBw/mIhTkhy1mX
BEhw4YF5EJFmBzUMIM/b6L2XN14wv2EApVqBmKAko4lWxMT7E1Ua4Ua+p0FbOLhyGNSHpUkxdvYM
rbEvnbTRuW0QfOPxLja1frh7P1PVqnlFUEfgb1gLEAHmZzxhYGyERtKN602L5557PZbjetMoudfb
FCWTws6sqLzlNU4qc9f4HIHrqdlq+iw5NQ0TRNh3FL3kZqhpq3Vy08Gk6qtw8oxI6fiBHvHK2TsM
kOdvgTUtu+TMVvmG5QHGUjlI6ayv/XuzGA9RR0tR9jbKmbWtdCeyMsUAxYEXdLaJqxTG4FIm42fA
dtJ2FhSXjRN3IGL7FLtmnosmDduSG/BRN9Y3+ZCtf6vcmmsCzBOQgllDSckDafEK5CvEir0W+CXZ
iTQrtbH+A+Q9PHUvUiyeSin8+Q1RS2FyGefc97q5LCR43wscrVil9tKm5dJM9JEkRFIY4Kp/MABa
5yo/J7lYNrZ4hk2GAs8Vr/cTn7rCYBVOJFT/3ZTXMQq9XSZjC++KLs4oKlCbv7oEe71V0lbLdgVT
/jxv0RmG/noZ8EM1cC8b4acGh+pkDiUx9Wx1VVsO0ezhVfnVaVEKteeW2nkkfmK1nuLgo6sw6VI4
6NlSR35iek1ibub3d6CndvuBSMRSfQDYLJv9UVHqWvcHBWsh+quJZ3sWS0exn5JpcjtsNCwNj6eB
jSx/wnFihUc8D732UzSY/Pm+yv78TU8nSwYhGbjQGagooHTov8UdKVZGRkI6Rtt39zkHoRhVDOTd
9XUqO7pwaqy3gtDB6hNWTi8kju5bM23Xmlh/w0b+fFkny4AMB/Seqk6ygMPklFEzz+enABHoQ+nc
1/qwLSle8q2iS9EcFW2JMWVIYvsSU2KjpM5PFHcn3L6KPxq4nQy3uADPc1R8f3RyJdYp168XgLEN
1keMtbeaIjR5gUFuoW/Keba+m/qoFheJkXXyGiyUfw27Ut4n8XqQdBXbyUGWWj+es/WmzY7IpGLO
ggIy5JelK6blg2CIUy9B18Y/UDOZxZN2wiuzTlR/ulOOC0Gyi2ZJuKpiu1uty3HYIbm46y6qUha3
ldMM0wezv98WjWvzcFyNcTYWafZvKSeyMKZV8NRv+3pR3ctBXVLseLJcsa44ZMdlyw2o49vB7U2x
p2SKigvBaKfb4HsArPXB26qdTI0NXlPijjzTg+FtQRRb79FP94DsjjGna+tAPVXvyq1BcsOe07s8
LCW+OTv41cON3aABoCAXmm97WX9TZpi7+onrLF/GMo/sFw/O/oXekdcdmjbwtq8DfpubBPx2wlHM
wXHKiFOpfLDj/cPFa7pKkoZHfpZNwMevF6/Nwhy9umu3GO+5w00+TpkT+TKdDOzlJ6nfL7O9TFdD
gzvOj3GgLIIC7lovf37hfjMI5R7y9rPiyQ102WlOLsOUJvRA3vNtiuDhOFH93PSjoQP9xgNU3E0K
tqGFBa1nc07EQBafWUx4W2Zq0TTtSqFE5g9skDsqvQ+u7PRV5MpQ7pAopKtM/wzjZC9YYwUz3bNB
jnVr6I+QQEfHjwuiWgJUYE0ZKJacjV0hkqpHspOsg06LBM9tkZmFc4cfXDTFfkkZeluQOWBdTShX
8itWdtkd/3ytr9fy0/G1rkQ2LFLPYLE4GGufXCu+KcXsMO3dNp1TfpZOD6VrLloglERjVHksNa0n
jZikpn6zRKPlG/asxXu96YX24MwGOtgyMkoAepLdtvj+Jltn1PopjCOt9E1TLNWKS8LsltHiPDFr
TafjVDbDJ1zjBNhx6vYrJD3YxxTuDFZ0A6q47MLDr6FrN+0Ui1vHgFkL7GDyCU5V81NaZizygySs
db2c3AnXshz+4g9eynWH/+mdjKFFtI1LZzVpy5zeqHhRUelQgFrXBg9PkBRipeerOvXzn5/BP34w
0iObMAEXCHI92n/6YOnWcTkMRr+VJNuPgWd1gn7ajpOtWlaiP5KEitdU0WlSXv35k//hTXYdCgdM
YCzLtOx1If/0yU6lywiPlR6Ud7GmW4zmnAdGzuXLQv3lfcGRMdZJsm9yLSg5iheMZJgBfvC6/MPX
p1zBXt82iC+En/XrRdSAV6bijnJLQyu6regnrfcVS8vg1VlaPGJfYeNQZORx/MFJ9E+fbEEHW08i
lXt/cmRqArNZ123kVqNdt+FARmX0o+Od9tNuhAewkS6uHGFDpsRH59FJ+NP62sEbM7jpnIAqH37y
pXNy1afZQ66E76gaxHY3rbQqzQMzI9/OA5LRgoUU13obg3YWu25Q7MrnsIy6M/iK3Jw/L4V/uheI
uj34Xia+gKdPAWeyBovRsWMfqCvrnPSK5qVwS+9c6BhtvQztZB8Xd0r6D57+ad3k2h4e0ypVyypy
YAv69UYsTaU2RP52Wwv9hxvMU+XetY3e3WGTowhG96KBPoBIb8Htz1ay8M9fW1uf8a9vvUcCF3UB
L4BOPXny1qeLlrb60nSr22aBQIWudQiH3EmdwGSG6GtqrpLskukNAmnhWspVPZETC2tnGY8G+9DV
IBFib6JctN2G4fFgb/98ib8/mfX2EAFjEoDJ306usG/dHlVpwhWm6TwF9Gzu/Eg8h3LwvEjrHjFf
g0vgukP7waP5p3sDA5BIUYf9AWLkyZtplonTe/PSbhtjFHc9lk4zkBdMbd/GAL0IKrOaHnJPGh12
b4V91nt2dU6brd+o0KZ64B2NLI9zCwOnJ70fIveDw+sfqjpvLem4MupdaG8nhxcB7AsC00hsJbLF
b3hhZwzuZhKswpkINNsnxjP7kvLgPxmzlh0K5hGDb0AOEh/cqt83Um/tRcgNhFjKFn5yIbrEILVp
ynYbe3aisJZLHLKw6dWVQ6UDJAbzCD0dI5QMNssx1qMkzEw1Nj79ealo61Fxspotmo+1D11Xy+m2
4jXZbAlPEdverpcSjLM3ljAbCgZyEN8GCFhdNDzXYiydjaIO0Re0zApjUrhXFznWHdmONV99HkvE
Th9tees9OLk2x7RV/NAc13XolH5905O67EVpLWJLNWIbIRz14pxpJb5wqhqfUVpA7pdZ9Vmp3bkJ
LEUyhYqhDWAYNpYvbSrm9IM97zTHEyMU9h4NZhKVuAnL9+SSUOrUuJByu1DiGu1m7GpCn70O+xZL
M2Ibp2vX3PWFnT67THUvUF6WEO1sdcXLcF13KeEkt29gcxbkyJBXtsEpCStA0mswKCpLddv3OpDM
B4/5t9ODg9J2Xp+0Tdr6KelUn5cu4zwotuZoNwbOkQBF6ec3N0H20tn5JCf8Vb9LIwbNbcfMTa6B
JKf2C9ZvUsFv3ljjlP7jq6IOt2krENUZunHKyAVsbRTDLtNtBycEV/apK1ZilqILN73So8K1j30P
RYPTfaYuvC/qhcHKMvaRbYVOWWPJsp1ME2nDny/sNR3hl5UHT5uTVmV/9/B0OIVoKuhEg2OqUWjB
8QNWMt6ICgbTVwClyRlAtOt3Jh0uBnDs3kghbzyOvrH4V5narFTIXM0v+bnJ2jd4dMhzxv2jecQb
zMQSFQORbNqbXpep323bXUcmonNX2PrPX+i3E8HVDDAGDkzDIcX99EZj0JEy7FY9nDL49Vs4LmrN
cAAD1ZBciDZFtRwhp/F7B2/Xs9fP/q/64AP1AZS5nx7Sb/KD2yeak39dpy9t+/IvVAj/ukhF/4IP
+89yhNff8a5HsOy/VOI01soDhzT2RY6Udz0C/4m+2mWrBD4D5fq3GsF0/lrJhA5CAY4bQnvZ/t/V
CKb9F+/diiS4qEn5cf0/kSPgR3KyWa/NPe8xH6IibP0tTZJYAwN7ryHZJYuBbe+YPvCZW9GV504q
oUsx0thkyxyHhSYTjDHRRE9nCxk5W3fIdknBf6G1TPZY6xFkrRlfsdS1N70qQrPC41BPyzOzXI6w
grZqrd72dfF1bIsfZmP6s+WcUekdmVxAc6BhwFQq+05HfUCpd0+oBCTxaJKh3tdQMBjtao3nr/8j
i608QD/f+OYUP5doEQicWAafznfaDIbzvGjdS5l7SoiJLuQH5JVhrsZFwIl6wxe+NMzqa6rq+9rK
1SCLohjHu7TbJAZep2iVMS5b6gB97HKxzMuyZ2wHwQDHGQ9Wue+l2Q8XsiJYRwtybYnHoim/enUZ
Vlp0lD1F0phFx3lwtlrCx5cyf1at1tvRPsfhoFXN22WlHW7INJ27YqgavKvjz55yNTXGNfZSeQj1
4us425fYWIHdyfQ7HBSmC1zJQn2BIZaHIYZU78tkaK5NEbnwnIFDp5HBsO4QVO9k3wEXMr/On9sy
Lv0SMGcDJfHSrLWHslMgiIxfB3u+7zqeXJqTKTGXyfO4kMfkZo0Pib4BIEgbHyviy24pwzWlOyyr
4lrxlodl5D7pqJ83QDYbSEE3vWyucxo7P8P3DPHf4vlouoydvqzEae28nXp5hLA3CwxxcAB+BNfx
66LHHHywOarSnn2V0M7J/OKow8YZFYSAmOciZk2fo26az1ylaMK415XQwyvrmCC5REyrxxts529s
rMQze+j9VFMgJHRTcUjhSn0iI11uIUTAzLOM6YiM9QJ2C2S6rjWDPLGncF6ggVXoziEXDigAALfz
Cm9HxetlaKl9dwcVYWJwZoCEyzbzeZkxoVATLB3M6Ji1KuzhydxNEQz21DR2SjGQy17KSwAXCVeW
pYnkHf7IwmK3LQRujRaOhoY0zjtQgAWmVn1dIAcH0De2wIBHzcw/FVl77ag8/UTI6xL6WYxXkMi/
/rR7Xb8djj8LktbK5+cjU6c9VdVVXWNBxwCl/LVYsyu1NuPeiXdugSW/U1u7ObP3cOUNFlTxEXZ9
ol0BlOPT6ImpxPlU4hN+/bSh1zS05lG8c4iM39ixt2udfqfU1SP6oyXKL0fsSCWDYBZk9/jnb6qd
FlOvH86malsMUPTfmoiq1Iy6tvR4h53Ps0EMHbzK2dfniQ2OLJq3B1ESnxEV525VniuLs/3zJZye
5+sVgAKwpbPTAqye9lnABPDPtHiXD8OFqZfncWIfhCj92SzCOso/uN0Ox8Tpw0XnxnkBjIuc63RW
VBlq18J1j8mVMAlZaAGV5/s2v5INr3yLrAv2nneHbYeHcni8z0z7QjbPuoDGa5HIIidc87GYkRWI
qnnv1UpQ9meEb927tbvtdSIVGnFZemK3fIeeRE4BfB1nbkJtYT+qeuMGI25iZEbn0NTpUzZ2B2xq
ziJBlJEwQ9VNXmwxwZvoi69TgaQdP7RzdFZ4dUGRRNwqcQHWACXh5iXJ+CQM765E0bDJVaM909uF
OInR/O6I9jGDZrExOcJ2Ta/dJCaAPsEp6a6IYa+ijLinNr2LXf0+n927ZFHvZ9j3m7R1L3XLnf3a
TY4VQti6UfaNrb5HZP+3lvqglvKoNv6g5Oyf5Ev5VADfvulCX8Wf/Mh75eS6f63FLz0kBRT7xhqk
8145efpfOiaoKsIAix6EIJ1/106a85dLhpXlIWy06I1XGOW9dtIM9J9gT1Q8hM0CJfxHUk5Q/l9f
L80GTAcEcLg201xHE7/uZjnDGWi/Vb7D6SYNq0YTxNfLHM2xvFZTZuRSs0rMJ+MfbqZVd6rTKltY
QzcTWT6MXdtAT8CjzAkfharX50Nk5fFBzx3UyG7nhPja70ZOHeCVGD/fWjOe9WVidG42zaafx68k
uICoQwcmqqI/d1MzXRmIlm8a6k3uDo9VWfKGR+OT1owcUfkAyWVyh1DMM/mQo/hhQcgIY8gtGwb2
RGI3+W5o1sGcYm1Nc3XA6DCRZvzbYd6S9ARqdQboPsdy0uwrBOpbOap3sZZpGyN1jKBIXPdBekIl
zDNGm7krWkIlQIPzb7Ns5Dl6cmPLf2aYNUzzTZOhutgYXVZgUWt0gZuXJsRzDLzx1Wd63WCoyr28
oGmvmOk2x0E46Y5sSZ2ijdh7KMOre2vTnfWWkjoYxYl6RxFnfRVRb2DlJNWLTGsvm0z7rEZahglR
bu+wAYl/IMqAYtt43mXNzNvv58aMAy/Tv7h50QUassRNXuYNx3ml7MdcNPAwxse4TC9MjH+2WNla
n9FZfV51kXuBK8pFlfTloatc/aluq4Ik3VmaQTpZyVe8J2u/0hYd7Uo+dEdrKr6ooz1/txzRnac4
5x/Ik54fa6F0z1i+PqnLXJlYPJgYwDiGsNQNgsZhly8YVHM3vXHZwBhx/Gxq08NoKd6VVyS0oFYt
jsipFGqPStyhlcDSxe6UDSY5ftfoa3hFVB4IfeiDAS3hmQv4/T0GdoRrbOff07aHBifF0Os3WEIa
yoWEKSD3ctJJL6fuL8+jUYLMoo7LjwvyKQudAkZDPhr4gnGGCj2aMU61h8gVNQ8ROTnZvsdH51NC
/GK20SeJ3eTIeKG2HHm+xJZx3lf9J07rKbTQ06LeJxqqxefGV1v3gUDtS4+SHur77JdN8aBLZngw
cu87wJvAaOdbhVClWwxT8jOnTnCx1EQOyt53MxoKNXHm+aEBQhOPg1LUF5Yw3L1sOVasqu8eJmUk
OJMclG/wlbMmoGFYbm2A9yMSgziI8R57UCOQ8mks5W02yuq8LK3oDvoZig7FqWDZTJbLQQRNp8dN
AYxf6J/yui2ucJEoH8Eijeeir1WGSfh3h2mPF9OVPo8YJVSlkZJq5yoPdWlP1z0qnYbIHSF593ER
RX5YKtlugOu2b6zupm2nH2o0qP481ivt2nM2ttsXwaJpjA9Soz+mhERzSpZXRRQ95pioKoOj7pXx
StRUmORa5Qe7tdO9YOoDg3Ni1ExwuhjUbZmZ3oa6nrwZAkHx39c836zM6U4rMF+MMr9zWh37hxir
ilj5FKXxpZ513yPVkC8yaZstMXhagoqd/BZlODO1JFE+553tJul5GytF0V02sFGsOYxHpKxziH0/
MsmtbUW6B8WPpuQeBORsiWzjm4E31neJ5fWjRXDtddQl5lEIjeJF0hgplg86jchLUpCTnFfshTBL
0rBaqgISIZ2bLLW+SQlTPps829ejZoershcWprZsojgZ7vFZMS4r5ZMtutn2IzgxlN/NeNGTigbf
KcvOcUVNvmSejK4MsQwXEREfF31fFSLUsdLZJq2CrUzfSRF2irG16uV8GpEyRc4ZkdDYTk/Vsz4b
B0/18ILqKlgpTe/r0AkPUdTeTnGhBZ2n3jBCP4sgYwZjIxfcSUXu46lOzFEu8mMtvoiJvAC0gZuY
6IKzahbudYv/dNgnzXDlZWsQV2lk99jo9ht0CFW3gR6P3TXhRpAQZWtt1VzD70WdnIl8CIdABo2Q
qDAqx2Bpl2+FZd5MDSmyG9UYh0MDIzOo0sT4MThWqBS9vVH6Yb5Z90xaJxsTKWfYW4t2xvPCnAs7
jENapTClhaBzmxIC0HKxdVJbu3IJr9wjhZu+E2xSbMeus6895MHHSaaon+mtnHau7ww7Kvwa3bzf
UDMHqwlh2OhtvC9hIoWs38bXUtwLNpVUb4tWqT8RrQLPchKPquIWZ9BzndCJ4+/sU9tJoNISjICe
66nNNgw0Svq4RCy3mDPe44vjbJHCb6kO8mAZigfC7UayjKw4MDBl8CcA6usYh/mgmybpF0QctcSp
Mayfv8qlZO4Sxy6AYqFu7WXclRhSBvUkdxEETpwPvfFKMgZv9fyzWQzxTlRDSnMvpi3eue52NXO5
c2T8OTIFdsJUq0FNmB1uwY/LQM7a0GUiiEy8idFYlHtz6BJg5j7Z9mpUBdQgcGbN2DfabKelVX2J
4PyyQ0wdakJ3z7ysIfgyneaD1Kv5LHF1bV/0Iz5uJucYZtl80XFGd+Y5WZjOKfkZKqY81aBCpFRu
XLUn8kQS1WFk0RWmiJe5Q/lR9x3MeRMnb9cZKLdtgMZyYmNqF3YqmUd3/bTg7Gk+LkvpI8BRhPiU
TFg2cwB1Oi5IR2NIzIEGPsHVYaPPWpOEiROpzr1SxDksYYJGA5Rerly1F9XV7NVXlaZvSdfc5EV1
z9aNqaCt49M7SC2cUqUKiQfKtmak72U1mA+a1K3d2CV7Uu8IPBQ3CH5GAtTnC6M2aSNiAiVt+6JG
bmsj/qjaOMjUErlleojbimjS1K3AJtBkjjgrpQ8cq0/DEIcZNOKN5+WYJLMs3Gn021m01Fp2OKsS
NCTCFilKzmxvPlRJGiLw3XRD+w3RZXIRD950izPxNaXopxSXwm3CPGmvEM8Z6F1uUkRx2tlBMRFi
xJpn53Kj/JuoE+22gVLmFGudlmCEA0Ha+mzhwhxYkZhxM++921EvuZej92J5fXXRax2bzGR+m0Bo
tkwm2hvs5gcOkUg2V02eneMlocp+0yN41DFnnueUzCRCHM0QEywLlmZNCuVy0TJ67TEmn+r8ktwu
w7rI+65knGTgbuUcFE+O4yZJo1k5mHj+DYwDx9T7hokt6pC3AcN/26UP2iXNpcP4v/uly/TbU/sU
97/0S68/83fDtPrbGFBaVjQXSMf+X6jZdf6C/4NZB7CL5RJtTlf0bn2jWX9BZ3SZl+iQWlVSCP63
YVL/Wi1xkLX/vxqmX9sly6JVQ8MC553Pp21a0ZGfSSiFCgpVwPzAVl9sOmFZt465yK0RVR8iH79/
FDY6kA9tE6YN+MevH1XbRmNlhPdsoUoeRClvMlob9sU7s40QNCsfjDxPcB2+GbccchVsTNXziIf+
9eOgV7oY/OFvZ/fGnRm5oUFjhcAzIw94Li6WrIg/QJLW3/gTbPf2iTxh8H+HyObT1nOAdt3OPZ+I
IQAS4k6E0yDCqKi8D4Z9pzO110/C4QWqCCuBP1eM6aenhg6/zQg+arcijrr9Wp4RgM68EfpWPBOM
keRnltPJO2vOGk5YIjXn8Zbf9HUwm0cMSndVzWkAnOstMJDbKxV7/tDWo8PqdfAJUox4G1z94pr1
M6J5ShZgmdk2gw6M5lhj3CHW889XnOmqDq8/LrbZGvVZCwyVumsn9ubzkkpoSNQBl0HokyVYfAiO
PYY/vZX/AKmehmi/XYCnMwVSwS0gdfx6AROuniSt4HlI80liMuJweCScWVsPW77UUapN4sUHT1N8
vDCZHjvneuQdp9h6UtXxrI4nSPnq8g0+wUej2/Wr/7JsmCIi8nFUWJSwCK2TV5AgZbzMMPbcRlhy
9iCudh1vYhjVB9lXqg+pfglLo2kjRDnWaAZlYxrXf747zLdOLmJlrr+OnbCFhoX0mrX+04rKcCEw
09RLt+XYxz8UmAxfkV5Zie9Ry66mnQVmGwRMXVdpUX7BSOIuGheUIkoVV5sKgn8I45T7prvWJ36s
Oaqr9xqjNCJjHcQXUU8fiiTLd3lDAq+p7+qlPsxWnD9O0VYfDPfO7KJECWN7NDm7S30Yd4VC/m+I
DDRtsLxWlv6cTpxDMjIH9dluJANsAsa1Zxca9WUV1aKAA6R4X1DQyIeOvx6UOlKf56UeG+qDdnEC
zGsX2oFZTNekB5Y6cEM0b/HI9XZD35a0Q3a3Yg0q8CrJ2ZfOaiqySepueEkXoyftye4j4TOoyJ86
RUYgt9V8YBvKjVCQyrmrZIG9NeqbnUqY5/QAWKNluzlSZ/to2QNKNDPLD6iKDBSWDcGJ6FZrOE/Q
vEo+7M7A3Nhe7QGKc4YOhGPnqvwBHo5pTq650WXRyfphhp15jgW0ioCvmYnhQkHM+5wOy1DvaG6L
c6N15A+EFyh1ldp7qLwoSjcO0/DHyrGjy2rxxguiXwELtEI/FJhTYcrTmEOAYAkIQeZ4fPgt/sJH
rC1R1iIpmPdVEVEJdulANp6FzocUT09E6kag7MaQmdJp142wqEI3bsjL0xz73MNEEgJXgbNlg/7w
Ku6tZj6gd2tQzMQODxNUTTVDGG7L4kcGBtxb7uUKKZhqJo+lUNsDzvcNXxLHUio0WhMxH+CHa/mh
4TgJInTSlk/B5GwTy8r9QTS0XPj+lO6VDmsLvuyMt2UwEER0tqzcHB9oRWuZo8rPhF1kahAZ3fSk
m3CEN1rWDOKYt8xJwmGRc3yxdLGSEZWemZspz7ObKDeZefZzqdzFNVZxtBRyCipR4a7Yk2mZPluL
i+vhZBc21HangUYYtY51g4QjSg5u3I+XdZcWP1pnNl/cNReCqyUnNY+cdL+oeXUhLFdecOMQgw1D
E1qze40id/Jha372XO8CnY7zffGq2wZNz2cH5uqZAn9uj91bjgctmah+6bbmVdRM5aYqsBYm8IOe
D5IWDpyRfTNjq3yAaauHVu7FgWkmxn5p1MmfCzM7SxzyaYvetHauAbEtMfsaDl5GT7V49WeU2PVT
lFUPCr4wvo4lx74gz8kv58jBJcp5JsMq3upo9YLCniN/0WoXbZ1UbuLI7RjsuFgtTwmjRY0RIR7d
R9donLMRcfleSeA4kjfTHghrMYGkoCHVhnZZKzEBxXp/NWv9ORalzbH0vG1MgNsBN1Ik6olc9v/D
3pktua0c0fZX7g/AgXl4BQGC7LlbraH1gpCOJMzzjK+/C20/NEFeInSer8MRtkM+KqJQqMrK3Ln2
LJmfYFcTidNyBvGZ2DtPhUd8ryj4SUHojk0rHYfOyI5tYZa4gUb5XiGPmdiy1X2DqCtRUJSf5AFi
DrD5I/2CiJF8QXsFfQSvDenHLbawcGjn4Z42w/nPGEvR54x981ttZOERWDrk0TZ/DsIUpjWymsDO
aovu8+VO0zAnTmm09Q2EOt2Dc1B7TdADWIhUPrG872bS0FONu7CqI1uDmPl1oc3t9QAJzxiWTlMW
9MaBBjEj2JgZURugVqcupZchivAJNEHQvXLlwuF4yG9y5Ea0yQdByqrK6gdu6+FLguGnoUZvKgB5
QiMkKrqWGPmOPm3tK/2YyYMPf+E2whTBhdhY3YC/6nAslzNssQvjqEzDXQmuZA8EPXrIs+h5iDBp
tPWZCNIt1brmi6b/sse57w/9NsqSX2g8ND2mjfdd+bWrFYv2wAC5m14CZa+D9JjRNAYvFlPioGx+
xWpJcVquq0cpqcvcwUQLK9Ui7P5gaxhZFJFiUmLzVOMhPhBW2GirMD5UIbyFARWscb5TR916zjNr
upH0tlqwNPEN/irKFyyNQg8SrOyhN5fvpHbxFK7yfxIU0o+DZGZeUcz0rDXziyUEwcEUuA52hc69
TxlnBatrNboDj6bagaGoAMXL6RuWxPlNmo/WT71ux+8pDC8Xv8CYLgihUO5alOUcnkAlHBMKhYex
t/YEBcOy4zhqX3FBn/c0LA9kaNJ2VxlK7NJOL7mBGkzHIQRvFckiJCIatvtDgFh034JdQIUPatVX
wrcaPC8+7t1MvgEzqgeOZK6ekVVASKirOzFLIfhHMhr+kQ7GKgxnL4qyhIoEjpn5fAMK6kdSGtqS
VoTvxiPg5+j/bNieXDPLX6yGJm8RoCp2sbgUhfUPmCOxF1RAhOOyaI5lHbhSH9VPc6g/Yqb0KW9G
+bYqZfjQZu308ly5YR5rDl38I4pqadcIE3mhvgQojo5jlwnVzykd6sfah7jri6RQrR7lvfFPJE2+
lyfd4AJ8IxWoY5jOdH7PcBZ5IiM/7EAKCL8h479AdgFGMpO3Ar/hLgKxnTA0EdVMuLbAKcA/W6H1
3NXpSF4GfgZukpbJ/b1VFeA8WNOLJRtVilX2Pp460E4WJFy56n6EctikKGOa8WGmKXUfjqx1O5Br
FSt2S3+Y+brCXS/zyRxG+sk/RwIdb2Ce+teSLtMdpRrltU/NrgKp2z35rQ6DKoQV6AC6tx7rIKK2
wo+m3yTqv1u1EJFxqROAQ6QGo9sZ21gAuaH1Bq9MV9HfqKlot1BVvvAlREfKDDVyVyGvfieayRKy
Qq39Nk9S+CwJw+hFpR8YTpEBbLHLLpH8HcvXz3cY/WpQqOaWLnkomhWxRKQQ00Ulfjq2TKuT5HBD
TXCBSwLq4dBy5Uct1IonYR47EoALbW0R84hOqY1ydZgBgFY2RdzotcDGj+p9MyCVb3Cz+wJDhfJv
aNbNn6brxtIG+4gpkpKYlHxrrSlf02om1gvr9DtY5c7R5pRdqBSkO1gy6kNUzYV6kyiB4d8UWTw2
HhYB2r1pRvEvPTXTwA2sUDk2eqvcZXVoHspAbV8saNx8hZzPX2P2gF2jtvkn3OxdJVPHW/ov1drW
xTZnyxL9N+j/qpdl/nBL9Ws4DGVQ3kdUjH6SDSPCtLUmt75PdC38SbNq9Fjl8/NgBP4BnhwNA2VT
IawZdQnqnFAASvH7ybLrJDWwMYWATJo8nQPXnJLpKYai1L9Eljnh1xmJGUcgkPnAaBX+WuSlu7Ez
rJJyQBa49DXzXzuZTaZo4+QuMcx49MQyH79JQ2bdi1WnhRY2Ja2ogOwLCWpDJQ+zz6kBRB0zy/43
WaXpk0Sdy3LatKyPplRZmqONNCE6MlKZnxEJ1phSh1h8onU8DZ/6etkMCqubtB37BqfwVFi8S38q
XirQ44GHJkB4aCuMOndQAVLScwN4BylEEx/K1reGvzt0JVHPHL1N+2eJO8JNVCD+gUYreOmUtnfG
UDVfaXMnWDIWtp8tiv34pZwmk0QvvMPeFoJ51MggW5iMQo8LVOJOmBO7DLtS/UsaaQRi9Qy8BSYr
zLs21l0T45PE5tXG+2yKJf+hL8LJxyBZq8vf7PBYBdoRMnTTg81kmq+0GoXpl1YT4uO0uGpyIcT+
3U5Hrf2SxFnwhCyKkq2hj8lLJdcUbdWJAtxAx/UuE4uciagnfmjfO2hofSStkRx6vSxwBtYlxTsl
tbTbIEcvRimtrz7N0tC8xW2bjY40RMYf2UqGQzJ1h0qcuIWMYvN5zDhwDCuev7ZRGR3kIc26HeCV
2ZNNTCP6wAImOTS+W44jrtp0H9sED+E9Bsk9ZwKFqCCvq71fwPuwfKP6BXyDfKPfBzmfTCe+zjQX
PL/fIf9/gnAjQbhclf/f+cHX8Pf/sX+EP7IfzUdFxfIP/S9BuACwZZP+ErrKJNxsF6nr/xQVpvgf
msnRCSmkeGig/aBGlY3/IOKn9wpF9fLPLH/0P0WFLP6Hv4Z2dFDSBu2ZKJD+Ao6NaOMkO0FexqQa
i1JWRYtmLYnIj4kbrR6aiZbw0rPCvthpykCcUNNd+WFSLqRn1sm6/45iyuhGyGvK667WAK2iqoxK
6QW+vwMfYXGLIWxOBPSRYzHlTpur4e76mBefTJW4XTKRCOZXwq+5CGc0inqJF7tcuFPd4Goglo1z
fZTlRZxNIA0hIuUbLJFIt55OYEeA0XR+U3qFlFVctRaaniOGFFkL0WozJyDZUAJQjYI79kRhAqck
pDdKnkf4e0uAHSuxGmW7S7OfESUG9Ao55NpPMSdd58klsbwNhEy4m2BuyU+dpGEh1EXTFN9yiTDv
O7jnj6WUpYemaYX76w+3bgNG1S+jojYsdemophVilYgcitnqMD8qvGYW1CdBlgMon3gDcv0M5c8d
uRIbz0XOjdby94gy+4OqlvEeKHGX20JlDBuzffEH0YJjkfGln1YDDH+yXHWLPIAJJs6bBToeIAWM
bxKcZrituuxGiVA5MNGlzyhUIUdZdb+bY/XXaML8gRytbmQ9z1eYDMudnixaXPAkXb7sk2+H/GLf
50bu0UM4fI30JrvvQQFvZIPPFpgi6biBLMB48nr6uo9UiESAZEOQEuj1uDZBdL0RdYR7kKK2mtLO
PlN2IR3EBbsOA6nrTitVa2WpEfMQFhTeWFh+j19bmiVy2yzyz+I4Cr+kAPPhv/1QGRX1gUIfh4R0
Ull9qFOpVBMLKPACLcTqCJZWetMlTbZRMDibR7KwuiQBuGA3XQRpp28rkI0edoNUeZFlmDdcFBM3
NfmM2rQy//aJ3oeiX8DQWKiWskr5YgecqCN2IJ7QNvErXrS3jWDUG/3F65SuyCC8J3R3Onvqeco9
l9MBF5LSi3x6KLnWJQe5HftHEhL1fdppfymkpQGCahVdtXTf07WAc8Pp/EFa4ryaxsorzOFJVqK7
WY0bpxN6NxuFfzRQSBsL/+zzYkAdAS0vzCJrra5nke1wznWTDdzU6difYp/0LqnA63vc5VGspUd5
aaBTVgeggQooo3m69OD1WvYsd40rSX72b0bheUB6U49D9n06efR1MKMwjL2hrnx3ioefo2Q0G4Os
1dbvr4g9guoUZ56Bl+jpKD46sopVybPQQ7IbJG7TMhdA1F3Slww/wjsTKscB0BxSxLSL9pWcB24x
iPrGNn1pTg2ZvrBloYhnFBk571Nwgrw5dIL0MqSWskcu6W8EFWvLgffHNWjyocsbLSgFztPHxdBU
N1HxEbv4VumYLZK5OOxdORs+TVn/GlYlxFeFljSx8IKoOvql9H0MuAgFNEWj7US1ZwX1xq+6+Oxs
ZMy/ZJJFXG0ziFsSX5Pk0puU7lXwZWGvVtNWPHVpEEpKbNKsWg7p1clD8SjSxZpBSI/kniD0OUk/
xCrXP40LOyaFVQKIxWWCHvJVaNM0JtaE9PF7fp2Lhy4po1eA8dXN2Bjxxua8/FUfi2TL5sKJLsqU
PJfCOPHzx6N04mVQn+lKry9oofRzhLwwQHKnlGmL6cZkKUhUsLjEqdx4yPOPxhRFif0T5zOCHMpk
p0P7euCTkSxKjxtX/xZ3GplVSgKI2psSdV6k3Xa4pf5uWMH3qI/Tm1RdmrR9LdpYOctLO5kDE6WU
YcjsD3RcE1ec/hCBMn7Rcgv35KD6IwIpcMupT12/haifdP1foiHYxrk70HzC47MvncFJGt8ESURa
yYtVDFV2dV4BDOtZvg+x33JjzQof4lOvTp+vr6qztcu4lM85tkB7KdK6FNlq+lDHQ5d7A9eme93g
q6VyrG2cjuqyo65mk3sGrrZcbBAk6Ksdd0SuboxUcaiXCe3nyjSnozWl3QGksnCLR0mPu/M0HMMs
DLE+MNIHmIaKm2UEA3qXzW9M3HRUzUwrd6k26CgWhxjwCmmSVwP9Vaam03MicAxyiek9XW54SQkg
EwvRqjPWQXmjCF1rY/TQOYKgdc+KofZuEtSoPdNevM250N9Sy2kdEwNYV2mVEPwQ+u22ZU9Kgs73
snRMHspsBrk4s6/99WtQKJZbiyMR/1oHr4IFgkU2ptyDwK5BICFWp8vk7fogZ2V5FhmjGIRb9O3D
7lptIZh5QP5NxtzDTPIf5H/Y9UHaiKJIgO3XRw4e3k+hInzKRVrp6ZWyBx/vV0TuspLkIPTLO5SF
uIKV1lZ0cbbjLL+M+zP9BNKyia6ii86P+sIEoOOhO+uOMz4BzlwqkAkxZqRqGvAFyOwCaiSZzvVJ
OdtWVyOv5gSGQGx2g5h7NJYPVM01YPjJZDgZxPB/85KXRg4Lkp6MCOh0Swl6zBXFbsg9E9U0AOYq
3FV6qP1toLY8ELAIkhKiSVC6mspEKRWo+ssX3XSSp8CRdZTZ/3J91i5sG/DFOO6R+yxB72p3FAWt
ikQK3F4tmZUzd7KBwHKQNt7NpVVBggJfJVFUuCys3o2u1GSgy5h3Q3Cx9xGSfguhJzgTJKv7OB70
myFoezupBTX/F7O4NPirSzAv0nx++q56CCQdVabMC3M1+kINIHeEetAO16fxwiHDbRUdypJZouFu
FTPNZHgRq0WZJ0MKv6V2PDywK1I2DiIVFIwa/rg+3oUJ5YWRhWFAbUkjnD6VjOq9kvU48zCgFTxN
gTWFC7LixQUtEAhgOkfuKURl+VRvzOdad8PWoxJus/VIEq1JS7vSx5DComrQD0WfejMSD0dDX4mv
0Fw7SlLHn3ReqhsYGAuCoa9AuJbSRiPghfV6Mvzq0+tYRKXQNSmQfUyTM9jZKAbqcSN6ufA6VciT
i1KMk07XVqMkpO5Lv9EYhWbTw0jkeYjJONkSlpB7TaF5+PrrPJ9UNks2FDLnxEsYkJxO6iyMRNUF
frIFf+bAfP82sCu8mWYMrLXTOQOLUH0UsIFFt9ybx+ujny8maUF5yTSfsdlABT0dfVACoCK6WOLt
kTyyR1swlw3hserqGlfXPNuxyMQHtLwbu8I7PuU0mJBooCVUwuKQpOx7V9oH+ZSkVBiABn7hVUiP
mvskq/2C9nHVEG7HtFJ+o1ui1GLWQtU8IyFv7rkGaM1uQBdUuFkwWl/HdMZAxxjZNvSp1t/qRuoN
B16U8GOIUwOy7zSNNSV0E9YFnkukQ415al/ERDBoKaKmRi8P2LeAdnOE2XsZT+4vUPm7I+yu4jvu
MRHFUhNQjk3Hh/nIPcfB7Es33yC2m6Et4GL1PTGz+vf1V3K+zBeXRu5fHO8SJfFlwXyYmYEyR+z3
cenhHiO+wQct7Taqi7froywnyGr+LTBiiwEfez/byekoeT9DOIZ77gkkOPxgvMMZCDdmJX9FJUkx
szG3NJhnikZahbnx6FxIuP0jx12dBJUYNZQzo9xD89od9WwAL0CZ3uH7CG6gq8dQqaiIQduDH1fX
cvzYGMjk/va5lx/B8U2QstxRVgs+QwiQyA3W8pizEZ2nFtqlrprNozQGMwZbRiDd0msw/7o+7KWH
5wBkoUPq4zbyfmf68FZ13Q8DUOSZ10YGksqyEB84+gVHNerYGYe2fYjC2PzutwZ0qoJOwbiKZ+/6
jzjfalBzcifDPYyTmHLH6Tu3hLDOxHDm5ICu85oqBv0DUdu6VBVjOpLChIJm3cS3SMoGNGWJsTH+
5Un48ANWK6BoiGQqX868ThmL56qd4+dR1ZDi9oPgxJpW3ga6aNA7pGAipxZLz5+sbxxi55/X6SSs
Pi+/nXDinJTMq6LuR9Dm5oumzs3GGX1pEBg++nt2j/9cbeptQ3q7l8VllSnhU9Oroi1BMTpcf5+X
R4Gg8v5GzxCQEHGHrqyJbwxfFR06d+Sn2p/MjS/mPCkEOxXNvSYrJGDUs61C6a2mVs2KMCrOANer
Q/hpxCvRoZxAc6UWUc7uxv4JPrt2n+d4Fk/NmPw21RTv5JEus7zUkgOIcAwEsP7666Dg9MetllSn
h0VsSQ2v0ywo9qLcexZ8WgWvz7R2tlsyCpxNWnUgL3C3O/1yaNtXqk5iCnLMcj4rSpXfzVUSQUUL
N27Z5+EHI9HTDegAVhw79OlIPtKgpFPTzJvmSNrh744nGSaXbhnV31sj37oDbA23utMLMqcahwvD
iam/UwpFd/Q68I+6YsZHy8eg7PpEXhyPCo8KQ4gIUl+W9IdtsMH1sIKEnnnQ3ILPmVJIntCE+uIj
1JKVBvP9b8YzafZUOUaoiZyON/iZbgYT4/l5J9ylQ2C4CZ3nO8tsJk/GuOHvx1OQpTMYURXVtNXu
kueNGGLNnXroImbYa13omlrxY5bm5taYs2J//fHes9ynxzjVHXhHIm0vOMguXtAf51NAl5f4GDF6
nHW9rcfJn7Y0d0Hb7osgfxTEiA4HZGBYcN3FQnUT+TD1MgSQEszvAj92in5O0sX7SM/RVuHykhYe
oZgTAobZePXL6bL+qahXFG4P9MFSmzr9qT3y97wvFTgDqYG9IOkHRXmkZF+icG8tB28ya+NlLN/+
2Yjgkjh3dT7cdYxDT6UUtpaeeIpYD55iCEuGKsL0vYnvAxxgbzAIFEmd6M3Glrms4rOBTYpv4O7g
tKyvaH1Q0J5fjIk3DWj3hZK2yAYhz8ZJtsYnEh+Qh1OIpJaPyeC/nM6oQD/2UPhh4rVJboLy0bHj
zMPmcaSx+jDUWMjLvjH/QKuuOJbUiQ+IhayjltYJetnefIjSWtt48uUlrp58IRMuigSKgtyfTn9S
Y8Eix3Ih8WDwiEclb4lw8NtwlNTcKnJeHIqdBCEI3VjcJU6HqlLgUm3B0yetGnl4g3DxDVqUyon1
9fpXduF1sl9RTiV4XVI/q7gpkysQZ40Zc1fxM0zdqnqP3H+L7br83tXUaeiDKUdzFeSWvXoeXKww
Y8Ev1Mt6Vo7ZS9anLu7BAPg+TRJVH75ef6oL8wcvhwEXLh8hymqroq7ecx9UYs8KJJpcEWvS9lxP
N9D+txDjF4fiyah7AA2i9nj6qjpM1NB4tZDWsp4mcWiTiJEV+ah3sbpxfp6rR0wayvCUQIIjq3Ro
rV5WA8xyon4ceSr+D79NDGRp+helo1YizK+RgB9qsRYP+NGEe73S1fsZUjEi7Xi4VczQfw4jVXUn
MmK/FCNYrFzxVcJ1Ju9tUSpkV6HF5lZPUhzqcr9/TGbZR/A+WjvKZmDdyZy411/ThcVnGYqBGQBZ
VTIFy9x+ODE7kX70Bh29N1LocPS+pJtX65K/3irJN0KcQQlCK5OxvhpI2MVFaV9GXgEsYF9oJb0c
GgZ59N4UXqlPn4RwSo8Cif+NTex8aVBr5HRenozCmLEKQMxA73JDCiIPP6bke1VkP8GxTwdkG5tx
7BI6nX5g3HoI4/5b3wdYeDqTYNpDYBpK6ME3ELyhM9W9pLTyTVdUiouRd7Sriqp91AYqCMNgyTud
7mrnb98m9RmUYRRhFM62tfSk52pXIUyKvBrtEdSFFIrHqG3RsdcoZE4GhlFJ7rKjYPRirB6167BD
xoAj9FJEcoQAgSC5dUxLjzD7o02pRn8QoH9+Tedw8ArDClycp78HfqndARFTbPqh61tlmivv+uOf
q434YbxmUg8aaWf+x+k7kKi9YE6D3LOrBf8o4EWzw9WxOSBSlbGEzceHXIZsksV95kAvMOixQfQ8
19Hs4rf610Kg5dcg+uDwZG/nbnP6azR9pIem0OlvaHTtzZ8mcd9zGXLCMdEerj/5eSzCW2c48tHE
a2efsdZwPCutlngia5yMaVPiC07lasLlydZzFPUtBEmbBMhWqu3CrVvh7gKm2IAXjsnDas7lro36
SakST46BSaJ/pfeEeSHv0g+Hdi7v1Em49zU/s6dykj0Tdfyn6w9/4SPnTmMCuuIUJTRe7WHG0HVd
KANLwOsdKTk1ugPG1h06f0nb+MCW7X31kcvsDWgUOQZIn62OGgWnWH16P9VkubkRQt28yfq8tflt
idtofWV3bfHXWhTEnnzRyEppSiXaXK0jQ6c5Dz8zuhZlBTtiQaodipRbW+WFizj1mqW8TJ6YTLyx
fra8Muk5V2OPg+9hHmPzEbW+eLRCM9iVUtLSc1a2A00jEoG8CB1Cb5QJtbza0KkSVBQ+TeGO0sGt
VErll79/xZhycL5Rakf5s4peQjwnMEylRWlOp4fEVKs7UEIlLcI0IVwf6fxARN0GepEStEmrv7H8
+YcDUaVHq9TTLPaUSo9nW88gSRhqB0Hi+jjn8RjjUGExTO1d7bpatARjwiyVcNFMCEhASPSAdo/m
N43Zj+xb6cZol9btUumT0OxxMqxrK9DDxVBDS0Q3g+jv50YlZo6qHMvBDP9qg7a6vkvVjVP/0neJ
UIErCppUeJKrWAmbR6saRouQMy+ifVnqwV63iG6VXtmqm67h5cuRtNwJ4N9RZ2C41ZEkWpEUDqLP
AhGkT2ELAKduHwhA73xNdvsQlpxWHZuE3KgPh603XhZ/v7FoHsyocfKArPtQP6j++NnAnfj6m750
KgFtILnF0WMhgl19WIaRCHiHaLGXkvrcJRGoV30sJduQosHRs0TbD3FdPsyaXBx5RGDB+GJ6htDp
yGmCrRzChXsdU8U1CrUTwTKFgNMVXjV41CX1QrfvwVBGoi7djln9I+3K5ClohpchhjOELJzCALLV
XaK3EGF7rXaVqm32IeSljXWyDLjeVAGfLXLSRSKmrj7uHN0H7YhsPHFpqEfkHpadl2K1w5FRBrmk
UD0OLf1rIYf9YcIjY2NPv/TFQ4+mKMLKWVRFp/PRG1DRREBtnjUAwFCkij5XhFwbscnFh1xI9Uih
wc+9W9Z92Ff8gkb9XpgYhbIJBGWzguc1SQ7ZaNrF+ex3kwlrKB7U7KEpVGVjjt+f4mySuWZSWdUN
KiSrRTjSOSNYBTjqKpVQEIXPXU+XW6UfB6yyYHO4lUI7AS9Y76xHJWcHsqr4kZzgaz2U3iz5+1I0
nLaR7ExCahElN7KZ3rRqctugSQH0/0+blHdG0N8hXKRDKHkWy+GPNpV30Ah2pRy5mhbQoD0+TWLw
IOFmjUZmh2rGsvU09kYroZdTfhrH5GtWFf8sUatBywyX4xuUaFDV1HvF5PvAXjIRMIEdRgw8Md7N
l6uSeUwWh0hFO0A3xnXevx0D6wbqyf3Q4nKWycdMkJ5KPTuKU/CPkAy34aC6Qhc+yskk2wzGJpg6
nN27QS++tYJy6E3N88f86Es4MplDdRSa6l/ELTSFkDvk30AQV+sey9mgGgY+xDCnHhopI5i5Noz4
GZb1en0PurjGAeUzGiE7JYPTNU736YyB53J+CpLphRZ8q6BLt9T+l0dRGYcUA5HEKhTERDhGhYY1
cR5Y1c3ASrJ1QS7+xQkN8JSIc2kpQAp3+izVqKQyjacYIHfS7AS+GDsCDW/H6zN24fDiQ4TQBj+G
mPK9wvzhey1HoGw5RVwPnZSK0qicbDOBbJeUWxXZC5EAI1Ghp6SzmNvIp8+j9bUaxvSweZNuzne9
kKg7EbPco1IksRMnZbFxV7jwlojvoItwI+ZirKwijyhOsR4B4uHNtZI7dCvQ5T0A+rw+f5dHYZ8k
W71UZpXTpyKRgJUTUaSXgfGw00zT3YA26n8zCgQZ8b+B/3otGESpQ7rMXa5P1a0eWb3DfS/byPpc
XAvkHWn6QoFDV9jps3Biz7ISdrHXxVKwV9tscoYARL1mlIF7fdrek1WrfRqZmwF/imlD6beet16M
BtwrQo+e54DmogobblyP8eA61LDhHjsBbxA3ko0E2pAe0lU9kyQebmo1M2O7Dv351hBEtbL5TorI
4WRNvtahXL0ms/VL8+fZFcZW+zJGepW6iSEg1ssnK73HrEnq7ao0evUGJois2fw/2k+BOHQC7ncD
+Jdx0mNifUOagp3Kze4fAzUqRkwWPWhioFr5DV98JT1DxbdUt++z/pteRzGN3XU2tF6l9Z0B8Cmr
Bkivve7hCMRRiAGu/CZyb4/trlCzYyb1dLeqNeZEfaEitKhTNBK5UWSPdTXt5RyOya4ZO5q0Cwpq
T4OJHgPloZx+L1tLXn7gNB50eAb4VVpaDzHSzHT8B0TxpdWh6tgm4MevC8zl5zxTot35mQHZ14Qz
/ENPRo9/Mu9sDfSjSxOr1tkWnCy6uOVef1OSWHmpuQdpyKCGBG5Rr8MhrRJMRO3J0IvnGvnnocuk
MnaauZPumLRuvqlLrAuqxKyOE/nep0wPa7ebgOMbxSzfVySl9qI2ZQcLJ19xF0TySKdyKZHONHDK
/goOxaS64Ath5lxfbxcuBkv1imQJVXtyOqulLdSSXxWiFnmZRm64tMzfeDMEtlnHT2JddjdFg+nP
9SEv7QxE3gZ7DxJH6nSnX1NNMzQXS5LqRpsJztgIsxtGerjR63VpV+UzAtVG1o8TabXLQUBlPikf
ewOXPYIZzCe9mb74vSzhbjAPUrW//liXNgljaQsn0Um0v85CQKUSh0bjsZSWdJiZsPxUvDO8ITM/
Xx/p0jsDpC2i2FoaGReA+Mcrat5nM9mqEcd5HZMgSCzmi5BP5NezafAqrno/Ad34GxvTpfmkGwZd
DYlg4tflR304D9NO7v2oRO6c4xp9w/rsjwrm814Rj3CrLXFjkVyYTTLFGqIWDilkyKtwtfY7Q8r1
hmt4GWY7K9EKpyyjXzP9RxsPdul6xlBUeUhPv/vFnD6ZKc81Xhfc+HWzzl597H490awlp0JLs4vU
yrDxQwxdENyhM/iBflvLZeMGM9Fn0Itb7SgXXu7Jr1km5sM809peGaJPMWMEqAlwot1pmQrEJkiQ
AidCdgSdspUduDjZCuKdpcpL5LYas23ZJ42a7x+TActVwYU5XTlpeyBkysZ+c2EZgZwjcqPVBrz8
AnP8+Hjs+4HJ8UbMOyfgYtB7Qw2KgYhUauOKjZZsfJWXctUnA67O08GMuxHCcewZM0K9IB6HvThS
p1bBsIOHTiq3ysSSFE+Fw+ao9DY1T+FYxHm+l8tB2bWpYbm00W0EYcs3ujrmSaAjwCDFRL7NXH3D
g0Z3aiJx8VmaPZy+bkuS1Pl3OR1FN7YMsPiNWnkiLvQHuey2vq4zYCHpEryTFI1MLEkJujpOXwMy
qDGH5cYWIkJbAv0Bz83cwXC/A4byezZ0V52ivZ7UX/whPqJPuSOgg5dhOUJbvo1S8c2ATpjq2SM2
NLsx7V5lzBE39oALB4VKOyHFtiUriT7o9Ef2tEoFQGnYwnV4LxAWLTfpii3c34VRMJ5mHkh54jey
ls4lSOBFaPfUTCYYwDjUFV4C/n3jWS50LS19x+zWeHxCtV43VsDroZk94hpdC0iqh8rKXD1pk0M2
j/6R+rBxh4F1+QIhy3fFOtRcWa9FL2uiP9cPj/MPcClccgk02CqplKy+9cGH+274FUnAUC7uEq0p
DpWgyN4CKPpRVYqxkf3aGm/58w/7mdjJQQ3syt8bUzzhIoqya5yTwK1CSCYlUKmNFvj3jvLTLwub
CbJbpFrIb2E+cTpgniv4Q82Sujc7aiWOD+A7t32zVQx7RnMLE7rsy1ckGxFp7UYrXuEmQvtCEAlA
XwW9rDiGNXEfwkBeuW3DxpycGXll45SwEE2sGmNEJfPUGPg8K1om2j046Be/5Eux0wZ7rp2VFrF8
Z4JDrsi1AoS3w64WGzxcRuVHZ2nY+jRZXoe2iCz5l4VF5w96nbNvAApb2ZaQVsDgUeO6d9q5mY91
qMrVPm5msu+5OJjpDlgYPDNsgub9NKbii0VxRrRRNrfmjZn7SXbw8TmwsHmSxLs+asHWBzrOexqm
FYszhaqVjj5aeC5pwONSBwuqku61bNQTZyRR9TwmRhe5cJC/JprQlK7o+2O6M3xB/Db5vfo8mhF2
DyBvxvSW6hn+NFT1B6NvpH2q6CKMGWvWEQb12XjPr4/v+jqr1V2CHam/SzpR6V2q8/nL9bV9oYRB
BLtoUHVSnCbf2+m7l4U0RqdnWKAN5GOidIqAQVNtYdhQKPFOhVPtUr+HB2mqvo19sAGXRsYnBCeN
R7PyAeJAtQwcXDsqaBBb6rT3hPdqaSK+oE5m0Py6ZGNOfx5WFHIbVaa1b4xmsqtA3KF2LGwl15wi
NKQdYfEL/Y4qBbQB7in1O63seAIVPcOLPqFgxu+4NPJPLE/3+tRd+Expcqa6BHdjuX4uu+SHz9Qo
q0nyOYv2RhveDbNiTHYtiM95VKhfJYHP9/pwZ8cfoStJLxyuNQtTmHUIG0ClD8HOI6MIYIaxrMzd
DDD73lRJDI4xxvS138CHkN7Gcm43YpBlmk9ewzI4j0jdhTr2mYpuHjOl68Mm8ujxD+1MCZ7AmH2R
kiSzy678o6n90/WnvTggZWAiZ42qubgKZiNhNquh7DnI+tL30iRvP+kTrSzWRN5VrTS8AM12q7n8
7FxD5E+xkFOeSSZgX++DwmI23/OUYqcTwQyptcshk2/M5dm6WUYhhuEsURCkrROLFj65cPl4tCqA
yBhoImlcIQVh30ydO/hJYl+fymWqVu+OuxVFCwqiHNtr4kU+UsJMw2q51hkPVUEXMEkm897XYWpS
CDbAvpXaUsbYquJcnM4PA6+2lqoP8OYzuP/EWSTa2Rz0e79vtpTAF6aTk5koHC0/YrC15m7U1aaX
owkBQ5Hj+TYnxr6d8U3SxWm8T4C9bUzneViyIMAZj49x0SmsZWEgFQU5xhLD80tZPuhdqryUwajc
wFrzPUwjy2M7dak39Zp/KwVGAd0Vx6MY4uPr9Rd7YX6h16rEvXRwUOdeRaQlQF0hzIOQgHj6J9eU
4CHSJPF4fZB3e/DV8jkZZfVRQDPSasGkg9gPa0yXVCveyULzm6QN3TocHzZ1maOFI0UcUKAg5edM
xQSgkwonJlHxLmzN2qW2pjpDImJRubRUTaE7RVQgIo71URSfhyZ+ajOKKAggYd0ZtY0c4pYci+42
bdtsvMFLKwYpwlJbRPnBN3i6cVddiXkd/hBe0wiqPWh54ya6+Fkqut7B32+rSe/8tsyCgbei08WG
akxa18dHA8uducUuL+yrX0aUYjM1qcpTQgu6k/nai6ZMiYuODKdzVW9JJPnpftLpu+oV7a81v8tv
MZGyo4xgi9NWRd9cMduCzv/As4Aku4IyBFCDGrDF/5ez81iSE1vX9g1tIvBmCiSZ5VRSyWtCaKtb
sPDeXf3/oPhPhJLiJEeaKHog9UqW/cxr1JFqSGYSA2aIGN7eQzs30NoRQINgBbTBtrmecBLIKFc6
Nqpou3dFlKgfnKjP3ytgBj4osV572JRxRLLKCo927847wtBUYDindIy2Du/UghZlFgLHM6t8iJQl
dtMwRId6zOhrW1QUu1RAVp++TBhGJnn4LrMQiDXrH5Q3/qkNIq+xRkg4H36acUp7NyPmk4bvdEEu
EQ4Yftv0T1AqEpSg6u+WUbanHmuxU1RJ3u053DnsEILJflfs4doPvZ7DHgFXY3aYw6lQu8CxEJp1
FIQb/mIUkkfWCZCFtS3bU/MUArZBdB5JI312tArfcLYPDuDuooCBo0UEoYJjsfmWNE1pKKKGBDhm
8ZAnkP04zZS73OTTuqVAqpCC2sFW2J1AeByr6gR4mG2nLZVF7gyWFp1b3flRd8BCjUgcOWu/rhIQ
SHPKwcNQI157h9efVjahnthAEFB+SKpnvV6lNJVFPkX4uAWIbGY+xZX0BBxQ+ihVNWK2TSafTFMS
7wGrjd44TDoFcN14HhaM3ugO4i+H9PbykFRFhno3hlGulB2q1+3ODugGBAwoaiM+dv27kfEVYSfJ
LEnvjK6pInlkDvHPv9hdlGHXsvl6826ekiotw8auGUQ22+6sJblxMpui8v98FKJkGBiUbKjMbUbR
rC7FsH5koRcEK4rZarx+jQpuj/I6cWKlV+jMKv4DhXIboeZ96ugh3kugteXkUz0u+l0m020yF4Ek
DzUaH7wYVIoRlPNSTe/QdbFADACtTEHGX8YJnUske0G3FEV9UEHYi1Go4cuMoq4F9m3Mp0Y07iPY
6AFvSY9Po4KjNEQwT86XGl8D7JvanLcF0oGOe0YG9bA3A8zq2qNZWid7Ez3QToAUiGQTjc1tUXpZ
SlH0aScFc146z5GYHutIslcxbz0wEi1/Lio8KGMn/EmPKv8Z6hEBwDJM7yqjVN7dXrKdPY7OH5H9
r4YDDp/Xezxy2rFp7VIKkLCufQS3FDcOodr86SgrnpJoG0jVqga5eezaUoFxsaAEZWbq5Mpd0tzF
WXoksPH6CmUU5nO9QTlP+iY/0vFiSPF+DAMAgCry6fN8ESj1eSqGcBcVvIknF+p0cLIo8b1aToal
k8GbSpsBfZvrKWzFrDXG1IVB1iMuJZTHSsurH7SGbPkk6+l4rsApOzhSlI3m9XmbvRihhedVkxuT
4o7ywiNcWfILwLv5HbgxiUdYfjYTx3kfDXr6DUFlWz+hJkvWoC1q/iGONfVHrZnz4lVWj7PeMgj5
W58pSM/Wuj1LlJK6XL+bmkkSrkMDN/PCMMVzKtOW5EPSzFkIy1E4+AfkOES7FoUuVOiVxJl8YZRR
6IcDVpeeLalNAhYmi56GucNhMO/DrxNm4WvVp/ouon7GIDiB2OiqYGffDX2lf1TGKf9Z4I7236SK
aoHupWyMdCmNge3sCPICrBRSvXPeCASPTL8tZIYKKXNP7HJzIgKzxirIOxMC/DKk8Y/ErjkBZdqK
79LoKLmLHIH4HKll/8nEp/NOgwzySSmXCnlhjT1wTmK1QKq360EMgXP9MelK/2yKAlscGDrNZQZv
/S5XaPuCQlKlR6XRRXjSAPNc4h6YsqtKcvYNlfvxc1Hp7btfjoY4YrTvbJpJ+Dfnj2mfwzLAz1Mu
ABBVFFyKMfxgDrXxwO1ifciojb6rkyQ85ZSLWr/B5Ry7GXl0Lth6CixHkUeTfDTEK/m/lZVitKiP
jhAeOZHRoLOZkiqg3ya1bi6FzhjA+46+KcUy1H6vKP2bZIjT+dwYlaR7/8kQkJ7wOABXIqwYbnal
O++kFBuSQS6MjxmqJbmLLGf4dqqd7iUCj4UPrp2CplZyCXMJEu7oo52ZErL/ef7p9ulfT/f1fUeN
CjI53THEYl7RCaLGsaYwTcIgwujAC2MEG/pSUc9Wa37885FA8qyMVDQxyOyvjyKRRY2nYU51HPGR
h6qNf3Z9Wr+RnVYchJ573wRgTF0Nxml5bYPCMokwuJxiRiI1COoobx6WKjS8tpe+3P6m18h44LYo
laGAw91Js3YThqR2ZdsSGzSoohbZJm3JP0gWjX/uBu3CQzLj5NHS+Adw7MfRAG8Si5SjW24dZLOG
/Ah+gEwMTKtnc8mNlQa0bgydII9wP8kmM3eNyZmCUi8+qnP/AHEazXXsDz0jbL8XiU1xo3fKh0bq
/o2cb4k0PnRd+FXY5oMZa+bPvlqiS5to1cErv7MuFJLgGpLJylzJm8maamvR5ZK91kntcEYx/p+s
zfsTfOn/75z3v3pf7bw2OpRNYFswRWi9bTJmG9eTtNCyMAgNs/SH3KDd11uWTzVbRhki0/AjABjy
5/uO5s+qXrXqa4Ffu97hUSjQ3u/X0rQVyV+GTplxLEjGC3/X/IuphPVE/YiDixb05jBZSqc7ccFQ
ThrLuESnsQuAqEZfEg/Vv9jjRKXsbxzGAXlvsh/HwAsCbQ8nGJoR1EwJlubkSEZ7ahcVR1lQF3cj
j+9JMpTBr+2quEOt/ugpX+duu8eR1CHHQwsXR7HN3GLHgm+qpTvBkihZQNGQfnk82QEWFZqPRm7z
oZ7ITjKjOFrV3ZHprSD/xIXC3r1eVQOjiUTKKJvjGjScCkTeXT2u7XtpQGo1FWP0cS6T5oSRmHqw
yK/jP4B1FlQUgz4e/bzNyHaEvEoTwcnF/TQ5zVWl0N9wjtSn9k6lQvDN4lrspi1qeKzp1QicVIJC
CoXfJmb4HfbXI2g766Ahvvs9ZCEKRUBQGFvcm04QVGep6uBhbtZv6BpiFy3EEfZonZVXO+UXOodu
B6XG9Vf81uYwAFA4BByMUiDtNDRaG2jKlD3JVdI8FVReD4oDe7evugqaA9ShNveKlY79wwToyAkk
fNefnRkRnKjqcE8rh5xbBmvXodNy7N21+LloxqM+/95Vx21KnsBeUY0tykBg2hHLOcOHmjXeWfHk
vFUTS3J7FZkW+l2Qw2Qxfb59J+ydid8G3UpOjZUSAnxj0JbW5I/WDJMHnJdEAC8vx+gKm5VSa3Rf
sswPtwfe/VoqoeA0oQqRlV8vbmfiAwNMicWlf4aISFP6tpZlF7nDT3ju4vI9klw/bo+5U1GmBKMC
3V17SWQSm3PYm0YSIu3ECVHi72VG/kJ6Hv8z6Kbk9do8BAinLNhBFLoaWElU3Ddo+LqR1OIv2Bnc
0RgvuoglzTRPrM+G1NRvW6Mz36gLggU5WyRANdO81LoDHIgmcUD7HoM4imvANNFaRR6u4J9q/Y8G
9/GX21+3u32RF0f/lt0LFPp6RvVkKuNyZEYNTM/xzgZ+9dC3DoE8Fgo/RIauaoqR14NsRZqLrntz
JL+yc/9Q3eVx0Sm4Uoba3Ow4HFpkWzwvXdl0T7Issicx2f1TY+m5t2hF+SQbQ/5od5bjtmjau3Vc
j28l8ji/UFLZN1MLN6t+si8jUmPu3A/hKcuhV6e49HmDDMCyW+zxQZUW2cVFC9eWqLmguoWu5JKb
TyJTcLLpOvmjYQ+T21at5TuI/p3kqI19WQWNMvFbPHNRlQckB1FRUzRay5NYaHOfeo0mio7iFw1U
Pe7qs50vxZOOHcAXRYnSu9urtXOFooSI/C+wBwpf2yBa7rNakhv2lNHlw1NlY+ku41V+cKXtHO9V
+p0OFQrY9DM3eyLODRGqdk1AaUjWKconxE/xU/ejpqVUNKeZr+YdVm88JsHt7/sVm29u7xW3gngl
tzeJyeb2LoUyjIPBawtEN7+rYq0eHiCvq71nm5McospZzd8yI1HuqogDocYp8OFssk4ww6bZA/yh
fy1E07/v8MbUPSSg5EdbjssC1em2RZJZKOIuXqzxjxlOK+tiZTZxLxGFbxsV6ZzaUiatc4Yp4UWK
MIWyVEyXmrgu/UXVe980NOTnSCgCyemPMIV7p0gD4Mt7t1b5tqo/EYCPaW5KgrQcxC1e1LrbVW12
MZTw4Are24IAtigVcQGB7dWuLwzR2hayeHyoIoYoEDaaepEcyQdb8DWFjfkkeF8DIPxRrV9Nqt+e
8UnkIsc/lAivGUcRKK2wsQsbWwT5JkI1nIeGZHjf4tf9rnWM5X4MM5FdhJQJ2h9APcmBStzZ3W5y
xPvbm/QXEHa7SSmYga2iokRhaX2lfvttpWNJSWhlTjB2pl9LzrcpAXgo9/mpiIxLhc3tUGZvnJAa
SaS/5KP833RYnqo5v4+a6l1fj6exEp4hF+8HCuNVp3mpNV0kpTypSBtLDjT7iA3Ta/gb9U7jqkjN
HMzvzkNK0W+FDUDepB63SSBEZvYplAc7IEEC+NqDT8mrfrXrMh4Vp+t8a8WJHszbujW280Z/HbwC
uTKB/OZeyWY57ZfFtIPZ6tsPoUiMZwfYBG6285TyuXXnuGTvzX8hsqtfIPSNjdv2znepoSTl1oOY
n2fI5z9CsI2Nr0/TU0J1Hh97QyRfVUlB8HJGOfVzlhq4MDYlmqreHIbqlzRMlCN2787DyQzSOkFl
EbzTNi+YejTt42K2g875nmX58oAUbn5XVMDK7AHl5kZOTTeum/SkRTAhbk/lTo921WoygOsAsIVg
vHk1cYUNrQp+SZDQD3atpH5QwvYsJc0HrEBpfStFIPXZ+8JRXmJT+qlDnVFFeyTNu7uLLFpH5Ee/
nu/rg6AgjxylINKCJXLeKGO81u8X3stCRCcnrDvXCv+9/eF7tw/ge9KhNQoEznQ94thnaD+RFweV
MqJJlNsWNrRcQbdH+YWc2e5Ubjg8GaAbw2zennAho+zS87x10fwNEq8dYL03uRp4cV9Nc4FHMM3w
iobK3ZQWzQUAcu85Smx8tMMJMquw9LOpRPV5wVMvSEQxXmhlx48zCo4PiBNqAZ5wyWUy4+wNKu9/
3rBcRdZXTNAKMsF06HqW2kWTirbS7KAe1PSBFp8ayOqIGWCkNmdnSaSnCPWOgytld2mIkWFAwzgD
4XI9KPXwBaWWxQ6ozCRUMGvsWMvaOIgQ9o4dhUrYU7QrwQmp16PgeVo1WjjaQabYZQCLyaQsOjoB
ZoXJR8MQ7aNYhPOQF4P9vslw4L29M/YqfhRBVsEZlApWMvH1+GEz1E4mMX6KJd3JIBwjlkzFXQky
wuvC2HlvZWIkChgXV7ZSqudmrx78iN2ZXmFfIPl4HbfNT6kSQK8Gqh92rCsuHsD6pUOCw7/9qbdH
ceTNUTPAK05Uzu1A0pr2sW8LFAQcqfubbwEvpwAwA8Vvb+aTqs1MgaVlqyo91gO9YvmRjajLX3wL
WBY0kAhpgbJdr1pmpNhP9gN7U+BXq0Xme9whjwDge1sTEB78QWhPqyb69SD4BHZICHMbTnGhPmNJ
K94sDoGYNNvJRcssNESmFiGIGhUoB7TZwTfu5an0uvgFKPrBNd2y/kNLS0sd9WWORmzhLZ5gHu9V
aY/ZQW3b3zrTSb7oWorXLCZLMpaMsiGltHOjWr8n40wdFyufKsJ1pwh/9gM1N9eRysHGv3qw6HUU
Bkqkysx3RHWpoL7XODB/zUTPBi+trep5wUAu8rSeP10prddOiuXkL1yf0YvmZO2324u6l6YQa9M3
JgYD2b95A0FlxBiHZ8QwJXRxIO4G0QOvApTN8ZKQU586rTe8Sbbm97dH3nv3VtIwHUXuIBgW1yud
qmpt0lDnFVqi+G2DPYRfm+kXpWne2739ElvLESjS5P+4fZB+H3GzgfXMBuAi8w6tXtW0UX5klrpc
IIJ5y7hIB2dyL/jGiwMMGDK/BqnYZifXTS/6tOeVzUap+ILp7FS7FTrfp7pFuyIm8ngEUE+HY5Y+
xWbn3I+oVfoTVuheb/f/1Ir1x86BkM151leyH0gJ8MTXM944kt1LNEGCCBW4S1How/3/IevYWder
UTbfvQxxE0XrxTojUnBGXVwPUAk06Sq27ds0msWzJP9FPoUumw2CiaIWabd2/WXs3VFy1mtWK5eR
RGCZPXMtbtzesa9JUkwgujqr5s0vnM9mA5kYFiolUEWKS+rwzuidmHglr/0pVuITv6D7oDVFd57b
sPFbfdbuS63Qv9N/HJ4VI8zu41SSvKUHdnH7h+1cmiQCKyqU7FmmqHj9+ajH6t1QolgTLyaWyhYg
acwoyZR62fDyNKd5pkk4+xraZ1tuho+3R3+N13eQeFrnBMkEGPpbC4ucRGShmREGpIxD4zlJND7F
oTFUnoDE4RcTxod+arfRi6RMckX9PxyFK2FoaAOhQ9bCtQuSE1+iY3zCmCmLg6QUGGz3aAEgvW9n
+sFP3rn14NWSF6/8UECRm7vHmlR8c8e12uSo49Pc9/l9LdX9JyeLkRoZ0E6xKHoFchuaB7ybnYCA
VgR9LWjrhHjbynoqKxTNegQSqBv1/ygJft7JsNgHTPydUX7BHznl1qqCa1xvCCfJksFcbCtQZgxc
XceutNY19Cp3by/967MO8xSQ5crR44bblpLlzGq0sh2sIGydzJelNH6JkybxDH2yzhMpj5s7Yfry
x4OujRaQRcBgVkDM9cexFasqVbAx0UO1rd3Fdua3paN8Dk21eSyrpfjRWJN5EBjsXOeUDOFjrsUK
NMa2LR78jQS1p9gKENKO7im2ti+zQV3BjhQNnVVqpbVShW8aB7zJNJnOG6REqqA0aWC2Np1r3ar+
PFmgRMaxp465wly3eKC4t8MIj3YzyJwwu2hp3Z+xva1Pt6f79avJKFBe0eYD0wXF7nq6q0yPBT5m
ZoD7XXZpiCV8VEV81PUmEpTySFD2aLjN1m01p+3YVWYAA8j0WrlqTs4Aele2+tBXxfDnETrHn0SP
bpqGKOWvdf+tDiUyqZEWaTaDSaua89TRf80qaTzYPq8vHEZZg3PuZ4wftx2mpjU17B1aMzBDNfW1
sJ3eDVqkAb+TGA+f5EcLtIG3iOmIWLjO13XQQ5ERHDYvPgVhmt3Xy5dFlZNnc2UGoJ8lr8bbw0uW
tLwTqTUctSFeD8XnAeVgQiENbauaVYZUDsGjEYhyVO+g5IV38pTij357Q+580SoGhGUGnXviuU0Y
Q70gjyBcGUEWS9FDKhL1MgAhCsraKg9u652hYNTSpFlRjDCwNg+r3sfoThQxFG8hlcjoLbWHC4nj
V+VyVAbaHWoVuVt9y4BmbdYpbmPRNqOjB4UhykAakcONRnU8KxAJDzbj69dBxR/MlHHAWMEAWyg2
TbSmixddD7DGFpC7y9hLVGz5bi/T/ijQuH6NQoB/vfFWj5gchS49mBZTuQcQ+LO1jCM+3k6vg8Xh
bOlwtKFV/ULs/nZ8ZYU0DCNsDbVc0up6RDxvqqCzZpZ+P2Rpg9LmoL+MkfojcTTxPtUAJuI2I/hV
jnOOU0O5XxAr8c1M74LITrOgahvZ7ZBLerTC8dPtOdm53Ci7MftgBaC5bWn92G6ZBTA+Hfpgu/jU
qGMP14/hnEqZ9oCLxFHEvzse0RkMFs7JKxYzjT/HRmNKD/Bg1x6IaYyzNEsDYoq4rMxSPv4xlQCB
JjBDpNDofwLb3Kx5Vo3cDcB8wwUsaKNAnc7tXFxuz+LOUflFgUJ+eJW+2J5KKxmSusoEo5iz/mI6
2XyKsqXDU4B34vZQO5uY7BjWOx0pcOVb7Cv+51mhJZZGymSYL1OZVH6XiaP4fYdBgEIXzwNK33TI
6ZNfz1udW5OBLqwa4Igs3UuOHb60aVTR6kIrJXWFLpUnu66mOyzOpn/zspmDYtKnuwYNimf6PsaD
Y9JjNURdLgj7ZBkaGEqKwYuI3d6Kl9YDaWm+NbJ4Dv50gug4UyNdC8mcP2tzQ3ZaXXZmZatBalC5
z6rwh2030d8MQsUaEhOzQ6h5PT1KveQ9Ss1qgGn4AO6ubL+ZUV18uP0prw8LXszkjghYUXmimX89
ip5HaYLCAfVqZPxcmjuxt3Qd+QfYDKSoxSGp8HVQcD2gej2gNEIfTybTQkFD6u7nrCkpiMb5v2OZ
ivv4MYZAqPSDR85nISfTk96JKQ7Qnhq/5thpwTO3nJe2LeuTJSickpgW57ZCxe/2vLw+bvxMwO1r
TZouzbaLqImlBgloWcEs0tqreyLMapR7F4CBdrDQOxwGxkKQgMow9xVv1PWUYI7kAAzD41tE6C3C
Z2t8pSwVT6qTKQiLivI7GuF3clW2/ipR7g+pLnlmURcHd8zrg88PwUFhLQ+TKW75grpD6geNxAqw
PRsuYxjrnjY7RxWpnUo4w0BPoMcAC+cV8CkqlqwN6YnTyogQEoABdYnCuHdruyZtMyoUZmZ0ITOs
zh4qINbIUCrKwfruferqdLk2MQHnbVPSMonJpwASBHFk6Ri7xqWnyb3+xzcpGcSKXAYTQc6y7VvK
la2Uq+tTILrR8sN5nC9JYRUHQcfekaLTTWy4jgQt63r/yH0zQc1RV56cBbLQVqaLslj/jrFFNq8q
0KjGNL9XCQMOYqq9Q7Jqqa9141UfaP1hv8Uh6NZ2YVbrTOJSWQ9da4SnNszwI1eKo6H27iluJ2J6
cKsonmwCK4wbNKmaWa+xnwp/SGiTKYpIsG7ueNQN/c8zpF+5H30nYLkrq+f60xTktFtpGq3AVOfy
Tu1F5mZDbB+EDrtfxf2+nvr1At581aDMKxtgomRRWLZHK6YivxfFReTjR22qs7e3L7VfvLPrvIiv
Wrt71ICIILcHXFChiQEdcvJASp3Kop680OlVgM1zGKiRFt0t2kBfihIHiFgx3asYUMIkqbJLPiH6
S6zY+Yrc6XdyoiFFkQ+Z30niH+iN6hPtQQUcsVFelE6p7rt0+LpkcDYcBcDDEOb9c1FY2gkmReSi
MhL5CnrvfqcAbomSsIA+sMTn2x+8N7+U5gjOVv6QvG12a3WvVfNCqUZqMjXIsjQMqGcwHkQDepqa
cgRUXRdsO8Fca6uBJ80F/ASut01KV5H41jaDuSsLxPx7x7OYRz820TaJIq1yWzg3F4R9zctI/BVA
Z8F9YGziZ6GP9qXuB82VomUOjAXXnqzXR2+WoacMba64CPYPTz3OQo8R7yPNGLu9d0J7utjmMPr9
siJIx2i+sxan8cCVyaXrIFl8qZoQE+Y89bQWaVyztF1Gsc1ywtsrMc7qrCUP5YRgwX8qpeki0TRW
kOawMitpae+zhHdvoXP5+fbi7F1bv8/VZvNXSh2zx+g6tY5au02Xa5+MzlCe6zDRvBrZ+zMSdobn
gMTybo+8c/kDEkOsziGXpjqxbpvf7q0pKh29tQTX8mDUj/2EgLuSte3l9ig7tyOQO550iwoxd+Qm
tAJ6O6UmlOlgyDq8JTOjugitfJyMqT24RtZ4c7Prrkba7Lo819BTzyKukSgyPE0tRnw3QH5LCzgm
S8KXt5Gl5m8mEUIGMfAapG7tUyRIIl3dJrw6RjGdC6eSaEQkRyDpvUmkxE/Pbe0qGdsKZFzHUaVX
VCDTpkf2RpYKb6TQct9JxhEQb3cobosVlQNAeOumHEuNiAwlswg209qvHfU9FOLk0pZAH27vjJ2e
CinPb0OtG/S3DVjmWQ8Q2DQDyTSsJ8eKq6ANy/RRh9gVTE5YfZPK7GdiT51rDnV8L2xivb5oLLfO
5OahL8wfGSyCg5jof/lZNFUQn9vhA3VD4YguzzkXWiHLZ0vBmdOf7VJVT6KUTdeGUIbWhRjn5ypf
9MYNjbp9sEe9av0am42LOZfg2RBPqr+knTwdVWV3UkbK+mvnFMwxhlVbJSKks1j8gSXSYxM9izio
yulhcaxvirM8xxJQLVkhgdGh08XJW62fLoMaP40rjLpPxdu5ku5MpfhUGp03a/Kb1pK8cUHl9vby
/goet+eRIJpGB+86+fPauvpteWmiW0ubUT22JSmkad6P84NjRMOpEx3KWHg4BbnaVpcIkxC3Wsrx
ghNc7RPdZad50saThLr+Kc3n5CJlmf7G6ZPl0RxNYOE8EqfEXJTP/4GpoAAQN3A2r/CHRqp5PAH5
0F3IREegvx3UGBNPMXw1UlhZf5twaF7qObJS3QxW+bkfc9WWLtIzg5/IOjLo4dR5kjaoZ0nNl7ex
U4BHdAQpfJ4bF3reh5T0vQscEJu9kr4hQW0tK7CqneYkccwgXmEfbZMj8KNG+tkIddTasgVpXFsS
Xr5K98mZ+W8zFAOc7Cx1iU+RcWzkPmhgeB5cieu6vlp3SgKgrMmeuPav192RALxkPHlBG4ePPOzF
ezON6vfdgOxvJcv/msKqLjls2EBbEG+8vev25oRcg+4XElZIzG6eG3Uc0sRMQjMg4Zl9RUwLvj7i
yEp5J6KibwBSeOWpEfFvns5eCceW2jB9qBIjWyPsx8dizj7qUBhOSef8OcgH5hiGakAVLbKMbfd+
ZTH0orHMoI9D6xROmvBrFdHp21O30+diGOwddIqq5E9bPay8jTVFGum/FGnauygMZR4V6c+LWjv+
zH9/G2fUKJrGuNeiEoVm+8mWDD/up0+3f8jr2cWNHQVGVIIgbyGBer2BGrVVzCgb1WCas6+kXKpn
SHCDIyezQWsV3cF+ff3iMRx0qtUv1KSMtUkca2PQaTUWaqAvktS7lEF6d8jy+EE1S/2P+yTXY223
Jy8Dqogp5axQnh5Nc/jHUlGa/Iv5w5sHXWdOHz5n1/OXlWFqNCagxXmGvmn3jnzS5qo8WU1HZmXN
R/n93gQa8JLXSQTTrq+B2W8XPe6184qlVYLJqjq3RMrtmWCoOLWGMp1uf9reUJShZNJ8KrMAbK6H
KuQcsQVkr+jeF/KpF6Cr5M7GpcwK04Oh9nahuX4Wlwgswm13MNJLuNUYKJAw6fqzVlbVfRPW1SkC
IfcQVkV9sA3XXX19bWLXQGoPeWPlLW7hb1zXcxqLkk9bZApbI8Wpk8Allbyly0+hXOe+BGHPnzLn
6AS8vjQZWqXSDUmVNtTWshEstlDbKFMCPOGbc4nZh1vgBXMwofujcJ5RAEKYblu8WDpprhVbKBjf
KrrX9dRJkAU4sgLb2yG0CEloUOSB97XZIVXfVMh7smyrgD4EqHnB5bLCb0Wvm4MP2tshAAV5eQn/
kZvaHGZEpxVIV7USyEmbuUk0mX4T96ofkb+6HfzagwRnJ/4AOavgQIbClYEa0/rtvx20FcC2jBKC
0JnSibeSjZaOLkeGm2JfcMrZQLGrobztm06oXuRaXu50ta69prBaLxyr4mDHvv5+fg4RPAorq97Z
tgEQtiRb9HzlgHqIeZpLuwfgluJ/BqPyBBPp+5+e/evhNs9CIZcKnEEdi8DWhh0k1yIYeS8DCLgf
bo/0eqcCZuLgr2IqxGXbC61FZCDPC0ZapTDOTh2Op0wp6gOXltc7lYYYLw9VQ/IgSFvXq2m3BRK0
pbOgw9YWd8LIoqAAGXlHAWk5eNp3PghbLLSLiMq4XX5BX3/bOC34wk4tjSVYDESpkXHuPRnd74OE
bmc/MArdMpveMjt0c/TsUDZ61IaXwGjjmsp89hSm4RtlaE1WCy2XP10kKkPgUmAZQFzHm+p6+qo+
ZMq0SQ16VasD1EIyVGpa6ePtUX7B7q+vZeBtaBohSgveiBbU9TBOUecR2aYc9H0bat6INPq3pVAN
za9H5ITcZo5F6o854M2gEaV0n4BerYKoKeP+PsaYVpyckifqLIVpNaB2KDXv5snWvg56otXeUlqL
H2MM+KaOx77ApWUBYNyZXYP0bSHs9kWV+h9GMlQfMSRLFDes+uWzWs7t6OaWJI2nqpWgV2rJmGXP
sT2SQeVKUisoC0tsqLQBTztZ5Uc5GxVIdNqofzPantdrWvst/u3Zer3PTPJ5MC7UDVY6/GYHYB1F
z9Qc5GBq8+7cTEImR43jr7dH2dHi4rVa65l0LCiKbCUVYsJ6+G3o1IeTRN9XjPGbolgaVPmQWkge
jWqWEsgThZH4+KXV8FbtoXvrJL1GzTXU5kchGeND2ofdc7ekIXRDAFxHh2G9/a83DvuGktfaWMFT
aovqWGBSZU2ldFSUJwTrzSr26H/YCBmP9jL5U6lLi2tIIAbO9ZDhCRqGDjjhNjONkTrIqHe+A9j0
gZJI+N1oG5GvDlxddleZoZZfLKcjukq6WgPeINqT0Vpoj2p1Jb7TKB6ccyQMBohRpl3cVsOeEp6X
DduzBNRVuKSBheKaVVPVnt6W4UXrqAJCp1bVN3CHlkdhtdaLrE/YnMl1V7R+aGFL5iKBFhceEpb9
SVFRQPGU0HAmNynlAcrYoLaPc1JlXgIJFvpxnhbfW6PAQbaVJeWrILR7EiWuLpc5n6neIFuvnmwE
5Ut3TIG/e2GCyLHbxo0++Zlt9MOj5uQtuaoWI8IS046kEkxZ/vaGeh16AfEhdAW1AFRK32ImRzkV
6lSkc6BNZvGwEmV9bYzzN00ngZTJnRiGeVs8Y31zpGb7+sAwMvgMKoikXK/oG1iy0gZ2aM03hjxc
VPCuvmYXw8Fe3BmFfFvDwYWYwUIK4/oOIzzXpTHhYu76ZESfdsFPQZ/MP0aeYoyxnv2V0knIvLmQ
FaO2UPvrliAqO/FgAj7zhJnbf/Etv4+yCbrSGv651jQLjKW69/N6LgNHgyR2e0e8fpv5FkAfRFlM
GLIU1zM22ukoIafFjKVF7ZaN0Fw9LRYv4oY7eJtV7fVFAUIPECJ3pkbGu0nX6qzRhnpWwXXoPWWZ
eMqzzw35aHOfSerCjSBl9WM7yVHxIKUNVOxYG/GyieS5lNxEk2zz1C16972q4uHRsfU4POvhXH90
qHvHXlNJEOoqmIYIhNWO5DrN0uMMWBbqmy6EiOsPtZIcVZF3ThS7ba3BrG4OAOmu5y9NMaGaqY4G
s53a9/PYRbRx2pWtK6uFV9itdJLymYp8HFv+7aXb2+xcmkB2gFlZgGuuh86KMcF1J2HpIl32swTO
PSVk+W9GWaGIK4rOJsm+HiUCMGyJ2Z4DUkjqrEY++pIWHiVmryOqlW1Apvs/yJTrURq5yWFG6jOZ
vBZ/WoyhOwOAzM4lqkJe7qBmd3vudoib1EZp1Kz1H4CI25B+XMys6enFBjmQ6oesU4fSU8TyOdJC
1Lw53O5UkUc4s2J8goLlvMWuvjpbgDBdzR6Kl6ZY2ju5jAbsxnCFkAYZTTlRgmka1fqiNzW5S5X8
o3dy/BFOUnFwBb2er/X24TYlJgS2sO0km21l9XKtT0GjK2MwNkX6GM/CfB8ak4p7cG8epCQ7oJW1
swWREbVL5CT0dTP+FlgT3AwhcjETQlIO0PBERPcibsP7SZU/mpOWBCifwEpBSPFCtpZ7Sqn3T6LS
DqLUvd9Bw2ZNV9ZOPfXg699Rz2FiylM3goQtqi/AtjIYR3T/3pZV1PyUJMpZgATGvDhp9Ti/KxSr
sTCds74XOqHrwY32+vIkK14F5AgDV4LlJmSeMmGwNX5JhNNT1BqrfzRQr/t/pJ1Xk9xGmq7/ikL3
mIU3ETtzgTJowya7SYqUeIOgRcJ7++vPkz2zZ7tQFYXTOnfDoaSsNMj8zGv2+Zzpr34NgAtRDOLV
llB1a/XmOInAmCpjqGEYoy/DrPT7FvjORqZ2aXmp+1NJIzaQhPXV8uK15dmDnY1HWgMfUeoJd9lA
t3ZeUKGZsjdLZ91NzmjuFH24tbrkG4WaLSDcheSfJJt0lISU2Bq09ekW67PlDNksONYpwkwWJwkj
Rz16l5lG7VMVLWmfeMZxKvp8141zexcmGESUcdTt8ngwN24KebBPo1t+DbU+MkoyPgoSp78mrSga
DYo1HPPYNt5XbbXsx76MNiiKF04SwvFItMmeJ32O1TOi1S68i5ZRlFqvUfeP2g/dgi2KrypGuzGj
s36V5EHKMqXUOSXpX1fBxhGeOfF0DeAzrzE09fL4c1YZ8y9bjwURc9QspW+jy9wTslY9Evw42+h5
3psHCNUJuVxdpibAvWjJ/T4yxk84NGrKHY6FSYP8QlYQwUKReSpdtXzvIBv0IxtKPKMKXHeTQeXI
4C5mbyVL66dYTovqJdeTbBQBzj3dKbUqFBMxMuxxAJsdyDrdvyb0nr/32AAd9U64T1loZV9cJY1u
zXJ0HsxKqXy0oWm7xWhnV+bQ3De5o89+kqoek9KcG+C3gKQFRPXrD9D6WMkfSwGZ2hZwIwkYOP2x
TVUpdjj19XE0C2cnlsUhahmXjehu/UwwCmcJZRTK/WhSrZv2odNI1YGkPgIag3rak+Nkoir9MJ6/
FABJrs/pzHldDkdlHMYa4H6JgjudFMGY2wmJakIT+bsV2d1xqQlNNE2p7oxmym7cxWrBVNbGkzkJ
80ZVcU718kS5aa36W9KMvKZ61FJHgEDSTrlzn0/qrdcr89Y9d2H5dbrKEtOLODj9/9NfmoFSFgPR
6LEUtnjrzHX8xsiE96R3dnOrKSVttc4IG9wtmvI9HM/5feKUsl0yA1FJzKTSd0tbGk+LZ25JrV/6
aVzAVBrJLijDrC6cYsZz3ary+jhhBQ890BDHtIy2vCIufCyEP4wCtYDK3LqA4dQqNjNhhdn13GRv
kXxvHzCwGnZ9XFgPVVjYD2jbpgeBWO9GDnqGB+WUYE+ANRN4c8Dga0pXmOso+uGfcsys/FNul54f
GSriLk2q9h8mbMfehi2kWrMN/6pSG8XndBo39n993SJOSbdDdWlBwFWiwnK6/RhFW/roGMNxWLA6
jxu7vasboQTIc2xJll8cSrb4pAySBF6fDoWuqhJ3LtptS+r+bNPZuJ3L+LOdV2Lr65Pv4suXSk7K
JhkguSIjQG/2dCT0x8u8cvLhWId4naoCqx8nTY0P9txEhzpF/mVCim8fjlnzMVWL5WAar+YS8BtI
imVk5hHKG+unxY5YbW3w+uPiArow4rzjsei2Ls8LaypTb9ekbq1ixrxa08RaPAiZYQ+FtkjBUbbh
jgypv89J/vfX77RLQ0H2slhXOhH0pk8XVbSg8ZzS7oGeZNxkZpTdleVc32H98f76SOsvUi4dkFC+
C9oMOCyszuRiGdMoIpAKwlGLXaTQoOpdK71pDMycjcVo32MQ3B0BCW0ZcZ6Rm+XQiFRRo+epoOG4
miROcEYzVk1/jOK5x4jM0Hyr6iHqe1Hja2IpKNSKov7QCpl8q0tg9wDPeq2p7mfhVTehTnLL52Yd
DSNP8Uw0l491WCQbSc+lvZAu77K4L8v78u9f5CADzZ9QgCc9qiNYDhvZ+6CJquEAVtja2Pb1JQzW
hCeAfaBmJSXMVlkvofzcY2BfH72uUnezSUDUj+HWg/n8IJ5+stAyKSTBPSDKhPB7OiMKniBLolJW
0adUHMrGq76EAMsXCOGJdgcyoS52aWp50V/FrDcaVXUNs6KkEVGItq5t7EWdzjkOtHECO6XNF1z8
ekgk1QAl3s/LbMBgkvL6BDIUFxf0wzXkiWhqqOGh0pQBO0IwK7cL7k6kveMwvPOcrCkOlWlEEaTN
ZiwP+BzFjY/Ox/iRccwPmFhHlR8mlnD90K70/JBLMnaQorH3LTGwq9rRHAQFJKquf6xZ4Td532Iz
SB8gSnZxGjaVn3PU33XmgAvI9c9oHfKwcyisyndd0kHPr3YvMUczsapjVg7TXjXSKhg9H+OmSoud
jbHkPbPaPkIrSvMk4jRm7NX2ISoyA7vOqyPw1Wafe3q4R/c3BXBE475ylHCPSOjWy/0sGHY6KvQz
G7NW3m5g/uuMpK/ghQLbjplhqwD9jM0s3ed2U3l7Y1i8d1adeT2t0jEBxxvy10giNup3yxF4US8z
nJPYnsMvqPYs42G24/lt3aelFZhl14qjqSOJGzahndKuy5bqMCGyP9/aXhO/n2H3Dr4ioH4f4roL
db/ADOIQegJxNYPce9opiTFhPERip+9pXkPMd/IugkpNNNgfnTGKU5QlNBW5es526uMmNi2H0Y2N
+bZJp/m7auYDfSO7vDWlGeas4p3FMGb/UeGDxYp+GbySO9+CQXL95Dy/+icL6xF08Rmg2MfzSXR4
+jUWdafmStWm1DLYzkRJ6Cbnfb88xkuV5hBGytTX1cYogPgZU/hIeVH9MLMXaPqXVrZD2h1BXXUZ
yp9Gv8RA/6iF+n2eo+40i8Rx/LAe+vc92OB3qjbUB69d2u5gaqGtBehksVj5YKQjPHBp+jAWc5k/
Xp/jWXLNPcOJkQYyBl1FduF0jkL0Rpf2TXzsMNWGfTSY/bI3DaV+DGdPcXCYjL1qlyqChyCDFtfs
h6nysl01wQ47lK6pUYoOy3/HhP91IsTe/uu/+fP3sppB1opu9cd/PcTfm7Itf3X/Lf+1//uPnf5L
/3o3/Gy6vvn528PXqv3t2Bc/vnZxWaz/nZP/BCP955fsv3ZfT/5wKMBgzk/9z2Z+/5Oks3seLvpZ
yn/y//Uvf/v5/F/5OFc///n797JHvon/WsTP+v0/f3X745+/S1nu/3r5n//P3739mvOv7fpvlOT+
/R/6n3/659e2++fvNDX/IT2J5YUGrhzQDHs2/nz+K9f8BwATaY7uIlEBYIJkoUD+Vvzzd934B4kf
AT61Mv5/SmW//wYDVv6V5v2DJ42mJfGZ1FYwfv+fn/X478/h31vDKvznz79RSnnE0KZr//n7+qXk
MYZHiM4ISBSGsVYfTVl3XYqX3RC0uOMeG0OL9rHQl433eP30y1Gku5KUhES9Z412rJTSqUY7GwKl
gsswUX+AdSSSfawYW+qTW0OtvhBwpiNdn3wI+EXfrQ5Zl9ANzR3iGOpGFiIzuZf3DZNC20Oqs1DQ
IxVajeS6Y2Zmut4HZalAj4Hd/SYfxhYXt05UweB5FabPakvbR2v/Gr3G2CjqXtg6KiHIBCOyKXVG
VltHWzOUEnU94ZxuU2nCHBfL4/L1W4eAqASxkZlwhlf5bFuJVgulbodWKcr9ktTxXZTrCgyQ1yMl
WFAKKpxDqpdShf/0ctPG3EW8GbfMdhpcblSJIRXeVtX3wrJRA+cwwsb3pCn56SiF0VeR64RdoKuh
R1Wycz6QDW1hji6NIsWbOfaSOrB2uuqdMY6zyuyCyu3M+7mcQgTT2y2e3Trp4AiyL3BAuR+AAa1N
nfCYdiW/ogsivWhua83s/IrSwC3td+cOI0BnB7Xa2+NzuqVCd2l+LoRy7D0oaZ+LGiQKgUHRdUHf
89RAL6kOI3HJ4cUleuF2Ov+YqR+TLpDn82Mp4Z7ulbOoaFnlehUUoVbukCfDKGiK7R106+aV2Qmh
GFctOkHsGV/0WnEiBIatttVUBbWWO3eL3ju3eWk3b2vHKm5fPyuH7Jr3wIQts27jd8UgzCWP6UeR
TmJR3eS7Eu/Wo7Lor7ZnZFYvh1plpUaNZ1+XZwzVtcZNaabW/RTlWxM6Pwyno6xuomFQ+gqXpzLI
+cBJVUwN9ESUblRILh0GRACJ2Km5Uvhe3URxnsx5HUXMZYnmG0voI7qFVgyrIY/313fo4oT+d6j1
TTSEoguxIy2DcHbcW5iz5Myx/vP6IBvzWT+Kdg8IBlpIGVQJ6AMwWniYj4pGY2jo/OtDrbMqebgB
IcPhJngku5L3yIvUG0GcEK0TtwyS1mqCqIPoEatIu8du/p3bMNvYqYvLh1s19wJQ6zPvYxEpSwKU
rAwyJ1aOikTipIqTvnqTZDuNlgsBFPJea5GtelCcAvpTQebafeqnIT1Unjker6/c2SZRpyB4o5ZA
SYE66uq1KLtEx4FSzYLOxcbOhs35w0D+HxZPg//S9bHOlu15rOf2h6T0r4HHvFZhSaSYBdVgT1/D
KBx8erlxuTHMWb2I1xxNErDbUvP/HAdf0lzKRdFlgeqm4q1iezGskBa18hRXtaUp+neaLaYHXHjr
N9LJ5V1KbvO574sl2WmKWwLTEsuD0yuCgGNK7nkB2g8F0P0NHPHZqZW/k0WXcG/kjdYUvxAetxV3
cRb0Ue99abrQeqvZZR0okensVeTjNkrbF9afFJI+niQfS8Dw6VdiIt1VtJGTBbqmfJpVJEYzUrnX
nlrg3vAdEDeCO4JowypqTBfQtKlaZ0EaZs3RyevhgA5hv7F059w7iSoHC4qggWSerEmzGVxqVemV
NMANTXytMmHMe1sxCnJ+0yW1bZNq2FVQq3bFkk9/GobwghqFno/c5Lov9Lb64GqR/maca+dNbrAQ
fq0MY0qK2y4HqhvlcaxKrUTrdqieXvsd0Dymkyo7nNISV36TL24rHSw8YnkmlcgMj9+8p2XcIK67
8WWfxU6I2Mg+DZA2+v9kZqejKJGn9i6lk4B6VvjXXEGHL8c5Os6DHd83Q9O8Ccf5pwOx+8P16Z3D
QuXImFvwpVPxB+52OrJROQVgqC4JHCGSCSm+xPhgLbP1tayaOd6NveMgLm8b09OcqGm5r6u5RuEX
uZ3lTeUiQOKHXet9SenEfYmEPU87aodqtKV8f/75kVsQ3wFdpbBypsUKVkgbJwo+AWAbYz9myRdL
FDjXdvm8mxdjq35zaT+opqpS54NsYw1RyTx43o26UIjswS+jQozstkw9dnYXh4GdVuaXPk3toJrt
4o/rO3L+4dNu9mQoRqwORmBVLhZYbM4tFvHBFNoUTEVn77CcS4Pro5wVb1T8EEDgQHcC+CKlPU/3
HUE4e4wbSq110jRUoVSEF+0hnxDImcw7J26Mu3nWxB+LEOGuxFPidqyH0NwPRTfdoszivfaZlr9H
5nSWvCtoO53+nhiFOK2s7DhoczXl8CMp2MT91jG6sLg0k1EwpVbBc73GRjTLPC090gFBL5TpAGah
OmgJ0Ijri7s1ymoLtTicqawyyjg7+SHlPff1It1UTD4PB567/dRKaLhwga+uprA0a7efTRHMQ/7O
LVTjg4ijBhMSQdnWR467b3dVPZsQhRU7/piVKg2ZUi/F0QX4dBujgVXwPz39h85H9auanHjLJ/LS
SgAQpq7EBUp7dnW7dGWsaBgjiiCByHyTL+7yaGbGlnTepYWwURyUum0yZV+NktaLFiVI8Adxmo93
llcjRO714kDkPmxsrfwsTuosHFNq5Ro9QxCanKTTYyrGrAVw3ImA6sqvKXHetbGJGVDn/FFV4TFx
9W/Xj9I5iorqACUV6QeOYB/6NasBXW1YmqkQgdLVaZDj8RT5cRh1+5oU/p2mLWOgNHZ3PyVIdixW
VNBdNMQjW2l9vv5TzldZ8vqA+YCKprm35u8iTqei6BQLIsJs+WjTVNoLKTNgAFjeuAzOb/vToVaX
U7kYnUgGhtIJq4/ouac3FupVwRR70Ru7R5fk+tS2xpPPwYtHXjPbQa1DxlPnIj3aZWX8iNN0QlDL
RvQE0M3Gcy+Dt9NTxK7K2A7ra+Ty1vrbCbFO56mlCAwRajd1qpqZHztUuvFdG7QHhcbPbnSQVQ7D
zv0rS0Lt1/UJXzpWLDGAW94adAHX5gTCSJW61TjHUa3XTw0wtE8OleldH4bG/cguH2onz4JsNtM7
L6rDQ+8KL/Wr4bXlB65j8NtIvD7Xp9bMQzGVjhdljQimUaOOx2e364e+8SObFvn1OV86v9S/wGrI
QikFt9NNDqeh0aIyEgFk7HS3oM7mp/Ps7jK92pIeuXSeADnD+8CVVaeAeDpUVyaIvWVOFNSqEHeG
mMZD3kDdTOZY8WeRvdpPnUXkPdOAbHA1obx6Ol46NIpXx0YUpIso74tm0H6pTrEFFD6/+xiFmIEq
sy7NCVdfST0lVddifhSoZTh8rgDaS8SedtSdQewm8rI9/jJbJd/zF0RSTEh6WUYQTGsUSEStkVCz
iAI6SNWHpezHJ6EZ48YFcCEcQrcE9DYoOqlV8fy9vLgBFMWdpkxJomDJzPwpXdL5e8S1cDcnRvhW
H2vnDoNEcTALvaI+lhS7oXCmR0C2ue+UxeJfP6rnqgJsKM1gUJyyDE1l7nRDRb1wgSQ5S2145buU
CO5TIRaFF7StEYxPjfeqW1iNb81G/bNMNOOg5rN5g+dU8lDpUXRrFKnYevsubYUNIo8XFvYN9dbT
H5Wr2qjESh0FtIeNnwDuhl1uD+AANyYvk5317ciVhLwewSDFgdU482jMrd2JKOg5D99KvcLxtwEf
4uWLdV/1tHNnrxG3XgQhosqr6mmZ5mkrUjyDlknUIcm+VKqAOk+95XS2nAWvDyELHo05Wf4sxsbc
ARHq953IWlQdO5cSsJfuOwiGb/FeKvw89so/ry/FhRWn5PCMQ6WeDmT49DcMDlcWjV/lmGPr8wSJ
2Tq4XtpsHP4LtxUNPImC4uqQzl6no8jPTtjFqOB/2H1Suql9iEV+LGpr4v7yNhLOS4PxeYFgIwNx
waGfDmaA41/SoVOOU5KCviHZOxBPWGitFu49t/6W+v2lJZQYDjS7TMDuxioWF14CIy7rmZzhAbfW
0nGnxE66IXx9cRQ6p1CSJZlrbSjaFzC67b5Rjk5fZsj0YDiehNNWuebCBQzQkvQXzAbfx1p0gyaH
WJqaUYbGSh6j2c1p+8tvH9tQNPDq8Z6ueLwxNbn7q6/xZNDVdxBlc9ND+FSOCYSph64au/u6m71g
QKz6m2OM4U3rukMQVuGWVs+FRQUtJ8kZ0CGgrK5KYGmhUM+JI+XoRcIM1IFbfxmqJbj+jV0ICziM
kkyGThGfu/z7Fzd/LGGhFjKYRy23s93UYNFulZ7uYwu6pdV/YUK8Y1RwoVhB9F1nQ0PYaNkoGu8I
A8b9wx3r5b5B/3AjpHoG7ax2jLASZC/FNlLDdUtH70q1WVATOtoNaHXgLyI/aGGCPkU8qd8NbSxw
NFfjH3biZstugnfyHYaNhjewmgaOnQ57TBOjx7Y3lMhHDhSsGAAkZdcOS/UgCsvd4wAyboi8PDsa
r3+1TaKIxORzJreKYVSSmtAJY2xm06x6a2ZjGwaLZjRu7Ls5wJebROkFYk2OOr+Ps8UcfE8V8fdU
KdP3GKGHj2J29NjvsIPD04Utr3wbpaFiN49RHz2++tDI0FlWoyj308s4PTR16vW2ovX4lA2FdvAq
L0aJUckOTgNk6/9rqHXbUR2BOzWdNF5r4+kdz0R7q+vT+FBPS7ixBxc+hZezWjcx5mEMQwfe/VHg
PvMRGrx649A7eVOLfvw7s+J9BTsNXgG9y9MF7Ms0Sjy6w8debZp+b1SJ6Hcp7l7vQze3D9eX8MJ3
J1nl7BTXs5SnOx0MU0prwKkWpWqrW3aKcJeDN8Lw/jujwHtF1QRO71rSNmP4OWk4E1Tue98rWsWv
RLEl1XIpLmEy/zvM6uilrrWoU1bj3TTU9Se87Gh7h4r5RqvUX0kXaV+N0OqpCcTWTu1xDPNtGxja
35gqMSAUTnkvr+OS0cm00FQx0FOaHJQazHYfhWJr9zdGQdv2WdyHY7KKS5bFS7U4rTj5Gr55/Emw
qnm0Ef1cPBzEBtJb95lSfno43DnBMSIvcHRTvV9iqiMUdTGAvj6Vi18WibbsgJCorfH0PUUc8k2O
e1z35lshlOwTmjRW0FbhVslta6jVe102aJ0DkMTcMO3ye7SlvaAzx2WXTFW+f/2swCnIx/OZ+Loa
SrcH8W9fykGNUCfokvZumot4742d8zc+YboTxAEgI0jTVg2SlqYbtU0+4RLiAhFc2RyIOvSNT/hC
gAWVF7tGmA/0q9ZQ7bBooa4PCduEIfhdPcfxXQZa7QburOHHutvcD4WoPl9fxYuD0voE1gQPAVGk
0wM4QB0uhhRZ+2QYMfuiA4aPrTnel123vKNs3NFqMOKNq/5CGA7IGO8nPit0s9Yxf9V4zuDOnPoq
Se23+TgaR91VqoOV9c6DI4wtD9MLX5k0tSWUo7ov4aKrSabWUqkd3zLiT8W+j7tyb5Xjlv3EhaWk
Do7JGehBwAVr3VychNRZHRgFUPBwGCPV3RfkFHutAvvepF39R+31Ww/0pdoB/Roqz7JOAfZ9dTYT
qDLNwEofCRjwAK8VvX3So7goj3ZfuH/1GXekWRnFY9TiK1TFsqM2wsa+L9JIvwUeu4Ulv3AFACaD
lQQqk9h5fXFKNfoZFXL0dcswhkHcNztVDesjmqN/Z1/ReoPgAOoPFtbqaTUBaTYpsuvHKm3ipwFh
Vd+MBncjpL10eizUHCXPCkj+Gk1tK+WothSlQRpzRns1yfdx3265v1wcRXoYENBRklw3YaN+aZMQ
wyfg9lR8E6f/uqD+GVz/2i8NAlfWJKWhq0/H6/RDwEVKrbIcNfq4TRYkBpFnbNCgf/3TyXsGcAwk
isyh5YfyIqlxvUWPswwNesNrcBjU0e0eXdFvbMulcwYaBVKLNGWgb306CsKXWWOLFhnudnZvRiXS
7kJF5E8Q5Zr99WW7NBQ5IOAg2b3jEz8dakHAAQEPxJwbp7D3dmTHB4Us5FgI1dzYoUtDQYaQFmAA
PjgIp0OlQhucZUISG8RCtV+yLr+pNCffQ6PaDObkC7lKemgjEc3R9YS0sy4Ua1oCzhqYx1FrrNs4
VSAFlMqBIvWfjtJhaBs5fxQewmN1gZHL2Opfxq7+9vqVJZVBoRN8g+w4n04Xa8kwTekFcnv1BbZQ
LlW91CwOTe2NG5soQ9Oz2RIdU7qQvMK1fb01uV2aq3jHtZWu3Eelpe+rSBe7MtS0ByvWYRWORX0A
kz48uXW7pQZw6dPjfUUSnPRbCtWczjTyOnyjcrSVMxwyfQcR8t3AXbkRQ5y3ViTBn7tXPqvSLHwV
oJc4q87xUKPQjVY8zIs4LHzoAs4PBT2He2vREMdHbuHQlEn5Rz+awzEu+vbRTBb99Y6HQFYoBcgI
WnrqyhV5cQ0staZP6C/Zx85V83vTjrM7hMY+Xz9AzwqKJ9tKdQ0/QOqUpO+8NqsAZqwmFJzBtR9N
u+znw1L3Wg1vKQd+qQ79dHQLbf4RGinRVI2i1UQ1AfGx2cP5w3cMkTXQymJt2ndjmU/B0KneEAxW
W/yCWJ9i6zI5vKpNWA33ap/VUKLgHQ0fpga5EKelbXcYtLHEicXShgIHajXduObkZflyfjBDaQnI
J14ys4ACna5iNHtj5dbDECDVVD60ZAu7onBjk9O6qDfVQFihJrry8/qyrq+h51EpEuGhKx3Q1jDJ
yorSXNcgQ9hN3R6SNIv2djeoftG07eH6UPKeXk2QW0iKgUiTVR6N0wnCuAgtl7cOLEiO34api8dl
wfgQqQzlUVRS0xHtnq/d4qYbtIX10lIVJWZyCEG5bnkV5d+/OKCeUISlF8sAPsCcf1GX/bGomPjk
TVTfpLYb3UxLO329Ptv1wj6PSeVZ8rMYeE2KF85cNPrAdppZo++XaEIZQ5TuDnjdvPEMr6NsKnBI
xUkqLER1JFdWV4HlJkpkFHYdhDyjCJBKf6JS5fsH8egrduFtLOf6gpXjUcrnqEpRYQr6p8upIxOX
D0NfB1NhtGjS6svtEOEQ7PdxOh00MSY+LXT7duLdvqfFjkvT9bVdX7HPP4AiC1KO9AgpJp3+gBry
phvaWR3MXevAy+OB83N1yuONS/b83PB60JiQ3kWyg72KPNweRQxu3irw3DgqdlWhD98ne5CUg7KI
b12tN/Y5ONLg+vTOjw7DUneXbCie7TXLBgNdskdaMkE6ZF/wUEl2TVV/XDTkKK8PdGEdKRdBuKJE
JtWZVhtpVO6o1NpcBhMh9W1e26U/R8p8c32UC9PBBPtZeZSUDArA6W4t0aja1dCUAeIG4+fRCJVb
Yu9irxZKupWTnM8IWhl6gcwHGgXottVYWorV75wUgVCwVDCdVvMBQ2Yb63b+wYHZk4LvRNdU2NdN
O7Wc1ZgiQh7UUQ9RVOsQ+bSNYDS1aNcq4ZYG4qVJkflQ8SPvI5ZfHfcpaaq0INMLlHLwdoCGomOW
bnopX5gUiauULzL4srilz5YuWXJhlUFvp6g9LMYuSc2btssTf0Q8aWMJL8yJTUa9D6dIGQGvwl84
jpC7Lb0MmkldnoyunI+jp74WVisTLEOiXYkEORBr50szRAZJq7UywJnSfDNm2vTJKNUtefDzA84o
VASkADTBibp6ubO5QJGkM6EaLLi9w4CiTI8ecjDlxiaVmk14+YbKCdFkBIBGJgR5WC7ri5csUa06
TRW1DAbED3wV/B99+n5LhOfS5nC6QUToAFnsdSiiUMi2simDpjGO2k6vlg7CgbLVeLt04DCiAGxL
mOwBUjqdizeV3AKVVwRjWrt/irnVDv3s2YfUG9Jd49ThRoB1aVbPvDReDerzayxq1mt5WutLEfSY
ER1dRxG7HE+dV79NGM5RPSBWlRaQz2Hsix2a+gpbjTErghJs0aFoM3D7dulsjHLhyNEQgjABdoDH
2FsdOUz2okbDrCkQ44DgrFnkh4VlA3DavVr9hjNH4ijFb0A/Uk1Y3alV1sW5kvBKUKHtfDdxASkb
n+nVfmtE9ivPhnvRFx/K2buv4majLXxhz+TTAWKXwSUh8/SMjE2YjRQXysDro3mXaEMF4rTYmuKl
1aQSBhuZ5Bgtk9UFq3MttqFZMkrZAgjuuGCRjX+K3Wbr2jsPnSj+Y1RDvvSsFb8aCatqW4EMUQbA
0MUxrHvLxyu+D8KsTd4aS6TvSvAdN8A+o/d1Zm45fl1aTnr6dDsgaULRln//4nBC6XWquo/LwCm9
edcounWkGfpaaUx5YCigSblKelRncFwCjVy1BlhKorPax2RRAHnHeB6RyaRG7hepuuWdfR6oSWtY
RNSwRuGaX1fUUy0vFBT4iiBr5/qe/JDsLyrNh0ZDtNhHlk73ARjUWz5KZ10yOVPEaIm5OTYkT6vj
aU0IKCih4AqbsG4O+1j5I0LZ8s5tdPM7MtKx3/fCeOziornTiRQ/9aB8Xh2kUtB5hoMQLNJ/lNfs
iz2NzXzUetXLA63zkDifkuzBVKl5t1YHfzTRhwcQAa/FGDBxMHrydUA5iet7dSdAeO+aEemmoAE5
doM7hoeNW9RtRI4XjqtFjC/JSXD1eY9WU+O2dq1czwMVd6enBXWWvUJl4XA9PpXvzOpNpYxCcMBZ
lfu4Sp/wwir6IhvzIKy7+F25VPo7+KpoCbWd2GNdNfpJLRS/rPtof33kC/eOVDCS0GuDvHiNFe3y
Xk+Mps6DvEKyUiVR8lMD1eRFV7f0w86wfnLHKDgjl4R1j7QMPV1L/l/AQ2OVB4ptf9eq4o2ldA9d
7O2TrHnUu+HGHnOPiMK9red6n2I8XxvRTVOVn6/P+cKeUpYmZqYQSUFwXf7WizoqOh4tWNQNN2Be
5H6XpsvGybmwsnCAyfZlJgX8eXXPphaSrog9ZoEy2s0Niu3tTTEOnxWUjTf28EIUw4KSdUicM0Xw
1bp2c6YUaQGIeSq02G+d3t2DYvHnGKHe4tUtcXZREuk4rAQYxDGrIN0IJ63vKgexuaZCQbkumr/M
YVw2XEIvXKcyiYK4wqMrpclPz0ruRGNsaGkaWF46fRGT3h4wKW38ckq8u6wetLtkiLQtLuiZu5+c
HDNDgAg9BALD1U0mFi8pBLyNAEgqvulKn2ZBDmPnxsnsLkiSaDyE+aw/LVquIdG40HLGNvU4tia9
WstFzqZaDCy/amcjCjnrvfHLeM3o+crMW7Y6ThdkVtDhBOmaBqVRDn6ihI6figLZbtN745rJ2zCM
46OuRu8ckb9JivFtXru6n1jTj1d/PGA+qBMSYBI4rzFXSVOYWAHAT1PsTrvrW69GfrofNi7EC5+o
zDNtWnucAZ7T09lSapx6q1CSwKzHFkS03dyFnfX9+lQufKEQGuVWS9Ey0Gqng7RF5lbmbCdBCNpu
Pwmx7LwWjlTv9RsjXfhCaelwkOlS8vGsQdfGBPx2SeYksKcl3UUxV1zrROwewf/yeYmwT78+tbPa
PMcFuhSeLkQE/I91B6ItxhQZM1hv7oLqtGVMyNHlkRJ/QGzdCipvyvbKFDf7NnM9f5pncd/MZbJb
7DjfOLmXthLVHMkntmRPa/Uly2Bp0sI8CTR1aA5LmSs7BXDlK4Uk5HylrDToVxrvYHVO99J1RJSJ
Uk1g3pbRsc9xhPNA1Oxns1A3rqbzCT0XcKkcSGtcvsnTodRZmKMT5nkAB0u5NcPpWzua6u31DXzW
ITgNCRjFgWXPw0xzez2hog4Nry9EHlQFCh+7ca7i+skklpsP8MzCdleMZRceUjG5kT8OVVv7PKn6
O4moByMbjss3yr/ZsGtBjuvUhGiI7YU5NU9qm7YTl0dZfbNKJ/qRIm4LC1fJw+5+sdt+3nuEq/Yu
B27/A+HE+OOYNxMKnPl8GFS9eZcmY4MDM6bU+F8gfJcHozMvEfwoFItvFG7AT2rXjmXQWnOzY2AM
AkPN+FIbAE5QJDDyQ2XX6tcYVc2fymyq897pxsnYuY2nfhO1MmuHLuvDG1OxlvqgV2W++EPqgN7U
Ef7zTUxe440L50IczXqTenEVSCjuutA6q3WSdLoBQzypls9D49l/1YmFna6GJU+VC+1By033CERR
v3MKPEA0N31tQ5ZIlt9A3RDoHrWVdQ5BCprpKNny5NhLdJz0QQrqI/7bmc5WunLpEMuDRUOLAREN
Pz3E/YgvVuuheqDXNhqKc5juSTRen+x5FOrpmyNuAAls7YPgVYZV1F6TBSINjRsrH4e3GdS6jW//
0lyIJ6HVSkUmmvSnczGjlCVdRkhcVfkRp5koCMNc2eg4nD8WCMe8GGS1YEKfY5HODJLGCW3OxE2D
KrbFjt75Fsnp4lAkklKwkxR9/fgV0dKXTjNkwRCpLQQxLCBDAKt+P83dxqzOHyZmBVrnuaZLk2J1
bS6gdWbVztggjPHu2qrT4dOWubrLcMoTflZMW6SX88COEXnTKejIlGodPiZhE3tNwohW3RoPDlX/
nTWPzr7BQnknxVmOQ2K8vlbFoNRfJe8JuMs6rEvThFqmJ7LAHuLxbiiNmH5sXPEIz1sNmwuHEYIJ
B558jg7xujDvTuOwFIWXBnOcjw9Zrttf09pRXl+FpQstm2DSiQbS2OoRctocfGBjMIylj2/1tmz/
6ooo33iFLmwWXxRRBLkF1Mk1HKnFNV1VoZIESZlFO1HV2m0dq9q0g1atPYxDbO+HxnE3IHsXR8WG
WcJEAPavY39Ykb0913MaRLDTjrWJEZrWTclbO0zVYxmZySd78azg+oN7ad+YIw0gaRgHxfD0EkE7
VJeFqTToKm24ib0uRPc1fq1AGTe8RhuKoimwEB711S3CUppaW3ZpMC519Gaqwiz3S2soN25E+dmu
goeTYeRkXxRk5k7Y5v9h70yW40ayNf0qZbku5MU8mN2qBRADZ5EiNW5gFEVhnh3uAJ7+fmBldSmC
bEWrd23Wi0xLJRX0gMP9+PFz/mFCfG/vCD8/d8lzvXAS1RO6MsUOPzB3X+Y4MUdzlfoXlohPeb6+
8QYR1KYNDDCP++8x9mvA3idOuzjfL7UtbiQiX9FkJ7jKSQww5WD351pVJR9//QbfuCLRRaR2SkUI
NTES+sOnzoa5ytuuQ8vCkVm35aAJbrK2R1M3Hqwfyvf7J9nrHtbwMAZNPZ/OUk0z9y4sx2u9KuIT
K+qNME4TEHAMxl1kp8fI/4rYaU5am+9THz12OJfltkbEddOlVnpin76xeNEkXJVNWLxAdI+iQeXH
s1lOXMrIKkSYo2+8rfPxVI701gN5a33KJiHlIrP+/KdVZWd6r+PZyH2pSGF0L0u7q/XcRwNf/a4o
EPuE1hI7hfyXy8vx1cxr9NjoHIZKu+Br4vr1hZ6lpwhfb61SgBEQijkDwWodbcZxSiG9+Ga+t/w4
AzbeTdu2npMrO521KE1c9xzI56mb2VuvavUqISniuWgGHU5iHlfNiDtxjrhArELDN9X7STbdh1/v
hTfOddqBHLIvRdLg+NKFtFlsmxUXTs/J1LsCd5LbOo/RNxlr/IFFbDknIs5bj4VBNhIY5HvUMY9W
YD53rZBJT+HEaPy9o9nDTpv1U8qEb2Xp3CQRN2PqQOMeVx9KTa+kXch8H5RSXeipms5VZeBD0Y7F
bZJA2SaRKc9BlGePw7A4uyStlr+Edw90d39Wb31jHzC1aKyhkEUZxDlaN0OOQ6a/JMQZf7E/Blqe
hZ2OcEUfy1N0ijemlc3m0LDhoVc/scPVMqpRTX41Z/u60evHILNZnUNQb369Wt4ahWyM5hmu4KgB
HZ19uanAcM8FYjGa8bWrAGZaODv8fjgErcMzuKx9ZOrWL/FT9KCyTJ2jTrP9VCRaRFlPRrXhzmFl
WuLE87z1gkCDg0RfUfiv+DTVomqUvb10b6Taly6Z4k2mzFsNO7vo1xP35kAse4ZYte9fVbQDq5Wz
hzBN47lJhO0qXupTloZG/Nu8ECIi1J2X0hv98Fd6LBjzmAgrmGjg2B31vx4Iq60l/vbXD/RG4oD4
FOVWzKSCFb569JJ6R1YmkL89fUBkI2BPxNnOw1Fk2PJOp62aXW+OYgAwS6hKSB5cxjXnBIfoVfDi
7kPlY+3srJzY47vpCiEVycD+QkSzeZfJfIgk4N2QTNHbYL0cn6jUv1r+63iA7dfS6srBOgrJWKX2
SF7V+V56XrULdDWGvi2SE+v/jVHoBzAUOKe1yny0/m0XVV0u3NneCNRTp41yoxt9HP76/b0w/A4y
P9JUan7cC6gzgj5aO00/7TJ96ikhZ12216gltPQABjAhGnJ3ZTpY7/0sKG5cha2jaffa3suNMQur
3qyuPROZwWTA3DoKDIkVyYB7Ttmh+tpbatpOgAmxntG0TZ+lTpR246JFntXNtxoOeicSuVe7an0G
jAFo0XBfoy91+AwVypK9KZgpG0H0YdN1tU2W7LtlFk4ktJsTU/aq+YZvMykTi5771JqvHQ5nZ3aR
J5pCmcU00XhI5i7f+jEl0gud2kl8MXgr6LbsJ6gF8dR975c5uQka1aBcs5ps+rHhX0Darr+nrqXt
m9mcqnBInOY6qz15kxZ2sh3xo75uFuWBah3rUCIeGNXWYp8Lkfv7Wur9WaVs67yLtUdQ1af49K/X
Ho+ItAN0SqhXRPnDR8wMvTZARiDm1JTOzVwMeVjYbXZiH72wjg4XH0pr5B0gwsHWwpk8HMbFqsIo
8zHdx2YWhONi7vTWfJ92AuB78HEYzUvbi29R4itDu7J33IrPAxtT07juo7Seb6daPsSSzobSlR72
qt91mAaEM3I9jTWdKH28npO1IrVyU0gwAR4e7RTY34Fm02zc2bWcZVg3doVn3zhqJ9bX62jGOOsF
AACJQb9kXe0/7cikQDIDAQMf08zFusftrf7WUPav6NWX1fuFKu6JAd96sJXWQXMTNBj/HA5YDN7U
jxwNuziQ2nmQc++yprT83YRvNYonmq3curV7fLSknCCDlUizA4pDr87tUWSbVWnv/+ZZwIqQoK/V
gGNOuGs1YmkrniUXc3qd6J0K26rITlyfXgcckizwxOu1kYz7mJiY+mYjCwUzRHRtt3G7NJR+81wD
UDnxOG+shTWbA6CHyBnlyqMNIqxENOngu7s6SeZL1ZVcwS2Pu4d01Idudk/t+7fH46xZ8YcgwI9O
tsx2RNWRZe0q2D1f1YjQJiZacygQ3tyqxnBORO43lt5KxAOQyrkNB/1oTy1FLQx0vdydbwrzMk6d
fEvNaNr9OmK/+bpIhcCJQl5DOvxwgUPeD5AvW5/KAj2Ugkk5G6wZh57ZPUWof2sCOYsInCvSDbjS
4VDW7CM9aC1QXKj+XixLZ72TE/2O5crp8/bEMnw9e6t8IDJAdNYJosfiViJzmsaKM2vXm7Mbpn3P
i1Katf3d2VvbcLRUKYZy2JlH76jBCGxiGHPnd8G3xS2MCMPfYNdDOTlRx3vreQBA2GTHXApByR9O
nsDUkoiAsVIfaCVAeQdH7qSMfzsQ8TyAX+lJ85o43g5Hma1EV0limbSh8zzMitH4oA3G+PDbswYe
GYQ6tUGMJ45hawESlGkTK0yiZuQP0aLJdnnr6PeD6cQnhnpj2jg7V5It+AOsKI/W3GIjhtz4k0ne
3Z0P0nYux8o7JQT45iC8HED+qxn78VqbulhHophB3LKeqfZ7/kWmtFNdptcluTXrYEWTeqywiuOq
ai1LNF6rysDaru4f+lSUCK3gopje4Zkj81sjVsMQFnqLNaoX160etnCrk/NmGRaEphZkP7eL62BK
9evX+frxyYJe4IEAOlf+weGi0ZNKqAxuxc5O3OK5BHRJ/1/vTnSKX0cPyuY6leyV/krb/yizDKq5
Gkqn1plk+mu+PyMzn5RXMu3ayKnK/sTOfnM46Jx0ptG2AhZ49FA5fq3gVvQdG2Y5r1vb3GUu2kyJ
rNJwwqbpRBx+NYkrB4cEYG29r2Ija5z+KbORcWb3dm07O1u6QQikv97qC9alv35Vr56KUYCJcipz
NYNteBRFcM5DgG7EJm+Ys++2FF7UD7ONfIB40jSnOnH3fOuZKFJwFXCttexytPmmNsuHrted3dTa
ZYQKfbtNAqs8EenfeiZwZySdQKcpUKzf4qeZ62AqZq1m27sgdZP9FNAFsOWizofWAzZqp6dkOF+J
z78QbzEsZC++iEocrcRspG0zope6y7uYTmK7SBHjHzKUPVaTNnAA227blNK0ib77sJSmE3Z9oj5i
xuHkG6TnmjaypGmOkZ8qYWzLxtAsDo6uEXj8CUDZpWrnU02uNXQf3CdoHXBxActONZjm/NGCHnMy
qdzo7F2flNOnGtDFdq41d2O1UNnQTfKvJmADJ67Qr2PWy6ioDFMBWcmkRwfKOPmL7iXcT5IlLW+a
WQaXAWIfl37py7O0wz4iLNxGbZyk1WrmwPV3FAKbG7vJ42/II4xnv94AbyxJChvg0SBOr2LOR9ss
QecBX2aI+kGd2jczKkKhXs7D7x6jPDWCoYicUFddbVIOlyTlMqHnmkAdQ9jzla1alyqWZ/7+9gJi
wXlgrErcVHGPRrHMDPGPwt7NmHBEjkQBe7RZYb+esbfWDSoKgBS52kOOOpoxs9YLz1K+tcPYoYmj
yi+nDZ7rQLt6fF3PuBLZ51T0frv1u5a+4ZfTufCgSR0TzKfCm43SIn/TaCSGgBEg7IqgPzGFbzwc
Ru+UxVaiwBp4D6dQ1faod6Nu7uxV2TswGGeL2JqBRy3neZgRFEOQCeLjr+d0DbNHexH1A1YIqCQy
6mPhP3cubfQ2ZxIGY0rCcZ7Kh1xN3tZoZ5+SVjzicxfrd7E///j1wOvLej3w2iyB/bGqch4+b2d4
6JYTe8iKx2ErZDXeFGjTn8+ja5zYaS8FiuOx0AZYbzDEHNQrDscq+jFrx3E2dnWmw7Pu07aMUGAb
eOqp1YpNTMntKcUpcwNi29/SpB63bu7ldoTZqdgiKddfcGR4US4o+gy5bVz2VtdflEmK94snkPvV
6JoFY5NdduySMJ3NCvtoox1OVKbfCBo0XkHpEjjo4B/TzgIUunTej7ELnN4906Yij2IaJyc22puj
ICNiMsJKJjmar6Gydaoowthpbv+uH2LvVsS5cWLlrb/k6KVwRK7hnxE4C44SgGagoDnpo7HLtIWo
m8lvQVuZSI7J83ngrv7r5fbmI5ETenQFqQYcg8PrzErHeGiNncAIJdSF5Z0XCwZVvx7lxSbu+KEo
sXMiEwup5x89VI03UF9Orb7Ta6d2IhjS/ReMxSgLUg3xv2lFlX5sUjPPoslCy4164qSGXSkpVIZJ
PupQI31j+NFhqdmGPbKfz5Y3LI8q7mURTn6R2VsoEX0Wab2Ny2YPzjrbI+bH4VXiXtkiuB24j07V
BgFOljO6ZvwL8m1jGbjftlaMYWeW2/XXSsX+94DO3rPBHfhB2r76MAkNg1RntuwvWDcUUwjL2/lk
JwMUAmgwwgh1WHugW00fCFtpJ/oUVUjdvvcLqfsRlia0R+B3NvdlpoovSd9NSWTZlSkjqTdLHxmt
P9UraaYUIV98drZ/9xvPS/2hNnYyLnM3dBNAwqHe+PW3E6/m1XIDS0qApejEYQu7+jAGBH7ZLoCf
9B1XM29rTmUbYizaYhA1nVJxes2I4CZJrRTU/qo2jP3G4Vi6M/bFsHTLLuUy1EXc+5Zzru01Z29V
Zf351OdSQy0wzcdNOSbuR8xH2m9mo6pLPOfjMZpLRZXULurm6bdnYRV5ogGD1BEL9Wh9TlPX5g3U
JfCanRkFkCI3NBCN0Gy7UwX41wGes3o1Aln9edcofzgJxL4k6J102fWxobao5do7TfcVmEF5asJf
n50MtV7gOclWQPJRGjzqQhN+48xIb8bcO40ubu+MxZ7BlNqJdisLBxueZLbQsfr1dL6OKlQmdPrW
NCSpxR3nPY5wyjS2p3k3q2C5KJr4R+Ao/URmwKp5vXY5tNacdaVmAKA4nMp2wWV1MoJhFzeqCM66
QMzatrKNpdha8Tx9tZ0O/LDeJFYTuiJwP8rMz3XmQbmgb7shjjdpM5XGRjpVboYI32p2mAmry0LD
UEa6nYLWMbcc/pO9TZ2pe5iCpUkjFWdTDkYZXYYzrAOpWXVVMHW7pBzgozvoEG/rMp6ts0WlbRFN
A+XWkICPIgqeAXkSZTGFr5u2qjBCmZfSy6PKMZPP3Sx9LWp9mfqboG79K2BoiX3mJh1oUq9vgrAt
lPmgj2OXhFJVGllInCdyK92+KrZxUmV3Lijiio5L4ovoRdh9E496sj50r/Dy5Rqx9jmNuNxYxuy2
oRmb1edsFvE9WP3yTvqJ+72LR+0eVBoOzJ3WGvdeZxifRmv0tXDq/XLEzqnhjt0NjeMCDDbVtV0a
JohhZwre1WPfxGFQeLkTzXPjTbsh7UrEjD1taa4qlILoqy4NZBaZaWNC183nQta1fpDdcP+q9N0i
DXFL7XqA87Gk+odO+mUWFa0lC2QvlqoKl8yp4jCzkNrYd26bVrC4zDjf0A803tuqz6ytKs2hPavS
fvxoOan1SDNUINCxor6z3pU3rqalZegn7JoPcdYOl1m6mMu2swOVrsSwxtqLpq3ryNcLd5P7U+WH
tpPYPwJ8rx0EcJwZbJmdJhYuYbPxTipCbFhkSv+IF4vd78hBkmDLUunvykaTmMMnBvZJxmIK6iJu
GojQm3PtbOjoQIaIOmoxUX6ZvxRD0TFpvsY+TUdtxk2rHbiPyaBlD2cZ7aQgtsYnHxf4b9roCsQx
Ki+7WPj0N5l0M2+m90na1FIMV1RIFmvXDtJ6kDIoR3IwPRXs+kQFkWtOpovR1pj+qK3GvjIdld3S
O0TJQSv97LYkHX3vJ11JXhh4tdyIzqdqr+dG+9QvCh+j0SsVj6YN+D0T7BTS4qMlL5q0cL4VwAJo
blH848mqYLG3SZ7MP9q+cO5NJV0PaXXToAsl3FltlEemH2GaStURC5yUINX443IGzmaoolgk+q10
NXjqLi17zg5swrcNlPbzyvcnkC951v4wGyf+itpP96X2YRiGA7eiu4GCtxWZAVdJAP1Gfz247zyZ
XHVZGz+ottN+cGEaiqiT41BHCK96zwriwJc8H01j3welPe9MaVXVZenaTLbK8v4JdpJTY1SX+unO
HNMiC3tf5jc1CNs88uzZf2y7Tj5nVFjumJwYugBraIp0tE+fmyAdvQiSuVaHCvfMR7Tnx4d5Vnq7
bxBM5v96gRQbqzKsJhpRco5D7MXzB8qHWRnp9LeMsIZY/20IqHVsZ3wqnc04xyyQonTiz3wsA9c1
KjcsEpWnUeZ03hbgn0tK7mjee6HNqMY5eeGHljGI29JqEejCWdNjVQ7pKt6eBbwC3MrTNrSAo14G
yoy78xg5crljRwXv3MT2cQmbZnrjttH0SThgdN+xLefSw+LcVg+kQksf8gZVTv5kWJd+487vrSrX
I5VbEHOVPtsX3RIYrFkj9dXFYKoWZitXIBEhrIpnPA+oMIvz3OFSc9zsLnbFVG+KunQwVJG6fR+n
cXXnpt3g8gobrOtdVxhnDkX/2yZwYf54NEpIr5Cu6baDjdeAFogaANyYXS2IoD50tmksO9drne6i
xm6uA6mjwQvpFaE0ymSRXq32LawNW7nTrmG3yd0yiabeyzFva4pZtV+fFW0vgY1kFZjPqRk+l1Tx
hyilq7j348Qm4LY1eu7VoJwrf+yhZJdmZ9zooJzcSFX5eG10A5peFcaHe6wsiaI1jnrZBZ7IicBo
JFXG3nElMbODKfLQF3n5lJqaSvZO5k/JTsi8zvYl4lXcg8hrrX3mqIActU0JTXmStV8ZYKJsmZKe
QD8NjHscMAo60r1GJoBrPRbFk63NRYQeu/lpqfAL3fej9PQzDF7NNHR4iwUvJoNjMwXV5ITWGPtN
CLdRfK78TEeqINchx9SevXzGohqXs6US5p1vFuW5NdLwDzPVNVNoWTDwt7mXZMNZTDDWN2YyehqK
ao13n6AA7oYBZ9Z1z6bzLjyv1XQ0wu2yDM28Lp/LbOwR6kIl6Asd7/6yQb81Bmtl9JQxW488fF7a
+TYOFk1iB1NXxPA+dqbQy3Oo07lm1100oEl9Xk6xEzbcBvZj5+nRkograEfDreTtcxaRy+WhieHX
sHPaVjIFKD7g+5WsHpU0hcdbO5uSPATtlXwZHK0aI6eXAOBpSeUX+ui03xtKbFzgnNHJw9zWybDJ
g7V2U+Y1WXA8z50RJq3bZJt59rSrsULek6KKk36xbOFeL3Onsj2B0po2rWZynqVGroVekGOSOFZ2
R7zs8unWGfPhS9XEZRNZjZfNxFKngCyljDbeLOA0irBRypEbNkwZbJNKiseF9sMeSenZv1BpVpx1
PUfHJvdIUh8Lp3CXbVaoxDhPay396unSbjetksYY0ZjKzho3H7diyprdkLVwr2yr6IyontvqirnM
uYdlzdBE2aIlbWSiVXezlNBNv9nzRIF1LIT70PaO9ZwGLgxXdyiVvi2FjyZ8zcOOYW5wXIe63xMe
ROMO74q+755Fx0G3R0wQxJY1xDOXO8Lu8Jyo0edU0qnL1rE+fzKsqXqWi2GSHXT9bD8UUlNPov+e
ljsjr5bvGDH7X6ZyqcnoWqq/UyxAZ5jACPxQk57bbXhvDu1PjCHvutEXT2Is5afGdjiCOzi7H7PJ
k9+5n5Deta7RqnA2B9I7G5XA8n5NT+7ScdbSvSxTJCAD3K9kCKIfPkbviFFFiGBMabRMCxwbPcjk
Q9+b3qfWd8Tnws+G8QaKf/0E87dwI38wvD6sYq2/8aYh++GI2vxsWnbbR4kdxz8IbBzNg2lTdsFF
tUpCfk/9frRr40OhV9697GYdIEylochO57/sNlNGCrZhN5bBOVmUO22LxpjO3YXlBIp2XT0FNAHU
RlIYo34ivDvcs4oynNI2hT2JSNad3pRWslGaqL+0ceE8F/DxSKJzGXzQHDO1YPE71fMQB9q7up/r
61wZ0zaTRjFva6OvVvOCbHysqqZ7mjsBJauK43Z5UDDSWBLZlN43KiBp95LC8DAshCgYyhhBQZ6h
mCEE103xgQkr5IVEGeVj2mhZCaGh0dqbpesNbSN1CpQbj3jfhtStOJDyInO8fWsY1C3RVUicTZkI
M+OiMlT5O125c/NhyAga0dBb9rIpJh2oI5FA3CEk3rdRHXizCCuW6k3d9/odlHQXZwldEd7IvOo5
bKmEVqGR4pEa+mMezGERIPwX0oRzkjMzwNYNu7epz0Iauu24LYSffMQwNvje0GMCNedN6RIKsG/3
RefigiNcXfta4UCykEmX6XtlcoqGWUYlaurteAnNFJRMODVJ04RazOtkO9ZJfeEIY0rxiZDWTYVA
rrkf3DH7MYl65GZtFvEmyKfKg+I1rXeP3DJEhEtEO0Y9mprahcJ/KkOUwU8fcq+UNvFv1qaPOPjO
8izwFzFvK26B2CHqbkdDGo9RjpnA1BwqmO7Y7tx4yeqzDjz/ldkLMW8KK6dcvJRBsYszsxkQkrOc
H6vLMqmoqn3nvBmb6TtAS6+9qGwr6cNB82JKM2ZSRQU0g8+W1bCTCuFxkDT9OA3vTDx7q7OkH8sg
6pWTFRtjWqaPtSXGxxgIYhIVo0yHyFSifcyCrE8iEIreU50v2J6Odb24oV/y/qIMG2sntDXRfxI6
zTGgUpX/WDYjcntwSak3VZWTXCG73mlbXbhGvrWGNsXYjZPZCidg4cmmdHM92WhLIpmeJVv1+ZJi
qfbSrGAsmJ7MM3xJkPLYu16JHIVyR6quSd5Y6gbdiFrdysFzP2ge0jGRoQRRW9cz70wKaxxCPfap
WqEdi2Ad/JAZvCh1sMhJZKefdUNpmV9KzELGG20YWj9Cpqi+Tueka86DYk5vKvIENxyL2q5D7qHi
C7I74rY3sCAPp6Vx8ijQSEYjdjZ0tcUxxziquWY0JCw0kkO/m3Oy9rws7lFcKq1wlHWAKeYwDip0
EVqu6UEEg9oLXre/zwKcLiI/SWV6adZWMF+SGeGk4LWGf152rQ4arUZTNSpzr78vjWL8URdExI0q
5u69okN0V40FOX+ecD28zOOhJHbAKsCiq21EeqW1Wj+F/ty3En/IqkAVO5vYcVOqmj5Efcd+hAo+
pJvCddrbacJj5EwjDdgXBR3EbSP1+OtcMNObntSuiHzR6Xft2JE0Wkpv8q0cpdavU+ONd9Sfm2Aj
ilEMob8EnRXmtcXECctMWvJJvRnJYSYWEjUe2uCA3xzjssgIPBep7EVDBpK0nzxNF9l5AXHni6+j
MrBZlqRfNlVQY8hdqhmdQzIosRcj1U+Eg2PMNcXsTc8VWgUXg3S4vMoFz6wQbhjiO3rbVTHhyq9k
CLU9uR7gbN76aevemZpPyDa6pNK3s9/FZihdsmfKqHnhUSjJ0oCxxqKNgtQPqAgsSn/yZY+8mtlO
4nuX03c6gyEW75ppCeKNWw/10zhYvb75u5XKpsU+TO2K9ULcFCbJY6dNuhP9vXW5sncVjXjK8x4p
u1DWg9dSeUocRNUilGSx10JOIUhDitCJzXuzynu+c3BKv/J10Q3BTjChSP+jqgUJ5rBS5OInLX2z
pCCV0MQlcnAWuI0/ABJzTmlbvS5+0VuEa0xpD4rSq6bfCNJEGXk777JGcjaPdvAuVWn5/XdLbNS7
aKX7oKspph73xYxMzo0119Oul/Y1epou+cVAxfi3K3meB6AOvWMXVj4l0sOJy+dRk62hq50OpxQE
MNSnWp9PSe2/7nlgWIyxIhw6+qVsocNROEWGNEEMHkeoMb+u8rS67augvDBix9p1jW+dEGl4o+m9
Iv4BxK4CCoisHVVGl6yzFsdJ1E7ZOP05RKaql5zX1vRRQwAl9OvOjjqEnENn4TpS5Xe5y72g/10X
RAfykLXy96y1ewXE7/DBeyHJURJTIECUqzPV4ttUo3Tw2y+RUVDMAavMExvH4gqFCbEmsZTYQdSE
V917AwkPDjK/XpGv9hiKmTStwOLrK4rhGLxKpa/MmkSiNR4reZ2X2MhQX3b2XBDK6NdDvdpiaDKC
KKU39CKbcjyUmESbLLKsdp3whqhP6+x2mDJ1YoutRf/DphWMGsBSKOFRY0Yk4fDl8OXtauC98HJK
+jqS5NXNn6ZYUkHUvsA4A999ClT+ahLR9tL9lS0Ha4iS8NF+K0f8HoXu8KrqvIiMKtc2Hni4CJ3+
36bmwTVgXZBcsQVI0Y72gLkMzhI7Yt7ZuNWEGZev/YJE94lV8epVvYwC1QOCBg3tY4+mMq9qNdod
PYhWW7bcCJZwMZrf1vVaR+Gf1Vyd2HuMY0oqT3mGqGdaKZMbOtTldpnA43EZtL+0n//rgA83/PO/
+fNT08497rzi6I//vM6ecNxrfoj/Xj/2v/7a4Yf++U4+92Lsn/92/dgOf9uN9fdHkTX18WcOfgUj
/fVNNo/i8eAPW3x6xXw3Pvfz+2dYQeJluOS5Wf/m/+kP//b88lse5vb5H388wX8U629L+Fp//PWj
8+//+GPlhv7Xz7/+r5/dPFZ8bNNUWZ09PR5/4vlxEP/4Q3ONPynOryg5yILEnBVWoJ7//SNUphDN
W9W7Vv0u4l3dcFX/xx+G8ydtYcQ5wOQAgUMb8o+/Dc34149WAAhcclqGqy5l8Me/v9vtv/brv94P
U/HXn3+mM770mn/e1hC9UJGmQEFLDKLhsSoph1meiszoNqZYmw25D1u7tE0tjDVIxVE1WjSgvRZ5
1NBG4TAI0doZNo4Ru5uuqLw2VEL3n4s6v7DlrHVUxttbo57M/Ti4Lu51lKcpRGsYECDJM7WhM3nU
VMyAYiw7mUaDq81dlILKuep9NV7lvpw/tfi3m9vUltVHdzTMD3VXjXvc1JaLoMumy3hqmy7s254W
d4czMQyl5aY1RDfuXt7k/1/dP63uNaj+71f3fnz8/sx1rn3+eX2vn/nP+sauhK4mCDX9heP28/pG
kW7VMNJRWAZnTDT89/p2/6TRTrhlBQO4oXn88/oG2O+tuFliPwwd63fWN1/s4NTiRAQlBZ4TCS6i
+jHUwm3ZP7Mlx81UGZ/i3lzCBn3kjZroslEtPhHe39hNNJc5h0HNI777CikOIpZiTGGKTR/bLkVJ
xxdbkyba1wR/ootFDXBY6LriDuEkXvodI4m2Pmt7yzjXi0XooWtkeopJ+mh+6c2Syk0da+9hiFPa
yY3ZvjPr0bQ2teWURZTzyHtwGP2eq6q+K+POBwHW0fqaKXSUpWk+pGA82mhCkzcLJDjNqdLP53mZ
hsh1YjFuZsejT+vOaQLceqbVgElccafS1KeYGMj87qel80aweVHHOgw2rAMSInSH0C6HdXmYQ2gx
+oE1Lb8NfaTua91X7QdXgcPduhqgFrNDNTF0J+mhA19rX/kvO9mZdknZU6tFQDsnT+nCLjlT4E16
HXqFy804GJrkQ95W3O1x3xgi2IOwJ5Z6MUKXqxU9mFyONFjppG6NxjW+D1Lm+W4cA5eCTj5z7c6d
LhS1ezbpgn6xh2fopZ7RMVWzpV01wM52i7fwmzxlljRPKiO5s5K0+EzxPVxitBE2v56pV+6mrNv1
DIeogbmphUbd4UwtOJu2oNQGmriLH0pZGqFDybHCLAdHOPS98/YKER1tbxBIhYGO7zImW5Gi3mNm
hnlZG9N0L5Tu7Cle0B4f6K3rhf4RbFGyr4ap3J74wmzY440G5gxZXxSFMLQ+NoEoE0+1hVmKTV3H
1HcWPz6TU/A562O6DDY6VviWUN6b9HRTZ4uAlISKS1n08sRl5jjDYuJARzJ5aI+sOf7REhOls2SF
k4jNIoS1dbTYon81eKfez/prjlbyisjlFbCHybzX6fgJxJ3nXeeXRS42yCvQWcVad+PTbucmYQ/R
IKzpLOCGt10h7SG6yvEFtEsTy12Y4kYZN6dm/3WYs+DpAJFDvRLF+WMJePr/tWc2EBloz3ZXZlO2
58A8TBWljlJhnKrqTscx09zWFRW/3FwuZjzJL8eir995pthb0l/qXc5vT0Ml6/hajX13ihByDMB5
AeTC64WoA8LOOxYUmgRlzz7Whw29cnNTBtn1YtQXwlX6xei/E4sw/zUtv3V8v2uf63vRPz8L8s7j
ZPMgXf1/N0FFo+mn3bomwAcZ6vVjj8IznpsHZ/jLh/59iOt/Ih+znt/IHCNf5bC+/pOkIsMCasrj
AAWJvtY8/n2I23+uEQr7Dh0OPcvuP2e4/Se3a35EfroKZSBB8hs56ov83uFmWxPTF1YLaiZw2A83
WzmM1B2btN6kdUfxHz5qfJZT7cH1ldPsoZKpTTe18HaTspZNmozqk7sM9nPlpvFjq3ln2O4gqGy2
eQDXYjI7umHavkZcGNTXpN3bAjbBkvfBQ5ajN+WpvNyPpgo2U9HWX7tx0B8aGEPPQ+vcJYnXueFs
6XIDY7m7zKWZvhsqJ76gtJlGbtN7VmjOg33jr8gf73/YO7PdupEsi/5K/gAFzsMryTvpapYsDy+E
ZNlkcCaD89f3ojJdluRMG26ggUZVvRRQcNp3CkacOGfvtQum67TBXe2JlFrrA7VKezUPRiJ9juHb
uNYlA6SuIFFwEUZ3myol+VhWnX+da/CqfjNrneWL0lTvNb0xnpaUcbs/elZ63U40LWKj7hgCT6ZZ
BTqdZCZqFj2cvBusamsMkp5ypc2byIiXD7YdIWp18+q8atThU1Q0ju+1I2Nr8GgEwc1OzGCG5tOh
8jL9Ka+GeEcG9Jae61Udjdo7Wp31k8HufW+QR12swxqyk3V4+NNSkzKU13QwhyltDp6b5iqD+cU8
Rb+FYGaeCFdOUIZ8frGS/66k+GEfpq5cVy13mDViYz0OXuzDtMY1s4yBoli29EIGWepBnZW/VIr/
3Uje3HSfmTr/fBk4r8pOfmnbh+7lZeD5L33bSPQTWl6Q2+jjsSs84xu+bST6CfYSuG7roUlw02ro
+baR2CeIbjm2EIXR5FlF3t8uu/YJxTtH2wrRdjwNYtJvbCQ/OKFAQWKupX9r0F8ldOyNz2VwR2lP
ejaFvW3Idymyjo9JNu16M1eZ0pijdjoqo3G9JhF9YWBmX6E6n05LI1VOGYn3H+0405leZP1RR9h8
mIWe39ial6d/3iN+a739u3dV9NVb9c9r7fZBlN0fR9F18o+H8umPiy+DkC+X3fPf/77sLFYdTWOD
vN+VgPL9/NJPoDWR3cEKwoWJ4Pr7snNOyLKhlUlJAppIXVmb39adc8J1kT/kMmdCVVN/q8mirwfU
ywOMSQEHGLdglW4L9543zcVU09Al2YkaonaHoqIs6XZGA3Av9ZzJbVub3XWbjQqDH9RJV6Z0Vkm+
VQ3STyWpDgjg5lL6yAomyBGj9rnqE7FVJy27H+AA8ec2svWwcTrrmDk1A4lWMzJ0TKP1gKvCrsMS
KlygKML6mlVW+OJ3+Zst+IfxAZ9u7VHxwOOSp6x7czx7dsUGTAJFGKNIe2Corn2dNFs5S+kKCN9T
uN4Qaa4dFLzvt55beBrij0V8WJrhQLqa9Vf+x289Pf8JZR/jmhe/1A9l359P0Fn/WTy8em7Wv/Xt
uaHuc9Y7yDOpd23ffH9utBN6giu0HMw1OMW1A/ltuzZP8EcA/8QewEPDkOP7c2OckEbAOYwSnfA4
Hq/f2a9/bKcAMqH5SYQLjynxgm8uc+1sdVHNhDsUs7G151R4GwlVcatWCZ3AyfqMRrO5HVEPn+Ua
q526TALpnasjlUCJLM4ymTB3znxdLo2LWqMwlwe0JclZN47l2WKraY4YrGlQIURJf6lP7ZlReOZV
pujeQwlV/yqeo+VGEUILYtdKmnM5J4Rfu51N2AKemYWpxKxuC2WYy01nNcM9ZvdrtJp9Fqh5VOyn
7q/u/m8t73/7w2H1k//z4XDXcp95enh6PhnuqseHuHq1xNe//X2JmxwJKx5zrR/eXG1WFB0zpnV8
xoCJdfxtiWsnK3IPGyAHBzCOtT/z7WhQTxBZYA7ixLC5JHPt+Y2ShJd4dTJA32b3XP8hDq+VM/K6
fuXaFU9NzNQ9Gcd+NwwSrf40/YoK9Jzm/OIAwjwP7mNtJjEOWp/ctw/SKDTFnjJs31Ea3QmjT6ZN
jm6i9d2xTT5mifmcGaI0dqjO6aRtloE17GvdNF3OVinmLcMxQX8SfYrc2Avyw+0s+jTxDRtAk0xU
fTqrDbO/BL4/55sFFfqjiV6RgspQgPlORXfPlYxrBqIX1QqHRp/rQOaa/LhYdXuFIjGOj9JeAEBF
NDWvkbRiKOtBUXcBe9DcrnOsAg2aGqfWIUIY2R9SpxmuUh753G+HeroYoJrYG487i7KboAi3QROZ
5VlRkrGAMKXsc79aogQtrcnHC1TsOF8Z4jdxoKOmucyURNwLXHtpoCMLu28o8ojjMkvRooAq5zPY
dKmB77A1D3rKMGIehbMg5ofVvqkXi95u0eRIolblrxVUJHZMAWFbsxkMfBp/4KpyB9ZiUcLKMu2L
BLWw9JvRSq5rUxkz/B15tDVKImoQkpuRG5hd7i70dLMCOamS6RfKkOmPWewaWVDYk/v04iH6m5P8
zWK0eRbIO2KutOY8EvzJU/TyMoUXpdOduVUCY5HeXk7odD0ckdufv8oz+eLVYlxfBtQ9hEHk3jQ6
X7/MXEZu5/US/BFJFQcQWTdy0PSwQu94dA3csAJMwVFLqz7gsU3Ppgh92M/fw5uC7PmT0hvE7e6C
LuR/X7+FOK0jBNs1GDsrkef51Bp7IYXuL2ZSb3pBe+rnr7d+c28/MpsMH5xHkU3lzet1pjFlJhb7
oC6mGr+w1YV5h8uiLB1t9/OXesa7vnkt5D0rypARi8X85fVna+okEtIFdzl3pVB2jS7kB2UekGTO
iYJjA7mZtYQKLKCM/ri8qrjFfyGUWmRbI0+NM5xPiRuQGTJcNgPvm4QUr/N80xhE0CG+6wK6CY1A
+uwtbkCEirshIro60srIrhPEoAgDqvZPmsp/D70XkziuIS9+6n+o5+5F+Zmp9fPJ1yVf/ti1X8qH
J1F+eX05Wv+pbyegRrm25sMBo+DWjUzqZZHH3QbcEPdr7j8QBb6fgMYJnTs4MuA3cIC+bO7pJ5YL
nZmykPJPX2d3v3EAvl2u5NTDkcE/zqCPexsqrtfLlWtQ6yqLRKI6lDaXnKKktLK9Aal87ckm5wqU
6e/MzDDu0xkKBvYD6V4NXS7fqV2D2VhH3I3JLNqaVgv/W4+s9ANdMjLEp6k6q3HzJViT9PjOtfE9
FKPR387dmmfSwzrYp1L/Bfnq2Uj64gFcPxHPHtM39D+M6d+e6cJTsGakZRaOAoJlDP/vyqyRMaWp
kWD8wXuK/9S5kx4WPHWu8nOjleZ179bZjnlo67fYyNAYD0FUt+MxT9dshATZulOYoaGUuKI0+auQ
5PVbfvOeISGtKZsI6ZjLvrmhYipQLZwuWYj/tdh24zJt4rG4H5dyCESBSLCLiKZ8sXz/5rh5exCs
XxTG3zVaeEVZUGm9/un5kTyjgsEdMmrU32XpfF+PjLi0XveCyjGRMbf2NqUMC0zbEdsafvUvXLPP
kIK3n5vGsk4JiLwJyMXrt+A0NWaWgbdQkyuzsY2E7FxTKz9MmtEHuZU456p02zCZ7GWnKamyySB8
YonulI3N3PSYCC63Rp19rskD8lNDUX/xJT0j2d68Q0ambOScmBwdb0Vxi1PioikdviTjXgzn/VAF
rTL5A0b7Ad1w0yJETi9tKYJFnUh5tM9y44k2M64e9OGRFc76TomLXc7/XUiHM4i+NryPs5v6ivm+
nhycq8pWeLdt/6skgDen7Pr74rP2NMZxQF0JrH795TYJNRcZGGkolUqj390WYYWFjjHtMvoDMIzD
LxbUmwKGF7TpO9IzoMCgNHffHH2uNZhe72lpiICFQGc3P6rADncV7uBNDuT/XO+Nx75LMeTl1bhx
s6VmpKukvtR6vAooVnZdNPwu8On5XTHrX6sNEHJvIaC957a52vOuvHYaAkoMUlbrrt2zx1bhrPTy
z2Ljt87K/4j+x8/HXn4rOnTsf9xjXxDlHweZ00d8fUqu/8C3U9I8YY2u/QwuSKgO16PwW+eaORdr
iTEvi+rPA+9f90T3BKkqtCEaymya1LPf74nuiYEVn5snfcf1HP2tY/Lto+Tip7HZoVEeM1SjK/n6
UZqXtq0nSZiWNHHcmOhXglLaaBp2ff670J31tYA2ctZgfOSW++axVSV2lEHCie5Kq8fKF6cbu1Hr
jZfI+58/sD8Qq59f6pllRFrBKoh8/bGmpfSAjPOxYAPARPaOg3tfFtMYInbJtgUCL2Znw8HOIgXE
Uf0BzX+4ROpVIuLqU2F8HeIbhfsac/5CDaPZxwDnUeBmejCYJI0lvwuXWt8v3QS6uGB9oey9qeNT
F5U+FkIPezG2tUU2amCM1bqJLI5f45UJFc6Yzc+/JXP9Fl4eASRhsCipjlSYuiR8GK+/pZw+Vt7P
hRfWKfdKt6mu42b4mutefm1P7flIArBfKGN1nghlghmjbczZ9s4Hml8lvYwQnEcohHudmB1+DpQ2
hsSBHzfn9XA/Kdm4FZo2IwnCyT8vjqBNhh3Ujb1Ps2X7eVZXt2NrX0+DnDadqcBkThYz6G032VgO
YBkLTUdUODDa64hU5xbVShHXG1nV+Xu53ianQfyixvqbnjNlIxgxlug6k35bOjC1JCM067wwcfsp
bJ3CCow5eyrzQviCln7Yy/hD0WG41WR0pkbkhiK89Os6tnc//3V+4Ljw64B45FehHtYN7s6vf525
yhyzGGovxLNY+Rw1MpzrafbJ4eDEbVLweLnqbYQeZolm+hjMu2A222C0mvcjrIpflDQ/7BSv347z
ppLzTCzD2YArx1PqjPlwE4eD0XqB0d+3I5z3n3/6tyfu+uHXeRqVo4oI8Idad4KVZwyeC6g9gsQw
dsMG8+6vEkHZK394Aui5EWCDKEoF0/+mM1GY9Zxj8vBCklBTRszdJ2Oa8sAR/XmhTANUpCWcJ9c4
rRMD6apmnc7MQUKaMw7wLYkxK0gqR+7sqbipjdU9lQ97Lt9PWK+kP3jnfa5F51h94kAx+m1U6sMG
hNtOMRVgvLNUfG8gH10MQZN471pLu6R1Yx5rG98od5fab+Ik9T0Bjq3G3jbbRXehzaGrif6A1ajA
ZVy1YaE4u9JNio05yRZoQ/SgqOlTVo4fSS9pzlxIkIoXLyiJVNpdHltKJt4NYnVg2A1itkouAa+T
bLLSlRjZyl/qiNad5M1OQ07Hqp3S8ILwdb9ey8mUQ4PJcixQObayeSLAO158GgbVvrOUO0xr1VFT
E5tmPJHUThxS/01hbrnBwF/zf7621s30hzeD4YYrAmYYVHCv34zj1X3nRhGBxi1oBUOidCvUSvXV
zx4OYzlKMGDdr+rtv31RuOnYexhgW29fVF1GJJOEbIZlzCWz85BHgpoy2+Z8Ea3juxl2zTj9+PNP
+rfbGULlNYAMrQ2XotcftRzhug5Yy0Jp9QfJPGbjznReBr7TalC8QJH9J6daFH+onE+zmoljMVh7
VyrJL55n7U2nirdA0b4Kc3FCMKp7m2pC0O5S1X3sMaocTTLCADNEqpGAnBiLQG2SOlhoMQQEq5DK
26ZT2MjO3eiOclFTlZy6Np2lvvIn6FX7n39JP2DT1rfGunSYV3ERAqj0+kvKBPwfi15F6BUfDafJ
L/OZOIPOJ4Fqy1BK4+FZkSEkKRgGYbbRfI6Pj93CEv0mLWi5ZTFnlIbDctZb0qRr76MsDCvIZVIE
qXEj9BZChUw9oKxoRxWI9IFT2oHh9n40pOeNO7qbulA+TmIOwVahVc0ebCB4vjKzOqb8LBvTvbem
NRo41QNAf6nfKQ0aeTt5oO+q+skyb2WlLWdOfNk45RTQ0oZoE0PzUJs+BGKUBkTBB3E8pSEdbCcU
oBQCrcmZKZm/oH7+3Unh0ANdd1XKvLewM6ZZddlHjhuOqTeERq8w4kKu3Il3Qtf/4hP/1qXk335q
5bCf/vPUKujbh88PrydV69/4dgNx8XwgKoUfCnuNQRVl4LcbiHei2WuZQ34lFsfna8a3SZWO1I6b
Cyp7Gk50CXgqvk2qtBP+uXVOi29LRZv7W+IZdPevt2Oqc/o0SHDYG5kUvHUJzlAxlWShNU7AmfLE
8D65yFoM5MehbtV9Nuh2WNlOua3R3MPEUj8utHaOFI0OxQekgmVNMw1nt9IohiAwXQtGUsGi0eTy
zVHCnTBr2d7G2gDUroywwQ5p5ey1xJP5vtQCqv1BFQc6UpEFb7QKCDsHspoywz4Hf3HMWmcldInl
o2tC7uAAHaWzUeUSOm5i7E0gWzzr5mjkSFyJ3wjBL7VJMA8tcbtd1P8iYuTt08WPtZaEfBmOtiaC
vrna9EuSRipUilDp81NIhWNAsXevinoCojPWf8qe//t4veyPr4jEf368bh8eH3iYnh1dq20LEdr3
Z8s4ocUHVYFt7q+e9b+eLf5ovdV/U76us+Nvz5ZzgmdrbQvA66ZBuV68vj1b/BGBLjxb8E1Q9NjO
7zTBn+c/r0sdDjUeLfrGdCMxjrw+2lDz284SuTqqdWaXc+bsjQavlduPX/UFAOh4Z9fQklJj/CwB
0HjYRA70zy6MsnBDIB5neTno51wit7limOdW92eB8t/l9Wq98Mv/ZHmterRNLztsi718vdD4i982
cf2EpglyGnqRODCZaXzfxI0TlYsSwmgaRvSD0JS9WGgMXtfa5XlR4R96udAw3LLO6GfiNKCM+Z2F
ti7mNzX12reg1li9UCzrdZN/oZctBE3+tNS0sG4iJ5idKDCnh3iKu33p9eTFg+OG/CJc5T4rMyeQ
AvjMJEgMo7+SgkYJmtH80BpDuk2Rx/jFkJenRd9tAGH5StUQKR4Z6s5Ix+tqXIIuTf83htP/hObm
swv/n1fjxQNByC8X4fN//+ciZJBywhIzWC42tfwLNeTzn7DT0ckEAPHn6vxrr1NUHHmQnKFGkw9D
RYgi8l+LcP1DErRRgpHcjb2HFWz/1jJ8fZ9n3oKmZsWUsuJpaiIze70MkY7liWiq6Io2pBnqSTr4
Uj6i2Jj3BKPsl6yPg66A4hJBrgu5sV8a/fCeXD7HR80Vll1hg8GZnHvNDUiZTwO7VvItTc33vVLk
kJu7+c/L6P/FDlj/xHGyvt6/HNL/P+zNq1r1nxeaX+Vwr14frPyFv7Y7CwktPyKwBhrddIDWO9n3
mpVGKfMqLu/rXHe9835ba94J0yzSoVfBE0A6Ojrfl5qOYJdBHG1WtErrdPm3qlaEXK/XGgRj/Czo
n1hmKyLkuSp4ueW549Dqo+GogGvaKd5EqJcKO0h1SH7nZSz08U7Rs1k9BaJJb1NNKnsJ20oz50dr
7szHOK4j51OndSlQd3KzuwDYyUwEhW3GzAjrecng3VRKedNBskSWW9cZZrsu9awYH9yEYaVa5lK7
bHJkL+DN6nHxrdawmjNVrUy3DgrDScY7Qvqs8zEdm3IfDS3LfgOReJnMYOmaZmXfE4p+n6NVzA5m
U7XF1myd8Svdiu5TGre6s3U7zIhihhtVjlkaRhBkJ+CYd21flAH9J2cj0upS6U25yQrcGGIWuKv7
6rMywsuUAzgPDCCPqnCN4zIppwTqRkHiDNxaO67RS4mIqhYAHutCM3dLqhxVza2PWWbJAB5Zt9Xs
GjI/iRmWtPJLIytjO0wcI2CvuZbzIsKsBT0m5jHeDBhULpaMUhyHMPcGJ7mOCvo7btpeWP2UHLpk
bm/7obY37hC7BwxIeqAhB90CRP9SFhqZDo1zGdtWe2gG1Plu9VWDS2dYGckSVaxs20m8y/uh341A
crewZatrLdcfvRRe/0oxDc2obt7VgLY3mV6Um1TNHvFWfirJx/JZl9XOVpfPhp0ol6rR1xuyKxra
QMsUZqBNfb0Swy1I9Q8zD8HN2lYOkTFA8irj6N2K/fkkWAF7Udv1RsF0EHS42wMtLvLGd52xn+4E
IDL1iSj47F7nXpP6zej09m2D2O5ge0VkwDUCcPXEPNJ1WJAVke3SYPygX6TCML1tLayuI9/TVs9q
fTHdjZfHTXKa9K5zq0A00+CnzwohTKFmNkIbQ2PQ3Lk/dzszsa9AtnlutYGjV1ru11qNu3k+i51e
evpVAg+bWK3V2q+JU9ladRmaizM0O+h1RrIx46W/AdRWzSBMVa0NY6XVbkfo0A/O4riB0i3THnFg
c002gXc9jLLdCyrfQGOMPjO6jjBKic7+wLKlU6P0Luh52xr9Ti26fZLRbGujtP5qxODBoLbBIIVL
glm3jOeLPs4cKTdVHeWKvJcigs3lpEgbs6HUaZyM4kKbjKvY4eBobKMIOlfBeephBjNDAsxZxXAG
6uEIqM1wT3Utn2tnJ6E0LXtJ1zgw40k5jlqu7l2vIxwH6g7iO2Vm/qXXfiKiRp7JuonbvazbVA1l
OUUt8Pxs9h69pIn2uTUAjBuTCLEVqsZo30dK7M+NfJe0lfWJQU3iQ6YCKAsratzO/ar5BwW7cxRF
23gKgWzcF4mnalr4uh60SDcibFcvzNxPKnTztUWPuyubgzZa2AnSZvHB/YOZLkV2LdJlOZVm4Zp0
/+Fru5cI28SxjeryUMctDyxmVd9V23Hrxmb7ASWMcqy60QhJo3TP3WVMH2IGqn4GInATw7M9jkaM
/sta/5OFUdM4mvnOzUZ3J6WGdZyLN0DmdnB3atW6O1cn2jNfm2dpb3F3EbV3li2ee1GVphFW4Av3
qinS45iMyhFGgPlOWGoXyBhPnJRtvpmX9CBBC96qPCf+80tm3dzcmnPkYlV7flfefdyyY3GT94Qd
8nPwuqJrPzz/gpWs1T10LiN09fVfUOzxSzu15d4qkocMJOJxGk3ltK2S8RAn5XQHLY3/LB2jS0zD
MtAcmQdkiYtDSQt4K02bz9eM8JHUyttZfbYSMTzjIFpR+OM06/TyBuQEOatHQCoN6sn+6EZz+vD8
+nB3k/ejY6NMl/wXahN7F8/fIXTC6U5FGntwWzOZzmMEJ+9VHr2nWFrueWkkxtOUduq1RHj6IJ28
DGW7pA9Zb7Qf8Fkvj1MxFCHsTdSlcDPY+pgRf8w0ZTp0seLdOXIabtulVO5FnTSM8jwBRwBMQJOX
7tmo2chIdXf8SvpbfJ5J1zl62uIFWlt6tft+DeRSnEMdpZOard8xPBse9aXKh1NjsmtIysz+tBg2
NSrPJCP1pu9OEU7L1q+hrR4UaJR3UljG6eTM064b7cuoUm9BVd7MdrmfCMENK3cEJj/u9FweSqff
6v287w3jsXbp8KhgQSBtyvJUpd/rJ7V7ORoNC93Vrtx4eT9AtgzArLZBbTMvxpcvd4vSKaEJvdrn
zAE71nat78Uy25q9VW8i8FmYEfHUu4qIN7HwVL9wE/MojUru1KQE5gormEwOR2O+AZ2ytVnizB4K
Db1q9+A0GrDfvgUTPM73huMJvv/qLtOjT30bfbYarwq1UrnFjtBccJZ4QT/O5R4OVbFJ+5HV7bAV
0x3yNsPi5pDkMvvdVFkTVfAiP8xJV2+cwVGOrRiUnaySZFO22rSzsWVqHpnLzmy6X0FwbpfZ2avA
0gtyIDiyxHIj6WIdof/tZGSEw2hTOXMvu9TBJ5/X1pSE7tjFgXSEe5zzUg2yDJByQXwb8V/vohJu
rzIyRB8bedp06fumW3Y1UHTfzgeEMURh+o2WfRammEEkQIDOK7392iF+QEkkVTgM0PpaoTl+rs37
pVeaTW85xUb1QFQzNw0Uc3S3sVkdsOPq4Zza+Vmcw5lG9DehDKK7XuYJ26DlKKeDusDxa/sDz2u6
U6bZ3vRafei8da8mdaCL5/IhncXEodgZ16NpG7t4HKLAihrvim5/c6NJewwMJ1fDkviuW5y5+i4u
CSLIimgCC5oL4vEKKUIJzWMJc8cs9wN2vusoNg5Ugy53YTjfh4ymIebVOhEXiyzySy/Xii17Nfhj
bVbU69aN2vcI2G2YNAi9D65wvJCCFIVVXHGM2LPenTpe9CQGd76IdG08V8suRyBuaqFb18W1AMPH
qLiJDxqH9CYq2ijnyLO7MDJ7Y0djk/Vq0nCN1LIhrTNt7wpSE1u2tqrCzNgsn0qvJNO7t9pwshhj
AFAcD8NQ2KezkQ5bMTXKURRudrBKqR0Ncov2yKOcp6mvapZkqlymVTuwTOPsTPPaZcu+qB0G24Sf
bxO0FtQJMMmQuIwlSJCMzvCCZgT6iSA83E87hq2xUMbJ12H5n4mF0aBTOz21YlWfV4LhZ5pl+Rbu
soIuU21vS8b35N9SMdruHAc1+VmfBl3p/DTXRRzErRPfcDsYQ8dCXV9OY/IltSprM5Z9umuaJGcu
uxIW+lmDqV7UmJip1MNoGeeretS9a3xDawlNdoCdKRdjNUaf+YezK2bU+aZr2P8HtVveDdO8syOz
822hpIdl9E6NcTZDO5vnLzFquie3dtSdYjPyquMsFJlh7gXUTd+KonE3aenIgYg6kewMMCXkbFcU
sSR8EOGysXOHzG+RfeiyUZ5r8J+vSWsBHFhW941os02dINkr2yy58ygZQ4Y14mATURIYHQVoR8rV
Jp35h1yn/MqJfrPobYmtb2JHU92LwetvItWE2KCnMw/RqPf7tuU0oXdeXJszGWdUNexqzeS8z73u
LqW0P40t+eR4/Wc1J/ZjsRRYKlltMnXSOMxifbE7tsuy3SKKfCQtHqlLnD44+cLptwAo1vrmsuUZ
8zNu9v5s9Zy0tZlAXebgjBnhMRRTofJH6rIh6ee8KEv9jLtIsSsBOweTmif3zCo0coa83D3GCKtQ
w9F/WiHqHtW33yegD6eSfbTlbkdoVllvhao/YCnn86Vq+QAnkE0RIuJcJ4mvJJW3j0xRX0+lMwa9
ljfHIslKfiY9CtvcG057KCqBUOfbuXTtvdk0sIINB0eGHFHa5uZFadkPLoritCQ3U3WyZTN3vRVA
mla2sonsGMFgxkO/1DeKQ01JUsb6o34xhOvgz7D7q7gaUcdkzZcRPC8DO3jHbV1mvjSG8lZPnP56
gGFT+TrmgtNF0QkBbdyUxdZH97KpAaBTYNnbkWrJn+ulwRfRmjvPSVp4XN7nodezILP7MjBNfifZ
6tFh4Kjb54Zyl1WMPBW3OY3METa9IezLIWvOFbJfdkpSxKfMdaDwVmtH2YT3TuaOvQUTq5P9Kpfd
yNfor36nEs1OHx9iy2Q5U4GHnVjUmwhJxfuxK5mkRtP1XPYP2lLn78oRV0xn1jdSMdK72NT13WC2
xkfuVXI7uepTg2X/1DPAKDCsvVQn5XJRq4vCKXejS6VVxkod1HVaHjK7mA9aZbQ+C/cxm8SZyvf6
PqKJCZy64XfURl/mwjvNQJf6bSS1oLPiObRymW8GPc92Vof31vfy2jwbza68GU232zYKQPk5Ilsl
0zN1O3hLt8/yJdqsxIDjEMWUZ8onp0z6cwImJgImlOFLhMbr3hBaEbqF8Lb4cqw9+xfE5KyO7okN
LS9yoY47gmmhpGgKR1jkqgClXCINBDVPxJdpq2N8NToGINtZWpeCAJAaNESFtQXsK+35LPFLzbDO
wX8WQUID9QK1UBYkijERzVA0F0Kfix2SPyBHGrf4IFGXp9L0ljCdkuF6ArG9m9Z7KMUKNAqzs7h4
N/2jmZgT5Zs+h7lmg2zziqQMJqV7TJCRcBbaIljBLztbWP1ZxYM9ZrX20UL0EFhgqU6FReCm6szU
Op35YR7zOIB+noFjmtT3peK0u5G+8V0uHfU6HjrzLPVqmgsT2meS9ZZgIEnlKMrsemgQK8SdbWxL
PX/visTeu2ZthfXgOkHe4fwdB/CsbtKMbBu2aFCUTNEVn05sGkme5lKgqulBLt8uqfmxtc3Fn+ws
6f2+Nr2rEkT1Rni6fASCbAZlikCECi3KfAs4edj3ZUN9ZqNeHON8b3WKeixtFI0uVv+12vCuTSMf
bqVLzIKfp6keko863yRVrG24C2f7qoTI4RC2dsYVtdtUTuwchkSTYU9w0F3lFdWNUc4cAyb77Hlj
5Mu+yLv2aFRWdkEIxPCEfoN9vGj0vZPl8W2BfRrOt1tupspUPnSGPe0rrzf8vC3ry0LJmo9qY9an
gmTm2o+zdNpqDZtLZ1rJvUzS60Stzk0u/3GifsqtWr4jNWMKINLnW8wFcld6UbNbJuudaHJrA3+4
+ICBrTmDXg6CSBvF+6Z28rM+pQjQtOWh1Yd6kxLMtOtbazkzrfILvEvtGI/JckbszOhrZj/tjWzq
qCZ6x09cHjniM+UeiH6M5NIs/DqKP1eTITfYCh8H8jR2eVuct1y/5CKry9aZymvHnu2vke3m8ELi
/qyj4rtW2kjsUG8tAEmGuP5UllZ+xlcnEB655s6ZdeR0aiKvHYrxq57L1p4wT/VY03SAT96tOKym
R2ti87Cs3xGkldXGyRsiMZgHwtNCZEpWuCTNjKQ/bdKbMZHTfhClsxvp5gWeVYw7r3SUwMOU/8Gr
I4jL1pKEVRMVt8uYT2itgFjz/TfQH5JyKxlsE5ahjx33HktnERqwU7SMSfimmPVhVxlos/ouai5Q
CUUXk5fJgIK2CMupND9VM29KDnEq6XM09l4HUn2zUFZvykRT3tkd15OkxfvZ6062g3sLsSvu1a2S
ctrOmXrwGrXb876SgzfRTKLXkJ+bQ97uYpB2X/NFIIB2CC8csy7fO1Uhd/Cm54+yZvNR0avkPhuf
+dnWGyMggdV9cK0q2xDZ0u8xpLl7W5bVdqZt8wG5+rxJhUlCk+g77cnr1fK+c2tYNSjavButdtXL
ZknVzyUk7I01uG3QdY75paedFMYkEYRV6k5+P6clgZd0aPSIReklU31PCyp67Mu0uohSlJAl2Pqz
uO6aIAb0/ll4/XsjNrMLAo2afd9JChuLXKNP8zSZN/qkohWY0umjK+qOLcR0HwexJEfyUIZ9xsFd
BNM42zdEj6T/Q92ZLNeNZFv2i5CGvpmiuw15L1tRpCYwSZTQA47G0X19LURW1VNQ74UsBzWoUZpF
RiYIXMD9+Dl7r/00DQmLcEve9lzvB+1mVc7tom3h0GU5YgM2IcD5K7qEulENPESaeylJmrgRhcy/
GeVMQhnbTorMmniB+7HfnLCajALdz5ADZRt652oQwrTezBvSv0MGVMTPaztS9LEMTeEMBpkHOZtO
oU03UvG6E6bO3S+SdiSDLQXGR08vL5oo06+k34jcx6RBGsZMCiKpZ9NnOHO7rJn9v6fnRoCQndx4
tlTCalX0WPfS+dzmOeEhBr6oTlGUH1K0ta+r+f3QpdO9XjvLuQX0E9glasZE61gby+3CQCY9TPQb
bwunTB6wIGgUpat3r4NJpMFp4+uTlbiIRE3OrK31NSs1I6qtbrnj89izutLx3aMQEm36Df/YN9Jh
nkyaq7dK03wetYS8DyxE4wQmSbWIIXd4TdxMfyfkTQa64X2xZRFVFSPE3qjTG5qL1fOISYcqSA9J
8IULKPKASaYTqGtKHONo+DOatVDja4iMVQ8tCllfEVkaZKAOfQRTcYOi44AHnyVezBSYqzhPbTo+
9YrLazOUlylLAZP21RYD/QeOhnjj3Bn6hBlzfUkb+dp2gIUzS0ZDM8Utp1FykNXpou3sugQ3Px84
flxNSS5iHJnW0+S+cdTGOS5aJXjwM+Wa4aaowzIHU/FYnBD1jMd1GdbD2q8VGuHy3PbJeOGYVKTs
7ea3iRAeoFXs/JiEH4y2m4+dByV+MnJYfkZ6EP1m/rBV0T/Z5aBEW2nSmjU4SG1rVQRGr9lH0n9J
aRmBJNsZlDfOVjjKHVleZrJFj3k9VrPfWQ2nyKJ4lWpZh05mqvdFMSqXvFM0ong2aUZsKd6d7dDi
3eNX6pwwQG1A2K2sM9CDcdSCzjKquCMs4mEa6R6os6OEgzFctpSKfqho30rZpydvsNtLQy8pdvqZ
cxShGUPf8uzxNpBZRpIGUcncGa/D89Ksj15DqUy2lOlTd1L1dR25JJysdC+bos5SHTK7lnMiEZsO
TiOuc9Ge9Lb4LIb0MgnlXUygoZUc1a66OvlVTYcHdVXhHjrjGqRq4hzBDeJtT12qP8v95toIcFO3
eaXF0wUToHwOUW52Wo3UDUSy1+21DuCf/u8m60hB+P0wCYMXYK5pSRsqk3F1DYptJ94qk+KXu5PN
X2b3LuPjDkxd7NKksj65tXM7jkM86O3rvKoo7CuHY3DnBqWZfx6KvI04PhAJx3go7syNYKUSmZTW
bWrIcOJiFu3zYhXsbzARuLJ923glyYk9E4Mmy+aoM5wl2uoljwqXfBHYvT4qzcFvk0X39b40nh1l
eJMebTrU626QKsTMj6Z6k7SlDIrVncMaUv6N6c6fhtUjc1a2AC2E+lq4RsrSUk5HW3rPrU3J1Y3G
ctGzHOsyZ9GDZwgk15Z8dGzBdGSppmtFZxwAmq3gF2mXPCb+Jfb06cuUeU9WQkukaIsDK70My1Hf
NWHCPcmlVJ8pH4tD7n3fXMugf9fQgFa9Z+rIz2m+3HHQwLFA0MlTDll6ZZ5zJQFHjaXqNBdT0d6d
BK2XJ0I133ytH8XB67bmiNkzOxvucmDHBEJG9qPvaPl8WPdjgFc1McHW79NYn7JW/5RACwjbUn3c
ErM9F3Dub/uak+1uKNO95iuGB/pbNecepOiMthJzOJWGRXmBQhZCqQtRpCjOnJLS8+wgRdUV7Xul
iee0zL9OIETOhMZrR0Si1RGeP5MkCtablMSdg0GpdquSIJ1xrp6PQ+tN0Wpv3t1q6O8GKounEsLC
qVW6lSQNIR4Mt5vg8mdtmJJHFHB47x/STV8PUA7e8oVt5HZO55DQXpb0+VTVM8F1mEgOuGX5LED2
fIHGrIWybXjF1QHZqWuexrlAvJ4oOPas6YC46ER+2lsttdshBYGK5t7vFnmuSnnXSl7A3ErKWKuK
t7U1H3jep8UwI6vZX8+SbW7t1Iiu62Eo86dlSMKlYPTXySa5zzP+JaCsN3034JkZxCOTtkdj6WOp
ZydhuWGt7wldXRJp9cRf2Inxxkygi8rsHoffi0LOpyqWU1miTd46+V5WCxHdivZtgHFr8TVMvBqH
mQAFobonRXefNNuosAXV52VIz5ZRRkDMyAsp9fuFtFuf+RqMajqUIWGu56odPM6Tnf2S9c2rhYkj
A0771i3KvVWiVNSGJ5M41WDYtBOpcXcZp8WIOa94VbfimgE9VeoRINIQLpX4pGZAnKhi48Y2roYm
hkhbV/0kvWS9pkl7bMk0D3qX3Oa83qM8V2ZdugKmOF2+baQlnPFIl2cCu8iqGpNXa68sLIUKyq5k
aMsWObxMh6hal7c6U8nR3ZKLzrHFmlQ16ruEtYHviNBKJritd5cyQIjdzjmnbubddINGdthqNM5n
GmKkvxEeSWbYON/hELjpNuo4m6NmVEP6iGk1iFezX8f7BY/zWSny/OKhRKOTgEU1rYlUrAiPo8+S
n7JBsUnSrnavkSPFi9kV8zezo2AfFvouvORN9TW3LU7r1NVmwpovDDJr1aEX0UIph4HlHYi4GdRg
6RnIqGCcPVKEqL+Y6daQRMuE1lM2mSS38Mvg8C2ixjPYvSlNzEQLnaGPLEknOaWbkU/OU06A6XFy
likyB/ndLEs6Dwyp6Fn4UuYnfsGAarClqS6bsCMxh0XDss76XD9qtT0x0lBiUsxezKQ5ExY4+lJV
721Jxq7ukBdfJ91Llcn7edI/MQoFsCCY/wO+KsJOS/tTs/Vr2Fkks6Vkwy1g0Q8TtIRn2U7O2TWL
x3GzT27iGbHsjATnlLb60twedLEJMg+n9txPW2hXK9jhRnubRnwgM/auwKI5P5hq+UAW5Y0DF5k0
UcxbU+qgJpwa36VBa6CkDeqKGJ7FTa6AgB+dhqbF4ExM+ElBZfc5AmtU/SQl3EZaXwZX+yInfDY9
M8VoErnm98X4krbyu6eOYZd4jFJsKwLTnPMeG/dkbIq4rQjVxfL03S7z+qjYLsxNh/mcU0J/YYYU
wZrtQllVNwR+hMA67VPrFG9KyzCirHRKxfHag+E7mFmnxdvQPbqJxpHbehyBZ96lCx5AqML2bd+a
MkxG2ttTza7M8mmc3YZ0iDltQ2bQ2XmccjPetK49eiVlO+NzmukJh1DHbuugT90XjdzAayNK6wIF
/2ZoBhk5TXrUkuWuwGlJOcFGk3DA6IsyqtshYnKZ+1Np9HSAmOCWenGHeSP3SarX/QJOWzDnkDQI
R2kB2FMolC5JkYzK81Pl0rQGmO6ECscCP6mmW6syn6ZtsqPFmh86A8UIkK4X0opUAOECYFXaZqd8
0r8aC22Mtr6MaVNHq95UFzUlRHMzvCrQTA4qDqTqc4vDiCAoSFVtTlsYcOdivEyGWKoazIfQjB+b
LpIuTDqm9769gfg8Ga10yhtyoGxy2va4rAszWY0Ydmsq+xPBu5p224k+UwStio5JVJ8qShFbgzf3
IX30/mshsoo+/ThsnzNadcsD9BFN+DnNyPnAfzlbl5HzZxtVLrahe/b3pL/rlXb9uZWL20eM2gX9
+prMjCNpYn0ZE/o6pcS3MSppg5qoLsSHVq9ot6g/KAjt1cnecO6nxnW0TEc86gzFqKZ578v8drHy
Vj5OfeJRuKZ6V4QSjVJzbtLMk7HHuJvmveVJOxBGN6mH1lZ7Zs3l1pbKTUrvdb3OS8LNJUlLSwu/
+TASeVxwWsAFNmn54vfjvJivTUe46Nlbtc2grFlMDfOEzft+lyOe4D3GzUGWu+KuIQlI+eRrtevd
o6Zwr9hcvi2dde/21p6XOtlBZRNWOpbD/AiKAy1IIbojQbkJwdq5TL/UxSzulRL8j98346YHuspe
GqgNoWEIPR63ybGe67R8TXsntgsCfDItCfRaTnFaGvfuXL8biQwVFDi1X6y9+cDgvD0T20kiGquh
3F7MXLruz6nv9f36k33jNcOnWeCgnLssVtLke2ZK7VBXzsEr+oOYqIH76na1ci1MCo0AwKLdSYTZ
xhAmp+vo6DHDi+o0EGDtN8W4nbS6rcK+85D9OOPy0m0W7PulvUlGncMbZe/NXK9YWb1Fv4GIm4XO
/pAaqzFoffeHXjHa00CW2WE2xLdGca+Z7tWckbrzLKjxOB1hi643oulK3coiJWUdtXUiIdWML2Qe
He1TMjisx+Q8XyoMySHdyxUpQ5GcFCK+PkOpTZmBbp/FWL6TrijCcekPJIsmR0egMkxHryHA0yo+
N8J712EonGQrr63Tlztk4DlbSKeY6Hw9dODBI2t2+rjI1S/NiLshzwZ2GUOhH91vIo0LDmiNn2Fy
+Oq4HGi9bYvNhTn5kg2nZITQ1aBd41DVMYjo1jNDO+OIDVOG3qqLyNTm9VCllU2V4LzKrOCk3AzL
Q0o0B1yfmkg/3SNJU0vSHEWDd3Gd/tFsXPEMdaP0C7nZD2j6vCP8KydkuNJ9T+aqJNDZS2FoWQuz
mUE7DhMar74fOEvskPys1wlv5u599lmF9KSuOfG103d13ZscMc17x+CA5v4WGc08b3euvqpBU3oW
WC9F9+ekfCttzp9DztbW6sVTWUDJqt3FjRjDPm1LXV+8MmGs63VUg47E40se/fKCr4vIth6N1JmB
t1xRWvDsfdqiq+Wjm96+Ig/Tv1VeZbUPo8fhEHPbpMVNpS2oBda2GOJRzdSzVdTi2zaRbL47Pzvr
1qzqrQ2Uyvxc5lrOhLEVn1C2WTeIHiV+UAaccuvP275k+eOQlBfTFQ3jsOa2Qi4YdCo9F0EeeTjv
xY02KNuRmqN4KUpyJ5F5zWedaNMzCxiFtZuQ3dAL3oOogdCZBb3UqLpAYQn1DJaLr88YJWwvDn3N
EEzS8iJ3SZrb3iM/z+zm85K25iPpz8PZlcQrL5li35M+DKPNtorruGbNYyaa7zpRWhc+4iYo60p5
ANj8QOyGOPW9Yj4xFjnQOv5h9YUbKn1xa08WS+FmmmT9aXIKCX5Uws1OiwQNULaNN66dfjGq9hOT
R4IjcsJ2O1U5FQlHZD3PH5eSQZ650ptiHz66naH8aDo0Bq2HinxtD4XetMHSbfOJFSK2LHRELh9J
hONtJSOwKs1QsxKNndkuL6mjPk0esz210iBxMwnQzfkGTKp+0g1lwJHo4fAnZm9zS579TBD4PS6O
iXK+YR45ZkBN1joNLQQCn3QxOtfUJmyGg+EwYmnt8fW5+njSshJkQKb3n7aifAGHxOYtu3cOQOMj
EjxUDu38RFatsqG7WpYfYFCfaRDlsWTewqT+kRDBLEh6D++/nJ8pQQscqqwTncRUX0rxefNqj/Zs
NZ+TQeWn0UZm4jMprZwu5n7GquKvizcWt6llgflWZueTUdrmpZqtihxjciQXT48KdECrV29Yq12f
a9PfcouNPjiJh1GNvna8dbKuMWNdU75JEBcRfSL3pC+5enXlavLV8YYlGjqVuXeRpgHuJuLUso8G
6gBSKsd1DLSt1K5bO34prW6+yFIrD1UxrFElUxPmcT9cjaUz/Ult3hvex1DIvLzpemSrPoC9H3aW
oxTqonlcYjr6t6vOl+YB58SKHrcMLY51N906ihNq3pQdawNBB9FCGsV4kwetoea86jppno6HNMNu
445Bw4Dyh9H72ZPaUTKS09exCutBBlOPImIotCcvHa9OLW5rOIt0xtopFnWKwNbsrZIwBEdG6eaJ
26KAQ7AO8AotlEph34DDJQteCyHEt36Xk1Yx9KY4Shpv3C/Cr9xbX2ptT/l08LkVPKVyyFNkvQWx
tUvxqAzKizKWK/MtUiI9a0n8cV43tnrrvkW5flM1FjMtJuZ5UmPvLGeccbY4MqpbwgzWld+2NCqN
EoOtKN23KiOO2FyU74a2Pm1C6sFI+z0q++l2ngslViaMueAZOB7iLvmxN59PQCd+aMVouoGGSTkq
KRX8Wdu2U8PDuiQN2KD/nU34/0IG//9t3tfuvvqfBfEEvbb1t78r4vf/xf8xAMEyt8Cm0JPEt46H
+r8U8a72L4hiOqwrhBzW32lr1r8AoxuMqDBDqCausv8SxJv/IoCB/8rGIObh0wVT/R/w1qyPDiBK
W4dIPdA0HIdVz/zAh7AmvV+9rK1jzjLjbf3SPo631mv6yFErJjM+XIMtLq90c5fb/uQexGkLRSyv
3Zf+sWfD/Fk+d7pfB+cpmkOaVOGnOXy6JdA89A6qjz7WH055QEayj3yLc/QWEz4fl++/PPL7fzvj
fo0t+80w9++7MJ1/3wVwpb8bSJit2yzO3EX1KiMRclA5ZPRfVV+/12WwvMANi9IwO9U35uMfLv3R
2PnXpV0Nk7wNM8z6iAwbWBlSjTZGrB+2eHkrjKB6dS/1i6sdyhsElSeoiJUTbs21+Q8tpVyZJESu
C58IuNxOa/7VyZC7tE1cOdQxJse4ccvbeXEOWrZcq0n7w13+dpM4kAGOQe2y0TDq9ofni3bKYExg
5bFDFBTaL3phUaoWRwS+0T8/T97svznSrA9X2v+SXxxppL/k5tZzpcmgEfRULZ/++f//N+g/2SH6
7t30+PD2AIAPF3BlkY+QhBCAtsw2P6/DZOvx2PD2fHZLBa0FatLWii1lS7qfNQcJ+8keLE+cyqEa
lhdRzR00NWdr1+FG1Mo4IS2WjkOxM5rTCxnFhhGZHDfl/T//4fsj/tUTyt/NCrJjAXYohO3spIpf
Hoy6ENrOFL+I8+nTWt/D2fQb8QeOzu8Pn1Vg9yTiRoT78ZFdUy1GXk/EvMdy4quxzlb7p8jc3yB/
3Abr4F9JqyjCzI84UumMhU4/Mo9J13wXWhMZTJvKMTnPyUQxafrlqtF6SkIcNP/8AHcT2YcHyJWh
PmtwLKne9pv/9QH2tpOSZp3H9iV9XC/J/XjO75fD/PmfL/MbQ/DfdwgWimWdsJuPn6VFlQKj0ctj
w/9Cg/UWE1EwB1PYBl60HdJn79AHTfCHi+Ke+v3mHIBQuIapbf7iePxyc2BWk6EheSI2D9WpvVrH
8ZjE27m42kflpJ3++Wr63z1U1J78iB4KFcPcc31M68PKoyglh3DHyOM5sA/mWblrr/3JDBb/xxjN
8RRN0RYsEdyLoPez6E8Bt7vP+rebxSzGVwBiyeJT/vsv6SSlk+i4GOLsZJ87bpYMyBON0nA8El4e
lRfn0XqkeSbbgDNAoLhB8aP4obzT+bjaV+fkndIQQcmNc7L+8GR+46X8+8n83z/t43Y6i1Sdt4En
g7UMrXbK+z0cR+3AuEkQSt77VIBJ49Nuq58cQIN/AjD9lR3x8S0nelFnOA6O/y+b3a9vudO0S2Ek
cx7T9zsaMYikGFdLMB/dqLwqr8prfjPeJYIWt2/eJ3ccEm6UE4K12/a5ve/P5pEOs//Pr8vvq8pu
+tut8WDzMKJ++LnQIAg68TKLx6Ftsotquf1joTnF8gfU1e/XYQ/U9sBFgqNN8Bd/fy1aYFCZbpes
kK1cqnCtdEnHndd0+cMe9ftSzEKEA9Zl5yV14WNuzDzoXT0TFRjnu36mluCO+FYCuW3OH77r3/Zd
oEtwPonRwPUNmfoDgIkCgDmiYAiSdsoBz1Kke2cUxIHR/GmH/w1TCxGY/RAZOv9BVvBfH90vK0im
1UMyDlKJLB8/xnW8U76NT9ZNf1ee6TjclfdN1N1tn5j5NV/Ub+4fbnQPifj7N82BHLcm9jjHc/Qd
oPC31VlQmyr6XCnRGNOTOJGfFWShR/mkx+JahyJ4/89eShAOaECJ59wBYnyvH+pezc63bd2/E3Du
EcGxSJ/Df77Cx99uh0SAH7VoPljQqqx9yf71gcqMeM5szeM1aAP3vjq2fyAgfXxkPCvMtu6Oy1X3
pL8PjyxFitg5q1JG6VKhx7M2pmbjLP7wsn+8CvQJakwcuJRKLCnux7WeVutOG9RAk25pbKC1v0EU
Nf6H9wIggV+ecwhbtMm5Zt9xfnlYhWLMvJxlFemdIi6FoyV0U6r28M8/yW/3YlMps2vtzmTe8I+B
o141D9O4tnXkMaj1pZbIoHP75A8//H93FR0tkvsXMhPQ9t/vRXTbtPQjg5klcRRk6wPfd6CPgHz+
8NF8XIfY51X4PxaBKOCB+Jn+fqFx9rw00fs6auCA+QTCNeBk6xlCs2r+4VKY8T9ezbZcjQ+FwpC2
Ix/rhwIUimA+kNLIWD1Jq6uREjGZARpuxtXNw64WSNwxXDtkMgiT99Eq041xNyhOZZcizc8V6Cps
NXWvqjFGMXB2FR6/Cfutka6BcGb757gK444SVcOXUo3qIZ0G7ZuBVzlj8pYiULIN0WIiTsGcrG4m
YqK0NzwipjUB/e44yvpVa6LOHiXyHT/PDMmkfp2sZ7vPNOkXvasd0xo1J4NsxRtDD1n/EtlypY1T
jnJAeEODfrtxamhwxCSBuwv1CsfES8EA1g7q0vCWJ8NON43oay2TIxCWjHmPW9FlDKy6XiR/SDk9
DJlCiMGG0vS+Qqi/HLTN9O42mc/Pbon2yxek8NR+tpj8icvUV187mfb04dyqnwE1J8OjLVPr0kEN
YpTv1KYTTMLRJgb81aAdeJgkz+R2ldxJiTSLNpDWiLDCMMSYgvwZifZZTO9GKgxy/VBmXW0hpyaa
ZhNVB102GwlTAblzKza1ji2aUFjqtqm9NvxRIiDVR/+cdEg3eI678xavXgdNEzENhFDgzQP/NmEm
AYmEOeunk89NOBVzedtuG7Ms4c5NkK3j1tGGNZCzjVCY0ZzWXSNo2YtdlgdMlkGRVAUOO2E3MA29
WXzpDEwu+lFbHbiHqVo5PxnfDCJwUJjiB2EGoAZTMbSjn3rFNgf4zwmyL+nppazmSnJfbmMyRpmD
qpgxqzN5aXHoZ9GRdLrWNVL7eswjR/FIGl91g+GFtq3Lhdxgd+/ZeyPDfxQOaSixGDnRYBaeAqx5
WkiHwzzJbE+tMDChd3xy3KLdqZqyXaKMvh3Nb1VhECuaGaVZkaMJx6hb959SMeV721oa2+3EdBKy
vUxEfnTsJXGZDDFWj7KGN9DH0S9iS0Mdt9Z44MBQ03vwK7ORCFe9Ju34mjbjs6M1zYtm1tW77tbW
V6dVHUFmhqyNYLRazlQOaw+Cp5ymqOoxWutto9Cign/7a23XRR8osBq+y9wjXjll6P+Td4tB/NYk
JnDu1kMnXZfjPnHSBxXrwAL9/DQ2plvFqWEoFtaDivxMyeu0hqszaDyvWe3ePKtdeL094UEYR0nm
fup0Zix+R5Qy9gFRqs1xF7eONNdZ3Xx1xYQZZjqgAIH8fFcjTaoM1gad4wW3jLgrLP5SX53Hajmk
ytJnpyXlqOw3nFC+DwVqkEjtKuVJNUZU+kOWq0qot46FUGUrdgzpljGM6JDUTcHoFVV1yA1mMUHS
rqWOmJEZblQUrvpW6q2u81wW55M+59ObsAqBeFMx1UhR6nJi9mxUh0ap5NV1dvHewKO/tWqrkEFr
jeMniXj0EfDCpPEcbQ8ce63iuOrMYrwZFFFhFDYd9Ye+yA7+lzM41wL7ggrG36OLnSodKc3ZIhXw
AczprOzUZbqbo8rLi58lZa8a6aU5J8D5EI2Gne5Na6hNWr2rWixmhi38VUQZeTIIf0UPAWNclYwt
kxqZ06gvT1ajKQ/6AJU2nPJRQXzRKtYPPFWmd8JBmPW7yR31Y5oO+RhOlB1NVKHZWUIG0oOJ2azG
WMMOp131ARMxFi2vmfylGWakakCqIEOOC3NN4pcaC1VHz5uuJDgi47Ttuy1yWxryBzpmTMTHAnFn
MGCcbPw+Syg9iVsp5MnJkuQwpKLUwlHPK2wTmZd/6bfcKyPPVLb6mqLsfqr4oko/mzs8iMQWyTko
JkSp/kJ2SR+4k9BYlbZhSQPSfIavqZSmFS245o0buSLww/jFMC7AyOn+mBm07WrYoZdwjTq7CPCA
A0CyjA4cHKaa7bM3CE8LlNXrssAphbiteqFrgazdiiu7FSNlRZuS+YLrNC+jbtFEBp3A1cjqYfCu
hJIwmwTlvpcP3LpuvqIw1uEUzzL/2RVKZkd86VjaUdinQD2aCeEw7iOW9hnzLHLF1EXntU7q8EOs
3YL7Fu+14lsreIMqKxBkzInJFwkaCBNQQXX7LpGh2QFnmakPMnNGR4d7mSGTjiGrx4ooU7Y9c89/
KRYkWT7DWVIH2wHjVED3GRfqUHvtm+0Uo4G/UgOtuya7HkyRFvCDqdKdGxaUiRdD1CPpfopbal2Z
skt401sqjaWNcDKhgsnQzMmQiRAe86Ht89d2LFl4ErQ574nc0oZtrRbaOVtsdwtQaaig/hxbJ3tp
rsyHlobU8+ZNuwCXA+B74TXyxnPHEsxUwRuFwtRQdHaCer5jQo1MUwB5ed8ESP/DzOG0CwpY4FOI
MDLJ/KWW+TNijw6Lc481N3SNgcAlY07Nr7XVOD9W/LkLl84k40qRLiQWTj0FhJPhD227/R/P0mq/
ec4GikGoe1kyaKuqMaydV1YvW6y8WvWgaVHV8unibgeRkgWGPSlvKA+2xBeDVhpxhubgi9I6smNu
WuMD5I0rXkezZ+VVbbyGELn64su0tKw/XbdRWXEn4sdkC8HDmNHoHcfKbJegQxyL3FK11J/2pA+d
78wmnr6BJmgamOo2vvW1UaP6UIYae4Opy5dKh1PKtN3YTIajWv9UsNFqETl401OySE+NEtPEK2lv
rHMO57mvZp7sH4cz5CYfQ5Wv74W6IKMdFFVgi/TcCjk2XvXFRVmVt0Ms6dN87fERbBC58W/LvsBJ
ycJqfWbIm5OqMY7ZpRvr1Quc3tseiR1uQDnPmv3ejBkWEBAnPblZY98AELOSx7ZakDQUyew8oxZc
UXEbbg6zvAQHYw55ox+3pIfyghmZXu9t52Xyy9TxQB4aqTo/NzoCWTQY5HSFFfki8gBYRdMQSM8G
uADWCiNqZ8O89eDssHv3qoWvIbMYcau0FT55GF+2A0RX67WUBKL5ajtkWdz2Nkp1iRZvxtCxuatv
Ds5yX+FJ2SfuZvc9XYdtDIWyiCq0FkP/iWAUR83SI3yM7Dkh6kUtiulWalbh4Vao6b/OFalMWWd4
4w2OXfeGl33KQ80uEEdOGz6oeAa140VWZRQ/E1cQkJIhqI3aHAs2amaKIXVKKGJWba1fbNC12n2+
FkqZHgGl9N3PsQMB94kutrEWAYUR2esedjbm8J07xLkhrPJxM8ZpDjeK//kABXeTx65dAEtwzhHE
liVIry5To7rwB+s0KbECSEwOQzbq86G058nw8czOr1lOSz5CQcb4YGx7lDZd7xpoqcjyMSFwdyr1
woy9MCBS18kfXKWndtzJBLuVU4PkX9QJUhHdSLPvtHLdH6jU2JnSpc20g9LVpfkyOk0CQckx1TeT
PzdFDQV69GJ0nPfOtO9zcwhWL60UnHKDzhuw27OW2zwpF89CK9TYtxuNJQrzqqgnD/RCrph2WGhW
qaHzBrziRaWdr98mfUFYuo1y+zL2qbk7QQ1xKDnoIOzKy065MCO2XHgOcwLbfZOWlvqtxm6P+cUd
MTKXuSLzgzkBV7kVgBnmkzKwjKC4SbfiiR1WoXlF9EJ6QO1Zp3fTNBnzUTE31mwqfUAKvbRstBML
/NCzk+0K8DJFZHE2B+bwBwczHkuQmXgVa2viPRORR8oq/Jz1VSEO2Tskc+Ns56VRIGgTptkh2VLn
+WgnCDjJ4rP6CWUcngLrUGwpqNWO0U0Wy3rT2mgYl1V7oOs1OVcdFBT4ChTKS6COvQkJHEpTFSIn
1czHolbR6mO+qp0aA6o5/NDTskE32FPtnJsEK9i50DYtD9GqS/POLJdaP3QF/MOnznL662JVi/ug
aEIi0BoUq0TeXIKZOrnUifZbrvLbEBgBhouYPL6Sy6BKFuLOkIYa9vMicREirS2xAMyjHtEd8MjW
s5vOjiu9MdP7vloz3Da82HNUAX5yfU8iH8fN0iCOLDZdSaNGtrgfaIuvfFHG0CKztLV+4MkSo8jp
TzQotot1naKRR4U0RpWG5+tlI4bHzTXRBlnumLtntYdKEti10gIVQGP91PBPHrHuu/eLBDpyqJEf
frdqZ5Nna6Ih8tAWxvy5S5EiHFgkQJ2PXt9W/jrUo3aRajupUecQ0uYr1pjOb/r/ou5MluNGti37
LzXHM7QOYFCTaMGeFEmJ1AQmURL63uFovr4WdOu9pCIZEZZpVoOaykxEAHB4c87eaw9EJwbgdwm0
KYue7MAI5bPxSWZJ+bWozAShD4riX0aCa/vSnjk23aJVRV3u8n7BnoG/wnfetpFxpxCyzReqaPGy
8H13mcs664w4GDFa8bCkdEpICWXvVZuBnRpYKyPKfxl5olWXTR0CjkIqNdTDFazyRMM/buOGjnXF
6htN1EhuhdWSV4+Gh9EnqziKtsbgxc4dFDojukKggVY7R0dG9mGPY8Kjdg7IZ9Xo2LjVKpmLPry0
TLwK6MF0Vsy8DtV3OxTsTRLL+xxqU2JtMOSrZ71zXPWopVWJRHAatJ91yEF6N/tN92ZqnsZRvJzm
y9xLyKe0on5+rGpVN2s7jaOfUrcRgNqwBK0fRVepkOyEtHiZmjhONvOc1Dd+MpsRqLGMon6Gkqdf
21QVfniTHNOLQi+TX2Y3N9q6jGunejErIGIbx4vc8qoqWu0VVUvqX4xNVdYrZ64LxREl6cVV2Y9I
2x2jz57tEkLXOsOJ295TEIqfcyePqksjc/PsoixkqiE2Ut6XhmzbL6oOpYJUlELHkY7eYHX2bGT9
CtEdRmzdHpH5qIH9qMCqg8CZKau4k0qw9JptPRhr1OUcLqbRHK/zgvlkFac55KucRYd76zLlsvev
jOd4UWaCckkyPCkRW4AYAJy8sWF7lbg8yBy81/22NC/RjMvuWmmcUTCEiMaPrmvNrr4D64O2Ysoa
2XOBM5aItKJG2yJNdy53FQCRh4JjBJpRtyL2107mlNATlsd0rRABa9umGbyGSpCaWGiqxjZvsjKe
jKsk4gz7xrYt8wMMVl60blWt5DWO9/K+zzFUrkF4CA54s+ihY/VTW751bSTuhTCLcJ/K0WvYk5Bf
TTkG4ykromz3cFxQoqULNH8z9zDztxarr2QmsADu1RLm3LporDG+qZoeT3VshY0WSHaiMZBAtjGr
aBpUuvHcUCfZjgPp/WRW7Xyd97HeOgRhgSZ7dfEaP02gFtJARRpnrolPFbfY5OjdpRvJcADmRgj9
KjcngQGZ4wIGoDriGxxNUHYbN42GCmeE43+FyL8IhTW2G6sRr8fnIU7nV4FN8mVQOZQZz00NxOX6
xAemRak2BCle52SN7HXO7yfcynwBVtdvEB0RIpMDjENSlaWRv+ahY2MMNYEqMqeMoV9EHK6s1Sgb
760i1xuvRVNEN2aCc4w8ntKYUAqaMg0meIb3Yau5X8M5Dj9hxyfl00ZeNxLtQ3DfHGuYlED28+Vl
VuZ5JJjVXblvOdJf+rY5yssuk/F9ohpYU44q58s48mttEwuMcLACRk7RNc/aXhV5R5VvRLX5hKkQ
1aaNFBE1oei6r1HZOY+2cufHsMhmfrgxYqIw/c4YOQ8O6ltt1yPuX4ToGywnpAWoIukuQPDb+XpG
aDVsjbACHehq+qsV8u62nelgeajVyIqsXI0/lExKih2Qx0Fdk/7VDasR/XC7Mr3JuCeBrUF0mTYs
k93U1I9DU3kPbRQXd2NJaX/VSj178SdLHxnfY9lQUY47pHFx6N7XVopja7TA47SNi+emirWJ3BuB
N7skZP4m63UOAa4zU+kjvUDcJjmhDnslihiWSdqjfu8KBBdrX7Tt/eAoFvexQXzWAX38lUQFRyx4
6ZEGY30C+IXocbHBZrpH3dWjwXERtsTVbZ1YkklvxNQNOCVFFGy62gBuzvHKR+44NZD++OPMLF1p
uwl5tYV97fQdZCAAMcjQ9XaqyR8WEIQQtfsxx4smSj1kqWUO2EL4MfqMePhqFJYRr5uyigKb4OEY
2blpP1ahcDGnoALCVmbzcj0xNL/cSGPSS8u5lDjIQmoRppTRz1TZ3Rs2fwwdRR8nv4RVTRSvjaF4
lrU/vjaxXtz5TT7WO3gf8m40S+BOrE/dz7K1tFfVD022yaoU300OdPKhohXw7NQLFAU9N5rO1uzn
mpVa65kexODoK0Sf8XRFCkX1IinE6ihqc/0yycIGpWMechw3yTZ5g6eMtzhJkvlKoIfNlhAZ/zK3
cLDj2F22ULKcJ3vLgs3uY7Z6/4UCHgVdDyz+V9HhR+FIWxpgP0Tr4TzNkG6u86it3ropK6c1mzEg
YSg2mwm/HhWwlSuWNJnUmxTBVaMqv+dD5V/4tq3g6HpM12srH/NwC7W0fJgSvWj5uiv2zi0H8GSj
ooFNNdud375D5tVLv1LFo+lS1uhTwYLf6LH7BLpteOp7ExltS2TztmezaWyA8nF4tGThgzAEJPcj
jj2kH407sBusom9xYlIiZNeXPhpFaG5zq7EvRRtFuwaPe49HmMYRWC0/hJwRiuGLy5YOcyzGxbvC
8/xXAuOLX3U4dAEpBRbyz0hCGTB1OA/LkXNrxiS6CMwfll8Pd4ii7ac5Vvkd5bfwWjpT6WCfzdVX
06aUtHNZJS9nLEc/HD3JcZgmtlVd2WnNJDNX6fzUelK/ikrPuNEGvZZrTcvnH1rs8RFRue1eonns
X6t+8KiZoXT+5mcjRC2TwCoNg4yTXnPKz1FZUXiOVnirB6QL/tx9A5xp89G61vgL47LOX0v78XnE
eIRgho5Xv9Zn3f9uS8WHx3dHKNzIFDlv5rqrvtpakpNMP4SWwkMZxwYT4OA+Wj1nW1a1eklNimes
JzmbiZWuYBOyufYAivWyai7ysSvZW6u2+OHpjfsZzquPSkBNxVOid+WzKSlzQBUdiboC7OeC9IS1
pNZj2BXxprQlOMc0S0IEz23nrOw6sapVnJf+VzTd4Dk0Un14ARizPoG+rb9H7J+IUGrTpXqhpeXP
2WrHZ3fy2xdnGEu+TDv+SfmSKS6k+1ptlG+316k+l28Fbd1yhTMKxyVYEusiNVTa4F8ok+c07np9
rVem+8mOUo7HyRxCYAIXx9cY6V5u7CDN4U5sxbCAujxsJdu6IQOQShl7hDWoGfvHFJlyXru1X/yY
qYLwrQ4uBpysTiNWcy8u03XbxhafUph1b64tRpPfp6obN3cM9IhU9xHSZ3MEjMY0EoTNYYJsRwNp
2W5T2y/Z4WSs5ZoAV7UlX0PdD43BriiTBlYR2Rb+g8sJ/XnWa/TXfEThd/iDEv08G2EMEJSuOLYB
/MYsXDqvtrlsyljOehDZ2LGc1UD7tTMBXAJA+VyNmkeiOqc2eJCVDduw6Zdv1rIp8W0Now/n7YC1
vtiM/ZDoq4ryAvccJk6xyXmIcpVAYJvI8OxMLL5FiBN6BDU0MV4g5GFg1cM+kHNodmvP5jhyw+wP
Fex0X/dvHPtF30leKxVwZ4nTPswQj2h6OQZp69va9bYkJaWpczE3d7aRXnb2szDIAZ7kjnb/FsQy
OAbgg04HQfCKOt2tYeLttG8tqoG0pyFJ9DtHXQDbXbX2eFF4N7OWnWmnftQi9mmsk3VLNQHO/5+d
W5XnVEA0GtGx6TTPGh2wW1DB8z++iqXT8LYNkBsuOq0D4U3jSWX4PXy7Gef0C2ISF6uZpu1OP/xD
nYNLwYy4Zh6+cMBpH8pu0s61TSwrpC7KfH7Sh1bdUJ1wLzw2mGSqOsM/lPn8vt6iIkSlqNuWc9iH
ltRt2Gel2xrqwaacUrauCOLODKkP7wq9Jf8TSQxy6z/fUE+/FwUQWZKl1JGUmRpafYdtq02VJqjR
w54RDSxijfe6Lfr4hsFNIetmYMDp//N6+Axzx80snO7LvDba9q0+CDbwHBw4dGt3ZZxHZ27xsKHP
Jf1lXOiA8IVt6we3mCYm3mT6epuqSsKgIlcYH17nbCy9LM/c3d8vxThEd6uzTHnCFgeSCK2bJyHG
3tlokBPWdkOadRtR6xpVfu7FHX5aHsGD5iJVMU3LXHI1/nyQTF5iktzuRguXHIG4BSjeNgaHpNPD
/qPr2KjvGY58AK55IO/JJ6uKCCsFIj1YVuBgU15XmBzP6GL+PiwsG30PqbEWciXUq3/eTT119MXR
GW1oPFifmNZdNm+aWeyyOM6+9nB7qav3o35maPz95ogDocODP8HAH/BbrfVejpN7BjxbalSlqOod
NRrjonHqePdPHyESOtTkhEchMfIP416TlKXGhV+zicFFXzqJjTByaP/pfPFb0LZMgZaPRIYp989H
6IxZbOZ+am8Umh3O8zhs8hQq7ul7OZwvuArqQ9zauD1+R/f8eZVEcnTqZW1tBFB4GiahscMZALLG
ipxNoSfN/enrffCGfJ4avg3Czk33UPDrDI0zUPmEgJQb/a7VfPXJXUxpp6/y9+GH+WRRAxJTvayw
y694Nw7mCjE4FU6LWq4w7xLHtfa903RPIaC0+zmjAxV7HpvD01f9+2yxKFeZKlwk1Ezw1p9X9fvZ
j1QeW8yFxrzyI6qzIFmhUKj6/2GOx/+3BqZl0jhuYNp9y7MlCvujROzlf/4V7eGyX0GRgWofXeM7
I5Mw/stCtuCTpsVcxeTL//rvaA/H+C/WNY/Nh40qGYkpXx/UUBn/7/+lOYQjGfibEJ3aVCxBgv4T
J9OB7l4zCfTiV7j6wX6gTfo8VKAigmx07saYnhF1KzxHTmIR5NZaX/Uu055dDrEvSVZn6yoBXkuv
WQADHSeamBNWpXkBNFFV/ozDrtm8e573/1nE/3AnLZP0X2v7X79s+brefT2xluqqA7wPlTUurkx7
qq+zsaUVTeLJDV2TcK23vrPFcK2vDDXlj9KCQKzFxs7UIwDnU+ggHqAFtNH13NyheW82cMmNvVt5
4zZHdfrpzC9dFsePfunBVkCvehFLP8vIJqDWbrU93BaNogzZwTFoYDu+Eja9fDXHRJA60HVBPXTV
GffJgTfkr+e0zAfvnpPldSEm0DYLdKRCO+HWA/CuyNl6jWOu21gWEJCgqcTDUG9qY1CURsLkzHK+
jJKP7vxghqtKSOlEJWbBDPCcMBMIqg8RepELDgj0qQdf/0QpnuajdN1/tgH7634P5jdQCzRcDDMN
iIYpdkPB0YyEh/wGpOWPMy/02G0d7E7I+iICfR6A2xhRfDXXTcyxqKyeOCBT3Z3DmLMmggI/wo7v
1kUZFLOSJEDMtxnwDt/Rxo1vl4jisu47nTJ7VyUY6QzNCM+8dPNPL8lfD+FgWaYyUhFZT0KqCdyU
9PqEWHkPwUCOgSCwZr28xPScXXJWK9ZuKOInAYliGxm0GivAXXy8UYfICf4ETNL4Uh8M87ae+/HK
aurpQu9oU2QNJm+c8PL29FP9c3366ycfbC2LbkhkDjsEgQHRZyT6NJtxTNWebuzj6Sv89kT8fTgi
TP/zU+jjLMrtdKiCXOn5JXE5MBZKTwucvAYlUcCyMOGG77WOssdcTi16CkpSqqCmp4+98YBeaAIb
urTQqFUBw1bZFwnmM4jo2AVuirNbmbD6wzlq9jQutO04VmqP+hM0Qdcb2wy9FT2UcVuEoblTci6v
bNU3F2NNBG3tcMstpfErO6Jg0GVVDQ+cBCi8rDewcz3kCK11Jpf246ct/IN5PZ2cmS6LqAKSLQAH
1Im7gYGGSKKe3DMb0SMzj/APZuimpRbhTyOP24UHkaBB2Cjm6rUs+9s6Kr7QvH+1ZVxuBqDVKw+b
+pkXbSwf4kcv+mDGrbWwd+3WroIsoYe8AtVATOpgG/ZnPYrVzwIwMiWdNHcFnaIps6k+Gf6+8yUC
0EaMjh7MEj/6mZ3X0Z9zMAXXowcCtiLXu6wL63qYKUNSNALYRMfJXRHVcll6Ub6F9wjNr6e3rBlZ
ts67BoauDW3p9PD/Lff/6KkczMaqxPVV6EYVRH6UBKUJxSdTU8thMXxuLBJnkrJotpMutUX4521n
atB7z5v7M6vBn7v5//7CCS748/NzKDhosCPzANQKymZdo1hUAZCn+51v8EhE29M3emxsH0zP4eTx
ZSnyPlQ6FvuOwzGLvd9sdKN5On2FP3fwf93JwfQK596fw9rPAmTtpH+ZBoLdTPN5gwYZ9P+RAk/G
l9MX+4+97KMXdzg1jmmPI9ArA0/o0w8OSSWVRNedLoWD0H5H/43uUNYRgQAkBtZXTsEVoHyPymyF
KCZfapBiRFtTtwIhTHaTioGnk0gqw7nyspsxb0W2MtJJf3NMGX5ritDoNzra+9ds6vpXVAUR5EpZ
7ZweCQV4uBiquuMwmS6oHwDgUxn7GeEOiXsPs6RNYZFAwAUq65JpRqP7pqOkfWuF2Ma2c977F/kE
EHxNgok2b/OCZOyVTjYCUli2aHtRmrOxSSyrv4fejxxrcEsSyByPBodFg/UKdHEO000UtBDKztS+
THab/cLQVQDCpWdTXCPijF4d9hVXCNXGJcChNLaOGG1rnaKVRgNmtaa/6tMhFeCd0WegMS/x4IxQ
bPdmXIknq18oS1NZzb+0MNXehjShpxFqnhM0U2k9NN4M6BMptn3dpsJ/mjqKT1vDDpOai05luIlU
YSIvr3qK634IuB3EKhrQrvHndosysHWup5kWkCb5R7OKSePJL3N9RspfjslSkRaNq9aG2affUp18
OSspsrusU/VFg4dj70QmKR6ydXjz0JIhlqi8jidqWvaQBN3UoQuBmYHnAdWgs5+z0ngROlqn1YCe
PgNlKbI78kl87TKWTvezEk7+a0hrH1akW1NEpye8ZZNQbQ3PUd2avhjw6KaUIUn1Tl+Qlt6O3lPh
zbxlA4jzp5IMimLl1KZHeQ0+84s2J5Si2s5GWYTUDryMi6b6ZSgSWkkE1dnG1q5R8qxiM9KKwB9j
6yWdhAosL2vJiEjTbyRDiLfC1ugw9lE1lc+N1MWbT1aJtlt6AKjcUIxFDyKxymZt1BqRNRkQMeoD
iM4/2UVRfI7MqozWc044QZA1yLbXliH1HXyg0ibVriN5Rou0fpcM7UxOTydAY41Vct05k0/pHRhY
u0rqRIUb4Q08GfLk+gfSD9gzIHxEcO4lnfnY25oZbRJJ6WxlTAD/yGkTm4J+60q0PmF9bYUE2oKH
alACkiuvxfrlpZye4AAiG/Anp4GJ7M+ihOI9ysemdoCzOvYEBU7v6XkNhErsEZj0iGdiX0KgYlyv
geAz2HMZ/YL1U5OERivHWUcGrcC2yiKYTf3cBJpPls7YgTC8G6QhHsFe9S+trtVyCwSGccjQgeMz
WqzWQrdSbDYxAumO1KLvFd8aote8dR/Dvi5/aVYn3rwI3NhmsQD9bCaLvAOj6WkrKaQZz6nWmXSW
KXt8l6qT8drprPJnFdnpM8pVms6RPiHTye1xtFeGZS/GdKMvvzVw2G97Kk4LIIyIKq3t8RclqN67
JSpIgqYnWcrRQoOcRfMWCwQOvVqA/YMp+QvvAqD9wnNoqzv1ZQSl80kaBaKYMS2aby7DCclnAYQu
MCus+NkQWzlpHZ71qrp+JP8J1c8AaeiikWFL9EVqNHXgjXkFH35Kx0DivjLXIRip75nf1uCmu3Sa
tybCjuuwmwdiFtAQfgrpbzNryvpVN9ypuNShe9+g0pgvmj6W7sqq3eqz3aW8+N6fvGsQxBCes7bZ
2Z420BqMwuTWQD664UU2gdMMo1gNkAZ7mkFzujJyZD0YeXImCjklAa4XCeps9P2fTqUn4bbIB/2t
iPIGM7KdOIiY/LH/3rBlLXf0JGH6Y3eKirWwtfxm8iuJwkTQm8OoVadIBNx4H9YRMoRBq+1X3ZfF
N5UPzLY5rahFatjguBFZxnjulApD5nDmzHXS+GB19Th2rv3R5js8vQQeWdEP8QzNYPVOX7dsoOQE
tLm0ogsa0jDNZuuf+Qv/Z0l3DzarY190RVNUVUAaEckbkuiqCMlhcPoGDnppf/35gx0pAjb4hq5J
EBtcvq1RZvre9oFO9mSroCOoukcUZzC2TCRAnIux+4eWuOxb9i4+fMldBrBr4zk9WgK7crALDPHO
ntPkc61c9LmmpIeYd0mAnSdd8QpZZYdsvmxsr7vVW7o4p+/j2B7SPdjKQhXGgCHnPEj7Ib3WZ7jw
Toq+EcsFyVfzZGw7vCh8bX530bBP2ueLBNiolXlmc/dx2QdBzJ+bSDd22iLzmiRwplS/Q2wS3oxD
nb5oDeQw0OndJomsKND6Ml6UtdOZw8zvZucHezD3YPMKBTtXcW8nQYiF5QeyUensEsDKRuwO9XVv
FQTo0NwkPoIgiOEZVmb3DZtqQ8Gsx1ayF3WGQGD2O9eHbzLiXyUmJFnrKFL4h1DBsrXTtl4ZwlHT
duzy6EnLi4iTZ5xX/lbESrxqclRX+RKzwCnSCplAUKadebPHnuvBprm065RISrYgcT+a7HripZJR
53LbjwO6grEJHQ5SZh3ZqFXD8kfcpVW0OT2qjn3eB9vpua1KfFFzFPilKF5FNE7biWi9TVqn9c3p
Sxw5e3gHR38Sat0WiWHKzo1IwVQr9kUJeDXWkh+jNblnHuKRG/EOTtWROydahAsvSBQeh4hEyE1L
VM16EGwyT9/IsS/QO5ioCOMRWr4gai0CVHZADckTIwCCLXhluMjfWcdh2E8kpvgwnnvURoMH7V2P
zPDnmZ+wjPkPvoXDBrtbaxI4q57zlckKEt0E6twv43sjk8lDgwgI/UrcPmMP6Dl7E72UNoXzQPou
ltCOOZU42WJ/+rcsd/3RT1nexLvqZtlGCQNTZoHGthmpuI4+VHcGkrYrbQ0DNd26/qT+XdHEO5h7
KNe4WSqjKsBtBpxFkF9QWZW2tdqw+nT6fo6NoINpBmph5Y6ttVTBUhMuX1ay2ckUfVD0Lacvsfza
jx7ZwZdeT/6sMqqwlL1GkyzLDncV+pd/xM/6n4XOO/iWvZBIo8IlcbRpnHbt+v4T+dn+VZcPhF1O
0XDmMzgyXXkHR+JSDV7ZGEYZEHODd0jqw20eaTcREeHXBbzO9TDxeYsee5FQ4TlJjHVkuB12jMux
GFFhllVQhHrzGVQDNyS0lJMJSNP5JbEE6kiDKFUOvaTqEGGQh5W1wlFJzAxS5YxIpnbR7+Bi/FV6
VYW0noPwqhOq1fZpRZQcG7rlQK1NzMVzmTPjW05T7ae6GO7rYlQv7oijBqJlqV+YJsX0TejaMTgg
vOz1Xs8IBl27WoMSAAFs+2DgpoxWhd1KZz3KTj0kYZ99LqeCtohdNtU5Wcyxap978Eb6suTFN0zi
FCOs3QR49gHFm0Z5nNpoZohuY3pWfKHZ9S+cKO1GjGn5eHpE/6YkfDCkD9FalEK8aWqktk8IO7js
as1CiubNr5PrWDc1w2TrWDV8aY3dA/taMxopBqmiXFlYLr7rgIdxSFAeijYWSN5bjOWEurbO1AcY
5IqdRsElsIrEWIR/fv0dfW7xYicxwRe9HiNENFFHrRoOg+0msacR0eVQT3eNFL78d/OcOFhZcDrR
zcqzNAjRjBIuPNe7upPztZUjqE6TLH1BSRmd+YaXP/rR41xG/7tJVRiI8yoPA31mzj8tSz7Ms9Fx
OkxvyV8x9p035F9tbMJnJqRjS5o42BzrIiUy3qNFheL52vD6/kGvCp0LeqhNzQQkYhf7u9zPvoWz
S3yYk+mrns3Q/enhc2TOPeTvkQyS1yCEs8DuGCNkdRYbAzfXhVnkyZmGzLFLHKwcLS0XD/VvHNCK
6y/CxNRRyCbVFdeaz2yijkxN4mDlmL0yK2rc7WRS4kCNhoYwn8bJruuWKF/U8vjlQTm8/btHdrCG
lL7vURjxooCjOdrDQRcXC1ZzPYy6uz19iSM7NnGwkMQuGaYzJ8ygoJ53TwymRgYLNgeJb2KPAefc
6LOPjfaDicuXjTPihsSnE4ryCtmltSZRKdwYlW3vSs3SbnrcWZcY3+4M5tV7VxTF1jWq+nNfmsa3
aiiQ9cbGz5IT3ArXDqG0Un+KhpSE45UgozLI4waeR5R9mZNE7GaJ2IwaBABkTRtXUx9lO62Vezih
FPzqgowHJD2UlVR2h53mjdigiQICVKDU0fyAlC2gdzCIIbCxvxwF+bMlr3cbZi27HRghV1lP4lLX
mQKodPjVlSQ+QvqVZwbasc/VOdhLEypYoWQwOWR5CyMgLSuCbGQr1iKvxKbJ6RqALtcDgiXCnQIe
8Rp1TU8+I/nMp8fGkbF+qFKsMFj4s2VEQUce+9fFy/Q4mw3uKryJa0W+Y70C0KB+nr6auXxCH8yH
h6Awt8FYJSdsvbl09RtXdNXWCssZpWLbXgyjGe+l6EwO5R2Zaq6CHDNSci3MxbqfiBCTOSjvWPMx
/GftundafWcTarDtCnv+ipXCW1qE6cYxSeSgylGs1ESixekff+xRHcytvkLfT/hjFLjj2G0ts9TR
BZbTLabzLzLJkoc5p350+lpHR8Yy/b1bOKaJLM1isbyhIi0D25oIRCbu7burJnWVqERdKpF1V3Ee
x49DVpDDHafdpkkI5jr9C47sbZ2DeTaF/5BouuRupSYgp0OihmCir0//9WN7nEM0Y9NBXjAjNgOR
8X8l5kE1D+0WUEG39sfRvarJO9iaxZxetE4DNgph6JkT7PIMPxqEB1OubuCEVDW7RN0h2gQIX7nR
s5TcohIH/+n7OzLlLqTl96+Pml5qz5MWBy6JSS9WaI43ehe+dd5cqjWlqXPlvANc7P8cEpyDKRdm
BXIi4cZBhvFg1fjj9GCReH01tFJClwnNvefk+o5IXMzH6Zg8lCYAk0Qk7KhFndIlonWy6kZt2pK6
Y11ODirzzhXhv3vWh9puslMtOZH4FRAYmz6EJtV2YzZzOlKO8fn0sz7yOn+vRu8+lWTyqr7GqxvI
OPP3UoOHEmP1urMBqZzZVx1Z2OyDbRx52/oIoJFLdCm+xsFAh6Nl/s50Cn+PUQRjRWT0W1py9Zkr
Hrupg8lGK6xmrvEtBbw+ucadQZBW3XbYdevizE7qgEr9P2PHXq797sFZo4wU+AEKgK4WP1HhLvbK
b837vMWXM0VkrE9NpR65bkM0YhIH5hg3ayfy5l3rlqRa2Ua2ddwRNpcPyNIuRU9QE+Oubcdzp9Mj
H5J9MA31fiOJSdASTqcOxfIB1+qUutOuEjTR3GRu9qcH0bHrLAvWu2cRikYz3Yj5uzUmh2Z6MV0B
lzJ2MdVKACmYR09f59h7PZh7/KJEI9Y4CcXxfr7I1YgPLvS1bTvkxZm558jMbR/MPRXNVvSoiBOU
GrDmSN++kU05bf/dDRxMOIZQY8moLwF1ge+x0SpvQ5MVwpvo2v+rSxyCWLOmwuuUo19KoUDgEcIP
0tVkskBdO7O8HnkL1vKdv3vbOK57rwXZEbSx793VBDCsfbzN94pIrjNv4ciA+l33eHcJLU5mOCJ+
EUQkz34OQx2T1pgZF0IHeoUUVF6cflhHdiXWwUTBT2/HPrPSAJ0lBPD6Nko78pugzG5w1+MUImfh
9JWOPbTl39/d0SxYWIaJY4Rd0m4xSyIrUxdLpqHH/plLHNP3WAefu4zMEm6NSgPCzUn80MbwUh8T
DWRWae6HgRwUfIHOtUn1Zptkhly1hm1etoXnwh70zu7Lj708689b9WKHskDJMTquGsTjAw7Sbm04
hvE1bKp6AVCl7YUyw5682rb/BmvB+IpJmJRv1dvWm5y04dIHPr24zycPaVzOMcKLDOpTp9/F75H6
wR7mEBFaaYnD8R7NrgWRKQON+DjZPdIIAthJT223cqSajfQQUa+ovHVnwS2iTU+SWNSTKpw7Dj4D
d8JmzWsEXVXSTHebL31keHvpkP2m8CZu0V7OmwL61TaNUpiGWXzVDt11o6AqVjivSfkj++0/sMBI
fBHACvbA5wiSi9or3mCzV1LzN3YSmbcjwYdGe26OOLIiH7olyGtNzRrTZIC8wsQ+OXJO8VN0t3rL
YXE2f5HuyNm9bf0zE/eRC/4+0bwb/WmYCnyZwt9D4MNAnhhv9pB3d0QA6xfghGxqOfwGlfX+meX5
yOd2aNyBODCW8XJB09HqhwxZ0S+mdXHh5snb6UF0bBP+W/P67p4G3e5iANL+3lVsAkkE0DdVEWc7
kRjdd2ILKWdLBSWy6EhjRrywkXk1fj9z8SPLlHmwkOhoToTGpnWP2/4pwnS6nlSMdhOf0tqMSOA2
lZNsNbhDmFO0/CJvBv1qAKKxre2s3Fhdru2Iofl2+ucceb2LN+D95DaSMFjUahB7faigaUUKDsJc
drd+EpMCBTyP9Kak30WlIc5c8cgc83tX9u7h04uUmTAzdIEaMU4mstiNVZDBm6TCvKD8O/67cfT7
5PDuOkY16Hi2BnfvSCiJpI4TwrhEZdVmkj2cfnhkzfGYPpqODl4mKuYYqmicBmTKY1yy+4pctaaA
g5pzQJk3o95He4ckSZ+caq24wVFMdAMMCKPdkkUM1UcmqOE81CrtOmEXauDxr9ltDilG6dax/Ev6
/mrNt7BT+Oqp1JbMO2styoevBSY3dwUiMiSL0OsuFkAdoiPaPz9iRVgZJm6YEU6jqTuK6dZjDiHw
vm+E84P4qdjYdLrKu7XsEnFDdC159qBVoQSklhne4fh3cG5r/vApQtVB8mctqp5gwTcEGmSDFVNo
3pbSILiSkgTtT3MuLl3LrGFazhKskWNRIofCyUBPUC6MWxg24NQmz82XuDUECZqrzTnpeCBytiSY
6BbOOa/4KShybkbXIXsqGa3utVV68s2THiJjrWl9WqFYdid+2hx+44XikdaLT1IQ2+ZMSDs6w7+r
I0j+3jwRfme3MWBWNQmNpmbnmtfVsADLSIKz1Sr0O6RA3F/yg4BT4zpMI4iXwuoJX0Sf1+5EU8Xf
TLftkFSEKTJWJynymKw823hxZGNe5nHZbIEidM1eL0rKeAbUbxBDw9AaUHDCJrA0bicZ+spde2zr
4vuCldJYl2FPFA1tuvFnBYmAcLJYNZ9SN1WodDw/Dxd9nf/WhER8Aj/38yDCbFtt+A7DnhjuqdDo
EWDFv4Vikf+Axuq85BMVGpzpxC8A47XTzx6wZEIezTj7MiSx465JPCcLDOaT9ywr0EdrNUf197Sf
mMLnLCdXr40mdWGQUdCvdIQ8a+RQjblDHdgzpGfocvT1FSAdBuTwMhlGxYdrKO+5NsPkl4bqMtmX
XVFkGxdefTCC3AAh2pYoguwJBdjKHixivWrPAfwqItmTh5FNwxOn8RL5ZJ/8H/bOpMlxLEuvf0Wm
tZCG8QGvTdICAMHBSafP0wbm7uGBeZ7x63UYWdXKDHVUmHrdizKrisoMd5IgcN+93z0Haj+ndYiX
a1mY8zaboFYaxmjoGzb4TROdtp2cJjACGl2MSb2dohiqfyV6x03Qzz9GwLyTE6xlVofUelaN/biu
4MayJcrLTVVIgqNNp5QfSW+KxpuHXr5NtgxCh5GbV2O3v4GeAHYjw7+8HVUuSy/CjerxGBxXFypI
d5zyeskCOr7N6zIm0XunrgnGr5xldhWzo6eLTpWHkUk+tkHH5lefuOsdpkSDumDQBbwdbNxwO44+
DN0dnnj5ZmhrPlAqG/NDpvHwqABnmFHgqvYh1bV59jIeuPgobTU9i8oaXsKhGZF+ipa7NmJS6IBt
JO+jpGMZfqiJYpCqkW16xxSm2papYn2OYql9rgVYWkNYQCTrsyZ5BEdof0MfnFHQpsXMWyK7Ltok
KHfYIABv3QS9rNeIiiasT9E0o8vlsdTdRlapLp5DT9Dy1kxizWiddhjcnjUgWHrxCuxXHabsAWwu
OVQ6m8Uj6wKKCeQodj6w+NCFwZ7XIG2dLtHAjtXNM4pAFlzAbIjcT+0+3JLTbZGDytBag4ZG+3Ve
zBl4Du4giZvJFW6fVY8Km1d5R5J1yLExLIaCLD032KjB8u3AnVRDcE3hzCrEqNrHzJgyB7Rn0X+D
LWlJd9XsNVgSqTJh1kDlsvzIlvdqgi5DpMnVIPuRGRLw0NNodk7i8vc5nj6H0a4Nu1Q/DPBkzA0v
ncRyHbf5NynHafCLieXPjob8KwgMMBsTGAneoWYcnb3BmrXlFt2FPMjlO14BiYvAy7Krf1ZVeFiu
bPtpXxgzQFdHJtYt33qoMEYscRYWXMnwvyJn8qq1HNptxITrw7LGk1M0T5EqktbXIKxczeDxvlDZ
JlwJ5AhdoZXJ2Sxs4zOMoTWDBK/h+vDstfYRqyd2YKBORykKzhcELUab23rGCB9U6mUigMnAdEVD
senG9TCGHAN6ZmpdmS2+lBfGBioCrXHpXKovICz1fNcX4blJDPtcwD5/SCqCDmuGiNNt9FpwKaa5
JKJEYzQk9lmax5xBPxd6PYU3gLwtE2lCrb3C1BiqjdWRciTG2Zy7UO9Pc7I8kpW+JLZwpz4o2aqk
RLrj7ls+iwrdO5nSin2IrHhDNMovVyXoi0DNmu2B7nsBdIVL1l/qSgH5lDgXMHWfDXeEYae7OJXz
G+7ODuVsD712IzKr7b28SSbQ4WMOY4VHuspkvIrUHeJO8G0yLz/mpB0fVjh217WR9yYp1QjWUFlO
TeLPSqiMmF7ncAeWFCBalVUXMbA9x4OXJENibGuWNT/B8cpXCoMWdxtT7pqEL3ph4MJRC10PHWLp
qTKUPVkvO9ybQ0kjnDDJcCRSY0Gd7dgDLi8kOTM9JmNbl+5s6d3d/5AjFwZVg7Mdy7R4JirIrxYr
Zf38rwuiX9TuP3ZA/1JzrXlY4yy2ne0KBOnUS3HO54UEcQie5T/3E346jIMT1wyF4dFWOMpjnxrG
TZprJRmhRf1NY+FX9elPR/GmKHNmZkAa7aTRN5PTFVfVXGkBW6HVVhuc+TdH2V80MLSfztpha5hd
Hc/KFlPAC4fYvQJ9y3eK+FuTVMs+E739m9DRj3btf1Cl/ug6/OVjEW3equw8xLsQLrTXVHl0YwPM
PzNpEi7YP7EzwDsTsU/LEztohleBl4S9FM++wRfkSebye8Hmvw+3NjuO4aw9pcUEcnoyJl+n+ts4
EeEQs1IWDPF9sSFyjgsnT8SNAW48SGxmrYK+NIHAEhGmAt6+X8xiozCFDBptYTtA6vkZbUOyNew6
O4W2YIY6LBNEwhp2v60W+yLPGA/nCXeO0lw3JYjHTcYmgG8PJFGotnvimt3ymwvtV5OoH3/+lzet
iXKIRGmubBtRApTjWbqp5jz2WWLsfDME3l46C4u2WaYcoKqpdzEAET93gNv9py71/0fFlmmKnEMu
RIt9BDyXsaSoBpNDzfu7if+PQ/V/cGX8LA0Z2HWNjXjNdhcOHHz6fAnqiF6zhFj3GbYkgcFmTayZ
woavyjB6HQTZZgwLqavr63LIwcO6odNG23XqWUrsZHgKowG9Vb6wnhjJm8rM89usrz5bC+fav35n
fjX9+RGx/ctnE1chcPac0ccarijNCAh6SFyn4M+N5LW3b1pDfMKHNI75Ylo7mTCl0BMU4vXF6m5o
8mJhjLkKQbLfm7FluXontd+QcH5xB9Evf/6X386J5tVcJW8qxGf7VoqB3AFtQ0+XK6terW3u/vXb
8Is7yI+k+F9+ThapRRaBvNjGcrkBuVhtMzwFAOOs0OVDxEHC/sS//lG/ekk/3RQLZxy0ttLDrdrO
43EhgeZRGk4B+DdW8Fgr+c1b94Ng8h9ckD9aNn99TXqEJiYE7zlOnTR8R1tzJDa60botC1pbWxON
7jt9Duu/MbvufdTHgiCYGLaoC0ZOBgu04Sm1rGuZMpP5zcv/xTFf/alLYsRR15vKFO/avNG2SEzq
W+Lhuv/jzf0vW+9/+yr7pF/23/7Xf9cucc5f0y7uhzYp34svuBZ//1f+ibkw/pBwkQwbvJSuwmHg
E6Jo7y+4CucP1dao1i+UF6nLS4TvH5gLAeTiwr5waOoBf7EuD8Z/UC60P9C38c9f6BgWOBPt/4dx
wWnrb30gaFTCgm0kTVKBkDMw9/79qx/peitSMFLsvV1wyLW+2qzt6ykLDXkOfi5wtLzmAKeGtFDI
xT8XopyvrCicdNa10zTcmakWPdFUQtXRJV25IoDIM93TOEMFrKFd/qsumnKTWn0SpCN8Xx7DtATL
tkGoUVhT+pYqK/GVgjO7sb2oAEbXtBGdwG21iqvFdvR3cx6I/VtygSllrDakxkxvK9unyNT1yxH1
MhhK2Y66SCjqM/tFauUtNdXwJkUfsy2Hy4pRlXRR6qY6/R6frunIhF8pUK3mTmt+OOPIWt1UreAy
Bizx9R6LDXfCUV3yhgXucs1uqd2RovUR3tSN4wCwd40qBaHtGIIynyee/Tk5TvxUKtO0BmrbF3Az
41nemtEcfjeHIXoMral7bI2Kl0OYzHhuhyi+02d9ZhkM284G5UvBTr2DxWSjZGF5TksmYLQkwCWS
sipiIj+kYZ19HdnzO6309JnQlnhLkrJGXJ4ivPAUCYTZR9qToMiQ+lgBvF0NT2PD4CTXSb+hoArv
Jn22n6toyC+Bpix/KNoiLny1S4YHTu5h6xu64Vw3cUSixOgd+ZLk6niLvaVpfXg6xbauVY2l6kJE
QUTNz7Ss0odDC3CycAnHK5ofsnc4b2hniObElhdsqYQV1NrrZATVncXU9t7RugakpzKW72Hq6N1R
Ty85liiP+Asj1oK+A74fY7+ZS8fwG16rs0ltE/MBXZFm8W08OOwUraD1gsWKylsDfC4T1RGiAtFk
q3LTcWL4xX6XnXmOUSdfalQlL3kaYXFalqSovVVEChDPHGQJJ9s8HdwwLyv4hmydZt4Ku7Bx1bwU
YcD3qEux1sAx9MtObSOq0dWyr2K2HPFDs34Yv5faoCSHKKnm74WDcn1fK3bEiZVISXEb5XVNZ1Tk
8nZpWvQjQMc0fzCV9mXOSckdNDNX070I2/C+H4cqpHSb1Vl/dEwaWx9gGkR6tejreK/VE3Tu0rQM
2pYJhynmXpSeu6ZVwnv2VKPeG5TSIKjH/h6a+LzJ6ztFkFRP2XArQVFztFqnXWzp0fUYMr5HJqTh
z6KTwCpcqaVGepz0aTrhjrIHf1JVuMhd1HN6ZWOfRIGso7W/CdmmBIzMEjUAX7WjzUn2YQbaKarY
zLykS9My6JuUBABsPW04jJFlVDtVoQfmZkVpgjPWrCjySOiPR0j4CiYlhX1V2OaAaDeIYWoaNqIz
On5Bod5qVdzcp1LN4k2TwdCDrDJ3D6KLFNvti15+Kydg2vi0MuWd/b3sLBMV3HdFe07hzUyNd5Ou
5dtUs+rpRnM0XdtMMDiHh/H8UK8yKTy1YVOSnom9Km4dpch24rkijVkjmnptDW1tSJpjrCCZTPus
sazlnXZ9+IInMPoic1p95zw/GG6dWmCSdaCQgCJ7GvzU5iyyuJ204yMIjra9cowwg/5qAL5PqVzP
YFzoScGaLsR1Y9KBA5YAFpp8++p8YLGjFWtAQ14gnOR5uo8cY7htpCAgKlN0Gx5NerR9RRKzX131
re54CoPQhxq1BSuSpnGFg0tb/XG0s/VyyLasbbcmOb2gJLIvS1B2t5erzIcNA9Ti2tKruv0gcUID
BbuIbm5k5NhI8Gw7LDaNmdmHKRtam55yNeL6nDov4RbIYHtt2zeOW/yzgF8h1S/qrCSbxZpO7DYX
kEY7uhAg/OBPlA6tHW+Yw/qNscD4NlQlBDrYHPiB8mZJPkKEBiznp5ac3WoiW7qZsQQVnix1AzNV
2izN1mlb+l5tlTbPeldVX7Dn12/loqhnwsGXe07aChpQuW5y5c9wYNk4zdkqGNAQoiOjFV26mVYT
ZMiTTvtuTRajhaGYGMCGfFy3PZvKb8Culw2h/kNul44nm4xuZpwWSzAts0BtRujvAbIYrrOhE+a9
zl847tSZdR3C9tXwAYNfZ1O7UORHMvW0OUIzxkkE7R+cNVv2fDdXUYSKuySNs9fHUDPxsojsaext
izwpy+ORT7/CPoVFjBJjaovhHhCxbrthakbDlh254kWEvL49q/mSLYSlj7fswCYXM9YERaG3x9Si
DzPGD6jK1OeRZQ6keSVlgJesTIZvzXRQXaVY6ruoZLOIbRwtpi00CtwxVVXUCzEiGqh/lqr/VUz+
rTKk/fPrYvLmvUUb9r78vZjkX/lnMWn+oVuX0g8ZsSYE//n3YlLofwiClWDLKenA/FwOzP9kpmny
D11q4BepA/78P/+9miQr9YdAe41zmIISAiqhvP/9Pz/nf4u+KqqAJYKZ9NP//iuZ7NLM+r+HIMGz
xjThIiKn+eGW/3kphTLM0ScRZRsjyu9LGA6u4MvHJDGy/zx6/O0n//4nCVuqGo5X6te/163mmAlN
MdNsQ5xyuYZ/bt0AmTHpeDD6+stn8I8X+bsfZajYfQXvoEXN8PcfpZvm0Os9L4rE+03MxrGnaNZd
04a/6Xb9/aj655tnGKTIOXJAAP05yCvBP3VVJtNNNutdTuuar2mpx9oV8UIWbVPC9P/6hV3eo58/
LWiIgsOJJW30sn9/YRgpzcRkkYbuV5ufZeW8QQZpTwpGXXCgENSRd3W/607Bgv35xwIOVvnMHBuw
95/Hnr92G8Kia9AT4swCTmTfKHDqvsp6CYkJkT41mE3ej3M9XS+XNp3Rd/WOg0l+mNn6vg7twfKt
Fn6BVWfFs9SSLkiZKR5GWxU3Ky46zywgjMTL0O4lhclOi4R9nzJSQ5Y0J1R0XR56a0F/xS0qugBo
Q52DQIb2mpMR3aCglTmcr7LqvDare18dOdwjjZq1lxCiGQPQzH4F7FdsYxAmpttNnXJ2RlrgoRqa
byYfXcKyM1vNRZuxttQP/XLkUdlj1My/xRkMfA6L12NnQ3TBt+ixOitJ/Bp9yvth23T1LToFDFGu
eKDBDdJIPrNjqjxrZuxcW3aDH6IArSbEAOmfCfH8VFKUbpOlTc7Z5OhuXotkbzJ43uGdelerRt+F
zeXOD/MjelJFpb23Q6bd15xjYDzMAH3cYlk+VSZcVIsTQs7VmoatYoLYcPNiHH1FDAzHUAfwBucU
KGcrVRtMPc2cEz+RqhdCbTnGuVWlNEFVXAYFBS3D+uyOenZ6gMKu7Z0ltXxdoZKjGNc/xGoQF0vU
0u3KCKvOGibKcdYj1BUomNx2cobPSCxw/ONQe1CM+tKVqkIr8Za+SI+iIvU1Fnm4b5mDbPSVTbaw
lR3SDiM7p3kb3fR5E+41GzCSq/GHu6FQFYYpRZ77bbVYQUb2Gw49E2YvyfXxUAPtuEeT1gi3QJWq
of4s7AOOuPg10gyBxdThFLyOuSDEn80BG07GQdpG+a5HHUeBCgvjJ49s6res6IbdFJILxl/ZCqwq
rYMUJ0GswOAIZQn5Ld8sqnGrVsk56eyV/tQ6fLtQEA/FLMmKqWIigGgYLa4ltW+/BlXtrtIwEiQT
eXNXBGFBggMo9lSQHqNbNtRetZ4yhsz75qURY7QXY2owZuYoie4ptn1jICaWj/BVxiJZfWMZJ/Az
mvWEl7W6YbxFNiAqM0ymdfjs9GvK2T0FaGPicaPRnz1ZpIEct2nyt0UhytdUdk0P2/nqsccGuHns
F60Smm+JfnlIZBHdlaMljmI05SM6FB21gnBQcarRQUJBO5HncGbIe5r6aKyxeh4wWl5rWuIAdFhL
3KXw+PFiTOG3JIni82xBw18XO7uSyZzdQlTsXjjR2T1YmhpYu8Kv0X0qMVaojb7IIt315aJWwVSO
verbVC09wsn4srrcZp3R4IPWmwbWiZiL21HVU46Zg9Ko30rM3nlgjOMQbtEfOeU2tFh8dQ1pVNUp
5nS8y4xOpo8ZrjkNAU+ufuuoUe1gUado2USJptaM0gHRnHik8H4jecgcL1x6821tFNH7M50WO2CB
beghS2NhPYiktjsyBs6NCqHSTlXN2lKtciJrwWYgzJMgcXYlQKfincnogHumMjPfohazN5apmyfA
ZR2mOQYV0yG2prA6lGyCP1PEmeNWE8b8Xoy6JVwakRY8Bb2bPweV5guztw6LD1I3+5DZcf+9qLvl
HsNfbDykGXoXj0O+Mnh2oa/xHkcSiGXUIRAE4xSmkE9FkN8R9sH2k4SPrOq2W5XsFxMUU/HCrj9a
bHIy+61wIXQ2eY6+ZUtqDDEoSbvmUD8dIlpNDRETT2MT9ckYk5aIepp+N2NsrJD/gZc2EmYnl9PM
P1g7tmuyobTlLHloOT945PnUK2UQ3C94P/bKqHwBBhmPjanUNz3NLbYcB055laWDJmczm4v/Hm04
jmPVmyIWBVR+3labKcH7WD50Q3cGRbILy8JBG6Q4alA03baOxEG358Z3yqF0L27jMxzWp+HyHq3x
licQlNH2yu6nKxEr+6K2r5CdPE1T82JVTbKdw+XTarR3Y2zctDe3WjseNVE/Omo8PvIc2jaL2Kki
yvfoc0DPNMngDlgl3VCfUK9Fw74qq+1KmsUdxfqULXxtACldDgXre560CD+yE0/JLVa376Rdt5Vh
nk2z9ou8vq+a/LY0ZIm+29xOwtgmdNLeBu4NbhFfOg02qUViIG5Wdub1WIbfkbw+AMA6IxjdDrK8
rXU4hrbebqpYPreAyjyJgYZVuLAIoq67dWquo3Hd2WrDylOzxdNDky2NP2eVQNmwYNj+GmoiBY0l
/XjNnzib9oieWNXMco4hGfAlFpGhKiG4s+bXRNg7w7S8sZs9o+K+m+E/Rf5s9v17O/Ibr9oxzpYz
y96HNu4uO+Qa9WaNTqpvgq6d2A60z303AehSxXVU6Tz3jeFkmY5+b9p4jtnca8b5oYimzBPAqk6N
E+5ohXEd6cUO+kywoMUEA7W8gmCqidXkh2nqN2biECpC68LNElPsxGCK5qFibgesazgkFQh8NCKw
pDB+qhxAUrYFpUy2XuXkiqvb+sX7ivhraW+UmEOrhiHFqw2zPQ8Q5YzRZEUlnI3qmK8DSpfGzAN2
Zw4moTs/bWKsSPTsEovSUM3Kk2iVaJvlZXDZ4lVX58rq4ndMsd9KQ23uEOdtFhtKmqkjTqNVNF4y
tywX3cvCuVqayDiniFHYamXbkh/Ai0/LjR0u7OYZamD3Shsos/O8hMuXifCHlocYvKG65OPiAW9V
N7Gl1Gv2rW6n9TX9FmweRFBdVW2va1S+7oy66JZtfURAlfXC6Zu3rFuupJ2GgcjVfbMW6jaq+/5u
bIcwqKoGprIS7uSqT++6gv2ssVf7wID1JkzK3YIFxDNbfT1lirVvHNTkybTuW/gjRPGUN4Nn/Y65
4+gWuHM4Qd+WM/DaljV4V+Krf2WfnVQjloxYdi+kdw1vanNWrDs06eEE063L/H5IXogEdEE7M/Am
xsY/Q6BxdubbbkyeKm26o8F3JaeO6ItexVzc4baedP1as5UTIS24ZoK2WtXH9/OiXmvGuDeK+lYa
y2FIcNdBkoOlJsC+yLictmi6ToyPkFqr5D+a6EqY7a6a0Qg1Vhksg340LTpUC/64ZNrZRnPXxOET
bfo7wzKuo6w92nl8k8lhDMZ12GjLeskNEr5MlvlTqIm/EDUyM2cv+3bXTSjRGvOo8HVlO4RFnS47
YUy8ztMsDRwnua5G7cOYC6R0CVmqlLwafAdXU5w3zWzuokUrPAYXZ1rHG9sxAnod57bLM8IhLJPH
q3IUavnQr+oHEUDVLfPRj5U58S+YEi7ZKT50BvGelhceOTKDmDjTM8zhC8XTwPIQ7wvPpfVIGOu4
pnzX2TzlXljRuEkSy7izmx5cGG1zNDDarkeV6s0Yqty6BjrU14ONMl5/VDptXxIp26jtal+Ehste
TiZS9lb/pjp8iNklRqqY9Okz5bPOTTUAaSQO0I5UbordIxKbe8xQCjtMIzPkCdRfp1sydltsIbcW
DnLPYlzjMklZPRRedH6c8XOMqtADL38axKQckknZrHy1uVTkS5eXb3Nb+naXrvfrTGALLCNxAJuH
E3iDJqgn1pmIcz9b/bjwV06vRJRORc7zxhakBzTiWfAXOg1fGSCTfu7Sb/pof+h9vl065QpR+3vI
qH+DuO/MbWpjCt7ePMr7oBa0bRqhrUEa07VvHQJdTTTeM0rh4VKLPa+flyLK6zSpv/A0XTkqeutR
XMKJjQEEHbI2oWvWC2Zwzic1lbZrFZ2CXTHvrsKxA+zc0/KGd3npk2tVuRNpVm6rVaSqX6p1Ss0a
Nb7WkNfEkvZVrEPtZ4y2SbUPF/JkXZLDaJptT/SjpNGcwofq1PmJnd35QI/X+gTlmj1Aorvu4NAR
y2iL+3Vg/3+tFbi6cagfC8b3nLN6MTyppa3Rb6M+VsEtf5Q0RCNPL2JtUxiVcw+VgAog4sx3+S5y
1UU0oumxVF+o3NejUifWE/1qifktHrf9ZLC9LgryTQvod8+JL65k54JQuPgF7mJHF+/Y5+Zdaxon
QG1xMKlOdk20IPlKB0ZrviE78aYIqXj0/GG2aJTVXo/luCe7KPelE89sVXfqsk8GrWF4MeuEk0in
dG6kFfoxDuf0ALcj8cypafwSMNlN6IgxEJM1X7dZ1d/3OFfOBvyVU5vJV3hxpUfaw/wKcwiMbGf3
HG9EJLwo4xqtZF8dW+6CW7OvLuSETNy3S5lucIBZ132JNLjS8zkIm7bxawYuxOut8Vwmpnhaxm5l
0zsGN45BvDsJGLdXHSsJA8OOLrytZVT4GRtOnhEmfJ2AJD4nS6xfMRrSbmkOELKVsZGdiGInD0qU
Uf6Gqjo1XmaFWcAVa3+amlKRpK2c55mr8LttD+1mTCf9A11yflSztfZIeNRXcdEmdH+hQA0uedSO
kVI0FQRQ+O4fSDdjPY5Ge9eYYX+yQhRGeaJ+DV1jBxGkP+IxsfOQzrNxbqTW3E84ev2lmyjPCm0f
W9jVs9H5hvsz3JBosw/dKvmgZx2Ho1pXCwPRdbhrreLS1bDTudmSsWxKf758Ugd6tsoU8QWLqZrY
2lS5bpejWuiG6XwvSdU51caxuBxu7FhfluGkmk2iTX7DUDEll9xD6+/dBQqnsWkWBLtePoUCnFpu
5+RFZ0U7dS0Q/RuROdpzbxYLBiPmHLSOzSq6K8zlSD6Mm2sxdXs1jvDy6RBKt0zyGCAtlsFhK0Hp
Hk7QGGxRbQS/PYVobARl2OqBpuXNsUYRuxGJ0/lQPdRNtTTDhj2BZaNBzt0OsOACTYppNw4q5ck6
blpjgX2FdKOa6jJg0GPTgklN+LjITekTOkeUHY5rDuFNM1EtaeR42deS87biwb96LJZdILh8XFk9
bnmp8yEznXrLkf9+GfHN8gE7+3BhuXHsm03aT9Ep7eZX01m/RMK65qIApxiNXtkAoDUOcR1uTdzI
DiOLTDfUQwReiG1Chk5ztPR+vmpWMM9kd0e4mgeUD+2p7p1pOyDNvooXM2fjg0GishjGSyhJ6/B9
3kaqBQBBTTDL5mLYQBpayB2ZD6FOEbxYF199KjlR6Izj6lnGHhFhcdXrTA8sSxlPbWHXQcgK276v
LJCeSAl5VqLKvGYWLCZHQzlRKb5NgNu1rPUD1iRXHiNBD5auCBaNZRt30YfCK2Jxa5nmVWstYuMY
+F9p2nggSxArch01biWryq8ddQ+e1j7yVUbt2tqsZmQab3wWm+e2rq/nBHxaLNQ+iMxZHho5abj5
+iV97qoCim6HJHYPcvmjrjrhi7zPwOxrIx72rNrOS2NuzC4CxKoaBVsE3XuyYN0loUsgLHGUIA6j
ZB+vTnNuquGOGazw7TZ6GlVyqfYyZZu2Wd6QvZpujWh+U7CJseP7bu+iWTB5aSRP61ENqoI2xIiQ
72UpyiYIL9GomT6BOznGNa3Ohbl1jvnXYaLNEWO4sojbeQbiDkoixnWBrpsuepvFKzQuzEhFut0i
gXAxfIZXHNTeVT373gJHwbUIEXQt8ut0XpxTIsMzm94cJ1p9fDWkku4ltu/crUbjOyuOwBAvTNdH
0MEDvbPotu7V5OgoUHqxwcpgVEk1EvtQXzVuzPs6U1sfpK594hafelbjdDuOMfmGB8HAQMjOIfcl
+mZpbQsHgXVZXdfml5X26qYTznKkD16c03laOOik5YcShtOtiYaMmIO0UmjQZbapkS/tQ178pmMM
uMGWa04AdvnDgYn/QVfh36tIYe9kbaW5t7RK40WFoj46zcDDUjEE2r1yuC8hw1xxFq83VcsKYqRA
AgMP05zSqZR7tqM1libWlMZmCm6VHLpE/Ed+LbxWxIyntWmelgEB+BJmhjcaNlen0ZLw1/WCSX/+
rrOs4PG44HojEr6axrUW1eoZ3pfKfUlSldlNmSIANghV+tki7ScdtroPaTTazrJVDjihSMEDkaQJ
UT1mNW32FahNWMW2F6aVSbGoKN4UmjomasNxNWt94XJId127XtLwKQs4Kdvkrj5SgsZ8PVxr5Eox
KZQ77a0wgaUavUbT2SASwPfpRsxI7WOncIIho1+fajFZRKcWN0BgimuzNa4JM+edu7JZ5DOIBkZe
JY/4rx418Mm0PmMO8hU+12xpLGzkLXcJLgmnlaprjBnBC/HUQB52oVVSwqwBlHdS+eVeDuXGnOtX
O3V2aWjcGIvzxrLtB6WURYmLRaKZnP4cm/M3s17NIDW7YhOaNseOrvuIo4kgKF4LeLsc8hq132vt
ZN3wnWtPa5X1x5ZH/K5Itc6vCWDv4iaaN6JmYzRKMBPfQJnODsuUnKxkeTaa5R3f8MCJbVruy1Xt
7syJBkfTR6Be87YgW9vr53ooKDMhOTsuewYstybT1aAPU1BapXwOu2V+hlnGOcpwlBOoiNOQJ6Zr
1wxPIzy+HuDkezE6T7YUV+QP8iBnbSfPLJ5wbSRAATevpVgaXw+nLbbkgw1tg6LBp6F7XPDWvTUL
z9EsVn3OU7vRHu6nNtlg5fYxNd+JOq89OvCBldIKSdTqBOJbp/ZlhdFKe9ZVkuR2QpJLA9wHAe5X
FtdiispiKpO9PVvXdiJfZKtepZPl1aZOnDE9RI25c9biYTZVJyAY47GcuBsq7pcyue2U4WGM68e2
HLy2cnb0VIMYTupAO0QW4yHqEj+PRTCF2lfPgKCDdrmI7qZUVutN1+G1EcDONR62UMt9vcGpHLWb
rlrW59QuduvIUn5swbtfNjWFep4rQM759pbyyrC1ALkmEO/RYTNo9rgybhxpBNIqnmoIXXHSvsIu
ZHeBo/HlaLNGB7bBCGzVkHmh+ShL/zoWbF9mrLMDe6pbvXcNVZeHRYrHkDCSJRHsmgNX0eoTyAWQ
h5E6hdtn0/kXOs83sleXBS83Kr4VRt1cz4XsdpNe+Tw1DmRP6pfJMA6osrfxOO3NmKd6Es77KMJf
V7HaboIop7l77Ktyy8GUazU0jiVLKDQMvDnuvJHfNIuq1zpt/SglqiETvyjrG6ahL7bCbdCJeGir
4lhY5V3Z0UCSKjkWoBnof/vArjSmAhofxuCltjjOdreNBdiSIb8xjJpNqzT28pi5Ue8EiszKI2/l
SVrhQ9+3VBmfxqQfkboGLCHdmJN51aRD5nf5/2HvTHvj1tL8/lUa8yoBhhdcDjcgCZAia1OpSqXV
lt4QsiRz33d++vwou+dKZV8pnZkgCdLohtFuuXSKPNuz/BfgKh5G6BYwG8zd/IjqM8mOrXbwsf1z
H+Eq1OvTa7hM+2Sk+sWNrjWqO5XprH4lw87otUs/ACMz2Q8w6yB5QHnl8qA+Km0GNVpqGiayhjGc
x1W9r62C88LaS22xw2LDTXT2spRvM4+0v2WP2QONv0XRY9PELX9ZJP651kUPfd0eR3/2Z1WbMzWa
nADz2isK6yNhQOLmXtssDd3YI24IjU+aC5ioCmZ5N1xqsUpZG8AASK3oyIV/mRjNHiPb1STHFBBU
Sms8fdxBFNPtZgeH8gp9bZyuzW5XJDXUOgqxKHqvQ3TwCqHshrTNnLpH5JGy0xFpi3OBvJZj+P1V
p4/XQeK5ZqTiQgCtNdPqftlqVYJlNqepJ4G0CNDbWDWhvAkDCIka64rcdmlE4kGzPKwY4vY+F+1d
JTg6pQTEelybO6GOJli06lnuW26X9vsQDNuqj7Yit90hC++7wLykY3Sr6plF5b19SLRuN8WWvaUX
cSM4tQp6g/Q4IZcE38ZuPAs6yHuRcRztaONbHsclzR4ltAO38uyVqVRXvU5RQe1txOXDYVcKZavH
6dqz9Vtrki5MlTg5lyYfLJa4bsOsdjxoPsJP9n2XvkRobw6lui4G6cI2gkcbRJZD3WWL452xmFO5
nEfvpfyC3MTV5HinJ8HOs4er2CivWplmXqDXZ1lRH7j/HvIQYW4ccm8TXPPWqdoQP5noz9MVdNIp
uzCr+LyCsLT2pOkLHexFnw47qF4XEE0n8gpPPocIG14rPnm4hC3FYZroyvVW7hNpdGp7PYXpTRz1
gxPgFrGMZckf4Q1VpF3CU7amDYtAkePxvFdk0ED2dCgqdOGsmn3B/ki2WNyba38QFkQ7rdg0panc
jnNfEN8bKvSK1YwLU22w3xhA/qhtRsHHqpDK7glnv2KaHU0sOnvahbKm7MFDNU6MZWq5ypGOXypV
NYdAloGtt0kTuUxmB5QkuE5Rq/0Wa2p0TMaSqk9sjyUamJ7stmGoXnVjqB9xn4agN4a2j3hqLL90
nU0lBtpMy0HkhZHje4halnLwLQkGr9rg/imgWEV+ey/15cgN2ef9EYeBooflaLVcVtg7oHwffkOY
BE3+NKsuS7qHmzxWzWsttKcvBrjjiwK7n4Nklwqg3YSM2cZv2q07IWPllAxHSofavScF8kNPJXkD
ogpclQ4XCv6w7DkRbbhkGfr4x6Rmk648M+yvSmZmORLeLL2iJqhSucOy2g8f7dKEWFNPrWsMzeDQ
VdeIx5GcNqIGpHA7aCvaCaCAc8++gkWLfr9ckzcmBBfhopFUbaVQJeFg7/q96FTIsKNuMEeZ2t8l
mTegjtGZZ53eW48BwogrMGvDjR+3YmFZ0ON7kQy3ctuAagR85wMgc/MR+NSiwZDaUWy52NRq1p5Z
s/pFH9bPURA8mI3eXIRUD5ZKH5c3bSrkdiHyukPDP86349TG15VOYbXoQ4oy1FXdqVIUx8z1zIlp
pcgADXkTiU9TkgKqbk7fMnqDUNhtu98OUp2si7rh/JEnc2VaZbEr8ypjA3G0lb7silw55NTcVwNl
tytbnuJd2OhrgAmXtIa0qyCdiIORk6+XMqged7CybNkRbX8Z6gE9IqiiS7Vu8PEmhu2Wup9QUA/H
btlQQnVVjVJTp1FsKIEK773clA6I6wJpNTuAjAsdtT5uUHzp1bGnZZYJfyeqoefu6L35NgFxsYAV
2x5CnImR71OinReI6FLOzYeyUssV9Z965cdGsiZ2wv3a1FNIpjkXe4sY9kHuzDxkBdQ0m2LES8/g
69rXdhNDnazbvH6eFA8ZAb+t0lVp9u2FVcgp6ZoB97yd1Hbd9fZE0E/4RopvivUk6qohLADEt6gC
oLDo2Gpi71WDOKshc52JuEjgS5YTHglGUMTdKsVLbdPSAJ3hypFH7K9W4gaEn1q4+qBNDh1DKgCN
P9kXadrCMi5GaSRibMbDEEMfH0HDflVqJd3EXRhgYtfD828afR/SqON3Ssah8GrT1VFD5p2OKWrc
Ua4u/nXKQOwUrUIpwVZHUKaWL6se57VHKpEnnvLVRh09+KqZJhxq7F/QkDSNAe73vzaBUiolrcil
31lcrbGEGg29saaUD0Zp1s36X+M0jjBIo1BRRJhnLoKQsZyRNT44SHkGd76HKczqFSv0T3TeG3Se
KoBk/TU67xYo/gk47/UTfwfnadA5dN3EfZiMlbAHBN6fTA8BAQ0oCCgyYcg2kKi/g/M0+Q807hCK
hQRCXq6/oXpImviDz1hIn/78pca/C5yH3a4ia3A+kCqV1VM9ZeDWnRA9vOApzeT7OpmLU7j23TTy
QPXkzZv5DWbuvToLWLZ5LAWBB57YBI44AwXfsKJGWcbksoy1JSZWtRt7RnjsVNNaabFo1y2uQ9dx
lJMhVMH0CVrvF3TZPDJjKipoRss6lcqxBo0gWQ21ZexTPs/1dC5BaJ8M8gvOcR5E4/kw85JN9VS9
ORVto8U5g4S6dY2eEECAbh9/RnJ8ZWy+A+idDHMC0FM6KNeFzTB91YWHNgNg0ZeVdFMIKQ4hc9ft
Oh9MKrtBwnGlJ/EX7Egug6H1P4EmnqiM/5xPwJ2vxrs6BtHv57NPEBmweuazd4CYu7WT7yWHtqCj
rxX+RHe+XymOuqA07TSudUle6aTfaGid0TrffiZs9ts5fvNt5p+/WV0IS4QGJj7asuv9nGReP5dm
S6WPl/DpHJsyWxVYJK7YKohb6xRhKsa+9zChW+IAoq8kNUkOBbchkrfYO3481OnzwA1WMC4GwKtb
uoKv/fvnEVrtE1lHiPoD/luUscqMNs1nkFnN+uWRgHqaZPasWR3A2qkZqNyitcVdNeG6NEQeoJYx
mDCFasd6IYLAy9aia4NgXYSa+KaRgEy4qnla8QBQEEfbhSlbTQesUvaIFvse2f/BCjwE+D0ULi7j
rixxSqGhJi7wAY19uD4FfaqK3jbdN1ErOpeUata7KgnpWZJpJoR5GTI9l60WAaAR4yhTSI26OIHu
kKjWPh15M9sohgASwzE/WHO2ZevnULh8ssNSDsMF0sfmTCgaFHBeZidcgIPjrdk3wEWqDjcg5C+l
JtmE85/rIg5rexNUQxFdowxcUNbpS3CcVlmS0ZEn2nde2XoeULTWt8G8KDr9uFHvgGxIoRQ9pdkk
wAn0SDxMaQNSP0gKOV6iw4PInZQW0p2lWEbugisY3MrP6mjdCBFWQKgsv15NqIyojpxW6JBJZo7O
QRQQAxRKquDDV1v0rQJP+zoEWOXAZQ+b7ZAmabvxJ0naJ5OZx3SEG+tZ5EOhXKARQQ0AD89GReLY
A74ZJEpIY6aVpX0oFKtcowdA+ac3EuvZliOKnmvTHqydj9mC7drmWHsrSbNKGdRxkzxqkUaNuUq7
aVxl4QC+J6ZgMFHcgcFH+yiTZjC3clQrNfQWhjFaxxIliSOdUfOywrXum84eyZ0ELtOV3QXYyPZ4
tumLMIZ5Bf7NmDpXk8b6ezBoKFnoOnIpVO4gCmLbGPQ3MZoqCIQb/YTUSGBaaPIpZaUsukJNnrg/
qe/2SlfehyJrUqcO1ADojmRhbYrR+JNEd+HgC/pHCzYszJIAfzdzWZi+Tyje+Mm9sDOMwFptQF6p
R8z7e2xU457Kv/fk+0V9JO5G4qYPB79yVLPtLvqxyL6A7+OA9Qvfvwg1DTtDM4utyxos/rTQMlhi
oAOk7nqgEfXc10VYUOPuh5yWrlRhhmhIwZepHLzITeU67xYWlnvBQihVcgCZ1sQk7FaDoVIXAnBD
tudSxRQRuqI29gfN1waavV3YXlcqQGDXV+X61kJaYFu1BpxANTENfwE7S+dekHGECscU3pUUdvLl
GKQt8hpRVQBxhYEeLKZJgkEUs9Av8JlDUrBMTAkyVkLhRiDn0cLqVLRnUxGdvMvtVN5LNNQe1EKD
R8wysy5Q2c9oaDVND8HMTOQHw8YjBuWc0CzgKhXiyvY69qVXQIOiOWk8NtNIZ8WGmjPDQJToIvOK
8ZYlBSDaDxRYLP7YD+yyqAAUx0F5iHyF1xRRALiqOUMUqkhMA0nzOGPAaDztPT0VCQQ/rfk6dlZK
p25sdDdkxVylGVhxkGJV+pKhDYPeYKTFrNsRoAgvB1l5xERK1diIMkp3uiLwKbFElOh4P7C5aRkX
ZUyCm2kpaBl0qei+9HXqUKqmq4Fjcxm4yjTGraMGRf6g9ajyskr17ohRihhQVLDKF1mWgAEbmgpq
dJSU4VxvEcs/D+OyqRdJQKq2MkNzild16dti2aM1IC9Lw9PxmuogXS1gNerDJW5QyLSEbT7SF0qL
0kMqutatM6+GO7aY9LJCFIzMQazFVFbTuYI20x2ZU6s6E14s10EtZMpstSYHjodDE6hPBZfmJcy6
atrP1LbjJAWqinWjkuDEm9UXwF+iYqkrIMupWtD/nYvLOpUTBJyijYzpSO9QWRu0jQD9y4TJmBu7
viGK2pk4+1jN1GyuuzICqxKHEkWXTM5kY21QN+MYrAxJgoynDN1atX1AOaLRvN7xxxzaaO+rQQO5
q8U0E2k9bqDaLJA/G2nFyYDp0f5b0cA1+2Ucym1JKcbqb0Ssm4uxDpL+yqiKkAKWp6vaDvXqoKdD
OQ5g+bsgsTaZoP3katOgHwe1rwqnMAdNXwZyTB44ZSGACiXny69SPVelndKqerVIsaiZXOSBpH2k
VMUtAaYvllbQdQdI3JKxRAA+sZYwHkBZ4qpoy8sE/U4aDXNRzyEbRmLJkBEsOtfhxwCd9PWEIiZW
s8myyCO1uTEoqPcuF6f2RR/KwdzQIxlsyJoeL0zKMFlZBSpCBg7NAq9fsL/03GHntBPaTYHXbSk5
adISbJQmL4AsYo2r2E2051iNbIpdAHvEqMK5hLB5rZgFGnh25+nXQL0E6GJPzQgaoaO6OA7axgJJ
Ul3nV6hJFZ1bVtd/L+rYBDSfRpiIYu2ZkUujudiszbAS9Vmi2IEgN0/nFhXPNlvjmuoXsvQEHT/V
+No0EDzOpUCqc04ypK5mspp2Xmq4bdIFMpt4VQGBfniNqv6Zsr5JWWe5ib/OWP97+lKFT4/Z364f
0xy1yzcSBXzuZ94Kuf8PRWgIX9CbgY4z04B+5q2KqZCcQtQRqmHqpjUHpn/PWxV+JExLtg20vaBH
zQaVdd42AcoGivgDAC2kIo0QWmCx/Q/lre95UToRK9+O2qvOSCZVnZNAvGrsshN6Z16rk6K64A4N
os8R69AERVcvaupPdJS0Wcjoz7SL5zQMYn/bVDXNEMgyzD9/k17Q8LbLdMq7G3zUMNsMu4bKUqUE
1hlehq1rgR8818vYX8lYEm5yW/g4bkNgdxXhB2eR1wF3bUNa8BrEoK0WaiMEp/Yei1b6aaaiiKtK
jMmDL2nx2vcU6UKKTLizWp2G2zHqosdBIJVCwTST3RlACsxSZGd6HqwU785E0MlEfmxSkaku0/s3
6+M3efv7DOHHo+uECsIWui7brxnpm0dXVJRMRuhFN9SThROC+XHbUftK7VN3Px7pPflsHslUyFAI
JHSTk20ue7x9yXYjJxXN7fQmM8MGdWOfWn+JxqdnNjR+hF/ku5bb4EcZ6y9pg/P+OJlbE6yTqcpQ
FWXNOnUzg16Wo9Y7pDdVqSkrNWxNNwEq72LcMbt7qzFowBkJ3gTnmTk80W0dbj5+cHXO5t4vLxOu
xVw9MODesefePzlIl7ESapreaGWmHvyyghVgoTwAfOwADlNdwVXqlwWFv1UgT5dyULc09FmIchzD
d6x1dQnatV8bSRXfxwKljlGY4TZCrefMsO+9OFBXddADAKpG9ZNM9XR92BRpWBsWHDXkSdiU7787
KDeoHnYoXUfyF0P1nVw6U+PPlsbphp8H0ZklxdYZ7JcN32GdI4V+LF3j87M2wpcmLdacAushunud
iv8dN0Txkl1Dsnpp9o/Ff5kHeMoLGHV+0Py393+FLvtzfPexeXz3l+WrQsxl+1KNVy91m/DRHwt3
/pf/sz/8eYjfjMXLf/2Xp7zNmvm3oSaRvT3fdRbVX98Lh7xqgpcq+9v+sQofs8e/bevkMXuuT3/D
jxtCEcjRcBBSNoS4byp/XhCoSv7B/2VQvNAsyCE6M/nzflDlP3Rdo+BJDGTPy/zP64HbQVFAJ9gW
xFPuByRx/v4ifp5QH1GO358jXFoo2KiyaikUNCy4uIjovD1HFAnNzAE/zGMsVZorS8qDGZdiVh02
kV3L6FlXxO5v3tZvTsn39Zp5zLnmZ8NeZZkaVADej1nUlplpmdIfpw6sPRRG4BJlmn5yD52cVa/D
gADVdO5Xhfrxq+TU28O4iJI+VZXuyN2TnSMzsME7iPwCmU83kuA2BLXq7+M+3qKNcm0khb/++DlP
5MrmiAD5IRudIYqdFI61E+pzbnXtiDJBdbTypttgWm+v+kLXVzJioY5R09dJU1l1UW9Ayafs1K2E
PTa4btR/YwX6kk5yvWtniK/SKP4O5Kn/TUN54JM3dVKenL8nlVJiepNTSTcs+eRYkid6U4YismOk
ZcHKwPJ8oWe+tAatr28m1FIQeJhqgUpceQjBhrjyVNwrAdod2FE9o3wRPGVqox0iuSrPUi8Z9oEX
2ZuECsCK0oYG7cuaSRF2saFReES0q/+qaJgEWEgSMQ1KR89Yzh6MaLj+ZAreX1jzo1mEYQRSFpUz
wrOTKchSelI46yZH3Y7FWZkpA1LJengOzxD/JTgrTisQVRZe2i8D2I4ruIvDJ3c1e/XNjfX6HcC8
awKlKJX76tRJmHy7p3AZxcc+a9RdkuhfIvwfllpvtKvRvLAnH1ESowo+W36/PLtu2Zwe3DNMnmqe
1vIbGfCCkaX+sTfHYE4uvyRYNTsBpnCuR29xE8KsMT0irdSPa1eqqNJ9/PpPLmsenfqvwYOjw8WO
t05tbTLFzrPIyOwLM8rrNehQ4ZblZKKMEfZLyzOTtTJeCz+6qOmkkveQsIaQG0kdJ8Qny3wXayUi
Wl0y4gxgbYIwXasZPIWkUb429GwpPVYQUw8ff+1fDiidOF68VrCZM10+Ca7iRhT9IKn2RRXa5jWa
K/SFx9JbfjzKSX+Cl2OQPGi8HwCrCjXl+Wu8OaDUIc/9HPvlizBKt4PfSutBYZFamE60sR6tlKYa
HrVCIHtCmDV3ZtPWMj85jF9XwZ/x1Ou3YGjLnOeHdtOpjIEUVxSY80m9yDRPPqCtjEf7kNx3jW0d
kYAW1aLUYgUrkpntHcndNx1AIHEtMiosnDLO73V9H9R2nztNLNvt0gLbu830CjaCGYluE4ApmSU8
q4eprbSXT17iLxcY6BlTIACnWFxktPrev0QkyqAdxrZ8gTLaeUXgc19rrC00rsToYHLU+YuutSMM
pet8b4bC9BYDtV6ImqgGrUQQqwsxBtia9Ea9p5XoNYDeR3+fefL02YZ8H5nNr1rF7sskeOZuJw48
ufhUwBFpDZn6QovS8koFK7PuS8+s4ZIoK0nypQpQtrnLxmK4BQjCC0yVfFyEnTXLJEHicmIxS6sX
adRcSMBQVgGe3T/93P8Z1v3L7L3x12Hd4qVK2+d3ef78gZ95viFQiDHp+vwM1Wb1zZ95Pj+ikSmQ
HbG4RjVl/tHPOE5T/5iFAUn/52YndxFT/jPN50eqYOXSE5x3P9TRfySOM97vA4JFGT0QNrECb2GO
6U7WVtmmkgHUt1pxhkC5iRGWbhe9B8EIZUG1dwf9irav28XjwbewSO2aNV8KiBnKf4Gyj8x4PWu1
l+NdN8WOUlN2HHD9QYI3beqNV1su2O+zAtEkW3sWzYNtJtTd240V+F8Qgb5t2wyWEzgvzDGUSnay
3uHMX+G17TbA+BDCXvgRlqVN8MUXNTDMyp1QnCcsg1OV4GKgITOrncfbSLM3lQHj2DLgl4SjD0Nu
9kbJohskHaGOdFcTXbY+BO0G8tHQ11oMBQcsc8vvUfrqk9v7/ab99cVq7w8YSzY6I/XqatWU+dnM
I+mNo2ijZVfqqzfL7dO4+NeRTu6DAi2TYCiYQls9Sup995k+7YzHeBOIzAMQY3HrKMqs9DZnDu8u
nNKUQJJFfbWy/D0kYzgw15TQcTN2DLGI5RtfzR27ANVbxoci2Gl5uqL+6EbRRQM2FjnGpYZ9K3S3
s1rSXaP70mq1Kyt3AwsHjd5F3YBF5vNRQ32V39WU47mtz3L3sFO0S2mk8wezMGoQ7kIDGh32JT6D
ixZ6Nc4YMA/wc85jWkKw5vSzEubbxy/4RGX25wtQVC469rEJzOT9CyAZMr2i76pVRc8nyKkcPGG8
7tjtFzDlxNyZg1SAMAee0YNZTO9J9VZIMn9y8/92Ht58jZP4IpUNzQAcXq0imy6gbS9GDZSmiUKn
/lnFhqPn1yl/M9Qcm76JMfJCdHbgDxwLUDlUBbEDwr1O/uyJ5oPxN+MQ6tkGhx2lxvfj2EFVwGXi
zdbqTVDo20j2gB9j+kfxgfZdZZ/T7CNcO6vk9mqSDvmM4Z++qKB0J8G7LuRF7i09D626+pMgdE5h
/wxw/j7pf361k+xG1PDY66itVoRgkFJMNw7qRYxGW1b6S4olayTcllLnX3282H4/yX8Oe3Ig29Iw
ekXHJKNZ6Opod+Qo1dVFt0q8z1Sh5n370ROeHFEZxkKADRlqRIQP9xUIAT+aAX9Z+PtshJOTI2gr
GcowI/TjQ2Xe1O0n+s+/f1lYgOu8MM2eKyFvl6lBrbGITA7ZVrloxqfWZHX4Oq2ap48n5bfbAYE1
IFWawZ17sh3oldhDWjNOmcxNnHXR3snT9cdj/Cia/DIfOEICE0GMTHutC7zZdLXuy7KcsuIQseKE
61cYeYAzRJFwkuENweTGpt5CVAt9xFVo7GoITCAyoM9pd4MPm6swv6s6wkZ9O7efkFqUhtuuaZG3
CQmrlZB/ShPcib1uI9EWTYfbKJY3Av2KQIkR/gwucGxx0zZeJoW+lotnv+lXMu3XFgB4Yz7J5TPs
DSc2izOpkM+U4NCBWLXgDunUywUggWkpac+1uAUCPUGupJ8VIZZDS3HbUVbPiKIT+DISDtU55E1/
8lZ9GnGEF1sP85pANl2Y0jAnYV8pZ5AhNkAANg3EogLya50c1OxFxkko/xZW5ndddHeGPl1b3nDV
mOtGPYAguGwT83vUonMi9RBRqqUXydf4XAESDXYNL64OTLxLqT3TBQtbeyFSeYkAu2v0xwq/dKl/
qGJ9IQltrff6OkfUpEiBf/gHaJCYcdnHtIkPca2ex+UzzpILGKeXTfk0e8VzN86P0Gf6ygOjMEpX
bf6YGU/+9NCKL6QbXE6PeEMdPaiLxtiii2q7cY+LUVFB2I2WjW0vkbRc9XW0n8CLtAO2jsEtnPMV
GRN15rWaQpoAfSJP5CYjyuoQyeflIoX4QaQrFPfXpgiumB7X4s5suSnSV8dW/RwO+LPVDisB/aEf
IAKEMtRvNHjOMUDb54I8DW7hQev666LsNy2sm6G89oIEmc5dqkLzKcNlq/aOKhs7YDUgmWKiLRR8
9EU/Xw8hsz1UC9DajqbquAdV7iCjZ9d8k9LIpZaAOLoTls/QfRdQGxGhGF3rG8ZUS+gky9BWtmCC
tqa/Q9IZbHewjaJHDZssgOor3nkGa7Vr9kL+ERGgBxZJ7cb0o1kzzplb/mmhLdM8dZvOvkm7i1rH
dsLAOgwVC8K+pv0GmbqCcmOrB0zKevkoC7AZqKRGdXAFz3alacIditSVtO4rOn3cfjNflV0WQ2ht
/QXIopUa0fxvbc5jdW8HHTb0GF/lyaEyBeT06CEU00Vm5Id86q/q3jpPCWUByaBZcwaQdWEShDbt
Uyts1D+rOzySaL7cdiWxS1A4fv6tGV96DLBl0BTI5m6wEiYQGpHOqGnF4VAnT05C6yQ4tiG8oehZ
Ad6sNdyHirIM+fomfsiNvxY9foRdsVYMImk7PAxQMBXKhOroGNPoRoq0TNBaKGBWQCHbpWXuBGqx
H/zsoeC3taq6tPILGvJ8A+AhEWjq5iKn3pO3lGDwjTKQPwilwB2ju0QndyjTDWhuFiQSb8UD0gRH
r9WWgYE2RT+CySocyHSIZV3DNFsiZ+Dg6rHuoKHhqb2syWHnYFKtoRYll1Wqb3v4GuGobWMokGGV
rcDzOLqMShXyLOC4cdTtV4hzLbJgmSL0K8rhHDnZiwQUUpDTkAe0sCgmlmWKtC4kEmmkkjuj0xL6
9zxhbDUYwg7rTn0A0LiMsmuI6zGTgwpinWfHkL5gkKUPViVdhvDKhto7V2dbIL9fD9K5ZGCRgkdZ
PT1E9K80ZkHnuEYYYwlpwmGPNUVOLQY6UVGs0AbbCi9ZVbXYaF67HUKbLdytRGsv0QdcxLmN/syR
QNPVAH71BoAi9I1GxNR8yZ38/hy02JJC2dqLZ91r/4vNASXBGE3V7/JgL2r5GNjtbuwCRzKAAvjn
euhfmmp30MoHXfWvqnbYdt2+gKiB2Ski52h7qdmqmokh2TZTQREl8VrjuOuhC4FXvKu8zIFZu6uM
7kIx0/2Et22LMQxigEsVx8mwvq78bvPxLXjitk3YRVILUtJEJBwNfkB77690aZzqAORNtdLD/Gxm
BhvgJnQgcTkqM7KarNKMlBAy6IDeggSvD+D3UljBLu7kPRw8p7I6pJ3uYtjrH3+1XwLCk292En6b
iO0jtcg3M1LL1RAilT2kpeAx6fVdwlzadbpqmsT9eNRfQo+TUU9Cj9mtuhrBHaEEBcdZ3DVttBZq
8lmwO8d672KPeRh6ThzMKk7RpwafgVkraKTGPBx4MqM1NrpEtN02x1YGO4PJYj7YsHb6izkAQOlj
OULQtqd215XWV5+pABdcqCWkydgx252KJ6COeOWcowe9voAMDdBN3IpSI2kE/aKPABJNF9U/uLLs
GmPbG3fNVRPeNApUOtt34lpZaMqy22ikhB0GZl6FrR+QtzxeKuJr4S01QXTi18sWKfrC6ldjgKq2
MR7ocB8FTm2W9oKZ5BEAzHHec4bS3el++lVCZEqf/GNS28vETvdel61sv78LDGVp2f1lXagPfTo6
ZnBt+NBhhmpYpeN0XUsAA7p2M0vlwd/5mjT+1URqIqvVWsIPISEbK8zo+1ASMLX4naQYGOQQTwHD
g+1daKhvoczhfLw+Xg2gPpi51xTrTdTIEehVIHjnZXmQOROD6lpIq7mMY03Wecc7nu7as7bO15y9
nv1JZPxL/QgbiR/FKCwthG7My/fN6HVpDXolGD3P13gYrIptcAgpqYJO+7FE/6H64k2e8t/3rd/X
LuaffeF9+FTldf69+fBfrV/yA/4h9ek/etdj/r+jqYw29AfVRyd/yuu//afdy0sSZv5//l1Pef4F
P6qRtvEHWKNZdpo0hu6WRU77oxjJT6hD2jqJFHh4mhf/VopEFOgPqDV8BhQhCtiCz/wb4ohapGzx
AdpFdCtN0/yHapHvD1g6PSad5LmVCOOBOtOMbXq7lrAijRIEhtS10aH00e0ifxMi1a/CE9s2lWuk
kMivgR+BWSb4RMa+2RjaDmwzHSANBPcZHeGSsBY9Evy3QlxLNzKoSeOssrholwb4QUEqjYXFdRet
NWmN0h2hc2aiAMI9SqBpgfxZmRHallutP/c4lIIlAnR64hrNGoptMW3DHJ7lJhwx7gC1uw925l19
kz4Pj/r34TFbS+IwppdhdD+Kbep9ku6eVOJ+fUPzG3yz21T4uxWMQBVT5GX9ML7gJPJQPqiGo3+B
5wpA+ptSuOa3/CF/aF8o4MbxYvqGkAPEWVivq3Z8wYoMrpwF3xUYeL7po10bPRlzGlMiKbuvNWeM
VmO+beK1gqVYe59I3/FKQjoC3kF0JJJ7s1qPP86ptzLfr07sfx5fvzySdVIBMpOi1jyfSe/Nr0V1
aSUbGRlF6bZQjyQkh+m7dGl9bc/TG2Q377WlRIx2T1CFwCVdP7T+ZPwIkkVxhQrNSORXOWS6Gh/8
d37Nk2rQ/6Gv+dkCsU6qR/8PLJBX9fqPFsgcubxZ8///nQrvi2CvOwgzK4teEe1nhPlP4tIUnbAU
3xJ0ZbMSeaYEOR/4JFR5DNR6Gmv58U74bLSTQ/rfOdppm3m+E2w0tblfAO8Bhzg58Sox5T40DARe
HWM9Ov0SkJELo8OxHXvJEe9M/Ed3IGisfNd3PwPFKca8sU+W39svYJ6cT7hJTgWuH0D91/0SsgBK
R7MG6gLjXwpj+le0EM/hTzXC6W6sx+EZKSr1Vi0XLSZDCOPCTkJl6Ky4tmWk0xx/WlfWQvsWnuFR
BbiQynp5m774l43ipIgD5k58Kx2wa2924a3cL/hf/Bm/dBTCfv4FuDdQVA3UfoRhDca4C3NJXl95
gBTRY1s0tGVu/PPmOyJc0i3w+aseBX7wQWf+0b+fHovBbYWTHXq3u/KF4yXOubdoz6s7I3GKZHFu
kol/Ve7q524dX4xf+p3vplclGqGL8CouHYHyrb640VYQbXyUUBK0nRc4DffBarqPtkrgQtQJv2Pc
638vnrKn4qlCIwCqDDreZBaHZ/mgce12qBrwhR2tuJ0LOb5D8knjptLhjS0wdcoeEBVxwfr0OOAE
i/a6WXuFC1Mn2MGASz4Loj+d5pPz/Z/T/P/iNH92mpwSav+jT5P3ydKPkxqA91zht2C3aie1DRSv
FSsYE7EuVP+lV8VxHErEOMx62tiVhjyuhnz7x8f1Z0OeXA7/EUOeApR+nNm0i4FvzcAg/eSKiMFz
l7aWwbVcjs4Abfnmy7QMDs7PjPAvu0ufDnRyOfwvD/Ta4D29BMA5kZSQ4gpSk/cxSIjMNM5jpVh3
HtAIlEP7RQZMwVFFtFHDYVgh8edvTLs2HC3zppU0hRDgcAJfYI9lQevCeF7NxnQ7akFxFkhCdgSm
VphtBeXKGDl5q0NZQGg0LI7kyIszTPxuBhX1cRndm0/WhPq7RfH2cU4mKKtjGkLYcKxtzUmdoMeO
xEFstYeXWPEVkC5zfMByoctlBokY4eivsCGH8sjF4WETiSTysM8e0WOkLhQ7n126v92m/4O972qS
FEm3/Ctj951ZtFiz+7DujgotMiMz6wVLiQoggIAAfv0ej5q7nUXVBtYz3dPdNmVRlSoEjotPf+d8
Ht9oXcPsKIKWFePrYdn7ApruffAHo30r2Vdr81H3TE9+PME3QF/kS7vs3GoZT/Xe/8jO+TQGbaT3
/+JLro302797yfmOu3HAxrXdRQRwDHR6q275XAKyNyWnZyB5Rst8QtFPbS1t5E38Hltr6l5HSfF/
+l5HZStf1Y0BRnS0cSFxjCLHb6VWje5LcBumqvv4KNL1GrRI5Onpfr+fiEpcF2e8eJ+vMxInoZnr
rcWv08/C3dmPaEnEWeCG3tl/OfmVr8Js1ykMZL8mHXEFV6EBORHYdovTKifPzzNmC6490/FHCZbp
iTyoRCc5WZ0p+i4njfpxefFVQX0e8Fi+AEcSRcKQLwV4c3eQf+CTaLaWE20AHpRSpMJEvxoouLjB
vTEr16hLE1VqlCS4N/zb+nlqLNd2hE/ubfg7jmVqw4z70P7ZDfNDvf1p/sfIG1oUIhSZYcO0Dkq/
9Fn9xYeSKVzkRAGB1l2mDj2PetzYoNcQ+qc5BtxaLYoV1hsEQK8ZeB/WxzvQeAFDWokAuQluJlCA
wA4jiQe0fUu5S1sED2nJStQrwF2aKryZOjHXhfg0oD/8xEyu2CjM/6+u2HUH3FqxkaVc643VpjF2
SJ7RAmxdFOxYnqoy6UNBcSkBUiqqO/7FkzgSl7/7LpmchJFc/S0m4UcBRLTgWkgCQm2g+2QkGpUk
lQZgaaguY18K8uXkXNzll4yc2aOTMPIe2gTFFMxcP9FtbSvE2+9XCjVJz7x5Tx895t0nxLu9MOgP
/dH5/WVQ6sgWOzaoIy0GDEp0DYLKHQSC9K1G0J9/p7ugNwLHSYvf6lkx59BH50d9ibK9LZJEr3jl
iQpej6N/dhRyEJy30lOeNNZQywsosAwI8ur3AZyTbWBvD4DC3uh2P0O8xPMB4UlNBuo3ltLOM1ns
AqSW4r99Ju4GoNUOuLicd1Bl2QNFfYz9Xs0BJanebRCaEmzYzu/FMmDq5kzeBer6qWvYQOJjOqH2
E6AK8PEgx34z2fsR2s6mFZnVLHCiF6jqF7Q3OzE+FRj9bkxfN9qSZIuNycA6ZvuoHvANesI4dHYk
du2ciei31MCfVbyidizgRAWL/CHGJXWm7YwVD5dJrug/JB/nWeM8tLSb4X5eU/qqs8XThT2sTPKA
8BZ92Owy6qq4XE4K/8JQgELcBzwFUF2izWa2SfBysPHy2BtQ4f2czFb77TYjKTk7GtHteW3zxyNq
xcj8rVuj+tcB2DKr7TObN/TtIEP0ZwR4yyyhbxrel+FdFcsXGWmdx3lDlkcfaWEGBcEu9HE5T/yK
lTaiQ+toMc8X/MNOrHIiHyyUj+VHDxzdglxoP0sWCYDy8SMyP6SZJVRwuo2M8GGy6GfKml+WjzCg
KBulB1QN45GSt9WT5gJjnjx7Hw05HMRtzIAzLRJSLo4E2L3kZKNm+dF+Sn2g75LWLvynmoGfmwEy
2TGWmGaBdsQPiQvsUeLl1Lvg/iZOAjcNvxOLnw7CyIo/NQOS1Px0aqS2j7hT3MDS8Qs3JutlxwYn
X1xstjFcVLTPnmrflmYYotM7NmUTVt+UpBh3pfxbJMXU/Iys++pclueuus4P31TB0lhf7KVAalLS
L+D7ZCi6orPnfkFtxcUZyInohJvFbLbfTkzPtNAamfk/hdZPofWfKbRGtuPveSin5MPIrPw95afM
ayq+E+ZIawGw5VpzNc7bCeo5GCJ0WkA3Vaxiosv1Y22DRs5p7MYG6QS+Z4fOQcmue6H8uX5WQkue
r6/jGSn+HHjhHVQZ+5IjOcBKYcB8Zpoj2yANsFM7thMGKh7P2LUeqr4p6iYZSmLxHbhwngbQeSKD
YrRy8kPDOqqTRcNsIBvPWvs5ZBYzgT2JpnM38S+2sO+hRVsGyD/8FZhEDHka+OywGI6waiBNVwmJ
yP2zQp9Re3l18WE0uO8ZNTcFtOMudTc7laFVEo9dQRcyCCgX1qp8VdyBLqBpc7LYLB6edAQFIuKB
E5ocCmKR4aq1oabf5gcg1BHEMwwCC7CnGtk25I3PzQcf0P4D6hvPo4vsalS8vb0hGzqjoPd2Qgew
yTBeVdI7KFSy+bRErL4vWe/oTsZOLjcKTIqmWfe23sZ6Tqz1yJSPzS7Kw6pA5B+r12D2GkB1gssR
Kw9yH5uv5LxlPMPJl1GdAYnEz33TPfkd623FEZF6lBFEOcEKj23NOzqhHTkJfssRX8/siKVYcIUZ
ToTl538r3chBqxsF9Ztd0yOex6udgsb24GVuimc7L13C5z1ZTFxnBUwa0RlggqZOuegfUY+Lf+pa
cisbNfP+YPcMln5gy0R2OhtUQ7CmT7DBcDN4SBhVbAe4DR3/ATPua8yAxV3aIJSdl7ay1l3JAeUr
nmmdEwso3onAMThXsDKFc6ayd6I0Rz2NHXmkvANf0krZFovSlxdnl0Z2yHKKADAZMBxplnsxITDP
7dLNncx2Lv55BfxrBz0GM3zScstQ/kajWYZ3FXNwt+D4wANgIj3CkIRhSONDi9+PdsE6fCK6GWFL
A/EP+/hsnzEVc8SdYICCL9Q2bVA72QZuCEY7PzwIDHjGwlrEjmdRUHDe9evGIbEf+hTUou5UR/60
qBh5ZT9FxV9WVADe5baoGDu7ARgK09iEqGidGoKitnW3hcAHGeC2+4diCHCWZMgI/gxaW10uHyQm
2j1OYOCKtEeVRM4SJ3MF+trCYcWmtf1YocVjDXegYYMNmjDsZwOH8EiP7ozly/Py4uuPQLsjKgkQ
hx1m/RplBwynIrRzB1Tx3L/A6e0pkv/4SHUtkpX8GO3O9DgD84Z7dnH4HMVF9RWqQAsfSX0KYmac
HEi7qTIUY0J98rrEz3VBVZuYeXQBoquCkAA/0aB3sM0loOUxWwBjfR2clp2gFgdHezz6A6SSCgkJ
DpvrV4WBBpLotHGPLMPs1VS1j6x2EyfCvIX4OYSkDO2ABazD99Au3HAW20endktXeuGyF11aNId8
TVjhRnv+vgzVKfy18TaG8kVJHSuXeB9kr/TCP0HyEqfE+yOGtbEzGjABE97OM5e/6usr63f+igKP
yOFfw9nRiWeSV7r4jivGdklrN8O4Y6zL0SkpOJkc9Gzhf2afHIwJ95hDCxydBiPgUj9gEe4DdCYs
W2Yuvx8euQhnCRs8sF/jSvw7xok7KfAqfuXr/zXXE/x9ELar1ssgcrnYNWBAGAgoxHST+hlshgWA
/WE/oFdoq81q/7hLdupj4UN8Q7eeV/WdNEMzuWO6CNhcjZwOnj03ZjQ8JNa4OVZBpREFsR1tbGgM
yG/dPrrFVUaDcHUFoGZIc65dZKxX6PH92GENRJySwEZ7Ca2oyAKS7DQqIaGQssgWNrGTOpEd2SzZ
RjBOBCZAvXPVVUIhVE5g997RDaHSeqdn4E92wdcKCFmMUcVYW4er6sjlcQoT+8tgiZ3veibRhemc
PjQYFgGNlgGMhp5oG+R2ZyHbF6j6cY+I8uSuuUvcmEHNB9BrAYVR0uNs2RVmTsNMIiUDGgdaUGFp
uBq13NKvF/XCcPfLEqqyghpbglMHGN8Cq2jKHiUHdInY4CUGeMK25+crsGMUP6UOiJFQCDX35pZ/
IQd+hyYmBkPG8JnXeMjnQuU2OCAYLavshhUIbZ1sY4t2PFzbsglUX0sIGJ/ZQO+9AHoedpmHULhf
+8qsXkiu/Ki+6q81619D7EygzC9QZO758KvR8scdbSJTmF8ZmSOUw5aD8+i0trDE0sLyDF1UqW2E
WecebfqRQz58fBzp9g3pdLq/Xz0n5P7+Qt5g9QVYMNp4yb2+YnNu7UlkIDseYqnJHb9KiR/QzUQt
mIcGwj0ZjMMDIAAYwiCMb7PSvnjWJsQKm5ipEvZ0j63Fl1RjgElHRArxJvfiFfMCC8NlIZ+tAEsD
AhasZsyQF4LVs0DhFcJ7Fwdklt4MK8nNcXSgY9fxzYRsObYQ6FsojGVshx77FezNdgk7kxpu4Ruu
hIlTZvqjgNBQ7uK26EpmgOXGxCxo5PHwHrEt10bz2jpcfxR2CiMiwN7P8UBdG26Bi1AFf7WwhGhV
tCN8jDARstCu5S/j8NInj2Qc0lFPZgwGtxp5kmu0rrTlq0/CDyy3UPmhQAbl6p90j9z34Ae6WEH5
OKEn25ozsOoOjKRMpdJCgoBtVuHcwO9nX7SVmISeSvnZ1emSm6na4uS8ABb6HlKM5eurpQqpxuUY
LFYH9KWzxi0h72C9bvv7xq32R9YsaxfUHPgbl4aQxPPChZyGZE4ggQEgAImNGjQbRKsIsKJKEA+4
GdaJqutuK+/lfbxonqSVtkwXoa+t2ofCBY0W3mXZPESKyOoG7VGQ4ZDdXNITjI1LWWiG1E1xbnXI
wq+fjW5GGi6AJQSPSYUNi23jhQ44Rq+rxAOMsK3nko3O1sPFwasQzm3xnsumpbrfzSGZ3eM+tPkY
zx4CtgyBu7MNCza/D9kRNjbi0g+XB1BysxJ2Zwz5luLzsQvsxDUhXhIc4h5Ke8Bueq4ohVldYXti
nbCCkVu/HOHUgOxxCz8O55+7QIkr+YiGYhciXMqtW3xvHb7SFUKtXHVy0cyj6/wnhBmh8ksU8lQI
xsI7xUaEzeDG6x4xTgGfmLtHnBsT4hEPO4HQLrGBuVIGfjpEr2JLiI83MKtFSFjLvcDdOn2sUAvp
GAsepEXLG8QYcD0RTO2ZTAp8hbvhcEu8QYi1w6zxt3c2IPQdCz6HQvgR5sfVgsAGoDoqP3FeuOdG
lU32ADHnBzSDO4O1wk7IINq4wwvHExWjPIFxxudzd6fxRUIhwXGcwCiDx3VmPAEfaTxd5oKP5kJI
Azyc4wxU1BRk0SsRxZL5oZ1pSywXD7qT6FnYQpHbwR5cP3wrrQIGllxIPL4VwXRIvyrUjpweUgyB
OxHaymQK/nPlmt4HvrCDYp5n963Xzbli5huOf4IA1yS4GhUwSpycxR53Bgccohd43rVfo/0hJtBD
ePDVSCC0ZWchO4b9yjdyDKPg4oIwD2PJMAXZYlg265PrxU5O6fG9QaDaxOo2SISA0BebK8ZWBuQK
gA4IfUNHNiaIz7a6i1z8dvWQywc+29CKcHYgke64GhLu+Gv5X01ae/xn4Dm48o5rTu4NRi7cKHiD
eDXFtpswCCd9bHUU/P3pY//0sZtsA1yBc/3f/yVNuROjcD24gM7D8YJoXALjlysOcHzRZy4m5eVU
USagTSacPP78pwKAn87LT+flp/Py03n56bx0/zt8LzZfnZTPfYQ8AnrLdRlldiQhy0KLi2+UGiAm
7bsGbOKJJsCpa4wKhP6pa0w7YaNUwU8n7KcT9tMJg9310wn7452wSSt6lKj6l6zoK2vEDZk/btEQ
xTLNrA6ZEmCPXfMeJ58nzvOFsuaJVV45hvwjQbAC2V1g+CGHeIJvaiBuPDDVlpHHAFaRPSAOw+Pb
X6NGqNMz2es7j8um9L0A5szbwzBDeBv9krbmAnHEaRDE6VD0WLAQ5W88IMNjHl/jrHPuH0/VfU3e
6SjX8de908n01zWT/skz+g9Nf0lX1sjvNr8ORGgJ8NVg7Rj5q+AmlSW5PfPNj2gd4nU85nY4vB16
+oKgaoEqiAP+cGKIps9RJnjBV4WH1nm8D3Eof2Avu4GsS7y0pgiq3wlkjVKCWb7O17ULEO8HeaOs
lGW3Ve9O9gkB7RKVIwbSVTVCS2Sz2bwekSrcIKp5JBuEoobZMBN91KTOBrdkwNdFhV2B6CgIdCjI
vVHMWjLe9dHBuY4cgne3ZJg9HYmx/fjYR2SPNADGKrC3mG0/kANQcA8pEnsZ6jwOvGxTcOaHOQLf
i4YE9O0toaj9QOYP0f9DxQ4I3iEuqPEbRgknqkIa/p0/w+9+e8BcXOcIn3x28AWv4EUF27fbxR4/
jqJ/WpmRb3+MUys100ZFrTJ/zJHyoV8udscK8mgQ5w6NOA8tCcmuI3fXXnYXxcvEXhDUvyxQQXOP
Hhk7JKBAQsqDp+1aJFecHMmrxI6RmMC9JIi5Ht5QatNfZ+0DtS+J/dFPlJteU6i39tjIqO6UXtA6
GfkA/cvpMXhHmbV7mRn7+Fnfilt5221qMA2DSZvJKLHUqWiRTqLgQjSW5h7NgSroMQFAjsqfl+JV
R5IPTJ9UAJop4H5TisZBeauDTJa0T7dXYEQl9bXxCewn/+9sjAx1q6mN9hTgbPQrKUae9p2nQDP6
KiFnxEISL+OQ3mcOYrq2wNJ9uo+WoBtF5i5GRojHtHl98O0xXRvsbs3lyKw/V6GqpCeeW0GGSqXI
RCEVojjnhYk6Lp7PQ0EMqb1rrQmQ8shZsgtUAkkPF2eG2iV0TCGziSxgfU3KKNjzCYaKmhjkiC5I
YR6XyBnBaspd7QktqhNbAVhAP3KwPs3pSLMnOZAtYwHj59kCE+PlSVrkDZa85KdHypZnB3h+CGBy
qBULd7x8qUUmLjgg94N6tPOaV6PV90d85+ltnmQOkH7m6XRezsTT37zInu938Jog++5WJztUmbIN
7yprXoIDQiE5As+9l6D8ukYGs2bxokOU7llfD7bHS35MeoK6R+IXq2gicVoj79c613QagtB8xEe/
u5YlAXkT9WvqmtcrtLYyE2EiAF4RdWTuZf72FtgfH/eL98zdbYArnecE5w8yKmb4EuEM7j8sVqNC
jUfHecyb633+9YLIN/LWSBQ0Hv+dZ4F4rBzpRQTXgYSLiCJStv/i9pJHLRKNmsdBr2DLZ0S81iCg
X9fj03u5VzzgASJ7FpOIxhAlELyzGSTG/kR7cqL3IrnP2P39vkCS43qHkInbt7ccvXdcRt4+Bz+2
EH/ZR9cGzU/6XexyEGI2GGi5O65VHVYXKs3c1i14FZgLiDc2LOSHiYtOactrF96nq/7Ulv8ubTm5
H0ZZm99kP0wJY3lkPP1xp2VK7F6LiD9t3J9i988ldkcW0p9Mq08ZSlegiE+7699hKE0ZnWOs9T+L
0Tll9ssjA+nPa/YbPJrwnalqGDJHFAMBlzKSjlpRhgAdgalnbr+0qNxZF53nr/N9vZQ8FHmzd1RS
2Efyni5DWHKoPWDNPcroaTyDeeFlM9T2EBT7wL177SggWVFLBswqV3eGZYFITEJQqNcu02tdRU55
l0F0b8HyjlMabU9ukZNkW5Vke4Snh2bNCVN28vZG/tlf7PauiKvfrR4YpyTwB6GVdwwBCBqwLD5z
A0vsaX7XoERGfTDYIzfNeS1sx2CM0+oO7gcckNRL5/q1VrSkzZLXgSYObxNpgV4DVF7SGCi0Qt0e
bx5gyRpFVk62BGQ14l8onkGGnBdcopSHKljTkHZuiA6CQgKAtatJDli9bhtykzc3shb+Ujen/LDy
+9PKjc5dL6ZhLqst8DoMBDvm2wPiGodH+NGovRMRBXHdjYqIS0uv0cmNu9me0C4jUfgjE+4EV1u3
9tDoiJQBkIyOGkaydvzZ/vYaTt7mSGf+jrd5pcq7dZ+jQIGmFLHeVAjVlDavJU1XoA8kTgzp9cKD
Ly/+SibPTws3RP9oPPNXCNkAnQbPrF9Q7IiXFRQxNB5W6O0vilv7qpNt5IXu6XPTy/bhmRTe7dnj
I7o14lEYYQgsozA7jBjYts4cAb3bH38lbr31+SMtdk4LtZANSI/KAhgUSXuaHl54M5m0UKmI7zkq
MDWPV2jySvQjkzxHmvOyce7BR07EdnVGlY8KXfmIWAC3noKlEtELhR53g10RFKeR9mIHu9sDn5gX
a+z/drooRAPmJds+oXVsO+Vg/1hr/HI4rVEI/lR20VkpcYH5GV3EA6pCgZZFC8T2EEIVyB3fGQN8
7xfEVR2fuOhkA68J0ZyXAdG9d/x73wDr5r4iTyfYtBXBKNHQxiOEEbzwWUV20IVocNojjvchEhFl
eR8Tq6vwWbixumMSbOE0CIkY4SYgVXoM/tEijyUCwDxa/GXJ/wI+C17OCgV/thdPfPEEtyLs9mJN
nTtrJMb//OfOGsnmX3vuprbvSOA2v/n2HQndv+b2HYnr32v7TmhHaySDf5V2nBLA10jWJ5fsTyOA
f4iRaJpIRBmiqgD5cSSB81SQak2/qO5LhPak2i0A3INg4wNkHd3DRLmHvGPopeBJqonOBUnkAuN7
wfbLxUfS+Tic5UJQOvTXZrRcJegoGtAL29vLK7LXGgyEXo5ie17Ob6GZqgPYFOo89xoaoV7m1T6s
QF4IUkkochReo6eLS3hgaihey4InlKQ7q5WI+5DZR4K7aF1zDuI5eDIZunIKptC9iB97v3N5q1GC
gH3siF4C/JAQXSRI0vBAa2LLXgr/J3MSG0whFE+i+wM83kRmIpPZM7ejSzxxW9gCd3NicmQ8/2lL
9WUMFMoAK8MMdFKD2OIq8ecFVE8Ps5L/KkL0L7+A0hDdNLy3Bt3G+ItBHv8ni8W7sDv0lisO1xEF
4b0BXyy8s8SfudXEO3F4PyL/tC8lwXNfH9GGvwb4wXAK79AChiJ+XuZ/QjIDKUNbRnLQREfUQDu0
d/EsOyC3+O8o90dHEtrCDXQMtNcGiwvehd6pnFju1+p9aSZBQXXAo7k9Zf8f/fTLdhrppyyUsqZI
sZ1EeEkleQmJX9LdXQhTD6ZhTXLm8D/wPZLZuf/ly0PPHhQK5LoTjJ7n5zcg2ECHJ+Rt+zGLsetP
NMJmyNjU2k5u/JFe+k/a+D+EjfoskUZKtQSBUXvKsIpXc55HKviDLxo33xLnzr9DDxF6idBAfjX6
Y6zv3ctLCcNs+3E4AHrg/d0E9lMKfzjwuYWHftrF7OPjA72Ee49+CEjH8sWdyYSfZ7pHi16MFp0T
+vByFw1uPF+bzPaR3ZMJmTd5dyON/te6u2mhNdL1P4XWpNAamSV/mNCatBRGPuZvain80NAGtbYE
QhtJVq7BiU+6MAj0+Nh30IXQUqDExJEuIOABdTeQ2bPuiOQ4m5DRP4ScNT9dcnS7sSyc9UTGJSND
eutEE6gUZgUClvOLGqH9tJVaN0ukiqVpljn5AIxUVQLUqJoSS1QfLxcA7ZdZXoMv77TJWvnlFIFm
K+8rVzPSmliXVpwa8Q8Nhl9GrI5MuSxJUy2oITiBRNKiDxclORE9+Qrpl4gPguu49U6AAbl/5kUJ
s1UIfP4JDXyN8n9n0H0awsigy8Cm2OsqhgDHmovoXWjzRjkOZ3ckHBaG9w2GqBPawrrafxxRC3Hb
BpC5VXRrBCOrKeuaOo1KjGDJveO37ZIDIq4dYPqdYaEs7mcJ2U5ccmrex2bHbz/vVyTzW3c9sifq
U3O+CALuWnJKWHKoCyspYl8IdZQoKyjdAeeFAyMAyaclF7ZCHx83DTOyzVFNEDMUSPQeloRbvxrC
/ohyoEjp43B7pn4s6z5tj5Fq78xWEOQcwzxAW79wCxNWGcxOhDS4SfvI3JYCj+hENhxk8VUFsBCH
bXRXFfdDeGO3591xS4AP/cLjMRSN6IfDx/7j9kgnNzJf808C57ffyJNLOtKkf9CSTolJzlr2eaL+
eDE5dVpHcj0LU+WSnrAHM7LcLLzb+2biw8e1zb/uw69EEzdO+bU+4tOmTDoFTKoXqCSclhoHWAJM
CYBJaLpMHs5kwbvgY3pcFSipagA5BnwNwH2dyArgDLzi6Y1nHJ7s23c8dabHlb9/3JmWJoyIMYj8
b2FETGij6+R9WrHfQBtNbpKRjM2GGFygFd8kIgWUWIhCXlhL0AA15dC3XCcI5EvH4PO7GoroegRA
UidYoRbRRS3jHr35dMIymRzTWJr+GcY0kq+/5WH6VWSZ/6epz9XzMX7O/0aa6v25+Vvx8bf9+fkc
1+f49a9AfcmZY/7Xld8TTYDs+fz8t/f8HJ97Tt353/9FiyL9Ed8lf9dXvktB0oy/K7IEGhrd1DRV
N/HUV8JLAew0fzdVcLqYhgHSSZBe/kJ5aYImU0TJvWKpsqyLBgdC+R/OS1n6uwXERtFSVVlSTPCT
/RrOS64jfhHEmgG+NvCmKpKmiBZS9crojBlapzV6FSi7WpBh6KZhRdWoAJe9RkB3G4oGWA0vHZGG
Yf9pqjZfL/G5X5LbcaMLg+9XM0CtpoC680rD/FmewLjW6rBSd+CrKVhhRIh4GkPk374Kpvfbq0gW
+hOAJG4qCAqjIPtbna7lbdJkzVncDoKyFIzyPZAEFKEK3Sy9vIVqks8MSZzQI99qTkzp6JojC7ao
j9WpS0RxW0cByaIQ+Dt1BsgRMdyYp2riYt9qgq8XU0F8KsrowVBEnU/Ap2kshCxozxYuFuUXkVmo
+gdDXNqzGK0N+0y8RM7tCZW43/PNuknAZpdMSZMVFQyp47aPtqnBPH025G0Vpjs5UOtFFZR+nqZ+
KFzuKrUX/FiGzla9oFlp5yEiEwPgO3I0ANDUS5IBFisLhIMjCVwop76yzoW8xaWURaPKq9gqTm4p
XAzvUjSIgOo1MHTaQmZ6lJ/3qdPKDSzxU548xHHuC/65bs/L26P6bs0BmaiCL1wzRVNWtXH2NwQL
lXQ6xsZmUBvU99d9T1DABGCokzF4ZldO7bFR1SrWHRfUTNOQweZlytp43atWr3WzHPRNroGqujfj
fSUJcyk7lc4p6YEMdZaHu2PedSQqQVt/AbzM5QJM+FN/8uVcA9prVuzDxjAmFOR38gTjQpOdYqGv
GHS8Y+otUe7SS2YNxqYQUet+1HyAzH7Jkqa0QeEruZEuLppqSLz+KFUTAckfzoml6qKuK5CK5hh/
pTqGRt20uLYR1osMRNhW3yr3Utg5GG33YFjNOjoDAGsAYbStKmroWwh9FIYCrP227xdWF8gTTvyP
9oVlIBsFVmHDMq/R80/HU5AhX8NSxjKdqnQjmuCLPYfNeyqoT3ltyhO7cDz5nGnHNBUu62SRT/+3
wuASB4F6gRTcmVbzbJWyX50EpxXKu66Tv0TD+b6LgTmaD8GEELoe+s9n0oJ6UySoMUtWQN4wTkhe
4uiEdpdB2qnWPjYKkpohUzOFhLMQAFcoogOqW3MmGuDtApUkccyUqZ6bq8L4bgyyCm0rQa1i6317
8yAmVtThIku7Fm0YSwM0HcqLKjuNvtIqir3wYehOF3u6AGoxeipo5AcDSdRfK56uU/FpGCPxdKzi
/hgKGEb4oatO9So1Higpq5YKxkzPadCQBHiJz3rFDGmmTgWNRp4B9hhfiU+XH22BcxFmgdjj8hcA
nEheKHttzIYYbHHri+CF96p0pSge7o8AcnrMj5saXSXvt4XhlTLo1lKMlFKTZLmpqqK0a/QM1NZP
rYyOOLMibfeai9sTNkhlwe/r1Qnhcy0X/u7CisQVsMJp4UeqtxWrOOzjo7xTAT0dUVXkrHJNSPXO
bYddEAIiUfGgGkh6WSZ1R6rLl6FY5eoMtPWX450B3i8VKVdlHzUsO81iUGinNNSXsuzdnqKrXfXd
SHFeFGhuqDF1vE00oamKVJF2aeV0yDK2ZK13zOwoaLHRfGUAFRggxeAG37eAUn5tP2pfy4Ep2cEu
Ozqn3C2bVSkR2SI5GvKY6GiHumBNRBuDqBK1Gk8eJrb2KEDydW+pkgghA2vRBIX7tyfsFJlBJiit
vEvR8ZV6/XMlL8KWCPmTAejSjMYhMbxYxeDtMrHRbzeE2+Fy3wHnOmfdMpqQdtco8HgOP49ntNqd
VER5ITQYD2DBM9qH1FiZ7TJER3Xs6IYNctokXdahr9Qs6pysvE8UT+rRgdqswy8ZBNFxm4lzTfTE
mAjoxBYf4gupClsuZwaIUioVPV/uKXZ1IJk+pub2GHh6RcQd2H9ub4exmcpP7ec7GckuSzyfG+GM
mY2HL2fLswzniGCz+dz0B0XZ3L7WdxacpUJA6lCT8C8kHYz33y6jKkSaZeWqtLPOYLFRnAzAq4Fn
La0vBqjGbl9sFFPBnhldbHRnF8DLG5GBfd4gea7gHzlXdqwj6mnYRjHTMmLlszRy1XTetiAkpgLs
p27YxUhMgC4lWbfNCp2I4gk47SWw8AqibcXFkIKki9ToJL6SIEv7eA/GrBLh4kfVQfVvqi+TKAYj
i0CUy12teEO7jBI7UVnWL5SQ4c3xq16wSNjJ+ez2LX9nhny9ZUsTYQbC5RvrfFibqqDmvbTrXQuF
DSXNgEj5qjxedFrLThC7qE9sDRZHizKlVTlxSq+BuW9OBZ9xKGF8gzaAgfzt8gqXo2olJ8y4FboJ
IDsBGTgwLoG1HC29hmT3ySrX3OKCUupO86Ij7d5AdH8x2VkiebG8lE4UOJc4IXJy4P2yRxIgzZJt
85apOGvHxVAfzIKoe9lDwbyS2tV7CYTH7NEqdqFApcKJkD0y7wZpLp4AomEWLJ/kyhq7IddJhkUF
D1hGlfm15OSTYVWfassYQkzyESCTA01RGvIsQnoedISJTrSRlmXoyN0sR+Bw1bTkrBMFJR61k+hM
rN3zlN6/0nB/P+2/DGikeINzK2V110k7s6cxAlPyIVEXF0AAr9Fw3B6X5XndxutWnzXJXNJn+cAa
gch7rSIRCnh1kiZEhfwMWR2wPIfrwjosSk7CtRnRqKDNS30wXk+s30Vb7VkPiLHH7goG39FRznIk
hUmqnekEj7pMlIOUklAn6gdUi6mRyyFbwQaw1tYmQdFo5lxaKgtUwbtkdpoJb7dPwCjg/49Djy5o
eGiGqiNO8e0WlEVdlEThIu2EvbXWXpM30LxqL5k8P6u+KDm64DQQ14tqpr1XAwkTUq5x79kzDHHr
EUVQxbMgsWx13in26ZDdlb72Ua2w5cSM5I+NSc9QOq/xLl8E83wgwhaIxX4x5U2MTffrDrNESYZd
a6qmyI3tTztMNo7FubNwE5jcChDZqCGuSLYSAHBauSeNSKmHZTPezyDwyuFVAKzy9jReG3bGW4o7
eSoiGPC5x8zvl9oSMj2K5F30lqMy7D4C3KubNswC2MiFICpzvDhHy4HQ1BIqPsrEnNd3+Q4L2vjZ
ieUqOarwbJbn+0tETNSjCe7tEY4I4r4utKYjfAPjX4ZFMNr0VmZUJ93EHIHtDIUoR9LdQf9rWzuJ
ab05o6nmX7zgSLhVx6wRdL6z8gquBNHfc1BAiKQHdmxPhqUKzFBYdVOkrZP3OdoLeZoHZsb3QnA/
vJ5lclk17+adtE2e22frcJywn79z4yC6P82qPsp+C3r2j6uFhwCYE6C3e5bftIgzQsaTee6pi43y
3OFw1qNag+vWg0qt85WGhv26KFBi1qOyrniMjAz1AEcCe6pAsZLoqAI9mU4MDRzcNYZXyBtr8E7B
StRColUHNV+q2G4tPC9tHZT7opsCr/yhAfN5fkbiJUoEoVFiiNoSyL0R6+/zwiuAHRwTBRngVy0h
eTK18bid8t1Z/GWn6yPbN7+cj3oY4ZoB1kEifW8LlpPXe9iYQmAr94LB8l0SEty6tglOUwftR+oO
cRVRlnjcVxz39gnhJVebIZN3wYf4HPaz4MmS7PzlNJdUIpzXcTZhW3/v0fM9+MsFr4X8n6Vf2Oa1
VZTyTrds2WQdSLYtJ+vvcty79n8p+7LduLEl23/pdx6QeybQ3Q8cctBkybIzbb8QHjluzvPX30VV
HRwlU1fsAowqGLa1uceIWLFWBJpy47rHaLdAbiX8rNQUO1JsLPnydlyt+KsvWB3MvrYbRiWm3H+q
0Qaw8yI0S4udKf30/pty5Xsv7gOeMlOqBdFcJzqjsB7GKQjM52FEzFg7WXczVbteo0NwRJzY/vr+
cNc4xWq89bzSLpd1jPHSyc/UodN+2+8z9AAS7ozuMNprtUeqp0x6KYLnz/1Tg/aHfpxu7PDWtFeX
aFCMB0OPz1DWjUIlaxSwb26s8Gucu1r981dmNenV9eFJMasgwmiGchTq8KAWTbNDz0yTOyFaNjC/
Fx/0vUKeF4W4x6P5Nc8cGt4LimyElwYOfoWo3h17RuHWwq0sQJqA8d2S7N7fnheQ8OLYrb6UXZp9
nga9Kgt8aYYq460blncRqu/3+wRI4UPUHMPitgz3EzpgzA6t9zkuxNgTh08/K/bASvjYQYwIWHu0
BJhQ3w9oiVU9pJC0oFC6QdwRHX+yOyiFHB3uOzNyOQyXcEcjc0WF0uYo328cCgsdoBGoVvJZ97/e
n6G1rPXVDIVFGQVYjbTPCnrgRpR0McEM+/zDt9JG7TKU6hDHGvXH6VeaHm2E9vNjNrqtcDeGXizX
e0Ov/QUV22ZkYuiI+dLeJwMWwe2gZwJjH1cBgtAt2dS1sVj289VsVx5DnsfD3/uZ3RXm0XTH/qa3
d6b4JSNcuHtq+7LZeK7F1XONQQl6ngtKFDchSLg8RJFhxsJMJusZKFxbHZm5ryYnogBndjxybJAa
Mmc6GXg5bY/EN0m6k9HeAhI37Aj0lS2s5lGjcj5qz5degrpLhhtInyQeGxz+cfhq35uo7s5+Gt+m
ryHOYogf3XpR5iA+RtGj/mNNdwyNeLRr36vYAczYWHBYF0c1Rh0ndWeXndOys6r2bXijanfQCCA2
rtKLTVzvNqEC+T1CiURC83IVMjvpSNga5nM8OxivRtr+rv8Dte+8k8EHG3K+3MMpQF/26EeHvH7s
4frU5/EGbeBsR30yPqaFkykswD0cPBb5pjrQZtepQ/w1/JTea9xLZ+R+rNBAex9Nt12zG5UjSidE
74Hxs234HfvTGTeZ6dLCHbrdnDixcsgeUNGMxTxHAnD87wCVghCjARVONlz4K+fq5Rz8ZwVWj2xr
N3bTJTjvDXlqS4QR+9g4iOP3SkNyYBzfv12rfn4wYavRVo9sZKjJyAXWGyDLsf4psdUKpfcr+I8F
pB2lq9B+5neGdrJgi+d7AqcZLe8HxFU/629J6sDQBD/SLQTojSsPPHoRLiL9Acrr5SEwuTTjdE6s
5xqtjxqnD13EJe9P/NpZWSbOTSHx4zHQGnHJqzSzdD1azxI8OnSqgfCjcNpf2Y+QOEngtuiRC1F4
6eThITy/P/aKpfn3or8ae2Uv6EjtiGmMHTcOO8mz+VuVyxHk5/48QJ+TLCp2iXD8K9CexnLDc7D0
g06x1qFjbhQIfsuov16IFdoW2mYxxONgPbfandEQ50lz10SdqhA15N+f93VItFrzlRXJ7XkydD1b
z82UH1QKMA+30TNRW8q6k7DqBgKXnWHeT93Gs7I58sqIpHqKTKiJcKIqDwBXBVkEOgCicwgiFOIw
tNpRDkeLoc0ocNnKq/fs1VavTIlOE0YnjoHFt+5Uf8UZE99n5SS5Y5yM35HpVujTPDrwTDbW+i2L
/Xpbl2fmlTPOG50omWKtOf1I0dym98Jqbz7AgaQfpu/sdzfuS4qdnjeO04o7+u/DvaTbTcmR1F29
4HYmW9oPpoV8iJugyRl1jWlXB3tut970Taje6aJPdfEll7PDkp9x+Dx9nsubmn6tLMvR1uOQIgOD
XCxSgQGqKRJXkMmhce1S0iDD4r+/UG8f//987uqtiYLS6luM/BwABGBuCTvTHAPrhPRjV23BvG/a
+AXcoiaoEMAhLzelzYylW0NpPeetXwlUnChH10KlwoVqcBeVhhPEuzK62YQ+X9qyXh3DVwOvTkNl
FKrseIFZwm1Hu/TeQdqoSr2M+Ao1EJnT9Z7uvfmMREhKdi16rnbg9ntg8NsQiFO/Q7O5zo/QpC09
TuMtQTK83bNkR8WdkE89ew5Rs7A/9sMN7+7ncR80Gw/2m2bxPzNY0/tVHltGoyscK+a2QKZrnA+g
oVPytR0PcwR/J/XePxnXkOTyXAlwRiC7kIStCRqZNbNiaOGRRfJIZ+7UyV1jdYg/co9lR9J5DboB
odmT6dbsMDV6NyIGtKgrUKOx3mX5iev7LLsH6EZQ7TT+MM73iri94VHi1OWxGu4loiZZnGvza4wW
Ub0/Z18ydqzzI1GHDOLOdL4rNdq4Z5WfJ8DLCTAV62MU3MXN88Zkr+4BEgAUVBQBeBzVc+TqbZ5i
HkdihCNgl/cFXDum0MaoBcys9vpU20fZPiXlB9xWrW9DfZTJbs6Qln3ijVMKJ0jdvHSH2LN/tzYq
KViTH2kvJV4HXw1OGJyHB8PwawDtOeK223ZfZpCNZpM/1rtGHocvBOJUmF4sSIviLfnT+9N7yeJe
XIDV9FYGwODz1PYNpscg0ewQIboNCiF8V66BLpA9alVCQAsZbP0EFFkSLLwfylvGAUjtGBrucafE
3Jir0PeP+NDn2sOfBN3tiN9hmei+EG5iuY2xL8s95q41Chmy/Lk2HZa5Q3NopWMr14w8/qClayUu
lqZWHg9dPe9E+l13fkvuAbE3sdcRDxnbWjsdtCuVE49OiuX7NlZO+Q3ha012WTk7InCZ2tX8XNp3
76/VtWu0rJVgNjNNBdxozWmurdgC0yaEa8T8iezMKHXm9jEPS6cFJQgqJOY23WNY3cyL7z3eiHYD
zFw242qzXn3AyilFleChFRX8P5UcVPW5bB+kcCW5HYKNK34d166muvbESk7BiYKzbQZ+i9Bymr5Y
4onIY1U6XXFjB4e0vpWxVxRes1UVxbp60laDrzwvU9NqDJYzWaFgyeSKzLNxGMYb09gP+V3TH3m0
46MfBDdxvbeSh7Dei9q1UbwWZnELOrsmYKy+ZvUAzDXLrSCJrGed37byoJCd6Hz2XPwCb68CfaDZ
8smuPJTVgKsrCUYPq2eC6YPgmE+/qv6oVegIejb1x3zyquap01+w6nBdgrE5vn/IrwMf5M+JCWKT
LQUYs1fEr4ZkYz6z9FnzEt2QS5U7rNWx39rz10AWqJSSzQzBZfctrOzoNl3Cr4bTwWskoqGcc76f
6uBhqHXusmn6o0iBJpmW8btuxTf4fNOe6ulnFO76eZD3sFif5qauN5ytK+8Sk6AIly2lOBVqXRpl
SdVLGlvpc50vpApRjf4Is7V/f62u8RCE45YAcgr+BtJzL3/+ypds5UiNJJTRc6XE17HQM/oitiD4
Fi1STGlg+aAq39l41UBPQ+a0Q1Kd9ltzvX6WXr4C9FHUabCFqVYAyVirIgyDKXoWI1KZaRN6qhKJ
m3eNOLLaKxRoUzajg48IXRcHw7hrEvIsK+tzN8TzxuldbsOrJ0qZoLQIhaykDdaQba49uWocqzYK
gvB5xCBeFWfP0dhIx2zDP0NdGxvOD1ndlWU4zmxAUsjocZBFV45jqnJuznaBuff0TpAYDddpG7lV
Sz4HWehkJYsPLaG1X+b6e5UikqJmYdw25vyl6GHFy14aDhNl5YeZ/okEaNh1/FD1FNHmyKgb42Gx
+JAeI8GzDa93zQFaPn7JQiicHbi95lq4M02FBJGF2x/JiNTHXAE+rK2c7ewgPQZtds8NaR3zcGyd
ytDouBpqYxfWyCGVVVo5UhSnqahSJzbJkZQK7VjVrYgmw0skKnXzDlWcOd3a35XeF46Q+UKzIuC1
mID6+cpjHqagC4gMzedRWA+RNp2hYok3qLi5nZPgkxGnxhPRc4is+ygPWVTmft4Qc5+o4YEnZXs7
jgALQS+9m2I9HTtquWXA72Pwup3JNKPHAPN0u26GFyB4/xCZ3fAQG2biFjqZ3fdv8Pq1w2wECFi2
AKdYCIlfq8BDdIkdc7N57hMbPRojrH5oNKgsMObS53UMIlbyRQqr26FyeuQGIYg0UqdgwRXw2eq8
G28MYwAahcxynjbBQxIDggtnsUNhZLeo2+qpJbKAEzShSkhfos+EUQceGRFdvz+VdS4EVGmQRW1T
4P7ZcmEzX07FHEa7t3Vpf0zKurg14uEzgauphXzgOEhuIUr0YY27A5+BldKRDw86AqGFWiq9yazU
7wYjuaFZ4iBQLTzQnRKPUJj7l8/8R1qW+/hnXTTFn/a/l3/2swDJPA6j9kUb8p/ffSh/589t/ft3
e/+9XP/Ni3/Y/O/LH/8tK7n4jf8iMXnqftfTx99Nl/01yN9/8//6h38LVT5NJYQqP4sub5efFsZF
Dm3KywDHX//zXxJvz/9f37KLk3j9t/+ta5HqX7j+ELQsPNu/FC3gSfxLgHiJV12ClaMW4CbHcYn+
578Mi/yLCctW8EPBSzbB278QtMBFhREAY2qJzPBg/lty8/jXM43FwqK/3YfrCh6CmwudBwzcQpsg
ELVcnqlKZXHLcfJPE62mG4gSmi99xIwfeVPzDxHN5w+p0JMXIF57MHDij+kYje5QkexxagdkM18t
2d/f91rncmVw8T2cCGGZIHsKiFBW1xXGNgrNwZAnRhJ6bBl6czdZUtyyWdpObyu06jaKHNA0UX4W
ZyGoiCVxgzbVG0js2sHAhyxSAYnNQdZHvtjkV5Y/mAkNcruzTkFeZ34URuidPc3N4f35XnFwFyIj
AH8L5FbkP9g6nzplwgha0gcnA9bMZZyiyr02UWonkmA5Ba3aj6K9xcMwu6SZh99jWaPHRMDlUSRp
Aj5Zne20VXX7UYfgQeVzeFRDEBzy3ib7tokzL9D9eCsyY9ylZcV2lhk1n3Vb6twBUGb7LK9hGikJ
N1yn9cMrl5ktwpdFzEXYlevEp5boHinkk5Hnt2VnAAeoHworvqtyxHgyP1gMqdqJe2WBmg5R7NIJ
lLkOmfKxOkQhPHAz2OF9ckgub7QudkkiD2PRP7ccMakR7A2CyMHYQGqvt335alTRVYIL8HZXGB7B
+0+HtlWniIjqYKjUdqay2kp5vTkKKEAMHAmIU8xV/KPHoBAqztVp4h13ZQL28dTIccNTu+JWvnCh
4OnDTQbUD4nY5eUOaVVEJCPRuc+m+KmzQMpAk4YR1NE0zJqnumGVuaMqiU9TXXYwCWSo7yNl1tIV
Kcsrv63JgN7oWRV2TjkLXfjanuZk4zvfWA3CwNSwGWdEqjWDJ83qrAF3ITglZWn4tgFGN5kavvG0
vHXVcA4ZFtxkcCzWN3ooaxM2yghOEIVYh76Iy9uKmCXyaryF+eZwU5qk8ZOkbPZzPip3aivybFdp
/pWTePIMeKLuUEfxbiryX3HU2IcBgdRj0orUEVHfulMnKJKFDRh7cz97SSms3dTp3CtSiOr0NI83
JCHFP0Utlm1miIOIBRbe4nFebnOuY0JAd0HnjiAbbuoJMxH19AMWKN0rkeduV2T9rhtBJ06qtL7P
ZVE5RZGxj0YCcmVngofK43TrLV9Mx6tAQSoQRaC1IkjqwgOGV3n5WXwMgaQlbXgOCQtvx9iCU2iY
9FYFVXE71cgx4lmr7xvddN77r+oqRPlrZBC2AV0C0oPS73Lkls6diKMkPGul73LLFs/SSH7XeQA1
WyKaDRdzMUnreSICRdqcgHaI8S5H4wOUCeD5R2c7SwFSFBJk1YGiBUyhG6+sSoCgcUU3DMcaQcHi
IvaVFJTRxXd4UV6/Mk9hAWfDLmx1CqBYfYjiUro5ZblLWF58gTxU+hPLz7Sb5z3vh37jxi5TWk0Z
UkIG0QiibBtW8nLKiTWnEC2XeL/CnrtUZN8is8jdbEq3sjlXUPQyUSi10JNZEdtia/+9YrbFMx7b
J6OvOzRYqhqxD3Nr+NFXXXSo6HAnByUP1lD9UMiyPQWddZjrkXt2KP/0pkYXLCqKRxqTb90YzAej
Yl/hV8ndbJDOmUjagw+cG7uMpX9SZscPlEF2ZuUpdxPBiVfEQX3LO3qezcn0SztpAZUhCWB1hryN
myL2J1WXt7MFHI3Mwmeye6wyuz4W2oDWpIj196ngttuavD0W9RDuxqZEw/o6aZAAmSk45pO58dS9
cSLlIjphFE4kAd/0cnsayUfal6M8Qbpo70gPEF3rAI2tKo2uXwLc4F7rLaLhGycStDC1hI9AlyDs
vBw04aFZ0lLY0GAU4m7sBfUsmRsHjbf0WEwTd8MZzPeFSAem49BtXIg3jqTCUwMXCpERkInVLWy5
iX46WYpzElHT6TRpH0saPlm6KDY8wyu8ED9fkcVBWChBMCTLw/fq7tVxmgh7iuyTiOf8UXVm59GY
ml4jGhRWjPiwS2U9uIOaqJv2IIeKdpg2oIVrRxkfQSlTcJVB+5NraGHUzTAYvDBOWaGZV7eyuNOl
Ve3TWo9OIGl9Q+aM3pEpng4AGOxdFxXRoTGraAOJe+OxxaaDeQ0DbklrjcTFac9GXpTyNDZWtmdw
TR07KYqHZOIf29m0/Pff9jfONjjeqAQGzxIp1jUWBrUu6/OcqlMdg/JfQg+/S1Rh3hl0EvssmcjD
YItf74955aBgWgxRGIwZaBOQLl9u+JAN9cysQZ0aMxL+FOff6zFVG0brCpFHQA+dGIwIx54uZQYu
R2klgvu0HeJzYQCXLeaq99uUTsdhEOJjIOvmYFF7vAl1BXtWN/E+sohxU8Z2+6BR6drvAVNsHfV1
2hbfBC0uLOQiXoetWbnDmZnnKNXawLXo8hwitam/S/ph9qw0yA4tn8x9ROnkB3EVAwpUw00zWMMe
AOG0se1vnHfCLRiBpQgEfLe1y1wUVqbDoojPMl9YzFnUHiBk7z8gbA2+SU56Px5lvi8AJh54pNOb
vAfzuMqjdv/+Ybh2a4A8Q1IOeAzfgiD9cptQP8QkY1DFZ24kVeFNbWp9qqwQoXCTRSMqjMPha5HE
CqNzq7qCbngbVzoHhSIQC60ZDh+4zYgdL8dnI/p99Hbfn4O0mt2iJNQfCjCWFENeD97pcBiMoD8D
mEXCO52hfQzsCrzVXJ2TgI133dg337iwyw8pI+FzN5lIibdZfdPMsIUgMuvHuFGNl4vIcDoRSKef
xvpQZQTCIc2tfWKjQECemraXZHXvjVYqNuzX9ZMCogBeFPjqSMQBZ76colVk0VRYpj5XRTB6ZZ2R
vSB2uFuE034zknFjTa/vNwJrOKoofiERhK9Rfl5nc1OCmn3muo+B+c3NnhoR27BQ1+EY5D2AFGzc
7yWylKvLJKosz2abFudJTMoJK35DtA15RDGPPk0m6lXz2CFjnBsfNB/CfRU3v4aYmD+TNIuPqtXZ
LldNfCKcBhvftrxglw4dInTI4PCII/q58rIKnRmtJnl6Lqxq2memLp2iLuiTWULT9k/vD3Ks8JPh
J2A0iO4uN7emXTmSguTnecrzx6Euyh/dlFQg35XDPmpU/GSRttvFKIuw9cJev2ZgrAOYAHMdkioU
XrgcegDfoZlJk51RKok8hxwPBJUQ3JqtmND8cih+JAFYDPAci18tykZ5Uhko69KAnfP+Glwf8CVY
g+oQLAuKeiPLgXzlQVQDj9A4hOdnwzJS1+oD7QgILGVul05jlltcrGssBg8gF4D6Fm4hSH+rCJET
nSU50fk5pvN4bvmcQFZptrctbVD3T8n+qbIGXHRdo2cESYCtjLpyzKQid3LM0LsiQFUAO0J0nEfa
uInLEZ5NMlCHZ3F4j9xXhzyK4Huu1eQl0NQ79tSNt1SU9VNZoZLG+8t37QPgFcfSoWr5AoSvI/mw
yMwA+sHo3IxD9qlJJARVLFReX9X2vidN7c08UVse17JIl3cEqAFHuQysI/67JsXoQqk4CrLkDGOZ
PgaZJW+KoEfeg39T4kdt5rWvjWS6TWbdPyS53FK4Xb9SkI4BJFQwgHj3XyKlV4emaYk52InOzrCP
rcemsoF+puw31vb6JcAo4LLhcCIVBFtzeTQnbcpZVDI9M7MBUSUa+9s0KeWeMLFVjefNoeC5mvZC
eEai7HKoOhJyHLosO2dFoZ1GBpVHE/o54VBPvX9g3vCtBGJzxriF93ch8l8OZcfQwfEp1echDOXO
AjawM7qqOciBDo5KDbHvmu6LIaHVmtqpfezSETntboj8WrDYt3N72Aihr3dTgOeNVwCsIzhXa+Fx
nI5GzRKNLwoae6+B4bmzbWwF6tc3BZJ1CWaTgNwQRnW1xNIKrKm0Bn2GTCO+62UvIEcb811TRPpg
s457KB46/NPXTaGsiQTBGtg5A8C5GhS1YGk2R2o6G5L+7ngd7To1M79MZuqndZdt2K7reAzjoQIi
PGckWpH4Xzy2VxfDNEPVmmkxnzudxf4o7N4HpAoMPKzym3AOLceYweuL6Njd5R0Sl93A9PH9E3a1
nSgkg+ccN1MArrj6BrI4pypg5DxICA9y2YO7lCdbkpCr7VxYScs8UUoYjcRfulG8mimwoCo3DVqe
e1LHR6Ox+J05ToMHOsS8CxMVHNqqTDYuz6WxgpuJbBPW1QT9ASCyuV7e1GJD3Sm7+RxycWd1yVMz
LFKUyDrFuf7z/jKuLNVfg6HKGuo9S2wovvtyLyc2tdoqw+6zRt0h9BpveQl2R53uIRuQblvY8E5U
K8BaxiNh1xb7EOom91Np8GPRkmDH5jrfm0kgHGT5JteK+maf6raGTgsqTGbm1h1cuwAu75R7iKKS
vconta94w92qacYNq7Equ4EJKZSlw36ZwEZAK1v3zolx+Yw5mLvTVBr6RhspSjPioNwHWaXRxSIm
vj2B/UaNSvtFCLwErJcGZWiQHGE8k6dWktg3GSv9XCU9OKuwpqnO05Mps3zfVUP9gHOtbrKRK79t
hvTZgCvrqwpyz5lBhJ2gD/Qtshl/xsQe91Ue0DNJJGQOJjjICnR8cO5HdP22cpneMBSgulUhMt9z
xC0/zswS3M4BPZItIIzv7/XllflrZUBoWc7X4g+vde9ZO1hTpWR3GpoEXThES51ywFDvj7Lyupdh
4O/h5CKyNpHSudJmBpG2WxaYp6lXBPOfUGdszJnX9UX/ZZ5StGufY76raoMfglhly8mI4QBlsUMQ
idw1uta7uhPgcFNZbnzd9RowAMbwKHB6UYVqKXj4+ulSgVFPWgz4OBttq5mFhuxIfdkbN3jdUuRl
DZbKieDswAAi43Q5TJ5EjRV33DypIYSwDg8ZaPFdDWEVyz4gaY25WkGkfErb0sW6VN9MAu3hbEyQ
9XET5dZR99ANSmWhgghPH5BwGDZW4hI+XLYJQNoCNnCUhbPgFl9+Iovi3oyVYZ3ShHMPMRoIqvEA
hYLFe1BdcrTHrni074zwl2pwTd4/JZeuyF+jw61Cigwp8CULdTl6GRSRUYiQnDI1JjedBCMnDoFW
atQB29iMq+cUyBW8V1SUAUqK9jsr/CBoy7kus5yeEFboHeuswINDm7u0JOG9hoO+sbCrFP/L3BBM
w51DYTUbUM5qQIr87wibTwHWB+zrpBk9mjUtP9gLIYcDT/CSCTV6kOKnR8OYmUtqHezmLk0f07Qe
/5Fz8PfXgL8iLFSJkLCWlysdmakRY3HoKR7KyQMUzp0RoZBD05Z5eSfzjfHe2FmceADhEtlFhA3L
DXxlMgmoHmFaSXrCAx/cwkPEGSpG64FJU2+t9HJb/xMh/DW3JRlnvigcAEJfjsWDTum+wxnumkJ+
mAERe/1gPIkhFP7MBgmqU2meTZnIHc0y61DZNXERr06AbOpPBPRCL/mBvoSF6n2DWxqyPGvLIL35
jbhjlgUGKAUB5fIbRaajcg6YdRp6wj4ymo/3Q1Nk/lR24U4h67vTSSG9op+Tx/fv2LLSV6sDJp+E
qIAjo7PaCQOxU8hy28JbR8huSMmwq9Vc/yNH7GUPAGWAwgZaE/6nlvPwar+5BLN1jg12Um1kOYkC
lNpE2aZC4nouOL4LbQMZZZRuWd0pOUaJHYUZyogBtfRZkX+qWb+FCL9xdBk8dwVEBjgY8LDLqVhG
XVhqmPjJEpE4hqYRHlhX5LciQV24f7w3KNsCuo2w8DDJdQ/hKQU5iM4Yqs2jAFRKJC1zqrsNi//G
2QN6u5RDtSykLdc5CwRhkejqkZ1iODr7OZRyr4uEPw3TkN5ORTlCc4ycNa1tc+tqvrwrq9MnBEP5
I7Do4MyuI8CkEG3Sg/t/srrRhi4jMKbAT3Qbfs8ynHonglGBYMsqk9s47pPPdWuoj8CwqhuhY/UT
fnF1X2bCPluogZC7c28F3428MZ5CyssPbZmpBrXd5K5lJrLrSSXjwM2zZP4BAV4CtRk30+8zfE7L
F6BFKpekAggB8rblnT2TcEerPoERGKwUvbZKVX9HEWKAkUbM1W3eK+6jfhUUqoojMJ26oIy8di7H
2rHrlv8M4kD+sKsefUqamaImUMjbid5FUYwWYDlATS/jXVn4lmxEdVtnANPdWNXmd0Z7+ctgbcn9
cR6HQ5xoo3VTq6gyL4zS5nlibfxMWVcyZPOK4DGgzX1UpEXmtnTKzWPdMvlzqTsLmUjZDD4cxiHe
J3MI8DixmrREPYIiubV5OthOYMeoyiJyq71LqwASigqwee2OZi6/TgOOJQpjE7WLoHgCDWii8JWD
rG9mv8lGVKWrCpo9VPDE9kudcwmePJtb9Dzm9blNFdCoCrnwaDdUA8wpH4P8+6zBE2qRKAuP+UCw
fgGd6K9+bAF7wa3D49vk4qFCMi+GtKTLa7fTA0qwFHaSLNTgAloUPkdmfCBmFzz3WH7okNK8P4W9
If7YHaoPxDQpPixxCiTmsOjHPszrXzRYGP1Ul0WKYgU9MZ1GBN1nkiVj7iE4aT+X1Tyk+9Zquy9q
VPyQkJFbKLhYy19plM13dGxQB7csZQvfrEh69F9r8xRuezxFqGUITg5EYLzK3JKhrBXr5xKJaRRS
e6x1u5fTyMhhShroZ1gXUA2ucz196SuDSNdE66GbLKTFiIo1HGx2koRj72QkqL4SnEcEylaL+tLa
4pUrjbpG1zRwYv4MxQhkzULByNYxzZmeFaq0osLLPNsQiMXsrg1NE932pkSmHhOj+kDaMnBNS0Zf
LK1p66BngNiFbZ50LoDsBhHbPBcbEeRliPzy/sPSgxSAPJq5pBAuH01j7o0egCYIdbAtn8diAtHN
rkYjcEYcfgiKgtDvchbv3n9A33CxQZWmQPWRK1uyZiuLkMmmHKOABydUeOL3VRxUZzs3INfref2n
qnkAPkiX+CFSel45dJXXZyw4hJqwJ8XjHGVjIPqfKsR+uJLqJi1ovGEZ1yuDrCJecYkcJhOwvutY
o6sDQos8bU8p7+OHNGwyX/WJdNncQNWVLiUOa7IFPb81KIdBBoYARBE43+V2oGw76Fid7uHtysRN
iETrwpDMvokea/ZO9vmv9/dh7V0vkwQ+iGzlsgl8TTrqS9JNo1H1JysIUTqNocVxiciqK6z6AFLQ
hkEjl5gwKOWLpwFThkwgAFBAjJfTq1guJtrz/jTM/bBjYm69DLzWD1ER94cElsFtoEf2qR3XqFST
BIcIMR5Ko1HiJmVSeS2S2K6MMtvHh0PqiKSja4AG70dx0tzbgZy8uZumDWv4xqaAvrB4Ly/ptTWB
gWVNY0c8Hk4pmQSK9zD1aEXEwmXPrQOpusCPBrrF8ntjZ+jiyQB/RUIZbOjLpQL8MmRtlQ8nu6qr
w6QM49CD6+eAfzp4SdvrDcf/jfEWNqGC8QEPRpor76lPs7ahUTOewlB8jBNSIRsacjct7ZuQTfXG
aMvXv3YvcBBQ0U0BhVqieIR4q9mhdPsAmGo8NbUBtXAUQUBg11sRxhtzwnwAJsF7BwK4lgL3FATt
dKzGU95Wg9vzSd+0g/gIc9DeIkTfurxvDiexVyjNaYHgtjrdcNdMGcZkPM1JrVHxCDWfOOjQx8ko
fwF4KjZu0xtrCJAMzBp4aUD/1jzGYvx/zJ3XcuNMlq1fpV8AE/DmFnSiHKUqiaqqG0RZeO/x9OeD
/j7TYpKHiJq5OT0d83dEd2gzkZk7t1lr7a7vvSkbj8gtBVvAyvk2t3zl9a89BK+D5cwCIMrcSj/d
KSQ/bC9LjfEoN8Z3I2mfHLX77Y/Db2voss11W++dKOFYAPLVcEf0lxlDIWQjfmBbQwF65JhaY7tW
44hhbJY0bbqo1nejVQQ3PRGXK9lduO+6EOXQTBvWVpD5qzoJtVUhG8E6I0a4/rvEzIKCG4wYElQK
9ZzVd7f2IUlywkSq0Fxtj5LfddvCjrQ1yjP2jZzz5F83dVZ+mG0hMjKDMuHigKo//d4054ww9Oz2
2BKCu4C2pZcy8KL7vjCLjVbngBa0ASyog9iJ7Cjj7aDXxc6bimTfEInv/ic/B79AuZ6GEN3Q05+T
IIMs53rQUQ+Qyv2k8vQC1ZipMvrgjhO1p7rLNUD4YPZUb0ADt53Kdatk9U3YZv0CeEo9P/N8HcNA
fxsPRfAgfJ2iy1PfaiTKwyCt7+QOroUxEMo6ABLWpooOqR6kFLTHxHaLNOweh9BzdqWNjIY39vDv
oZBaU5PuHHq5K1uK1UM9JfbGKAzpsa2z5HZKVFj5kNRWQAAHRK8hNTdJ3i9AheYfenrStdmxU1KY
1wNt4vS7tk7adRJw0KOaTDC5ckd7jHVSrCBoZNcOHG+V0Ee40yP9eH1HBXHw+Q3WgPry7SDYAcl5
LwB/OMxyp1W80Hl3xHWgAi6N0wvwVMLjwULcB9rXuq7gs/cGyIaaiQu7MXW+hpGnPrdTUbzlRmRt
JELCle7LIbpKhuQ6sWJsqp6mt61JEqwEh5Nr6PW6rQJ9a5adB9sKNebJCfJXO2lt1Ds0ldZTWLlK
ULV3CthDsAXBtClMvV9BN0qeJFWtdyXDLhbiuvMjpAPNUmnt0wTTNBFWEgcNwNk+HI+GPaJNoOU9
iWdoLOzvucuYB+hQIJ0pC8RYAnhlrHK5T0NzOvpG3q6kqrNcYEjZvmx6acFlXFgQ1HuwEfTy5hBe
QCvAPCVjbmT52ILoRK+4Qy7BTpcY8JcWhGajOsO2cc/G/Ph9ODY+7Vky8Vg5An1BAgf+kzsVzpOd
Ku3m+gk9f0ZBSoPDtUw2ijaacMdjzarof5RU3zvlRo6VcmUq6XMxGrdIcCyp+p/fQ5rcCtAwAJkU
+M5cO5VdpfJq7RibseVK/iiv0tGsHmSF+p7XRPLNmMv5WyJPSzWWC8sEmAeaGqAkLXbxg05S1ZLD
B9rR6X3rpfb170ogy7+k0EGE17L6BU9+Yf8ISoAc026lcP8+cPnD/tV6ZjeFP2pHOZWVNbMMrF1o
IxauSmb7en0DORFn3k0n7IJtp3MqqJIJW6iYg1+NkWcdA9u/q8siszdh1fj3TU6xCmaIbr0MUVPH
Kz2W7M95A35k3StdbK+m3sxuHdUDXZ6PBKFtoxP0kgMZGvUBG7E1Z8izgLxejr5SrvVfKwuqxk2t
K5Wy1nTy11XkFAgUtynyWGVld6hRZAP6ePAXUUkPzayPNrpEWMEjCv/etatWv7X62PoEEJK3Sy0c
t6bTeGyaEMDi6OdUewlVAadLN0Vt5Z8sL21aaAqBAWml7D4VfYKuh9/z4V2VulS9NqdA/WLmijbs
rWFUvgR6+ak3hrhyDbWJEqBDUvI10uOo3dmQDhrX5ylN0K0cQdMXIb/NH2ppPxPK0fBOmnDNsB/S
4VZuno0IUD41l7FTb3SesJeWQP0XPWnpqR/SCZEsq/BexzF2HPJ3uYP9DXTrVi5zwqkg6FDjBOhv
oadbgc6vgPk7q4CalsKTkzS6W+YOCtRDaLSUUmJKrqvY7IfnsZQpzBlTWMw1HD++g1yKpnucx1+V
dpR+4B0owEEIK/CniXmjxBN+Xy3MvnaNPA4G11Gj9BtIIWoxc93TWOXjJH3NAIO+VKWOaJlphmrm
JrycYIOqqX6lfNuDgQdE9VmWB/+ukfxkV41+87mW7embYkl9tauDTCn4SHpF0U3vJ3NnA/qMENgc
m2Fj1hA0X7MpLL2D0TuM7KB8EzxKUWcuCfJd8CWwaABVOOCe6BcIsZJC7bmASzMds7BeNZZZ3DC5
yt42gSZtR+6ZS+MK0Rg5Wrja5w+AQfV+xtfCZ2L2s5B3lKGRJ0MgOUfEBqqbUY5NYsRFlsS5v5qJ
rxRe544oIDfhThf65Eld3khHwrPmFg2Ceqf2uYTSzTw6wdCXIuFzh4U94l8In3MCJw4x6XMvsEK7
k46FDYLZy5G36WrtsYZuuF3yV2fuClO0u6A+OfNTMC/9g29UPGiiQ2VJx7C2grvAUaaNQkVzLVsN
rZ1Sk9Z+5PifIqb3HRq9yf74hZ+uHaPX1pFZSEsEtVPc5RyhzT+HwS0A5+ivip0fOn0tYYIqHavJ
HNdNUIZPdeWNt7ADLLfUvHLL1Q/cSfeN2wqphpXN6V41U7hUE7h0sICA8gqTZdK3EYIYJZPi0Fd9
/42hyfG61ScKlagduNc//4WN5g0m6QEGBCdCJIRRpa7C3mrMoxoEMH20JNjUowqGuUCw67qpCwtC
0oBpiOiggAkUU2bPMEcp91rnGCWtvlf9LF4XjHFbWJCAsHrfQHMuo5hg5+huziz2j+cJMffY7mK4
PbrKlD65RQpiSNN6iwseN6pD48LMAnUz+b3i1vlkIA0xSgvtQ4EB8P4jwNIY9KmIdumLCd4oKqs4
1vwqePOCDlR/bWXePVkOsgtpqOc+4IX5mVSZukNXpC1eJyi1qOtZkv2qOhJkkeuffnZCpwnPTHmB
gAJVn1mQYtiNQIfse0EOvdGqJnUF08ovt+pUGPOgFC9kGEPSNvJtXfqO/9emadLxltuUEsl8RJK8
r9rDkOE3j4zNbBlcVUQrQOvOqo7Tr3Gt/R5yXdpcX+1cFTldLZIDziwUAJSYp0BI7yKplc1p5qmX
w6j9TgAFzxyHujwGeiKBYPBQVKGFwKjBlWmEarzKM6Bif50YQGQGxQgGFigj0MnTY2jmrROGgLyO
kYzQtd5ENTPB4CFcX+qFos2pGaFCNJkAT6IUM6VT0KlirK5r4TrurFJVniwpTQ7xYFevaQIiVkVj
Zk3GYrlJHAaPRWVCAWzH8jCWkb2Qggko1vkG4El5Gmk6q7xX4ia0tadMbSijn6ma+Zb/WfKgI44D
Fi8o7hNzcjYx5KR1GKbVKvPbhILuNHyT1HKAlRxFa8Xv/YXk89LHouw9+znwnkgTCQejKh1v8rth
Jrto/S6GnLLx5jhXSkZUkcaOlkvG3MDG7n+DJXYOhd6ba+JEfP6A/I5u14nbOHb/146R/O29C8Sb
6+C8To9K7vmqSYeJNlCn9S7l0nRdQMpbuBXv9X3hWpA5zsEKiQEgE+FBCVJ4jkNYwCiQ0uhFKifp
jxqqxbgJSyWRQcsjDRXQSl77rTZlyOtm7U6TI6Y2FYEWOa6q186TQ7v3WQItYq3rImRWSjTIyHF5
g7VQbbr0c5Ec4MPAdKFabQh+XAk8y8xiO3rTxth+nCbac9IY+494dzQVJgAymiXVnxjFGt4aIwFD
MHbprS6jyBuber3NS7nYySZsZqOtIgQyQ8YHDgAVFi76pVNFzRn9D7ppCDOKYtijRakrUAf7WIyI
EUtJyjSoRC2RjK+lH/7gdb+CodK/5n7SINbdELsbNQMJKEtVs2oGtF0jp45DvejvQOvzHcThAqSi
bUW5yzqjX01RK+nR4BybGFKlkfXZ2tcl5iblTrBwhi8UB9EdIfSeK7UIgIqBRChpZeC0k3csZDvd
xyrKxIVe9ysYFeaGvlKxiqGvuGlpTLsATMWuTjz/UMIyXtX1ZO86pDO3ZYiQc8f8ztuUQsSnskVT
NiF4ee1Ku0GbtpcBQ8j8Ud+ONo7VMvHRT5PjdZ96HqfQJdNsgF2g3WnMCi616IJcRkMlfovBTdz0
VmDfKnn+/bqR+fSeXsYZ40WYaQE+B1UqnG5d95RB6uX4LRiY9Bf4qbGm5NmuK8UelyLs8/cQ3A8d
EU4A9x/87al/UaMwGyXfi98KJTDdspXVtRRl1X2V5s1G5lrcSIRT93lRVWtJG+Rbyxs6qoktEyXx
XBt/Ss0DfEtlY6dmvbb8yN/UmoNYMJ2xz748LRLp55hf+DqU+kGmMWsN4QBR2YSqbeIX2RS9ETGa
YJ29MPmSIuamuk7f9fGMNCkPwCqKN6PlFXZlJ072XVUPYGP0sYXhoxfbYsiD+94bvRejtzzmBxlR
+gkXMlD8NKb42AWe89ynRfwgDbggdxqpV2wytQg+Qa6Q4e/HJeJUaqt595HjlSkD0BqEb/y6Dr9T
2kwDcJchx6Sh3q7wjc21k4bDyuJP3NpxljZk2l36udLtMnEVJGqrldkMDAhwahXyFPdW4UIMXXPI
lKT9Kpc+k6bCBGGuBRd16XMSfeH6wYvOMfjpAaiR3Ep4EaM3I1MCRuam1bqgIPWjj/Ngg+2/ReHP
uDlA8UhCUXSZEeWn9qRZkk3RpQj2j2mutRJVVht5pJWuV85GHYdhIQe/EPPTzZx7fzArcD4icD0f
JGsqlKhBvqNWqdmMtvMWtNb40vVdUG4sev0PsPph/6ZJIoH2kUMEfLos8ZY0AAW50NnnOtS1UTah
o09zwREuNn8RCe1S6t6oqVT7TJf1l9zunW3RF7cmDKJbQg/jCdqA7Oa2/7MMgG0zO6PYym1V7SfF
8DfyyFVzBqUnXM7rHRVRBhz20zcSnqVpQGduCGwjLwNABNIyxRAnhthgyockahBCgEVpMeErjye3
T/8dDP+VztpVBbUT5bX/pyLb/4c6azOn/4rO2u9fv6vvze9f//rc8I/6X/mff72vLvuNj/iowDb/
nX8U2BRT+y/qhXAxiAVnrD179m8ZNs36L16mWbaFFgpXi6zy3zJsivxfc7JLc4l6Nv9h7mzWeTsr
tCn8N8iPosYHaP8d2/I3ImxCJskfIEDl0ALPgSBsvnNiPlRrZgBZ6oBSeZDrcKXYzcaPJbeTKRym
qus7Lx++1tM/Hv+jxJrguP6xBv2WYgEogjPFNxmEYSlpdfyQg/QMCuinPFGZ92XI/0pKi5htXhZ6
S7OSHQ+PPP+QD8uawlGRxqjDkNTdVK0G+WahsCREFVSHVF4imjgWVFByccEnDl1ZAtpL9QfNk9VV
kPZMcAmTpaE4Z9vDE08rZcZM435RnjhdR2pbUmfYSfNQGAmDVVtD35RV2u76tgg25UR52C4VfSlU
nzOHD8/1vDY2CJgCUTrlMxE41YRZWOSwrh5qQrJ7xcv+FNaYrGM0f5BJ70eiGkaywyOO1uOE/iIJ
BcL2WWcuTqOa13f2SzjnGtU7mnGO8JUZYt5LdJerhyYL7W0+MTHW0yrlixRb/o3XN/7GSVR9a1Q9
Re4WsFVOZWZTdzUzZuVO2Q9DHG/GRIvvLGNWEwgJfxiXVyBL0n3JM51BzHmP3kDZ2jslBZvmhqbe
3Zm0sT55jF8KaIHnDQGLbd7LCKc9X78P4uvyz5cmcJyZvdxAETE4tZIDS0CtH+y8WWsewTNegjKp
3/jbCNEsph4P9Q7wXr+B3wx+sqPy7gHuWivIgm0sdXwB+J9/oeQ/PnlIeKyR6aVHgfzsPultc+Fh
Pru/oBYcMluO/Sx/IsqzptmIwgSu7AG1DHPXW0xJGng/qZD3DoKmtDGvf5/zSwbvj9QWH0g8QPP3
9PgbCcykKdbDBzkMV1MWuqjJrK+bEJRNcRUzt/CDDeGKaY3ZjwiShw/1htmrnWtsUTJd+xtpxblw
lZW2UZl/mq8R9llY3fnXnCVrACfSoOHfYhhXyJLpD5MRPoTN1pqC+zCjj2SPd6O+hBB775ac3iNM
0T3k3SCGI6s9/ZBqE8RVPKrhQ7M1d+Gn6MU5ZPfmLedd+RLdp668y+6Hg7qztsUWsuVv58F5fiwe
8716YCiO3q6MP33neodw4esLqcz7x//4u4T7HQNiDEs4Ew9afzciE1tk5kaqGqamTtsotNwAtDpD
pa5v+dmpQoYA4huy2vgVJMOFHr8+SaXqteHwACTwjx6POwMK1t/u7bsNUh0Ac9wZbXaxHx4gpa0L
OdOS4QFFfVdhbpfBuPdOfxri39cXI5amKbXOq/mPJSKFj5aiKADTXWFJc6c1c7pvovVPY1Wt6sNS
2nG2WVgiEobJSMgAa14ot/nw8xPTw1JEf0rzetDukFzH7930FjJGI5lH/FgLdcezB+DdJtypufAK
W18Iv/Vk0rwOSsiDk1DCAtIMVWxjBQ+287lOmC1YLjzrS/bEwEFqNKdTsIfMOGNy84duyra+8sds
vL3PkA41XjB46TASAerkOYRF/ON0+2S1s4bSzIcHpQ+Gfc9ur6zEnhaO41kcMX9GPuA/Vs5wOn2h
quhPsqwk6FaV3a4cM91EjNNLg5Le29v1M3l2UBwazxz8GbpJ6cgR3Laf5G3SG3X5aHUlTXLYEwx+
c6C4wPxHAx29oDzYIwW0kBaf7d27WSK/dzi0LHL/J4iN+hCV5aPkhM+yFG8bj1fDqjelmn9DINH1
GQj81ysFx4wY2NygAmIoXL7SkhRUx1hpCbkmT709zchtbaDwJ1crT02fWyO7rZ39datClgdwHZQ5
cQA5OUhzjJ+eGRXdc0NNzPHRDFQ3rfVno0nJw5cKZyKvgKs+05WQilB4z/k/YR/tPKn0QJu0B/1B
Oui3/WN8S/VGffF4F4OVsoMXvtEtt2Von7Gwl+KB/cf0bFTRHQikwsMw5NqoOrWhMdXIXPFCrw0q
1iMJbZ3qwCzk/4m5uTqF+DPNLTHidbo+1AZf0h58W15F/RNSSrukH+9opcVqSeb33znjhSxIvPLv
a/tgTNg+M0RFMCzejd3Z0jfF+/S3f3+mBs7/wp8AThK2TbWKRgtl5InL3ms3bT6ZyEZCqb5uRTyE
UDmg9aoQT2bx7jMa4gwRCtU09x+z0um2WVl/y5M4uYnGUNtet3T+veibky3yXKPcRHn49LjnABvS
KZjCR6hT4UMA+GrdBdpSkVKMxnhggElrCKKoM2HkvX/x4cX2lXGGX47ZIZA01PwCW3uZukL5EQYD
oFc5+XZ9UaKzwtysLoqSIKcb7a950R/M6VUXBRNanQfq+YBygkOfai6VovVYq5/7QmE22M/rFi8s
kIz4fbuoNRAMnlosymAqo7KrD5qWMHRR6feGP8nMdbXuys5aOINnp4PlEdLSnNZMtL104YzXec5o
Ca+qDw2+WNf60Y10pLQd4+76os7OBi8NyDQDjCP/Jko4XZQXF+BNtbo+tEl+F7Z3qezs/ncWhNuE
xl4UMzCoPpQWiDr5YGfxgvO58K1m6gbHWKVkx9c6XUORd5ba+U19sIgTJflWrfdSuKT2IDZw56LR
RyuiFkWq1JPnxFjRX4uDJbvTW5yvpNp1nkNE3tzkN3Oe8qWu+ZkbF4wKYTACXmNOV6I+AE6GTCgp
G4/GHsC9pffiwnXi7qIZBZyW/yc+ibUjlbU9n7ecObzmkD/pntQznS5we7SxpEYp3b77df1kiGHO
/EXp6jm4a0IO9b2R+OEKB76SoJ80VQd7XKmMTHnUopsaIRGfWYurenGa5iVzID7QEgFsAxZFiDXM
yQOFaBgVG2jcFE/+5Dpb7W66ix/83bSL99qtczt9k371oPV/52/X13rpnn00LjgPvUphknQYl2Gu
avkTKrPr6xYu7SBwP3Als9ayc1bq8vK+61Is8J6sAwNdHbRlNd8I8RzTozdm3/IsXHDCFy6FMbso
2A8o5VBpE84ntUNb7TSpPwyKsk6m7gkMGeMG67XCuLVO7SmH6tsq/jbI8cbMHbfvDWgy++srP7//
Bh0GCkDINyGXJbLToMN0I4Pmp4OiZCuLAS7NsDechcN6aam8ODAhwcCh4HkWqlb2EPLpx4Oiugyj
dJSVrrnqT/vL8Ni75Y/uWL1mS92T8yeHlX2wKZyamnJv5vU+K4NUVCHvkMIGzqixGE/XP+FcDz8p
FFI+h09DJYdIlcMj9kTLKaR4WijTIcXRMFmsdFN7rf6yvnWMDUvX9b32Oi0pu53fiVOb875+uP8e
ei5+LI8Ts0oAgQ9vRbOka/2eUn+s24jLEp43TQGKkICzOWhUpbS78mFwpU23IjW9k/bSOtwPbrgb
ezfM3XBf7dI/wc55sbOFq7m0UOEJrOvCJ0kYpoMThLfqcAMadyELfg+wzxY6V2NmfB0kD+EiTqoV
t9DOp8N4K0Nz3+XH4FdX7YMcRLnb75LP9udHZSM9yz+91pWepefosTrGLySvG+Zg3rULYcVZVeX9
w8OrBdgIQvdM0nui4GuVRiof4iMFDqqAxWbWH/qsSa71dSmfu3g3mSP339aEbY4LJMPRhMHan+6X
oe2NcufUoBld3ecNc0GTjDd5uPUWEhFRn4qYgBP8wa6wsVpg663WYzf9E34ytsFWX8d788m6Cz6H
98HdVLry27BwVc/9/GzTgZJC6AtNXoh2AMsHoy9hU/6jW/dxd5PuE+0zj7W2YEhEHL2vDug7EFVO
1UxJOb2fbWnkvFrmeBi+NNvwu/Uy/XTu8k+x74Z38utYrWFsoPNmAvL/siQJf+nKzJw0ukPUQFC1
PbVtSJ7jhKM3HibVdAdppU5LUeNZ72DevI8mhM2z9KSwQOCNB/nWWKOFvB3/FPfZvbqrb7N9tNd3
8U2pb7THLNqHzNVcCFqXFigE+GMfpGpaBdMhmRLJLQZpW7bJkubgRSMIA8/BMSUPcdaDnSDAmjF6
4SDpXAdGVNflQlxz6e2dhbT/rwVhGVKKLkWR4Hfq6jiF8V0yWjdlKt9cf54uvIOUiZAWIrqhEidK
mYdhi/zK7MZb59EZt23/VmUbeBbXrcwbLvjQGY/NM0g6BPxeOO+TXUZ5NHrTo+/rj6O/baNXJMif
x+nekfTNdVvnwegcLQFEoy2JnJaYd9lTNCqRkxmPauQgIhy8Ds5eDu8cz6MXykzvJltP3VLJ4YKf
BPcEJmMWi9bomgm7VY5xU0Vl26LEotwU07QfGabh2dKfVtqPVrNJG3OTZNm2q350qr1GkodMZ0nX
9Hwz6daBRGa8BeDaM86nGWhgJmN5eIRZPN6po7WlzVCuwrJ+qW1pqUNyHtlYDFugZzOPXJg7b8LL
WKCEI/WD6h88UlF3aPRNjqRMk2R7O/F2AfWq0YvQzAv2tv+pq1rmhCxhvs8uCc0jYKagN3kOYVML
mYfXRXRefd15DEubO6gXNGmM0t/qsR8u9J4vmgL5YwP2B3so6k5pWTn0IcH6o2dMxiZJUPuUa892
o7yO//YIk2m/c1aZckfaKLYzkqGRw9aXx0M/MWydptMQ/A6HV+Sb7+WUKrlyCJqFbsbZrZlNznn+
jGuiGSe4bL3U1ArMwnioS8SDjOxmcJR1qGtPVFBWo9rsx3raTf3STKL5Wpw4hrnBMFMz58oW2gPC
/jFtykoGp68OnVqqq1Hqujsn8abNEFA/jiL5ESUQZd+ZY7697iUuHF4sU3aAMTFP2BJxGDTXgHYm
ZY3leJeH1o3BADZJIS33jeAHPaSNH8nbzl9z8HadZyuuCWr7+o+4sHq+Kc+Hw7lBt0Jwi0ldDWNg
ldUhniQZraFUjzdJ7RQrWtf1LyZ4MmqzKZSnTqmWqhLCEFbOMFOSZjIv0sDILJNlCmFAF8htnLTV
oTKkMHAdU0p2uRU7B8PKswelVcc7ywkmRlKN6aoA1+z2zQT10lEoWlgO0w7HANAkaOipYqILwxV0
ZmoiuBvmkb+a4Bvu48ocXKtIy931z3b29s4/fXZxCLerc1n89KcjhjEFVeJVh7B32g0YsnA9SKaz
cCNEqN/7F6JwR9pLkwErwhfSy2IaMocKURQ5hEmNUmxMo/0Sx5Fy19nMtten6dnPkmrVR5q9ieyq
/Mt28LxHaCcDDQafxT+EUG0KM2RaPbk+mF3R7qcqybZDbycLn/P86lMQnS8BTPm5UCmu0wEdYaNg
dqhrU99AuEy/917mrMxx7D/HSdwixdOGN3aX9I95qSefru/mpUvAPQTGiduZmwKnu1npfdm0oH0P
faTrOzMrYdvlnbYr6MQpRR9tzQ5srKRL4+q64fkPC74Hdz6TZjDNbgvHyJY8pKni3nyMGzo4raOV
O7Xu25XHuV9JkazdVLHz8y9tQgVByAW8LQ+myf07XWxKV0sJLF/j1v2QpIew91ZwPddKcuz9JcHx
swdLsCWsb+izVGoLTz04jPONbf3Omeq73FrCE5x9xnczc5sR1ScE2YVDmk++rbQMTTnohmv+9qk2
jq7y0L5d/3CXF/MfK8IpQb28aeSIqKkrh5s8t1Zhdxv400JyfXYWWYuDRwSKggoMJdTT7SE3ij15
Qi2kr7bmdDNqt0PFzd8o+VOzNF7lLFijaAnun5QT/pLO63dqS2rGRE6sgRV9gcdhJBs0mbT99a92
drVnG+iv040FlQnM89SGgrxg3fDhDoHujK5Xx68xw79t4CuTXq88JUeBb1T3WeWvrxs+f15PLYtI
FopDrTI5pUx+BK2nzcMb4qSVNP2s0vBTLlsIWNRr1ZQ2DWjjVl5Dq1nQGJ+/38n1nn8BsG9APLP2
rBjR8LrbsT8UysGxkq0l+ZvAeRvRBGjT58bXFl7y8/h/tjZ76VnrBY6xsJsVwSmjckrlkAzKurfM
XRElmzpQ130THfXhi5eoX4L8swHPvZdid2rRi8qThaDm0pEigEMfhLaT8j4g+WPZL0uVPI6QLDsw
63pd19+0NHSt+pdcL2mRXDpXQEKIoHBYcE+FsG2KHTuqqko5aJ8jZmhW38rwLv+VeJ9K/QCa6PpZ
urQq4L8K+QyvMK3J00McyspYx7GiHRD8/GRN8h1alA9NlX6pYmvhvlzwMujV/ceUsItDFA6hM6ga
vRr1E1oo27YZGNy+pOp96WjOSQvAayIZvuHpisoUKQqmReKZ0YZYQTr/4nWoMDR6e9Ti/qZkgt7C
NzwvyZCbEuXJfL6ZAS/mpww2blF1KZuDjMzql2RUGrermHuoqcG48tO02uMOfydybG2sWM83fdZu
uqC7RzEpdz2Zp8oL0/WUh+XDyBiLhyKuf6KXGu5Co+7erm/4efEPrTjAHTLu/h0BKew4qqiq4jVJ
wyvJNHndzr6WTlNs8oaxmj4U/pVOKHrXwV92A7mRN4lVdJuxnFrEdxANadHpc9MWBbE8cdTt9R93
vnezrCHPBKpb73Dx072reB76Ik2IljobikkT3UeoH607Y5g2mikxxzUqNtdNvmNtT10Z1bR5gCOY
UGD6InfCCVQG4M34WjhG1jffboNffdwkn8ce4XeXSnz/bUg1J19NU5p+zdtQM90mkmLKwvRvPg+l
HT7akp7Vbg5wtXJHlMZe4ySSvhWlrKSkPRYQZGl0wm9aqEyF23NIHNf3VPU5ChoZFGagTrd91BjP
eqFK9apiUrKN0kcSRMiTxd6LjcQLf3hQJ0RmTaN+zKSCcqaihPFXqudj5Ma2ZH3TI7V/jpUxRm2r
aPsfY23S2e3SKH2RKWuDD07M7gh4JP3R923VuVmZ+oehp52xcCPOvAqievRjoIyDKSf4E4oXKKoo
TaZE3SFJo0c/QKE2dCJ0g5lOksbUiha2UHyMHAWIIGeGsQEorIlSAVEGGqtIuu4QBtQpRrmoV7UN
UP66lTO3TLGQcgHZAkw/lFWEe9OZ5tApUgjkIOg2Vd0HbtdYn5qyRzFQc8duorlmZyv0nXbXDZ/5
zXfD6NMjpDpzU4Ww1u7NocnLlFRJNxmRlrlWGbqdvbC8i1ZobZOs8zl5DE6vHtkJkCwtI2WXurXa
HmwldHPwKNfXMv+Vk8s2r+WDlflXfOidRaEHf87MSbqiBBU8x3ujkr4050ik8tLsxMqc8GCJhECs
iLbG1MuBHZH1NN46iaxDmU9u0/ymK7mKp4LBH/pN4fTcxCnA/46upg0D/01/U0j5QrB2fmx4yemF
0kzid9H8OF3xmCZo/+te8DRIySpzTGR2i/UUA/hRm5Vn6NuyeYZHuHAlzhwprBGm2qJfDcQdsUX1
1KrOvI2RRkj4xJxww9mGw62BHJK+Txdek/P9xFGTSM9w6rlcKeyn5sGBtCspfGozW9nJzGuHbOFJ
C9/wrFpAvkAwP4+VoiI5w/VOl+ObiRUmkAIP8FUHV49VBcxKP267mTTaI/CLF9YpVtTf65H4O8yL
JZiYuFB+wXsZn/hFpp4jzmPN+rBkHKnSHDowy4gupT3i2Gm+ECItWRF8DJP5AAbncnMYHP9gpCDj
LagsC2fjkhFDn5U44WIRXgpnY+ghTw5UJA+ab/IIxHJWvEoMk154y8U3YP5i0N/QB0TxFz69YMbi
CbdzJIW5hFa2hT9eMdpEqtZQ7MNtWZflggM7WxYBAwpmPOCoVcw9itMzohV6ZGSaUh58s8M1/ymN
1+u+az7LH30XOCMMALzlIMxaMMJNJtI0c7mDsZxYvuuEvMo0PILj/86IcNKHKuMEoIJ+CLN+FZVv
/fS5tJa0Di5/qv+sRNgaBo1X6E6a5UHJvyG75obT6F5fhuj1xG8lvFlpGZhok2vlAa3VYZ/Wrs5F
jei5ul6z+cvZ8JQVhJ2Z1/vhVWFiq50AGSoPqfYyDzPI+zvS8YVrI7pU0Yjg6pSC4QPRvP3FT9Yz
7UsdeXfyzQUzS3sjuIB5mksDlwc1l+6HBnwuXAp4l47xvM4PH0sLYZgyga88MFrSldIny3hR7D/X
t3/JhnAXIWenYZRgwx9Bt9rftfRotAv12yUb8xH8sI4wNydr6jhiUQpHSwFoxFTHxebqwnaI8Ml+
qqO6cFhJZ4cQ3wO31JcU3c8c5enpFcFoSc0iilItD5YS3ZRWD8j+0KsIFRc/ru/KxRPM6zlPY4VY
KQIX5QYVK6Pi2jcSU93oPBj9N2vUNpbzyftL7dZ/ruQHW8JtscPUs7IcW23lrFrrXulezTRYX1/Q
xSPwwYhwVypJDpNenf0YApWJdiPb0kr562Tm/eJ/sCJcmKaPnap+t6IGqwK16lpSXUyv2uzvjzRw
QIr1lNVo/WrCekxJrZxaknH+ZrHSGc5A9ucyLen6V7vgmymNgI1ReChJl4R3rGzryCuqujxoDv1P
UkVUnpk75/YaPcKVPSw8BRc2CXNE5CC8SLHPGkqI7dFd7jne5VekpNxYYzaCtb2+prMSIZt0YkU8
b4ORJJQ2ygMzDefM5bF4ip+j0ZWZbty55c/pIXhWlxLPi0tD0GeOpKjPizTeuAlVSQ1a9stJ1p7X
/zbbbq0n2UKx9aIZsHHYAJZGG+nU01k29V7q6gQe0fcB5FIiPcbtr+sf8IIT4vf/x4bwYKu6EjeG
hI3IS5hs/Fwpr3WDNHWaLByHJUOzw/3gtuXCryGVYIiq7tofNqOKanXQrJS/FOudPdDJioQT0Uty
X2slhlpbRmoeJZzk4HhLp/vC+3BiRbiy2f9h7st65GS2bP9K675zBMEs3b4PQI5VlZVZk8t+QR7K
EEFAEEwB/Ppe1HfucSVZJ9HX/dKSLduy7CCmHXtYey0TfIRdgVFsHZ28YPEU9VIE+fnZ/rA3MwME
wWzVNTUeCAWyBoJyXjB6/V2lyKvgSWQKD1W8doOC9IMNKR3us33nmpuOJAuuydLWzV51V2RIq6pp
RVkDNVQSmQ0a5XWy8Rblwy9C+PnuzV53w8uEgRYVeV+n4DkEWUTQPNUP7jZ7jnlo5hHqYCIPxTr+
m3yd82Mzl9zODI1nIJPGm8J41PA46IbT9at2Gc2en8w5g1vfQnMFmR55D14F/7UdA+NHJoOsQc9Z
5Cfr3P6fXTl/Zj8SwxCDDyjEvdnbUTbcEZoBXlqsG23pNixYqjn0ktoZ3huKkSiRK4vuZdatjezl
+votDTKzIHneJlX9vkNQ6LTbGyiu7PQl6ZhPfKWP93regBxrNbGEiT3Sc7UxuioYnWRFWhVo2aEy
ks31KX36JP+54fMctFFWVLOndevA1N5nMTDAm3IUkW89Q4wLohAxYENLUeDCdZ6363bj/x8UOHaY
lftUPXv9l7FeaLaYl33/usmomU1sSlM99tzgQ+23KNoGAU1TiHVm6wFS0YEDkLPrQ+i3EYd2/HJ9
NT8fEfqFyDzg5/y8C9TpZM5HeBylH8WM3ZbFEBYFSDNt7wGM3qFslsBGF8Dxv2b5Z8zZ+9kk1FdO
iuxDYWmhMl9BhRx5ZgcudroWAhwPZGf40B7Zm4tNrBf7iG5PIBPB/IvKE5Jxs+udCtfhNdHsQ1N+
NTkEntCVCy7CCNj61d9c2NlIs0n6PvMslSfOodKPsdR3JvhWRobgvqHPDcRDUF5YXx9xzoKPJ/x8
crPLbg6OcqCr5RysTUT29QsZQ9TMehC21AGAJIG7TVZ5iIrMi70fnAcPbUM3NFqqZ1xU+N4/A54X
WmgmBqO5PoTUipF3Iz6DvtTf1e8qqnb1Q/WYnNyHcsW/t7v2URwxOEpo0WL5+9MN/jD4LCc09GqM
HYLBnTuFIgOoSozAZCHEV7qbOsqP/YY/iyLo35aYSi5P9bT6E/Z2UjUlQDCd393MzE0Pul3Ooa+i
rgv8NBqaqNJWtFnFTWBH5M5ZOGIXdnc24uzd1/kADUaBEeXgn0jxZIx01SddVMUvI1Rkrp+ui5fk
fLA5lbXuF6lM6+k8owsMtJ2eK6Pe1xeM+9Ios+3j2ljEVYYpiXqdMFCLonQnjJ/Xp3Jh82ZTmRkB
BWSymTvTAU3zDQElclv4W7PqV9BmjBxZBZAmXMDwfXosgTjHwQC/DGqn54fDk2MF5ze2D9yLg5z3
oZ1FGt+nS01en6/fn3FmJoByTrpx9OwDTdD2ZB5KfUPkQoi1NJfpGz5EJUrw0aiFDxsqnnjeRuCk
DTw0WBX2gkG7dGzfN+rPbKYv+TDSGOumqFFhPEDHQj/5P5vHQg/oLdnxH+1PBb3MwMuDdsmrXVrD
6dp9GBWyGb1eoQ5+KOpVWqkAuhJQLXm+fgaXBplZC1MaCQM7un2wNH/lUbpm+VvNyOr6KP/GKP1Z
wZmJ0HTAcKBuYh/qYtVZ91oZ+t+9X4h8nC+aHrV07ZQLN/j66SD6LGMiaiC4EQrYByk2pn/DITWD
hgNQLF6f2dIwM0MxDqWV8gSbZCdlCO5NoIBfiz4i/hKh8IW7eXYGL6qDOtqwmDlgo8DoSZMA9mhq
DN+AsETXwnRJY29pWjM70eiaLjIPq9dYP2PH2pfyB/IloarM6Pr6XQbKQDF58PfAxIu+oYvO7Nwq
3KKue/vQo3+PdWH+0IMTLaC//C5ygke+Weqkm0zPWUloGnDq30c/CKAB83YvawCMvEI1/eCb0LfR
kOr+b1xcjDBVVvECg0Zydth9YMUhB4YR9FTGyHHyej0I8P+5mb309H5yfT8ONfdxtNzprBRNRofc
YWEhV4xUoUl/X9+jpUFmZ9yD+hCVwLAcdCKCDOK+Tl2Gubt0wpeGmT2HhAHXZHaYi+uq0EKpRqff
RbfUIPP5gUPaDEXwqdFwngB0/DEHz7tuH4zH/DAJFYApAtG8FdkQky6DSgYQLgZVzn9nDf+MOrOz
Yhx0AX5n+yAmaNJTY786ze76EJ/53TgMf8aYnbupAWp0IatxAFLt1oak86p4dA9pVD3ytRfVUfeb
fbc3ZpivyQ+9Cfyv4ofYXv+Gz/fwX58wR7laMQAphhzsw2C0iE/9CKEpF8/XB/n8Bv8ZZHYehSHj
rIgxT6W9DCnk0r/+vf/fxtX1EIMC8jzRN80JwqHYETc0ke2xZiOP0Cz4pvX6Up/hxW5NxmHCHYJ2
DjDEC/COB8CgwWujO2ZaofeR18fgF6Kqf9W6SjxZpJAM8tht9YXxHAnk3GprxIh9ol7StpXhCCxz
HlBlAGA+cKK+GU5p9yGgKwkPSvS0fjFLCjWoHkn+IcjBsVUEuVY3GnruZbPgyc4jgGkuwPsSF5cK
gJk5pYffmmWTQETrmELW8akrZBewSubIZ7ppWEDtfOINXbhRc+/5fUzQh+DVmMSC5g+8ydtcSN9s
jrDo3ZuhmAqBg6VBocByaUOQ6mumd8+9aS9cs/kRx7gTxfYkGgH1HjCBnrtlGNI2pK6ro/CN7EaI
sQzLhkOHKKbpgg/zybJOK4ozCBpIxHOzgz5wICrVaKtj7IHeNI27Nw1XCmJVT4053sUt78LrJ3/+
7E9z+zjgzAQzG9TC0nTVEfWmdKW49uTnjgrIgGasuo7/ZjCC0TApkKlOwk866I7OV9LwSocleq+O
fpySMBsq9uDE6kVwN/5VV90Sa8knkwPcyQU+G+MBdTIzwXheiMOTQh1tF7xA5tA2UQIOuDAXWRxp
QnoLu3fh9KKJDtBD4FSBAkShaw7PS2y7LlPNM4/c/U3N5MEGWWhWWttMh+cWk6i3vRui8jsmy1sL
4kjX9/LifgB1iEIhOESA6QGb9XSOP4QPfuXZGkOf3dEc2DeI5Sa7QU+aUBXNi1+a0D0tUzdg5RIH
00WjA2Z9Nu60DR/GVbGj+NCbmDUzvvSDtU5t80ZpBB2pZTCKJqgBxq3qeMeUARBsb6IVp1iwDfMX
AmJmIH0A7gdKUCBrneOKKu7pGh1d52hnuhcJ0y4CVQ9LpcRPR8GhQcLSgvP6vhIfZmpgd6upSe0I
aSO5KXITSjoZOjiu7+MFtd/E4ItaLHpBwSRuQxj0fEFdT5itaDV66ntIVpLc81gYq1i/h6hfIQKZ
F873gtVobeBUQG6Q8wbahaVblE8J6DhP0LzsN2xodkktsvWY6HI/Mo399QT8LZ75f8sef8Yxf5WN
/n8jzzys4L84A6Pvzff/eCugeDccvudv//l/1tVb8TP9jyNCjEtmefzLv5jlNeiZ/AOSZBMZ1KRx
927L/6KWRyBg/WOqIyAI0iFk+I5S/ie3vOb+A/xYoDlEw5KLpB4Utf5FLq8R9x+TxDs6mRBj4Fdk
+v7f/8VKJ29i+ppEFPXszx/53t/bf/7ERRM6GsEQYMTv5xnwlpn32LDeaCgAmneKtvFawj25aRQD
qLjD9cwq1d21faNWhgEZXFBtjfu2EMWK6BmPVOXJgNllHyHWAeGNleprzbFo0I4830tHl0Gf0vaJ
5o4WsWJ8qfr2WQ70u2J9+wTtFWuj2wj6NA3NCh8245/T/DitmRHGtGAH8E6jjdKZ9Mjm3ZQKumoC
dwF0quXo7cB/qH8rkbABRZa24bmMkUAc7yXPxMpVaKSIRTZFu2Kpuc08dxvwHfgMC8IzsEcIdUHO
fX6LHer4zCwN/W5Mu/WrJ4fiiAZ6JrZdpq0Kr+rXRh/rKVSCSPJqxCwtwxSUEF99W4ET0rGgl8Vr
YCMM8aTSAQSEwhksFTTCH7d5BiR6AALS4rWFTvVPcKSr28LPV7ykBNTYus12vamAgElHtkMzgnVb
VVKIgAtggYOmZX0dyJqD/phwH8pSjcZcmOWlZMkskfa+CLDLaLsD0fJExzZzaCqZtoMhq/4ut33z
gSeNHKGZ5mttIKxa/jZoCgqWjnO1hjEEcKtXsbXvbbT3E+kHBpBdQPENOfsKMVGzW3g0Pvk63DBc
UDA9Qs4BtPrnW+QPVtnj6pI7jn6Ql4KnnKNbLIPYjhysr2hEsodVVpnJPUvKfs87ENmFoOy00FrS
Jz70caybhHcWeJCKgh6vn+Pzt2ZaOReKdjg26F6EyzsPrGpa+05W1equouxbMxXEOm8ZZTzN8MwG
wMqgWw5r8JfaKezXx7e7i+0E3e9yvNMRkoRVpeAiQbUq0O30MZOy2cPZGN+MlGirdNSB2c25Vq3z
ssmfci4SGjqQ6XFQKexYMOpD3EXgxgMRdG5qG7MZO/ithQR2xHfZwQFDaNTEnbGqQeG/LtvUBky8
UvZ9WfioyvSe3wV0KL0vtUGtR6v38m9uXn2jNoo6q5SCQR8NnJO+X1FFCkrmWYBOBUai2lUYPXPk
L5zALMILzZd8q0+OCiwKrDJ64xAJoLh0vlDVqIhgaa/f4WluXkk2WJM2eGFXQW2YWqgJWq9jVNas
mpVO6I6t++ikMgcjByTL/Eg9FaFZMf7r+iG5NHawLdDsANsKQdyKhrHzz6rruslU6Q93RQnKZi0e
yV02OHkUE7Pd5UofQ01TajeKTr2Mo4C4HrPd7cCz/HXhSyZzdn6SJiVjyKZDzxXdSfP+HgMirawo
NR0CTwLlzZjbCegBTGwSqy0IfcMJXLNEMCiZCH34hgCvIoGosYBZb4tylTlIMgXt0DvR9S87j6lQ
kcP5hmcIqilgZgE9n9nhmlolUKhxdxLjCCPqove0p2j2qix9iHTYSMiELwqjTvfm42pM1AzoU0MK
d+JkB0vZ+b6U4GrX1OB2J7wO+qaq7lJWgY+96LKISZ9GOgVjWSMTuiuzFwNa0GYHd862oct2ffZz
MzLR4CDJiryXP7V5zYMCrbehh6cc/VT3pvxq9Txd56wqttdHmaFlpkVG4DExUSD2gcM6xw9qGrGz
VibGadDBstnVXFvVMgdLWQx3fOhQftZz81vpxllQg3zrG8tVsRR9zR9cfMPkNwEF59loQJ6He6MP
F6ku2uHU9n6/ceuiXCtLr1cuwa1IXe/Q+e6dVzts66KtDx03XXznetkhx/8biNgH4kE3uzGMrXiJ
/WkWI03rg6jkXUwa2wFOq9l5QP3dbgmP+ckvDAVlMotGaE1GdXwADnJkUg+dTIpVmTb2A62rPEyM
1l5lHOw6HTz5hSsxeXbnpxNfg/PgwcMEK+m8+9ZKir7PdZOfjNzgGzsBqx86FI3Iiw7I6jiPdm6h
UAjxnKUtmj8378vwYeBZqIgcV2sSpvMT+luqwCxrfdXrJtTr80I+xxJMxLRAO9vgSn3VlrQKqVms
PUhSL53X89QA9gO8ojinYOSCHw3mnVms3GeG1Re9lp7cskJ3GRz4qOyLZhu3pjgVrBBRkqI5odDi
Iizar8JuvtYoM/aV0zyrenSPDC2md87Yj2uV8qXExeV1mmhPp8OMagX4T97N/odAE8ozZhO7jJ7M
pE2jPnarkzLHrd07yY3BFB6dSm8PjDX+DVCFgBpAp3vhjEwn8uyM4BPQaIj8iYuAA0HCuQXzaMFS
UyiQ9Vsx6vy2/mAlg1ghFRDv6sYwAtHG6cGTbrng+Hy2NUDKIFE08XghPjofGDQCdpKPMQaWdr02
WxyPNM9o6GtuukY+hy+cBTJ/uaazgBdrYrsAdy/AOecDDpzljVUxdrJ9DrRGzNROOrEdJDJ3drSR
Q1DWFYGEEU+Cqc0zrEaPbpRejEGrSW3f6+qbZKxdD5UsVnanitBCkjbSmbAiVcbDtzrNncjumxen
Ko114pjJAjPXp2sGPxbprkn/2J67cRQ9yxVt6Ym0LV1pmTlGlLNXBnXiwMgtK7xu7i+e1GnFHDCI
I7c2va+zFfN6PW61kbOTTN0nNPF0mzL30rU+pj8E82+Fby5hFmcN8dOFxVXVQZCOmM7HuzoLVu2M
jjzVwVfO7AoZj5i86lNKSaE9Blh50ElQtwEZsHjwvYNviwNVtLkVTbupkI1ckaDWsPLXV+Fy0dGG
i2BFB2Ruasid/v7DJS0St0s1ARti1L0XWsJ9IaQ7jU1qRGMslmSCZlmhv1bAQ3kCLb6Io+BWnA8H
vvusaYeGngpttHlYgSwIpFN2QvSg6sfql1UYR+Sx16M2IUc5QQ8yRTKyDvU6HTcd1VABIva2Swb7
GYVe/h3LbS8xCr1/xbnZmAjz0c860RyCkHnmbSEayCVVIwOOPzfvu94Yn5tOpbvU56hhFMjS54HF
BTeDFlVGhoCPZivh4q5FhsPMR2V37cHwOf/poSCDLJ4BHaSsdlorInVh3hUAKd4mjjacCm6T1+s7
+k7TPft6NHV42EykYFAHmm2p68UCsUeRnHgxjEEsPbniKHBsC38kIW0NM0JoQcK8pSRKsmwTD8q8
GepheHViw98Oilhgesm2lexRVWxZGsG3RD8Kyj1O6roB8TK1J5oCflRrwro2xpDCnvp9HEdW5fiB
6GwrREz+hrS1trerBw+6zI9gMy4jy8r6SHLtsc8ackiLqg/NrC+3SubeWhYOD4fGJzsCicmN1yIi
WlgbHK/50iB5DAoG8DjDp50czQ+nHVqueuL2o3YcyqQNSF6XUWGPdAHi8/6sXAyD440yOnIGCLXO
h/GT2hBGnyen2pVDZNmluyOFgL4d3qKoQgdZUGayWdWaMT6CoMoE6yht79FK/JTGxXiHrlCx5z4H
XNsqvxM3f24zyGfjnX1yhv5rrPJ0NSb5Sq+l2kjSxJuYIA9lddgSiPfJhUd0WpTZbGC2pgAearAu
6kTns/H0dqhworQjdBW1YKwIP/pj+s9M7Flm7yzlNV3982Fgh6asP/gcUJabG8dYK5EQ0538SCku
Vty5cGqTHiG7WdxbdYN2kdRdg9GsjLxcv7MrO194f2Z0vpNxwhdgghCfAqYDHu75RPUGqMx+sPMj
1CqeaLlBUV+Lh8D9wSxoITbuqnazG2Nc+egHr4b+1pT+RvXtXZn+TggNe+Yv9E/NwKD//CKUKMFu
NqnUzNkNRwl1WNSa8uOYNObWRJ06MAZK1iOzAGuBYvANGp/1p07KHEanLjZF44yhHndQk/OaYWX2
WRcpMbJfGgph+yHXII+U2KDwBIAKDlfm/e2zMj0mCF7QqARA9NxyAgNhSSOz8mMHjOdqUNDzpj7w
Z9ev8UWQhI1C1hkJOQwDpozJ7ftwjbkOuhiI8+ZHL+3qTdaqJOSGWUfx0HoLQ12+j9AFnNxr9EmY
+O3sTKQddXShfHYcaZ5EZACeO4lBMk9dwsLM1Jd2/JOp/RkPIO/ZA0ksxqrOodmRcW9HvQ42wGxu
6szfppaxKs30rvDKPTfLECiagGpb2RUbZQ6B18l90q+vL/RFjEWQ859eEWT+oQE376xP8qYBt2XF
j2UGPezSLkLDYulGiS7dEieDj0i9JoCbb4dM6+PV9dE/Of4gbISZRtCPFCKi4fN9tisILku7Z0dq
WePGcavqMR6ke+eaap+C2g98gsS8U5bWAjZitIChDuqQF1pyW3Q1QHMaNLb3Q1YZ20Sv/aCIQS2v
lUNy5zeM3jZG/HT9gy/DDTAzgQYEHDFoe0R54/x7RenEpomk3rEe0Y2MHQRevGN2VIA3Lkx4Ma5r
V7sXnljqGP8k1kLqAsmaiVYIuQNzsuEfboTLC4XzAe4PJBSHtQI5W+dZ43PXkV+6l4xfGgP64Wal
myHzaQx5BjtfcKcvDy6+YDopEIdG3W/udRDZoyejG9OjX9cPRVmRI1pZQUFUFMXCKs+wUJNVxFBY
YdzISXLOmd3JgTEly1ZgqF5smQsGDs3LzLtWE/WNm9cHZGKdQ9q1UQnGSVAnRkkFFCAqCYd2AOXg
395zQwfnBCIJA7HXO2Dmw8oT5Tpjaw70aI7gsYqbrD54TmafiDe+0qreVk6RP+o5ZwvNLtOOnj+X
cGL+QszDxQN2/nzHQU0hpUtqdjRi295oDloxfNL50fXZXZo/7OaUXkBWDACj94jmw+yAR43HzCzS
I6v6buezBPqxaVauRsd6rI1hQaThkzMEy26h7o/8KxJM099/GM2STqbQu8OOmvSfeFFl62FEPhWJ
BLW7Pq/L4A9hsodyO6COoCCaFyYqIlVfgzrr2Cnjl2jQmm7EpHoBlfBPPjT6L0CglsQ8PpscBgUP
qAH2KNCinE9OSJoTxUBgYzBTu3XM+iUBW++WO/rb9bl9smfI8KP2CuYQBDDzNqhU9N1Y422+l5R0
65I3ztahaNkgqrwZgKhauACfREtTshxnAy7KBGCYXUej5DFyTcS4H9PCvbOJUa29lI4HlL2Q8LAp
GjhZt00zd7xF+c7bSxSxXv22jCoq3V2VxmRbJfaIAkvlJj/bpuk3bdn/NtM+ewDIpA7zMaMLIJ5P
9h+majpkcCF87Mr5ZpAUVLkO2u7uq8q1orIr2UkT1m3jwtksKq1GcwZ4Lq/vy6cLBVQE6ulIVyJ9
OruyQ0zLomklubezYgNYy76pn7L2t6mRNzhU2yYFd/QQB1aeQ4bZbwKWgPdR7K14Uxd5kNndszdq
PmyME1qxsWWqXbApl6uCqBEZkQls5IIeYLYqeQyqK3CcJUci9GPb+g+10s2DJN6tpVf5gypkuuBe
XVqxKU7FdZiCC+RUZ2enLGto5co4OSKRxgLhFx4o2Y12c33lLypMiJg+DjNPOxTw+JVw3OToyDWp
mijz+b6zfRaihPnq8PF19JpNnmi3ldX/gK7IUvlm8QNmK2sPNDFp5ydHnI61poAlsqmvBwgK121J
1p2f3Wncf83jfYzuz9wfl9Q0Lo0C3BKcdhBywHaBXu78wKtYZlZnClgfaYKODFyV+dD+NhIIlOf1
l+vL/Z5sPH+b8EYjxYNMHmo2FwU93piMUqInR1OyB92AE8ZLkKAPRU7QDGKKtTWw6jcil+RmSkZ/
NXTp3TSWU2ytGqY4g1ohSAkt/7YeEv03a0oHGktcc1hQevKtrGPk2NtRviC/oGoQHiYbzc1QDbOs
Pr/R/DTNohhkkhHoENmKJgRcgD0f7piX+mtiD9mBeLxcx13u/DA1ycOmHOJX0MXFtx42acHUfLb3
uFHQlEBhEUznc3clNmXrZyUFcxmQUnsnH9+AcZP7mGhrsyPt3nY7JOBHisyWm4gVqtnGc2mWCxni
S98U1VWE1QixIY0D3dPzA9DoFhK+lZEebRxDUJ1nv/1R0k1XqewWUY6MjKb9lfNG/339MHwyLhwI
wITcSfoST9/5uASEmklRd8kxKR1oNMLRP4kWQhLxQI46nLhdD9LwbcEad4EE+pNsK8p4lo4T6MCl
QE33fGShAXAsUVM46gSlOwAefzdxzqLcJLwMUbWkeBtVvPdL7UXvG/80kIFsgNIGUqJJ05VdU0CG
Suueee7p+pp84sEirwj7ilQoqHBB83X+aVQDVTNyRP4988n3ErmQsPxCAAsAvB6K11mfPTpNdts6
iDYVyfetm73VoH29G7JkqZ/4Ews8ZVyQ6oSyGcDj0/598LkEGtwrB9q3EFDM+u++GLNAd8ds4RRc
Oj+oG+JpgfOD3LcxrwUJTpH0hebVfS7a+46n/W3N/GqjusqhC0/KJ48YNC4RrSKFC0M3x+eSYjSp
Q1R8nyPdtsr8jq0TmRSBdJ0ukqboQl6SJbbJT3JHuOBYvUmNDjoU8x0tJKFOhW4xdPGDdhGIEMsO
awFORGHRrwAJu0HeOemGtwPMLytIHKHV9mSOXrr1LSnBo1q5flg3pbY3dBeCUaWn/65b62Xh5E12
fmaageZDbgY3EQyH+uzBHZUmu1HPvftEOflWEOkAwjyysKlI+wUG5HthmOVt3wz6Hl/l7TwJnWnW
pj8XvmMa5/w7JqUMC8UQ+I4oBUzv1Ydj52doNWpkXB7bsSi/OODU2SGAZHDFKhUNqO1GDoK1LXHi
Z80a1KqDHx91Qx+WWl9EeTmsSM/sW6WBkrYZOV33JaTciqHXbjhPl6jSpq85+1pkH+AtAsoKrmcP
1K/nX2vYyJoLGJOjLvs21PsKmf+GPfvj6If9CNzP9dW5OMIYDhT8sNNwxuBYzxYnQ6gAqKyZIIRu
GZCNY77uNU9GXlXwtZMWdYRHly/YywtDMA0KxDWMANoT3LmHUOEIu2DeTI4KmZgQuWkO1ZJ8WHiG
3svys6WcbuWUKAA/P3RjzpcScSu4DfXSv89qtkGaBGntIgCPQtC2O5+CyiAxozzZqPaNdzdC2/WZ
ft91z0QI1FnKG63PogQsSz1VGyHZ2i6fITobWLTDr9bCx14ApuC64E7D64XxcoBNmiV0qgL6ZzIX
2n2DwsHKzTsQl1dsM8VBTwDSZVtOWy0aKv/BHWp73+Xgai54jNqV3usFUv26u6XAuu+un49LawP9
ImwXdgvxMpjHZ9+FiDxT/TAkxxbV9HVSxXSbIEjaof0AHM9OtrVKVIMRMiQHT2dsA7UXFVkqbTcN
8FNJ0HheC5JkLFoz0LcE1cgTYGDj5vpnXtwaC+/bRFSBRO2UsJlO3Ic7biVl1RipQR4GlObXefEj
AQGtORZAfKs8uj7W5ZM6dYdjGGwWvHkkiGaDZWMGbxFxXKl5zn0lrHuX9tAdZR3cxqR096lTk5vJ
37WEx27AoKGj/1n/YbYUzNmoN66vf9BltAf+LDx0kJgyCAC0cwiAN7Y+XBDiH1ur9jd9W4/gNNAT
JCmBHXpoQddxV3X+VwjBk43ywAngCkm0CO2Z2EPZ5xuQ6sbg7ZX1kwdE0M9SasgGo8mrkiuzTeJg
8L3fADIv4r4utg0fjhQiajDw4o2LMNXKoHtm6LF1HFO1GnvqhhoRJxTo8FygAHR9mT4bDLhN5LLg
hEwDnm8b4FjowKps65hn2XDr2EURxgWqjQ2UNrYghCAL411YOUwOyRcLcDbcUpyV8/GaAgcwVy0m
B5hyUBLQqbmdvmTlPh0FpxAi6DiJwOudj5LnTim9yrGOIKrrw66UAOD4plxIKLxnqc5sKSwAODPw
jOoQgkRm6XwY180ZCDB795gbpLvVtaZ9FlmiorZW9oNnFvpEYIUIg7mjhk6oTIUNsJbuSmlAxqxa
ozXADm853VHAOUmCMR3i324zuK/eUMePqq1AopcUutMEk8Ma8hTpG0RxuiqCrq+8FXFFcnCzPHsG
/BsYH9rXdRX0COm3Q9LbSBUS6H/rg8ggmOvb+Y5BIzhINPw5BISz/O6n3bbUkcYN/bhCE/CYkLQM
pAP685B1nEQokMR4AIG9zKAJ5wpDa1Zl1hvr2OLAw5cJ7ZOgczlaofBsJQt3+OJw4qVCYyAAgQjL
IdI6840RtYxpW/r60aIFXdVAAYPDsLbwVTwD9G1Rzfi9x/psQwGzh5QZ2k2nPAy4f883tMntrGs4
dHCNTt977lejM781rXdLUw6QchUkbC+9byIdHhTPAgNIb8n41gRJTeyHSJiuiNlsCcSPNPetbn9z
6w1FYdSKCerCNCglXzeoKk+02ZycTNQoQHBwU6KQVCBpl2vPXjc04P03TuDSXAujWOlcixq1UB+/
CAamWU4cLwCrI3E479lo4bwrXZUQqxw6RPqkqm/7RPJfdOyerluXT0dC+8RfhRGUds/XUyVm2nmp
Nd53zB2+oMh9g5Nd7Mam4avrI11Gm5gUEsqT+hU6Ji7aqoAINGLHl+O9sHugH62fNecnzwEQUHT1
lnbCDKyh+U0rSCradcAZPyo8ylmqotJDAl+XC5buEmszfREeRfiRIGxCSHQ++YwQqg86BFTT2m3C
rCXWTpAuDdzGipMAcLlyVZHe2eTc8G5Zl6NW4+zrHH0LZq8VkWsgW9I5pXdwzZJEQvFqoeB+YSUn
lk40UMK1xjfCLp9/oNAR/LnCNe610Wc725PwALP6uLAx0zTP7xRQeLjI2BnUSdAueT5Kp/wGbRgE
0seI+9YGUSrD08ntnYIvGjRp7H1thX80hU+2Dqd9GI86MHLoUNk4NEUHa1O27l2Xxr9UOiGiKE2x
lZmRBZ1m5QvH6B2BMvtaVA7RFYUnEXBkb+bGZMwqDSvV2nvXwSvY+YxuXIva6xyEiBKRR833vq0N
dxTKHUFp1foGETwo/wvwg8eJWR05KKU2tl3VO9/Q0lujL0C6UVWQCzGqdgjTEtwbo9HmYYcCewDF
xGTTta7mBmZSYErCQtpM5+A5tkS+8c1x7Rd5/TMjNZSiAQWJd9KOk6hohmZT+LxA3VWhO2hw6Rpp
BLLDOVertGFV1A+E7lF8fMsH2m660mwe6aC8NWQKT95g+DiIpUG/qV7375tSiDUK+v0q7uwDXu3b
2mT+ptVAfn/9OLw3Os8WGC0p4H14Dz7hoZ0fhzKrqJ6ZTX/vCILnzbeb5JRA91Ql8QjEv9QjyJy8
1AaLD6i+u/fUsqDBqjv0WI3SuzdLRJ1t7tKNTPt6M0Ku5aZpU/Ry1El/KIEvuRnizH2D9IkZIeGv
B5D/rbc+sq8LB/sigoaAzeT84weQP0h3nE+kc/rMHtJUQV1HGasUGjIRjm+3qQpDf8Pp+ikbCs7K
ZuiaddZXxhJSYbo384UEKB80u9DAmxhxz8fPJWocNXRM7wlj7ouhoc2Lur237xU8Ujggw8ZgVD63
dlJ/qzVEKS2ovWojVkHSeksitu+l9dnXoDULkCtwzU/A25mxGxKTdG3ZuPfo7GM73ZHAuXqj7d46
/fAweu1/cXYevXFj6Rr+RQSYw7ZylUpiSZbjhrDd3eRhzunX34e6GxcpiPAAM+iFpucUT/zCG2RY
OQgc7qKw1Si1h9XPBHrqb6WJhxcaDtWr1nrmJiE4fAxL2XkuQLI/DFpqPUlVkkzGa9EBjliysXM5
gcxuhod6DNu92fukNs4A8SGvArrqiV4aZ1XU5g8A4MGnNM9zZ2UPL8KSCa0JCp3onFraovWbaT4l
z9JuXA05R6SPqtAFcxMeQQAr27LoypXKwDINdtCB57F2QMyCu5m7nHRg63P4HbaroFZ5sPJ0/EEC
4T8KJ8ekJirlXVgqzYHd3x71fiwQSNfbf5rAyn6Cwiv33KjqVsXZaWUiFg8IBQQk4+hLgwNaZipD
q4V6iu+Wm6OzCCUxM8+52q1pr0zP0N3WomsyJdv0iklT9DmmSVPSUFbF6LiOWj+2mSp9qdXukmJZ
8+vju+n9gcgUKSCCpJg3UsMkMOI2wAEVZf70EfHKbGt5QXXMKzVcSc2X2enkm0T1hW77W5F8mto/
cnOcebTBVmPbldoh+SdNQ+2ZHFT+bpbY/zjhGFzjQXzTJFQe+yKbAsTE+eTLg7FBiab6IUlSCDI3
N09DMiQ8LVL4zcyk9tSRhLcbjZIiuh2G8+/HM7R4y99Iw7S2VYeNzwV4/6uHJrYxFa1tFycRZAhl
pdqYAu8zELhtd43swXmUjHT4PBbRminToibH0BNkm41APYOjcD90mxkBiR7GunYzhnu5e7F6S951
CNKVtRlsosFbqz6997EWR30q8oDtn19ppeELLYok2+V0Rruxlcxdm6f+E8uKFyO0vOBq01uqN2bQ
r1WYlqkln0sNHZUAUDYyv+L+c/sydIIoq2y3FoPySU5RctMCtCfG0s4eo7ZRDqLynMNgl6i6+7Y9
7oxYybapVvl4ABWEDX7RXjujpFVXDPIPyEPQZIQ5ovsyNglpZBEwdSNUyCaq5asyRtkGfqK8y9WC
pYVUa28NqZMAndSqtO2Z9mNtpz+DjEgZLnF8aKtycCUMPX1qORhxhVLdbrIc4/s2kfRNjv3EuAEk
KU6lLMQlGNE8MUbow7rtnb20yM+h39aPIb5n26zodHh1KhSNxO6HrdnI2uvHe1dZric0+QkoRNIP
HWXuLYm/nCLiJsKVUNIMHKFaOIyYbT2KZMTWy6jVaFszsw+E9J+LOla2YW2KHfI47ZlQ8ZOo1XAf
wL6DxNoAE/CSrnq0PF3sZUVdwyosryJ+KxAFoI/U1ZS53JTSmo1UiZjmF2I/Pz073WsjDG9/FC8f
z8ryLaMHgZLQZNxDxDvX4OlHkQP7qTVXGW/EqmBUO8s61Wr+OpjKSsS0fC4YYMKN8mSCVZvfr1bW
Z4EWGzhQdkH7pFS1sU3aXtr99RfxNrNIVNJB4MxxPmav6jQRJM0tBpXwq20wNkyCX4GOc4TlATz4
eLh3PgooO519bnIAOHMJ4kJJGhypaFOOUkeb02o8Ompe16ys0xJhSI2W70J6DN9EwCGzcHPIyq4x
SQ9c2fd/GE0Afn7w4P1Vch1uZDN/EEMfHsY+LveoeujPahB9+vhL38KM+4eYlt6EEiGAB9Y0t9qN
+3rslGLU3HqMor2WxN1pTIV9qw3vGTTF8B1CHi+CUWbxFyU3i61J0b53oH034aA9lmrwVRhD9wiB
oXkohq4/SLVsHzUU4A9O7lU3X8n8TTDq7dmLO+p2bfUwxBDl/RJ+dqXmW7tNHsIIZk4MXhvtBWA0
mxLm8q70RXAJUyVbC72me3b2zci00IbgmSZZnufIZTAUpeM0uiuSBjV+y+qvcUaEpUWx6vqWXXwt
JedGQYobj0YBqAbFar9/PPGLTINgAPoekRY5NNzUWTXTCBAcKhNNc224SefGMDDXhl35kCV2s0OW
7mdt1OkBsLJrFoO2Eqm8cxPhxza13Ujjwa3MAvtMUUPRWbnmxoFxVdtajTdZijG1XoJI/vg73zlK
JN6OCUSL9hdYzvs3T7HEMEhhZrtZN4hfvpP+KNpAXtnF7x0klpEwctI4YhNPN+IfkZdk5rIkYaXg
ojgNvybuJACOmG5O2ot0kKrwaklthnJVah2NxPu3iKDtfPyh77xE1ISgUyBjRaRpzFK3KJQ0u9ES
x8V+4Krqw5M6JMmzSdF6OxRZcnVCnsQEM9aPh31nfuEwTOUewulJM+b+y8d6orEnxLdZEimH3PGV
vZ/jfPo/jIJJCXc9mxWI8P0oiZK0Qdl4jivBO73FQr5qSh8/fzzIOykR7DDO90TLn9olsyk0Gt+p
mt603TzWbjQJ8UiFv3PRgjy/5qZevGiZPjzqVvsl9Hv52QgS4+BVVnWI9bQ7R5ZfXxqjXnnglgdV
paI6Gfqo9DesOVq3UAZaRsCysA4cfkhtVT+EBexBz8nacBvKNfphZgc5POQKukiebq+8Rct9xevq
MDyiAazvnExY2rKvRApJhY755qVLu2xX1YXYaNFzUaHmnaY7apZryKZlZA5FgMBqarcgjjB/meJA
yPZQKJZrjdm3OGpBm6FjkXXhC53bn5rUtitX0pIIT5F+otuqfOLUFpgtftRGil+V0ugSmzXHoTTE
MXdGlKwGr3xUTP9g2aXyoIci29XRIPa5bG11q0+vtO3XzMmWveAJlkCcDkFl0m2d50SylHekp9zO
TZ4aeznkjcIaPkx+RPRVHqp0yN0ay8x/ZMfHKBhoyTBGO6fvARpBH9e+6JN8hOqNyb7Q5eCWaxqF
JI1n/a/PpQpVnd9HnMK9N6f3hiIp5UIlpFR0Yd5MJ32MmyZYOQFv5bv791IljuT+nt4s0M+zpQFy
3IQKvTLXzxJ8coMAV5dQ1P0hGeqHIErSnVGPwz5tZPXgaM2nasT8Ktc957+VC+KdXclricE0+3KK
Bmf5oieh1KfmkuJ2gxKd/XDMzrlukP5QQAoRuJdy/YcXDMgFp010jCtruAmtODeQB79Xfm4/Ojki
NmR8JVnNgH/y2VeT5OI0azn18tIgskB1n7IOQPilsizt3koKFdMdVWn816/QT8paBR8cfTNo1ino
w8+xUo0/MsSwVrbEW+nkfrUYexIcRtODdvMcVyM1oxZ2Tm+6GD5sqIhc60LLN5GDxpZ0GcffZfJP
0fa/s9DeAE87p2ZzsSlHbNKRMA8yi2Of+/DRqqtNaz+EJpIC+ARVBoqTzt8JaEI6gdyC4MQEoEWV
i6rJ/bMSBBnIQD/QnwJb/y9tRf6UxH6+c/Q2OH+8dZYp0ZQ8wH+foh1Yl7MwRPbDSkryDvl5BR3C
AmeEQxdb2b4CbrGf0vaVaODNtmO+ClSwqYlPKGkkLe8/TeL+zAatNl3fe6Lrnpd4tA/B70D/JiXK
Tjh0WCPzoU3TK77j/Ralm02k/qqN8dn0q4dKOpk2YkKvkvTJl/J+48hPpfoo7GezBdIaxKS62q50
aD4jstQDc+2rU50dW8la20/vxFbwGohT8QlWeZTnKqekz2Nq8h8qWMGXoJxsAsYS47mwyZ99z452
FWIY3xpTqbboPuXHKpdWKCzLY0+sjncrFfm3bGy2eOhsqY4fmqprdkK55rH0jKP7vun0R6UtgNOJ
7vPHu+Ut+p6vHtkByGLQdBD4Z/Gkr9RmGfQ++aaRXHSj3Ld0AgJcWaKq2kfNiw2cXpfAfMviMA7p
tgnAHprZOSmyL75sbovxpbfzrWxcAu+a6d4mlHJ36Pd1FGztWj3FGj5BuKal9cvHv/ydu5q5gpjE
SVUBI84NsAo5s9Ig0lSXxLV/ClA0ffHbPsRMp1K2PBc8oVbr7w1dko9VpRt7T6hiV40gvT/+Jfo7
dyAlFApdoM/ILuevRq+KFOu7REexbaSxrz+E+DvmiXqLRLd3ohclfE6acGdLwalAkpJDRCt+2EtG
sacqc3OCgxpItzb/0ksXoIlG+SWUjqWBKpz9W8hPBsp1+Q23kVfTL06Fk546S/0i0rMpS/xPfNcK
q30oPzVlu1NSOhd+ANKgjn57qnEs1PEZ0vqnOMVbw6hpNIyS9SVtnMeJmk9ysEaSfxPone0oMs03
0RRqGLB57+8DM5vSwbyV3RLxI13iZh29jRl9lfpu2xBdCOs2hK+U1Cq6eXhKaAI3qWvQ/zdqX3sc
nvzWpV7Vd8Eh96GlQ1XOUvnc2NoPVPDMjZXGzwgmuCO+YPXnDN0e2Th9vKDvhOeoN0A9IIlDZEKb
O08izIJmW9mMrh4Y4zWQVDQFyMduSe4lBzGq8TGssu6xybzwKEulB9o7SoYNhOVmJxly/GC1cXMO
/NZeYwMskyAQAgRr3LTIaplz7fuujbQhB3Lr9rW4hDgfboTZGSfFju3NqFkS1dOk/kGsNxyIk9rf
dTqKgzGG8sZxstfMS/pvbVmtXCLvXZx0VSGvAhOgM/B2QP5ISrte9fQwhjNGuKFcKl39TgQZIHab
Oc9tEoijaWLGo5UqIDBKuRcr0NaEDKdXZrbrIHMi1APVl6kxZw9sKzmhkWkAKHwtOinw8GnCQ4l6
GINg7S1fEounQgZlM7IGZI4XlAzDMzKnrb3BreyhvSBndR31Ir4Y8MIe/QjpuaKDh4JDdvDdB61a
A7NJ2LBtMD6ULSofaRjzKuaaaB6dVlV+OpJvndTSN5/lYbQeNeHJK+/Ksm9Nss6WBhzENa+iknd/
KBslEnZROL3byMkF3kLviprO8iaQVSpuwtjE3NAbs7f050oeggdZ0Jn2HNFf6jbyLygPio1qB8NT
VSa9qySh/dQZFgJVVn3FM6jYY/x59P0KgYC0iG5NLf3yTZRPVq7aJU6GwAYZTS5aKloOJMX77zDk
GuxFHWtPZYcumC0n+lGKBfIhIjZ/q6ljXMwiDTbdVFs0osnoygv2dF/019gMpB++HVoH1kBss9Bc
K1C8F3npgBEREyPIAy5y/9uSZtSBsDXaU1gmOyQSvB0gHrcdtWbr5PrKTCwvAiaCNJkuFoAnax51
AdyzA6MotKdeapRtIWnWrqjKfz++CJeHCs4PzWIuPLIeXtv7L4rCIcwBosaupwepW9jVyyAc43GM
8r9O/aeBaJBS1sIgQJ6V6eC9e62uVrFr+VJ6cor2nzJ2LmEnwm2nRNeU2H9TRslfizgBVjdoBUJd
ASjL0bj/vjbzIieUk8wVluN/0UbjuzoEr3oeAWVx7OYUBZl3+HhKl+s2DQkLQIMzQz4w28AenGwr
GevMlXzbvCL6o15rYw0atQwjJ/wf+SvZBmxRS73/LrlDShGNDwIxgB/7sB5sSq5ZuLfMRN30qtpv
pLiNVu6YZRQ06fWjjwNZjWRwDne07NT30B/P3XQwuiPxgfRS5XrzVIb2T6fUrzTHFUrQ2nDNPCoc
K+dhyQxgLf8cfvp5f7xBwgqlMYyq3B3lctMmz178KIHJ6lrcDDuMsmTj1Uvakw7YPWt+ZXZLLQ3l
oDL9VOASmxufCxKLqD6OxbXFVIuq+g87L2+OL/AoU14CZ02s8b2dQL6Flhste+hT09//+MGOnKa5
PYiCejGa0rXnqHvbydas497bCjRcSM54n7n5ZydLliFIG4GcI4IT+edYBExOlH4Z7CTdDGFT3qxR
XwtS3hkT4SK447w1Nh83Wwq1GMxqNI3EnZr7JthX3aheDCnZCW3Yh4W3LRF6btpfSEs8hfmnxLFf
slbaEllcsAa46VpwTLu1M7G8nUElTFgjtiYwvnlhtx+zockjJXXDrPtam1ZGRUQ2z6OeoKlR5Gtp
8TuFNfB33M7EarRguNjulzdXy0LwzY2LOnL6NYpj/1AW9vhFDCqAK1XATI/1sHuKKtU717rzknKg
P6eiIFSzUBksPRBmG8f0tZekTsU5zK3xZ+IYwevHF9I7edQEn+fiJXhDOsmcXRaZMICBlTmi57y4
p8pSvWvdaWa11c3oW+/UNy+tDmVGiW+jSGb6uRixls9IhlbegOUCkXXzchJug0ijFnk/YaGt+F1c
gV2US6RJNZr3h6ZyimOWGzQLlWxNp21ZbmY8IqLpqqRFPe9LgTcswgxClitaP0LNq8j3Rm2Hj0mp
H2q7V65Zh6pAI/pwtzLjU7B1H6uCQKEfCgJvaqDoszOpWqMm2a3VuJGQjb1IK/XYDoZ08Sr4HUnd
Sc+B30MYymsE0iD0fhf8FYSEMNzRy6tdlzhrYjnLIzvFVMCggESxCeauKxEOjHJCz8ZNatU8EWZ7
F8Mo0h1Nuuw7UFtn38b994/nYXkBMiaImKnwbCCYNXt968Hvikz0LXVw8mVbiSwMflA8+3iUZQwD
TumNIoLYKe3H6e9/XLNhgSNIGZeFi1RGBXowqY62ksvPY+CIlXbrex80sYfg5oIPYI3vh5occQbb
9nK3F8QNHogWClbluPLOvnUk7rfPRPwFXcHlyrzN9atgg5JrpbL3FFY0oc0hTs8EUNc0McytipfN
Ps+MX/mg9w8tKnL/OjWEds0i/Y/LCN4GXYS9FCfV1jTGnz2R0aFTPbGBQK+hJBAjTp2byX6QWv33
364E+4qcCbowyE/C+PvpKc3aGsBPeE9t0FBEimDtZWZaHbuS8u3HQ72TkRKETAGlzNpz5c+WokrQ
8gUNU7gQPX7WpKAvomy9fRf5+JYL29nE3NwnTZbo3dtoYjd2Xa1svGmIP5dJw2iP0MukpDjZI80/
t+4bq0yNun4iBZEOnS38vXAG+0trx+LURZk4tUZVuW2gXbMWO8W1KZgfaQ0dp+mGQd2Ys6XPMVhi
EJbI7c56ahB8fuhstTiLwj/03iT0Jof7NORUB5o+UjiIvovG9M5SC/mvJt94yaUWd6K4CA5DoH7r
vbQ7ZUJp9h8v0+InMjVkpZTD2cY8ytOB+uNsOr4PY2TQxa11in+CrjMoCNnlWTaizNVK4LKaSJtv
H4+5aL9NBmdUeYlRCTj5x2xQP0WCHUZ5eEs03f/U+Sjuw2BHPyam42n3MK8RUw1OkqbW276S0msM
8X8bmWNubAIjX0sI5s/e28/BqvP/oxOyrfs5aEASAMizxa2TnF+hWn9LNOOIUy2mXkXWruzJ6dvu
9uT07X8MNjuCJPSCDNoSN70R9oMX1Ti4pyjlfjzFy0+Ctjh1cgluCcoXL6vS+urQt+Km1k7yasce
OQirvC0x8zkpZJQrW31+xVODUYAtEsZw0tDlmV3xKsUm4aV8Vecbv0ZDj85GVGMlMkhrz+S7I039
G1JUXq75DZ/pEvlb04sb5iG2sUlR7trEfauNG5LHcPvxNC4u+rfvIuoF0zs9KfLsu7oIHidXPNwB
pd7mWnjQ7Kl7JRAQ7Pp+3I5e85JHgI6o1cPDsfaGP5zkZDzkSfQ4jAPsCir2GCRtCWw2iKocfM2/
oiVzEX60EvTPo6npt050c33C4/Gez34rInqWF5qOuAX5oEL/SO2XsVbTfd6iQpHJottlg+Ht9bxf
yzvfWxMaXQZCjmSz9AHvD1Aa2WWJ/524icTQN0oTag8i9ryNL+vpX1KOpo+kMzx9J0AUnvj7oaTR
HIxSIMIVCCvB9bY3t5LTdSvrvjyk0ykFkcc2I0qctzW9IJLqsPXDWw6rkU5GRBgGj/Dw8e5675Dy
NJCesbWQL5n+/sfdayJxCEGxEzfP8Z5i32vdkoLxpZC6/kmgonb+X4abWLroXOhEe/fDgdsJkJ7k
jELyQIbU/I8Qs9g7kv1LjdV+//Fgy3eFGaR4TxPPACw7r38gtqrmYS9zzfWtsenD4N9CLhDqasIO
/yP7FqrV749HXG5CDaEFJvKt/A3o9f7z2lHNg0bvaIPrJrDiuC8PCH82m1YrupXbdVHpIEBToO1Q
7OCCnUDW92NFrQGdKlUNIBvaQa28Q0+JdtfbFWTkrr5IXS3t7MD+ZWSfVF899eIx1m9Z/zlIblU5
mX5cFCDMakCtNh4PQurVbWmln5WJFa509cGONXSkspWfvcgz+dnU96hVTiJ94Humbf/HhutyYfYO
6aUbYZKzCROt26FSTuwahPYuKoz8a4he4Masa/NJkdv20ipovISWU6/s/HfWiiQHUi6ph0EoMFsr
o6xLM4yQ5sbwTHmYWvOnXhIwWsFur3z09E337601+QcAU+ByIg2ZVfsQ8TcKJ5F6Nw189JrQDDz0
cpl+/XjzLY/y/SizD8r8PDdLzx8oY9pA0zUV+wZbOUYaHTfPXzMZf2tnzj9qMmaDmI7NIKD0+4VU
8Go17bIaXD9VDlLlvea26m2jCkphgCPApei+S6F/bZRrGt7M7hIWLyL8MoSu4V3V/rdvu0Z4Uydr
1mHbFO02N2+g5Nw4/1lFv6ryknT/+LWPQzHyOwdV/ccef40NQvY4DGDXbtubxvveIS4+OBfHRs2l
Rvr7W53f/P4qnF+do2FRUMK3PmH4t3WUT5rxLI2vsrwns5W659pBLSw8GsV/TnvulC+I5reUI7He
2FjBf5KzzYwEx5GTOakM/Ur9rx12OWn4m2Z/FEBgqX5a4t80/S+BH297OmHGZaguivo1d57sBgSU
uksREpaAb1vxGdOTlWhnudoT9YaDT2pDbDUPGEXIn+sB/nOeGx0aQJr0ajiS2HqYnXyiCqv99/Hu
Wh4X/g8x4EDrEKwiwM/75YaZX5hUz2RXlaBu1k5QHVo/6/eaufa8LmMIZJ74NqxGaODRPL4faUz0
MZB82q4Wekg7X4B8ghfYbLxgvPrBkbzb+90ZzeePv2/RztMoO3Et0VECjgmAZZrwPy4mLcnARgTx
6HbQR78k4JgeqI5nKHIrg5tS83KDtOi2fWmV6DDou9HMm7M+5IQ0tYTMDX5dW3UYtCfPxtuohbx2
NiHLbuS4bHGW6aIfH//g5etmc/hoPZI4TRjg2aUiMAIIh8qE5q95GSSQSnlOi8p8yvVRbDthhHut
bdZaJe/sAjIm0IpgNAl95jJ0KapPpdcprA3h9dgrNqUxpONparYr+23R42M9IKUClwKmT6w113wb
pAHAie3QfVdDc6e0Mmaj5fg5zqMReJZT6/8OFXI+Th4/Uy7cmHjrfc8doz/qSLB9L/voVfPb8tDW
mvbX1zkYdnOyNJyQwXTR73eKiil1UPV56VIH9ZFRMaRN3ufJygFflI6ZgKktYIEae1vn2YaMixwI
gFGUrqiwadfiYHiw0fraKNCMHmtN0g9hX+xltRYHbi1zJ6wO1eC0dKGVa3vgJekha+TvUFTGbTyZ
NQxR36/9yOXTNonlUDMEj81ZnQNHrVpFxdcoczeAMvJZN7r8abTDb0kvnG9GGUSPoWn9VJykfpGs
Vn+qLNHQoK3aZ3Rsv4aipKBZyPGqbMGUwd4/Tvws8g86HiwQtYX7JbLrBhyp2WRu3XwTSBZdVK8s
L3psdN/SFExC6jvwuLzBuI7Yidxq/CP2cpIH3xq5u3TJqmne9Bje/x5EpsH5Es+jxA8y4f73oFsj
+oDCF0jvBrBL4yhfcEwxftdO7z8UauDj5JEoZ5ht+jUDgr1BIt1a8956q2nMfgU324TspsyCGcPs
Dk+i3oZ363VuXeJHLORLmJ8Go/6J2w9V/SD+FzhJvBtj47eC0a6s/AwH2jLppgE1CZ8u0i6tGK9x
9c3u/xmVfx3lFNtQ76SnRv8pgdHDEPwxyh76+hBm1lc9U5+N5KfVg0NCxGhLj+Xw8RX4zksB6gsa
xNsZ4Rm8n1VDDgKrM2PNVQVSGVrwKtHm2gr4lAc9NdIH7FU2mlMYK8MugEGczLcccAp9aPDPaZxK
kaJGafSD2+gsUmhVxbEf0SmODa8+6iHwaWTiW+Wb0LxjnaTxp6jRjEeRxfktyloOb9N4WxMaw19n
V9TQcXtFGhr+yQLEnkWREcT4irsV2uEZPgMHvU3tLQ2OTTGhhj+e/eXRJxwg8KNHozkTWv9+9mU7
8eVBEBFUqJMfhrxJ0Sro12B1777LlI9ozUMlRJt+dnQslBRUJVdRIEmks0f4XJ+hnWD1/KlNEvZg
G4B7MLCJk/xt6IOkH5VfoZf+NrNc26Rl9QlZ6GMZxdu2h/SpjVa5/9t5mIR9QE5yC5Kpz+ehqTHB
aSp6q7Ef5K+iyoJDm0bj/zAKWSwVIDgZcIhne70BzV0XAO5dy06CazMK1H/NYc16Y3pT7m8IAGwT
SYuW7ST3Mgsq4hi8g1xkBYR8MiNYlcW+sI1xZ0oBcPs+/MtWiTbh5biJwI4Td4G3vd9CnWHnY5+r
mYvLWP0gNzK3S2etdBSXMQtBBO1eDsVkyTJX61Jr2ScHN3PEOnwfgnn1nPVK/NtBifHjjbCQj+Nz
KEBNzSwew0n+7P5zVGUMrFhyKpd4FTGPRvFOqhUezbAajhnaEP/kpXoSdT38aPtBbEHjNttG1SIU
o7XX0ErXdMoWsN7pB01lqunsIAhlz85ODtfZDxWpdKugOzW6sbHDHLkuXIc9WM1JJG+zpNM+BTyH
u8yR93LdObtRbpqv+C9OFFDdyWjbZ93GCdCvcVDhvfLv2psoqdt92CGMS+BrtD/sJGw2SEwOr23t
yOcqw7FQjuty3ASaAOUXJ9qvjyd7ygLudip9HbIQ7gMeM7rFs7csb/oR1c9BduUKIIsejAJJwMy5
NAp6IUlii3MLaPQ1U3JxFrI0rlTnlmtN0INsGi1zfWLAzctzdhyUzhjGihv3SfTq2c4pD8f+5MXa
AUAoULS28o7Ifv1I8zDaGllr7ixsHdQR27xh7NKVduBik/NzJuoSDXcsCRZuNr5i1rSZEsWljR9f
YtUPrgM8wJ9F4q1lnot7fxqKziPsO/YXMjj3u9xrgnownEyhzpCNN8mwqm2v0i3/eH0Xbzuj2Li1
Up2BMwGn5H4UcH9xgMy97E4s4W2s1slJy5QO3bGhdzla5afCMNp9gfD6yru2oDIQz1LeJTyiwgab
YV7EBtNetLZTVy6+ztjLJVH1TcItZNcnnfpQ1MpwsgLjayqDlwwzH4gnln/u0AT2p8HCWpa2couF
iO99ihEdP+Utfr9ZWfwAWn8jBJQ3SuTUl8HpE1cKKoJ0CjT/6fHEPEEoUT3lyGcdtB531i6XDjlY
iV2cGtJ3GijqYcC6dWUrLxJJPpd6LKxV/kvbZJZvx5lwWqyv6UEWJfKoVLJ21ojvZzgoGAZoToO+
lRUdV5Z3utrvzy+jTs0aQIW4Ay1cNa3RjpJWr1zU/o7gO6zqi0EtUMpbkNz7hsS50KOtmh2T8hV9
nE3XXWo4I1L6zQ+BsCfPflXtpms213Wqns9eh3CEmk86aCcpxNPK+Zl36iGqw12cPdWBhBPCARnn
oKEPoiSn3NOwtERwR9RbW4/2vsr0B+gfPkI+9yNjK9XZLmi7Q2iFByh5Jyvu9hByd6jiJQAVghLp
zzQ49Xq6r8J4N2WBMeKIMf+ah2Ftf6p1H+gnwBVg0PZeM8pDamOIzT/9TsYG2j7osdh50hmQ+TG2
lG3k/5L5Nb1+bFT1WHnDMSEAR0iqbIOQhxGO/MeLsIytiJ7plFmUj6YK8rw5nZqVTNeqlF2vGTe5
NLabCLNBNNycq6QNvjswW8ceXNNONeMSik41IkQZFZfBtP6TtCI7x0Zq7TyaFVsMq/29BDFiV5W2
9kiVZk1ceCF+Aegd+S/yKPYMV//ccMOJbE+RYpX8xaizU5qL4opaq0L5sJMe9NFXngI5FpsA5LnS
2fpeLmtvX8Wa8lBr8XfADm5q0SyfRGWK7RiF3cHTnPSmJePay7u8I0Eb0Oyn4Ev/gY7k/e1ljnqt
VQOoqZxQdDckvX8YVKt4/nj93htl4lbQtiHwpIl9P4qTy0YLRbCB9GdjKZYhiGvKKLV9PMo7Tx3R
DNg1JJKgz8OyuR+mbNLAk7WquWGHZF3oiX1X8UTYlIn6by/D7NP0BP/H9kjSt43KCiEbKxydTeJH
4oH5VXYrv2ca7/7qABhGw5wKDHhdNBzuf0+WlEbpS1F+K51U22pZ1Ll2inp3KnzjIIrgJ17F7b4D
6rdNM0IvCQnmrYjqTx//juXsT4AO5gOxa3jo82kxhN+H+L+kt9Gxfjp6iLOaL2crz+BiEB3EPi4Y
yDnRbV60S1Kn8jH9CCV3RHzzCjOR1LLqs5XbeBFMTaMgb8jmh0dFAnA/o6Fgm2rKILmSno37Om7z
fWNm7cnJQUTYdhAeGtGZZ2mwrSNIQWklQn8TRbhbUbzLgIhOMuVUYUmq78fX1DHVQqMznoxOIMqO
TetG6XGtKbLA31G/0SGSkYRuHEEt3x5QURPJP4PTahsRxTetQrKsUqNhizLO17BtgRT5UovNYmmp
t94JrZNNA/ohqtpuM2D8vv94IyweULI/qGcIfOE9M+kB3//6rE+Suq6NyI2SQtlRZE6hfYX5tu7q
Y6mIsykaee1MLp5PlGd4qydNWZaMlbsfs9SpQ1sazZ4EN6Vtja3JrQvRELH6TP9tCU2c+4zChzKO
xiO+GPhdemZ+rkZhHwdkHrcfz8Ai+qT2wiHgxxAV0kme0so/aucOWvteLsYcSoiN64ohtK8FwsL/
SYOkr5z+5YGghaZip0vLDtTk/NQFvaF7kQRwoZDS6EBNEeAScooroyyiT2YNvC5kmWlVqdndf1AD
02GgMBm6ntWkhzDADzVCxuyA3Ln/pUg68TXKvOBQ0gBbGXnZIEUYDANR3LegY05Z5P3QUd95emPW
udt0tbHrA7l5xIkhxIcwPGR6Hx186KebMg6ys4XXQYto4zZM9fbXx0u6vBImlSMeXKA0VHjmuDHP
6nQKgVXiGgaIEbRF6mNtWFslHLrnPBwG5NCpHmZ6h9SyV6krs7A8UiRVSOUDo3xT+5jFpJ2KW8Qo
d4kLySbYpPC6jnpjtDtO4EvYRvY+VcI1b7VlwR0YBPePLZPVUGOZN56QRR1R+7LVJx4ufU+Amu+J
9PIE/QXd/+5LcnIK5BGqf4b06YayT7DJ+gZZdt+MHtM8UrdZPea0ITX5h5E3HPr/4+68dixHkjT9
KoW6Zw21GEw3sBRHhFYpb4hIUdSaTvX0+zGqdicPIzbO1l4uCt1AIjLDSae7ubnZL7I60y61XHb+
6X5baU9oY0B9ovUKwPx0jaRLOdj1NMk3uqR+oF8+UHHSEfEJhzPHz6vvAFKDSxBAF3owEK7W3fjL
xpYKkBN1xUCLdGsVxRcL+8mymkevbbOPYRGe6yqvv+/kIFjHo8G4FqBeGgun4y2tXrY0/eUbGLK9
G1tT4plRnp95q1fhah0F6WjuOvSWKOaejlJmeYho3CjfSFKBHjYecUeViO3SQ1vOVLheJ0+MpUNq
eaHcEUg2obGeEqUolk6+iU31UVshtpi8ZJ4ONuqnLqZhP3TydVirj4nZuSqI+8bN2sjZRwWl+HKy
f7y/rV/UqrczrIN4IKWgc0jqePrumrDbZHIa+caO6tkvzTgMEAVJL5RKE24uh84+lePssIRy+mdN
i7NyoU7HXx110VBw7wsnwFir27eR1btYkJe7kD7k3rTz5oDi5I/JzOMDQEppL2fGzzDLar9p1Zkw
JWmXxpgVN8lSxc+NGc6fWzTcD3mlGpci0c3bpuwVj3iODas+NFccZM6TUoqzLjtr7D6dASrkwHTI
N+Cy4SN/OgOWVaWpUGtIkIowfXOE4T4Oyn2Wqp5TjYbPmKbfjS0CfpodeU0rNWcShteNGMoKeDaR
dYERWsutp48QmlaqRiWsELWULjRDuhJa1AVNa02XBaJ9F12cP4/LkF6WMmKCGE3WMBBSDc+NrEiu
8pwJ1aJF2eNQO/xp9rnuh12LUXOOSkBaR4eWJGefcmQHDdlPMCqTfNXZRX3RJFrvyRIS/N4yQ/xc
Zs28LsNEd+2qkK4UTWnwXSyJ9RbiTUl59/7qeyPEIhFCnXwV9kG8fRtPmkmqU9FkcG1mTdrpKNKH
ptYhuZEoDeEy6cVVITmt32bLIR+Xx77J/VzDAlceOuNYpBT4SQL78BGYg+NT1LgV9qidia6vgx4P
CRuEaxU5BgfB6dexIxBVrd1JoMb15qKbY7QTczhMqQ1aJWnTye0GTT5z4r2OfFRq6ShT8nI4+LYS
fCmWRPXKzLhtomh5RDysvZbj9Fz/fl3bJ2t/pSFpoDNXZRCU0DbnKjrODS+BzoPM+ldnfQyqacyC
fkwboKVnvQheRz+KCnSGSaOo7yNtur71L+eHbRJpjXxWbtOsRue77kxqImLqPlejLgVN2OJQoCU3
c6eox1SLDS+r0I9Xpanz1TSfHgHAnUvtXn3d9ZFQ9SK3ILDRUDl9pLJDqsSa0dRBh+4z/yu8vKiL
70VFDzTS5eTDHJ4TZH/1bV+GBNuOjA/3nBcd3V9mAaPoyZyrULmdEyPyeuRP/XSqxn9aAkYPCUDC
KvZKk4ii+OmLyTLy1Rloh1u9VaKdveT2Z6G15qGQKu3x/X38KjkkM2MYOlFMIJyxzQ5J6zFFfhg9
PbnNxE2SXQqnxRDQcaTcQ2ZIkz2QNIGK6vsFdOEzg79uv2L29aIiSTWIdssW+rRk+JolZl/cjujg
7dFgDA+ZYbUUJBQFCic2V3IwNvKTbMd1MHS5gltBNQQFRXG3Ho3QiyJzPhPSX6ft60MBQGZeVnLh
llpvZ4PEwR4Xt4mmd0eK2rJfVZWzz6LWcDOaRsdBVh9iY/IyOUW/KckOoZqfK6u+YryALgSX86LC
wzWCi8TpItAAV2L0M+a3ZaNcz3ISXSO6qQVk2XTJlabyc9gdviPkzJ9KTL7zrDyTXL3eX2QVXB24
PFBNeGWXUSxRxtEywBYX+qOuS9GxT9HPkuK691H1CnKtObel33hrQABApWHryJjl6GvC98sGy9Ht
7Luiym/numzRY62dr20s4UrXZ5QuR1sGxUXlIKVixiLtmqCbHIoE72+K17v89CE2eUVBjShrW5Hf
Slki7RpTSoO8SqMP/3gUaP70eGjQQsffYg+KHkeGrEjjW3WMAXDIiuSPJXSm90d54aWeHhSUYWgZ
QuBGDZCa6+mMJrOsN/1cxreRM/oc5m6Rfcy1xIe1tJuMz456lxoXvfZRH0vPSnUXOK3r5MKfJSyH
xY0VzugyJ/gVym6fPKtLdqOVF4b+U0Q6xvGPavwhnExfzgBhitGzO3BkTX4gM9/Z5fgBStSVHQ0f
6/ZrhVda0NbfkD3+598LKiBnIAghDoItPxn6j4hEoka3eKtc2oWk4hnRnc14XhUrQSDZIFTQFFzp
Att8G7HZiQyliW8zBOwPtTFbXghX7zA71S6WrCjAqqP1Rjt1PAugxqHMVcUFvdSd+aJvrM6V/wXS
GRQtl7nN6dChPeIIZFBuxyHVaG5gOiivFdL3183rzQ/LjHWzRgB0a7dRsBbOECVWGd2WS/s0yovz
2HRW/yQRqHBDSSyuOCzgh388KOk0WC/yejCa24Q+7kBIxjYKSIvc5ccFw4hLIOb4sITTLs+kwScT
Ped4+vpFuRIzkVxVsdWG5n66Pzp9iukK9yXiL4BPDDM1Psr20vt2OSk+yyi6TJoi37//oi92HKe7
klFBHgI0AWyHXsXpqE5BH62Z2/K2d26XKvSUGJ9DI0cYrXAruAbLuBOwtcunCYCXPD7lErc5PQjH
Yx0eampVZnbTiyP6Mq5l3w/JV71xPHOeD9l8UDRcaiCCwdIqqp02xm6qPSrFtRbfWA5l4Mjo7s1F
2c0y6PUuR+2xcxOOVScpdmFf7Ds0Mwel93t0M60uey6AQAdzDiDLbsElxz2uQWM7Ht6fkvWm9OuM
UJKgQofrrLUib8BBn86ItbC35TEZH0oOh0Mj44/WYAp5kCpZozeHmkJvDVZQCP1ciHzJ2k6GRvQW
yRWS9tXXgVLC6dC2U8QLh1L+gGSm6vYo0T6K3Lhr1T464uNCCy1irkO7CAMtZXubYtQPaQ+mvDBn
VL2GQsWd10wukCnSPYLQvGsImRYmro9Lgf3WFH58f7Je9fsQmeDmb68ChKyiV5aP0xRlsd6a0j1X
7wNyKvVFZUnJbR3nXSDVRnuQROfnhlz70kgCM0+yHYS6pNylduIcph6nY0FJ3ZxVbMcHRXuc7aH1
+yrK7go1Vc8s91eJ3orYgZqPSQkRlObHZpNVktMIa2i1+1CJuCioereDUlB9Br74VQoFYmnIGXiy
GlbX0WIbbmM6Agx2Ee4a7Ko8zivKENOkn2lXbEMpmFw6e+s1duVyUCk+/fBZtUiVU03qfVhFcZCa
UueLKA7PVI7eHAWyDDZnsPHp0p6OMtV5XI7LaqkxJ/UOGz62XdP0x/eXxIsey6+rGPQuwCtwg8B3
Sem358JQKLnS55JxnypOszNbffZqNF9hRsvPaARcjJmWBZmdP5mrWsfciaAc0jqYJ9R/Hbtvg6qY
soNTOsoFsiufWtx8XBE/xnESo5lsf0gNefIHrawuqLObRAduQGisNJ4aKXFQ6lZz5YSFcYjjuvSU
Rcp2FGcNT5cLCw3PHnE6/Kq9stH1Jzszc0/PrAaZOzs/c3K92s5MBLNAR4HgSh76shh/ySGTelyc
HrvAe3KdwNgh/O7N3nBMAsr8l5NXXcc+ZL/b+mv/M3kMzxxh65LZfIUVuglwZy1Hcks8/dgoLvdq
3PbqPWjuA3xOvbV8U98rXBfe/96vaGMvrwnqAmkqKOkgOE9HwoLRLtj96n19Ze/NfXYz7eqjsoNz
7UaB4sq7wtP29cchsO6NvXUh++U+8mNX2r3/HNvzc/sY6uljTKYQySA36j16wa6BYl1ufNXqfaua
YLPPrPHtTiJXBtey5l5kJoiKbF5Z19ZqSowo3KSUxrVlRx+70nHO3L7fHgRiBGU9Duat2QUJVdOG
eQEzIsFVsUrSJMBILjnzKusBf7JOUCgBAkGvf1XY4/g5nTZjjBF1Xery1hQRLs6wrgNbVNHK0Q99
ZDO+0hoo7howc56ULecWz+t3XLGEf1VzKGtvuXsUh2cYqYzeyJkJj3Ku1hvWOTfXzSiAvVaUAT68
a3udEp52+o5FTuWnQILilgpuIdwFTsEh50J9//4K3IIj/xqHGjhqINTC2POn46A2ErIb9OJ2ktPp
GJfTSKe28qoqszjOlR6T0b5uvTY0Wt/OkJ6F6bI8dYYc7pUBb7q+GCqXlVAFitYOl3M8x+6SaYvb
tMLcR/V0FPEhG5JvI55/Xq+0l3adPUIQT/eVWn+fzTA7czBtkqG/3oi+ED2sld6wFVKY4Y+HfakV
t40T3c865d6W72RACXXR80lcPUJKs1Zk+59t5pdxdTpERHAyKtqzpzM5A4S0EDOnINMpxoe8yJOL
WnCl6/UicvPG+tTV52yh31gkIFJAKFNQ43W3iIVM5yAZmyS/7S09PoTzYnPcg7t/WSP/8X36z+hn
dffXzur+/V/8+XtVzzRv437zx3/f1j/Lx779+bO/fq7/a/2n//uv/vv0j/zLv3+z/9w/n/whKGGR
zvfiZzs//OxE3r+MyTOsf/P/9oe//Xz5LU9z/fNfv3+vRNmvvw3lsfL3v390/PGv31d3j//49df/
/bOb54J/tmt/lt/j3x4r0cc/2/K35/LHb/8Dd432e598/+2KP3bbX/bzuev/9btl/UHXiFSX/JGZ
B9T0+2/jz/UnmvPHWgNco+tK6X5pEpZV28f/+p173R/UKtjG/DsC74uzTLeOzc905w8wAxAV6OTT
ivv9fz3zyWf578/0WymKuyop+46HYYH9d1hcFcY4NFfKAwwB4tMWEZRiG9NXSxR7mhF3T5lmZdi7
KObzIOvhLtcGoH2Yrwe/TNzfD/HroC/ouJNRadxQ5uLIZniiyCYPpEgd5lwxUi/PhN+IG8W4yq1v
rXO1pA96WnpDe9+pD02fBsVqu+vkvpI+NeWjnsAPHL8IY3QrSz4W7Tc6PDvsit1sOCADllvTsaDp
YIp7mFK7IUT+UI+8JL1SnadGofndZS6JsOvAMtC7yZtFuR9ixa1lUqN6r+Lj21MPff91N+g7Jnnz
upuzR2uxcEMLI/WsR/s6uWlc4Rbu4ku7ymtv60C7zz+2uat4quucOfVO49rrkTc3rREzaDkEx0Oz
SAgXuOxt2H6OlDRoyuRPMRlHvfvzzMuu3+69b7sexL9kg5VhgurRGBLQTLBrgl3v05h1852xDw/V
EZfH3eP7Q75aw6fTu+W5zFU10kZgxJicM79dPH03nrlSvDkESfvKt6CAsL1PKWJYFHzQUm+yvi82
CYpxFzWouFUfi/TL+2+zgXT9/c1+GWuzWnKjtZphLbpGNyWNnx/2vvnQHqbLag8F7yb6GV2otzpH
0mV5H++j3tWeptQdP73/FJuq/MtTrO5jcAGpjKy52eln1PNOtGmaZ16H8LDiI7vEGW25wxzUphtH
bqK46jm85BtL52TMzWotlNaU8WFjTG5OA7a1ZY/TQDTRaaqyZXfmDV+PRopBzcugSEtmtnWnpvwk
FRKyvZ5VSboXqfl0HzkQ4LI5Nv2y0rQDl7Z+Vy51ca1jtekDv7CfMYQSh67RGoy7O3HLNVy9lRI7
+zlnpv7PVh3hkVSE1h/BEslhtGpPv4FiSArxL0FM04jXZrZM/8FJwktNmgHzhRIYaHokZ0LGaX6A
sOPqdghIGE4R/wFhOR1UVgonV9TCRKne6NzCjtodeU9yeH/21yjwS5QAt847UVKlSrGejNtKQD5T
TE3sbgYZjUEHaHVTUP42S+OplSGETdVsXdKVAvOftaaVUHE1z90cNy1Wzr01SaZPTe4F4hgLl9M3
VWpgkGoKF1OlLRYYSu5QCiRl1hF5ws2rqLBur7/GZlt6SeO0l2lMOSFLlNlzpD68GAQ1wfdnZRNm
XhCkSGqQB9JhBaC7mfulcvoywn5k12vmAm5taS7TummOemv/1GApH0CxpmcO442e11q/YDx5vRZB
eeK/zTRUWpX2Uhkz6DwVj3Uh5F0inOyDpabZIda0tsBGYl58HQsHcuJ01iY3AXowezYMYN1FG/uc
kMGmLbU+E/hk1iJXQoBsylZsdFDluBqbpdnFiCUh4TNnl6E1aFQo23Anh/aPbKSIUnHpUCJMXHqn
Mc9ccrarY5VU5KIPkgE0FQW0LbnDWMIG/leDQCBLJPZo1yisinyQK9BVVfxQmqk67jpYqbWb6HFk
UQ62q6swbptnC01kE+vucSFWTk347f1lsmH4Mz0vnDxoIIh28d/2MqtHYycNjTrg5q0hYUgpd3lI
AXIfSnCHD5bRJ40r60NNQT2ap++4Fhi2n1vajIBw26Z3dlEUijuqloSLXrMsHxJVixL/zFNuAux6
WKLmaK+aVlQQYLue7i+U63prtErzQCQIr7AmLD4rYxa6iCqi+zTMyi7TMAy0rYhCBmS7Iw1pfFbs
3vEQeRWejkWWt/QGalF1BlawF2dufa+W/vqEVPAgcZBKg5/eXJizWessQd/gUIazlbuFUye7vA07
T2lr1aUBNV5USqgh3YcSBQa9RZBGtuLFOkQ+oBDjmSNpE3pfJoyPC+OQAjkSVpudWDda34OENw/Y
tVg0BhEfqyflHA54DSK/hN51lBWYSnTnDkh9dFPUkXtDJEWPYj6kxJ9yS+tl1FoK/VQXziW+6/yd
DgXhlqIjJEro+6+UNpWuaabGyMLD3KbfZydJIXUrMV0lvO6TvNSfqOE2z0LrKtfssxZ78Lb1kJW1
vXHC/8RC3/TMtt4UK1f9LDoeEB9XCAaOPeYmxI4aUQwSWngI+z79MeWafu8I4yhHueSleITsifLV
ZR73zq6UWvWDMqNCNaZLv5vGBFn6UBKXnTmYUDUGuw/asS8vsqUr9j3guIeG8zhQhqU9vr+XXn8z
nhoYELc9Lk7ytjuYc37ZSJOGBzFYy1WSIC0wiUY+5KE8n9u26/fffDSKICg8rsaPQALWVfpLAm9k
kWNOieEcqloXT3abRnC/Vt+4FaRvuMLpcSC1i+5njGrqTk2V7FDNVNZ2bZka52Sgt9nw+r24IFNj
X9vNq27r6dPMpsiyrlLDQ9mNzadqDLN7faKhVseTlvlxl42l2+StbLo9lJ4fJbsKappe68Fiy9il
YxOPy4lRG/ZxGCX0BtImntA21HIs5Yd+0K7E0KbPhZEa1cEq6ODsK8uAnasgY3TmovLqWFtfBvIB
ADkKjCvx6PRlenRw0ErmZUKIgbtCrC3tMewPIPtEYBR5uStqKw06mnMBFODcj1RL7P/xUuLGDU4P
JhAghe0GMLsUfHbHBnAma9gldb7swyE3Lws1OwcHXPPTzUoivaNgTSHDAgm/Ca+pPJhIlMvSIc5D
wxfaEPvUGvDamSfbn9AMQngRn5G+smrv/Zd8c2TU5BgY1CQo4tOJ1iibOVKDN5YM2civ8BLy8DZR
AiWrS18qSjkoGogCs5nmZ6rZrw89cLEru3r1vtGByp2OzC7usJxMoqMuKu1irDvZDcUs35Ud/aFk
El/ef9FtxsiKOhluE86mPi5kG1HeI1vWpouLWYuQzXw3k9b5gxEKv1Ly7EyIeCMakaNCJgQm9eK1
dfqOhTZwfAjk8PvIHoK+kz5ZbH3My8b6zEhvvh7ozlUmwuEepJ6ONMSq2tuVwutxLfEhsLgcbskX
axnCC60I9UdDXr6+P6OvX47QB+II4yVgh9pWqAlJ+XyOmNJjljv1zsqddtfJItqNcuH8s0sQsW0d
ij2ItQDE6S0fXNLo6mt9Gh2nJRPPfS7SfTLjFQYhCGGf0dDKwG6x2ypsSIEVWPL33/T1UkXlcXXc
XcHUBuOfTu605KlDSI+OWmyXR8kGJ4QQ7HBdFEl3J09LcS7den2ysCdQPlnTeuC622LjOHV1bmLs
cqTQPXyjRWAe8gHko5urKiiopcWgym2WsTgqsmTEblMp0nREHE+5yGf285nFtaGrr7kARVcs28jz
wdwB7TmdAFEiLIMwqHOQp0Z3R72DptKSeJpxg3r/jPpAV7aGr9LkPTpdOl9kMXczM5IwdbXkBiBC
Ht4XGWIQfaxUkM47cdGk4/y5sFIE9Eq5C4pJMy+TMK3v8L0XR6vMsmNezhPU6rQ/IuFe3ClTqF33
s5ZfyFoChmQcmot0qNRLc4iNMxnZ6/1ENIT5s16paAEYm+g06knVAr0AkSBiv1VvlpaGjfG5bG6S
4RyT942x1lyFdJYbAO3DTfSfILW2RUtPMkms+LoRzmdaHfIl6uiIYtT5U7ec5RO+ccCCzwIwjZOV
Saq0rZgkqB0sEYASHD/RDFG06GD28YSFOO7YqHN0B1R20S53nMy3e826Cqs5PJOqvd5VPALBnysa
9B9SqNNFVap51StpFB+HrpI9xXSeJdFwBuHrFLRWfQ7B+TpcIV3B5NIDByANlmczXAkBtMYZ82iX
s7hQpKS5XiZ1uMrnuT8jUbxeP06P87VbYNLyI3V20C86HQqlcTGPcRkfJ9u8iKqwRcCpsHxdh6vf
MZuk72H4CKjI9Bt9THfvR6s3LmtrWYqIBQCH25qxmVhEd9QO98TkOGZ2c2kKuDRNpMVB5Witx3pf
Dt1cSN+6IVcCG7uN27KSPtlFv3yA8nXuCHy9uMGvELu5rUGoRjfqdC7sPDWKCQeEY4n6gZk3k68U
0vJF5KN23caaPHjpfM6ibd2cm/lnTDQ9TKCIlCTW7/NLYh626YgtjAUtVsuTIFTS+JqsdTyzfl8v
KER/FXrIYLPoEG4h91loC6lsUIGRR8cJmgnl+qLH0Elb5P5MffONBbXO4MoWwZOcKHH6Qk6rjfpo
5ekxrzrkakPjKZfN7BIRGPmgcJPy9KHKr9Ka5L4q8fN+f0G93qi8KOmhym2QmufLzeOX6ayVSvCy
dXqEFp4HU9hUuyY0GneqtOMyWN2Z3bPpmq+nDeNBz4M5pTPmNjbpfT+i9IAwdCprsT+a1hQM+hwF
cxhHh7S0pZtQJN2FHLXpjhMr8xS7jw9xjwFxI1rcGmWB7K9Ikm+yaGcITZV1mHsj9MlscWZInPpY
SWQLS9zY+15Oo32qT/qhLYzsszxO1s4Y+nvN7PoP78/jG0GXFyPW0qt8kYra7IUoU+JOlF16pPWZ
usLG/cLGw8iNw5JnsNpLMGXyxTj1wrcnfjiBkT5zlL+URrZ7A6cIzjYuiygXbmJTJ41CAe6VHadQ
aYKJCrdfq5Nmu1WnfASKmt7qDd17iePqPoYgdwA501+ppWF/VpRh3suDHR/UqvkixmIJuhgJp840
RziUhnGwJQ1Moo7fsEWafVEq8eBabSLuw8FGq12S9BJewvissXoKSyv3iIuecyB8K+AAiCbfJ+yQ
em/i/BK1JlW8kb2S48jX10oZLM0cB91Abooes3ggIJRnMra3YgFYGcIbhEfI8uvPf9kiupJKAw4c
6bExheHK1VRR8x0132mN6syN7Y3dSCl+ZedS8rXALp4OlUSdUNK+ZRFJlYJWkRxdigjArKpN0x7B
kXOotTeCKToY7EJOYJ39vy1OVu0qrcOiVTrF9DW9Rf0EydAz63I9kzbLkiE4sFA0oZy8jTHSggeR
FC3pMRzN4UB5JPZA+Y5el3P37uXSuZHUsfLZQOGZT/fm+62MOJaMSYN/M599lA51qtrpsVNsePCK
VH3ETbS9e3/vv/XVaEy9qBmuQW2T482IG1PokIhpk6MEVSSH1/M8SAfJkrJ7M+zOCXG+PR6YAW4t
lFKMTahB0qRoR8F8DkkaAM+pdip4Lo8uGTzM/lw/8q2vR8ZB95P8ilbYJuPIwH9GjsVoVqcUl8gF
ZD683eUwZYvXKvO12UyfIymqgvcn9Y2tvqY3fDNAGaRc66f9Zdc5NH/asDRYmkPm7OteFUGk5MKV
WGAXSKZcJM54zn7ijZ0ONo5AyJB4WG37cY6I0GLU+ZDF1Mz7Wo6S6yZC8KnQs3j//uu9ceoDUVsR
wOvhS658+npamVd20nAPajrkSeTKbkB5KOOuh2pylGRQYQ5uZbtaze5Gio3P74/+1osSZbjsrcVf
ZZueIypkcgqb2bEeEOcLhTHdTGn7dUI44vD/MhILZxUcIT/f7I2YJraTNXHOZ0zDIEqc9tAmtM2R
9zgHX3vrCH5xBVhlPRDi3p4OgAsnpaMCfYzlPv4GlK45znNjAYtPcS0yRX2MptK+Hqsl9MiJus/G
0J0Tc3krQYcigw/PS60WovLph62hXpShMqdHLu+hJ5sICMkaFjJa4SxUkAcYbFahHFj56I2WceVF
phYfFSusD2j8D2eWGbImr4IvZEtavKjSQacD53j6PLoEKVhtFumQpI2iuL0VV38Wva7cWpUVL3sQ
TrN+6OtM/5G3edjsTT0cr6ZmNL50fT1RZjaVR7Oc2ut+auF9KGJSP6WIMV8Y46B9hAKcye6Madnd
YlPwc+VsxTGqQzQc7ezL0JcPVDUEJhOLsHf0OoufYVKOUwCB3viCY3xnE0RSnzskCsL18qAKJb8p
ewgFAPSlh0LX6ztJi9PULcein93MkOccbTfyU78JzSx2kwhzVxLzsvcHbCLTK9qQWDCMEjSaXUun
NndDXAX2Im3qhuMN9pubpZ3NoHgAf6/QxP5IsYfztpjE+M2u5/zaRj3wk45TS4wUT0z/2Ry10BXC
okuPplmh+lxkzSu5VerrqVERidPSqfisdsTCto0m8JszvRvUgiKRubMedwFuGc5zM1fdx2JB9NBX
jAJXkaTrpceex0aTPIsKxV+SQvlSyGX0KKYqwQCgNzPLbeQ+eZSMqoaQYM325C4CKGaupMbVaNc/
cbj9GFmSZQRTXiqfmz4pp4M603i9odQ+fiPpy4NMhivvUiZOFT9KLe2wzrd1i9R2N7sjKomXNiWe
0isEGRhFWt3qAg1Z+k9wU7NvVqwOfWByznzRK2uMMEww5y+O0pvWBb1vHQW7IbFu6mWOn40sCZ1j
K1nKUWpbraSgNogb7Go7JJiKsSxcXC3bcF8aFdb0KwEAefIKrI9kivDamcz2McxGuiwtCAglmKRw
sd1ElBYHnYSsoC8lzvJY6Al9UxFWNgQDWDqolMdD+aHQavStgH72Bz2uqocRDOtxgTjrI5EoX2Mc
XD9gHNtWhL2G1oM1DMN9XS5N6rWdk/VuvgjlSQ6JJoeWYuTVIrfyHVrghe5m4QSF35SkbHJnc5Tj
fZ3I0UGYjTZ7YTEL21c687qazel72aD15PW6FQ5uNDZ941eqnKOIaBTyj3gJM8BLyyLbvoo272d1
rIdvUZelDig8iHxu18r1F81Iqp+OnvePmrGI50VOlInFPGm+jncDTxKN6W3aR7PhdbNhfDP6sZW9
cGpkvASA9owswxgU4GS0j8gmYGRthwASvVIY5nPXxXMB3TqunrM0G9NAApf+Wc1QnE2oPmquZid1
4UXJ+nvSVKW8kGNGyo24Ur4ZlEyzfThO9h1tpkh1y6zSUy/jZuPDutA/JoivXZTNnCJpmCjoVUtR
OeAzr+rlV2fM1QHFiARXizqZoyTQVNxiYo6PCiBFM2sskEwzAr3UqZfNRRy7sVOzk/SEZpUn5LiN
dqIU8xzkcSKw6piXfHCT1MzxYyu7O3izc+lqkxX5hIH2e9VNxSdJS/VjUTlq6sox8M5VZLs7OuOk
fVyycviBABZ44ySJhshTkowGeJcpdoJBliSBLYtz8aUdZSfzkKTtvkYpuouuOi52s0O/AE+JVPQf
xzk3Zw+eGaXUSMtxNOG548KPwZ3qvpboc3N0RNpDIYiLm3xswsK1m3YC31n0xkMqLxp37xomiduU
7XQXI5CEJnQ98kEFS3cnVtm8uF2MH3LI1Qfxqmi+a1PoyoAJ0r5EPXEwWOpJndwRwKPBWwwNYUZ9
maPncczSxWPpDXREhj67GtJs+jaEZfzNmpVRdeUBuImLrIKDVlK2OA9zhxOK31Wwai9X7benXCCq
485jRJ18NDtZCdh5E9S8WWReqlv5fSE3/XejTi/7JfkkL4YudjWaEbD9Qti7x8xqa9mvJQRRCwCo
ox8CeBvdfJjq1mctVPFdHevwSJTGKg+VugzRRSfFluXTv5LuxaKZaZCkS/vQJSJ+cOwBtxYm8wlP
zqvCcD5xcUxT3xQcNl6/Gh5kQymuULNYsA1WSv1LLYY6QUWVtSXnEdK+ZoSUhVeURbgEdibUJBBZ
kjyluRZ9yZQm/sivx/KIohTfacnm8GKJ0FF1E4nN4lLZqf6s9FAVrtJLxYcCaOQH0eVNx0vlk+kq
M7IlviNJZeSGJbmIG3fGjFXgohkP9oxEZo6I9VXeZDpre5IwjilFL7WBPTpt5DZGGLKY4gxpSjRu
cLl0Kqzb8OPMAricdQ//hfxqKbrBcqcm7mNPgF+qoD+NKBbI9uQc+65SvgxDhE1mNA62ayp1oXhV
JI2XLGaYm5ZWWwOOM2Nd+2bVT5aba1UP2dMBKzyXZvWlaJrutiZBhCKnORN2hzG1Z0+FTS67Y433
YKA2g/JZig37Gl1u52/rp/+vwfQOaf3/GUy/F8/Fr2j59W//hZZHmu4PSrwA5vn/1YaC68NfaPn1
J1z6uBBRgX5plv2NlVe0P7hhUwRH0Q86qbFW3v6GyvMjCvF4eAKhXMUVdPWfgOW3uHXQQqtC+cvD
QXPjN59mlNGLFOMYQdcw6v7JLoQ4hK2WflOGtrWJekP5KTGtmIaSJefHcRmbwKomLQrYl0bPyp3b
Q6JeJ3OM/0/TZ9FDgfLHgybPyW1aOOon9kvypBhd+BVNUi2oapqBHF83SiXPw26KSs+YM/1DJE3i
spcG6UFSG81PpnD6oIR9urg2qIirGATx91CeduQv/f3/ZO88euTG0jX9Vxp3zwK9mSUZLiOVRhGR
UkobQpY89N79+vsw1XUrg6HJgHpWM5gG1EBXo3SCx37mNWKI49JFZxo2r0pFNfR6Y7L3KXFovcGB
h4u/78t3wGTV/4QFcie+VXmd/2zOKR/n1JH/67gi6N29tb93P75U3/91UyczS2T+c/dtlWdfkr//
Wf1687/8Xf/mimh/0ZAk6UcdHAgkijd/735L/QtvJ1p3FJJpfwCK+a9//c0VMdS/yPvIpdEMgfnF
Sv3PAZAM7S9a2VDe2K9AaDgGf3ICLioic1HMmZFIs4cnvJXzA2CCPPQxj5BuJKNNN04amWsz9z+V
2WggjeKj4G6MT33ePr2avMdfBbMzwshF53jWLIYjMyswYeg6M3XOSyJICuaOH+27uK4eC7l28PHs
/fwjN0n6JclC6YBefb7uLGBduMEPY+fR+CVnwZF3HWZ5hxp/odxGRPiBN8vO3YowS5RNlcj5M3aB
QbiyNPIJrW112LrFEN2N8Cx/hsS6p5GS+k8pard6Mg2t5yvt/J7G7d3czP6WVelTpStF6/H+STb2
MKr0PEqZeEwcsc2yFnl9U4OP16k90nyGXKKDFUq+/GDhovtrpv7oqfh/9MTN6rD/+xflVlTi65dG
nB2s+V/5dbAk4KcchJn0poBGnI/W3yeLAvBfFIJncij/zfHjxfn3yeLBcbCQgtz9z6H7m4QFQYvn
Zj6L6HYA5jLMPzlYi+IJQ6BPgWAoSNkZHEYqcr7DDRGDog2a7pG6groOcjMmehu/d4nov5dlbN0o
JaKm+H2DiJf1ehUpNaTqFs6BWrbK+tXU/ea8LZ1z+TUo9M1iGehzwE5cliCVQSRp6E9U4JJicitJ
28MoTT4MRqi6RHPVLlWybNWi0LgpnKlZF6EiVkJxdtKUfdaiHjRebaerMrXr06Al1bar9PKGUoJM
McUf3mWd8zwI6Vq5famS9/K7qdXOeDPaUdizns8istJNa3VS9CgXNTgLmePXwDJTannFlRu/z6su
uLEnu9k3auc8ZjZ6X74aJ9seL8BbmJfVtzbt6g9F4t8bwz5VlB9XZnb+Bf90BOZ1NoFv0y6DLQLE
d9k4pqGpI0XLL0Q+QD7oadH9xHsZF8TKNNY03Y1b1FDwmJJLGoBtLa3KyUK1WQldkDwJgMcaT/ZU
799nQV7foyqab2NHkAdKPY4icpptBtElu9zGzKhs2uCdM8jj2uxn6P7gXJNaePFlff05XI0vkrsg
mVQEXZbkAdHS34slHN1izeyxfZQrTXfH1tA3NvIdeBCGeGga4XSoDclXbrtG/lpS2MGZTSkaT3Qj
+UgTJFsrKaJVINW4vTcwo10/byuvnArpWxpJNoqK3PNejyqLNBjohlth+yMba/LZkOLIqTCOWue4
lJjsd2Upmu2EZZbslk2F8bOPPbsnFQn2WqMGascutOSjaZU26YTU3WvRpH6cokE/kbcgQJ1rEqWI
ugizzz4ogpWiNj9Yr1Jxk4YyLxINtnMPfFbNSPdF8aw3Q7/2g85v96T71ZX9ct7GIdYEnw4+jLR5
Fl51lgRhpEDLOqhFfpwUwPsZufumsQv9Cu9keftcDLMIbHWNFNzOw/xI5lpspWgKt8lUOZTmckxt
YSbdFUoI6tcJPQoM6YfMl7OTo7WndJSe3z4hL9yOV1vKgo5DJ3DGZsN+Qpps0crVrX6ItNEsDlMK
YrNFmO0+nygbmnZuY4qqpB6XeLXtBxJ/o+uVnwhCSe8o5iW3cTVNbgaacK+XjukZpPY4j/bdSoxW
85BQJKg9qdS+DyQMW1UH2RD0nJXKrG+VNFZ2pt7ABNPsHGvyCh1NuK8fQ7kb7oJhLB4qm/KjFSI1
ZRS1/OgkvXLgD/SYMio/kL/bVzoICxIeq08vm1Y/2DwQ2XTZFuHWMJoaSOHBP6AI5AKyvouYBzwz
8HaFI9Gbe7PovKCJNqLPjyWcrbeXYikjw/isA77DFPQRa7lQUilU0ZiNHusHf0LP0/Ali9nt92Zi
gtNDjGvXy744Cmk2DRCm7erxgKAZkMYV/xxtLiVO3sXx2F+BUlwcivlngT+iYQVEBejI+S0vGkOF
MzBoxHzjR7NRlXtDhPrN2x+/uKh/fTsP8UxVe4nFzwcZw9j3BYWKA2VAbWuqvTuYeXXTVs2Vw3fe
05wX2UAPByoioLEZUTvH3K/afSqmd7UO8+AwRWngSXke1gghxOGqBif4AXPVa6bK50H8PCAX9Wz+
9EJuAqF9PiCCHl2bKFpzCPR6LXfjw1ArXpOa3zvo1RUkBxBI6ert2fzNVqYtBY6AUAkMKB2x80EB
8cT0c7viMDiUz6bqGI6Qe6p2mw71V4vCPI3NdUsyK0fhT1VNr3SDLr8ZEe5ZwI1WP7jepV+LMFOd
bmM/HHoJY4QuM8f3MXV1auBN/1A36ld+kroHotldO8OLzYomOqgYCEZ4UZC8wYU5/3A9a2vqt1r1
AINsupcL4aWSku97SzUiF+gJhny1mNaFn+ebKU79jzRxug1pfrkrW7v9wnOUP0Z+eVUjirD2dSTC
1YLFCnuPKAR3Ehybzn8Y+hqcbCLiB7OZxvet3Rn7tOxVL01r/zj1tWsOiY+wWaxtksK5tWoso9HY
/05RgdKclYldS9CyCXOwIBPY71Uqs49Kw+R5KIqrdN15g7x6FiAQqQ6RKL9WQ7KO9u35z5XUBIpY
jJo6yRwE4cyVuvadYtw52rhSs3wTNOqmlyQ0EqcrS7jYO+Aqycb1WTuSGB3MLOWl1wfUD7Isqqjd
PIxZA8pgNHcqeAA36aXBLRLF2OS0WXdOeU00ZnEDvYyLLD/QEVJPgOiLL1YS8Bt6GE4PWi/Eqq5z
pMbQh/MohF2zdJ8/4fXkAvklwID8SYZN/3+J4wDXqTQW6uqPYyJL91YvvcsmCeK3xTuT44MWjvrw
6cqNcP55Mw4OwRVjZi7xvECLWey/lJRLYA81HWTLmVwtzW0K7/WUupJWKZhGTemafkR6o5WtdYNf
MxUteh+5lSl7eaoUd+ilbuOnkb3FX0Bc0yR9AQL8MyUvP48IXZV5ZiA5UD08X3VjCKOM92s8pBkE
IgXBiKCtBCzA0YEypBnIcI3ClenIPKOi0b/zA1Hfi7aFxSaS/pbcHv7woEe4sBTm2jbHxDPB4lRu
mNXhJ72rkc6fMs+OBCQgYRb36MBNd1Wsl24z6M+tjWJgrLXDXqu76NptfH4p/fo40KtghtFjY6Mt
LiVRI/okB910SKLE9BxNtLcaLZJ1MWEO6JahjqxUqtT7yP7apgkmgcWA/GubvmcTPamjX2temE7t
t7e3xPlB41fN+S/iCrOukMa2WBw04HNd3PojRhVNrH037DbbwZiyvDKts3UopOGTDdJno/jytUjn
Yj4YeX4WbTiRsBOWd6FsDXpuZLlyEL6VbGgpBd4wOsqVl/5ix3OHYMhNEVmBIIRC3fmW8pvA7JXS
rg5ccd220oyPZV1aK2RZrilBnZ/neSaR2mMy8SCZuTNLPSMARDMiLa8OBvSSZwPbjbWRObeqAk4B
GoYrQoey1Nurt4gW50Ehr86Qf0JGYvcln94ui6HjNWgP4NzyDcan6qNZZgiX5lJzjLh81uE49h9a
dfbLrDvc48LZkBymPfi7IdiBjojAkFv1tZvm/KX7+4fNZxiiB2aei6M89UMGIwxxOBhbBCBCVT7T
jW1vfV+bbvKx8G/9GMNj3jTEOeUi2/O0RJQOYnWVUawIycI2iW4EW2OK1H1SN1/zwP6hZ1LsNRl1
+bfn8cXS+uzmmWMk5hCBLZS82JHn20TNIAdLWlEdKrU3NlPZD2iUmnKwtcpuY1dFueeQplvdwjoS
19nh0HU2msy9OoWfzVCyPf7O+kbBU/Wdr9XBPVlW89UoURo1ZvWINCjyH2om0n1QQamPy0DcIu88
gkZuVC8uDOddqNrZWm9FcV/l8meZ/sEHLgYwdsgWWfcYqvPcTX11H/a+c+iawt6EEUodLZ2LfVHq
JU3fzPREi1/423Oz0OF8WUquBzpA893MFls8GsEgaWlsheXBkqOTgzQ8Clalvu9zGwnOvGgegiSU
dl3fPhr5NH30U9v5hMPacwx5e8PF26xjKsCuaiBfMDrxeI/PUrjHjsM52MXwh3DF+USA1YdZRQIP
NWOJn41anCqmUCoOyag3O2dMCjroaoH5TWKsmsm4ZnV8eewZD4AHE0R0D8TufOdETWIAWPaBeaiq
/Azt0IUcEXuVcCjFjI154xgQft5ekstLjVSMu5oeOGhTe0nzSS2bgk0VlAe8gU23UoW6Chu4jhzp
ayjv80zpZfHhPeDwgDoGm+Ciuid1nanXDGWnNoaWeFrc5+A3PBHG2T5p/Wskj8vxHEThHa5r6on0
uBevpJWa2KQnU36wa0c69UXveIEfju4oF91akaLiCiPh4v2boetgY1BdhvNMdnu+fHXdNJXoBJWP
HmrchAiBa4uww7OtNt3C9IH/F2l+U8ldeyXTX1LhePyoNOgIVb2khWQs50OjKmkWkcmnCkfqPw2l
GL4WSjF9aDLjXi0NbUvpVkb8RFbvJaAwmxhG9Q1Ovv26UCSgqZmar2zQBs+ximjRYNaaq0v9gOXI
1uSvXQ3DZ0nh4fHtutpluiZ5pd5WH9ukCz621ugmGfpNnGex0comAy3TjT0+Jk17m0/5FYruxY6d
v9Wi4D9HG7N59vm3FpU/pn3HNgpQ7wWD4otNyhVKkJuMu7cPx8WBXAy1COFh/mYTzpsFl4s8eFJS
P4O3EqQOzscmLJ8xmr/m8fhS/Dh7PciU6HpRkCVzuLRN0jslylEiSQ5sVXk/6LaECXDi5Ph347HX
twLjRyvMUC5QH8tq6rCv1vJ7BEtCr6rScN2mNm+hZE/yjZ6Mayktkq0kNdXGiSaxKfBZOuS1gNSh
DZk7GjPhRGp+zKnF2uwQj3aHaipyd8qn6La0p1U52Pm+Sa+bWZ4nhNwGsxURL8CsWoPM/kUZQxqL
PLfb+ID76rrhNnwH3AThWVBrmyyVhpUz6Mew0xqQVQnYEX348PbiXlwP8w8AoPACVKCosCiaJn1H
fT6u4gMwvZBKtGTqP9JeRxQGONLTiEv49u0BF0WUX59s4xJIU4ZmEenw+c6VM5pAETbVB02U5t7u
/I1GtmvM6PesV6pdIOX6fdZVwarQkZ4RpT65RjhcK41dRnp8+dxSpkxKlVZ1FhdVW4GKr9QgOVTR
KLat44TbWMcdCpAd9uht/UPF2HanBgMi2Lh5rwQF1broWCY/Nt53fmV/CaNry3F5rOnkkcbSsKLK
Ao79fHLaWs1mSfnsoKB28xHib7KaelOsjVhS3r+9EIv+2MtCUJEnOZzZrTa39flYyJ1QzyJnOBS4
Z7q5HeIdiy+1PGu942vdiTTYt5qebRQ0klZlLqkbiC/tHv4k2ECliDy8wTSqCVkUbxUUQGcYKDDb
WqUSh/LDjTUHfF4bwz7yfScPrzzaF/kOXUaQ6fN7jVsilbnz368rkl/oITVH3U5BAw6Z2FDrtFdv
T9NSQ2k+oi9cjVlshitpSfjmNjBste/yQycFP0Rn7Xphf8xnyKiBmvUO5+fGzUPhv9fgrboIkytb
MPvjU0yhx0tkqJVXftAcHp5fjvwgwAszxwj6wfLOAE0byIin5Afa85aXQvFfx6Ma7UVhnvCQmu6y
8aGOaukWVaSTmvbtrruWjCyuLQo5bFOTcs5cfyUJXAQVgaS0Kg7Z/XuF2sG6baZ2pcfyz9RA+CO1
sPQOoGdstKxr1ynlrDTtrlTPF9kQPwDApYYiInV9cItLZyktCmIAHnJ1KJrO9IqpT9Z5HX3IIvlL
UBeSV0ehvorMkvKspnRXAo3Fxvs1OIQr8mCeKOpp5xtPThojMs2iPqCR8V2VRv0dBfH09PYyGxdz
PMe+8xzzkbNV4fz/vyqpm0bVTUVvtgfKq/ZW0/tgM9GZdlkO9ERHXBGIpMz8VlGDfNMIQLY6GKi1
FIb+ySym+BDn9vTFjPL4PrOjYaspsf88OgVelrUstjqODxs1HNpNpo3txm4aA3d0ddqIFCusuWiz
a3oSkhQ7D9/vqZ22GKUMsxe8pYTPnZmkWxC6zloew+rejMeaPLOX1mM0OrfTNKCYPpQoDwdWdOoG
S3PlWk02oQqI3C873Q3D/HNZbvLxthtFve0svXx31aRhEbpwbiGOwXliqaiM8Nqcz2HaKXGtDdp0
KB3xTRvt3lMdSd4nqSMMN5+Nv8nrbRDuQu23fjAWn4Ow/hS31IyrJBZfizxt7rqiKt7bIWbiAd6H
G6kIc7eLbPO2yECMG2nePxjh6HhOZ2QwIfBOddt8VO+0zlfB8wbJbionefP29rjYg6jFU8ulGAA9
n9bOYndoqWSlvR3KB3KHxq2jQXoPC8F/fHuUGXX4+q6ZJ/DFvQ0uIxn2hZqXKSBQD36lHNpkWOWD
WAejtYbJgLxEtbGV5hja5k7Cs15w7c0yRl2WPSrpNgs+BPitZ6lwtfHO7jG1cbJ10OySqjnFonft
Xnij1bocNrfQ+g8GL/6Vi/I3P57KrKIQIGOyiGTR/HGvTlAPzBlVucY+tFaerqwcJ4HKzgntdXUA
cas1glUeUapWuhylDpVWoVsFUX6nl7UOXpjqTjfCdiyifvLKrt9Pof0N5HCxNVrD2Ze0tN93Mk0G
W5KT77FThRteIYDs8GdWRmDQ6lTVfpdHTnLl7X7pp716A1gXwkaDHBJGkI3/ySJ4USK9T8JQkQ5D
rI342OcN7eHgMZm64XGauuKukkLnQ22OzUrrW9x3rNG470tYFjlY6UDoYlPK8liiVKIGmsuVEtFB
GswVLIPkygu6iGn4rUjD8FDPnRpKei/lkFfLYMHxBobeqodckhSKzTnkkmISXiyp0pVU5bdDUTOE
P42bOGfjfMUDODNJAMX6oKaRT/5VJlsHQMQ6Znsd3j4ay/jx12fxXcCl+c8FNW4wGqWfmkI7AL5o
d3gEK6t0DDrKRvIt+a8bVrm4SRDh2Y6K86FxRnUHz6DEAyOYVqrC6ZCj/M+i+ZffhAoAMhKIwVIf
WYSPeu7QwJsq7SDC/iexdJGp28703ydab11Z1UXi8GsoHmEWlMIQba3zqYbIBYAcHMJhUNInyZHh
dmUCQ1VJDlwrD7orVODf7HhuIICTYAks+jvLfnmg5+z4KXMOTqvlX03JcZDNtONVJvQucW2QD88D
YpD1Ckwk/rW29N02Onty4VJNMcp8EcQEhAp04FwfJdnybyYhsL6gAErrLY/GKyf08uKk9kFniSro
3Khe1j/7bkipKU7RcdJC1Lomtf+mKYW2Ayek0XBT25sqE8aVqGiZW7EovHIgxqi5EtXTKz5flK7o
Jkfp0vJYt1hpRDntpzQziw2aIuND1YAEydpB+8K1XKximNQPE+SctQ767ddy/X8I53/hxfPqopgF
/M8U9u9/9P/yviQ/vueZ+HKG45z/vX/TA8BBz/1YcGcmKQUSdv8D4zTsv0hlAFCCc6bMPwM8/wZI
K/ZflKd4zKjFzgDLuTD6N45TVf+yiDHJhbjzUAKhbfEHevrLW1SnBkoKCnKS8uTsJXq+i3LbagKE
IvxDWnylm2HKH8Nr5avl8XgZgu/kF1MDRwvifAgJo8Qx1AEFaUJGtP65cQTb8IsSnBpiw1cL8Pjr
VXwNvL44FfNgwANAwdD3poS9eCx9qOazPq506NHz8MZ7B3GNcmsrLprMqb7Ltqp1ZcjffR70d212
mSVLWOaMctQohZ7r0qH9mX/OnyjhUK6/NsjyBp4/a9aTgx6MFSTiz+dzCEert7XMAFgV2W5nBW4a
VJ5uRJspEH/+PeCH6Cyh2TETWxZD+ei/BTTq/ANyD56kPxXJs1kULi0a1xTXLLqXoS3fRZoNVICm
H4py8iKvt6CNFjkkWGLLbm1WD1p1TadjucFfEKxw97kuySIB6Z3PXN/E+L2EY3AsfPmdrd7LgbGS
2n799r6bf+frGG05yuIy1kvV7sZgCo5+t/Yl19Q++g/mpqN7bmV/mJHOQyFHh940J3eu5Z1/kFIH
rW87QXikQFV5cbwpDTW+MsbLrCy/h47oDKV24HAsrZOHXtMyavfhsQI+gzucNxbIpd4MX/Mb9WsI
LS73wsFVP+IdiCpm72zens7ldn/5RurCyANoMz9qcSupGFRnjZqHxy55GvXyGPb5DkjDt74srizc
UomADvDc9fpnqMWFUTcCR5u+DI9OhxKRax3gMz6UG/XdcJdekY9abvblUIuVm+meVioYSjG7myqc
QEJea24tLyOGAHINoYb2DxCgF9zsq/hbNnG6d5KKryE0s0fjFqDhOsJVvVEUsAnXrqXLwzWvz4yF
4QIEiLDIueva0AqqE8FxCNU12h+q1awgob69GX43yKx9geQ1RXN6yecbvg0n0HkVd0Qexj8ldYev
0hPVjytb/nJxKCIhq42WNajGi0ZtZGd0KEI1PEJbiE66EiIfYPnSHxYy2W4Mg44jEQFNwYvHUB7G
SitsIzzapMvjRNFKgXF35Vt+N2Ozgw+hBXwPvH3PZ6x2kojOY8Ct2lfrNrkPE/HYhdH27XX5zYzB
O6JSAL4NkSd58VCk5WROhtGLo5J4KL8oXqVL11xmXxSGzy8iANWvBll8SlOmxeBQQDiu7h5O2k7V
Xedj9wCr3gt2Xw+PkzeusN9eFXv9thrc/Kjeju77/+A7ibSIsiFmEnudzyZ+DnkYSrU4amjnzDJm
90HWrP/PxlDPxwjrhJa3XLJierKzx4Fu15Wk6rer9eortPMRKNVJTdgU4tg3drUOjXbVoKx/5aj+
fhDSNrr6dGiXdLu+RqMGlqk4ZnG1i+Djk5/9JxP1zwiLh7ZBpTOFLMcIXHA1LYfwmobYwjcR+acZ
w4+e0d8fsYxJrNaJejGIY7VRt9gpbKeVcE+pZ6/ED7/ghRBPj9+sbb+6p7P+tUcv+WB71xgOv51J
/FQob8zg8SU2yQj7rqnkSRzbuL0JphiuSX4l0LsyxFL+JhC0eUIxiqPzYNtiW2fXnB+XkMRfM0nZ
Upm79TMx7XzP6SXi4H6vcXi/IjqyTXfFpt7md/Gdce+frPW3T/udtWIdzUNyF2/UXb6ptuF6dL//
B3vm1c9YvLthGtWBiBVxtM0j6GbC2Guipsv+2sWXLrZlAnipz2JLHBEX2fr78Ucdr0vTmxqsNjHa
cMdVtk7WxRbfdGRJUmT+HoJNdOXa/+2C4hRJCe4lclt859REkhh6QxwDs9z2bZl+gW3t/3h7Mi9D
M04HquCoNgFPuxApatDIII43YVHk974GV026HVvNy4drYma//ZpXAy02j5JJTp93TCkyiR5UVzR/
rg3x2w0KixLPAP6Ab1xcigOU2gmV9+h49zXdJxvlVvkYDG63s9blavI0L11lXuLZ6/Y2WCVeiw/a
+34X7uXb3X/wxhDQ0+uj+s6vWXwsys7EBFMaHXVIclqU3g/KNZW2F7TR+VNK+07Bv49JBcW8VBIz
81bg3hjXR+RdrB/1JHVHJRqaysU6Cok/A7bBp640pp/F0CfP42Q0X+pYS54KvYvuTG1QDyKIxb7S
xgDm3igBac+jzv9mD2XJ7TjNsjtp1JR3rR/JP4dAGb91ZioL18Tg+K6XEXcn4lE0tOhs7gWKpp0E
Kl2tZyabmmO5lkjZeyyV5DvV9PnfRjVpjlenQw6QPynsGHElcN0Ae2uQOY5Qsnu/GhDqQTtEP0xl
Gt7ZtWTiGTMgK7AeGiPOXTuprMalqYt8iwCgKOhehjSrnHYwYAvoPgBusHv582jLmCFDGrRkN6KG
BjhgqO2fb5+ey3RjRruhrAo9iVYm7PfzKxFwQVIMQ+ScYur1G/xG6nXZytQJpdKR7trK0h84s9Jt
CkDxjn4WLp516nx8+1fMt9HZTqBPQkEKHByHmKbm4qJIM73IhIi6Iz4392NxyHXjp5PM0lL3vEhX
QMQX5xjN/Rk2PzcFiAiWBFJKr3HYD4HMYLJrKY0rXeUcztHR2ffA+uDssLvJD3Rm93xS5UJXgzTX
xclONHbJ2CTFJ9Pute+oZTe1Z+uZfACkL3WuMYDVR//YsPZVFEY/UxEHj61TEtipTUz/nhJxUj21
QVdHL8JaH/zGJ9+VVTv/7ttq+igNQ/GzaU35u1pP7ecxVXu6nH6nwQs1Biwa09YuyrU8tVkBl8+I
D2bpoLOq5JoyurUyBLeBoabv8ZkdnuzQ1rCNiUqRgXtBaXCNU62auRW2D3dBhbiaC6w9NrYD+k4h
cItEyFeigAWVknCH+48+AlsRkM5cVzyfPAvbibApO3GS0FO7kyFrurICmRXb4TxHaiNpPptWLe1t
H3nwxg8gmGXBt6Av+3XomPn27a25FMZ9+Tn0ueb0yAA8efFzkE1oyzKPT7EcF5syVYLV4Pv2TgLE
uEapPLhFmxmqMSzfY1UUltuOWv6kyTPhddDbel2XdndfGf6wR85T9qY8kY50wkOgx3FGMbC3jr6f
bKR+zO80pIA2iOkrm2Q0xj33Yr6q0eu86xLLWYW9jhpT1Gjrt7/xot1PRQMLM0JMWjeU7pc60n2D
ZrLTKPLJsZL5Ksr15mdn47TiFrmi3gr8/T5BtJ5uNKXCXiFPGv19r73InMlN9hCQcp8ye6y+tOY0
PqKIFX7gdVNO9VhoqTsGCsJWY94Xj02a8jaPBCZa5yEgqZxQ+SrfQ94nmrTSNr4zEcYT7lQiYe21
DihxwErDc1jVleVShBE/0F8JCs+0w1b2QqkskwfJjLvSE7I0gD6v8WSCCuZ8lBBEe0RXGR0AOerU
xu1SK35WO1F+QyTG712lKOQPIDPlYy9FzZ0ao1zhdqYjrfwktvRrZcyLSjAbeu6KwPVlpvVLi2TL
FKXf9c6prZ3AWTWgI+q72vEhcNdJ253aMR7FCqnnIkKjjyqh15a1rW/BssZoZox+++HtZb+4CEGf
QY1AuoGKE1Y2ixhxinUg/XoXn+o2csAJpECqM8t6fHuUi16lMZtXqS9YL0oZFzmYHChCMkSanXy/
UNwSyYV3PrLIK4y6djFPjZc6a5qX5taHLcuz3QwPfepjGViPGEeHvfFYcwY3b/+q33w7+KFZ2hdS
4ZzPn18yeROERqr12SnrbXtTNbmxnqBLX7nLLuM5uiaIXHCTUVrh2Vmk6mlcKyGCWfkpSav6NjRl
/96WAnNnz0l7McbHJi/Td0pg6Wu4+aw7fnTrNDBSr0XkYD22zeCW6FN6Q6JiaOLL6Q5nD201pTGY
atj7LdyGnWn6xq5FFm7XSV1x2xg4q9pRXHsTrYk1kYbwal+7JgA9RwZnj9z8bbzYyMrQNbroMgZ2
YJRWXeanvgyCVW1aIJ90mQJzbPyh4q3NIcRwjUK/pc72sfbiSQDipXd6OeUnm17qLTI25toqZMeF
505RO8lAonVJfHIU7IcLzLZv/nCzzMMD14RRCm+Cpsr5ZjFNoIWj2RQnAlPJG8zBv5fRDryCqlYv
ogaGob0xRyZQy+jOnQ9TIAhZI99XnoqpRWOqwR3BjadmWselGW7VVDQbncTvEKS+yQuv3KGcpXid
oks7NUnGPXZYqVsMMWYvzaCiNiesn0ICFh5P5eBmRNEhr3cqPFsO1M1QZNd40RdhHJk1G50a32wR
pyw7wNjBZsACu/LkDO3kKUaFprTsBJ5RG8emmFEuSMa/vTQXfY6XIWF9z8PaSD2cz1mo+SHv9lSe
YoScXFUo/s5uJm3dK6jnYTVnudyvpLtxolxJbn/3sRZDEhXIM8dosVqN6nRqUE7VyYmxgrT9xvbd
epqStY6w3gqJmfaY2+o1X66Le4vvBXlLbwoAJhHmIlyXq1SHJKxVp6jOG28chO/p41WXm8ujTTpN
+gmCALQDIILzWVUQWwRcEimnYEAP0RrCrw3Wa16L+eTq7fW7nEX4fHwTOCLOF9zg85HaoO4KMzS0
U5BxtBwHoWfe+mk7SogxoO2hrgxJC65smiWslq9ii8Lfo/sNRAuI4/moamDj8dXn0ikSA7pWuBPV
HdK+jl+vzKbfN459q4TtafZGb3wbVc3OODQ+PqV+fE30+XJBya5nEaT56BBlzpfCqwZJpdW6QKFD
OoUNjS0lsn4Oov23/uG34X/93qR+3ovnV/UMlWXPoMUOYHnZvko0Oa2bMAqeKqt01qaat26u4leq
5Xa6Rlw72L69qpcxPLHOCySAvA5+7BIia4+wJmSjsU61MD+DV94GfhW7kR6+H/yj0ccoFmcg7lsQ
MrGCsLK6gSJ35YBefrRBz8G2QAmBSUJp6nxmKUuRcmqmddLgA3qZOk77kfCErkA+bvFWkq+8Er8N
8EAmzxkfIAh1KQGfZjxfvJb2KRQySsPhpKqfMrAUj7U6RZ1b0dI56OPktAhkDsbkSWrehxtfJPr3
hnf/j8upvMrww8Hy/wJKLTZ5WiZDhxGjc8Jyw3HlQJK8KVF+vr3SC/0isjUosqAz5/IbHWDe5vNZ
Hiu5SoSvp0/CLzoy9i5lX9lRsyuqSZk8I+maG1C6ir5t9FbvYUtaY+zCR87ppaK661ap3X2VC2CU
Hlz9IVjZeu8kXoEIHAmmXTzISW5syJbj5ym1rNw12oIad6gYgeQGpm8/kpxlHwuoVMPsdV05q14d
6tVoDPFjRFLyAEu8kldNMrYkwJLobtQ2QiIkiX3pAym0mnmRqJ1PqPdrGGspVoGGkWEW6UqKS+mg
4/f1lDtTSo3JyWTJrbFl4Zf5RRusgNEZ9aaOhDa6Rew4DyNSNoPHGZRMLyzyQyKX8ve3p/w3+wxu
Mkg0wH+zO/CSexBqnVl3ZVM8BY7RbkoHxWZn0nCBm4nFno4UsWf4CWacUbQ3Oui1QVTET6XfXGvr
Xd5dqOqACpr7lGgQzCCj13dXXhapBcktepKtJLgdzaBwQXFU1y6T+a85v71m8R7gLMQUMzFz8dLK
Ri0rVexHTz147l0pZPs2sBDQsRQM5rA0jHe+Leq1aKXwoLQY/7LR6tXbk355mSDfA9QZuhJVCVQg
F5/qJ6Y+5aZ4kp3KuaOZPTz1QyXfowl90sahuoYf/s141MyhooKB5mFYhpwFeNY4nwbxBLZQWiG5
0u0mdX6JDFRJjSC81o27BFjwDs+EJAJdusGkRucfSIovDbVgLQdg57uxnrWyaz1Yc/5NXPzKklJp
z+FzchN2opNsct/WVpKP652O8JU3/Dd757Ect7Kl63e544sOeDOFqaIVjVikWBOEKJPwQMIDT98f
ePrcIxZ1ydjznu7QJgpAInOtf/3GSauvRBR15wlhamFG0/DJwPB9qbf9QvZxOin6ttNHUpl4loGM
ZQdX4xVYmGsFC5fHJGkmhSBf52AeB3mo0k9h+b+sc6assBq3Zhnm3OkClCQqI+7JDkBWCRIcLd6B
LH428P/LoYmoclOn0QFQd51Op+xEnc3RtSETOMBYttprO6aky84CKtgLdIe7ZnQMP8/t9mqxhvzC
wos/rBLVCCeYG5+s+O2Fn3x1oBWQN4D/4dw4Jxu71GbZKkj4D2np3cz58hv7sAc7Fs+xk30htf3l
4w/sfclJHUjKBGoTIO13w3sX+NlJ6zo/TKvVXNqKsO6RUH4DwtQ+ubGtWTy5MZa4SkXEEU1NdPIp
9yK2cOjRq4O1esdcqP0tYeHFl2xCc91q3RQRWD6dl70GnddN7egf3ycdA1gAgkuyQ+2TteQOeNfn
TDoPzuqoF2ULBNioNjbH2Ll8gj6QCfPuVtEIGUDqWzr75o/19qO2G8jFqxe3h4ZPtDlTxxR7KBd/
eSj3XRk1ppI3QV0Z03G1sPbbxwqQpC+HrP5e1UU2XDpxgdRmItuS5O61KXOECrX1VXOluF00ZRWR
baz6zrBrJK96OrUPE/FT0agOiRGR6lV8QcVhElTQ2up3bZzM3xlJxmej1rTmhU340fc5j/vGTyFF
2wCAzCAwSBuqmG+ZiiAUrZs+e/WwDHs8dczDRFf84uqDyTCEuJ3beVjMl0pg4BgsfKBRaRsEoPeF
M10ZTeVNW6Gx3McojRZ/pMW/96oMI3rajMH3iCw5dALyeMXniDEkPLYLzCuQ1GEfgRuDNK1x8A2r
6e1gnArna1db8tpBf7HZNXRkmM2DTvQoHh2l4pPJUZwtDa8BA1tesZ8wNzl3hkG/ECCdD7VU4t80
wJvcfh5Ux6e4GL+t2sDMabXyIhrqQV3hzzlzGaRVzX9RoczgX61u1AIVHwR1n2sNdv6i7pMhUAlW
x+eyXxIKzHpy9p7CsIm3wHgAc91lvWlFrjxLt1f7oDI1NO+JIw3PZ9C0uOFUZzqTFsuQVsi8DV9S
KkZTDYGg8siu4uZptWJbj5aRBjOYeW/2rUKgbM8ACGmJX3nqQBKDh0F/2BmJHYd5YhdkTIxt9cRO
3dfhgNTF8d1RU/qoBoty/X6SyyWpdt5LCqD7Eo9mSd6VSFT+UFvbkUXUg/RVIuRIzKj0OA0H00rP
U2/AF3gktuPAGaFjk1m4iGU9ZzS+eBSXle8UNb0pC6N6JoQj2/U1aLU6z13EFmBh1IEtOPT0PhBW
Oof6ihlJMGPQCv9+mr+8xpbf2F3eGj4CALNCcOvkbbCWbXrvMdL7qqtJ1oeVvYoLhADlNVSn5XsG
hGoH+jqX7llmDavqd4pjZL4YFm3XaVX5y7XKOPNn8PWH1os9XqMrkrueD++Z7ESHPAFX3ir9Uvwa
hqK4ak07hSaM3uByVqXuhYrdiRfZd+KJkaVih25TqbcrpOba77r0YE4m6tdC1kXYGlD5Avqu8tGp
sWaR9pLscZRJBt/UEc2CTahpGciuWR7rhW6eR5SvdtAmJjb9Qq/si8UjLgNXqLl9yroGP4pcV4+y
az0Uf2va3su2dTq/7SjS/TUerWvsO9s+yNw12TWmrVRR1ptRu/T5YcEn/UujpZOCs4EgKDzVVqIN
LahlXMGe0mOluPaNWCvxgnJj4NtXCOW8QPe2vWjvZqxc+1vMNLyl5FFI+XGUdT4yRaVnJy2oIUBC
GFnYFoXtAWVptQxjJR9tX5D78lO6Xn85zpl+5nYTj2GRSZATkhNOY6pe5ZNq/0xaFzFWUg/Gk2qs
0w2vg5UnAN1IwlEId/JrURuPiHqnLvTU2nODtLCHh3WmzH/Ip1UjhK731p+zlms3A9ayP4WOjyZW
1U3z1ROFQxBMt7441mwyccMiC6ubsdgvwhGRMI0KiFY26+/Rsv2uVL6MmXfuqeWCmCfuftrMLUKz
RBStwwZ4EmZuy4CFrde+gVL/WhF0NvDHY3lR5mav0t5h7+z3rrbU/izQ7Ae6u6i/9VHGt1Rr01cR
K8sjwRjLhVdRrfvKFNuUk+BzwEiJXH5lrofiXciBjPDZYtdvME5Ugs02nVcWFylBErWUqk/9konQ
XFl77HGpLnz2yeyucvP0Sp2yWgt5dxWpO25vPrWaFS+fwDfvC0EUT5QKHrDbqyLh7anWZ72iyXyR
h9ju8ODpLD2oXRdrX48BelYoXjhM43I2COuzqvzU5YNudxPI07MzobTJOzrpeNrZNnKxFMMhp7nO
gphj9ywxKxER/WFNoVo7bgk02xe5Py8LR1ozZcsU4LnTBEXVdTddrObXupnpeDhaQE1q7qzfOeu6
88XpiDTEhUCYPthqS7RHafU3Htu0E/JABmgFU5seCoFlUqDr1J+d5hClAuhdJPuEZFCF9d0VeaDP
oMgYD2ribsBq9DMJ8ntCGk8deJqOCEIvDehJr2CaeaZ7g9YedL1Bc58t9t3Um99LcoS/WJ5Uo7qt
q8CQVbrPjKkP27Kcg6l0ioh6hO/AdnpmW71xZU4jx2eBD2rTOZ6PjkD/ggZm3DcQ5/d4SOnRZK7u
eT+L5h7cRlyY4Muf1IPvK88Nq4EEy6vF3/LUgTnjlMOqzGoP48rTzJcaZ9gEz4+htK1PIKmttHxb
ev55qXdFrqfXWJQrTntYhkRERjph+r+u3id1319uCOksigkdvI9xwkmBO6tmslSqVR1ipfk+jd5w
I1xXBoaiWL8/Lmb/cj98EKgYmPFtqconC6GBFj+I1K4P7Rb7MgPv+hZ5Xvt/fBUq2K0hopjd/Jzf
fu+Ev7vSHkVzSGaOuL7AMSW3tX8qY0CZaaNrRda/aRj5wt9eZVGVmGn1KB9zToqgHsw0aHoIGB/f
y2sT9+cS4Ao8LESEm4vd5pb39jJr3Vv9osfjY+0fQ+l3/urXgRM0/u8kqoJPyRSna+H0cifPDqeA
NJ5tLqcGlk96V9gFaaRE7OVcK4suVD/dfXyHWwNzeoMA+tCwccBnnz6ZHVAIwKsh5uLRbryb3qAy
N5rspciHX0pXfwK5nq6/7e7+vNZJfxMjbu50Uxkfx/LKtH6k2cPH9/KqNvvoZrYG6w90XtcmUMSZ
x3fp+dL3/D4cojE8fzEDZJ++FtwnwZ6tLdR3iZ+Hqv+JQOMUEqB7w26PNnHzPtt8HU9WC1IQAgt0
Yz7kslI14rfqBZhvIZozaHK9u9DyBkpZU2W9GuU1zmiQyRYHq/tZLYgGHVbrplC7tfqkiT0VxL7+
LvYXamEGlZirnnSxaovcX6nlcojLdP42aP1AOB2trKMk6/kgzTioaiO+d2rMklBbkShS67GPPf2E
B2xj7wavbW+kHO8mrSuuSPXpw0WqIsRRN7//+B2erJHXn7qFnjBh0jZPp5NHuNJfUtXZ88FbHSUc
Fgm7ZKa1/PgqJ6ueT1kDmGQzfDUDxpvk7ULpzNFQynFwcC1K3Lu0VFSMALshyIHdzmJ7+h9jvP/V
uKJxZcf4/8eU4AD76620lX/+74gSgkgAkFyc+9Aig6Wx2/0r+kqBj/dfnPCbrxEMFK4BKvSHuNV7
DQaiqsGugYPgP+JWzfsvwDhoK1vgrgkC7fwTcesJLZuSlb4Q2GlzQnb4eKwNm/pjP1mtwhGFpzQH
VdnAFLKuWickykaLYiuxXnQlFdc9cRY04/oCFDOMNumlra7tmQWsk7+kcwbVqVzF1dR6YvT1qazu
3WztKTLL/jZR5dRCZ226axz2kxc4Lfm/PPb+d+X9H8r6D1ce6urjr+9bItWbBbj9X/9egI7Ncnmd
zG9rhXri3wsQ5Pi/GEUiG0N7zdh5q6n/vf50D901tSdV1Gs004Yv/1tcTTIVXhuwDjHbg97AGfBP
1t/JebINE6gLqT74W5Q46L/frj8dRvEyclo8F87sMkcQy9OEUxonCL5Fit3r3+yux2nOLorxGvt+
556zPPk+EW6Rgv3nw/MfT/D2Xyfpn/Lot+XJ9nteTZSB8yFiMQI/KU/SNYm1qUvNZ60c3UtcuuUF
1ihFMOf6Z5KI7db+c5RzKYBQlOW0K4hUud5JXYJp1aKWzpwdm3jvlmQeuj6588CITDbmaEbnW6Sf
UaT+ek3GN6+SduDtk1MBU9SlgvqdHTsKvXqP/ijIInJFdx8/xZOJ4P/c2x/XOSlTLGfEsFUs2bHf
zWG1ExcikuffVV8JP+OfnMyJ3l9qO27/2MEkg7rCSLmU4zMK9W1q19hXwzT4IcOzyTd8QLxPztZX
eeCfr46JG0WCgxMzzsZ8QCePsaAriFtiZF+GNlM7oq9d/VxkrUneZEWfunfUthGhQyhyFGuN0gTS
rmtCCmglPVzGibkPYFiINWiMmja61asmDkartRPAZhiqgdepuREINlN9F3dTIYMswYcAR8I8vzGc
Kia7E4fcF7efRIUR3zxbvrFoZUXmslCk3zaW/RyXI56jdK+V388eqU8zJfKeaAI8ggc+IOkXJCWt
e2XBICMqZkf70dRdgQGU0fU/uzq10RAi/2ij2c3ifItnyx6aWa1jiDfFMvsd+8sDkSZaA+2vInob
J8zcRbBgl41voLPx9imGzF5QNnED26IZSvxW6yH3QFe7DnZJX2XdpSFJDsIuXsuuOg/j2aBXTLyk
RsJX5wBArrH80k5XHCg7jKRItuWWOXbK+nItY70LmKi0RSiGvrxfGNb9M9EQExEmbeyQW8fHlkgg
0NsF5iUe/lhlu74k2trvW61ar8ZhUT7pKU83HuhiwDdY9ZAVSJt8aj25GE6fN2qsvjQOQcVjgiok
xSwo8FrZ+f/w63y9FmZgW3igBefoZNMtSbxp067QXlQyK1Qu1hhk2Y0aSWSyU4si6m1Zfk3nJH2w
ey/+RZJTq/sD9PDj4MSaGX38e/5y69vYC2SPcojD5eTndG0rOGsWbr0S9o5Rx7SLtb45axdn/WRk
+3b/40NlU7d5jR6EQDqY1/nUH5tF4saZ0PFwfubILDC/7ZRgyNw8WJZUBGYcZ4Fjz/SiwKtXIGPl
4Z/c6Xb57cJIp00OZRDWky1/Xdqh07TSeIYAUfn4cCAtYkaMoaWVfLIFb9vef7ao10vBoKeCwC+e
qMVTHqI74dWVQVF8lmRK3075Sn7XKD9zGaYQeHeVbclyfIG2QHh8+23gjKmTw9TYz7VMkIM4dnut
owchoStdsCA3laePHyD5MqdX5L292jlRgcBOPRXU40xelBiUGd/HNMtfSg3/x71ioQXy074dqyv8
jwDNYtLXXZ+kRpFHjOEqPSDTt/GI20oMuS9tSf5wrTlluxsnp37RpaIY/ujiixTVFsr280HvV86u
LK5eZoaneTg1mRxRby3EGBTtQhyeW7Xi2kQAfz51Joe30Ngx99RR2c9VyHggQVrI9LxyoArtkwUX
TEZXfX+M08wQZ67FyRBpjknkyGpM82MTF5ncp16CY57dKvEXVNVxvs9kkru7lTBq76EcHfNaZygG
7SEXTATWyp4ykF1DmRocYwbtJ7SAqqGcKJ3xvDLGuidCbe5vmK01edC1k9XsJ3Wx1J3HSMgLHcqz
x9ls3AMiBv5xNuhFHZCCTNa2QJV2Nnor7G5OWG0+sxyRZsHixp55XZPc7vmpEDauCbXurNeDG5OZ
YlRUebdJs4r8rNBK1YZOZo03LMWxCGJbK/IzabbJBcAZUJYxrVmyTzujtPgGOszUXS0pVAAatY3D
WW0ma9+ILvZ8D/0Sr0wvKu3Wq9Jt0JfJuN07xIljw2zMTNJWphIiKHkvS0ie3iSixHHF727zuvPp
hDh1Tam1kZeowuNDtzWOVZWEnE2RpE6QgfUe5zgrR7YhJnaAPDbF42oL9z7Py3LdJZXuCuheDHoY
UNnew2oBK5Uk+RZB5bQWCX5eW0ZZ7ZGwUU8Ww8c+dsyncWVQGxqdl4VLtralrxZDJqGx4hMbFu0g
d4Yc2+JOI//cCCo7dog6TLxsDFenqLAHNLxy2Gd2mTwO0pNPZKKJH/niCeNCGpm8nGYzj6O86Go3
GodJ+TnO8zY2NxC+RGpae4e11ZPfc4mgK4olE4PAmzuD5fxq37hmRvLYEHSvAdMMwmHsree3imMS
jz3AQdnh+s/AdMCheC+Mbn20zR4LZjCWmk1Tm1EDNKqe7obegP27mA7svjqx7W6Xj908nhf81Lsp
7vQLpjs6Mhunxu9QgXfRBB05NbfMENs1Yq4dB53d2ubOqFeZPRQJeTNHSik3/ZlT+bhf+kIkN2Ko
lIPVdRpnlrrk01Wl61l2paJ57C9Ta4J153ZLVvjV4qmXQmkrmFmzPue70nOmMVr7GLfeqsumB2EX
ahZ5pLNcl5PqHuDbes+NklG+IKjLv9WtxyrNDckQS19j5V5mbk3x0qvFTbpoWscIrXLvMlC5XxhA
eL+NrNeeOkass29ZrdDPW2Xlf7Dmxs7OxOQWSZhDgL9f88IqfLSM5p3GnyyJL6/maKhqshUNUgsp
tjAflhE6KVH73mQ2N5Zou2tCNaqcBygRLYmikD+ZsU4W/iVW8aCog7f4RjfaEbvZeGe0Azm+blwi
Rohb/c5CJvw4ynIg/daokXE4YrxXOjc7Jv1kcSuJh7wFpg+mMrysxE8LTJHh5scETVq5tpIC6YzX
rrIhZ4oyKdhzjDmPasCtsvXFaHY/xgm2lk+OvWr7ZGw4L00OvOYDzClImbq1KHyiZrrfjjNOIXHZ
SxyWq1JcS5tAEbzrTPwli2W6jcm273CiJJ03wK6wuk2GhFEjUSK8CVJ+uzujXhKEgUaezj7PEgpJ
pYzi52IVGQNHo3I8AjgHCmfRC1WyjgvjVlrsa+GEK983QXgZYgYMxfdKmdsDDZ5qFkEBor98cYTU
hjOoz1rsa+R5ZzxAoZ9ZE3XflUe8GSWqrmVTCDfCmy7YsnQjrBycaCM8mos5iGXWNNFYzAOxg3Nt
P9mz1Vv+xMzzRlIEpFFplEMTKHmxMjlOq+I5z3XzYDlonINOwW51JwttwWs9rbznHkpuF3nEnc14
+XqwWvvJJu3FFK4nA3NWMKCv0XfeSKIphqDrZjEFIosJzEylQCI5k6c8hqSo9nMotBgfTHxtO0gK
a+PAckVtxTh6TlRwY8bIF4Q1NlU0NXp2WMiGrCOIxMrPQqs52TtlKvvAHkpID6uYBtYRzrp9aOq9
1vL87LQKxtoeuiBZvbL21bIqrWC0h8GI0qZQocH08nmulHXxXWspz6dhaRc/hiaj74rEadxzoy5H
Nk0vS3pfnTUWdQUE0Ptm4yTWbkY62ISx2Gyu56HFBj5TbC8O7HGx7+EPiR9lNdPyxE3SX+pZk95X
+Zw+bBaNEFXSuL0C1GisYBmGrQaDUYHPAKXR7JttJ0ccOXJMUHUli++G0epuDIJk8G1ltPkbsGJV
cfyKnaOeMzyIRoy9v49oE9bdVC7z18wS48Gdx0bBBbVdhrDRpbhxUtP+WVFG4AkuoGOHLaLNuzzp
7B/dGq+/S0MsO1chOCsqbCmBzPstrk8XPZ2cYI76oJaT0PaDkDRdVueR1tZNS9NFut4W07mQygIZ
c3SPS53Ri5lqPj0UKbzUiLuwGLRAmu2Clhy1W3NqzB8CNDAm7rGi11uKqXvJhqW76asaDqsypkUS
4SsQv8ySjEz4KbNUA9OpxrCqFknEKy6+PxWn6H/2Jf/Wp3/Kf1PBLpeiyMyor+8qs0BFV8vYrXYI
Bq2nblJaztfVyax9rzszcZejAs+eXAPn2iqxa44seCjQhNiZrgYXuNBX1kGQldvj9eIbuWW/1FW9
aAzxB+cs7+xYkoRidqwN6JXHnDHsYUow6A9LZ+nuO6Zq0h9jFStYTszkCL8kf85wP2VF5nb5nWIp
+1GOusPGVQ8zg6h+yG6tReCfJWF95rsakrbO4x+9Jy2Dk2eU85wQ12ZmJnwpYz4vk266WvX0EfFy
fVNXIn3siB82/anu13bn1K2zMgs3zKMsqnwMpKg9PHHVabhfKtdJwpmqM8a0QcEpWIu3jGDBd5L4
mjbPcEhk2/eBkWXptY7BbumXpjaVkZyJ92FTY5tKtZSBPrnEkNpGpZMXZif1JQKLnUFa5ibrI1bt
3J8liqqflUs2BKzE+HrFQw/pU9b0X3XSnLbhjMUumJqTT8JE5a+alR3Hehw4pLVyNsOmHGecAAp7
fjL5TvPA0CXe9urMDqxnS3ZlFJ76FWWY5obCzkgcbKwi7X05i0UN7bkX8iLD+nkXo6QhULAvyvgG
P4Pye6Piio+NwGgQ1uEVru6ra8wjIIZIzszoKgHuUE76XFf4EaTVsI81oxwjfXAyg4pBadj9x8F7
IlWsvnVNr7/OScTqA9OFeOB7uTLqRyE6N6xJXLGvKhNp3gAHHpnDrE/TA/myjb5FdKJ1JMoN7a5J
feGDQGRn275SUBI3GY8If/dqH2eI+rJRbogKETn1ftAl24c6rXYXFE1rTUGcYIS7U5XFeamWpbjt
ByNli+JoP1dSd2QnQSNxZ68I4S/UdnQPcWz14nwhEa0JhxUD10t9MuJyiUSTNXEWNg6q2zusBvPO
F41pip2i1OA4eVlvZs1TE/9I80FJCbE3jRt4ajlUm3bIujO9d7qbos31/hyPZxwXhakCnVQSImKg
mYu+RovSJgnCEJvkD71fulugqVHdOZBCLttu0b6Vden9UBu2Awxma7WMWpzTW39QqUECAUdiJcO5
NLSdQyxm43dpPl6jZOVYiLsUPpNur+mN9JycLIC1mnZzJTMq9bZtltB2aYehKdbKTd+r64xygFkI
J4k7/nSzKYFJghSo2tiFynCG0HLyYZbgDFc1Xc7wE5Sx8pvFrI5aC3EzFmpzbtHD2Ts5yuzeFcMK
fWJN2S57+pdbOY4rLKBxMdLA8Rbnl/cqoSoIg3yi84tvKGPyxF/0pj0zs8qEvdfCfSnYsdiHhaG+
eLVYoFS2+b3kU4ugAlPnEMZn37Mo3Bc7d67WNAlVZDUzq8zHF9090MUWmN5M7ThdchgP3/VKHwrf
git+47ZKN/h2nChpWBBo/aizpcXXC6kaaRqY2H+YfpxMyFl1td9cxLW0vRqbMoWsMW43NttFlyC0
HPQbN06c+nKxrBGiAN4VzwpwG84LW0ICj8FKLgTsvSZkA6p/Dm3J5o/CE+MFZZxSZrbA8Lh1z8LD
7j2xRmKSPe1Fz2aT8pke1kLFMFgXaZosTywEpL65kRrmftRrRMsa6FGYJBm8mgSqPVtZ3sV3pYca
125kE4dQup1LdOYwveK+Le/WVC2+0pWWR9WcIJ/GdqE8VWrFd9iLvH2kOU8eyf+qjpY0B0ykiulx
jHuj9Ru646umyJv6diTdVfAobaWVoKv6cANXfn0wx7F8WfhwJp+iwHoe8Vbvd16c2C2vv59TQos8
0b2Iuat+LLHjxReYEcTqparoxgQdyEQXVHtZ/o0f0T6Vymh/zeZmvrfEwkbkIO+/yg0FA5bKWTz4
p4kNaO/ES31X4kjCWykTt4VjrKX2eeKkyb6sBWJku0dp5NaTQYqSuS4/6jF9wW2zFwj8jexyAGum
NqiI2BkydhO/clOamaVHkucv3Wod2mYATU1r4e0wR3AIq+Qc8YKYwXgVNknZsE7rRSUxO58EPX5i
dN86IBpQ/knU5rWdIv7eY+OR9FemK5wmyrMc5Guavfkpc4xBOeidW1ZQYBunCLtl7crLRLeJu2QY
bjmRO7TjvTNjK+HDRpq687E0Rv1JrAlkSqNNBbxJd6rsSMur8XdajYa5y1TcgXeJQhopxL5uzYIG
UcV0bsVM5c0YcBUlmoovrMsk6Fbw0M4sUTXtubd9Xvhqut6W5Ts4l0o6DRpyzLa6sOpm0M7Uqka6
x8k75rtE2tVASNEcN1RKbuMENM0cfoaekblX65mV7rTVnPsLQQZCFk0SB09KmlmtLoQ0vfy4KpVs
g6w0FwxQbdFC83XljLlYqZXyEop2nH8FgKjMx3SxQMV5IM56xntxpl2hbG88RhzN+ZbpyW3fE30a
zBinaMGsluNDg/PQN/qjufWxECoeE0MnJpHPmlo/bmhxvIzCJxhLEMIwJ/nwuoA4FfM3O1nunWQu
tNATWKgGBVXfVlnU9dc86bOnkWWVBYPtZIw/YD3wKTRp3Z3BXaDPjtuJwkqDRilha6fLobI0APgZ
WOYug9tU+Yx+5ZNWmIMI4oJFcUmi2dZfGnlpXepF3BibOtL65iIknoJptOqHslhUKwLPV7Lg/4K5
61aDj8bzYNv1r8ZL4YSkamowtvx/c/W/zObeQZokfJn4MINaohxA5fcWbCRGQy79uiCMK+wpKhbh
RnWhfXKRd4jm60XAaRnZbyaXJ5OrvLABaEBUn+cB+/TRNeKz2sI40dFr6tUhmz8BvzeE9A1Oy/Wo
kHXQjk1JdoqgolLqe9wb4+fV62BeUZ/T3KXqNY721Q410WPipstOmdfP4nDf36iOQBLInWqWZ2lu
qPwfUDjxx2Zq93l19Jy+2m+5vZcKNUbQlmscWvnQ3/3Dt8dZp2OE6UA0wLjglNVoSU0bCrDYozcl
637OXSdQ805+8ji3X/3mcb65Cv4Fb+/Kqa1pEYYBplEq9aVec97ZSY8TNJmNn3Ch3i1HxuesEMoR
VTNYLic8HmXsKbodUR2h9nsUqYW8WaxqePj4sb2/IfTCiIMgfXAVYgvf3hD4Tx/Pa1Ed1S2aJaFJ
pD1MXgZg2ODjK/3tfv680snnNc+4MHlqVR0VV/TnBqBdaHjN748v8m7VbZwDTCU2cSZpRacKTTnh
9J6OU3UsJpHv2trFrEfo8nmRnfFlclfl/OPrnZq98FXBa3QIN2Pewpj9lBqMgoKQlVV2xwV5/bNQ
mqoMWrwZvqKkKDbPm+asmsVDjEPFrdqJeae0Bo5DUCXsu9Xubd+KJ/ltNnv1k1HUX17sJqjkx0Hi
1hFVvn2x2iLaseGDO1rsmntsr0x/6CzlfG0+C2H+y4uFEceXB/mW1u40hLJlaMFxOcsjdO0ycGo9
R1NjxJ9MFf92P2iuN6vbjcrhbb/ij/2kwOS9mcyyP2aFpwP+lD/XQimDhMnwJ1c6IY0w28KYgVYA
KT2M4s2N+O2lZlo2ZxJddyyUMY7KodbPwNarG5oN7UyR8XQmizW5JspvfCzaFvZIPzXXq9bpv6xR
iE/2gVNDru3n0NZvhABUwexsJ2yAmWS+wa2W6QjxHv+T2BlpWrwks/cFxQHkedofPYp16ZylkilE
aHfYquwyvrNbotTMb3bcSyQDJvRR9OrePEQeLX/MzMJbzis9M3ExtysN15BiEGeNNMprxanEz8Io
lRvXmpo1XLFGO2A4WLs+yTt6HSw4/t2NbP83Sh6je//4s3q3pLZTEvXp9g7gMZ7ufXGZ1xnuxu5z
WqbaVZ3N2pMBMrH7+CrvzsbtwXIKQ5OBKUkJ/vY9Yz0zePHkMDJrkjSwwSaDgcpx13PtMMEP8hsX
7b8zKFs/ufJfFjNrTMcqiW9m4w6/vbJTSyKHEm04klcij1S38nq0tXJnSuszIfdfLoVuRCPggqwy
goVPpt/4YJVuvsb9scD/yVdUquTSqZ4y2Vaf3NS70Snsgm2JavgjcMXTKIFGIYVJs6r1OLVOtCq2
G1H3zlGuTb/sLM3wvvrMYuzdvUFjhC2MT/AmIqbMePsY0wGxRO0a/VH0NI1WoX2lqlbJmUq6rx8v
lb9diU/Q3W4OFsUrY+eP3Wd0daUqpBiP7gCgFKf5tEOJqQWu7nzmEPN+++GutjIUsy6G0O+k984C
Vhg37nA042S9IfkvvtU6aw6KUidRah2TqJHK1mv0zzNt7TelGIYzJU2sUE1n+/HjG38tSN9UPPwa
VCIQ+DXIohg5vH3GS1E2qpI24zGjsUSp5thnyHfGHRNTxsSz5t7H2RJjI9Ha987YqBFtvvWIAkYF
b/H2md6pzx//pL+9i40ng5XJVl2qJyeBQsAVUwJjPA6Dml4hGlOjZLDkBYD2Zwvs1KIKnwfSD5AS
b+ZAHAyn6eHE+UzjpA9kETv2gk+yBA2EPEhGNmwhZ7lBJULD5SL8fHQ9DBtJ5bS8fWvVEACKvpy+
IH6ZV7/TFwYJzljAwFKdrvpt4ggPgAmGcAGWR3Pb8qBebECSR21SlMciS9SHjx/buz11uxVIwhSt
8NepWd6+SH0e47VIjfk4rVW1x8sQDaUbV5+cVqd6j9cnxrtRoTNtqbOnu0DBZFZbymo5VlrSRop0
7C9rs2IkaTTlfYJpeSDL3vGTUmpfnCxtb/E644ktcx8tnSt2/83emSzHrWRb9leevTnS0DdlVhNE
xyAZFCVRXUxgIZJCD0fjaL++FnifVTJAFsOU45pkWt6bkgcAb46fc/bajszbG5rczCvufMPVx+9g
nqyLyWwBGeY2olPGwRb3/B1oep1KGLzjcdCs1idCyjdRFf6qAtZY1PWXrE/ee+WmY2Ata9pwiJbY
JY9SxtxGMB6pV1DvDIZkU4ZDeWHffeehaI8hwcVZBk5h+cZrQwYqSojpqNjqnHLF4FGMseELdVIO
eqP9B09FdIQXGxg87EFeOiZf7YV6q9Bg4onx2Nuqcg3Uh1o99I7Nx5/qnXcHesZwOZYRvgPlOv9U
eRkiKgjr8ViNEx8n65TfuRD6hUDjxQ/vfEbM8iQkHfRjMNbSl3ew9N6tvEQ7BolTX7eVNcDcSwNS
uiZlpJys3U7Wbb7XKpuug8YMjmKGJtuNkd3GVlGR7SJiGEmWHQwX8YfixgT7nnbTppQ7iz4pLkzh
t++FINiZ8VkqnF06Bs/fi51bZREomnYs0xB37SpHmd6a0YVl/HaPZRTWMqAuuohxfT0fpVZco8U+
XjsmhRfskk7N12ONn54ne+PCA72dvjTNsTWZ8zHDkpx/yqvplKiG9FDmW0fXIsM/Oqa+6pzaPnhm
NVxTjzfWH0+sN2EKc5ahVJsFw1awVAuOgM5oZ1K9I8+t7YA34minYzEL7miqNJLy8bgryUr9/HjY
dw5SBBDcJkgtcZjAEDp/Th0ylC5qqRxpx9Kv2BWkcldWsBVvBLP7TunS8CDGtGw/u7TJ4nOJQOJn
oOdVsppsxTs2JtXwFeJX8q8f/7S3U2r+ZXOiBmArV6vFx4562xNASoKjpGHlK0s7+pY7cXphlHfe
u8khOjNlNJLxL2HPq+8c4PgZKBDyj2mvpRsVvufaDrWKomBUV3exHcc7+KThhQX+zqhMLb4kxzdt
isu+V60yAggLlG+4wSj7EEjec4qa91eSyWintYWFa06WXhBsv53SNEXaM9SFkJunXbzQZqwmL4Og
daoJfvdeMtDLnNVk6BsR7RJ1/EuwLeuU9jKApEDYaPbnQ55PrUpX1C6phuLEHCNE5Fw7xLT0XdgT
3k4TjwNmznU4FnbYy9Ql5cZKr6VdnmxrevISkFNqk186zJYbD/d71EporQFs0Six/F5UrfSSPirr
VAbOgY3JvnGiyfAjS1i7v5v1hoZihfsDQT1BtrdE9hUGt8qSOPWUS7e6QcpkroYwDC64RL64gL4+
YOZhmH1c9NjmyFAutjdHU2hKa5kLU9zndGT2nt7vS71L4tvKUaxbKGLJgdoE7ld9hnJ0Xbq0ziCA
76zaV6gA0Ikv9e1UaAbMlUwrDNptIm83eFpS7goQqhJGOK3za0Vo3Wdvcr3vtapoBJp5nelc19Xi
kihiOb9fnol5zWoB1vW2wbtLRcvdmlfXaxulz8RmzPvqWk7mJ3oTLplELOfdYrSl9R4tmV5QeIzW
Si1bG1Jaa+EElxzX3ky8+TvNxxAxB8r45V2SWENquenkpypJlVWWGSCovareZn33/PHEezsSkefc
Hz5rnMjLLyIbEN3hNEHoOIUZ365XbC50MFtXE2KDC2fdO0OZKhdkJAYvetD51b7ac/OioiM2G+JT
oQ76TSYAUE7Ya12zu9sXtvc311YCQTQMKFc4ydn6lttDn3Dr7gozPRUStnldmnIt6OmnuViW6toy
Y4Wrj1uqvjkWwXNnQOM1aqO/jcZIdJiCm+mFwOLtvDn/QYuHV8LGThtHTU909lAO1HLlKsx0QruP
P+d7w0AEwHaW1grEwfMJ9Ood17jRd3VppKe4DtV17eXqvWv04vfHo8zRwfk2YtvAPWeiOsEDd9/F
KCKmSa2X4qR26gBlUm1vyYoMN7TEez9kbnDHNLxoM43ltGmDKLlQXXm74gmPSQKwUaowMJd3DMek
R5fGQHGi9ubcCl04+2TGRbRxImiCiIiePn7ed97q2YCLaCnQo4q2P1ecZNrmOxu3g13rdt2FKfIm
KGPSklNFcMgzsZ8t6WSWjc1LHIjyFKVl9FMoAUylsALcM2rtpgRbuofkSUGfOdruwhlymeCTJ3xa
SabVxJ5PRs3yNh8/+zsv+4Vhqv+jjnxBkL6aUZCOixDQVn0yafq+zRTH+u7OLAGDcuShleElSsc7
481MYnw75sgUCOP53Eqz1okTro0nuiCnTwMKgfuqcgY/xJLvUJrxJRb9QhU8my6g7IdITLA/G947
iwGNshKOQRvqKXDg5WyTPLd0P4YulPmyc6NHJe3d796kKk8yHToaEqbqKmoa2FpQfPK7emCmrivO
zL1FeGwjK+49dV2h01L9VqQWRjP8n7d1WUBwNAfX+WNLGkIuhJbvTFGKPyQEWf2oLJdlAhNOU6bJ
pjl5WavRAeM2N0ILgu3Hk+HtKNxNabLTiVQoGVuLtE0b95Q4okmerLwZNqESq1dQif4SBsIXYRTo
1/AX4Bej3DqfAnHW29Kkl+9kTw1mgm6arulxNv52UaMQ1lG+ulT6zFkbfj5Kw3Yfx0Y6nXKuels1
noINDbPxheXzZqs0WMmcd2yY8y1v1iS/3pBnJUetRl57onyjNJsoMtGwGFmC5jyU9SExBnVPi16f
bdAJgDBzvOxCpPxmQfEL6ABFHTXHR0zw81+QTyP3HEPtTjJSzJux60fanzuarPKBho65s/3jOXJ+
yeHMpT6E1SSmo+TB57zW+Xha0bYNwKyJImT5gyZPUfp2Ow2woSzjyrLoRoniUVwSZy2slP4Zlj2D
NCyKwrfZNFphZFta2nSUOMB8yR0hDYQtHV256WykjBuDE187TggbwjSiTt3biLCJ4BIwZxdWyXmg
8/JTLIftZK5Cwkt92XFebZl6TGMZpkr8lAmvVbsrwPHHJMLwrmz/qrD6MhTPyjUeNSuwoeWClDTq
ZkVtoxxBQbMTKF3oBIqCK9pLL13MFxvly1jcDpjN3CbxvlzS4o1AyTNofOrRK+PQWVnTmN6LJKCT
lrC8ize9HtYPXUKf25pYb6Z+yy6c/Way6hbKW2CuBd1tV3QPolcxwlI1bhRZVJ8KywuUey9Mw2v6
lpQHRaPo7xfMrgfXrJpvH0/P8wX5z1Owr6DCh99PiLjYXMbYrgfKJkxPW2sc5BtS+2RqjVxVQz9+
mYZevUUzU/3OjaI7jIlTXLiDvTM55taQOT/K7kO97Xx5xGOjZGA7p2On2c26UWhviwmWUH7U4u/n
IeuQ+hCJSz7bMrbvhkJKRVbq0YxRa7euMu29IKPXrEEZ8vFbnRf1vyPCf97qy3qnr2cWky3eqpHp
o1FA0znmtJWucQMqn5sg1VeN6tYFdm3prawU7zoC5PhX6Y3/GRkdMVRZ7FB43vP3KcrE6QSCkuOQ
VfVjwskBFdU05yxotJ+yJrlUkX/vA5LVMOZrBQnuN6ULUURWNiksOfSVayRK7jWYQ3cdWVp9YXWf
b93zs82yXQ51F1QDZZ/lXOk04H5xZRzNnC11lZpxsjW8qvqJ6BzZVBwV0Y+Pv+MCZvDPkJAzSKwQ
4c+Q/vPXicZUBl08qUc3qTtn27km9mVoraIvvdf0x2Io6aoGsJp+7kyjvGXPLW4dUMirir/xwkny
dlLpHFfABikWcYVbntD0cnbEe3PelxaOmFxEQmA2jYgrdXCHiDCT7CGuBxo7i1J//PhFnEc6L+9h
Tpdxds6UjDcNT5MiptCWhnHEaae7zqYgW6se/cgfj/J2LtGpQ0GPRCTLFMzN+dsGvjFFSBu9o67g
/awOnr7GB/EUQvG8MJXejkTjDXOW3Ztwniri+Uj60PQYa8jkRJVXW2uJmW+tWmnXrhLLS/eYt++O
kHd2SqFRxJxVtedjRVTlq9aT6akMveJXOlBSo1VT34QhrcZ1F4qDhuZtg4TX/K70tsm2L9VVkBc0
lSJrWTktjcexUl2KhN55B5hOuRC1UXFDFZ7//atzeVKq0sWUJjv1LsYqXhO3KzE24U6PqYp+/GHf
ewVUEMAAzv5W7DfnQ9HYPESWFeanohnynToVYiMiU9t/PMrbUAuzIg8GIJAyD6uJxWKVQQPcoGjK
Uzdkxm1Njoe6rtqjx7Ew85oG5xdtDnL98aDvPBqWoTRbc36aIEkW8R1YvmxA9VMSN8N/l6ZZ7Mci
+fsYauY1zQgD1j//uXg0J8JQbhiTijtAFoCEhJOsKoq+LbAiuBAgvxRazw8vi9s2LhqzRQMwhMVY
No1cbY1D4wkUUIjIypP2oxsq0Y0RpMMnZnpFsd22oHommgVAIaMTJ/bd0XHsVe9G9hXXYDtF6JGB
zyVFh/ljVk7oTYl+UedAfNX83piaB32I6nSrJrZ2bcUqdrm20scl4mKnMfx2wDKCeHRQ/xQILFx/
GDLr20DKofQr9h5UYvN9yJdAjn9IGo9/iiBvcQa0+I20Q7SrWnO8B1psu6e2hWyKkizBDMnTKTvs
aQ5Vfk9qjp9jXpbmVlW7sFqRTujQKMPCfayFymPG9ADlPj3m/YQjq9RvGge9OlWDIHlyukpHkFMY
w33fF+TORFCLYe02GpJMsKhTgSVYbSk3ElWSuspFqkYIhdQwWCdomZWVnkodq8gk+4IB3PBHWEir
qb0EiOsHrA9P1uQCL6il6v4uDIjMK5rdxQGa7aD5uUxzcuKOTIp1lyUoXovJyJH0DZMFBRppBJo7
ukLkJndnwgeCP/d7N9T5pSzmO2Ewk95hY6NQS05vGcBlg94xLYr6ZKO4i/ySToub1Bif4zws70tv
FjXHynAV45rpu3qj8FPM8qE2cQuBgRGtK02m27G1xN5k/99PTeRumoKcAzD84ZoLIOLMMtP3kBfM
C4fAO0uXdLKqzzAm7a35aoTqcNBjnCKLvi65kNU0fdtC23y8QbyzzXKFp90axBXNDUtqRZdVvT0O
TXaqWmSuo9d763HqUAaEo/UfDMUJihsLcC8q0YvgLzSNHn26wY4OX/Aqt0N7rWXS20MgGi8kWN7Z
a19YqxYvT533v/MdPTCQC3aQmU9KpKNtpbTB6YEp602nTFXk1zLwvshyGL/8/ct8uW3N7DpulMth
swQckRMUp9aq9TV+T4IaR2CsptiNLgQjb6NNErqEm0wPKtF0cZw/oWYUiTfYXnHCaC9DLo20Koqi
9Ko3W8U3+jrZfvxo71zZof1ppDtp3qAxeAkrVco2680sI41MhW9TVWTD0wRL5kbvSJphSvBDybD8
qgkKrk3TiDcmVegLB/Wb6yDpAhzAmKZAC2fjqPOHNtpxCMhj8VkTVEuSitbBsGRwlyta/AmYYbDN
+YnYS49YuI/G35n2EWZybecNcD1jAlOMXoQkppOE8ENyjUy61vxkEj9rpim26HiSfUk715XXN+LC
d377yJx1sLwoNxJfk807f+RiKryEc1A/hc0kriuExZVfqjlUqUI092nWo6Rv2vzgVHWzcafmUqfr
m12IZyZ24MUz+tyddT5+b2cRcgJDP5nBTB61zOE2maxLUehLp/frU50Y94VaTHli1hMsV04/0+Vx
K7BOZGIbzQ+LGW6PPNa7EWWYtTM3Q8nWJi1yP80GgRuAkBCMisr1XKwikcq7CEr+L+kpwAtEXqNU
yo1R6KiJOgtDsb5Xv0AdcW9aYbSHrgiCjURm0qz0DPmpoFo6K4mCPzhuicegmMheQ0xP1hqzzVg1
1ZhEa0A92hWS7NL2aeZDDhMa3fRL0Xs9QlseoPseqmh6NODV0C6b6VO1soGBfXODGpFEoHvZFeQq
d6+NXaPuNDjN3argQMbqoPHGzlcDoVm+hfypol8I1flGmpF1a8RhN5tt1eUnIXLd9OuiUO+U1uLX
D8lgXIeWmT8OaWxCIGPirvIiQuWKp3uFPYerd8cG/dnOc/Cw3QUD9uiXtoZ5rzn/eOiE2Gaxtprv
EEvvlCFEXlwNg3ma6iAYARp1OeYcwrQJxDR7TyRC86LWi/g+aFKv2yMbRWZaKQR5K1lHebweQz3+
DHXb+V5i3ln7/eCYX0bMVO403kl7XUACvbCw6DBe/mwT/QqJP8vkLketZf73r24YIAO0Pi2RvRpo
qpH7tihT6yKtPXxZ3WSdFKRHUMDOaAPdqDxstQNNfYgmLF/MZMhcn4KaCNa2EwbmLpNlcyvDRv7O
ogTX6lax6uuh0GFEaEZbW36MOcaNVAY5AfxVY2fXtR0Qkyxwk0fU4Pbkw3mfKsxHURV2std/2xly
Wr8GthFgIuEMwXbI+pQGmL5D9w3RBhyb0AvEYB4gIms7TVMSr7SsKR+h+ij1OhVK/mD33TDuaIE2
8bf1AuylHaXEloDplnpfoXQVIykfFwBXEMnsK2yxwVrFdS8+ceUKDwlN4K2vNWL65QXDeKO7cR7g
19aEhzaVkEq8UUEgotbp9NmJ21RZh2mpXLW9LYYNEJbkEKrtEMyOAwWW5C5gkbWWtt5PW7Ta11gC
4d/EcnR/Z6GYDjmCRH0LLktp/I4c+6moTfXTAAf8F/lJ8AKdarHjpWPnPJtpi/CNDTj4XKQ449H7
JVLvRmYiPIoGUJOf6BMEIBAcxNgY2QM4MerEt01Zf7FEXnortakF/XpZaz1iU1EFvHxhlRvEpQqQ
ohhIdoVjiHrIJfyEdeLpQ7Irvdyb1n1V4N6QBXmvfB9hNTfrSNXCap1UchgPWTWhdZ/oxDgNpSjH
O89KleQz4uQgOdplYCl0j1Vtj2IWx+fmi6EGmQvTIAlFctVO3dBFProNOzv0kUpXBJ2Zin3lUCZW
VqIOxbcE0V+DjZ6SmuskTFW8RkqyEr7Is3ZHwR7WBvcBnHtQGZfPji3lD7eb+COaFY097SJ68xAY
cJDsEiOX7RQEzW2uKJGKPjfBxH6giHrNZU7DfhKvHzCHY0eEkVe6l9yNwWDC9C4brd8JmVYQq9qk
veqNppSrPq3LboM7UpSv1FYZ05vcVbNn0gz27WgmVoJSTLcA3PSafSCLVj+aRmNWKwoC9g14tQSV
4RBAFxxKeCNAgUBs0Z0SD4B91Dxc4W/kDru565N/QkNHtAFGbEx7qnaFet2ayahsSNPot04zROY6
VyrorWZL/+ceKlL1JRw6pdgXMi/T287GN/hT3RsO3f8kNPZa24hrlKtFFa8SZcoeoyhw7tzAtXnZ
Rq+UyF+MsPY13PwOPKcxbZWxYL8KOru6g5ip/GllSU/2GCsGpKYhD+AuZElwwAEEk/pBaGF4RRux
d6VFxEgrJn3WrFRpCH2dGn2L13A/xMWdWdoZTtRa0ORbTXRQEahCQhlIcCF19lUUtcYVbWmgyAI1
RHg79awhOvwbkAuCH+4LjF8eHQgO9CaCSla3Oh/6p4ekGN/wMOvAvulx+KVTZV75FQnSX3AmA2uj
KfiXbdIoCPYSuAgGgYGTPXZaRXu+HkWTus7xsSz5zHqx0T1+x7r0wvjGivl90M602c3JqaJHo4kt
vEy5P1Z0bJf25zCFZ3YNHVPcUEyAG1C7+MjAlPJ6i9NSGYF+mpMzb5R69s0JuHP7Daiqh4lj9k/V
prX04QqGNF/DxIEvH4zxMWhcCGcoiL0SrTsmgDu31cIfw1TTVqB3bmOzP0lNXxlBxv2/yKR5aFXo
lX5dT7GJhXxllTMYLLK4kBu2urXbkRqYBIIa+9CuuD0EULhCLqr69ECDD+Y2VVDJ76Mpyj9uUxhH
9nKYVcIIzR9pMla/y0oSntlKnPBmDScSu7EunRMfdypXpXQGDj0RpQ9KGWsYZ8Z5q4OGi7snM0sd
vFB5SKJ4qWkbI65BoZpxhImPFcXA6kkUZJ3P0aLF66LrSbFqYBZWU5IJdSPREY6+03oZXNScCvN6
6l1jJ0LuZKuqVoNvurCbgtqJknxD/W19G21ZCXIUTaxvJMiiX2TdQizIBi/9hFs6LwKPEu22NjCj
htymf02Kwj45AaZsPoCR9hb3GhmuNKHEv9k4zHzVeLAGfMMgg7Bzgsm8U/IeAkIwjsCeiCRJrki3
BGlIjzMeTzFUIRIbgXCu7JGyxNoM1IQzz1AjBZqWLV2/x7xsm2Ylt/RCsMn6Y5mrv8w4875TEs4j
1FdVaxGAJc6VNCKL06HU9D+4jtnZqlbT+FHEg8zhDCTZjSlxBoKTJFTIJ4Po9TUAq+FX3XRRTxwt
qmQrijGFs5nCnwJwMdsIFWlsfCa0AyhWenb4c1LirL1OqYZDnhBVqPtj7WWmX05Yym/YaTABI8Rh
YTXFBJFMNaL2WBVK/ljF+MBdgQZTd8kYg3RErD5eG12O7za8QcS6ep7J75YZymMJvQS7PS2qrlqz
NUOOH0d/MAu3/EJrVHlf5BGNtkxfIsKMa/e2CHSh+sj600+2qzzalSELqhA5O2o/KG1C60/c8bWT
wdU2g+YpELeE5g17MtF4RxXAdm+ITDBQs+MufgLXl0PgIm0a7oJWL7CRS0rT+MbujaVcXE06JArK
CFw+pVHcO+SsDWAD42TumhFfEA6Ztme7sGPjuUhlpn/KQiM4xFLtKQyYA5C8BknZN3Z1TpmhSUyg
gjLVvoxujpu7ApHpG5kP1bmJXbfAuwtuSeZTZwzcrwVbbb8CTdKPv3rifqznhtFpd20DK2hLMrfB
LjmiJrgbJpMjvx+hbPSgK+WOgIPVJCCaYO+UTGpwNMlATfs00krxu1BtCHzqVE3ttnVD+1S7SjL6
9jBFXwyz0qEX9Y2VXbXcAH9QeQU4PNDhrlzbYEa/R5nnkG2j5dZXo7HDlsodxNGLtQzEGbiyfgPg
QkdBI1z+RMRFaEW9KMk/D9oY9XdZUJfWH75fq/5KA7qYQGzGqnpdsc2EG+nVenYbsWkAbZa68SWv
6j6/Uqwkr6+NbIjCbV+m0v5ewm29BV5uP8Sa2Rpbiv/aH4AQY72281Cma8lUbNZ5j75o27RGm66H
TJglRaS2mlCoGViiUYrV8Sgj1OjYlY+AWMp2rZKRitco+DCs01thklTzlOpXp036QLej2g0HXcsm
5340u3TYiUmvh7UTu324clnAGAsHOI2xceljuzKw93vGEMlRVvSOiWOu4cGzH/OaIKK2ad30qfUY
SBTMPH80pD1yVoxVmm7NMUvDW4gc8SEpyGautYCbHHQAaExbpyOvugpagW6IZKZ6T6NuT6TuOs33
TkZ9tecaA8qHJ86fylJ17sqxU5StgjR/9Jta4hXVFVqsryw2onvLKtm/wdh1zqYJpW34Y1o3z9yU
1QfIPfLEFq2IrcBTbOuZfR7SW2Tre4xoccjsss74oQT4I/LKuUxs67hVbxMuq+wYY4QJn9vNNnH8
jc3nQU0q7hx5pZQ7QDf1nV1X+NcOGje2tYHFQYOzWKoGNyXGhrc5/RlQCvowk+j7J13faEmWH7Kc
DnxfrWz99xBVnN6dA6BoFXSVtgkbhS52AaJ7a4aTavqy7eLiFxFYsnGHRqyQkQEdLi0EHNCSgH6t
vLDiTNPHkTM3qadwhfU7HPhIT5t1WOWiplPCM6pVB1WNa4WdhticjfkUg2YEDrFD4NbXO7XR1Z2T
wfq5LQWbThrXGs5yWPPd515bWSuzDpPcb+cKJ7cdFe++rGmT42Cpw09Vw9sBputA/66oG69eC4wD
B6BsihWsrM7BpVynHHDb2vwPX8RUlFhUZv+YNrr5x3Mn78to9VqyzxQbOJ4SJQm3uTz4qVbt9ClP
FDP2e6lapw4opQnrVXHFlu12oCEzyTV5V9aBVd/p5TA9WkEl6ut67GF9B91MaAaYy32cA+dPb9R2
t+lGr1RXMp+JfrjKmV+zYkgMnooW7k3fjCOoc2vEPE6HBezduhC2pnXXVn2/7vs+v8ta1LFo4HsO
Po32owF7y0TEV7ZTRD8VAvbfThBOcgXmU0XBDtiKVW8oFAkTPY+eoePmxoMcKB+gM2r6A12zY3cV
zD52O1Khw58K1huBaTFYv6GheeVagJ221qUdemDQZ8ZW4me0uj5gEsnZKkqKU+xaeBzwbrlx8rBx
fRJJ6kZcV/S4oPyQDk8eBHL4XQkQ/02rtOYnLozOyAWZ3ATnjuk8oIB30TLoeghiiOyoxC6Pmy1H
SAXuFcZgcgcR1FH24A5yqIvAKbXrWstHOLRGR8LdUKL2W9zPzEbTzh1kyEGab42EmvNck6HKgv4P
3VVoxfXKMgHmXClaVxgbvadUi3I5B9oIUS++b8p6fge1pX0fhpjaCQdiexqifryjftx/ipN8DPYm
XIKKgKtU7iCehOPKNET3C+VPR7FlGMRBTUc8IGmsqWhMGQzjsYviJrjGpYzOy9Fp7Ksqd6rnKYCt
utGRbSp+O5lRvvb6XDyAXqxvIoPElC9sKGF+VmX1V4C9LYpYKUdSmYqnNleZlTTWJ2AfDqzPXuTc
xeknuOr0gcCXaq55g/AMDmpggNpf5fUIxdFs1eQwTpp5GmrHwfkk1Tg6AVNF5kqPuEX6zmA1vd/a
nfw1TQIOgXCcnKtkFLs3A9CQ4EY3TPIeLRGV6g+R3TzMVhHfJgjtt55R9tGmEdgKrK3EcT4FkWnf
JXE5PeWNIs0Vf1f1J8pS+6mvCJt9j/d1BGXYwL+NHf2EjDTVGTIaEj8QmfGTNF74Ne3gPnE7j/XO
7wj88fmrvPK+giyLmksobC4lHekOWw9I741UzUF9yFlOJlxjCJQkNNqAfaTkQCYeaIpbm5ZmMIZY
AjQ7w67lz3pI4j8X8uJzzvks+UXfhU5ukt5/+lqo2p5nkcqUnQ7fzuKJHclvwz957m5hvk7uQyG4
xhbsx8VeJL/T+IsGq+7C6Mv0LP07Z6MvclhaUXqqgwvwE5eoA3Fn+Si+mgf50/7M9lhqq7jdlc5a
7j4edpmUXo66KD4UhluGpsKomYHKZrIeYWFeKwoGpDV0XWtjj+aqbboLBfQ3acbFs86/6lW+LrUh
ZQWy51khujkO7/c7EJ2M1y5hwgaXPKHnD/f//rBkCM+HA6iqqmnAQ9qDvsbbeYVJqOKkwBejC4Wx
jx+MEvX5SL3S9oHedcUTbqqfKCEwEl5gbselBqaW3Orew8ff7+NZw+Q9HxDjZoOYgzlbptTAeZtF
fP/xCMuy4vkMedMNZBUl5o1jUzyRV/Nn/Zry2A8XxniTv53nA904tMrSuEJ34PlTUIy3KPJpxVOx
b3bm2tkp+79z2IB5sRhi8aKGqbGkO+jFE33kmzp/mv2TP35RCx3B2yEWBR4khBocJZ6Cey+nLH5W
jZ99r9b1Zrr2Pof30yr6T1bvq/c2z45X68hCLdvA+C+eIrfdmfGuask57kxR7LLwqlB+oNq68JDv
zrdXIy4KZ3o9YmGdMqKNjCiot2FzqeD77mJ9NcJiFyZ3TDxA5vJJVdStqZh7Gwp0EFynzYX+kzd1
0OWUWOy4Aarf2GnH4gk1xZ6O0NXo1EQ02bqtDwC7V6rWbJPiudYuAqPe3Sbo0II5M3cQW4v5TqJ+
KikGF0/OVxo5rvPv8bXA1cFPd+ZXEjLpOjkAv/863o7+Jdukdzf8V0Mv1gFFmdGOdbd46rxTO3zj
/hf29do1ntTwTsFS1zSOHy+Ld/ePVwMuVgWNzYUx1k7xlLPiPPkdUf9KBS/+8Sjvf8xXwyyWAp5v
0DzBl7GFaNsv9/dgt9cgjS4M8+70fzXKYvqj0YiMllTZU+7gIEFEG19yEr00NRbTXx9NhRZ6XlcJ
M1duSAxpM59iNeCmdUlf9e62++ppFgtAwWBbKzXGEu7K2VpH5wgyOb/wyrQ3o7g2rY/U+GmCxFzM
XnyZahKhqU+D9qTbQ39P0xeg2s4OEbQn03qM5t7aSoYHipEGNktFtiIuT38nOAOs28GkZz1p8sHP
Pdtc10LpVhr9cXSGlu6lHzrPxDdhwtyEMROnZjXD+W7qVBR+8/mkc5MrwOeW8O1T8yv85n0mh7qP
xB3GLZcOjTcvZxEJ6edj5kkuY80gYMjdhIj+OAWfRvcPrWKUzC9Zii04df9zQL0KcBdLkZZtuEI5
cVB+iu/i6/Szu7fvaXNzSEDc4hEWAph+zi9ss++u/1eDLj5/oHWNRTcFIdH4dfJ+lOUK9tjHi//d
Pe3VEItVOYomySm5cijRhOYr2meFDjhF3qd198skqV60Jy96/HhM/c1s8YCGWebcv0IzBaL78y9n
6G05syWD3/QX0yNDImJIVw5WaNGK4kccr2Vl8CXnBJNftgmAFBQruOp0RuN81gbPAHlsTcWNNwbT
7xQdCV04vdFLbJ51WV7TE+Rg5uN6FFlaJQr9fG5Y8Tt9clGKGzCkAx1R5MtD/X+by//G++vV912f
5Om/ngtJKe3ulD//7/++P5Xt6b/uMLvcQXh/Pp15Xc5/9B+vS7AH/zJJmGogSmjqhOfzf60uTfVf
dHHN2iObtimIZP+2ulQxwbSsuWGYL4zADr3Ev70uNe1fc6MFLMOZ5aJCZ/sbr8t5Mf17C3MdupHp
VyNI5y/kMFpSPKA+078LkO+2QbwE5dqQyp9CM/WrVy/n/p+/8LWD5fmCexnGoncKO7nZVdJatonk
wSQUmhPcW0WW2TdDZSM3aynuEFsWP0KERD/Aqet7sHPqjwqXnr/qp5yHJ2by0JyAhtDBiCz2MdD0
dWMVVngoVNzytNTN1/nQf/n4Gd++Ss8GdkYiAD0IHKv5HbyKrSPVof9AC6MDeLBgRVET5xEyrKuP
RznfHf95FDx7kcDCeuO/51/xahQcSsLAG+PooFIu9hWSy3iJTRQT3VxdfzzUew9EQ586d1E6YPoW
t+C0rZjWQOwPuCm0jx6Viy10CFoO/34YFOKc9jTkAKpcfBwJM3HERiE6DF0uN+gKVLxzUnmh52ch
mHl5cTOZE8YgKD46CBfbb9w1gqSgGh1A1ZSHBjcnCrdqthWB/tw3A1yzBvig0bbutke4ve6GSXDv
s72/n4sIvWaiD7S+uZ/y/AN2+PAFCt3oh6iB4xa5uYXDgpNdCKLn0ON8XTPLkXeis+TMcZfKf5Kx
HC+GHh2qVH3qQbP4nl1+tnCtwkpgsP9+poAXYJ6wVeF1vkTJkLnW6tizo0NMvXLXYtXpozuu/jls
Hof/FT6LdzaRd6b+TKxBQcbUZyUv3hya346rXZ0cjGkIQJlk1Zrw67lX6bT4yylpwitAPkln22wB
uRTG5GmtZVQD84NExkALIZOHTHqjXdgx3nwkk4nAnRt1msUqWxrfBtLNIU6X7BgTjXB2mKdPdojr
KEZG7meutZfEf28WNOO5/4ez81qS28jW9RMhAt7clm1XaBqJ7gYhiSR8wtunP19qn9i7C4UoRGvm
QjHDGWZlIs0yvwFRLqVL2XvL8SbNaIa6ieILTojpIUrw1lMMNz++d/GAk0NARX8NMUooPNcbvKL3
W7kAAi6jbmmP+Lj19BJSY2OU2/MsBUPYb8DUeCQte3E7FRJKWjtBDlrTFLt6NFUaIdX4MxaFd4ra
UH8FzP7RcKvmd9nXxStlNgFMptiCQN4uqgVE1tElBU7eXovrK7ayqdAg+F3MyJzQlFR+Bkq8BT9e
GYR7mNSX7B8+z5IVljV60VUxB8wDLHUMRA1u0rGr9x5jUpi3oyymgnVL0GTGFF1aPcWpTDdRcxhw
ELi/P26OMU+KPFzEHcjMEApf7w9vgs6takV+yRXdxJpnQOkwUroj1T53o0y4PhRlcLCvEpwq//zN
Y6kW7uAWjppfplyzPxvQyYOdXg3tl1RSRjbeMXn9XF25Jq8YNyDsfZm4LiHic91gxOGUxQUFpQ8j
qMvHajR1jEWmvab2+6xCgs0Vw5Yaye3WYFiLdYQVxS2y1BJHEn3s25CmlKuFwP/zONgBwkjf/dEY
BWln1Ki4ENnu1yvpRiIpgQ0VF+ABbrnvdXxcnitAZxTB2jYOH+/vkZW1RC2SIwxBEfj7kgGIj9Lc
kNSXFwhXmos9JN4U2Lh1tMbc2fVDZ3Z/TkpnX8YSCZKND3l7LROMEHOrBmw9wOmLXRPigFgYo1Nd
ihaewQHnTSfcwd5PvkdRZvzACxRB7fvzvdmoRD4m9FKeNamd6C6WV0+xXqrCvLmEdOd2CH9S/PUS
cDuBZm3w2m/2C0MRgGgmz5qU01jMDi3nxLHLor1Yuqr/NodY80u1Abj47hkR33BlSRsH1MgXrwCw
G7qQIusvc6f1z+jt5qe8a8LHELWcb/eHuvleRB5kJ4R0nHFp43C9NwsvrU1wcd2ldgG3ZHykpwEb
s/3sKu2DqbXuRgS38rEQPCT7ImDVEL+RK/zmVgnhVFqR13QXRWdCqKa3ByFNSDDjcR7uT+3mHMip
wUp1CA4s7s3FUGy9elTTrrsQDWl/4TcE0DLs85cRexdfzDUmgIWHt6ZD7/tyf2iEfJYXmhwcVTPO
ny7f8cVOsUrFzBB30l+rHpz3x9EZFfPYuIPlfoQvDIJIZqfQLKpZm18wmdXNp7ym8wn6Gnpdfkqq
Mu/3+NQ0wxFLQdVu6bxnbgHlMKDA4QNAIhI1zEFVHtEqqI2DVScR/A4jBCpkdX3wRbGFQnw8GWb2
kOLXrh/AhxfNOddgdO2Cqqwaan6xNh5MdQBG7XlFYv2okzmf9mWQz18zocfpB9i1ZGN6XDb2s8AD
jBphOOLV9FmLO8APKnBe64Sub5f8hVfY0J6MXjfRj+2wH31NE6v5bTW11ks3OCV6Qc++NB914WFH
0mVhWR2w3M2xgqxwbn0wgIBQjze75luYz45zAATthi+ui8ArVFEjB4beGFG+izL6fC8gxMoXVR2z
L23r1MYxITXA4Xyy4kcNGzrjr9EAHenj/1jGrxEItukYi9n90RDPf1VwL8zOs5e20amxhyI8z+kQ
dF+ztEqVFxgiifM4uvCm0NqbEGb9mAyaVQEVR4fvdcbJazjhBuH8RcMfl7woF276WAiwkIdg7Nz5
oXJKenj4UhcUrpMeukyPv2H72JtJnO9EPSTuKdCV8bPSS5ROqVbJtxp8dYQvnoNFZwOY2d0bnYGp
EMim+K8yUikbVqolon1LCv2o4KsF1aZpwLGXIFeTXZ4Gzd/BoNuf2mEkI+P89vGL2pqFVLwzvV8g
Sd1574KGjfdxyxV9DqJgyg+zrZTmRRG9NZzS2QE+ufMaDuYxIkJ0XnOwMoiHoHvu/I0wBEBGJXW6
MAFralXusXRmQNmF4hV/A1dBVRugCB584F+6k9ngC/IxrWP8ekE0q/qPkTwo+jVjtKo/KLHlFucs
ULFDBb1fIlMd2lF3mjFAtk6OlWTqY6BTMjg1FtD3veulOKruyJLSmaAHYN0TOlGN/Zi2eAcayDW6
nQkUGiLIQVATBDuXgpI4NPNQTfsmxeTv2c4cLL56fCS6H9OkVc3JGwYjPsUpfldHYAPl8NQA0Gua
3WRYo3jGkAEfzUqxJNanByv5XDciSy8WHrfaT3yQcejGsTeJyksHnRl8Z+P2QJ+pV+qPLYpJ8dlK
glL5y+5zatol8kf9odDVIjv3TewB6Qkz+yPlmwh0EDh0TZX0GdpkthdBRnaysqjPcxe05WOc8n/e
TYkbZ8e5bjF4Klu4Dk8ewYB9sKGlYnfHMxUcBxz9PtihGDDwGqgqvTZ13aaofZW6+w2n4TTvd9R7
avFl1no7+DlrrQi/YWquD+ARMkSzD0JV86h7LOfUxuBMcUej+avMKqv9lHLapxel5Fk5p05OwaEt
jbYNdkmEW1d9mKOh+NlPadVihxYhlihOzhh3tcpeHLAe3sF4UXMfEVVjPjeRYWVfZUU33VsodkZ9
s6tqF6+75xFT63M2sV6PtZ1P3NgU2Ybic4kBpYKnGobVH4Y88eYHTLfM7KNp15a3V6pYU544WigR
2VnYxw81+C5rb9eRi6/nFAziHzyu5/HDVAtHcu5rcP84h8di+IV3bdH/TuNJ7z95aRG2fpKYM5ky
kYxxLmvgYL9yXc0nrGxLa57/mMQcgG1SUT/snyrk2et/smJU6w9qkYv4oLIJkmMDDdR7yqfO4GDp
aoZNswGXKRtmYzprSZfnuBNrOhQ7wjrrBNo2LH7nsDg6bR9xPScuBAIi2W5vDqPxEoSO+Y9G4dv7
K+Bch0e7AZd3tAWkll2BZ+mAvn0at8ZDAp94OqSg4QDsl5GlZ/sRPxOQdO5of+szMBQvXHhOsHOj
JEoPih6mftGMXn0kkHSBBzS99yWPcpc7Gkm8n56HDgmG2co8Pnt5AyZvxGUWNNY4uNaR0CE3HyKt
99Rda81whbwIZeNdq6sR5BWhmr9Fi+XRbsitStt1RlpkxyFL4h+8AgYNYc9Caa1UuugpAsMMKL0y
qO7rk5vlJwTE1A8j2CpvD+/KZKZdoZh/IKQU/VPlQzrT6uQieqk0T3BzgmFMD+7QdqrfWgKmvSti
0RxYl0I9TO5olnunCcuf7dAEILnybi530LepYY0KyKwPYszn+gFSbKyJ/ahUaXsK0IGdznUwe9FL
Le2Vwx0oMANuZwvU7RgVTm4fcl02sd2R7Gyv1oZBS6S3a+wL2goexS7PRg/qWZJoQPo6fKUBb+WW
9bECZYUPLArJn0qPsIzLHKjca4QN24iolNWYnzrhhvWHusoSjliMrsQhMYYp3nETNIXvQbXhgNcA
qQ+mVdkV9PxBC84D7uz6k1NHvfIxB+6W7fJKLX/wkNiovFMTBTwxNN4uCUd8rDNCtx800dX8qcog
YYM9xAP9Zxep1QuQsh7nzBh77PnM/WIl+7ZL0176+cZduw/mwBLnsdJbe1/0EfS+tCdq2fd9oeo7
7mzoi1zm+IeDMwuiBwX9negESGUAu4pXA6Cvpmpt9Zky1jDtPIUyxql23OT31OtJ/Mj/PP4cmk37
panLsQbvNsrnJ0IeJ9270LqwHxwLYEdpbLFrLLPOlU/CqCrv6GCAaH2uwqCHgNhodMn2jQ0d73kU
WfnTkrHJI1AiR6CLGiUURcawtHDP5pgO56rQjOmiqWNYnMpZcGcFVFq7s573CcdCJPAkaC6m+aEe
YIY9eq0SfYmdvDZ3RlE4n+HFxi622lVVQLQJvJ9xrGG32dT6wMdrA8rCdTmHf9EhrsTDRBgoTlki
STRG2Cb1+7MLAn1KpVKD00A26zoEN4RRQq/grhnclJ0SK9+qRBpHBFN4uh8Grwb7CDVKxx+k361F
VR9/n7A3Wqe7eGUOZNXAIqHBEwfvI22rkrQ6FCm2ZLdTsV1iwZCdHPsJRsNlxoCJ6E9Vv6mBOj/F
jSn8+7Na6u46HgtH04d2jIubEdng9QI2ut0PIXDLi4s1VYx9qZv4s2KnTzChwgu0TV08jBIBvEtB
2UJwCXP9F0Rz8VohT/6xJoLaclVYSUxdUjgUJRHIoUC5+EmliqU3tQzE3Abg5XMwmE9mHwcblYW1
UZBOABlJSwPB9cX3nONZaeeWUeY+C3ZK1Y2nlEri8f76rqSktGboc9Gho5aw1HKHttV2k24NF32g
WhJTxTirdQIDQcuqb13TJO9OSQnTASCjq0hDkJLy9eccJi8CfqvO0MAtfZ/woXgXlGoP0r48vHdq
bBqTQhCq7qiqLQV/psYRxZyZ6iVRazLPvGl0DYYkLamDUg1OsM+SESzU/UFv82CpIkwtCP0fgBb6
Ym+ETh5UuhZ6F7MbvQlmstXEZ0QJEcmbDTcoj03fiv5DhsVOccmkttbGD7iGXXDVSAklrDB5OXg4
kKK9XuAu0tVK62Llgj+0+zQ4pfY65QqJaKOhgZE0JMiHpAlic2Pc2+1KAk4XAiE7CnzOUhQUHY2A
6koh/dEd9whDHbpvwbNzf3lvR0HaQjalpPWfC6rgenaqHkyjXbjBJUjb+TSZqBo4MsK4P8rN/YbU
DLReCl3SJMReyohkPQUS1eudS1dkyIjRutoT6lRAeDN94/zdTGgx1KIkpDZZD/1hci7O0GmXShXu
K2WiLSzO7Sjw/NgONPjpSVGXv142NyzzyhSDdykTBWou2kZQqLx248a6XTYK/lQi2YJ0sPVlgbeH
X2hqWR36JUzF/YQOBLmgWSmYzONB8+X+N1qZEvYI1AXpEgEwWO5zp3d0pLM9Ce0L1fpV0LXH16+z
zY1n9WYcWVvixkJfE9FRNt/10s2zDte60XjACahPlWloP4QRzRvP3O2pvR5lsQ3sKq7CDtvCiwFv
tDPFCBkj9h5wYQ3+SJJs4JVJho0u5c2YNKTerqD88zfVwdmecy9S8shvISHveqEcteaX4hQdXtzW
fELcYwuSv7ZBaEFRmcd5B5CJXOs3I6YjWgwygfBhHWUd6l1D/gSmXY8fBmvagjHdfDjKkbT9Ob9U
dvFKlT/mzWCTPiRKGqqRH+cOXlxoZDlE+eOWJevKKgKYkbcEOk5Se+h6mCYaY1eL+8gXqMT7SVEW
JI+aeMUTA3NNvZ0mnN+HLanplZWUMB2CL5C2hAeLUSn0pXUxdZHviEA81paIj0kM7aQqIDjcP2g3
EYJcR7yjCBH4aDcivXQwNK1s5wh9iAYemaKmlwmp4niH0zHaanoRb8Dq1j4cYQ+urjo6O0B9rlfU
CfHlsAo98sfccL6FrqV9Tz2zON6f1uootM0RjAJVqbmL3a9iTV6OMN99iKFV86BYpR28etOsRu+9
QFg/WYOHAiBNuJYKLr1t9pDv2tivLKN61DE1PRpTUp/vT2dtQ/AwYm9EpoH922LRyraJFNCCsQ+A
KHzwwIRACE7ExcnQEbw/1NqGkBZTXB+EGjSCrr9PBreQPG2IfUutP7WZRx4oUjQ4zO47vfZv9wdb
nRf7DhYFZ4sM6nqwpIicGthN7IsmM1/VcKj+mZuxBqGsb3VL1nYEcRv3PUJBhMPyp7y5MEQmssJo
M9ILzQipotR90HxRPCfq/7g/p9WBSJ9owXJt0C+5Higz41gY0IH9IBAt5UfMF78YSA20x/ePI4Eb
PMYkhO6NpzBpvymUJPERTuy+OpM94lkyl9k7Pdu4hsCsEY9xjPgHeMDr+cwVrP65Y0OgUNEdwkhD
o89xo8/vnQ2tbqkAixSS/EqLUZo2miiXVKnv1uP4klW9+pLbabaBvrrdb4SnoJGQ+ML8AB+b67nQ
vlG9muKJ34RZ8n2O++pkdQVgpAx+9cZB2hpL5hJvNlziZi66AHPq97E+fwSOiJ55ow5H6sXhxvVw
u+WQsafwDPJDBWGgLYbq6FcEIURSv82N4EumBBru4bHz3uQOPLysCpAW8yDeJD+5XRpmHeeJ36dx
4xw1e/C6TzVAqH7vpbNrbMSbq5PiU4EKtYAyLO8GNdBCx+oM7rxhoEBN/Rq5vW5LM1renFdoCReM
EBcC50iChf5V6HrzlXSZX1gd10KAwA+1SVAHFdGz1T/Uqlu8dO6QvEC3U3xUnsYGMnzuvtMcXB4w
lMHAQ6EaTRzqLb6e1SRVYU5V4jsNTT8qiHMQ77siKb5qIQKPh/sHTf5tNxPGIUpmWTwnS+KdGZpQ
Z5U68RFmaE4U5Siq2AgemGaaPNlJ1z6HotEfao8K0/2RVz6oC0WXFJL3WP7r+kCg6BF7WR4lfjJl
2QFVl/jYDfq0sUvXRgG5DgwK+It9A9mw3JF2SNUmfgxc7qutJtCd+S/jLW++23cSKUTqHHIZScqX
Gyeg8h5YI+uoGMP82W7N8nOCDNveDogRSzpY3vvvE7QXCXrphINRNRc3ZO5Mwxxiv+GXDVjNyVX6
U9agkd9Sn9y4jOWXWO4RUHPklKR7+OYtwg0hoLIlZhD7adh0J85ECOzwUva6+gWNm/6QzP1WgWHl
tqSmwr95A5CvXz7PA/3ELEawyLd6zTzlxL1PjjIq6PA4zcZtuXYCqJ4QbtjcujiOXO/DOm5Jxkbu
MbSus892hG541Sr509AK9dBrVmLt6qD0nprU6Tfe7NVZSlIRE6U6v1SOHmnsmbhXJP6o2c0Pw2sT
wOYNHmO0R4N2qxq3ukUxCoXuwf3CDXc90SjKq8llDN/t0GQMSqM8RDPqfaLXxDOWFub3+wd8ddu8
GW+xbXIMCVOVNoyfD7CvEyf7FXZKusvHJHmi9Z6/aGmWb6TWayuKuRDAM6Qfpdvu9RwNkUWDBzHf
R/1yeg6SyB12fdSJ70EE8Wbj7lyQ9QjouKrfjrbYOnRB6M8neuJrdVOahxFzzh3wheBD0iXjWSQi
AhVBX3Jq3Q45T8cQX2EcbEUWC8Lu//8ZkCX+9btCn3+RH3pYq3tD7PASDwPlMYHw3M8qRdtdin3T
QOyLENMDYQN7oAlfDB9rSw8+dHEZPuSlkTyONV7LkS2scuOKX9sBuHCBDiUK0c2lEoHrNoMdJCoC
fVoXHdMiGZqT0FL6ldRNu/Q8COdvHvtyI6dc3QSow4KDIo3AZ+56E1AKDYKuA8rTWY0/F8L4MieB
eqwyW9m4O9ZeFzJloiyJzAaUdz1S5Sp14LbcHcYoSU2BSA721Kun+wdp7YYiFQd48m9osoTZtgVC
sE03JX5Bod5X0b74jAZu86Kj7/NpdloPpXmzfdBQQN5A5a2uJGZEfDuXBN1brKRZp2rZCC3xUy+1
jl4D5zzUe+NJGu9s7BX5Vy0fGQrYumHDQsORYLGUPGBdTBie+vNY/8o9tmrbVPOvpjL071QqpnMU
udP3wi3yX6A2mg1Y2eoZMgh/YB2BAbZ0uZXfBH6ZGlb8SZD6NTnBWVHQ9H9CWBVnHX0s689pGbdf
nRznll01aD/H3Po+id48lW5nfMaiFPxKZA3z9/d/eAgMlmfr9IXwnbn+Uek01XQyCZHUwqDUU2va
fApK/NP0YeopLGTiB03u5pOCAsvGgqztOVggeLGr2I4hxnU99GCkvVeotN+cIhicfZQgNb1DZQfI
VZ2rgzgoQKjHnaamTnFA5cnrNo6WHOBmP3hYrBmQwUAvL7aeYgQRyUCT+Pqcaq8V4LA/oaYkF21U
wkOjRtbZi3rjfaz9/7lKgX9De6DgIc/09bS9Cv8E1SoTP8OBK9xZhYmiK9AS5bWnrvdoCG2LyL52
xEwqX+RShP24cV2PGE7RmAKwSPzawChiP+Rd4R2yETGpnRNn6MTc31Jry2pisgRXhcoskcf1cP0c
qLmbeTxZUe0yzlD93aQhyEMviqMTkk/e74hM68v9UddCD8DuUh6NKqatL14oiBYdqns8BB3Sv+1u
DjNkg3QgQGfJretORqc1f94fcm1dyUzRUSMpQhtusa5jmxRTAnnQ70ZDvDpROE6Hsg77CPSymX78
D4PhMwLUlwY2adv1qsahO7eTaEnurTr7YnV0I0/FGGd/IzKBavb9wW675IQdDIbDpQ1pD5On69FG
TzSV57KaTUEeoyTpsEcOLzwCEJr3toYmcWZqH2MV62Un0SPsExyK1WHjFDsFC5H/cHHTMeGFAPdJ
sWGxo2TXAc/NPAUK1KXfg7xt/bSI6KIR77i+kY7VK34igb1D1LB8sVxKlhu/4JZ0IxeEuwowMC8V
d/j1gmDWUVcWUhd+nTbm3tMadXyZe2tC/DieX5GvVuI9wLkPrdaaL0rsaKghalJ/ckAI8P7HWbs3
QWRQtSYlo6MoT8Kbd6QPk6hCkDf1EzNyT/QhCsmjDqvnrnSnU9dF3j/mmGeXsijsrX0hv/vyypSE
UoNGJiaYyziwqbspzJCz9kVON3zHrWV+a9FQ/Ka0VlLv7alBdarvInc3D2WL0reoRpRuK0i4GxHL
2i1DNkUVA/IAG3WxJ5Ihz9J07lJf6yYAynFNNXyPuD2IqHmiPnlq0zD4rSiZOm/EfmsjQ0PGYZRn
87YM2jIvoXCf+UgQas4uLIUaHTs0wD6hZKditAF+ct8h373V2127byCjygaN9NlYWjaZo1dM5qDw
clhF9qKN1bA3VVF96vXY2cg71uYI/Y8tJq0vbsy4UGZHaBXhSR92rHEKRlRVKWrZj+AMlOcmj74k
olc31nV9ev835iI8aywXYHMpUl+lMvY8TOEnoG3iGbvh/PH+CVp7K6ha0mHDaB4MkPwlb05QAUi5
UgG/+UFRYdw76Ok0nytsQVH11jET3g2dUm9EO6tjSm9KCjgASJYXSOAZMFqmMvUHATpsZ7YzniWc
cMg2qeEdi97ZevbX7gkCShlcueyYZY0WMeeuSg099cfYUo8BxkrxXhdB9aDrqf08ODHagA2v5EHx
6q1Wwer+IaKirCKjbUP++ZsVjtCoDHud/aOE9VOhBr6djIDI7O6jEgfNYcq36hyriTJSA/874uKC
Fh4eVu6YpL7QYQCYhF6HpqyCIwCW+slpWoR2HfE9R+b5rLf9fI6ROd64ktZSNZROaVgA5QKyvYil
qdlqDVjh1NdzYZ1jTy13rh30G+XG1c+KWTlhzv+QL6+XNsPTca4wV/Qj4aQni9o+Lh62ewiVPnrp
gcic+naS4h4T7IH752b1hL4ZevFVbbSzUHvUaGbQy1J2Hj4pf1ZuDPRXdSQN4v5oq8spCevy0NDu
XHzRMG762myyzJ8UnCB22JkTWZXVgMX1/YHWpgVuG7iaR08V36nrFUXZl35ALBMzt9SKXWJbY3si
vM0pKNQqrJ7/MBzRuOSH2RSnF7dPqZfIxocuO9Wm47CLRVZ9Bcbf/FbsoMv+w54kt5ONNNmpMRZh
YzYmkSJmhauuy8pDA+NoPxdjtLEnV1fQ5XZj19M+WfKr4TY1RejFmd/S08C+GDcB/WyIqP08NI7b
bHyvtauUUBASNZhJzPAWwanS0NPzujrz8bVJP7cmRhk1BrXfUPQw3X1DCeE/VJlI2GTfHaAhueoi
2AiEJhBFmDPfchSHGD8vz73XAo3PINfsi2gyP1RBMz28e6N40CJJZijAuzwc1/uytTDIMATBljkb
wbBzHSOjeQhcGunYRt/IL9YiXDiR/ybj+LPDxrwejRs7sGukrClPCJhnvd08xRhLPVaTmM52iFEa
5ho5Us4Vy2vVanVQzMb5lmmN2NhNK9/Xo23DTrJg/904kttNoGTcoJmf9OZYPnZ1AMA9yFWoC3U8
G3+0om5+3F/qlfcKqRpZngdFyrZanMlaQLnq54GYjjrr31oRwrqrY/WYQ3J5BWIanKDwoCp7f9SV
G46ypaQ4cjZR1lwseROVHtZKKh9YzJNyqCMHS/BmwDv2eH+gtdoTNxz0V4o8UqFlEVsBenaUQtS5
P9aTmR612qMBZ+tF9ufcFqTLkJIS6Xu9T3orORI25IeoCiHkIthxCbKmerDFqHy4/6vWvrPsmklb
PGLMJcRzrj20pack94FqaMe26uMMSaqiOkMFVB8Bv5ff7w+4FiRg6iWLfyaJ9A34Ww+GtkeqO/OJ
gIJ9K1pvP5f69Mi+GCQvTMXkujM6SHyQNFRW7A9VScXGtNf2GlcloSf9GB6BxbtGfwkwg8expqw6
/4GpwF+ukk0Pitk7n0srtk9sty2KvtxJi7zNQ66NOjl2rDCuF0/cmGamMtB19l0cwj51oWrPzyXl
+xqxXtTx0bb5Ct8LJ41WdBiMIoxkzF/uL/7a1yYcpJQNjpmm/uIOLQeocdbIqUb4H8XcchCmdbBI
D385tejbZ2/GcXLjpVhbagx1EaNCpgLo9mLb17UR2alpZz6W5v2fOi7Nj7mamBdn6stDm6nKQwT8
+HR/oquDUq6n1EzjGemd64t0HK3JqNsw9x29L45QUJWzOsXwGjK1etD0sf0+pEiu3R90oVj3b1mR
UianSIIwgagvg8+sDbJWsXIfdfDiK8XeGP6SM3yp52I4qwZWqm48IRptzTvFDMKDjRjQnpZO+Yih
dnR068I8FyX0443fJZd4ufMsXWp6EXJTwll8ggCbFO5s+ILChdHWK613AEQ0IJcPJmCvaDBXAwOe
Yx+jEWnqDU1QzLlAnAf7opqwHcKQfeNdXduJpCVk0oQQaJgsftKUTCX2dVXu02Z2ht3YA31ndTpJ
o47Vmlemn4S2sRBrJ1C2HWQ2zT+X9QoN+5vA9nR4k1Opnay60h89IDOP4HKr02hJiXRXsfd9jtvj
DvbxtLVB1ralxXNKc55w4iYly+IhEoKus2+b6BMcho4+HRJ7Bqw26FXzGQd168LmwuqnxPtgoPBt
Qx/fcanU+1pJq6ekqaff0QgGFs1rt/gZtGEZ71R9yH7e3zRyr17vGU6dzHCg6dBlXb7GaMrUZhIA
aEM4cOj2kPe0Pw3MZt9n4SzPDMwC/nqHm5Ei57IDkSYjEhyyt9ZWVO0m/qPFI1h2xZOWORCu3z0r
uM6g2eW2Y7DFtqvmzoM9ZwM9zEwb04yoqFAgDuNqeHdYwbqBpsDYWwaPS9yGUYrcFDFdcTzoq50R
FPkBMteWepl8phYfCWthUD10DQkqli1DRTcaZkt5gQZ4EQP/ckv3AIwk7nYCk+YvuSKkJVQDWGWH
O3Ta/3V/OW8PFK8ZmpAytSE8XuI3XOIKoGFx6oO0cj54EGnno9B7NfxWKnVJLRLxhH/wzYh5Wtq2
aY6DUkzvZscgukENUhIhNAlYlD/yTZ2jiuhIxMqQ+k48ZUfU/9uBJnxcpJwYbQLxVLkclirTv9+f
/O0VxoMG+EBCPjkjy9DJCeOwIFQhratHPdgjpTWHx7Fxc1wPc4Y/RL2Jh/b9QW9vEAaFkmGSc/HZ
l8gHgZJgqY988drM5p+UA+e901v92cRu/IXEPP5WeWgl3x90ZaZAdWnQ0WiR+kmLsEFRQrvsOoqe
tjl41HkJ3+EgZmLy4KF6MczcTHX398e8TWdleZeTQ2kQdsESUJtEWZSn2Mr6s4qgxKHLeyTws8qo
jJ2bK90f90dbmyFNDYmm5MIzl26zFdWAInBzkkt7MBA7EKqOk8Ko/Ok2LQZJStoqGxfEyvzoQEpJ
VovrFXDX9a4tgFLYpRdkvqa3qv04t2qFTRPtl/IL/LL63c+tQ0IFqQliIOXWZYd/NpPOmnRD+EY2
FwcVTpff5zVsaUpZZ5MuxZ/vXk+wySr5BFA56tNyG785k6hspcJ1M+EHiZ09zK1hIImsT78E7jDj
vsUtZOsqXDkY4CYAEUt0F77Fi4gPMXAtiedO+MDAdeVQjsFrAFFwl+Pv9mD1nffsZZq2Bc9beSUp
D3ABU5HgKVv2YqhVRIBnZ+FzAel/KvC3/8YkZHq8v5qro6CchHYklK8bIR6tDs0ugUfmF2NRHCOj
6feuMmyFiStngLWDaMD6STjeYkci+CkqsxoLoBnkwyfs/2ZvN8RWop9m3Y30U6NPOKbdn9rtoOBf
IahDCSYxATl/vVHwLMacqvGEH7Wx9cmJZvMz9pLi1xwF1ues6OwtWenbtYRPQcYHSFSylpakikRI
CVPVKPzOtpVjV5rdKehbZaOPsjYtKbALSckg2liiDUVomklku4ySOxDl9WzYWTmevU6DCU4z68bp
/jKuzkrCOICAyIBj8e2SKXBaF50T31YG4xK1kDSNYtp4Bm6PGH+/KV8f8iqg5+r1t2oVhS5bnVb+
kInkSQRzdgzCvuedzXXgtk08fgtCN9A2tsjtTSmHpXSCSDAUzmWvtcSRLhsNr/SRgOpfrTDRnmiN
Y+Fj2x62v+9eSGBG8NIN0DAAQxYLGXfkcHoYVX5t9/90Zd6dp/D9vFrEB9l58qR5EKaXu6NCqWTy
+qH2k64Sxo7Sd/Vtaqj8He9PZmUXElp7qFSCO70V8JoCYYYZBS0f96t415dO+KS5+m89K4U/KuUW
1Pt2OG5gavg6MFvAZMsLZCpMZIPSefCjIvw+Vq6zV9Tmo2317r7Npi3K0m3s++99/28MRl14SeLM
20qoqPOMOHUrNni1AHdYTDzb9Mjz7b2IPo88lAOqvDoOwhu22vC3h4HLEkoxvT0eVio614fBFUD7
RVpNnHA0g4Vbf221+UsInmpfWcOrKNXq9M6vyaMG1FHiXCgwkJhdj9hZ2MgbladcIsz7DvVoHhU9
RpJGuLxvs/beiOHf0RyOHSgH1nfxnmpYw/cQzZVLnOnqAwlaC1c6bucHHny73AXcDxsj3pxzCs4E
fP8mgjrNpsWKxmOnFllFxol0xGwfxkJRME4LdOdnrUajtXE2bm5MRuPdlkkTkyOWvl5NmrAGKArJ
nukxjjXHTvlodtMW4HBtTsQGaGRysDj0chO/iYPGoQ6xEnJifxjn4ZC6k3Zwc0w4lUwM7w0SmJCk
hXHepZb68lLJIisRyOtiZ1eM5RNInuw4aTgG3t+E8iNcZZyMgjajzOcIfG4Iddz2QW+hJud3lFf+
wPc8RfYzTigmtnkYiL8HEadqtsOfRgufOyMYC0zta93bUtJYW1jiWJpdLB+yIIuFjRQ1CNMRTD0l
x6A4YgpcNAdUh6z+knj2lmXD2mYBnkk8yz1KWVH+mjef0Wt6q3OsnmxeALTWVbXAMKEQbbvx+qzN
ihdBAuiIxGhJXI8z1FM+gbMBUJM5CYKtXez+jHGyw6k4Vsz/NBjYEQpwpHZL/HTQBhqMDgYDBNpT
NcDT4Qi3uf405/iKbDzityvIJYLtBHBtE6WQG8SlGo55FFJw76fSPMZoSyGCP3vv7Vr9u3Y83RSV
5JuwiFCGOPRae1DogeaVB6PLqtsYRSQj+Qcibfyq23ny7lPH1+K5o09GBURbBl55iYIX9bHcp1sh
eUCDI5RTmxeoGN4/eDePK1Oj0YosOEEDnGO5wG+2YJ+IILJqapd11vYV0mlaruwQniumg9OXcbjD
0Jo6x/1Bbx45BuWM8b1IVJnm4pTZWDlqcZWHfliYih9LjysFlUB0eer8YS6b7zracxtR5spE6TXp
8hqjUn3TJktokSQxyF/fTEYsQOvS/F541fCJlyM5KAFKMxuTvD107EhpQ0HDFQT0Uq2+dAtvHAca
FOlI7ePgFU7zj6KG0x+1MiFWdn9Fb2dHL4QOjAt0D/i7s3jkqkI1IxvcnJ+PilLsdb1Wy8NQTkqF
JJwTYXBt5dWWbcPtZ4RsDSJGwrzJs5biRon3/zg7rx65jS1a/yICzOGV7DAz0nQrWNKxXggHmTmH
YvHX349zLu51k40h+sCALcCwd1dxV9UOa69l5rZd9PnFmy2kyWY0xf1cmv0XnfBxEeaOoHMcEm3n
rdieeROaDc47jT4ipDX4CR7GAZJE2g6emMGkeinwzMlpHw6LmM5kgoxca+msrtm47BI43uzQwcyc
+Reyock/eVkO312UWAGj0kL/+v4XXLkLPWJSOrQSFxQw1CjrEz+DhuwUvZpeuVPDQFv6dy5Ef8hf
OXvEzKsNXEzhkTrtK2CvDhM2t2deBTyl1q4tX0sIvb+2SWVTUZ2TnbjrnhUaMciv8Ispt60OeY8A
fFb2cnpVzY56Ce/PMTWNfMfx14S+y2KWA02VGGwKw6CrN9QKxdRWsSVfl3meLDC0tNGPpddCRps0
nJWDN3bOFDiNI/+Jer2ufKAu9seI5NC4CJhlf9eiyvlSqX0zHbuyQKI7MfIQhsKkQ3yLNaiKH4EI
G/0OearhWagwXr6YVar0r93ICQkqUTT5ie6zKc66NKr4pOZhYV+VyZD2wZvV+jlCKDc+NqEg9fOl
6UTRx9R2uvg1q1FDP3q1bEUQqa3KTpkkb08qsBv5XHpN8S3LYgcd87Y2psd8/G3vgPIT9VPh4kit
PtGsazWcga762gxl9xzmtXfUijw9QdO9yEM2+mMDQYs9iubAe2jJkOuvqzJakSmmUgjt1RCNGWhG
bR0XcCM6wka65xf48L8Cyv+a0gl3eLVpEq9DHjoTo42mlPaqZn2Pji2oh7mL9l7PZYPWVgCN023E
BSGzWm2g6cQ59FWT8YrqhQJHbDuFJ+F0qJNrmRIgC/9Pn2p2dZIjI3Tv3xd3jhcbuQRYDuClTdvf
UMRYJFM+vTZWWRxKpYw+q3ru7HjI6opnGylrgrmicEczhFLk7VXBQVDtCZqGV88Uv9kJnI6Tq/pN
Gf+KIMHwZbiX2WyXZeqcPFqEC4CCFu6tQaUchN2Wivaa2mX91KXlN2nWeyNxd428MU9RJFnCulsj
XtUNfWo3+mvUA+EfIi0+cV/Mh/e/0PZGpzaOoCtMUFBpGWu+vD6ve0Ohd/4KCCKsTmM9d5YPuJr6
OHzau9OEdz4VRTSG4mE7A5i7XpTj9E0ow9F8nWJP+32ASPfZYCz+BcRC9Nowmn+aMpnuvMV31gge
dhGLpiWJN64iY8XSOglvrPlKUqz8bbpt+G0WqJojci6bx6JwfBFQN6fNXIRe6FSt2kWWkFrSpq75
CqURXIqKlR3MOma6DEbaQ0hTbueErWKq/9pbGnALlwJ1kcWL/hUaZ4UtopCCzGsaZuIwhVYROFMH
pXE1Dj5Mx9Pn9/1l+wGXiPhNIoLWI43HW3tJlTA4CFfGK7GwMwahNOr+2UHNs33WvM5pPnTM6QDW
z4vM2olVt/eYBdkzzwBBJBD2NeyyVwnxxKxZr0kjqyCc1PBPgNCApcBJnac2kl9MphmDSRv3KI/u
bPKCKgWaSwWAKVHjdtEpHe1IupDa0U8VhzoNe/iNZeiDNnX9spzshz8qVRNuaotGxPI6rJyIgeym
ZhCWapcTlT4j5Nk5m5M4MJI8G/1mlOM/73/V7V2DPTgWSYQB0JIK3C5QenNs5kmvvLL7pt/3Jbwg
brPXflhDPHFWzDBCtSyMvseGUG+azczJbOXVUqxLaWbzoRvrP4Sl/mP1RoROff81id3u4KjyKjTr
yU2naceJVjWc//4ERlc4pKyWe+92peDGAXwS2VwG0x7igz2FtviaVSQDMBl7bp/6NbwCxRl1gjj8
NWgaJMaOCrfvzr27PUdkdzRiyLlIa+mi3/6O2dSbOEuy6OI1oefLdqg1+vRd/YddM4Bbp0wumvHU
7BVZtstfRPJIvqhUkhSt6TxHx5tolBbJpbKl/cRwQCePZl3Uqt/Fui0hW1btPwxdWpZfz0b/rdQa
89ejvkYrg8KqsTSieKxXt7HjtKqTCOBpMVxwr12mpUerbMSOR2+PLLWkpfSPMg8Ot8ZYpZMTZjl4
4Uup6KovUvFC78j1vVF5AUewVyvYnh+sUR8DDoHmClHj7dfksuqbNOqLC+or5e+ZUZpH10vF0/s7
95aN3EZyixk2D0ov6CjXdfcYNQRz1pXqkqTubOt+w+5lfttSGD0Pg5b8qkpTnQ9eKWrYsBVkHcRL
BCOGOLgl3Hp2rY5OYBeI7HyFlMr7O6JLovmaB/w4SDu1qQ5S8yLjmRvHSXdmN+5tEdVmXl/aBkvr
4HaLinRwqnLwikuqDXZA818JnArC+fe3aPvUA3BaxPcYOAJvvClWTtBOSi8sLw4SV0hBuvZBhLkd
1MCgT++b2iyIoh7orYU3GffaTGQO4WzXpRNWl17zkkCMsRK48JbvNFM39wRWOCv4FDkQ/b/VfVWF
6VBquag5sEVyalqDUKKVtoLOOgyaPmD48TTY+oO8tAtB1MJnQbzEuDbLXDm0YYjchsmkufR2Pwed
MjB1a2rT8eEtJL8iH0ZSlarlumSZF1OSSWRcLgLt4aDv+oi0s052rtqNT7CW5ZalE8h7Ck/zreeh
T2ElTSJYC4z0T7O009ec0OZA5Wev6bg1BUHSW6zJnC5jb6ttm2aop0dvri+z6OxzN5jOYYxsxhaV
+OEHhACI0RPGM6jeLQi421VRickMyOaby6BN+g++TQYLCmp1x7SRU+I3YgihvZn1R+PbxSyST0gA
viEJVytU+7TU47ptLqluMFDXy/Q4inD+Pczi4uQVufLgtBKeiEFAC4TS5Fqb4nnSN0slomwuqpvX
Ty4o7XOcZf1xyJwH235vptjMBftJx5iq4e2WTpY2mHmrYSrR6ic1hViwS8zhmFEb+pBCPPn5UfeH
U4VgiModGR5007f2TKdOPSU0mgvwZPtYFVZ5KjTlQZDpf1dFhZAjAOSfEsqtFasZzCQfveYCYaJ6
iFyt8HNhzydLl/VO3Lq9ElkQZUjaZCifMsx2a8rRMlv0s9tcZksL/wBpJT51vZx37vjtlXhrZfWZ
aHlFoQL10oUxEStIbKefAiPVW5R9wLX+rVjir8Ee02//w8dCJGW5q/hk68SucUpLY7C7vcyRG72I
RQDEQJLn8R3E3QGxkEfCsbBW/rXMPlTi1m4vA0SkHOUUQag4kQ/fiEQkC7R5oR5j7HD1FodowzSt
i6N3YZoFJmSXF7eJphdHG4xP72/bnRsR8WkaaMvcMU/EyscBLkYMrs3NJRq96Gvezuqz1OIPkUzG
nejoriVqCsBhF+ztupSbULazyt5pIGNWh4PbuYmvxakbyIT+wvuLuuPnCwc/9y5omQW+fevnhDG9
MRZpe+mnSAmKWi9PemR8+R+MUIlcqgl0X9cRbKHag93FZXvRlsy+L2bh91LbO0ybOPnNEwh9l2kR
ipCr+7wdkX2phxGH46Q+NzWyM41EhIlgrXmOinJPsPjeV9IXoMwSxSJ6uhzuf9UrnISqljdIVpWE
U0ocKAflVCpJfx1Gqxp2fOLehwI5CBptIRGhYHdrzWDUNCzk3DL+bdTnJFLRq7VQL3v/S91f0/+z
ssaGhR6jaXCstpcuSdoDZf4yaFLUtao4+vW+pXvroYNAEENgZoABuF0PM4j9TGGyvbRKMj6nYjaD
qJvC4/9ghQyRj4T7bSDPkV5WEBF67aWG2u7QavIvrUDk6H8wspDl0A0hYl9H6knbCCUSWXcJ9Rgx
WtGLcyytx4N0gmdePj4OCMEN9hfmQdcb3Kq7AJhwf2rGaHnPJtqO+vl/WA0DsMuMG2/5OqlFTK+3
57DoYIpt59n3skm1/bYsmz3q1LseAKz2baaMZsjii/86P71n9Qx0JWxbIeWB1MDxkVh8OJ/lzl4g
C4DsIcfizbu1kg/WlIwm1HKo9RnHsO6Qv3OAYjy8aeRoC6kOVFTMMegrKyPYaKu1IbDLRy1I00Q5
GPXw+A1HMAKeZFHzWP65shKNqY1kkcXUAMpIn/QkUf9iEs74HM199jxxCf3x/qqWeOomSaesxHro
81Huoqq+elzdcqycyQWMPTu1OjxVcd8oX0Ush/k1FLJqXsspDO1T4iDw/EQjuo8eDtGpHFIJhtuM
FATo9O22ioItn8yxvmRtR4k2jiLtV52jYhMwHab8B4KhYe8G3L4iZD1YXPiS8Zl1QGF6KWp/0uSY
EcEMQVkqZnECxzCfUedjbNnRi2KvHLy1ScqId/KKUNDaoLHUgUHRFJjcJZKqiA+emjf2j3w2xuib
YraK8UedpdFOEWN709/aXH7Tv05f1IlxoubbX/pB1T9mFMcOdlz0/5EZMej7brQ96Mt1wlVPx31R
8119RdedO1OB4/HCxJZymFpQ1HkT1TsP5L1NxFURHaFWRs1ntaBk1PpR7ZrhIo3se2F2gz+n6cdh
1p+HtNoLbu/t3qKuRY+b8WN9ne5XlTZnlHSHC1KZ3QuEYn+CbJZnd0bL+v3N21habi88mhkE2lo8
MbffSTGo/NX91F/cqlYOKWyhDCQZnZ/Mst0xtflO3Fu8yKClFw33zexFIZsqsZEGvoQlrF9Z6g2H
tK/3DtidBREFAgAHZrWgp1cXctdMo5bo5QjzSdLoftQnf09ZWKCRbaFY/fDmUR23ASxwlml0rnzC
RGS5Ea4+AkKyK6bUa2ZVUeTztDpo0N7dW9rmvnxD1IOOIxtZ7o/VfUncZLVdYYqL7gqegQGoYRnA
7W+3T4hjWrSNZYesI6268XtDyjfsBCLbrSUQXdg4eYcodm2woxKtAT6xerHzPDmOlFqCTguHs5it
Pb6FTeZKhRjHZFCPs03fdRVsA26a40YUBihfZJI14iyyEzc9IQVnXvS8df7MjTB5tPtJw4y7mTdp
oX4mdb49C240NXRyW+cyuMxGnOkARdYZTnYN2bBRkXvMS9vzQNUV+mV8h24ZPdBbc5MYxizqK5fh
5lEN+lizfVXfvR23H22RaKAJz4wcZ2+dtigG/Gaekc6XPGa0/NC6Pd7p9J1bol0LcdjOIV+O182b
DjEsfSuacYwULMO6t4uqtXTR25HGBelD8xBXQJ5s6bYn3ZpUVOwaPeiGhH4yReCnrtH33oKN30A6
+MafTTOQW2ZNb2PHYDiKwZkvkLy10ckVLSY6o+vzD7S5WgtpZDR1Ec5FHeP0/mWwOZ2YBjQCNoXa
M2mUcbtyU4tRCA4rDZZyt65P6WjE2smr41g/clLH6cCza7mBFU/5fKyVznyQbGdBTIGkY/fBXS8S
ZquEsbGJoiptNC/pjBiqlXnuJy0mlopFp31FTXqvybL51MDONIajXKJe+oTrm7YfCi+ZZ9tiRkpp
n3QlzOxnq7Jy2pS8kcesTNCRFY0DNMLsdYQ4TTJl4/j+rm8O0fIjFhHDZVrLITS+3XUFlEQh88yi
wADxDldS/jKXlr7TW9gcIkYAoI8mX6HGqgPLvLVSdPXsji7kaCLWqhchnexQU/c/DNau7OVdU0u7
Feg8l6y3OkB0SkhaNDe8WF5vylOP2FkRRCjhzoE5wAfrP7p/UApTpeYvwmBKyLcrc4zGKaaxdy6T
V0e+HUG13CRJvZP0bYKnhdyOZA9kKVWUDTV2rXs0mzLXuYzU6a6O2+p/OQBZnmuBFqJXlOrP91e1
3UScgmwZ3CUbyYe7XVU+KsbcD653iaWbMYYCHUJAQzf/bEO79uiNx+tE0X3p1i+z/Gstkla3clSn
u/DCLH0Jy7oi24NSt/VR7UwL9WpEyoFKKm6hHzUltnPI7815Z3/vrJfmEx3PhfZ9ad7crjetLZd+
Ck5Twfn+VGnDcEiKyj2OziA/v7+1b7PjNze8QfRLzZrXmbYzmOhbW7aRL9MWIru2odb0foyCe31O
+fDGNVOboT3aCRfuAXVfNFNaIoX+pLZta57rUUrliRsxJxewoo5JDLHIVadGnMpvcLyU7UlJExH6
etnb2Yd2NtoR3KZn/dN2jVX5lTVqUjBGXoyjbzc1JNRx5hnD91YmJlYgRG8P6ZAP/UHmaQVBk+Q0
mX4WtYxVMuVVhr9lphmKJzWr3MhvuVAUX2h2d5YUqMMAWiHTOGdmP121orfF59Czw/A5HYDLfdSE
0rSvWtS07aHzavg0pjIxjedSt6oU0WuzLwDQ5Wbxg/k2OZ9asw2nQKbzVPw2OAznnttIjaJjqvfd
fFAt8iLfze3pD/hdyjRQDQ7EMSkKCALrlMHdo1tEk+sLdzaaz1mnjwjVt7alPMEqHI4B50xEJ/ZV
NY9zBl3P56Gkddf5mpTCO6kIurY/YvTf3dTPycYMKESapjevrSIahAZVbfyWjq1b/Jz0YSg+KUlL
HTiqoyz8bWrQcxoDtOLj8MU1knL4FE66Kr94RtVJMCmJFj3PotVqv4aeqj4DcLKIf4k87c8AZ93q
6X2n297y/1eIkcCM6uRaz2p0Ei6YyqivMaTwxw7RK7/Wo+74qBUm7ZnWoxYApwCh2a1nF1ZX1PmQ
iyuJ+PC5LszxmMb6XpdpG6LQXSLnMhiRXTghVlZCw+zkqCwXvJ3rB6SMqt9aFfbdYzko6OqYXelZ
FJXT8T+Pro7aOHsHpRa+YawH5+CASFqEjtKr0qRiClIpTD92G7vcyRK2dz2dBehaoainU0eL93YX
myoz1YFX6yqynkM2Vnr+T85A8He8HxxRm2tWvfPhlv/l7ZWESVbE8ihdgk6/NWnEOlKjjZFdlWyu
9JPeNWF+LBkJHj/CCzG7D3sjaQ6UkDjJG1539bokFUUaV4UcoYC++piPUjuFxaMz74Rz9PlBySwh
JX/wVjFHOYloZtoxvGSG2Z9rsJFfqmEen1Q4747oQYPne9RBMMgHWxhDlk7AKn7UzdRMUYUJL4zN
6WcvRb8CNagHJeOWZTFOCUqD1+qNeuv2WxWUoErbTtKrJ0zzasyxHThK5Ox8oq0T0gyi+M+gB0gG
kp9bK4DVO4QQi+xKfmr8FE0zf48NVFmM2i1OilqXO6mju/FAyl10xPELmrmQBt/aKydthrltrK+V
yK0PGiH+eAjRQ/hBtyp+YaXqK5fC+KubtGmn0nbP9NKCwFcWzPq6gpPlUTG1o9lcS6Zxx6e6zCHU
hZBkRrBIGk51lpCW9C9CY5DuPNMp25kC2N7N9EWhZEIRCugB4563S88jfaZqYIurqZfyBa7r0C8o
zOx80HtWILdf0qvFyBrSGmYU8W0rn65v8M6mUJJfU13Pe/wg25uEmgNXCSEjRwC68tvFlEDGmAga
p2valh/iUHGCrI9SpHMYqnn/tL3JFN9eWgu0m4yc1AV08LqaMydmY7RGKq9oTs4lSPwo/tLYcugD
J5/18jDqYnY/1V3UqkfiD6v5NGV2r/mCURXxR1Qo1M8aMZeRn1qD4h6t0BEfLREp1t9ejBjMw3cs
zHxM9diLgAK/d3XpKU4eaUQ98koAtFQic/Vp0vrh6jpEM+9vzfbwwv9HfMlZwqtpRNx+hMhQx2Fm
rO5KRDu2fsfc8FMZi/Hvivbrb4ot2u70vsU7n53jB+Kd+esFtb3Kgowwa0VmpfN1zIbxhXHFIpDU
Fw/u7Gg7+3jHkT2yyGU2H5odEDS3iwvbTInMPiuuqlS1pz6a44CB12xnC7dBBgEGVyzM91RCSb1u
rTiJaswKw7TXoRmHJz016+9MTFpHhbqg78FmeciHQe60U+4tDQj2QpkOXdEmdV0Y4aPJ6zFaM4hf
J2UR6NRI9w7OnY/FjUNFC+IU3vp1IBO145AqaVlek5pygkcj4wwWqQyEamSfTDnXPweIAAqfoTFx
DlvxMqmm+GmmUf6So9P4ge55e4wqYG62WeyxW2z2gGLlQq68YEYYxnujd/1338NLpC6dQbuORUmR
wHI7X1Uc/fl9f91aWUroQEPBEFGzXJ8QunIMmEUoxscSzO6cZNrRBXe/46prpkqOHiV0otRlHmlB
oq68KCXnrTK9Hy65Xkjb90wC119QPAzdx2i2GvW1HEhpn2hJS0byZsetz7nizu5LE5WRHoRDmvZH
dKPnyZ9sMVI+mWWxR+y2cYeFVYlnFC+n6Aj689bVbY0m4dC2w0VX9MZPEwOcHaQ+vqJn+o7rbbd9
GTOgxAb2n1rxulgCioAEjDnuC52UNhiduDobaeYdHv24y5HFwmJkIbO5XVAO2TAqy814mcwOjImn
x2eqp8Wj0d4yYbzgckAaUy58e57+5aiqmXUaWHr1Miu29lKNWXFQB6nsuNDmKn+zwjQIdULUKddY
5oaZNnDyLVbIcfwhtf4cjPmpahCescNoT7B16woUsXAE+hNLk25dprNESvKZGxq1bi9MfCNjHMTq
mohKd278eP8r3bW19MoNBqaQNVmdjSrsGOGE7vKilCns4m1sBpXCu+HZFHzfN7V1O5a1SOrAWgaM
dT16jl5ePkDCoF1EH9mBpkbhIZmbvS7x5sngU4H9ZYAYBhIu8dWrO2e56PWZzUNTrjqIoZTUZwbl
a28wutMaVX3S7GRvCOzu0qjcqkuiuE2GJ9uNO0qH2mWWsjsZJTXBOBv2SnR3rRBSMEMCvpl3/vZE
aUMfdXFlapfYsItg6MrmgzFEe8IW960AoYGcfBnaWHUe7X6SUwOeE12r3grCNG2eFaXbm7C6a4U5
b24hBig26MrMiqHolC5+1zrw96fcy02v7EFB7joD81vL6AsZ9RqMWMistEeSjQsqUnOgF8nVVsPf
UEn/La3q17EMH5Pq5KXB+f6/vXUZP1ZTC30cvlBa9z/LCKmTwYvqg1UOe2jwTddisQROgJ43ieFG
mqeDPnkwpaJdDIEY56i7T0lUPjkxRCBGM39r5upnOISf0Xt4kEHibY3sJpOwlA/oai5f9l83bpe3
Vp8m+AdECOFZH0YJxtgrn3JSxkfjWRa5wKsA15BeUAC/NZX1uMU84yTx4OkBQtmuX3kG1UjR7+Ux
9/yRCxcgOM8IEcnqHlQpOHe0a3VkPT1UCb1CebGZoj6/fwXeu21tMusFBkc2v4YmJZM5WLJt9Esb
Ou4RGZ5fIfCIgxtle032taAanwlEEIVt+rpASmha3O4dwxxdHQ7VfCmNLIa/dAJ7JGs9yCunPAvk
LK7DHE+vw6iNp1rrwxP1zvqp7CNBGdTZY1Labi8gceJI6DiIxhjSuv01RWlIy5zN+TJZkQzK3INs
ey6NhwMbElEwWAtmh/7tWgSI3k8bQTOqX0q29RD1409ravboCbZL4VrEHyHdoYGwYcGk5ZtRlDHk
JVJq5aRFIzpobm/ueMom4oC6BCwG7e5l4JzH+XbDwjAetNiLnUvS2B+la72OjHL6MfRdtJ/3nGWz
JItuC7TUTEiCCQKScWvMm6ATHdPOukCpZR5EYSJ7Uxh7lJv3rDBWuUAM6e7wjW6tAPwdU28arYvV
Wo1v66N3MrNhbz76rhWKtsytAkcA4XFrxXVbwDjMCVwYc08YGlYMFO6j8Ov7B/mOlYWbYnkkoQWg
YXZrpQZ2Yc4MiV4io5oPCMFrx7FXpsP7VjbXBS05ZmGg6V3w2psQepJe301K6sKQ1fVfm5yuUWJk
/V/wogw7R+eeKbidGNDk8ywQzdsFuQmEzi0/5FIMY+lXsz6eHZMmY+Kl7aNdaFYFoGlRQCUmIvu9
NUXZNIdJqqDTqGTxAf1VuEdU+Mm7Yt6Dhd35TAgeLVOh9Ndxu5WppKr6QuloakYqgq9DqA2vmtvL
R1/9ZUFMDzEXQKJDp/Z2QW1MvS8xEhbkmb8nyEI/G4MH7YA7PVo9XIgbQCYhIUesCcHBraGyh8cl
iYroasA2dHRr/a8KUrpHMyoCCt4/no+FlGqT+g9NlFC30Kg5i/ILQorxNwVSuy/ve/bmw3BAqE9p
5G4OHap1t5nOzpCM2VxeR5UmTttBYuzoithxamYK2ZGb6iRJDT0H0lBKk9thMrUkLNTtwb2ItpXV
odbd6FOD5N4UDLT9TBDbeuVc2ZAmP8QyE9H3RFaT+9lB7lJ/ieDPEj/yRM3KoywbeOJsIuE6oF+q
X+o2G8MfmhD17MdGTy+30pTR8vV0tI3n2lLc1kfzgKkbv7e7Ce1n6JPLMxquWXcoPClzv3LVSDno
yP1MQWYT3J/CPu9sX9NTYR4rdRLGqfBE35w8rRPFOULocXoZRtduzp4TFqcEZjRH+nSKJv2LLKpZ
/AfcHr1iu5nclyiLzeYJPlkvfhZeVv2Tc538IhY3tNMsUjf66JWxmZwWrvyh9ydzVpODqIHmfJkm
UpDPYWbG8VkKraXcpCSy/agL10K5gQIzirdamU++0YXez6oYOLvE2p4KewFiFn5SlcVXOwbLGky1
qWd+Be9x+ZGoZGpPjZnOX9S8c37PNJFX/Nq8jg/TrJg/XZM6yNGV5ax/tUfD6p8StH31gCk2Rfch
umjgaXbC2taPNmCM+u+uGLLPgF40DUYToshT2Vuo/hYtYmDXVIOy7UW2tRDnqUM56pSlTLg/hSS6
cFnA8TZ+Fok2/q5QsAb2w7Nu5YEXK6H5i0pqpAb2POXyHzTnHD1IUVXpg3Iq6i7I7TR0vsxEi96p
Gc16DMpinMezpZVW+tTbzgSzQFFJobzyujOaabZm9Klii5I/PUeE2VGlABifGjcz/hNbpWkEzCnm
9dETWeF8VjOZM7g+hvGXSCheHtR2VyswSKlNcxidVKg4xjDqBzHFMbKojKGbH7JszLSXQoQyIeeV
XvqpZ+BaPpltmc0+H0MBUdA5jRsUcBXIANxCGv8zy6h3Ay9qi7/CqCu/2BECar5F2NgFdSTSL4M0
JvW3fB6MV6lOOSLOeJrmQa1mq2kgS0upDijDVvNz36tFjwIDtZ7P1mzm6aGPTSW5amaupOeUNDk6
A3ix4+OsVK5+lHE/ADBZPsOPptY6/UStQ7cCNU1FfZqqtFbPwF0GPdAyJ258evfedKY9lEo/TvL5
J3yE9riol3CefLMJzfyQQJnzc9QQXjp0wDtqH/6BST+4RqNZhxp1e+vY9p1q/9K0plCD2Gj1DKiJ
p39qDDWxP2lq1VWZz3BZ95+Mc6sFtpVFOkC4XOtPVWeqf71/FW5eXpuK0sKKz6gyWNF1wUITqhC5
UrXXiBLWqffq5MlKFP1720Pp+76pO7fugmACFwpnPErZqzgP5REr1ruuvVp1bz/FoygCY9SMw/tW
NqHrEhItPS7mvLl21520sqfthQB2e23Ig15AtLdMHJLlAD0/QXz+9/vWtmsCtEQNk50jHifiu30T
G8UL1Vykw9WrhISPzK58NVKb4/tWtjXkpboDxybThgvhwxqVyBCZM0R8qqtUilL4mlIiGtTUEcO1
Yarpg5+5hhsfu6wYir81Ty7clZkSAiPKRNV9LPOsmk55w7Dsa+bk1uCjYh0+3LkA9kFXmmlSkuYF
vXq7FxAuhDRixv6aeaNrHQoh1A/W5E0PCq4zu8UMOv0B3nD60xSrb+3onTHJmgk76DkZIq2zeCx8
oKHpNzo45nECB3WK7KGMdhxr0yKGdRRovwFQcxFRWs+55Ek8hb0gJ2qcMXx2nD9TTaDdFnWMHmcl
UIm4t329HZSHp6NAZjIED6oAimhYkFbrjVTIqubati9lrU1ncxGrg/Hp6/sutl0d8TAlgbfkyAKf
ebuprTEbxcKVdjHcUDnZiml8SOmCHqzaNU95pn/IEyhzvE4YD0eVROIk5fB9Es8QYd4aNoaGh9Do
vYto2L8IrNuHDim6nah/cyvAQ0fpg1xpEd/baCyS/TWNsBXv0g5h+tnLnPSkmbXyo48BQMHOMH97
fzu31yoHljI6z8mCnFjPaGo1hywOPXHl9lV56tv0kBI/+vEw7enG3jFFgkd3ieife2jddo0i9i2e
1OFaWHI8wEuXfYM10/hQV8qw05u8a4oKM6hFOoaM+t9+KyVupCdic7i2STQ5AceNko4VRQMBlto2
9un9TVzLOPJSUEenObcIxZB8mMvv+VexT9Z5r+rSEdeeG624MrqpII815xaMkC7SbkE38J89l1br
6H5ljGrzzTXR7AXdWKcO9N9aEj2hiE7HRGhxsleL2YT3/DxA29xGXMmL3Oztz3OF0vfg8sero2hJ
YIiUYI822sdE92g5WQ3jmZOy12G48+JQkGQKiJFzCmv68qP+tSexAcuHpPF65ZoaYh/FG+tTyJ7s
7P32Uy/vGh61jDFuM3KZw7uZFfN01QdawoGhVPMVGVYvOQxyNqOd0OCOtf9OvTgL3HhTLpRFMmvU
zuYrA5LyKUkGQKxhknxkFujP931q+82WSUnKrEu2DCnV6p7zKoRtCxlOV15u5TNcjZH1TM1cP5SF
axQn6GAaGeSZaOPgYcM026ki84y/8dnefrfciYCcgFS9Un6oD5TUFT/WFHEYVK+6ak2TP4klCH7f
6ObagwKccAiWSh4Q/r78+385izNDyl2NkbyWufS+JOMcfSgVy4OuLxk/dkUGo/z7Bu98SIqTZLVc
Eei8rtlTNXPoSKdKDLL5r5GTwmkCJ/i3MOyT8/umtgeBZ4M6JR+SWr+37lPaZagZs1PIa6e68Qc9
zWAhLJI9pYR7O8i7xLwwbKbbUltlGpFGSiOvZhjL746VdIdIs/KzOqThYYAhewcIdmcDkY+EQ0zn
JOCpq+ewn+0OGolSvWq5Z6PJWg9ErYjZpe20J5xzZwMxBc3Nwqe+IApvnQMpnrFKuka9GpEIj1Ca
m0+mkT5cEaX6wWmjVEnPkLtytSCjyPO4hPD6aonefM6EJ18pgOzxPNxZCxx/1Fu5iEEGrbu7ouw6
2tOtdu0c0BJZ3k9Mlk7F4X2Xe1NCuynosJilugsBLBc/zcPbLRNOEimuE6rXkZ6hcQhrA/BcRbUC
EsFqUv9UJhdIew8o+bNs48Y7Af3voohSS614T7JV9SzQQ2/6Lp1Jzn/oosydY6k6gxUgDyrca6uX
ah6oNpDplyxs27+cMLH7l6pJRvcbBbNahVssoVNpWHGcnmQ8Kg/Kw/Po0r1YZJpB07Gda+REDztb
PpaNdjWLxLmQ28Drn9XJgkrUtB/vb+id07UMO3KEyQspha2cY2oLLpFU1a55pTK3rVmAZn1m64xP
FIrb7tjmqW7vhIJbV+FNpLFMCWnRoFt3Sd0e+rJpKtGNUTL9rLsJOKbZ7HZcZfnlt55CNZsxarZx
GdfVVyvLdG0sM0garp5djX/mVjeecFzjSzlTDJJTa/8w0fV+1qRq7kBZtzcI+RFAUhJteCi4R259
dAgNIEMxPgqJRv0xb6X2fcgA7ApJ5e/9z3dnKzFFH5hCKuNPazgjD06vdBWmQiMXrwau8pLog/P8
vpXtk01EsOAmCThJLte8VU4PZzUy8MaVaml7KC1hnYqpdF8nvY2+Zomd/+2hHX963+h2aTByw6oG
hpXJT0YZbncRpuW8rUrduNKF8QK7/T+cfddy5EqW5K+M9Tt6oQMYm56HgEotqV9gZJEEEBABrb5+
Hdze3Uokjbnctmt9bxVFJAIhzvHjxz2OHgwz1H4dUE9MKLwlSMKjjD53SBtypg4c1lF7mDpGGzjz
Yqsbnb7VC3KL+3u9LAC7gHSKQxJBNf778oHSnpi5gCLo3hTDt3I066XY5IPbhdWtet43pyTU6NAA
gvoU5ApxYF4OFepAZdVC0fZgr8cCPI3R4MecmEH4aSmp8Hu0I7XL0X0EUyVppYfjWNmFXvC9aBZG
6chRnw+PUdSbUCpt1anC1asiWwSkjQ7FEAeDPZRC8Q7P5yA6EvBEgoUMiY3U0TMxCtGiZMDwWWrS
yKTgrBQ+2p+SargV6kwTdrnDscHRhweNOKwBgE2XTwl99szvDK7syyr65HWhWERtlrmPBiA5ql6H
NlwOcQlPM+FGCPvN0pxI+UhlEZJMhLDLgfWkGjtAxfJeMbm+GVVBeE20UrqxAb54eLPnQ6UdlwA0
WTDOHK5rochSjkap7dESZVgAzbVdYuiNHbC6PkqkqvYiVHy9QWu41Q9dfoDtQGRzvb7lE3e9cifb
YtzpCCpRjpSm8+GvIBZJXBNBhsDYE9hOUKCVglX2BQfkPcbOb3f91Pk3bUZcgJPa1uVQtc6D1Ect
ba8KRuQoMLdAKQH1hJ9H+eaBQClGzggAC4Ydc+7tMMZ5LhiJhpAIwHGqRYHXyiMcsUOsnZ+Hur6G
yFTFR+A64XJX9WiIu8Vmk1faXgqIYA9BU9/rUtxaQWkABZSMEB2BvTQwu1eS/EY7x/U6xdio5OHg
xmoFLHs5mV0i5pEoY2wWRaY9wkECyY4c2T8/4beTCT8DNN6ibget6stRSJvAsaZqtX005o0XwLR3
EyIRc2FGfysXuN7xeCAyEcEnqwYwxy6HKkqhh6WqqO0HUDKhHYo74mRGafUYYtnasaKk70nJmicf
SFtAg0A3bymYfvewk0EvVg1qo1f3hRqpYYu1o+1zdDqceyFst9BaDB71VLuFmH2z/3HlQqwPCxRM
7CuvEl6qkKrwZX0PQZ+WLPyxFQiNC91EdyRhjFjcDLsHXkVliuC1T1pPNKuo2OqlBMepAoSs7EbG
9938I2DGLYYMfgKHLudfjQcCBdBS36tBNQBnT1LUKoe7vCoclesarXzprTIDV+LJr4V+wZVHGxRo
IxJgKDDzL4ceYXnSTQ41e4TOhtVGog9GelB6UVk3N57yu3c86a7gDsX0owvgcqgKhROAlCHZt1kv
U3CaYJpS69AoiX319PPeuaZp4bEgXIMFhQgEaM9srLqDJ3sRdATrqW4FG51x3QdLCqg0pkI6Hjup
GgZKxibZD10c9Ta6bP3YrXndnCqW6r2nxHJ4CymZBr28eKaUHoEXUARAiHMeVZsFdVXw0Nh3Yqnu
eJu22x5ssrufn/2bUZDjQMAReqiTRdTsjepRkKOHpDH3pGt6cE6yir+0mj7cOIC/eZtTHwMaoZBl
42XNaEc6D0kzCqmBGyWNQTsahlOnSZ0rhbp644mmgGM2bzgGpylDjAwh5dk9SZg6kqYVjX1i1O19
q4X+GvQ61DxJIlJR9ZuHX88ghGxAB0b7CCgZ6uzkzQReyMC0jL1O/ITmdYJGPaO+ZYj+3QR+FfMA
pU/38mwCm7ZSAtOIzX2cZo3jG01jSZykEOQVb9lbfbMkvjrWQAqapMXmmquaFpCAFIm5r/pisLs6
zy0o3t2SGfhulMltATw+zBq0sC73d1iWfd8A/dlrNbxPaojr2Qwwz+LXLwf1DshdTxxZ1CFmZ2Uv
hRkql3FwwK2oeRnvGioq/q3mlm+eBWQqrAKsN5wf89BMh54wZDYgCZV3SmI1EYmXMU7IW5jYVRSD
ffol8ouyMYKzuUGqwTqJpLDUPaip0Yz2gENrvJfiKgMuVveCASspeJ/Z6NfOJauoZBG9vXoNZnfS
G2p1hIq53J9gmgnGAoCBMrEQnMN9e5KZEBjVcMw9RyJEV2gBD1vTht2Tif+Om0xYJD7Aqq1hdBws
CJFkqKtEmpbelxAyOdQ4WyIY7uq1SM2mgwwX1BWG5I3DsbPccgJJBSoFQXIa+0iDV5DQ1jmjqEP5
cF4qIDCzzksfRBolECIoLMDP06SxrLE/XQx/0VPEtJovSpnLmqNC2ahb99C0IlSUgBQ/d6UYjdCs
kgZ9LaiRRPaRmfBiGcFIwUcbSgdlqUweTJTuxmocKNww2pwKkCiNSzsAX1B9k2p48Xz8cuEhNELD
IUqkKCKiE2KWFrVKCSY28rO9LKe1W1dotkgDsKZ/OQoBgfkLxsfReq3i1SLQgCbJYOwbhBm2rqSB
XacQq/95lKsTdRoF7UPow5vCoHnAVwmCJKPxytgbvGEHHaZING0DdZ0ofe/4XVI9/Tze1XaalP01
1HkB32AS55eFqRYmx1elPWsi7hYyhHHDUtV+/VRTVyNCWaAbAND12QGkoTVEhLyFvC8DUtqcsNxF
35uw1vJeWGpycUur4XoWkalOmhDgYEu42qfd/Xf+xkSh0ctK2cPlST3AZc8MaQhG+EPgK0JAxQa2
0T/P4/QEFzchQDdQoyfthInuO4fAhsqs81hpESiWaUpsjeTFh9oNYe7pGQ55r9CEXnNh7dDrNwCd
L1HB2dBo/gFvFuzpCcCfXYog+k3Od6a5T6u+GXZ5byZ/YpLFTyXp4sAlsdy8wNQI9cIk7oMeOpIm
NFwa028+8jqthKWZwKCKKnoimDbWpAFKnwK+x32oG5XsIS0tRzuKVIJWzaKv82eFpAHk6ho2aFYe
l03kcGBKpd1EGq/Ppq/rn77ckke0sCotjQboIFIRJMHXtkKB2P154r9u49njg66Iuhq6QpD0zfWW
JUEaGh3SI3voBuS0QFVvz8xOUykbTO1NaYeHzGjtAer9f0reVs9qqee3bov5y59gQkSOQJVAJ0f8
eLncyhBcK8g7mHuBxZHX1aVUojotB7E11HF8A2y9upkMxFtABycR+qnfeva6/U6ps6qszL0ZgGXY
ITWj6JF90ftUpZlQeFkmHwMDV83P83x1UBiAQ8AFAh6K5F6/esaSpKIWR+zQRbx56gSeUKgZyw8/
j3IVek2joGdCAvUIB/kc3tWKEbZeccYOVSvEHkklcZP1Y+wC4rqVX12dEUjcMRCgAkAGgNPmZ4TZ
VSlk1gC8JCbcJPT+uY8DYvloya+bNrxxPlw/GLpcJ3ALN4gM0YXZaEGY9TzI8+BQdm1uAUFApTnJ
lZ2UNr+2JAT8AX42AHI8FFAl+XI1pn0PlTx4WBxYz1HkKcrUbROIxvz8pq7XA54CIooAJ4BGImu8
HEUAWMflrMAdVfqJhbgjXHIWmN7Po3wzbVPGhMsDdWzA1TPgsQgJJ3EXxpi2WAnsnJv5izGinZey
KgtF++fRrg5xFE1wB+KJCDSCUdG4fCbNjzo97XDvilowUi2FsppZCH/KvF0LrOUeaJi3dBe/eUDc
UaBqQ5ZmuhtnQzY4K/QxruMDaO750tdqlL6GWkiwu2q/ff75+b55Z+ZUPcFFPHUifpHH/7oWQ9IH
qhjkEI3iVbA1IU59x9SUO78fBcVXGffvpOIyn0VgJKFQCyQ9jNIImlwqCA7UOfiNd/Xds0zlV+hW
YlsBk758V2HApAzCBelBbgzfRX+K/hqEGnv57bNAG0YFTWoSIgcUPBtFMPM4YJqPGctVcIkhiEeD
trhlhHl9pGMUDS8FzWKQs5zv2JGIo8yrLDvwRBm9FF1djjnEowvBqXqpCnJPC+iHr+si1W/RYK6X
vDLpEeBAQkYyNXRcTqPfSTlIx2F64BJpu5NcpjrboTdG7g8lUsnsbpDz5k3PfY39Wuj9y5FBgYoK
qoZAuKaP9tdqrPKkklhX8UMS6p1h8dyEER1Mdn+/xVA9R1EIQQveIASMLsdJosEnoxHwg99CrwUU
+9TSUoifmYlOfn0oTpILuL9wc0G3dR4FKizloG3X/JDlY+MCHdEPnNX8RsR3jZNOyg5okYLUDeIK
8GwunyiqmNIIQsIPLYu7hR6rsRsSwfeQi0WO3OW6nabgpQIfN6wexlNOa3TqLsOZd+N4vr5D0bWP
rY669lTBmK+eAfqswCkJP+Sw2vG6ItNp2oWZowilb0sx6mi/3o7Q7sIrBBqNVu05vp8GqtbnJcsP
RdlyG+TDYwbvi/+Ph0JOi/t6UgS5qsNmcqImRtrkB3TEBNaomMzKTB8tpbKfO+koVoufH+qbLYgu
QfCKkT+A4zhPVpBTjOVQkvyAnaJYuJ0UJ0J12zUTkByNEcgCeKrB68+DXh+fkI9A+IMcCeQLgHiX
SwjHtg+RxUmcyJdNy4cYpmbJCC2NG2/smxUCZAsINpq44NA0p1tIoA332iAWB15n4mekZ/yUxnr2
UMHgz5Hz6NfUVHSKocUJVykITdDNm4Ulhlx2mtIZ+QF0dWU1SWq7SdcbtqjfwiKvSgMYCccK4Eic
XghYZ3F4WRbgfQZ4MqAwilMFSdFaSEPQnVTIMXRMoiQV7/UBjdtmG9ZLrFr+9PM7/GbhAExGkxeo
aDhA57Be1chFO46sOuCI44qD47qUHUXqmnRlcikvlpA2EE4ZFzV+I5//al++SLom6gwKpLg7pghw
rqAehhEDJ6jRDkkBHw2C+0nLIaIK8YM8WEH/s4iWZg5i1CaEwHn5mZN+JJ7Ypaw6Z2RE2xmNuT7q
n5Je8WINh3Zz8OpeLqqpp0fMlj9P1HwRojUASwHvaOJXTLnT5WJvOrQetKOUHFqSVXY7xqtA8A+Z
GjyidvxbnGgaDAQcgDhTmnalsypLvJHIyLJDyCsJjq9JCw9W8bfZC0aBdDMOqYnKhFRp9khVkst1
mtXlAe6FuqVpgulhqd1rZs4tMCXqG1fOfLFPw4GxhwQbiQVqdNMM/3VX5yqYm4YxVIcoF4hXq7hi
ErOVHHRUtVZn9IlXDZ3hlKUeWPJQhDdOkflpheHRz4YYCdERrvG56E3bFlI8Vnl9CFvfB9yKhofS
F1v352VyPQr28ZfSA05FHMmzs0OvIP+rjEFzgEqNsS3QLJYu+rTobgXIX2WRv3ePjFZ3GETA82Iq
qerzMEGvEiEzm6Y7ALeBi46ssN7wKnMUV9CbHTM3MUb2rGpCIR3DEoITo432JcjHghlQQyvJEJuq
ALQgo8U3yYPojrWKOHroa2O9ZbQdJGaGFmozaLE0GaNNrBujF/ip/hYTMb2LfIAGNC1DBqdlIzCf
BmjBos1HFO4VvdLZL2MiPCxQA6S9IGxNvoOzaooSo9WvL7L+wE3hRW7V0As502/s8Kt2pWkUA6cg
JAQwFLb55QJVikA20igfAJm2kuSUvVartADpbbBHIYPqk9n3gKuEvjah1hv0QXZIFOx+j2mBUbnw
uWYQZCmB8tEe2jaCjUKT0v0yM5q8F7CSsW1R2AWIMkv28sLogMaN+aE1DcTaqUR2QtqgcP+1jv/H
n/4/gw+OJABk+6z67//Cn//wfEDnQ1jP/vjf2whoVsU/6/+afuz/fNvlD/33Pv/IznX58VFvX/P5
d178IH7/v8e3X+vXiz84WR3Vw7H5KIfTR9Uk9dcg+KTTd/6/fvE/Pr5+y92Qf/zrH394g6MLvy1A
1+w//v2l5fu//gFOyV9bevr9//7i7jXFz21fyyp8TZL/WFbJa/ZeXf3ox2tV47cQ6Z/g14HSgL03
+XXj8Ow+vr6ii/+cWCs4wNFdh0ATl3rG0XiIH1L/CTNr1FVxBuIo/GoYqHgzfUn95/RGEcJBtw+3
MEQF/vG/p+DiZf3fl/cfGZSZeZTV1b/+MbuskG2iex9IB6JBjIVj73Ild1KapJ0YpaeyF0tLKiQ6
isa57XSFwi7buBHsTmfaX0fR12hAvyYVfm3iz8/2jc6Crk+EPD3Bty5206M8BvtOYWhtqbdcCSOK
SDxa/PVS/v3Efz/hN2OiZgxuEKYYENKccJ4yP5SbtI9P7UD2fWTyRV/3Xl5Fjthy4kVyvI7MW6Tw
b6b1CxEDkoSo8GpaW701Gy4lyUketXHR1say7s3HWjDQZqbfEouEB/d8XqHhg9AaMfY0r2iauXyL
kOvKDJaI+glF19ZFb6IS2Ub8LvZU6gNIY75HYI9k2VMTnCWG4svOqPdKttBgdu1bYmDLtTVKr+ZI
J85/+G4E7wa/7wsogx/Edlm3n4q6NJgDyfQ6dBN2p1Z7PVwnYM1pTtRaJLTK1DOq5xGOw1mQ0760
5LumXFahrW7YkYfOoLwP/E5tz2EG3bX9SJ5h+DDmnmF4vnZSCLQDjqJ6MjRGKylAUCsDbD7WouBB
xKIhi8jr5YUQwGMFVT/lZPhLxSMrBZhZmFJoDJgP46se2qlWW32yip7Vx/hNzq1YOIzan0RIt5Ge
W6CuF/zQgRCqph+G+DwYZ814LYA1DG1Ds/woF2/ghtgVh229/NH6L+DdwsaeBo1bKcuWZ1AOTKAA
9eSPRz+zoSggdqivNi2eGMf98ERYQiXlUYjWZb/S9ZEmY05NaS3m6OOk1SGLQI8HL9TiQWAFpou1
AAGrMl6rvk2650awdNWDaEHElyiA/LwR5rULID0gOUKxAYKYX3W/2d0IR/UySDtTP3VRWli67qvQ
ER98GxTtKcLxVdeoImWTdQVQQaG447V6i3t/tS+mtBPHAIrpqJ5cBT0DqVGiGHT1VBuv9VCHVt1V
sMLOO5PKCAVvBHLfjQaUcxLORcEWKfzlttAEqFJywLenpDHv/TAPKdEbcB5atunLsL4x2tVBAzz3
SxUPuCqaaOd2En5HWqFR+uSuhwA5RRRiqzW5J7m/rLt0rZvR/VBmt+KdLwbCxZGKUYFHIjdCiI5C
8eyWH/wAdgQxie/KQXuuySJM0Uhh1r5IIyMuHIlVIy1DvUfvdLdAdR1rOQ/vorQ96l1m0KoxlGVa
x9xBZoXUgZ1+XnRfoMzF50NpAE5bkHrHRQhbqGnW/orlI1kDL0gOzHOWb0nj4W0TxaqNhSbbpmKh
EqiKiyFeSG6/FDsn9yG/QMPcET5iLEITxVPaouR0rhdMsJibbsu1tCqW2oogAqUN6seFZW71Bs9o
4RvLkuLnpM4u0GxhoVldSSikxlyRMgRoIhXehU214gstp/quegvO4Upely/JKnBDDz1CjgxOgUBl
QiVm+yft+efZ+DqIr2cDFW6U8EDCmV+AQY70eihi82zcd4Ol/AkKi6GzE1ugpNCG9D/Jmt8nNZUP
yRoTAT1PX7RzSHqYFKYu5QNks4XCKs75tluzD/6G5yA5bW+tqi9Z6Z8+5wQG/PXW4EHRdWMbmme2
zDfqQIGYhsvS5Wu+EBYZjtFPCXP7FO9G1z+2T9I+2wyrxiHUhxK97AG/8rfh0lwgLZBPylKZjLnc
iC/MxuGJLRR2EtrQJBnjDVMto7+vQztTaFfQvqZaZeEGaw0aO2FHyYKs/WV3kI79CRT3mtA8xTfa
vUaj0C4aL9GpMu7Vfj1qbuVvTX4Y0LDOn+v6lBWWUlL1Kdn5lLvqAg4kx3zL92hS4udyyzzB/fn9
fpVD5/OGmizIhmg5myisl/MWgw6VwlDAOEcP4kraS8txzzbVLt2ZVFsIj+pDRdNjU2C10jimQU81
CL1UFrS6BDh21lb3kvZOklkGt6p+WXaHsoRYLlhaEPGx8HNJ6TWGQyJ31LywgHuBbXRW1NgD8wyo
Sea0gVeu6kihVW3YWovt7AX3DsTwhHBV5Nh0bvJSnIVVszQe2Yv+KG3bHaTuD7h4FMjiHpHSpXAT
weFxbkSqqWezXYaajf1Q8IWi2gKH+Qqs3GyzdeCxIdY0DSm7wav+8jW/nsVJZBRzObVjX87iwBDj
pLjNzv7W30YPzUpZhve+ldvJpggtsXcEkXLuhpUF2qiZ0nSrLxs3WWfryCts88iXvSO7qgt7Yvlx
qGmyvWU1giQPn+HvzwgcGn5pgMVREDLRZjs7d3OVQ8bTL4ZjYnhR6nFpxUwKCzMd+zFIZJz/6zj3
aWU6abAMglUeLRNy1Nsjy5aiuQLXqcqfVfPeqFcVOvSDrTZYomIP/oJFVvEnN9ygpQDz689hH/o2
ukyUY1bTUqSyRNX3uKDmK2hpn7LuNPw+GJ6Mci/1Dr6ulFYyUBZCx9EyGkcjVtdBPMktuR3J55Hb
VWEP3YqzHTpKysT2Iy8JXTSS1yRDbBNa8CijpoKWtVUr3qMqDnua3Rhv88IL2XTIIvqLGKFjtqvV
yGqIacvZva5A79jGxmxB9DDcovaI6LATtG6aNyBTin6OmzWTXR4fW8HTh7cBsaKegd8Fdoie0YIo
Tox+7xI6fImKR8SHUTlAvhKRILP8lAo4I2FQjyWahTEoHmiHhXOIZuvwiYTjFi3JJu1PJDy0zRZu
5W5rPETkDr2YNGWYrVvqV/PgAqRAHbRDbHUUvpFCzba6n8oV1DND8QRPH0hR9Wzp64PiFL5cWWNB
btwcV6N9OcZBFgTZILha8+BCTJmq8whCYYFhvFclQjcljhkVISCG61K+wfqYAxxAz5GqghU29f/A
MX0uMlNHol4BCw7OTE8L2kgFODlZ9gd15SnOX8G2SbQisszaVtkE0EwCxmqrY1DCuImsSq7c0ub9
5gNNVXkkqgitAGfNy2pCx9RIhArECaZnj2UXai4CRxoSfRMoDcrXge/VCi5VIYX4hQBZR3LUdJ4i
GxGPZEAbz88H/TzWQ4SHsAYqKYi6UL25svGTjT6AnMh4gnK8p0IuEF4KNYS2ICU2SoI9ptynUwnm
f2EtF1DL37nsdKhcHDraJIuI8AEoOEgx8wJxHyk1AVVPPDVRXjliXIlWKwUVNMCw8n77hBOMhigF
HQGYeDJb3kKQqGEA4bFTDeFgyn2n7gl0q8YwRGb5oihMt2NJvXF/Iji/ekLo/6CeiRoDzn3gVpdH
f1/KuVLmuXyKY3QKWilbhuq7mShWzGFrDSXjRWPuSPAKOTCqtCZlIw4FcWeIW82Mac6fteJOrU9+
/pCJh75fZ/15yB+G6q2osUr6c5hsuvot0tdqvUG0HGdrtNUbwyIrtsO4AFIpqQ6sxpDEwd1WTa0n
0OvqtLXYkhSLWOY4/JDhGfsRuN64KBnt8yOJsOsPWbPV9EUqPosFDnBV2BXjQh22sfDJkXPAMduq
5IhCe4bg6lWf9ODUmCfCHwqCTGhB8EGMvRC4svIn4Q/a4PB+VwV2py9wx7XkmIhLU1uXIAFnnyZh
iAc2uglfDTx0agvo149a2sK7YKCj4JjCo8Hu5XEnhydk2ES3fTxThFkUVrL6ATdWrX2VOMRrj1Fx
lyC9RQ82k7ywy2EHs2SYKwEXbWkTYRPVjZ2nQNsN31a0LRRSmz8hF+Bl9ipJmFPtBbKmEDijue4l
khVW0KJDoRTJzqKc+MLLHKU3dYn8WSd3bXMX4lujWLdK5Qwb9N54aExXUhxZWQCjiHwkztNZXeWO
wtbdrX7Uq1sbYdlUM0ePO9BhHHOXy8tsU0keZfSZjHXNLTJM7Cip6GleGp+qijBLqvLyxqZFgn21
qAlUsMGYxEGKYeexQhAGjUAyUTm1bvXQJQshtAeyho05QQTb24pMK8OWdfqSvdfLdiPJdo6o+DNU
bH10jIT2rYce++5Vk+loLgEgt6mlCpDxo6FPx9CuxIWQuL0tUNWCk4RjeOVGRUJxR56gfCy5ycF8
SneSrdiqA2vqnXoPVb1V5UUORA+dxNUWmQs+X3QE7Q0eDeI9+xPnlhlbRkE7DyfqWkit/r094K9w
5ABcahIvxo0s04IWppVWkGi0/dGR+fTX/RI/5CAE9ciavEmLwuvX9eP4CE7JuT5jIcr32kbZiDi/
nxqvQPOL5R/ahf+uMltma6M79olE++4jF6wudroPmVvFsdmyc7gPvMAzHWU3PPereJlQ8z6jgZ14
ZGkeNIEKyxQiDwiP4x3rKbbDovWKc3+fOWylqJRkb3CcSI79Nv2TObUFFzC79dJnxdohDMafaWlx
m9u1lXutZhsiVO+cFstjJS9w4BXP3E1ttEsW8il4gm5e2q6LzivThWald9mOH9iCu+NL/yJ4U46a
78xPbgvL4qwvxo/gSevpsDRcyXoEkga5zGMKbVbEXPfinfkAkxG5teqTXC/xn2N54DmNGkfeDHf9
q+Em7QacfQE091cxtfTa4ZGdZfZg/BGDdRQ52Sk3bHRbmp/mZ7XMT/0WE7HIVCqvxXX9Yez8U3gc
1t36Vs5zfRWCzgMeJTQHoA0NwsTlljIqoBxtrMqnLCt2se7HdhoLittAx81hTDeoXGpIGMv6Fpx1
HRJB9WUihEycFORcM2ShUPQW8rPTq6gGLDZAG7mQvMv+yHF0mHdx6rdOpRQFrEoT7LdklaFXhcp6
s63l6kFq+LpQilUZCr90CIR8G7qlIWM2FesndjaqCH8nzyY4kBGs5vsTC5PGCjSZ23HW3pKHuZp3
PDl04tGeBINNtF/NjjKljvzCYIN4YhDfornWPIiheIB9GLLC8bUWx0PHzBvSEmg3nR9lALeAck3e
Jph4gM6Xz4basCAzNkinFPXBEaKadiougFxEI00Dt8hsAKa9AjLQIpN3TPDC3m3Hh0Q+RYBt86Xx
IUX2W66gm2rKcRsYLkungKHBWngmRWH17S7Szk28HsKPRj+M3YeUPpFqLSZvbXMA/5Ozh6z9HA3X
UAB7WFIJRxlaCBQbKmY2ZEYQpEiAbSkpXDWyWehmgwVfV3Sqcly9bBWVy4zYfWfLjZVElhjRDmz0
gQKqDpOVARzS1Sx1Ia+RAS9wcx0rB9mHBYDJBtbhSe5g4UhwKyfYGUf/hX/69/Fn/sQdzeZrAO/4
PpQZ3MLRnfY5fkzfpOdiLS3ll+Eo4N/aoYPqs4iqKnB3uHTZ+CcLFqPkxuOpFRZDtlTIpu+OmWco
izx9a+M/QwopiDUK0EK7Fdm+7pZClVHofdEoX7TamRUbkT/B2L3YKHDclN2oWEnx2kTWHyyTaJEp
rhl7fU/FEPEwRQ0d/9+exLviGQKe6fMAXBSXIQAyiQoqHQEz9JQ8R28/R5TIjK4XDzGmyuyUMl+H
r0MNSQUjacZTiLuoWPT6grGNqrpS7/qmgygEf6/qthwtUbOhYm5hYasvJvzIVafN7zLy1vAdwFtj
3NaIxKBJKnltRPPQCUcXh0yAeJ/BndSqTsmz8JSnFt9VFqIxpJQJ1c+173SSzVJH3vvn4Qkuu/Hg
ck61o/rUPkif4Sl7SLEajsEmX+ADrYpt6Mb4BeZL0tk9aPYbf9+4xMFnXGYP+av20HpQjM+ooFnx
ufe0T62kBAsOmhC6HUl2gzMcH3AR7skiyan4CkYIWehLBBmldIduWzdfhS/wrU9UmjjVsv4EdNRY
g0SrZ20b46Ntla3mmJaAqzr2dLtyg41O4QlhiS54mzEVXhkyemwoZino76Ti2d/4d2KHBBkwgfgu
LwOPARSA+SyjxRa+1Dtl0S7094rR1uGu/CY/sjX6uLQjKDXqXdFR7LgR1RCHjXaM63dYaQDdJGfM
FiKKHO17To5DuxyUc5iPntZvzNBllYWvoceLAL3NKDmJz9ljvNWfmw5+PjTYpvcFQoUCaKWDf8DX
04WFzl3ov0o1rXQrjC0oHky3fbcwJznktdFueScC3nmqhhXYHkSk/Vu7IJ6RWvUImNfpQi9S7PYY
15Z0371rH+1WrgF70xK/yaApiloxjHSxbRalbiWB5cOLIfYqzZPrXZxsRcMlqo1v5rGFizL8CNHT
AOl8ZvXMNgZbbFxfW/mmXbI1NJ01GHgqS0lyDb4Ku2MMTC5Y6M2nGu1z5aygptguosKr1C2E3ZVq
3yGWZU5d2/jLhlAj9zgiiw5HHR2xXGDRAL0ACrXTwUS9B6WrG3Hndc4MZ4qpNABWoYrLec7YUrUy
BfEuHU9pQ6CI2mGH+1Gf0LgFQA4i5aqOT1K50eXmkHHH0FLZFvA/C60XwASV+Aasd3Vf4+Pg2oCk
/9RyhgrJ5dVRKmWPLs1QOklPZmYOjqih/zTnwMF748Y9hdrQ1VEDfikCA3OSwkcuOUtfxcRXoNac
j6feThfFqtn1m+5BdphrOt0BWyMqILBtpeGq6e/y2AKVTQKmeC8f1LuBUeMAWJW1B/SJM0CsAiUl
UicXeitVZsmRZ4TU+DPeDyK1tNcUMr8a1WsrITRBVGe4Fdb2QSZOWu+Tyupah6TTBdUwp+d2iVgO
ht8H9jlt9P3w3LQLhd0F6m5oHUiQiofhkK/l53IRLNNN7YyrwIs88xR7glOvh4Nqxx7AuEd83x7H
+0P22m3ynex2OJeU3f9k77yW28aycP0qU3MPH+RwCxAMoiIpUbJvUJYDcs54+vNB7iCSLvH4XE9V
T4+rbQtp77VX+IOq2GV0a7AkvUUdudqEZu/VGK6a+GZq8Ia8SVXuY6HeD5FDi1At53DoKcxLXMF4
kDhyJEc1+DZOfy88zbHxRrzn9v0vyJ77T+I9AxnxRfkpECOTLY1Fw7e9z9O0oHGfAxaKbP1e2ekL
fZE7kq0tp+tiGSxVm/N2IS+nn8CKRMsWnrJXgK4IfXO/8RN0EUZR5Q9e9Bxq1tOV/hLs6twOH/NH
M2eCUzwkJRu0y+ZT0/pu3feCo0pIbNv89/q1I2gxe4hthintz9zNbsq78IU6+8q8ba+stb6Lfvic
z/1VdZ08at/GK/kmfgUBTtg17uki8v/CcBU9KSTh0NLapcSoQdpqJOKaM+nXSfdQe1uzvu2thbCM
86ukW48DgkYPbXMfqje+ugyrZasvBGVRSMvQJOgQHhaJsLLqlaUshHY9hSuU00FRUfaqhaN/ocOp
1wTuRVo7WsRqseNnK7PnUbRg6+7Y3BftjSyvx3YpjztZvUEyHCPcmufOroX2JmkQTgB3pd1Y4QEk
pFfbxoVG4G/2LK1tUCszjQiQ60kn3mwRCPWGZtpN0N3uBEy+t5TQg+11g+qWjTb+cYxAARiiNQyI
WWr5dJoZ5foY9b0Q79DM1Z0mNImYVXmVi/H30RQuuRK9GVQd9dPoBpBzoLsD3m/WGjoOSVZUKKjE
m/Euqr1ige3gqyZjY67gyADi7ZsoETDHxAURlcORYEQf4FafZBlHKnJOTpNCluC00q1RWAHqwtfF
apul5dffPk6dTj8Db572wdyORbELtOdJV6wcWjFqojTcFZNFQVm1LFNdbxaMT5ypl9vNx5d7A4G/
fy/z9QAcM8Sa5+Zw1o7fS1xY6VTUSbgzw6nfJuV4PUSeuYzroIabOX0rdUbLY6SE7mjCuhEC01jS
S8ycXE2qbVeVNNAMOhBCpHprSPQtfaDCuMY55sIZ90bRO7pTeFrwowFJQZemNjl5MzUFIHRvZdrL
X1quJ9lJZyePwp260vbeyrxK3fyBAVuw96/yH8ozoZ4pWvgliR0hpcFnV+FSj+5V6noSsIxo4krt
bVoslXAphMs4XpCSaN5Cpv8ihZz/+1a9Vbu1tUujrS9tM8/Ryi1ZXpk4UWUjWq7Au0VAZXI1s4MF
vEGVva1IIpbMyqye/HpRpjeZTLfvQfB2Pel+5Ialm79lLeOWXyqCHb7m7vhQpkxFbDjtRAlMpjrF
1um6ky6Ry3EePTdEP0A5hhNGThAtKpJAKLL9hVf8hpI4fcUAi5kDvPG21ZMYEOuSQb8uEfdTUV0D
NYsXijFoThJwUBbCINvs2q8dvtJ2EZNdpeKdKnk/IxwxNnTR7z9emnPtfHwzGuBc6GQsbRQVT/m3
lMKBzpbN9jLSarT9kztV7buVF35DJZ6s9Wns8jXO9daFbsNp41BH11aDlUVwQp8eXuXxjsgUPBD0
Osz2nSUsGwkUUDFEkx3q+FjLoWxDL73URjjb9FxyljmhYKIl/gZGfN9GEFSpqSWlTPdRHnVuZWxH
Rfco8sjmozRefvxef3OxeSNBY4dQjhDJSTcBprYWFprGe43KlzDISLAV80cutU9jEl7KTE+TM348
TQRm4aSD87FykgkqpSLSDfX7vTfFaFlnNbm2TI//40d6OyxO1goasyg8s07eyNrH3ywCCVxLpd7t
kVJc5rf5ZA+PwSxPYYsT25+kzzEpesO1mdxryN6KLmJhGgjI7KkNN3m2jYKdYN0Vw7bQ3Mhb5Zbm
aMky0Vw5BSPttgPzzluleizqRYIgX70ahIWlrut40YRLzds2EtLrm8za+qo7qm41rS3PtTRmmgvp
J+UkY06EYskcsWcKH9NH6WDQfdVdJXSKW3Ivfj85xJ0t5nYZuFLpQISnR4j5d86MKbmFhtGEgMZv
IwOdw7mIxybGFByU+apyie0xUgDRtknXoreK+1V3k60uGVuddqH4lDPACrEwwoMJtOv4HauikGIV
IrZ7MZ5wNe3uGArRpJYHp2uql1bL7yDVXopIc8Q5/rCIsjCYZBnNi/VUwTUzAnRlsT7eQwqNKAOH
BYbBgQsWGjBQV6sLSBO0hLphnQmN75Z5cWkeef7YM4cbSWFmgJJqnDLHRX/CLEgbsn0iqIckTEOn
UgPPicqsdJtIlhdR/hO/iEvG8+e7lBDMfGE2hQCte+oMUbcILoZdUe1HvaqvGnMlAN7SArrPki9c
GHGewQVnSSeEjYkKeAzPQgzHn1ZoxNbrq5yL9ea+xIYcOZpokZc/g/4+FzKkVrCcdSZLHzZJkV9I
BH9zdaCKM0sU2Bilq3nSRM0574MMT6S9kInWStCnBbpZN0qrlQstDG/G676MIqZG/iEI/ZePI8f5
a0brANNwVB5A0BN6j59cVsPC78ys2tdpvUVuZyZBWMSLVrcHq74Yp85WM1ejLQYxdoaBn/axrV6s
wIRp9Z5ZfLOmkdU3m0GYfLuV9YMyy4/JWTEykYzNSxvp7FSDTEU3bm7fy8AYFPn4QQOexhAKRd6l
yIzLcSU+BgBos3bfNsI2q1C16WRmmENjCLbFgeAAKTRdNdzolg9mr0jEZTOJS6NX9X3NYPbjz3CW
ngNphu2GnDzxm173qVBaVCQC6E1f3I0lHkr+MP4MurJe6nlR23LMOJhkwADrrKrc3UBkbiiiy+C5
CeUO8FKqLhuzzd1UJ90rlB20w9atUiBSRXThVs9WDPhGyCZwXNmYZOonQ5AO1WN9yPRibxUAfqc6
lWyrKCWojvE3TCUumcSeHaAziBd9DBaoBK321DHFqttaynwj3yOzrYBBBuiQeG1yYQ9qZ3EWyhCY
C/o2DAKAbp4E917D0LmWk3Bfgm4K7dSSPyvSsKuDaROUYX6tq8Cb/HFSKETKYqtr3IclJMrN0Op3
nuhb97lnIacxgQcZDO2qw63ntsDMbxujd2Xr04tqpoOdVZF+hysYQJOpxTtN/maC/BQC79XyA2HD
bdAtpSksJ8OtVWp0uxHfdxB+ZjzNEDFuVOFKiL18Z6XZIlIaPsA0qavCEOuHlu6o15jdw2S4CeTT
HXPoEdWpe6PEqLAJL6Sn55UTrwzcGoQKjicOJ+V4R9Uh3gFtnUT7qUkjB+dexenEMl8YiZQ74kTL
L4wa76pt43uC+SNskd5uROuH2Ig3UH5dZVC7Z3QxnamiD1DJVrVEMUy9kBrJp514mCjgVmTwF+Rh
8LtPNn4pZ35rmVm413ohXCl9p9xJTS64yGbJKEKwnFovv+GjZnbGeDqOmxafg4AFrTI3r2gE3PvZ
57RI0qsJcZHUQDogVtsVOsT1tSr428aT5PXH4eDszJ2d4WdKDK8XFPmpep3SZpUQaH03Q4CslcKi
uGa2ZvsiWGfT6nM7MbHB+vNrEiAROEFJHdThSdrfyxqQTrOrdnLUfJuS+kcaJM+JF29S0+MQZO4l
iJe8u6VTxv3sH4aCBAuIHAfp7NMTAaHVStaR+N9l4ULJbnR1b1iI2Q6HjGF31dq+9KKlNxBXmvIq
1QF5AOYLbd4KNaqPbFLphiH6rBBAxtQRAfGHZr1QqNTqMcfdb7L9KXUK+dVowIu+6qj35Mq2ouEH
WUTu7jqUfhJ1HWU40e3k4bYDDlLEa2+8b5KFMbpZTK1JIXSok9LpiqdUeu1Lt2Z812obLAKt4Cc4
0SSgM6ivPDrqqfqk52vzOdMXffaiKNseZsYsNebU95rptiOTMBAijEl1V2+dNxrh8FModoiS2mm5
yIZNbNyo+p1RPXn07/RnNVFdM76DWWdXO0boXb4sfFST6cTejgVTcVv4TNRl4BVqG89YGjMukR/l
xhlofI5zkHMrqbhwnp6fAhYFKIxfrHJkcrSTeJmII0aBOlJ8taKUmOPS3PTCWx8cZt538YWl+UtX
7CgNZpnMO8HiNLDmXx7HmlBLUzEs1X7Xqstefsh125vu6pqPJ5aOVrtaQqNAezHMr1Zxg/UlKK59
0LwE7VWtfFbUH5L6Y+hpcRX3fvEjEW4Ak5STq8bPU4usFLO2rScyg3mSzKdxbNF9evY72Wlay0Z1
axkyJhMip/GYaAyl3YWt3ccbr931wU0ur3zzpbUKGwtJua7QNaB/wReqW/AokD6bsmA9P1ve1RhU
NjLRVGUaZof01emkDDUwmEBwlR5VWKcHcaX2La2TnqYcjeUYbZQOMDCzNAuQhBEhdDjSkxQx5mT+
16a+LSg/JO17KBR2JgF+GSimKohCAsjvjG6B/1Lm6arj1kf62RW/K8N56T0MC/WDiOmcGKK/W3Oa
xAy4u8/aF7DmPb34yo4OXTV3e2TzoSp2UfxdZXgco9RSDBszAJDiP1r+Q1h9zvWd2F5lAZahtqVv
S2SFJxgoIKPSaOdxM6q1sfJVW3zulCW412GRKA8jTJywXeFLZgJkphNdbkxAP4ecM8/xAtuyHPos
zNHaJ/mntB+CBRNwbGCJ0Ncy0HbVMbjhwG2LB+GBqWD3qmyH1KE/H67yzFErF1NCOlEYHNX0ayon
lBc50C8OSXERm6+9fBAsN/ddZkFpsOiw74ldX3HgWOvtyojWaB5b1MbeVQjurf9i1bQkN7KxKcdl
VC37mb41VvYgXEdv/3kY75oK1DKEqnp4FoORedznNv88MMcFttkHC+PQf58Qlw7dFtiS5zCgreRH
K75C5ynDI7Z58c0NXpRG93ViZZqwHUzSjXlW3QZuTBxjnTAVtVZ56yrmwhy2AKgJhfyTddeVsI/r
G2Q7qckGLEcSgAPXaetGxa0OEimrX+N5njzYcb3JpAeVmxeK75300CV7b9hHDBtrxCmHrVltdE70
PH7KgpvMu1WkleyvgvRK9VdedB23V1FyVbZzea9Ma+B02XQnZVtdWmTqMtV2Y/8M80vpntpkmW7a
/G40V4O6LMLHKoZLtpPa+5bBv/cssz2mYaNZrmVeg3xOtbWcrS1GpLZfXukMJC8xxN8Uf04CiQF+
hxoPVTnSvbPsNccvqRm73cQAMASMmEQNWKlmXI6SuI+ipN9Mpd7fqU2p2nXqo5KGzLmHTMkqEOmi
lK1MXzgeZnHPCZp3TPprdErjGHoKjiH1GKHYrdU9mlH22Hjz/FbO3cQQQT/EA5u2bNwmDYZVOfh0
YLpCXHY1x1RiibGjBc9Wo0h2YaQl8EpkLyhB9LJxwkQHIDgBOesm2f343D8vP8mJoKjNdSBi3Ah8
HMdWodDqSAqEZC97Yn+vB92iVLKFrHqdPXUSh3EH+8H0X4e2BnEn+pdEsqU5Azv6JtzATCibyXJz
9T3n5u8YOFqLJvmkacme4k299nEfEJVxWTTqz7DOB7tp2hY2CM3hahx6Bwfa77CMmTkVLPSP38VZ
kTjfCU4MmDVRoJ7J4PRTElhJ1KX7KRE/+9rE2T1SceWkuitdvkUE4pKv+Hl6Ol9SR3UZzLdG+XdS
gGepggeErNL6rDGaNfOsd5rY+KYUlnmfqj5I+1be6FWW2mZee66nVne40D4qHIZXpTkWIArSJx91
FphmY0UKlIGsq2Lbkn8YOL470GWHC2/pDdV1/MGApeMKgiEAkxPxNKUOJy+Mx7CM94iVQFqTsmDV
DaLs9F7bLaQ+bNwi6SZb9imXdC9bRVbq3zdALHzGjW2WdEvVt6TVKIrtSm5VWyvr3ImRZF36Xq0v
tSy3VqYxkybSCDBG3dSrWir09ZiDukIi5duYGfX1KKWrfpQvadXNmcvpw8Hh45No8Nb4IsersR6L
wcvVKd7LoPDt3qwfRwxLPl5nb2o5H13k5Kt7vhbLcuwBpKlFBh14ny1DqSrA0fAv1YQiZuAUjL89
rdhED129tl7K9i4bkmIZGahloyzqSOi+DiaEkr4D8sXUyRGBMiwmxPRIYjkZBsguqa7CBhPMdaH6
4NhRGVlaqCubyvLjR/rNLp6b6TJdLLT1gRuf7OIixI1ZCyZhpzcAm5DrmtxS7GgOmH6/CQqKltlu
oPWvtWFu7/p+BQ/T1AFo9eaFBXqqosNmmicXOljJeYRxJp/VWKqHu2Uu7NoyWWmNAjK24S0Kk7rJ
NRlUu4xdzgQqT41RZ5JG5c4KG5IEgPWur5GEaSmTlsi4BGT87Y2hIA92kO2uoGpwvLiyos+ipKqE
XWmNk9P4/U6Zyg35AbBNPNqdJms+d623GDy+IXJ/W5E+AuBtUFIdjhWOIgT7PB1ePv52vwlCVPFE
Pb4eXsuIfx/fVtWi0jH6hb9PPDO7nahndaVdeYnZb6fM2+ieVS2K2PSdQR1ER+VPOXpd6FtNk9xI
2A75tcKUVBUR2fbrJiVX0H9mVjAuyzETcZTJfy22/wlx/BcRnnff7kyI4zHPZkGyX5oes3DH25//
pb4hSIbyiYbMzD/GNUCmp/23/Aa/ZX0CkYQ9FRwupOrn3/pLf0OQtE84jAFBoALHqQLW/H//85cA
hyCrnxDumTneWN8iYoG/zR8ocJzMV/HtZStqjLFpv6J0i3nV8TozkLnV8G7VngYzt64zQeleEImo
dloydGs5FrNHNcRkz85jtCvUTB42qI+Dey2tdjGocPrx2aymCwnQcSnLTdHzQ/wIkiMxA8GJk1ic
DoXo+6HQPHliUFEGMcxWML++70Zs5OWBRPfdF7v/FeXfM5uOD5i/rseXoA2tQPk8TXeCjinuNPrd
k1/jgpD0RQdrr5YuFOjzXf97wvy6CmNH5Mtmd1+YVMevOvCKWPKyoHsSA4Q5nCowhVUNa48uR4l4
bWQ216msK4vGqDtHKKv2Qnvw7PpoHuD6wcQTVBrH6EmkC+NIrT3LzGnk9OO6bkb/81iOCUa+Zvss
qAXFQu55yFDk4kOlAsv6+CWfZLU8P61iUjgEZ5mdcwicXF9QtXqS8rmR1MCx8XKga608mPeK2Ei3
uWZ0IKgjeauU9QB/Qn1pYxC4H9/D2YdGCodoOmuPgpFntH38CbImFqY68ZtDJcse6E4qh6Yy9AtX
mR/k6EPPV2HTcthhc3XGzh2GqC+lYGgOpa5UGzmMwcMG+ERU0UX38vP9S5UAIVFm6wKzBL50/ERT
0fUSkuTjQdGSaTNNTOKEHKSoGJvWVSfjY2nnRQDosRFe9L6CJcVUch0KWfjs+Z6cOhhHXZJpP87Z
5w/NbB08kyGKTGZl7aQNrVIrRWlb9QddEb60TNqA3GbraNCg1uDLGxaXhljnLxwTQYaypIcERVgJ
xy9BNjFf0ItkPOQD/qTYQ1gLH8Uw1FlC48IqPrsUBRlGWCrQLfAYv6Cf7yqjptTGWkvy7pC0SLCn
SMUvJkQP3UGt5Qt9cg6A42XEpRTE0xSuh9b96Zg3K8qoCLy+PbRCli4HwxKuvFavHK/StF0+6qIr
GZWB50R6iX75u4ck36QVPAMlGK0fv8+oaYNCjavhkFKxr6WmFeA558lS1cZLYuFnoX4ucHFJgGiP
QyeU++NLDaiFh9YkDwdP9a6NOn7BUwfOmREiAVUrrx9v/7OFycU4NOk2IJCi81KPL2YUspF0HVY9
8VAghI6/SObEkVGvizEtrqdQSLdtBurvj68qadTJTGU4uCHPHl+1mqaY6igQDxOsoNe4h8mM495K
CWVhLbS1QldbUH5+fM35tR2FILIKSiWwaWiwUxWe7AjuQu06qxQPne93jtV7sTPxA9Z/fJU3VUYV
uXKwAadSCVnXo0TTeNNBrwPLDbS6sU1luGQW+tbuOHkY3psmElaBe5CuHL9AD8XPrtA6/RAV5k0K
or/wIbA0BWKg7XVXuZKC9oxmW9E6SA4DIrKROK6HZrR1v7XL4fDxQ/9mc8w5AkXVzAYncTu+m1IJ
YHrlqX4wwbzVgAqnfFjISBl+fJnfPvWMHcK4dDbfOwV9jbGBCAot5wOkZ+aPPdJP2/DG3PeqqzBZ
tOVN+Q0VGv87qF3vEuLsdw/5/uInOwWF7MRKq1o/ZNaN2l4bxq0fXIDJn19ClmdZZkb/8OrBlR6/
xw7/RzERouZZGcRklUxo96ex0dlRosUX1un5vuckZuOTUYL85FfHl2Lll7HnN9ZhbBjbtlnhpLJV
L4p6oNMhZAtK00swoblIONmB8pv2/LxMyOHVk0MQE78qpMFmHUyzy2PAmHnzw8dOx3O8iKHBwssZ
Tdh6PpVXfZKkq6Jpgp9lltAf96VhNgAsVfWz2KYQLyVPD+IFE7/se6plCIllzaw376lBSQFoxmGz
CrTEgI5bxgm6G0ozbtWi7O4BjYAKNQHrAmZBl75vhVxc+2HJwoE6yexSQWfnp5mH6aWodx6BeH60
vsDvzM27N37Iu4NSk+KSZlNvHLI6yd0C40/ag/UlmcmznJbxE4GccgEUywyHOv6yGWK4lWzWfFmP
QBp7UtbZXpMb8pVshTQ5SnVsrtsePmLkxbMiVZ2kf4S+IBKAI6RGo2nIbYAXOSlWJjTh6iEU/IPW
y9YG97F6IYtxvBb6PHPjgKb/x4Hh/MXOjkwk8vj9oDKq6sePTCOsTKWqiQ9i5ccLY0IMQ0/BCn98
lfMXy1X48egdgwpCSPD4KvIgeUMk1/Eh4NhmnKsU2jIaS28d9512n/ldtfUzGhFKyWR39P3iQnT4
7fXnwpSB+2zwd/KU6ImpyYSzz8FStfC2aLrPQglwOczJePQU955+GFAfUXLhBWTApR7wyRB8/qg8
Phg77Jy5Olqmx48/JL0pBIEeHRJoWT1CgJy11dZAA9vFHLh4jAI/tPWR2QskhczRyylZl6OkXlhb
v/nWTEUQNgFmI4ONPbkNVNhVrRD4CsDkp9UQNkCP2rxeffytf3sVmqsSCQ/Q+1ML8H7yrbI0WFF5
2aRunQzDVSFGl2RdfnsVgq/FEW7NMOrjV5r0qZFpZhwf8DCW7L4PCtg/Rn0haX5jIxwnC3Nih2G0
KDIEZ58cX6b1OsxEOjE6jEJsIsiW1zeCVkFp9GsNDz2sOuh8yrY1qtZz3pfBTZJa6RNeKOK32WHV
oQQe8CZGDM0Yup+G2IIMGnrsvW1hysafUizIK3VQphj1rGp0kzBGg8KDj+d1EnPlj7/Mb3YBDwPi
cn6auXY/fhh58GkSYjh/SCfapq3BXsfkgPGpIDGBHGXVEbz8NcUGqejGS/CTk/7x2yYA6Y7MDFkk
X+20jstTSBiYXkF6TirN5d0xOhcKaVOJ8AriQopWozIY675sxWWJcTxuot64GzwxXPqxF/x/7AUE
NOZWLTLS6um70PVSsvo0iw5WIhqbWsTDrQ/USy648xs9Wz4kCm/Xocl2kjh3ljFUTTeFh8nsY8eL
B8SpLD/dhGlKeZ1rw4W995uXPEti8oqBBUM7Os2haUtXLNeqPlh997kwoPDmgazZvaSPm2lQ9Bep
6V46FTWWLu+jjdSKUFHFrt4qVX7JoPusRTMPvEjHyDnNGUc29x3fz/2CMGX6OmbNwceArbRFr6mv
qJpS17fqYMWqr595cdlS91VwDkUw419L8cKiP6GOzpJrQK1ICmcyFsKZp97vpcB3jhWjmfsHJjT9
snkmV/U3vciUvRfh0KQZfQ7s57LlqMXJa9Mq46MnyD8yCy3isdmNWmVd6J4Zc8L2bmVwFsyNDTSg
ZhEX8o3ThC7vzQzgVfdicNpfI2QZveh1DZ7Hg7yBdodhogpUV2AjbZA42o1vJuWLXo5qg5zjpAf2
mCjJbZm13pdAakTkjIxEu9GNQKntrgc4bgMV1YEP+p30mKoDCCJhDPK7Rp8SgFOMo19QsmwHe2r6
7BEvQ7AYAl2f+7qvpQd6bwAEQuCoj3JdKANUoFLEyj33yy9+mATfck7UxyTNIziaUw1SZaBmA2dS
TIzbZc0rd10vZF+ytJIOo2mhcIj1PCx/VfEQXgM2E3yVxWYC1BPE1jYf9OwGeLb/rUuVjFMJnYlX
ZUJlN5cC5TuQXciMUZzKr0qHqZ4j6wOGmJZfPqiTiGIZfhw+050CE3N7Yi0h9KME3wrLSGHR961F
Owu7ZBurv+pRqHMANmlUWBPz+AltoDwoos9ilnq/6oT/DTH+i1j3u5PnbIix/5rmX4+GGPOf/2eI
IX2ip4ZhI/oqnApzCPulIc4QQ/6EIBxub2RqAI+p8f6ZYSifMEJBcIgWIGwBBEn+nWEgMM7BTCqA
fRD7aVZC+oMZxlsp9W5nUosj6y3Npr/cBOnoyZEPVWuqsm5QHouwLIXP4DStu3DwWWYpucAmTjpa
vJOXfc26uIDNkpbasgL3C4Tbm4rvReih4dBomp3LwSg6plhiYmtK/A2EQ+V4VpoTyx4F0SKDn25Y
yG/0fTrZdaLr9ypLEtlWUaljx49H2VhE8pjvo0n4UnU1ZO9M7vNXkYRhtLNcoQICkSzsKGemYK7g
utSWk24s3FbUgu+pXqDb1mcZdrlRUCE1kjZJcR8qarosm74rnV7uhj+ef3CcAnLnFKKAgWV2kppV
fNiQBEN6TMTQQymsrZw0VbvFuyV1/+uDvJ+ynB2tXAUCm0jRO0MUlZNkNqmSpi2LkOCWqbWbBXm1
HJS6XQqwDFylSy9pA/1mXfAojDtmnTzin3FywVZOM/xZtPFRF4uRciXvPg+KiTxQxOH6M6YxETNq
jqxV6YsBX1ky+tSulQJc6ZDTZSkaL0K6N1O/pZnY/PDE3EJvG2qh4TRGD07ZH3N1r4aonztyoY5P
rTFqgM0VZczdsAAgko19VbvU8ABLYb/F+WKacBS247afGicoDFykYApEd7VUozSiKsWI9AgytoIF
GH2hqwVkfM8od/HUD18FHTKeI9St8lVjRvdTTeMICV8VcJKt0tZMLxzEZx9s7rZBwMY5EoUjXuJx
NtBDYGvaQR8eGz/7ibLR1hd4N5NsrQG8h8u31fG/2MtAmBf7f/4OcGex97HtvibtUfCd/8I/wdf6
hGYb3U9GSeyffyfItFaIoiI9UQpVkYEWvY+/g6/2CdFrpqfEXZxTmRG/D77iJ9wb5hpM5q8RLv8k
9r7BI97HXowjZmFMerMIzCECftKAqQ21aLRCa0AWgplMQSBvBwXsopa26jpsa3OT1UO60v0qv5c7
pbhSC69YJqM+3dfK0G3bOE5g82ZozME1MmnUXVtWUz5K0pBdI1uHlBEuAmu1qqdtKE1isgAc56HE
ix4i+vjVhfLxuCk591rpNSA7yYSSwEFOfrzkRbXSUKZX1D0+zv7CTzPTjUxUzvpI2Lz7yL+JhvOh
9O+L++tKmOkyiuBgxWTj+EptWltRX7TaXk7hdAbBYJLuo9OVaUUKXjfQb4q2IAe0Emm6sK9/85Bc
kZ7VbHEk66daKIFZ5IOZit5eC1FSRgPX3yaeCs5P00f346c8uxSLDN1/0gDM3lgqJ08ZsW46dA/L
R6HXm2Uw6l9TPRDxppEu+W6/HR9HLxS4AKYlLENooWAW52j2ruFo5KLup/pYPsaGuEz9esMAb2lO
zXVWim45pEv8TGxN2WR4FXfqM9nxg5TLTgSV3vuaGj8YcsAtqddB31yN6b1YgUDuVCT96Esne60N
ngbsFJV01lKqt+ghbKsODF2ArmYrSxeqjflmjx+G3EmZi34wmDTBTk5kcxgjPZCT+FGKe5TDRNB4
g5fJdjrCgAlV4dK04Ww1QrWcRXfpxDO2ZmUcv7yiH4w4okX8CBZUX03eAFtYGNBYSb1sUwy99RAL
BsCs6uIKmQ+R4yeFfkijj50HSIxp5/GVjSga4PNRtrSG3uNHkSEdI3vphd12CvMiOaWDhmwuyAdY
PKJxcpZJhZRHAnoBj60nwdEXgnitAgZAMdJA8MpMFpBtatvzQVD7FcC02gt0u1Ixn4rSigZkmymu
MIKNLMmj/wn2/y9xAC07XGrJjBgloeV7EkCLoUzaPPL8p9DzUeKKsuahFuvbBJ0Np4trZFuS6EEw
0Mf5+LonjTIC0NyL0ym0+R9Tc+VkiUmYqYmBrlVPjQq1ADoDWAFo3H32UNbjc6V0j1Eyjo7hW+Jc
ur42WLX0CgJzqeohc9beBz2VKzi4rzkOo3Er//AlpbGZmb3idwdkkoZlQbv0onfZSZeCO6dJQWeG
dtgs0wID5XjJCABxVZ/Z2FOpyTfepK/6pFjkpnVbWxgTZKqjNZkdCuqz9Jc2yf+SFApEtvw/6/Ys
SXnGaiqs/4PT1H+WbdNmLPJ3iLf57/6Tr+jg0+bJHoQ1Ps6/hlMUi+YnrOBAmdG/+zdXkZRPc1oD
LofSY5b6IQL8DXajUJzJwbNlKCMAMmTpT5KVkyBA6UojZvbv1qk+aaqf9tr83mjDUBKbp6iN6IBU
SprcDlloiI7G3GY1k6HtaPD92J1GuXst2wpNeFOsQXIrevzklU15mwxKupNGTOhqWncXjsvjsP92
g0D6wHBjOMlI/VSBCPdOXawY1z2VEfpLiIpcIQJmAtNOS/VCRDyOu39ditKZCTNDWL7X8SZqOqMH
8zw1T6MwooXZV75LFRRdMFM8yw/nwx8RkRmDwHY9k07voW4IFfSKA93LdiXpcDhSKPwDIDMHumYJ
f7gtYKE2HmddMpq3UyncxFWyrQIPXTPJz2h5xpOL2L22T03euCBZ8SIax3hpeLvYgPobd1Gxjnxg
RUUdeKugLTUsIizxUqt27n7+e1TNrwyEMIk10RK/XOZSx69sJDGsxrQODoYhBN+ZIyv3TDFqhxyL
lmhYWLCnpKtBRbW7VTEJ7pLJ8cdYXKQNBlgVeoVJnVYw3B81tYvcLvbDXx/1f/Hpvygx0GVi2jFn
koB4GFV9FK9QTy2KH1WTZ38Z5L2PV7/9WX/HL9H6hNoNKSQteSZi7+MXv0UKAZKd6QCJ5my8+Ldj
nvhpdtxmCA1YinH3fIr/FcMk8RMoKvB58x5gq0GU/LsU/Cs7+OVn+HvHPJKC40V4+hpOBxTIe4Vt
2KrRpk23gRrZhvQjpYekMucXEL+UxltYg3K/GLHNnJ5KHx8SF6x4pLlm4GjeFb3kAHEXWhiqm8dr
41tMCwJ5d31Xlve6dztZK5xD1GRtTM9mex0Z38MudzLg7mHzrVQfJPXa8x87bxNQHxmOFDuS9jUM
9mZ8K7T/l7rzWJIbSbf0u8zey6DFYmYBIHRGRCqm4AaWJJPQwh0az3Z382LzRXXdvsXqud3TyzEr
a+uyIjNDAA7385/znYvbHqVx6ugC9+6s/J4xRcH/nkR8WrNrN+88D4RZfNIJDhrZRQmEbVz3a39x
b81jaaAV39x6H8Om8l/s7NrQxKTqAOyVujkWfCBXUDTLcwU1azw4+naMT3azcepn9OrCDA0ZiXxv
qEM6fRgjTTcNLLC4C/PhsVqeUvN51Q6ieNXXr2NxcNNz3O2r/uAgDgHS5udMW4eVhICCf+fo2CnK
F5/+mSLsZwzQ13nZORkmuGvq3+nwpctT1+7n9GhO52W8h8fYxWRhjiuzahLIUHLZ+pj5PfiK2Ny7
cEDXt8hO9rD+bv/A6rZe0/lhKJ7bCSk/P1WwueyLsp5k9xSX5zzdQ3bNKSLyNhlReBkUa9QzdHOO
SuxpejEgMepbo93J9Pr7zfJvrSPPTcU//x80Zd4kkf9+57L7ZAqRffz5/r/9hb/d7pbzG4Rs5lyg
ZnA6IB//p7Rtab+hqfBfDDg/EK5v4uEfN7tl/mZ7NgB/tiZQuTg3/f1mt/TfOOoiuvDXUFJZQ/6d
m51X8cvNzkEMTZ3TGGeu22aXROCvTxx8tL47moParF4vi1255FxSk9s6L5mNf2ebDrHWhTIZTWfr
WGr+Yoyl98Erng+x18CjHBk80faUDha9Ys7KhoJ3fbtwC9N/s+MBlFjfVzfYfuYX9o6z8UQieh3H
62y4nQySxIDCwGna+9qXjjlwD2oLYE1fxufa8zH8qalPb10ojWhC/FvQtQttmu/6XjfjwNPh1Ccu
ecXrNMb5Phs1/653yuWSYDP/sOxc/kRVnyIOZNrHui5YTbBNFe+NX5cma0M5wfMtU+2SkfB87+Xo
fvHrasp2KVOpBgh3SgOTsyRwjuPJcrtgKquVXtuk6j7ABOo/0rrSwWuuWfVq9FjEAkNr8Ah1RgGN
gHlB/bMyk+oxNoXzTBkuhVI6Wb03O3XWUw15zjkIJqG7TC+vhqU8KAOTr45Giva6q7paXFRpE6Ty
mzz/keYFiHwMystROS3HJm3sXYcesaUrKTRg1BnaRj9RJKLEOEbYC7ss6OPaZMom8BqzopgmgcJ6
aNlPQH07N22WjHDuBuOr1dU6XaVOqR54Uia33DHc7bxHvYm0wirtQBq9d1WFScFjmXjpGsqqg/PF
fkQzNkJY6tVsbP8bwY6CFLdZMIDrqkn/GDETqDBJGW5GxU39GFP2oPsYoAD+sDavKGUy6p7Ep7Sk
F7jVsN47HfcNk7plavdebuVdkLi0H2/FVBt71PPJiBxtoqOz0VfvCzT+rMKqkLtJ6FtFXgRery9U
CLh1JnbD7LsisizhyqPsWsL+pa1RpCfrRpKwbgDOhKjbrbHvZSm3s+UTQUU98cZN6qc9NaKZgqLq
58p48qbefaznPkXNXz28CHPqBZlRm0vomFxsxEqWDkx7N36ZC7XSHurmEMh1f6ic45rW+RDmLAsf
ZbJoxPU4TJykN8RqszheU4WGF9+iaI7tVhu7akGlMY/0zu7aOEVoTS6lGEYb62ANSkH5QOF267rP
JT2JgZUp29433q02fKnJgOJOL1IYlpY+f60paH1vhUG9ntV7JZ9PZ3UQFfxl5P+X07LVFuV/U2vP
T5IDEIR0adV5NWt0tEzPtX1fjVSiTXnD/Ws6883h4qRgyVBxGHXMevbuDiuYAVgpPZPZnLHIIaUW
0g59jaWC4l2pfurMrM0wx2hYRDrwkZvnAOEiKE3RlJhnYvvVrZq6CE1rpm2bUJ/kw7Qs9dLVWfmz
ZIL8tep6SZmeauPPvm0pQeRWnC72aKx5VLaYTMKha6j1wlcCYrLwVTnAqdDTV6/wjSmcTOnooTun
WhLiiByGsMj0ZEUGzaHcdauVA3/UvVVDtamB6hW3iyes7bxzj3RhSSOw+tRKQ7MYgU23Fk4CnuZi
vUdSm4Cx22lFiQbrTAvHdsl+cgHmVNmlnasdRsOQ+c5qNUyabcn5bNusjTFtF5GwRDkM8c394hfQ
TfAYsCyaiaVKwHoKySGz2oqinXYSapuuuTtuYzmXgDdpp3hrbCXpVPHm7MXrG/9HE2vDGyXRloio
P+7GHSNSwqVUMPfP/rw4WZiXY+Hsh7Y36o25AFzaxiJ3J/oE9KRl4dHM/DsvZx4OmVNl85bGLOvr
7FsQz3nfw2PqFkm6qVoxTnvVDKu5S8pV7x8tlXKBCLHYzv0ws5E88CmKjxr/ZrGdpo4KHr8o5Q8t
m/qQXx9v88qpIsZ2D5YsZxZjOeT07DRuxYVZ9XsjgZZkxyCb1ZrxrXIU5NuzfXgBNtW2jl3tMoZp
d2tTn/PJAJ1QxQebb96D5us1yz3K+MZPFkiI+hTo1XApEiLK3MVVO14tqX3v+N2aDYjQzPVjoYad
OaTk/+MpSB1ewFhMkenBOsBJ4OdYlEwfDklLTD/DlNgp+40urR9LVz/NbBCtqd2OuvGhJ/djL89V
sdAksezNLj10PXWTib9Z2E2vAC908J5ztmwqmb6p0RNRb0u5d9X0PNQx1aF5Nu9Nh46Nun5keMnK
Jm1AWN65Tk1qXign1iTry/CdsnZKlEbctz6/rdTg9yrIMlPsHX0zf7UXM932pYbzOUeGjKGfAyyY
CgoP16KErr8cs7UtjlZniqNXDc9JYVWBbeFfbqZmPxV7o6m4URd1KBJgNmnt7ana3Zbe+NihgI2O
f/T1lqUnT0Jr/raOGpS1yV0O/P3XWCWvXW4hfdbWU1lkx9FNT15h3hXjAvvRW2lB1ZbdKGe2qBo/
tk2sh7Scv9sirzfVmHZ+ONn6iLSOh6kGkF1X3Keq3wjL2JKs4w5dT3mrHctaP006TZNVDU/Btq4D
EMNQseBocHFuMfM28Dz5xqEgqvLis3F84srlfsiNvbZ4L23nQmtYU+DIlVe8rJoVak577Yxso2e4
TVavOrMUwamdq2yTznmzGZORLAny/+ItL26DKtjrt01N2X/PGuNRyQp7ETdkOKwaOK9yKxv5PBr5
GytqyNwtPQisdeNNFqKxiXUgo+fBkhjNt2yDnqRLi4ssP4wyfZ3hfFFTr+vPriHCzjKGALyxj9hB
Hl9487nDuBTlfgqmqJkfRtAVAXPbYtMMkg4QQe7zRGbqu2dBCGjcUT9Pur4E/fxmtaCB/dz55NdF
OcesNFOUiPSj7YPtj1Wg6d2ls0H3prGERdvpERO7hCYuOyLdvFnLNT4arWqfOstle2KsjLdvzLJ7
K4fbWZuPuQazoPSHDAOEw7Yo1Zutm+GOqJqdzv1+WoskKiTG8lIOQaPF3F8gUmwVqgJ6jd/PvFDR
PFZ1u1PqopIxOSA4X+qVw2EFS8QaLAAwtIWtYMZXsijmnFyEYx/6xbl3+5yySJ62pD4j4AtPhk1r
SjoBbXeSTWq5w4aqh/aG+02CpYB+r8neiKwmNoK+qPb9QCulKM6LSk5FAfperx5rvPCdCzyZtTXR
/HuDB47N6bHQdZpM42LvSy47X+6SJYLATVHv17Sgq0F1X9htvGVUlPjp97rlEFs+ZAsnW4KudfM0
LObRibkIaDBjNyjCjAC9ScsJ8dTpfkheUFFDV1fbWEFe9n+Ipr9boIQOfRyfMVGetD7fipLko7fE
jI0+J90E6W3pG5kWsOTTGWiRYIUHQAFPWA17CvY2Of6TaLz9KhjAX2NKZi0SMPouNuE0YkyOksLx
t+NU0L/Ow9p3OHzGrNHG+r2QCzjXwl4jZvz0PSl2Jdra/6hpD2/IuUb5OrBpri0YL9Vlsjs661Qd
FSULS5e9VRP5W94ajK6pALBiyw822xCom4/ZuJkBHG0hSOUg8H11e76gQ7Jq7g8TOLw+xTLloND3
3kbWejfssOJqXoAq28itwrL+ddVTj0bmeW7nrdXCStSLNs+itHEmFNd4EARCcp4KXTtkcK+nrgrH
LLNowHIq67uy8+pDtyqKCxh2xu3GcWNHAZSqqjmMgZew56rrTEVk+fW97Yww3f3Z4dnYE9gOmEN3
p9arqBImxm9CkpPDJ59tMR4MJ3azyMliADhz6zkPeVJVP0tbp6M+1gAvkYAG2qN5cuLzX536xR24
Ze+k0vX06sRZf++SCUyxUo/WU2skukcI07fKKJ1plg3yZW5/qHEFHzirUjGthLZCGLYGyhfMHm8s
at2ecbrOQ+JhmoyuC/W+X66laMd+g/sfVWLuq3mirnXWPEAFCabIycp5gRWc1PKotY7FA9IzbjtM
vzScY1Nk4nVaG3Fhi7LIU7E4xabqFveHjsPQwYs34GiBT7J++/e1hHPG2tc1P/u/ygmUT35v2kVl
UOz/17X9rJ969fnZnz/av/7Jm3bx9z+KZPaHlnGbVPzyLxv2Tf3yMHyq5fGzG8r+P9W225/8f/2P
fww3npf283/+j+/NUGPlfvxMsqb+s45Auck/Ux6e//d/qCJbPv/hr/yhPVi/3QLZNoEkLFF/I0/8
zVZnYN/AfktK3MHMxpjuv4RGy/hNZyCMFg0VADLuLW3yh9Bo2vw8jCKuyzT1JmVY/4728OskwsXw
4zjOreLL1ZhFYPH7VXkA+cfzGCNEyC35zpP6biz9U4XBnasOseXvesz/ZQLKW/6LzHH7ZUxocY/w
6LxF5H/9ZcXQGX0tbTA5jajWJ6yeenvkvJulAY9nSZFyOxv6GV9f/vO23fZ2VQo2kjTP4O01MPwV
hykyWDe9IQY+5klYgEWS5N29IW2Pnt+s6dOtvRY1fXhd5cwnQ8a93Dvu5J7NrJTNtUh7487usj65
1GmeLezW1CxPqb0kEqWOZ3w0Vh7PC6Nf7Y6KDq2iZymHfVBI0n8UNJW3v2QbM1sELMHFrmc7f5/1
sB+2o1nU5nFoK1mw3Muq2luTxQ3eAjxckoGf1M81jWIOh4h3v/Acid6ITTCUncvERI3p7aPIGvfe
qH2D7pJistPAUSuxBMkPwBVYjsnWb1ZNjwg/sJnsPS0VZ1Iy2oFW32aIVD/dTuHsmwq5q51Gr+7G
NrNrKyoH3EWUmTpxfzD8Oo9vPh4bKl6bDShDne6rXboC6Qr0SWhz2CV8iczFEKfoS+epB3hwrXHH
j9ZrTusCZrREfEvodtF1QTLBdiIiDtDwVjGHqTGKzZTFemB0t7IvS/AEnW4/qYjrCKkDd4bn7rJp
2GBz0DnsdZTXpLAWnd6+0PD7mDhER/S4f/Fh6wSLluCqA/MmUgO6oPtMicejIOm/UcK4co0b5641
vKBc64fBTVCMCVFUGttWLn3IcZ598NlGBVlCB1K3+gldOwNdLtSYZQ71LTcdYJyNLYSdImDAvWsq
VAlhc0ZzxXVkDR7HdYqyydoj+SpKq6YHw0xPGUtvlOZi6/VE8gjWTBFZNo8CBmypWfwjngDhKcDO
uk4CUBvpVryp0WtlnI3ZfgS1wXszko+0M44LDd2tx5C76BxYYGtc7fS621rSvvfGMsrngSyNLi6j
PsDQUY8cEi/Fikjcdqg5yEaxN9Dt43ZDUOTqLGL6xAz73BFRC+Z62bnwINalvuorr6BtnLvGGe9t
I/3UfeS7VKlneDRP5gCjvl4ui1mmQTXEX8x+PGl0bAgrXzeDjxW+W+PD7KxxtIj+zSuhNRk8SVeD
55rmrLfXRsCm5xxu/J7Ondn3u7NHnHEFJEjFSmAVVU1OEOxmWaevlkpo1fSH6+gxo3R7oQIiP5GP
pFkL/4cuiG0m/kzjEOd24sef3QxKKFlgXnlxvmHWHKmS4ryV0pgWEl+rV89OwUzAlv5pMta7es3u
G46wAUFGajO0CyabBJONTQc5otqWuAnkQ+xSlG+AF4Zp+2K0Phhdj4mAv3Y7CuWQg/o3XugdqqvH
Zlj77ouCk0va3K9ZSudQ9xhX3orGNO6UdE51Obxxct/3JjVQVs3QAy33W6rgpw2xCY3LyqxwaWIR
Lco8C984uQtv2iCnFMSy+2YKcm8A6g6UUnd3fUs7NlvMe7NtrJ3ftvd+FfcXlY80rFECTODTC8zU
/QRCs60arzktRfLY6j134ozhBvV55UhD1/mgFHJdvd5ZCSXuldGsoWkWP5OsoPQD3ioG5pDYaX1y
oUbG/ngTKm/nt/azyXw9SAzhwl+2t7ZF7fuci2BEmAiU50dlRo6gc43ruBJMUH126lKt3WXC2ZoV
vTWLy6a+HPyr1enHdDE5DBYnLa9q5KF+o43xQ1fAJCP3aHM9VQ95nMNkzuwpHO2yR3OwXxJPL/hv
IyU4AtYqZ4MU7KrzVbfHE84e7z5mz7dBtKGFq3GfZ+m4h1xOe2kXh05OM+AnucdwvfEmeVhWfpup
nCU0CjrmRaqvjwWP6aCxKEOsJX0GAx3ITeHuSeoenMr9MamUKsVpgYmvAb50sRC46WCGhCdExGIB
vleP2tpDnvLnFmLe0G8SaWwt/vVO6+C/WIyEMZqL4+wtvNK0Z9OXyEJ7Sas43dOhto2TdmOZRNSs
PH4o3eTiVOq7tLm+G465TZZS1edJ9nScT1wPnKi20Oug+ZHRwcJw0OlDxSGddTe5dOgjy6IoE4R8
uOEhUV+41tmBa5PSz3O5gvqcOnHVzArO6QBN1yxziRpM2+U4FtvSIRiEtgjZgzF97o+nRkKgbM0u
VL7705wKVgO9KHguJka5yTy99yI0xoNXi6PMa+1ko4TRgcNZbGjmdG/U2UNSqnfC8GfkweferHC7
Ne5OccCZYIi6rzWHts8ur8SlhpsUrFN5dssGuWVoQQhD1CntZet18pvfps+Y7q3PpSq1yHbk1XWG
5YGzUEmGKdvy8Pu2us17Ty488CtJ57TQ9jGEbwpEqUscMNrlHP42amoOtSO0IHbjb2yyibrZP8cm
ZdA4tt4+t9L2fqzy6aQ7rbkpMLfxiKyr5wQ61y2tZxFeKk0+KL6kWqMI2M2J7UEL8buJgmCnfTRQ
fyIr08/AuX9iV++2/tC2wbyYlwzHHfBixG87q2UobmfnrLZ5zKrhOvhdAn164ayGSfUV+LsVtm3n
ceMX7Bf84QVAJrnUwi2DOrUFqky8HF3VnobEVweNjSv4m+xExHe61dRrTHDy97qvh0Or2W9QDP2N
1qxfk7Z6ECxPsaXfRF1fnY3KNqDeF9adZtK6YSAiBqMlRYSNfb+mxZEw+YPdqLPn1k+2l5kbfQFz
x7Nv2tipQfk1XVaBWWllyFkRwqSzvtvzQIh4tHZxU1Z8l1q2F4mQkT5WA260Nj9Zhji3XetHGGTe
E+6IAB/PQAn5Tb23HXdDZEz8mMzy+zCDd9Xn7NHOGA1wkKtC3xP6i01LVD3ZGfpuI8Jmdd7Xmqol
/HHuFhNng/bI1y4F5DlT9RzA6ZRDwJg2oxYfit7ceFV6QNa54h74mKz5nCC1H92GdbZUWEfHDIBq
6/xURnUm6VegEde/L20dKx7ZzXK4drbzKbTyrZ+6C3zTSBnzN08xR7LTl6IuKAlV5mchaZ5V/jXt
gbOK1A+k570VvgxEDBglaRwtylZt7zG+T7nBiUhJwQg+pRDMYzozl9pH72Uc2Af7hTfYwDSmuXIy
vmgugZjMnU4kvJ59rr3K0NTRGpwRXWcSERJHdq0qqDazr8aw6eR7m4sZLH5sXMB/yfmQqxvz2mqX
cth5am7TB7IPnLYhWdEdMzpT/ZlNBrzbNJXAmhFXq8dEMwoar3nW6CFZWbi+CrLoqc0qjKYCIJYI
yKS57v5WA1J/MJQpXqd8aJjeL5jYxxAwpXnuBktjF2hqOk1XTOkiy63r7qopE9LuPz+O/ONhxLc0
Q+O3EXm6OTd+PYwktcHHx8gxbCqXbW4+0qBM8GO5q8c0ZnaTLbMKczvu/jZz59j631g7fnV23I5c
9FISuWB+jPkLD9ivvxg3am8mGq2jTj6WWWTVrfnFlLrVbdU8V3GgjJHSq4aoThmgcbAJnqmlI6fn
uHTJ+tIX/+KT+It56/aKyGISqtK4Cwhj/j6e/pOluiUJO7jmLbuiNyLjFCYsQNV5L9uw9BCJAyF9
lyrHBQpUmDsVW9uajavGNw9eAwRZ8URmYNwJWZpvxe2ZPFl6rTFC7BPEbSZdkbdApGBXutqnVGO/
UJmFmxN8vIH/NWVrzwMRxjZMxDj/C4v1P37PHK9vjmONQStMNAb8f/aLS5A8LsmwIewrVb50tl++
jMjNojLYCohFuG+OLDztXzj8bkfZ//KQ/f4l41DnjE46g9o4/S9f8ojBeBSG0sKBq/lEJN47zUUn
MHvk2b1oW3GWjRvDf5vEv4Kf/cOR/nedAfHgZrS8hf1/fcMAhb3BN+m+Lt0p+TYmXstyUa8qCU0D
91yo3NX5V9xPBJFf3i7eBWBz4NAIbt8aZv7yOydjVq4bW0k0lOsR63wdD5uhefvnd+zvr/zPH6rt
YJPAEEyWkJwXccBf35k9EUyuXKYg+pO/LaP1cK2caNcF376Ox3rbvFmB/sBzQpc0fYWht2ed3/7z
l3BLNfz1rTo3WykMXt91UIb++iIKEgGxm9C+26fyREjsOY3ZcbUFhxHTBX4/M3mjktM+zmlxbSv7
0PYsvZWXdfulbNeAnd3tUYyHS/Yscw05wyOIi5+OGA5xMtAiU/U5e6bGLB4MtQJfp+mDbSqNMy3S
uietdmc5dCQwY1hh9nZeHtokEZvSPrqZc9/mzDB1Rfdxc+kVw3RiDAHmzEMjTawQeR/GdYWQP3o8
ok08CTm7wjvPKYwN53a4uxUKtxm/Ke1WI1Y9ofd9X82KqmTguJxXLqUzvSp7Ptoln7K9jK/xML0b
3fyuje1rbBrH3KxPgtU1ok5y47acIuHOHpidQVgQ/nOCaaBK+I5ibVtkzq6x5oOmy6s/Wu6pI4WT
G2K79mQzpwQhCggxOw/KTvS0urSWs12yCU8urYuA2JmAQ7DXviJCP6W985HJ+G4qkv0ymY/ZbeAz
ZvhcnO69olixNtUrn8pzM4K1JihJUkTf5Ut2rIT9xqaMg3JySaslWgz+sEgwvbTD60iDKvI0M6VW
bhNL7OxUfAfadDL0DD9eO342VvPMqohu3q+7KZsoYmROyt0Zgej7UnuJSS8zXP+0Y8jtPjI2fLOp
WpyG6oWmzeNQWWwJNMwa7dxtXbwnaesEcGwOjTKisfXf69lGcGcZyeXFWPLXKclu2+F9MZJWjceP
avLHYDCbRzObnkrGsRJUnNbpX4Xj7qHmsGXli8WmSnFD+Zwm+rFiystoqQsh6jGjNL2m2SZrzfEl
r9+dDP0myREbHHZmoaulT+whv0x9JyNEOBmWFIWGNIfpD4NARJj6a2/Wz8mwTFsp5y7IYlV+JwTr
bkFI3MV5s1sNJrcQ8RsNo09lalUUi+zOWt3j7JP/jiu+Y+qvABcjTawpnWOKAVVd9Lu2XO8W2nzC
wewexGD2l3oWbHb7/GJ63Ymz71XIjkueaeFWpNYxd9oTp9Gjv3KfDYubb1tcO4E+ru5uYAxJX72R
7TFlLNeiae/GvNjF8YAybuUjZR4T9QMjh8qho8mBpPvBUuKLhSB2sORAlKjufjK0Z7bWi9e+7Gks
7t1wFbgbtQqP4cDdtsma7L33+2enAkPPnH9muutuNXfdsR704bI0dpCyaNRVcydqKmjj4srnCpez
6Zh2637okBELyBcTjSeCH2bKSUPNwHooF7WxyuzsdvG+bFbjZZnJ6tOc8ey37BqwoDAsHJtXD69h
KFHW7tTk0wLONjGwW6pVyn7yTMxPw6mb5c/YsI/1kEh0libdSB3ciauss5/6j1MHLbSbaNrANEQb
EyFq+t1duiKRMzuMkrH1ZilNHgUhvdWjRMWkI86o/HObLxu86M94dzYlrv/IbVYRxrx6Z7SvmjNe
7Dl57wpqlLFcsTveMz3EjeoGfWe31P5ar2uzXDBZX2Pf3hpcKarJPpq2P5ZKbAwxUNNGSbyct62n
41ktrsOSfWPevEnBXmUlxdOUmCpvPXVLYgd6WW41WjCkp78P64ee6q8Dg8ajn/eW2llVKdLXTmnj
rp9wlrkmJwIq6SIYsWLD5v9WIG4kvDhqUwfX3+mV8+mIyacwxKdEoNQXN8jybD3Edm12dMu04sOt
DdQ4lUyho3IK/NzMfhymXKEC86H7rI0Y7k66GEnh9Fl70UQ27xafQaqEAkRUuOPiX4oXnxbCoO3m
mZoKI3/GEi/v0Y1/gNY5rKOIUU70iHqln2JwbOS/cbYjx8x6uhSKON5Mqr9328YL9dnUfs4rusgx
7alHyeMSyW32tHNTcFLAk4OwYCeBnYxeQNJ9PbeZ9sU2Rv1R0+gtRsp0vwyZoNMCx1JYlpNxX+d6
6YcGb/Lk4T0J2WX23zAtyGOetwvqo+ZmQQkhJqzdxYgSr79OC9UesuyodstOTDvh2vQxnd7eijk4
XjgKTM45G0e5mUpx503efT8Bv4k5E0XgHqnYjXm+J0N+rBPsfuwFdAQPNpJpoV76znyTM24gjH1Q
e1xAncqR4mh68tLN08My9nfWUgta6t2++W4s/Q+z6qcd1DU9HKVA961kjKClZ3H/7mvYoWe3LsU3
2FBeRWEVMue49msADP9dm9r2OGbWSj+sx4n8sdLXDHWjKrMr8hS9NwwatsS96dTMpaVjRXRqGxGx
SOV6AhaSm7iclqGJ2IGUL0YWXxVbdHFgaU3xwLS+XkVd6cEHGOt4zsIktmYKYqzvQ6LZ1d53J/3S
+9Wwnb20xtRQxdtEoFFE+UiB8jbT5o5C36JNz0gmDtau1Q7WzHxY2kltgR/dXNNT23Qb7uVs04wr
cmnpGVSGrEzGExx4l2rQkziSnuhgHXjaLS3vfeuGyt0UY9k+zsDeDkmWA9SsroOtDqY2X7x0zMRh
tE0QBhxn/MeRLcZzLxJ1VEa50rvUZ9VDMSxcy7kezahVkdfGxR3XYx+0iglxl94v4+zuPNG8jMjY
s2eKwFsNCpK1Otvk82KHgBR2XiqKsMnE9Jra6hFrX4ObgDUwGyfnQcqqDLvR9d9En+I2NbPY+lkT
GnxeK2Utm8VcMcnk1+rGB87djdViH6Eijp8ovRfKPHXMpDGxOAVFUKo53/tGjcObKEL5xG6kxCG1
evjP7fKRRrj0i7YMy/LsNxZGTg9jBNHV+TzRnPRaDymNoZYWbw1qJTY++tauprkYYyjdEZ4Rz/dM
v+1dsfrT3vKHot/b1mLuOEHIHBFwZE3XLZyvJrf0fqTybxP3KKNzMt5RMTG9MQ1zonkdnpggrifV
i/pm3qCoPi5875ml/6rcSR6JZlEN1LDHw88hJ2vLLjvfeQ0qn6mdCrv94KN5n1P/kg8GRTvrQa3t
Ll/nHeYEN5LulG/lcLOTmrpy9xkzzc/RTmtyAivVCHR13oA/80ENKt4lXJq3B+i40o9ol3ejtz72
jn6Z6jk7lVr9KVS67rEWHKTrv1piofI+GfyQs8se8gzIiJmNWN6PM4JTS0KSUUllk0rU2E7a43x2
cRzcG0p8tu5tvp5hJ+2bMb0UIvmqrbX9AHrhzK2zhL6OsVrICXlbFR9sC6r9oE2bJZUerI/iowed
isextCNpTPdd1WIVgb1Vsawn0/CZOPajY4iOMw2G4Dq/mwxsC6jf96CXv+Pcps8mx3KxZnY02lRn
MJFZGDPpGEJvfdnIwKLgshTJdNZqBe9j8o+5aOmPSvszqs99UmAwWTuSqqBcw3mc6ezJxs2cMN5j
rsFjMlP7pM5Akw3r+sXT4y80ShghIzx6perpuaT/bGPaDQ/kGvsVIwg2F7fiwKDrsBRP7M7w5LDV
NKd83TdOwrAwx4e3aaW1csP4dnY/TMxfu9XE9trCIC1s716VsXl2B2HtxGhrb0iX/RFfbGjVlRv8
H+rOq7ltq933XyWz7+GNXmbOeWdCkBSLCiVKsuwbDFWMtlAX+qc/P8h2XjvOzs4b+SJHF5nIpkFg
YZWn/Eupe2LVVAS2WHOH1Csqkbc0BobKd6bacraMAngmsxp9mSMeNgABEeCvnuo6ijp8R73mOU6k
OFOoGlw1uXEthDlcprlrHNVeSRF0dQ8lMo5rKzPzj3YvL7oB5aXRi856Q5muccEVS9w87iovuW+s
eASeCKwXp4krB/SGn2tVD1dk3IU1teCwrz9CuJOrTG1AsgyIOV4V7dh9ytMKK7du+JAknbNL3Bk0
rnYPOUKim3FKsR0MWV2BWo0bi+LLuqrH0g8ksWwf0vMClpYszaBAwMXAGjyDKj4GCBhRKbss1EI8
yzIbrnXUZZaaU66kTDo/bdLzlF2Q0Jt2dNas80S5n3LnuuhqhrrEZ6rFrXmm4uTS9ZNeK29iOfl5
I1ZSBRCyCIKowQe6dR8bsAxUMxGGLYo5UglHexuJDniNxVEY+8I2w6NhYDQ1mhZK3V0DeAsadtAe
OrtAsLRscgWQiQhWU06M344UEG2ML6mos/vTL+UE1fvgUuuBN3VYIrqQYSYjvqaNCcNIXtlTdTXU
ySrFSg++Eo2ZTD9TCzpctUNrpZbepzp1S5Zn3rw3e6XzIaH71PbUfT0ECu5PcQkWuVR8LPrEWiag
cnXIAosIw6Uy7LOzsFHiDbBcVKHyU6fJBOqBjv2budfaYkdx54mWhrliiwQL6uDZZ3OI91QsF7ZT
dgulryAuDPXB0I19K3n7FHOPIsc6g45n5oLA8oA9LWoL4+uSOq8T1pdAz+oDEPS959TpjSmAg+s5
AUXgiG1X9QdhhxKtquqyoiWBU1o6tH5Wqu/jsWHfDI3t0Kk6wj/57DSmnyqh301jFh8ttC7PMof3
Y4L0XToaQjBOXOO1lKchrzp7H2SzLNzYfCgUMO10K8xtHE+37JDFNValpACm4a56CzB3M+bBmvWz
taSHXIAelvCQKBbYQVTRiB3UJfU+7RLOxuAnUfSgFgSSXpfTN7KSc2MMslVrEX337QXnIRZwVgXa
IA/svW7jF6fTGF94sX4dSu8mUBj7yqHuDbTOSbxrZwC2F1cWUVLRgjhVSN6t/NLLR/1MuPTlhYrz
Xd4cosnbW3aBth5RzwIxsslPwNHtRAnqNunCZMfizSmKN96LESsHeAendgJ1GLkUqSdEza7TgpJB
59w3HMtkGsZ2aoodri0A8HqaaEZLN8r9VBRULcwRoj/RsVrE2MFpvXaoRr3kyArbg04FI7Xa83YY
wQWHoELNsC98o2/P+1q3zgw7rxc9RU5eNFjqHfn4mZJloBujqfdbimgQSkYDZ3bIBbLOxSZs9XET
dOGRLogCJH2u2MP4Ckq7gZGXKHj0WdtW6bIHzyK87pKi4+4MhgL9A6iv17IEFdqo3bGpajAYIYoA
Qrq3nYW/HO7D4RL8Roypk6pxbkyIWpnyfpDtsGnd1t55aUQiJsd8U1sd3hJ5AEg4fjSnfHguerMA
8Wd5uyGdHlXkc3deMaLBknyoKpPakVN+yIz6MKllvmpCW9k6WS9WaR/JZZaWt6BzXnCbigBzmvkK
wCZiRCmuxlA6/IEWuowYejcZaP2hnjCV8S6SwPLRskSvO0c/Lq19q1EUCEv2pTMO7HuUK3SzO+Kg
esUIxcvOzjZDh+lrS1+oU1Xk9ZsZ0ahmBXZF6Bg3KOOv0J1Mlg2kQ6UOty2ifYux1T7RlWwXs5h0
MWpiawTVC/5Raz2NH1DlowWOUBicySTzzQoSDeJ1+mKwdDQEenGw6x7Mc4Wq7QwkN93ZYpFyg9tg
yDECSgJsWT2WkmJ3g5PEgpzhUpompxFEEEMtzpOIsL+PkBxziLKiipy0yc7JW4DuOWa0newp9Kuy
vGka+nI0iS8cygGLzoUraEn6eIUZKScyPWfT8PHOTh5anfUc9s55weq+EOVwhDQy0BSiBNDK8lIf
TO5miodlpJd3VaXejZ5zCDE2HuICooepD8vAwrHFMPVbDUplW7IH0IW6pm3+0WpsufCsZF8aA16X
RjUu6jbea0MzgKNORb2vMh3a6KBdWWX6zNDry9hSllFqlMwqgs2smsHRsUHFuvOGGWBKzuRaCpDe
ziTSD1Yj0H/+3GuWJn8GQn48543cRZU4Tg7wiipRbmUn5mffUKq3FuigbdRRHIYyfyCM3noV6TKJ
DLXJekiXIzAQ5o43LCujzXxqcrQnGmVlVeWx6+s7MVIzUmR1ncQAp4uy3idVSEuuB0ne1ZtAwBuL
1PYQBNoel4cLWGw3WEDhZSete1NmDSowUQYNKHufqxZlW3GVTNGdY9ILK2OM0opxOwTiZLrDXZKo
Z7YHqCs2sge7Fsm9ilj0ou/UdcTAnNPOkdQHmbY2J/0ibJLzoYWpC04UyFoNi1e1zKdqKBM/Ahls
NPkhbh2+t3uwhO3LBHEkmSUqdroF5Fa78MGJU5CjPDVYmLh1V3ZIk7FFY8wLQ8BUw6mri80IvWwh
kxKFVOF1/EqltyjVY1dG91U0vbDozb1ZiGRJS0uswgBrWlkElNvca9Tyjo5iPXpawlyGurd2u2aj
tcmVPRCFoqUbLKxBIamkQUHMBh6AKsE6quMDWWZMbjUZRDnuYTQz8MFoV4LtxQa9sdMHL9F7mGcC
KgRbkznSrxRNYq8MG3PcUXGZTnkC90qeA/7rzsiZ16WuRkv4Y/ivDd2hsmGOCGldUo+46bGXrTyw
gIJuKytr2eTecrJhPgwUCwu84sDbU++Dl024bXubQrCwerOuP1pD/YSxoHVGrjaxWw6Kb04h9R1h
6IG+jHKr2fVs0UvdGFLSA/UQ8U2LWIKFUYLgaiRzQdwcRH19EdAgY2LAZRjpD8K/aOtjoVp3icOw
GqL9MIzqIzF4u9T6fmdJR9voVnInDdLrMOkuRlf7RKuAxSKzT6XdCr8D+7Si8yaXUSaeq3HAWBSJ
ekyNqdjFkQODwWj2eqOYy1hNb7uquB2T7lMTSMBK2PLie5BvRGbXyzYJLJ92LnXW/iJUq8uydy/L
wNirhWIsIxELgH3dUyPZBqJWHKNcPRMmbbypc+Ermc2W42erxMyplszUD9VyLwqsaQEpHdW8hYfp
6rh1FkSYWVMAPPdatuGKrC0sSUJAKcK5oWc8UO1BXnkzKEBVKids5zpnd1KN/DhWvZXiCetuQo38
wYg5TdVJt1aBO7CcUGKEj+c6VvMA7h+QMzQ8GPqH0Iv4JpmrNxJGBiUNPVZ24xA8dzW4Cb2assch
0xR22BLqmuqtAKTvAfHhK4Im/o0WTJTDvXZf1J4NUqooMf5VvX1UCOMsL5XS72sY64lKmQ0wOWx1
tpjRaW9lQD1CCCxRtAD2tVLPkpBaeRUwUSH52fZylE5HlOoCBpSRUt4DspW3dlDIwyjU4NArGnr4
dd4O54EN+kLT0tYgKoO6NTROGu1DlfOTTfOsobBKct+hQAztHBxXUFSPlt2aPprj7rkRed66Lgxz
QaN0ypZOV9fnYx3dgAmfyZ+wGBN33HSTG2wIEKkVqA/5EDxJpbC3lWXdTRVYVYBc1QIBpOc0C6Ez
1pxgqd1/mFJAI1NkH9JBHSEPtPcgIt7Hng1NiZgCldp5tZRlvKL19pyFpbbS2uqqtIlPVBPKDo39
8ExTBpgqcqCkOOofRagpLFQe326aTR8NAOljrIpolq5sQ3/xUi3xO10jIY/EXukmtm4XxJYKyIQz
u3oPSYIQ0SlWaujuR0OfdlAO7kwXMULQiqsqnfIVHUeAlRzw0CuG5Kx6RcdQX5MB2OXAwYWAbms+
iX492R05awesRnjaNot4U6nDvmgk2AFTFgLg10NxQSdu2apYI+eO9dhGwaVp9qFPYddZAreyLhut
KS9ghfcMzFgvpBUxZtqudKvoUqGctjTCmkq5MVM5R2Ae8OOsmmMBHB/UsVCaS62srqo+x6bc6tlz
Ba4YS+5NpOt6qiR127AqfNuO6RNpjaZnZ1YXZ/mqlkCcF5PTgSNULWqrKOla9k5ajuaH8HagDFIJ
jzRJgpuWm0ovYeQQ11iBXaymqgb3J+ifNLZxqEo6X5plbbvcWZcR4brRBdPay93Kw1zbytZGSWqv
oYeJt2i3gLMhlq0yEvH2O9qY7zvFfsxKXEl4O9XM2b3TK8m08o4KVXgR3lGuuIJkKy5H8LnLdvSw
00U7HXSnuRlypIynXiGyjcyiYYqkUb3QYefSX8N5cVJ04LvVtvFKih/ZByvwziipU7OyBIoJkLpF
7FgLR2m22QTAzQsGsOKzooN3WxtkNemkf1D6Dont/KKzSUFskirqG2Mb+CPjheXGGL4PIoS2+4nM
jxL+kLnqWpu8O8eQx55565TtuKSETxXYWw05qzMqtmooP2ZRp9Iuy80VOUe+bMACJaY7+lVQ3AN6
WTVdvh2T4KLt1KfB0G/qQTsvjUCnIoFehDc2oS+M7jIHmuQ507I3DQy0a5yIi/RGZLJepQ3ATO74
EzjbSzWJ5JkIuusUXoif26jLTNkg+EqxqjxjE07uPqjBtVkJgVmadicjm9iNOm1pALcNKoPGHZ69
VtkdjOhjZlSRTylnp+TeylVQVzSC9/StbwP50kMAVJL6ECkEy/VTmDTOAjGu0VfiaFM45kNfRDeF
U9G8mymbVbYPqcBKXe5IPzftUH/UpmlVyGlVTggHyIbmrYv/Z4LKWNNcpDb8cye6GigmMGu2ZDFn
Vhl/dCaJtAUIkK1AXL6xZlLpsI00pPicKDrzIuc4DRYLTS/2TTDm6wrkFrnmROocJy8iCD+VVvZJ
qaZDAMswMdX3aSz2WhnO5XDjPlQFkFQn4KANzTK9mhSgJk6q9ecoFoP7tYjzTL2/S7LxmtALcewI
kY1o3HuZWJoVpVLVKTjqkt7Gn3sWTvVTdUIdIG4vtGakGpd13YdKt9Mr8pfqxgrL4MgeRZc77ePU
h/C9S8uaDn8DMjs2ymxpJjgioABZL3PFacVKKI39SQo9vPNwWFynE7S7Wm+gbbZq1m8D2KmTVZBv
jvmdHk8TUFsNhB1t47oFX9GrTrlEDrxb5gj7o1+CvGZnw66bc/3YjbCgCZynIOyrY5EnHTlVZAe+
gZAB9SkNvl03WSsoBzxugqiSHU3bpu7AiqOUAZUV5NKALBw1nNkp8cww1Y+mAECMNcCx1NPmgjHZ
qRo1aaK5J1Kq7CM29e7FKKmiOka3HRElX0bavDA9NyEdhsEGt+ImDnVraYw2jQP7AJpiNdI9akxI
i0YJfRFqI61/wGwdpVO1ybaZhcK5DKldoOV8Obhts0lGs70cp+QiqtEasG06YY03TCsjsJ5qMqTL
LjRvnSC6Dpz0IqynJ6qd1korSNUmM3J41pAK4ZzzGE743IJ9XyrSCbdjBJcgCe+d0dwKDyplae36
EnK6VcwbpJqdcmQSplTu9Vc3I3YmklAwU6VZT0tPeE9EJbBGZExlSXWfQ6EEj8nELu7lerUuKwMW
YlUpMWA8O0NWz8jLFSW1a1OM3ELY5Ps+jTZCVVLciqJzGBMVgh42VuUhDXtYG7OCtVwXZIB+WU90
cmPvUR2d3h90moQZuvF9bVs+5FONhNdZOTOTFsaYXJR9Wi8tnZxi8q4JDsipic/iyDhmAqPGbuiW
oZK/D3P5hLk6UVpBZ9E5n3U2UBBDGx76rjCbQ1u0+soRjrKWAhfNicM8taEchAm0PNeiU0rUCRUY
XogRUo3R3YyT3Kx3k9KvIgy0tAbrDRjvhFyTN61l1W5H18jggPY7vGeqbV1QRk8CRDe6ZKeYxnt8
AOylVDx1HcvwMBltd6GMyYc6bu6KmeHcSBcq/0x8xn9xXJRWc4NMxdoTwCUFbEs4dykLRDXXdZk6
K7SdI1qG0KtRwMQZuav2qtY+TMnkQqV1SRwDHm/paqL2exMF8BxJi33SKGv0Ie0FQNfgiMgj1F+k
fsDitMhUiUMitHWf2gGgIHN4xlDk/Shb7hgiMMFfay/GwHDIBuPojNHA89J1k4fBVF+i2miOZpdD
fcglezH+9nT0AZeMA5E8ciC+ilaslQCGNrDE8cd0OsRRaNzosAaaRSotDhm63z41LNKAOvYWTVje
g1U/t2bN8lwSbhfuPaJkZDA1CWrqpTTh8YIhRificWdTEQqjW4EnBVixamfDTd+OaCYsW3SLnF6/
Tmd9gBiK4VnbqIBh+pTyCNCkGSGPsTjpvIzQz2i7ElttW0G/9Qwwp97BU5dduOfdT946Lh0w0K5W
S+fKiCqoLz2eQsGir7Rx3HemE1KHdfFu3YtornupbdouDTDyo5+mWa1f6QKJgIvRLviqfBrg2Sih
2fkl1iTx7UBtbloNKXyVHWABz1lpVt74MWI0BivGoMWeQqCKlkRB48nRHeS7m0Ir7ZVmkyOtrL5D
4KQd7XY1uSFCUF2qZC9dS0ijVCW7dtVw0fPYcka5cixiOqg5KatRekQXC4Rvkhc7HpL8Ph9Y4nDC
gSYtGy1u25dMSM561NKtDfZBU/2+piYraCbeU0Fl9MO2mf8bNqAkUTFJRyrVeOugBqUpxmbIPGR3
qAI+m62hk24mBOSFpHscdEWWnaN+0tU72kcz8x2lhg9hnXNfg91NXBR0/GOlNcn4hKh85z4NYFfu
ox7/lpXJSuC20EDbTCGxKeYQ2Iwu9SlLLwzY/qOvJaI4GyBnjBdq6wlz6RKl52d2HxrVCkCxMcsG
VSA+XNIkKqW1SNUjQgHNGYLmbb3u2shNNhyaA+M+qX2wTmt7dA5oe3rePp1Ul8w5zOLCl4AxCz8Q
7JsLDAd75SGRcYkLik1fkuXa4ISZNVFJW1FOhUHQTD95GWs2dAlgZymAjzIgKKuNCb63gAQQyF67
NZ3Ai1dQQrQJpT5cUatFJ9v4orRR99sijcosrCs88J6owkTDWUQ1BpBSYrdEthGqhQZ12TTvgh2d
+RSmsOir+sqCaZUdpcLRAwAmE8N1kdHV3kkTnP4SBR3d3IVmEOsXqMVgMVwZtEaCMqEUktaGgjTy
qA7WatD67om6Vd4TabmlehF1DsG8qqZJsBVqqqs3aNhbD01Y9+PKqFoAD4YkRb+m9SlysHhJv3ZD
u64WUSQ10BiVpi/bGXq6U1sZ1cBpxBiQ2bVl0S5cs0PuaaGTYuhXGhj47sYWk21uZBjzZmg1gz9u
S7dwzh2yuO0EdLb2GUqI1MpQjt1SAUDn0gkTiXIV54Ts56nu2FyrdsZ9oeaTvrUUu3AuJ1twiLCt
g632tAJ9khQJIw70TlJSVSLABIu4wPPIB4UYHc10Qv9aTe3yLq/DyKKxJqbiolJLd58AD3pWxrLl
0LTCYkP3oT8H43+R6LQp0VRQAK10StdcZyWyjX4x5CVdR2ts7ialMC+jMgUPR3FPgQIQygnyBlXs
XVdmHVS6IEzWKDwJmqVzcxPxFg5FEVRQtKOGDi7wipw4yAqTuGMuatkjgBPtMU44WBZGJ0GZsf0B
rK+Zpv0dvIkpPCNB88oLPYW3DT2nEzVKuozOIWMrmwuP5SfcVKb8LI8BZfu9OoB0o5DUGVtX2vp7
xYL7sIgnB1ZI1A9EN6F022QLKJW8PUFKHGAgzXFrU7oxXIjWVoYby45u03gA2zvovTL2Cz3o9XKX
43n1KeR708ucagkFtkiQrmATiLhfFtHYgs9p3krKHBVAr9RqVno5KhN0ihiVDQqX0ZMzVK69yBNO
ljbX3FOWYlYxdJ48WKZCMSfSE/p3sHSoKA3heOckA0vZo4ymXw0Jt+PTEhNbK+lde5kkZvNU6DoA
8XpohX7RgRTcmAh6Wf5k2w6UOStrdoQNKQ0aqbJ5qkOY7tqoTnviNQP8FzGzgiCn6tGlNWOd8QV8
wtapActC2/UVom7HYPnHDPsq6u4BXZB6RqCPwdAimthXl7Ch2SJpstw1jYQnY+jSXkmU6atNPGq8
Fq8c5pfrNsot2l+AmxPDMDaBkUXnDWXeQ6FCmjLJDpBHNPHsWDdOpt3qo9d23KwaQ2xRxFYG/Xhs
o0I7UMmgRF5W1Cf9GlubpYu6ZbgtNIOl2WF/ZFKg6hA9s9ucna3Kwu4KXFfxAFaXLYSCkkwpVpgS
IRt1iprl1Ifsj6RPAWW5bDRe4KsY0dKoYRY2caoh+xCMeOihgoTKT0zPj3JPXq9L1S7O6xixuYXn
jcU20+zuwe5cmAUYNXEO1QPl5KIoOHALl/c0INXwsbYL2im2meGci5WB1S/g8ckLxN7VR2BSQMFK
paB0YUbhFdgc/pnJLlH4VJZQD8kJjqNFFXTqpwzYsu/FkNH9AGEMTvwkds1FOFHBXLG9DPU6ziGc
LUaImNBuWq+zV+Ws4LRT3UyZe3mSbTSSyklMSfdBJlRObbcfDpCjXXdJmC8wxEXWetVrErCoqoA2
pSMcmkhRxuzn+iSo9pSycD+psmwuOw+SGQFwCaRKcnAa2oiITJ9k7oeuGMpbEFTtRYwa22NdMRF8
6ATMpUwX0FvjUNpHmdvgRcEPQvwzR/cUTLH5AECPz+Y6EcTBJc3izTiaUu5h/nU3ZL8FkAXpiNsg
kudmI2SzIgUnWpfNcAtvKHrwZEWRS0WJGzxKGon8JFU9vx4UlUozIj7nomuzx9jWKqp1FkRvJdXI
opqJzIBhQ7+4YZWQTJTGElSUWizSEj1N2db2J3RVCaRGlagEzrK+pvgm7kG2RnsttaKQNzMB68nU
TjWWvTZYR/y5pLIxaa5cUnxBjKMvq2ipGlF/Q5p72whLZ7NCiIvo0xqT2xEz8Je2E6cW6cOVTQEO
dd/uhrA/POicRtcuHcR0nzg12PIB87WFHXlQd2usryt6pOBQZm6vU0WHKirac6MoPARLnMQBhKU0
lzSGUW3uIy16ikMvAF1iyuIuFjF55dRTT6bbl0IZBnmEdM5UXwOocJ957PAaryvASU1YKOdWKdW7
unXipwJcigIRr/XcdWe6dEUQYWjMJYzgdhvjWEEoS+1qHYWUdEEjqkztRJgcaboxs3hFPdoZWJep
vkxIK9ByBEY9nAmqGiyoV87F5LYdulYGUlqmlmkH3Z6Yl0R7zHttGHMbfCnuXoYrcF0bpRfqO6XJ
rU+mpStX6FQllPBVJJg+/zuUYmjjwiepKNMn0x5kmPexjRvtSZ0gsS2pypU3UdSih2M3Rk3tBGTS
NlVU9ox4yNhhRG4wjQNApmdGYADKIW2HwZug3YU7XTeATLL4GEIu4l7gqwOcUx+tra4CAehlR80Q
uKR1HVQkM2GAQtsqkiEyPXEBUgNLRs0CtJIk6eOsdb20tMTaq5XNrtuZAk+yiHrYLq8Ul6i1cqyn
YewMuW5aS+R+BuXghfQiuCjgKi+deEAbD+1BlJGq1idsoPnnTFQaMclLXYhSyjBn4cTMFeXRPDnL
PL1DSAc6b76CySkeMVtiUGgnQALCRdZZawXs9ZVHrfsTOGfdRudNs+97FjJbmSaq/gynILBnJArR
cJRIiNK0M3KM2ZUKionXq53+3LwOVtNM0YRtNUhOFrAFkJFUJETRshmouQYwqPJJazk7iZ/t2s2h
NQpGpNGoafG/bnAB1FxZqr0b+7nnDYdajUeU94BVQ2Lg3hAmSLMCWlqWhLl3Z7theAYv3TzqBa3S
oR2s+8g2CC4zoi51kZDRPZhYq0CFpL0NcbyJriM5TJfgsPTrfrLDeqk2+Qx4h28aX9vAbFEDttTK
REowJESqxyi6dlpPM3ZGk03rtqrLB5FKcR95DqyEuL6rC0DOaGWmz9qEQTFSWfEjhV37gtI/EXus
AnmF4lXr/Gsbcm8FA1+sc1QYKJGpWDCu8lGwflCK4uNFQQ9wgRJfe6NlY70razO+pK/5pKEV0vpq
qHnuKuzQ6bgvUPW0V3A+eKEiSzlH0rrRzY3qRUq9+nz693ELVBsSJ0srBh+/LM1xOExtFJW+G9TM
8I4iS7c3Q2bpAh88MkrnlaTmzUfNRS4VaawzZkq9oE9HEev1AhTAWREFfF7gB0khh4NdhYRchjdn
bnaLXNqu1wv+xBzQmkcmwmNeQrXXsPS0i0hpfBBc6mM6zxVA+jAkLVUd12jzJDougchmXjSji7n6
hH/N3mobz4Zp0zFAaVBxkUhNOKD6ZhzSjVGLyluhOWIB0JhaMmO96bt0U0YDn/+8C9CLCeydG1sy
JEFKq8EH/5oCdnjdwIAlOKNFGaqLXT9oenB1bWQGlEhErPNlwGvBxxQFX4lnHO5ULDo6N63v5m1h
qhvwn8DxQSgoDXC1nrJaupuslFyiA4SH9DtVrtH04QtT1Pfd14BQsvmod1kzpej2taaRHUCyeYnf
tOAW/dHl7a5DyzG9De44TY2Y/Iya7FmoGJbkbF7jxLoAKC3SeyWLkaak5GvTvjVCcnQVNOeLV3Oe
4nyo6WiKdI3tIP9GIEXHMphUP0cDTPVjO+ZNjiqya+flOGjJphV896JW0jxaKkpRv3d66WYPqBdq
qLxMVG/WdVAHxcKwKSX5uumFx0bWAcFM04S7Ms5j6nG2VGFmxylkkErXUQKUFrDqxQQmVTmLtBj2
+gL4oN7cWWQg7oqwCF5nW9nAqRxlDt8TpxP3n99hTf1dIvMVpu2my1MV9Vc+jU435KYnmpOdcUYl
iA6wakh50GNLtOwqbuP6aqSqQFfaAV6RQGPfXScGclK9CuP9urTHdLiu0zGikwOMG0ichW4dDVca
5cuWEPk2zGuzOg4dHJYdST0zz6wHOi/Ao9J7aXjM9piiS77MnDQAOpT0+hWgikCQIkaoeFBXFJKe
IM6qGw/olLeRg2Z8JMCH5lwF2C0p07rTrOOUI59fDOaZ1Yf5fRjrAyeHuOx6E3qIQbZDBQIb3yy8
CROdhkefNcCVmk967X2AdMhGaFmc0etGHd6/kv2+KEodPjMLP6uyP30Vp/rdr//6Y3XsbzWq/vXX
RK/Qp748ZS/yJ+pdfSON9YPg1W9i87Mc1qGI8+a2+Hsf+lZX68cL/TUFLU2DRfmbVtRvt/Sq3vVn
VxAnRL7aZ8S5dP2dATcZ+yB42qLIwy9/7ng4h9B7oZKGcSU/ME/5om+G5sd7/lEv7O995s/u/OVV
nmz7zJ2b3PGbnt3w3lmqwY5nOOrrD4P5zRAonvdORXMCljzDMP98/sJ/0hjMb+1NY6BjJaqq+uyV
8vkZEUT7Zgws49383BgJf/lb+Nj/rGmgwTt/0wgoyMXBflZRDPj6kN8NgWaY7xBV1BxWw+ssQXfg
nzUEuv75lj5LJfydXcDyUMwzsdGaafXzD6/5m1mAjRCa/HjdOP+eJP+sITB/ryT4uvP8B/ugYb+z
YNo7sDc+j8D360BTjXf4jLMfft5w/0l7gPrWM8A23+FkaKCX+O+9/pu37znvHNNCbcLTP2+Tn1fc
P2gItFnh8U2bgM4+R/uLCcBE+ubZFU3VOSSwpjG/OED/kx77rcteYWvzPLC++Px+nvWc8t8+PTPD
s9kcLc3+/Or/cbPfePP2j8EQ5WV+VC717cNz9n2e8NScXn/+cfN+tlt507THv8XW0adBPeq7Z9ff
mbNBFx7jXzZDdsN/1oaPtcsbn11hzeusedP7Lbj5bgw05x3EJU3Dquw/fv1/YZP4LZHwqVA/v6YQ
8Yv8Rnf3f/3A1wTixwt8CaBfo2S0av5t+vf60VtUeT9f/HMwPf/+r6dvRXpfw/xv/vL/EFl88+t3
n/2ceH3zt19zhG+/68t4/Hinf/gMX/9wE7/Up/opGlevQf+Xp5qzvf/7X/4pPz2fvpUGNpij/76N
H2SHf1snf3bVM8STc4FL49dLzUM4H/lvvfDFy0Cl++t15qu+nllvvezxRAL6y4Fxql9ezSUv4qp9
YRP79pvQ4vr66/yq/97I3OVx8/L8y7E5NS/y6+V+S8Pe+hw+F6hP4pdfs5c6fvrutepYEbPx/o/f
wM38pVfrn+r48fHl9N3Q0G3ECdVFnPl/uf4fTeDfsuEfp/X3mfB//vdfbud1fNFz/k2I+ts19Sdr
8v+D9fvrpzA65bFsvn8hP2Gp/Tq91I+nOPn+woR1/+Mr/osz6Nc6e8m/d0Lj1HzrVRenPBSn5xcZ
fb3W61v/CQNxMQKaPNXfXfZn3HDU/v6lcRS/eRgAs73EX68zD4HxE+7VP2WPxfP372yWYn/r3R7r
+JfzU55+t1OZf7ZN/cU5xgL/3ht4Tmzfercbynq/7Of/HH+9+Xq5eYhBYnz99e+fDNv8uchf5PeD
rGnkJm+9b678+6v+hGWxO5Xfbw2a/hNe3B57FBRcfrcytNkV/K3DcFnUTcT7q1++m27U6N9+7SOe
WH947Z8wMfan6QRY5Ich+Qnr+vxUcO5/HtjXiWxQsHrrOF+cnk7FD0vE+gmjfMHaK8Tv5vKcwLz9
lsVz3H0fkGn2T9gyLk7iNP5+Tds/4c1dvpQn8fXBX1+d8xNe3eFUn55exBev4u+nxqtb6WsC8ff3
uMMp/SFU0Wb787e+wAPJH9CYmA3068XmQQHp8fXXv3/TR2yWTiXbxtdLvV55NnV/613fRqf491mS
PpcQ3nzhUxL/ONL67BD79kvH/ff7vv4zIgz0c9M5LPz9NoeM6tvv+W56fPmD4cAV983DcR+/NPkp
+3qh16nxM7a6K9nURffLtmnrtvzlv38B6A+rpP0DF3GNlsJPeJAvX7hvAenh3MZXfv3f+I++1DHt
nxBDHMv61Ijxj/YbQ0OV+Ouw/v3FexE/P4uXX1Yn2Xy92PyOgFX96dXZRf5SNvxl1I5R/P+4u5rd
xpEj/Cq87S6QRUzqh9IlgETLsseWx2tpvMjcWlKPxDUleinShhwEyCUPkXNOc8gtx9z8JnmSfE2q
B6wWLcpiwZ4Yexl7ZpvNZnX9fl/VbQgDjVP79sezlXm10XvYdTnSK6lVEfhAkR/892//WN2KtbD6
0RqZHOzgVIzDhdBfjehD5AAwNp4hjTHyF2H084VcxUQrYoh1u6bqKFW1zFAiKLjV4r764zHaZ64R
L/nWL8lyKkgGqO02AHFjeOiFL5bIyUWxdR1ObsnBoZdyHXWtshd7u/QG0qv195if7ARjpDeEPnh1
dxnEt4NYK4rIqgxmppNAadO92gzOaVcGMz+hJoZBM6LvEg42zXaeyuhRzsJ7I2ZWffirXmRsXkQJ
uUvIw1VfNglmSESSL6im4FXd7rFUqZ5bvVAqbgxnfRbhGGg2vMkgcL1VHBqXw2Vwpr1HOZnTs1Xl
3KpnC1KEeQiqD3/lZUUUyiIPAvWa6otHMAnExKlaYdUt9/0xsvQxzSlyhEF9jJtcruRab1HJb5sh
K9OXEZjjdFmOc0CZiJ6uAsxUPV1MvAIsj6gG+4hh3dMEcWBEDgHl/ur7PUPEbSgHVEsZ1o1FQHdr
M5zCBxkZAgZScPXNfoDzPBBrSctKHBboQsT3hjRwpK4v/HiemK6JDR+ssvwOg/AeeRIqwHWGM77w
oddjuYTT7tNz5siOoyulRJUA45n0ESjtg0mq+scKQRz60OJM9ELpumpOTlVNgXyiMKrJDYYrgvAs
ppvliJUvZTyXkdIUxJuyXQZ/GKnxB0F1BYdpBoTdVGxthgtyhUR+MjPSnxzogmvEzYY/BeRSdTlT
N9oseToKcFtVgIep1oz8JQmIHY6oY3gHTITeobpxGIShfzz8Jg/vBQK6aKpXShd2OI74QU6p8UjR
vJUP+MGPUQc3xdjhMHmfbiMcMXEuHQ77sYGYnCNtPQ1p2MhRWr2BczWB3HkYb04+o5o0VfW8oZFh
oOQsogLNEdUMAWegRtVxGZQR0nzSCr/AeSG3BTx0h0cxo66IippEcZju3m43Ofy5c8zHuien3W5j
bnuLwbF9+ru6N0WhGagiIIQAHo8xO40jp1Yvf9xbptY24CaNp/MU0lDpwBei//KvsPnf87/qqeKa
xi6SZ+m/0b/cBb3rRMmYOh/Vb2UHO5slWa6oK6JxQhGDDIass5wlfhDQjTPkHNRuxdQocjO4eKO5
tLpiLhaCOGMcCAhPrOGFFN0aDlfaM6SjwaCkjsMFqKMUbsjh8ep1l9a1vEvGgT/RoqzcBo7yPHCq
JvyVw0HtJwCiBWFyR4x7m+GoTwVURP4UQKjRPx7ulX2AHBvfz1aMuMrWXGCI+lJBafVaWejG4O8p
R2EFuK6I6dIMOuMKSbQ4tK4NoLGjeA1VTyQDGp/76NiTZt4v5b1PNQhHLTd7ykUyoR6Dw+EvjBBt
+FMxTbc/CsdiRpwHhyNlo8AA2fl4kMtwVaQMHY4yQnZQNz5yvMB/K2cFMTYqqUorbGFJ6gx2A8T6
2F/NrRsfU6wLlTxm1FYXs0/DnU9gEOQuUie+AYlxGdb1EiCQaH2XpbY7FNQrclwG/QZkUGz1UPVD
SGTUuDgKJpl0woWJ509fA7kg4RaaK1aXk/QFBgJPoLEzOIwcILXsBQapFbB+PElrKT/pXStTULPd
clJFkY/8OpyBDCWive7v2u2HM6qyCfnD5cjXeOs7o3pbDoLI6NO7YpQ+EK2gwET+Hdkvh4E9g5CR
RdVk86pW+2wVCUnRlhyHi73+rjeXOkaKf151rx/CaGocAUci4jx5gOupt5futsZwshcS8A5Ks7I5
EFIfEUKRzTYZ1P0vaFUSkVVVN4+qH2wokqlvdSJhZqeOGHzZ4doASTgcIeomw6j2bPUWPpxwA3bL
ETz8CnAZYuwlAWOgbWP1E/+zBNJUL6NE2WkyXLzL0ILQ/bCyzGQxElz6YYeHaH1VSrGGyXgKiCy4
feQq1h3M9aj+jFGyHBe52vYRwJIuR2DcGSfWIFnRNE+2OsMZ/eW6N+xd3/SO/2op4QEUwtqSf7Tm
QAuCGmbktZwmejjX66UH93b+B1qluOo/DHxou23XVnD21/VGit49x60mm+nl85dlzM2N2kydwPYR
8vtkqWeSq3jAEuq2hJYZTsBOLfk33wP1uvPF5Oi62/WZzSvvCUdGohZEb1Wf0dogtdQAHuuftQZ6
4boGhQXFy4or9pIopOmxDMFqmNOXbTNjeBWRn1P2fqW1U3CnMMhHilRd8SAy5ljBnmtwhLY8rJed
x0d1E2gOqFnDuLQWGpU10K2rBUW47cK87BlXcIpmZm2qqdDSdQwLqDvofYEgr7HLUUICbC+wPWRG
GILYbGFqmdPCUE3bsW3VfGeXf7Dvg7oAcPiTApK+ewRaApqYo5dVo4H+iRiKal6sBAz89bWcYa7x
vo8byFV4B/rAgn4qmKpGG70XG000zXJrmHa+y0vZ+2ECw2LkWG9b6YciM2PclQPe6lujAOsZ5Eqr
jp4BNZxiDdCCI8du7ywgZ+9XZI9eJxegdPM+Nip3Uv8PNiiYoVMEsRYMgRKqeXBX8yK2pSRzx7Tn
7e+G8QrMM7KszbEukDk0GuDI84K2BdZ1/gg4iGzeXEzza3LARXRtTYEYVPbbUyRb8pCa/kk7Dy//
eMdyEU4QJ0Krlj+PQQLRsEBG6Lytd67UXLmnX5658kLwnmg5mSNf/61vS+oSFtc7d5qaPe+QJ+6k
dSOjqcwfzE7jvOfKx7/5wH7S2mSTIabrzdZ3JNblyEv3fk8E+JQ+OuX0E4QURKc0GXRKD2Ueo80A
B9aoF8/98I6qaw7im0Iz9NHig67c2vI+X37v++AikkvY2uUI7ilrfXS8IZ9s2wc/YKdbgoCmRvqW
HK74vKd/x9Ka/nB2HxrlMnRLq778uVyuyVEUBGYvP4sLf2x6BZiHVn234IuGGEeqF0pjUw42KvZr
nAJHrXYAOu1MrCZGzpfDjIDpEMaUOmvv9H73vBmKGPxAvA6bA+CDZY1FGW7xAIZ0YqLvGa7EQIAW
bdZj0XdTS93hdzlb2YyobQ4zNwgflf41kTIcJMFLHy6+fvn0ynGYjHRVai9sjpp3Zo9/xgj7lUjI
rreTIS9XbNdPXxOMHiAWCWM59HMOF41rRCYGKJKjJ9RQridzGQRGeYWDzbbJO23lIB0OShvo+9Ig
aDg8eAUF+bIuJDpl6Y+mRNpR/fslElfx+vBvOAT7w8zvcVSPh4DLEolDqqP6bkchjdKcGoOBHj79
M7QwUuLpawqGuoqe/rWc+DRPi16vDLvHNTRSeUCBM6wrlo+mgnY4CsqfZlsXnINF2AXSDax760Ss
iFvkcDDy0OHVN3z6tN1v1YvSQx5G4Tr150pvIIeB/bwVgzgcOOLP/mIsxg9UY3AAAjIdun2/OSh5
XfTgGcGZI7AT5Ov1oR+u5zrjNe0Q6aIxFDrsYTyFC04JFHV5PPV2eVjk399lH9fCyl3je0bHZR2F
q+bE85KkZBqcmvyvesqoVybFoAuJ/0jvP4Ox8UIgPxVOnETgHP0Ie4E1FME9mCvEc+cA2IKbEEs4
OmTP2/Xhl/vW6I46VQU6raDSUKNcfstzrpc44EiAf0RW3tnMes9w+Qp5pAVdtrxbRpF07pDZMiBE
2d9v3NrUxqbV5qoXbke/6zfqQV9YWuegRwMP8AXDijeYprz4NEHPRMPydrMJsmOrBXhAaUbj7b57
hgR4h989milXlOZyd7bl2/Ned9Ek1uj5wYGB7UYCQ3vzYsQRcylYOTFNHBlRLwxCM5/P0ZayNwG1
jRolNTOoakRxAsbNZK6KMUZmn8OTPhHB7bNEZIZIvJ+gQTy1IixtZ5HGhHkiomHvhIDseTtUk19Y
07X+bKmhbjX0j4cHFlcySvQq2aKlSrXc+n+KEnOzDscNuUGK6hEzPsiHAxhFv8Bzx/B2ZqAIuvUO
jUI2ugTQXbEIycfhSCB20cjMZK8zVAaGSt2GhXw+js71XqhIkD+eS4Qxy9lPRRhtjoJXCp9UqGkw
tpQiLnoOR9slLwy1T0aiBY7eSyf+byQvxdEV/QStZRTHQY/tSdt9+JNoe1zDzgk4e6rnjS1U43+3
xkFwBD2b9dPclfrYivX6DTespnHQ/lIchgExJ+lDs405PSDclGgjtJHQ9B0Gk2NwUgP9OyJZwBaX
6fVyS3TuY/IREp96pdTEcSTDvXkEUgdaSRQEKjZHV9NL+WB5IijoIcPRWOfSN/j9HFCXG7FEooK6
ExyU3UtUh+mqHHdWHfBniaQK7fGKHjdaWJ5zJ8rF7sqPJ6BaFxoXIJ4ZHiDu0NtFvcI2GApjXDke
EJi1XIbrCCO1mougeFgFR0IrYy+fygDdAP5gdVboEbBC7ThVNuiCoCYVWGi47iXLOfFTAESvfmaj
8Ba+KZFUh8OVGAHdSXfLMf5mlKCvm7FZBsn8FZ/XzxpBnCQxJhPoc02zYRzIli0n0+Eg0nlqFolq
IqIvbX7fDYDdXRfId8yABrOu3uDotLhhZA7TsYLWAA0BI+tjgtEK8BcL3ThXNbQ/AhWuhSwYuCDl
qMc3DHwK2CRVA5/825SXHfL/upevSJRlb8v+PpfdLaKyvO5bZrYobXOgX1JvYCebX4ZoZkLuJses
oOtkZSIEOHodjZ7+g5L7WuavJIhK+sfn7HSRBLxO1r+Ic6Q/y+u0pCh6d24SaBHZ6f29ZRHl6Tt7
y5KPvSnPTgKEX3/6HwAAAP//</cx:binary>
              </cx:geoCache>
            </cx:geography>
          </cx:layoutPr>
        </cx:series>
      </cx:plotAreaRegion>
    </cx:plotArea>
    <cx:legend pos="r" align="min" overlay="0"/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8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31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40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>
        <a:solidFill>
          <a:schemeClr val="phClr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13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14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49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31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3175">
        <a:solidFill>
          <a:schemeClr val="bg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00088-2C51-3C90-8B9A-A210E5A524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7D9BF7-2B3F-172C-736F-4E9B752C3D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18ADA-9229-A356-B287-1D2ABAB66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29C490-E9B8-4A6F-7431-4D543257A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513AE-2F4B-F74F-F9A0-A63458601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05415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C31C4-E5C5-612B-2525-0B2D7D36C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09AB7-6322-04C1-D635-6BBA7A7A6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0D214-168E-6D59-F05A-BC4E9F3F0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8AA5F8-FD27-AA06-6E2B-F1B93080D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026756-7B81-3A8B-46EF-751C661B6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2366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7304-673F-C01A-A5E1-772DEDF2A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106A02-6055-788B-26CB-EA37BE8F64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F82269-167E-CDA0-C3DB-68777C2C9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234994-DA76-A51C-C1B3-9A1FE2A0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3240D0-DC6A-7331-B32B-8B710721C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26256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E0524-01A3-CF99-DD98-7FBAD7561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3B991-0246-1FA0-2ACC-2BC0DD840F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2B43B0-3177-CD56-0DCB-0C32A4F612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2F56FF-4C15-D560-215E-C2BC112A1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5A44FC-8BAB-320F-AA7C-DE59C293D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05CAF2-9D18-8120-0D3B-FC0E47FF1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7745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A217-39C9-1D39-0E1F-936D860972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01D509-A2E6-312F-646C-86A8C645DB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C0E02E-1E76-3410-85FC-F3C07521C8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6AEC2E-20C5-568D-187D-28EEA9727B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47E665-2576-429E-CE38-4978B372E8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B7195A-2CA8-A841-4FD5-F9CD7C6AD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3A9718-CE20-3257-C964-4D08B5936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DFFD7C-C880-E456-5DC9-D469A092D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3831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869AB-9E8B-76DA-6A64-3AA34CD5F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05CF55-E5C5-C88D-2AE0-EB34CEEAE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F2749C-1E74-5108-1742-FFED68A30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05C8D0-D182-511A-3BC9-69EEA1A26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7369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8B0B96-141E-73A2-DB72-A7919C907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F0E9CC-F477-D0A1-515B-24497DC03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5F193-BF6E-12DB-4CBF-B34EB3653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4168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1ABAC-17D8-C138-7D92-F809B0752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B0F26-5E9E-13A3-F0FC-BE5A8C560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1A579E-725C-A4C8-58F9-4D813B4D35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31EE86-A075-9D78-009B-E81C64D64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75EBA1-DA83-8F33-BAA0-4728DBF01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5C2EA4-3197-1304-7BC9-C43573761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72711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9255D-FD83-A846-08F9-906807FB9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D54CE1-7063-A820-EA8C-9394AA5BAD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992A8E-FFE1-A5F0-F032-0502DD0A4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3D53AB-F119-3F39-ED22-11CE973ED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7C5E86-0ADA-FDBC-81DA-366813221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4FC52D-D677-6B5F-C3BD-64CA44577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0102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5C416-DF66-A562-C91A-492250D87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E9BF72-89F1-D914-220D-964C7168C7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C388E-0C45-68A8-9C58-B900F23FE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51309-6CC4-13E0-304D-EF4FCCA0A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8F825D-F6F5-4462-AA09-67BC9968D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4119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D90A5E-9203-B6CB-E08A-86B3E2987B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744BC-63D5-AD1D-025F-C831DD102E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7D22FC-DC42-C897-8094-3BE26FCBE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21686-A7A2-5D92-98AE-319BCCA1E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A9A81-D144-0964-B399-7A173D3C7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897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17980D-2D42-77B5-B92C-28DE2E68A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0E696D-7E3A-6A7D-933B-E612727A7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6CE78-1861-5330-871C-3E220B21E8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C22856-B332-42D6-94F6-347491DB4324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4A4D03-1608-DEF2-3F6F-0267EFF12C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5E1A0-02B8-D297-B2E1-88805626C6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4829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4/relationships/chartEx" Target="../charts/chartEx1.xml"/><Relationship Id="rId7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microsoft.com/office/2014/relationships/chartEx" Target="../charts/chartEx2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4/relationships/chartEx" Target="../charts/chartEx3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9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0.xml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microsoft.com/office/2014/relationships/chartEx" Target="../charts/chartEx4.xml"/><Relationship Id="rId1" Type="http://schemas.openxmlformats.org/officeDocument/2006/relationships/slideLayout" Target="../slideLayouts/slideLayout1.xml"/><Relationship Id="rId6" Type="http://schemas.microsoft.com/office/2014/relationships/chartEx" Target="../charts/chartEx6.xml"/><Relationship Id="rId5" Type="http://schemas.openxmlformats.org/officeDocument/2006/relationships/image" Target="../media/image5.png"/><Relationship Id="rId4" Type="http://schemas.microsoft.com/office/2014/relationships/chartEx" Target="../charts/chartEx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4/relationships/chartEx" Target="../charts/chartEx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B3D1109-AAAB-3A13-C67F-2F8A081034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Add chart</a:t>
            </a:r>
          </a:p>
        </p:txBody>
      </p:sp>
    </p:spTree>
    <p:extLst>
      <p:ext uri="{BB962C8B-B14F-4D97-AF65-F5344CB8AC3E}">
        <p14:creationId xmlns:p14="http://schemas.microsoft.com/office/powerpoint/2010/main" val="18094420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F5153-342F-B4E1-1475-5D2301058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4D1947C-2E3D-7674-431A-9A9FFAA7C6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Add chart</a:t>
            </a:r>
          </a:p>
        </p:txBody>
      </p:sp>
    </p:spTree>
    <p:extLst>
      <p:ext uri="{BB962C8B-B14F-4D97-AF65-F5344CB8AC3E}">
        <p14:creationId xmlns:p14="http://schemas.microsoft.com/office/powerpoint/2010/main" val="2077942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5D45E-D1F9-3445-E354-DB2834CD5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6A0E20A-2AA6-2C96-2287-6D2F6DD81F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Add chart</a:t>
            </a:r>
          </a:p>
        </p:txBody>
      </p:sp>
    </p:spTree>
    <p:extLst>
      <p:ext uri="{BB962C8B-B14F-4D97-AF65-F5344CB8AC3E}">
        <p14:creationId xmlns:p14="http://schemas.microsoft.com/office/powerpoint/2010/main" val="53847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03805-94CD-DE40-F8DA-72E9C337B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C5FCBE5-268B-DAF5-9C3B-FCD6D307D9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Add chart</a:t>
            </a:r>
          </a:p>
        </p:txBody>
      </p:sp>
    </p:spTree>
    <p:extLst>
      <p:ext uri="{BB962C8B-B14F-4D97-AF65-F5344CB8AC3E}">
        <p14:creationId xmlns:p14="http://schemas.microsoft.com/office/powerpoint/2010/main" val="2264989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02521-54E2-AF68-34E6-CEEB6429F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0EFA014-BD67-AB27-1A72-69F883B73A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Add chart</a:t>
            </a:r>
          </a:p>
        </p:txBody>
      </p:sp>
    </p:spTree>
    <p:extLst>
      <p:ext uri="{BB962C8B-B14F-4D97-AF65-F5344CB8AC3E}">
        <p14:creationId xmlns:p14="http://schemas.microsoft.com/office/powerpoint/2010/main" val="15489506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D2E49-1768-B734-4012-C927101B6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03E85C4-2B0B-3D92-ADF1-F1B4EE17E6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updateChart</a:t>
            </a:r>
            <a:endParaRPr lang="en-IN" b="1" dirty="0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2732F3ED-7123-E216-EAF8-EA16CDC2AF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86083244"/>
              </p:ext>
            </p:extLst>
          </p:nvPr>
        </p:nvGraphicFramePr>
        <p:xfrm>
          <a:off x="7101257" y="622952"/>
          <a:ext cx="4064000" cy="22633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6460A1C-F7BF-9A40-F567-8550224CD9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03347859"/>
              </p:ext>
            </p:extLst>
          </p:nvPr>
        </p:nvGraphicFramePr>
        <p:xfrm>
          <a:off x="596969" y="3429000"/>
          <a:ext cx="4434114" cy="2434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E87F5E42-B8CE-5482-8A09-AE45EDEF2B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9578600"/>
              </p:ext>
            </p:extLst>
          </p:nvPr>
        </p:nvGraphicFramePr>
        <p:xfrm>
          <a:off x="7160919" y="3429000"/>
          <a:ext cx="4013201" cy="26032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02345F49-6EAA-2638-5628-76AA47A092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02860566"/>
              </p:ext>
            </p:extLst>
          </p:nvPr>
        </p:nvGraphicFramePr>
        <p:xfrm>
          <a:off x="537307" y="622952"/>
          <a:ext cx="4553438" cy="24279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431558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60E0C-1D44-D9C5-4614-F1A36B3C6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3D3C158-EBAD-A8D5-B4B8-C8D46F118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updateChart</a:t>
            </a:r>
            <a:endParaRPr lang="en-IN" b="1" dirty="0"/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CCDB4F85-2418-A8FD-1FA3-15D493A5778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8422162"/>
              </p:ext>
            </p:extLst>
          </p:nvPr>
        </p:nvGraphicFramePr>
        <p:xfrm>
          <a:off x="755361" y="545123"/>
          <a:ext cx="2844799" cy="29841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8" name="Chart 7">
                <a:extLst>
                  <a:ext uri="{FF2B5EF4-FFF2-40B4-BE49-F238E27FC236}">
                    <a16:creationId xmlns:a16="http://schemas.microsoft.com/office/drawing/2014/main" id="{978206F5-2B57-51CD-1F08-6D6C3FDB10A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809197444"/>
                  </p:ext>
                </p:extLst>
              </p:nvPr>
            </p:nvGraphicFramePr>
            <p:xfrm>
              <a:off x="4958130" y="545123"/>
              <a:ext cx="2275740" cy="2216966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8" name="Chart 7">
                <a:extLst>
                  <a:ext uri="{FF2B5EF4-FFF2-40B4-BE49-F238E27FC236}">
                    <a16:creationId xmlns:a16="http://schemas.microsoft.com/office/drawing/2014/main" id="{978206F5-2B57-51CD-1F08-6D6C3FDB10A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58130" y="545123"/>
                <a:ext cx="2275740" cy="221696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cx2="http://schemas.microsoft.com/office/drawing/2015/10/21/chartex" Requires="cx2">
          <p:graphicFrame>
            <p:nvGraphicFramePr>
              <p:cNvPr id="11" name="Chart 10">
                <a:extLst>
                  <a:ext uri="{FF2B5EF4-FFF2-40B4-BE49-F238E27FC236}">
                    <a16:creationId xmlns:a16="http://schemas.microsoft.com/office/drawing/2014/main" id="{2E753742-C318-16BE-080F-8B9130CEA61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12669387"/>
                  </p:ext>
                </p:extLst>
              </p:nvPr>
            </p:nvGraphicFramePr>
            <p:xfrm>
              <a:off x="8148821" y="545123"/>
              <a:ext cx="3524739" cy="2797257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>
          <p:pic>
            <p:nvPicPr>
              <p:cNvPr id="11" name="Chart 10">
                <a:extLst>
                  <a:ext uri="{FF2B5EF4-FFF2-40B4-BE49-F238E27FC236}">
                    <a16:creationId xmlns:a16="http://schemas.microsoft.com/office/drawing/2014/main" id="{2E753742-C318-16BE-080F-8B9130CEA61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148821" y="545123"/>
                <a:ext cx="3524739" cy="2797257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16" name="Chart 15">
            <a:extLst>
              <a:ext uri="{FF2B5EF4-FFF2-40B4-BE49-F238E27FC236}">
                <a16:creationId xmlns:a16="http://schemas.microsoft.com/office/drawing/2014/main" id="{D1985F4A-AEBA-35A0-9068-F8B96082666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11529001"/>
              </p:ext>
            </p:extLst>
          </p:nvPr>
        </p:nvGraphicFramePr>
        <p:xfrm>
          <a:off x="4763965" y="3887224"/>
          <a:ext cx="2664069" cy="25849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269451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42CD-5E99-8295-9541-1ED365764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655302-570A-D138-CF88-BEC5EA770D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updateChart</a:t>
            </a:r>
            <a:endParaRPr lang="en-IN" b="1" dirty="0"/>
          </a:p>
        </p:txBody>
      </p:sp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9" name="Chart 8">
                <a:extLst>
                  <a:ext uri="{FF2B5EF4-FFF2-40B4-BE49-F238E27FC236}">
                    <a16:creationId xmlns:a16="http://schemas.microsoft.com/office/drawing/2014/main" id="{F19E6DA2-90A0-5B7C-465D-7B4A0CD95E8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542760864"/>
                  </p:ext>
                </p:extLst>
              </p:nvPr>
            </p:nvGraphicFramePr>
            <p:xfrm>
              <a:off x="371150" y="914765"/>
              <a:ext cx="5059266" cy="2263391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9" name="Chart 8">
                <a:extLst>
                  <a:ext uri="{FF2B5EF4-FFF2-40B4-BE49-F238E27FC236}">
                    <a16:creationId xmlns:a16="http://schemas.microsoft.com/office/drawing/2014/main" id="{F19E6DA2-90A0-5B7C-465D-7B4A0CD95E8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1150" y="914765"/>
                <a:ext cx="5059266" cy="2263391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066F8AFB-2467-1A27-4594-A94D045867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3838715"/>
              </p:ext>
            </p:extLst>
          </p:nvPr>
        </p:nvGraphicFramePr>
        <p:xfrm>
          <a:off x="6761585" y="609864"/>
          <a:ext cx="5292531" cy="29379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3C335D5-3CD2-F89C-40E9-DA017F6AD1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29493495"/>
              </p:ext>
            </p:extLst>
          </p:nvPr>
        </p:nvGraphicFramePr>
        <p:xfrm>
          <a:off x="254517" y="3902640"/>
          <a:ext cx="5292531" cy="25905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580229F5-8278-7886-312B-34DC7281F3C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14277282"/>
              </p:ext>
            </p:extLst>
          </p:nvPr>
        </p:nvGraphicFramePr>
        <p:xfrm>
          <a:off x="6644954" y="3783842"/>
          <a:ext cx="5292530" cy="27093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5180322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28173-0C07-4369-B67B-D85BC1009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7780643-A195-F5FF-15DD-C6E6FF152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updateChart</a:t>
            </a:r>
            <a:endParaRPr lang="en-IN" b="1" dirty="0"/>
          </a:p>
        </p:txBody>
      </p:sp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5" name="Chart 4">
                <a:extLst>
                  <a:ext uri="{FF2B5EF4-FFF2-40B4-BE49-F238E27FC236}">
                    <a16:creationId xmlns:a16="http://schemas.microsoft.com/office/drawing/2014/main" id="{C6EA319A-269D-BAA5-ED0F-81E953142EF5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505601727"/>
                  </p:ext>
                </p:extLst>
              </p:nvPr>
            </p:nvGraphicFramePr>
            <p:xfrm>
              <a:off x="669849" y="776815"/>
              <a:ext cx="4738077" cy="2586242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Chart 4">
                <a:extLst>
                  <a:ext uri="{FF2B5EF4-FFF2-40B4-BE49-F238E27FC236}">
                    <a16:creationId xmlns:a16="http://schemas.microsoft.com/office/drawing/2014/main" id="{C6EA319A-269D-BAA5-ED0F-81E953142EF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9849" y="776815"/>
                <a:ext cx="4738077" cy="258624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8" name="Chart 7">
                <a:extLst>
                  <a:ext uri="{FF2B5EF4-FFF2-40B4-BE49-F238E27FC236}">
                    <a16:creationId xmlns:a16="http://schemas.microsoft.com/office/drawing/2014/main" id="{ECFCB337-6DB7-4D83-3B03-D10BF9BAF8F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357995289"/>
                  </p:ext>
                </p:extLst>
              </p:nvPr>
            </p:nvGraphicFramePr>
            <p:xfrm>
              <a:off x="6208346" y="869134"/>
              <a:ext cx="5801946" cy="240160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4"/>
              </a:graphicData>
            </a:graphic>
          </p:graphicFrame>
        </mc:Choice>
        <mc:Fallback>
          <p:pic>
            <p:nvPicPr>
              <p:cNvPr id="8" name="Chart 7">
                <a:extLst>
                  <a:ext uri="{FF2B5EF4-FFF2-40B4-BE49-F238E27FC236}">
                    <a16:creationId xmlns:a16="http://schemas.microsoft.com/office/drawing/2014/main" id="{ECFCB337-6DB7-4D83-3B03-D10BF9BAF8F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208346" y="869134"/>
                <a:ext cx="5801946" cy="24016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19" name="Chart 18">
                <a:extLst>
                  <a:ext uri="{FF2B5EF4-FFF2-40B4-BE49-F238E27FC236}">
                    <a16:creationId xmlns:a16="http://schemas.microsoft.com/office/drawing/2014/main" id="{4C6F6A23-0937-41BB-D6D5-D7B26B2D97E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3381502"/>
                  </p:ext>
                </p:extLst>
              </p:nvPr>
            </p:nvGraphicFramePr>
            <p:xfrm>
              <a:off x="6646985" y="3494941"/>
              <a:ext cx="5363307" cy="3025857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6"/>
              </a:graphicData>
            </a:graphic>
          </p:graphicFrame>
        </mc:Choice>
        <mc:Fallback>
          <p:pic>
            <p:nvPicPr>
              <p:cNvPr id="19" name="Chart 18">
                <a:extLst>
                  <a:ext uri="{FF2B5EF4-FFF2-40B4-BE49-F238E27FC236}">
                    <a16:creationId xmlns:a16="http://schemas.microsoft.com/office/drawing/2014/main" id="{4C6F6A23-0937-41BB-D6D5-D7B26B2D97E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646985" y="3494941"/>
                <a:ext cx="5363307" cy="3025857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6F62A9DA-4D5A-3C32-C3A2-03BAA7EB03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86459920"/>
              </p:ext>
            </p:extLst>
          </p:nvPr>
        </p:nvGraphicFramePr>
        <p:xfrm>
          <a:off x="849924" y="3363057"/>
          <a:ext cx="4695092" cy="31577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  <p:extLst>
      <p:ext uri="{BB962C8B-B14F-4D97-AF65-F5344CB8AC3E}">
        <p14:creationId xmlns:p14="http://schemas.microsoft.com/office/powerpoint/2010/main" val="32620007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FBC95-2BA9-D275-D6AA-0AE6554E8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54DF44-E2C1-58E0-1706-144BD4C7C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updateChart</a:t>
            </a:r>
            <a:endParaRPr lang="en-IN" b="1" dirty="0"/>
          </a:p>
        </p:txBody>
      </p:sp>
      <mc:AlternateContent xmlns:mc="http://schemas.openxmlformats.org/markup-compatibility/2006">
        <mc:Choice xmlns:cx4="http://schemas.microsoft.com/office/drawing/2016/5/10/chartex" Requires="cx4">
          <p:graphicFrame>
            <p:nvGraphicFramePr>
              <p:cNvPr id="4" name="Chart 3">
                <a:extLst>
                  <a:ext uri="{FF2B5EF4-FFF2-40B4-BE49-F238E27FC236}">
                    <a16:creationId xmlns:a16="http://schemas.microsoft.com/office/drawing/2014/main" id="{EBAB69A8-52BD-E4C4-7AD9-BE26BFFE944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49674170"/>
                  </p:ext>
                </p:extLst>
              </p:nvPr>
            </p:nvGraphicFramePr>
            <p:xfrm>
              <a:off x="322997" y="790980"/>
              <a:ext cx="11546005" cy="5637116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Chart 3">
                <a:extLst>
                  <a:ext uri="{FF2B5EF4-FFF2-40B4-BE49-F238E27FC236}">
                    <a16:creationId xmlns:a16="http://schemas.microsoft.com/office/drawing/2014/main" id="{EBAB69A8-52BD-E4C4-7AD9-BE26BFFE944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22997" y="790980"/>
                <a:ext cx="11546005" cy="563711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44378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A31A9-AEBB-FE4E-D54A-719BB5AD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F555E9F-4943-BEBE-FDAB-DF8316FEC6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updateChartData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0019812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11E9A-EBC0-1F16-1A9B-B137B4462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4A71717-99A1-6B51-8E2E-3694BBA8D6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removeChart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965586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F01B4-80AB-A892-3847-4BF7582F7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6A664B-EE23-04F2-3F81-2CC2363B50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clearCharts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4942454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1050B-6802-A2DF-8FFF-FB6BC8734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4734E04-2896-D841-1F1E-6DDDA488AE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cloneChart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1910250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879D7-9B33-1D6A-1F34-B4CA79B1D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FD591D8-4536-59A4-25AD-FD7C6F89DA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updateChart</a:t>
            </a:r>
            <a:r>
              <a:rPr lang="en-US" dirty="0"/>
              <a:t> chart</a:t>
            </a:r>
          </a:p>
        </p:txBody>
      </p:sp>
    </p:spTree>
    <p:extLst>
      <p:ext uri="{BB962C8B-B14F-4D97-AF65-F5344CB8AC3E}">
        <p14:creationId xmlns:p14="http://schemas.microsoft.com/office/powerpoint/2010/main" val="2400831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02B99-4470-3D40-AF8D-60F24F77A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F6A01A8-F7FB-B073-B23B-B82823426F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updateChart</a:t>
            </a:r>
            <a:r>
              <a:rPr lang="en-US" dirty="0"/>
              <a:t> chart</a:t>
            </a:r>
          </a:p>
        </p:txBody>
      </p:sp>
    </p:spTree>
    <p:extLst>
      <p:ext uri="{BB962C8B-B14F-4D97-AF65-F5344CB8AC3E}">
        <p14:creationId xmlns:p14="http://schemas.microsoft.com/office/powerpoint/2010/main" val="27509722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BAF6C-247D-DF73-9407-85D4EC866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1CAF1CF-1928-644C-5DD8-6E919614DD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415"/>
            <a:ext cx="9144000" cy="345708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 err="1"/>
              <a:t>setChartLabel</a:t>
            </a:r>
            <a:r>
              <a:rPr lang="en-IN" b="1" dirty="0"/>
              <a:t> &amp; </a:t>
            </a:r>
            <a:r>
              <a:rPr lang="en-IN" b="1" dirty="0" err="1"/>
              <a:t>updateChartLabel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9851375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47</Words>
  <Application>Microsoft Office PowerPoint</Application>
  <PresentationFormat>Widescreen</PresentationFormat>
  <Paragraphs>34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Suyog Jadhav</dc:creator>
  <cp:lastModifiedBy>Suyog Jadhav</cp:lastModifiedBy>
  <cp:revision>16</cp:revision>
  <dcterms:created xsi:type="dcterms:W3CDTF">2026-10-23T11:23:37Z</dcterms:created>
  <dcterms:modified xsi:type="dcterms:W3CDTF">2026-10-24T13:27:36Z</dcterms:modified>
</cp:coreProperties>
</file>
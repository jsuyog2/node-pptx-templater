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70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4164-3563-9E8B-3E98-04ACC43381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2A947-4538-40E4-8F4F-4437F230B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84C850-0330-D865-8223-A9DB8B40BA0A}"/>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6931A733-A004-4DF6-2744-7486B3B825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AB0DAB-1BDA-6D0C-6D6A-955275D0C94E}"/>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3478488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D191-E5C3-053C-E265-6EBC789741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909AB2-AB63-B36F-78FC-A750612D55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83734E-D219-B0B6-8070-D3E170F6478C}"/>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3F79D0BD-F377-4898-6B76-C93725114B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70A86B-AF51-3B6D-2B2F-436FDA1581E2}"/>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33445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C49A-1999-B7C8-B5C8-2A610AB7B1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B6C629-4B82-AC82-EAB1-0F419F03E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98F6E4-F664-2D80-0C1D-C347818118F9}"/>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719472DF-5E66-B4FE-E4DE-6C3F5B55BA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195C04-8CC9-517B-BBDF-0127D5841C22}"/>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2362493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1841-A6DA-97C5-FC27-789FA504FA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D9F642-F1B2-7385-1BD8-E96901F7E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B15DE3-1C2D-A2AA-B953-6817B748CE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B4EA07D-D4FA-7AD3-6474-0200A8B5E86C}"/>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6" name="Footer Placeholder 5">
            <a:extLst>
              <a:ext uri="{FF2B5EF4-FFF2-40B4-BE49-F238E27FC236}">
                <a16:creationId xmlns:a16="http://schemas.microsoft.com/office/drawing/2014/main" id="{163CF4E4-FDA7-5955-A5CB-1C3586D8BB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35EDEA-1528-8281-2B7B-B5B582A79ABF}"/>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576303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B203-BDC9-8FA9-384E-7742A5F72F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87838F-DCB4-3C6E-78C0-08BDE07FE6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B762B3-DE55-291F-7514-958825D76C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8D8887-42A8-33F5-967C-FA3FB782FB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3C40D7-9B0B-C29F-CDB7-0141123FB1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5A0CD5-6DA2-385C-380B-964D85216EE0}"/>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8" name="Footer Placeholder 7">
            <a:extLst>
              <a:ext uri="{FF2B5EF4-FFF2-40B4-BE49-F238E27FC236}">
                <a16:creationId xmlns:a16="http://schemas.microsoft.com/office/drawing/2014/main" id="{6FCB82F8-0CDC-91CC-770D-4D8711FCDB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BED362-30F0-98C7-315C-72A34DCF3434}"/>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104666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CA412-FC94-C234-C3BC-6ABC09E9D5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5FF141-D4CC-AAB1-A0A8-92EECD4346F4}"/>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4" name="Footer Placeholder 3">
            <a:extLst>
              <a:ext uri="{FF2B5EF4-FFF2-40B4-BE49-F238E27FC236}">
                <a16:creationId xmlns:a16="http://schemas.microsoft.com/office/drawing/2014/main" id="{8A527072-3AEA-C9FC-0370-76E0125D60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5892A2-9050-335C-87CC-0C79A436A89E}"/>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335654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12A483-B58C-7158-99F1-A974DFDE4A93}"/>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3" name="Footer Placeholder 2">
            <a:extLst>
              <a:ext uri="{FF2B5EF4-FFF2-40B4-BE49-F238E27FC236}">
                <a16:creationId xmlns:a16="http://schemas.microsoft.com/office/drawing/2014/main" id="{0B879CC7-A0CE-E5A2-0B62-548BE0CB02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639FD7-A402-22F6-54A2-CD35AB70ECA9}"/>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2423089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E5FF-0DB1-E5D5-388E-D36423B4B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88CBD5-5347-59F8-D2D6-08EAFAE12A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42EF8D-A182-AC83-1C8D-C0314B5970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BC0D89-EA76-3AD7-2BE0-FD8CC948A2FE}"/>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6" name="Footer Placeholder 5">
            <a:extLst>
              <a:ext uri="{FF2B5EF4-FFF2-40B4-BE49-F238E27FC236}">
                <a16:creationId xmlns:a16="http://schemas.microsoft.com/office/drawing/2014/main" id="{FD7294EA-3493-0293-A135-D01A207218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AA74C2-47BF-BC12-E228-135DBE0F9877}"/>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2614564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26262-F0B0-8D61-A1E1-9CAE63B148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C33031-4990-66E0-88EF-90B4DB9F536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C6816E-565E-EE9B-39DF-BDABC53A0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D93860-BEA9-3A65-DBC0-B1B7F635D0DE}"/>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6" name="Footer Placeholder 5">
            <a:extLst>
              <a:ext uri="{FF2B5EF4-FFF2-40B4-BE49-F238E27FC236}">
                <a16:creationId xmlns:a16="http://schemas.microsoft.com/office/drawing/2014/main" id="{B041229A-A667-223E-6D83-63CF09DBAA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BAE69D-9754-BE33-08F8-7C8B77429E83}"/>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419652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08505-54F2-1EE3-3942-C8C1EBFA3C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49EC42-ED37-FC19-C279-A2A022E4C7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88F35A-455F-208F-3156-B57CAEC95FE1}"/>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35D60B3E-8ECB-2E77-B01E-C70E1A10F3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EEF14-26E2-B108-082C-28D155187B25}"/>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277518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31938F-0873-0194-6ADD-CACB2C836B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A3966-8AC6-2BB7-8686-A3B5B6E217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D73B9C-9DB1-9721-E9DF-E4DCCD21E1EA}"/>
              </a:ext>
            </a:extLst>
          </p:cNvPr>
          <p:cNvSpPr>
            <a:spLocks noGrp="1"/>
          </p:cNvSpPr>
          <p:nvPr>
            <p:ph type="dt" sz="half" idx="10"/>
          </p:nvPr>
        </p:nvSpPr>
        <p:spPr/>
        <p:txBody>
          <a:body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CF3D806A-16FB-474A-29F7-8CEFE08AC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7E4B9-7CB7-6687-2348-AD5965651716}"/>
              </a:ext>
            </a:extLst>
          </p:cNvPr>
          <p:cNvSpPr>
            <a:spLocks noGrp="1"/>
          </p:cNvSpPr>
          <p:nvPr>
            <p:ph type="sldNum" sz="quarter" idx="12"/>
          </p:nvPr>
        </p:nvSpPr>
        <p:spPr/>
        <p:txBody>
          <a:bodyPr/>
          <a:lstStyle/>
          <a:p>
            <a:fld id="{40218613-8091-4555-B4F2-5EC5354D6476}" type="slidenum">
              <a:rPr lang="en-IN" smtClean="0"/>
              <a:t>‹#›</a:t>
            </a:fld>
            <a:endParaRPr lang="en-IN"/>
          </a:p>
        </p:txBody>
      </p:sp>
    </p:spTree>
    <p:extLst>
      <p:ext uri="{BB962C8B-B14F-4D97-AF65-F5344CB8AC3E}">
        <p14:creationId xmlns:p14="http://schemas.microsoft.com/office/powerpoint/2010/main" val="3776396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BE8A9B-D1E0-4D08-BB1F-C9C33DC4C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1F6219-9747-F54F-3BB0-6465C9BA31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9AEA7B-224C-F011-3A65-CB8EAEEF6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AF3E28-7C73-44BB-8CF8-93CB0750FC73}" type="datetimeFigureOut">
              <a:rPr lang="en-IN" smtClean="0"/>
              <a:t>27-10-2026</a:t>
            </a:fld>
            <a:endParaRPr lang="en-IN"/>
          </a:p>
        </p:txBody>
      </p:sp>
      <p:sp>
        <p:nvSpPr>
          <p:cNvPr id="5" name="Footer Placeholder 4">
            <a:extLst>
              <a:ext uri="{FF2B5EF4-FFF2-40B4-BE49-F238E27FC236}">
                <a16:creationId xmlns:a16="http://schemas.microsoft.com/office/drawing/2014/main" id="{778C9090-25B4-21C8-110A-9DDE358F6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B28C2C-81C8-8ACD-535B-B0B94C66BC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18613-8091-4555-B4F2-5EC5354D6476}" type="slidenum">
              <a:rPr lang="en-IN" smtClean="0"/>
              <a:t>‹#›</a:t>
            </a:fld>
            <a:endParaRPr lang="en-IN"/>
          </a:p>
        </p:txBody>
      </p:sp>
    </p:spTree>
    <p:extLst>
      <p:ext uri="{BB962C8B-B14F-4D97-AF65-F5344CB8AC3E}">
        <p14:creationId xmlns:p14="http://schemas.microsoft.com/office/powerpoint/2010/main" val="945361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google.com/" TargetMode="External"/><Relationship Id="rId1" Type="http://schemas.openxmlformats.org/officeDocument/2006/relationships/slideLayout" Target="../slideLayouts/slideLayout1.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google.com/" TargetMode="External"/><Relationship Id="rId1" Type="http://schemas.openxmlformats.org/officeDocument/2006/relationships/slideLayout" Target="../slideLayouts/slideLayout1.xml"/><Relationship Id="rId5" Type="http://schemas.openxmlformats.org/officeDocument/2006/relationships/slide" Target="slide1.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5EF9773-BCBE-094D-1D74-C8BCBE8BCDDC}"/>
              </a:ext>
            </a:extLst>
          </p:cNvPr>
          <p:cNvSpPr>
            <a:spLocks noGrp="1"/>
          </p:cNvSpPr>
          <p:nvPr>
            <p:ph type="subTitle" idx="1"/>
          </p:nvPr>
        </p:nvSpPr>
        <p:spPr>
          <a:xfrm>
            <a:off x="1524000" y="287338"/>
            <a:ext cx="9144000" cy="416047"/>
          </a:xfrm>
        </p:spPr>
        <p:txBody>
          <a:bodyPr>
            <a:normAutofit lnSpcReduction="10000"/>
          </a:bodyPr>
          <a:lstStyle/>
          <a:p>
            <a:r>
              <a:rPr lang="en-IN" b="1" dirty="0" err="1"/>
              <a:t>addHyperlink</a:t>
            </a:r>
            <a:endParaRPr lang="en-IN" b="1" dirty="0"/>
          </a:p>
        </p:txBody>
      </p:sp>
      <p:sp>
        <p:nvSpPr>
          <p:cNvPr id="5" name="TextHyperlink">
            <a:extLst>
              <a:ext uri="{FF2B5EF4-FFF2-40B4-BE49-F238E27FC236}">
                <a16:creationId xmlns:a16="http://schemas.microsoft.com/office/drawing/2014/main" id="{ABEF2A5A-3EAD-DA3E-590E-197A32DB2901}"/>
              </a:ext>
            </a:extLst>
          </p:cNvPr>
          <p:cNvSpPr txBox="1"/>
          <p:nvPr/>
        </p:nvSpPr>
        <p:spPr>
          <a:xfrm>
            <a:off x="402248" y="703385"/>
            <a:ext cx="6097464" cy="2903359"/>
          </a:xfrm>
          <a:prstGeom prst="rect">
            <a:avLst/>
          </a:prstGeom>
          <a:noFill/>
        </p:spPr>
        <p:txBody>
          <a:bodyPr wrap="square">
            <a:spAutoFit/>
          </a:bodyPr>
          <a:lstStyle/>
          <a:p>
            <a:pPr>
              <a:spcAft>
                <a:spcPts val="750"/>
              </a:spcAft>
            </a:pPr>
            <a:r>
              <a:rPr lang="en-IN" sz="1600" b="0" i="0" dirty="0">
                <a:solidFill>
                  <a:schemeClr val="tx1"/>
                </a:solidFill>
                <a:effectLst/>
                <a:latin typeface="+mn-lt"/>
              </a:rPr>
              <a:t>What is Lorem Ipsum?</a:t>
            </a:r>
          </a:p>
          <a:p>
            <a:pPr algn="just">
              <a:spcAft>
                <a:spcPts val="1125"/>
              </a:spcAft>
            </a:pPr>
            <a:r>
              <a:rPr lang="en-IN" sz="1600" b="1" i="0" dirty="0">
                <a:solidFill>
                  <a:schemeClr val="tx1"/>
                </a:solidFill>
                <a:effectLst/>
                <a:latin typeface="+mn-lt"/>
              </a:rPr>
              <a:t>Lorem Ipsum</a:t>
            </a:r>
            <a:r>
              <a:rPr lang="en-IN" sz="1600" b="0" i="0" dirty="0">
                <a:solidFill>
                  <a:schemeClr val="tx1"/>
                </a:solidFill>
                <a:effectLst/>
                <a:latin typeface="+mn-lt"/>
              </a:rPr>
              <a:t>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endParaRPr lang="en-IN" sz="1100" b="0" i="0" dirty="0">
              <a:solidFill>
                <a:srgbClr val="000000"/>
              </a:solidFill>
              <a:effectLst/>
              <a:latin typeface="Open Sans" panose="020B0606030504020204" pitchFamily="34" charset="0"/>
            </a:endParaRPr>
          </a:p>
        </p:txBody>
      </p:sp>
      <p:pic>
        <p:nvPicPr>
          <p:cNvPr id="7" name="ImageHyperlink">
            <a:extLst>
              <a:ext uri="{FF2B5EF4-FFF2-40B4-BE49-F238E27FC236}">
                <a16:creationId xmlns:a16="http://schemas.microsoft.com/office/drawing/2014/main" id="{44A97E30-D89D-6547-ECA6-6DC8BB133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5628" y="703385"/>
            <a:ext cx="3046449" cy="2017778"/>
          </a:xfrm>
          <a:prstGeom prst="rect">
            <a:avLst/>
          </a:prstGeom>
        </p:spPr>
      </p:pic>
      <p:sp>
        <p:nvSpPr>
          <p:cNvPr id="9" name="ShapeHyperlink1">
            <a:extLst>
              <a:ext uri="{FF2B5EF4-FFF2-40B4-BE49-F238E27FC236}">
                <a16:creationId xmlns:a16="http://schemas.microsoft.com/office/drawing/2014/main" id="{DDDE06D0-871D-6468-FC84-B15C5468F0BF}"/>
              </a:ext>
            </a:extLst>
          </p:cNvPr>
          <p:cNvSpPr/>
          <p:nvPr/>
        </p:nvSpPr>
        <p:spPr>
          <a:xfrm>
            <a:off x="4800600" y="4099629"/>
            <a:ext cx="1081454" cy="641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ShapeHyperlink2">
            <a:extLst>
              <a:ext uri="{FF2B5EF4-FFF2-40B4-BE49-F238E27FC236}">
                <a16:creationId xmlns:a16="http://schemas.microsoft.com/office/drawing/2014/main" id="{26F0050C-F030-A048-75C5-1FB84EBE1C16}"/>
              </a:ext>
            </a:extLst>
          </p:cNvPr>
          <p:cNvSpPr/>
          <p:nvPr/>
        </p:nvSpPr>
        <p:spPr>
          <a:xfrm>
            <a:off x="4897315" y="5188234"/>
            <a:ext cx="888023" cy="8520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hapeHyperlink3">
            <a:extLst>
              <a:ext uri="{FF2B5EF4-FFF2-40B4-BE49-F238E27FC236}">
                <a16:creationId xmlns:a16="http://schemas.microsoft.com/office/drawing/2014/main" id="{1BCC35BE-075E-E32E-614F-CFEF16777E38}"/>
              </a:ext>
            </a:extLst>
          </p:cNvPr>
          <p:cNvCxnSpPr/>
          <p:nvPr/>
        </p:nvCxnSpPr>
        <p:spPr>
          <a:xfrm>
            <a:off x="6251331" y="4985238"/>
            <a:ext cx="923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523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1602-B3D4-E786-5D44-E2C09AB511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7ED0A0A-C712-37C9-D3DB-AE88ED9C601B}"/>
              </a:ext>
            </a:extLst>
          </p:cNvPr>
          <p:cNvSpPr>
            <a:spLocks noGrp="1"/>
          </p:cNvSpPr>
          <p:nvPr>
            <p:ph type="subTitle" idx="1"/>
          </p:nvPr>
        </p:nvSpPr>
        <p:spPr>
          <a:xfrm>
            <a:off x="1524000" y="287338"/>
            <a:ext cx="9144000" cy="416047"/>
          </a:xfrm>
        </p:spPr>
        <p:txBody>
          <a:bodyPr>
            <a:normAutofit lnSpcReduction="10000"/>
          </a:bodyPr>
          <a:lstStyle/>
          <a:p>
            <a:r>
              <a:rPr lang="en-IN" b="1" dirty="0" err="1"/>
              <a:t>updateHyperlink</a:t>
            </a:r>
            <a:endParaRPr lang="en-IN" b="1" dirty="0"/>
          </a:p>
        </p:txBody>
      </p:sp>
      <p:sp>
        <p:nvSpPr>
          <p:cNvPr id="9" name="TextHyperlink">
            <a:hlinkClick r:id="rId2"/>
            <a:extLst>
              <a:ext uri="{FF2B5EF4-FFF2-40B4-BE49-F238E27FC236}">
                <a16:creationId xmlns:a16="http://schemas.microsoft.com/office/drawing/2014/main" id="{12112BA9-F392-5674-078C-09F79FAF9802}"/>
              </a:ext>
            </a:extLst>
          </p:cNvPr>
          <p:cNvSpPr txBox="1"/>
          <p:nvPr/>
        </p:nvSpPr>
        <p:spPr>
          <a:xfrm>
            <a:off x="402248" y="703385"/>
            <a:ext cx="6097464" cy="2903359"/>
          </a:xfrm>
          <a:prstGeom prst="rect">
            <a:avLst/>
          </a:prstGeom>
          <a:noFill/>
        </p:spPr>
        <p:txBody>
          <a:bodyPr wrap="square">
            <a:spAutoFit/>
          </a:bodyPr>
          <a:lstStyle/>
          <a:p>
            <a:pPr>
              <a:spcAft>
                <a:spcPts val="750"/>
              </a:spcAft>
            </a:pPr>
            <a:r>
              <a:rPr lang="en-IN" sz="1600" b="0" i="0" dirty="0">
                <a:solidFill>
                  <a:schemeClr val="tx1"/>
                </a:solidFill>
                <a:effectLst/>
                <a:latin typeface="+mn-lt"/>
              </a:rPr>
              <a:t>What is Lorem Ipsum?</a:t>
            </a:r>
          </a:p>
          <a:p>
            <a:pPr algn="just">
              <a:spcAft>
                <a:spcPts val="1125"/>
              </a:spcAft>
            </a:pPr>
            <a:r>
              <a:rPr lang="en-IN" sz="1600" b="1" i="0" dirty="0">
                <a:solidFill>
                  <a:schemeClr val="tx1"/>
                </a:solidFill>
                <a:effectLst/>
                <a:latin typeface="+mn-lt"/>
              </a:rPr>
              <a:t>Lorem Ipsum</a:t>
            </a:r>
            <a:r>
              <a:rPr lang="en-IN" sz="1600" b="0" i="0" dirty="0">
                <a:solidFill>
                  <a:schemeClr val="tx1"/>
                </a:solidFill>
                <a:effectLst/>
                <a:latin typeface="+mn-lt"/>
              </a:rPr>
              <a:t>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endParaRPr lang="en-IN" sz="1100" b="0" i="0" dirty="0">
              <a:solidFill>
                <a:srgbClr val="000000"/>
              </a:solidFill>
              <a:effectLst/>
              <a:latin typeface="Open Sans" panose="020B0606030504020204" pitchFamily="34" charset="0"/>
            </a:endParaRPr>
          </a:p>
        </p:txBody>
      </p:sp>
      <p:pic>
        <p:nvPicPr>
          <p:cNvPr id="10" name="ImageHyperlink">
            <a:hlinkClick r:id="rId2"/>
            <a:extLst>
              <a:ext uri="{FF2B5EF4-FFF2-40B4-BE49-F238E27FC236}">
                <a16:creationId xmlns:a16="http://schemas.microsoft.com/office/drawing/2014/main" id="{0796113A-ACBE-3B25-54F1-6BAD5B1C7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5628" y="703385"/>
            <a:ext cx="3046449" cy="2017778"/>
          </a:xfrm>
          <a:prstGeom prst="rect">
            <a:avLst/>
          </a:prstGeom>
        </p:spPr>
      </p:pic>
      <p:sp>
        <p:nvSpPr>
          <p:cNvPr id="12" name="ShapeHyperlink1">
            <a:hlinkClick r:id="rId4" action="ppaction://hlinksldjump"/>
            <a:extLst>
              <a:ext uri="{FF2B5EF4-FFF2-40B4-BE49-F238E27FC236}">
                <a16:creationId xmlns:a16="http://schemas.microsoft.com/office/drawing/2014/main" id="{6246F8B4-90A0-7DCA-633D-793C01CF76BA}"/>
              </a:ext>
            </a:extLst>
          </p:cNvPr>
          <p:cNvSpPr/>
          <p:nvPr/>
        </p:nvSpPr>
        <p:spPr>
          <a:xfrm>
            <a:off x="4800600" y="4099629"/>
            <a:ext cx="1081454" cy="641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hapeHyperlink2">
            <a:hlinkClick r:id="rId4" action="ppaction://hlinksldjump"/>
            <a:extLst>
              <a:ext uri="{FF2B5EF4-FFF2-40B4-BE49-F238E27FC236}">
                <a16:creationId xmlns:a16="http://schemas.microsoft.com/office/drawing/2014/main" id="{60AC441E-4098-20B2-31AE-E06E317A37C6}"/>
              </a:ext>
            </a:extLst>
          </p:cNvPr>
          <p:cNvSpPr/>
          <p:nvPr/>
        </p:nvSpPr>
        <p:spPr>
          <a:xfrm>
            <a:off x="4897315" y="5188234"/>
            <a:ext cx="888023" cy="8520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 name="ShapeHyperlink3">
            <a:hlinkClick r:id="" action="ppaction://hlinkshowjump?jump=previousslide"/>
            <a:extLst>
              <a:ext uri="{FF2B5EF4-FFF2-40B4-BE49-F238E27FC236}">
                <a16:creationId xmlns:a16="http://schemas.microsoft.com/office/drawing/2014/main" id="{92F2B9B0-1E63-C508-CACF-CD151BA76390}"/>
              </a:ext>
            </a:extLst>
          </p:cNvPr>
          <p:cNvCxnSpPr/>
          <p:nvPr/>
        </p:nvCxnSpPr>
        <p:spPr>
          <a:xfrm>
            <a:off x="6251331" y="4985238"/>
            <a:ext cx="923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55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B86F-EF00-3A64-DA1C-859A5B4E53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514A729-68DC-4DF5-2B43-2376759F500D}"/>
              </a:ext>
            </a:extLst>
          </p:cNvPr>
          <p:cNvSpPr>
            <a:spLocks noGrp="1"/>
          </p:cNvSpPr>
          <p:nvPr>
            <p:ph type="subTitle" idx="1"/>
          </p:nvPr>
        </p:nvSpPr>
        <p:spPr>
          <a:xfrm>
            <a:off x="1524000" y="287338"/>
            <a:ext cx="9144000" cy="416047"/>
          </a:xfrm>
        </p:spPr>
        <p:txBody>
          <a:bodyPr>
            <a:normAutofit lnSpcReduction="10000"/>
          </a:bodyPr>
          <a:lstStyle/>
          <a:p>
            <a:r>
              <a:rPr lang="en-IN" dirty="0" err="1"/>
              <a:t>removeHyperlink</a:t>
            </a:r>
            <a:endParaRPr lang="en-IN" dirty="0"/>
          </a:p>
        </p:txBody>
      </p:sp>
      <p:sp>
        <p:nvSpPr>
          <p:cNvPr id="15" name="TextHyperlink">
            <a:hlinkClick r:id="rId2"/>
            <a:extLst>
              <a:ext uri="{FF2B5EF4-FFF2-40B4-BE49-F238E27FC236}">
                <a16:creationId xmlns:a16="http://schemas.microsoft.com/office/drawing/2014/main" id="{17316A05-F85A-31F5-65CE-E8AB91DD37B0}"/>
              </a:ext>
            </a:extLst>
          </p:cNvPr>
          <p:cNvSpPr txBox="1"/>
          <p:nvPr/>
        </p:nvSpPr>
        <p:spPr>
          <a:xfrm>
            <a:off x="402248" y="703385"/>
            <a:ext cx="6097464" cy="2903359"/>
          </a:xfrm>
          <a:prstGeom prst="rect">
            <a:avLst/>
          </a:prstGeom>
          <a:noFill/>
        </p:spPr>
        <p:txBody>
          <a:bodyPr wrap="square">
            <a:spAutoFit/>
          </a:bodyPr>
          <a:lstStyle/>
          <a:p>
            <a:pPr>
              <a:spcAft>
                <a:spcPts val="750"/>
              </a:spcAft>
            </a:pPr>
            <a:r>
              <a:rPr lang="en-IN" sz="1600" b="0" i="0" dirty="0">
                <a:solidFill>
                  <a:schemeClr val="tx1"/>
                </a:solidFill>
                <a:effectLst/>
                <a:latin typeface="+mn-lt"/>
              </a:rPr>
              <a:t>What is Lorem Ipsum?</a:t>
            </a:r>
          </a:p>
          <a:p>
            <a:pPr algn="just">
              <a:spcAft>
                <a:spcPts val="1125"/>
              </a:spcAft>
            </a:pPr>
            <a:r>
              <a:rPr lang="en-IN" sz="1600" b="1" i="0" dirty="0">
                <a:solidFill>
                  <a:schemeClr val="tx1"/>
                </a:solidFill>
                <a:effectLst/>
                <a:latin typeface="+mn-lt"/>
              </a:rPr>
              <a:t>Lorem Ipsum</a:t>
            </a:r>
            <a:r>
              <a:rPr lang="en-IN" sz="1600" b="0" i="0" dirty="0">
                <a:solidFill>
                  <a:schemeClr val="tx1"/>
                </a:solidFill>
                <a:effectLst/>
                <a:latin typeface="+mn-lt"/>
              </a:rPr>
              <a:t>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endParaRPr lang="en-IN" sz="1100" b="0" i="0" dirty="0">
              <a:solidFill>
                <a:srgbClr val="000000"/>
              </a:solidFill>
              <a:effectLst/>
              <a:latin typeface="Open Sans" panose="020B0606030504020204" pitchFamily="34" charset="0"/>
            </a:endParaRPr>
          </a:p>
        </p:txBody>
      </p:sp>
      <p:pic>
        <p:nvPicPr>
          <p:cNvPr id="16" name="ImageHyperlink">
            <a:hlinkClick r:id="rId2"/>
            <a:extLst>
              <a:ext uri="{FF2B5EF4-FFF2-40B4-BE49-F238E27FC236}">
                <a16:creationId xmlns:a16="http://schemas.microsoft.com/office/drawing/2014/main" id="{FA83F6DD-E977-F364-5216-9C65C58D3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5628" y="703385"/>
            <a:ext cx="3046449" cy="2017778"/>
          </a:xfrm>
          <a:prstGeom prst="rect">
            <a:avLst/>
          </a:prstGeom>
        </p:spPr>
      </p:pic>
      <p:sp>
        <p:nvSpPr>
          <p:cNvPr id="17" name="ShapeHyperlink1">
            <a:hlinkClick r:id="rId4" action="ppaction://hlinksldjump"/>
            <a:extLst>
              <a:ext uri="{FF2B5EF4-FFF2-40B4-BE49-F238E27FC236}">
                <a16:creationId xmlns:a16="http://schemas.microsoft.com/office/drawing/2014/main" id="{CD49D0B7-3B71-17A4-B8F0-3B7C2BE7988F}"/>
              </a:ext>
            </a:extLst>
          </p:cNvPr>
          <p:cNvSpPr/>
          <p:nvPr/>
        </p:nvSpPr>
        <p:spPr>
          <a:xfrm>
            <a:off x="4800600" y="4099629"/>
            <a:ext cx="1081454" cy="641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ShapeHyperlink2">
            <a:hlinkClick r:id="rId5" action="ppaction://hlinksldjump"/>
            <a:extLst>
              <a:ext uri="{FF2B5EF4-FFF2-40B4-BE49-F238E27FC236}">
                <a16:creationId xmlns:a16="http://schemas.microsoft.com/office/drawing/2014/main" id="{48F0C16E-11A9-AB57-EF93-82E24D061A71}"/>
              </a:ext>
            </a:extLst>
          </p:cNvPr>
          <p:cNvSpPr/>
          <p:nvPr/>
        </p:nvSpPr>
        <p:spPr>
          <a:xfrm>
            <a:off x="4897315" y="5188234"/>
            <a:ext cx="888023" cy="8520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9" name="ShapeHyperlink3">
            <a:hlinkClick r:id="" action="ppaction://hlinkshowjump?jump=previousslide"/>
            <a:extLst>
              <a:ext uri="{FF2B5EF4-FFF2-40B4-BE49-F238E27FC236}">
                <a16:creationId xmlns:a16="http://schemas.microsoft.com/office/drawing/2014/main" id="{92F048A4-892C-349F-3054-3713B5D657DC}"/>
              </a:ext>
            </a:extLst>
          </p:cNvPr>
          <p:cNvCxnSpPr/>
          <p:nvPr/>
        </p:nvCxnSpPr>
        <p:spPr>
          <a:xfrm>
            <a:off x="6251331" y="4985238"/>
            <a:ext cx="923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51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A4369-31A5-42E2-47E9-51C2CCED3DA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0CC392-EADD-A8B7-06D6-3FFF121D4C55}"/>
              </a:ext>
            </a:extLst>
          </p:cNvPr>
          <p:cNvSpPr>
            <a:spLocks noGrp="1"/>
          </p:cNvSpPr>
          <p:nvPr>
            <p:ph type="subTitle" idx="1"/>
          </p:nvPr>
        </p:nvSpPr>
        <p:spPr>
          <a:xfrm>
            <a:off x="1524000" y="287338"/>
            <a:ext cx="9144000" cy="416047"/>
          </a:xfrm>
        </p:spPr>
        <p:txBody>
          <a:bodyPr>
            <a:normAutofit lnSpcReduction="10000"/>
          </a:bodyPr>
          <a:lstStyle/>
          <a:p>
            <a:r>
              <a:rPr lang="en-IN" b="1" dirty="0" err="1"/>
              <a:t>setHyperlink</a:t>
            </a:r>
            <a:endParaRPr lang="en-IN" b="1" dirty="0"/>
          </a:p>
        </p:txBody>
      </p:sp>
      <p:sp>
        <p:nvSpPr>
          <p:cNvPr id="2" name="TextHyperlink">
            <a:extLst>
              <a:ext uri="{FF2B5EF4-FFF2-40B4-BE49-F238E27FC236}">
                <a16:creationId xmlns:a16="http://schemas.microsoft.com/office/drawing/2014/main" id="{0B13A6FA-F4C1-D769-7764-0A4CE807457E}"/>
              </a:ext>
            </a:extLst>
          </p:cNvPr>
          <p:cNvSpPr txBox="1"/>
          <p:nvPr/>
        </p:nvSpPr>
        <p:spPr>
          <a:xfrm>
            <a:off x="252412" y="1301262"/>
            <a:ext cx="11687175" cy="4801314"/>
          </a:xfrm>
          <a:prstGeom prst="rect">
            <a:avLst/>
          </a:prstGeom>
          <a:noFill/>
        </p:spPr>
        <p:txBody>
          <a:bodyPr wrap="square">
            <a:spAutoFit/>
          </a:bodyPr>
          <a:lstStyle/>
          <a:p>
            <a:r>
              <a:rPr lang="en-IN" b="1" dirty="0"/>
              <a:t>Project Architecture Summary: node-pptx-</a:t>
            </a:r>
            <a:r>
              <a:rPr lang="en-IN" b="1" dirty="0" err="1"/>
              <a:t>templater</a:t>
            </a:r>
            <a:endParaRPr lang="en-IN" b="1" dirty="0"/>
          </a:p>
          <a:p>
            <a:r>
              <a:rPr lang="en-IN" b="1" dirty="0"/>
              <a:t>Version</a:t>
            </a:r>
            <a:r>
              <a:rPr lang="en-IN" dirty="0"/>
              <a:t>: 3.0.0-alpha.0</a:t>
            </a:r>
            <a:br>
              <a:rPr lang="en-IN" dirty="0"/>
            </a:br>
            <a:r>
              <a:rPr lang="en-IN" b="1" dirty="0"/>
              <a:t>Runtime</a:t>
            </a:r>
            <a:r>
              <a:rPr lang="en-IN" dirty="0"/>
              <a:t>: Pure JavaScript (Node.js &gt;=18.x, AWS Lambda, Cloudflare Workers, </a:t>
            </a:r>
            <a:r>
              <a:rPr lang="en-IN" dirty="0" err="1"/>
              <a:t>Vercel</a:t>
            </a:r>
            <a:r>
              <a:rPr lang="en-IN" dirty="0"/>
              <a:t> Edge, Deno)</a:t>
            </a:r>
            <a:br>
              <a:rPr lang="en-IN" dirty="0"/>
            </a:br>
            <a:r>
              <a:rPr lang="en-IN" b="1" dirty="0"/>
              <a:t>Standard</a:t>
            </a:r>
            <a:r>
              <a:rPr lang="en-IN" dirty="0"/>
              <a:t>: ISO/IEC 29500 (ECMA-376) Parts 1 &amp; 2 (OPC &amp; </a:t>
            </a:r>
            <a:r>
              <a:rPr lang="en-IN" dirty="0" err="1"/>
              <a:t>PresentationML</a:t>
            </a:r>
            <a:r>
              <a:rPr lang="en-IN" dirty="0"/>
              <a:t>)</a:t>
            </a:r>
            <a:br>
              <a:rPr lang="en-IN" dirty="0"/>
            </a:br>
            <a:endParaRPr lang="en-IN" dirty="0"/>
          </a:p>
          <a:p>
            <a:r>
              <a:rPr lang="en-IN" b="1" dirty="0"/>
              <a:t>1. Architectural Blueprint &amp; Subsystem Managers</a:t>
            </a:r>
          </a:p>
          <a:p>
            <a:r>
              <a:rPr lang="en-IN" dirty="0"/>
              <a:t>node-pptx-</a:t>
            </a:r>
            <a:r>
              <a:rPr lang="en-IN" dirty="0" err="1"/>
              <a:t>templater</a:t>
            </a:r>
            <a:r>
              <a:rPr lang="en-IN" dirty="0"/>
              <a:t> is an in-memory </a:t>
            </a:r>
            <a:r>
              <a:rPr lang="en-IN" dirty="0" err="1"/>
              <a:t>OpenXML</a:t>
            </a:r>
            <a:r>
              <a:rPr lang="en-IN" dirty="0"/>
              <a:t> package manipulator operating on a Virtual File System (Map&lt;string, Uint8Array&gt;) with zero native binaries or office dependencies.</a:t>
            </a:r>
          </a:p>
          <a:p>
            <a:r>
              <a:rPr lang="en-IN" dirty="0"/>
              <a:t>Ingestion (</a:t>
            </a:r>
            <a:r>
              <a:rPr lang="en-IN" dirty="0" err="1"/>
              <a:t>PackageLoader</a:t>
            </a:r>
            <a:r>
              <a:rPr lang="en-IN" dirty="0"/>
              <a:t>, </a:t>
            </a:r>
            <a:r>
              <a:rPr lang="en-IN" dirty="0" err="1"/>
              <a:t>FlatOpcConverter</a:t>
            </a:r>
            <a:r>
              <a:rPr lang="en-IN" dirty="0"/>
              <a:t>, </a:t>
            </a:r>
            <a:r>
              <a:rPr lang="en-IN" dirty="0" err="1"/>
              <a:t>LegacyConverter</a:t>
            </a:r>
            <a:r>
              <a:rPr lang="en-IN" dirty="0"/>
              <a:t>)</a:t>
            </a:r>
          </a:p>
          <a:p>
            <a:r>
              <a:rPr lang="en-IN" dirty="0"/>
              <a:t>  └─► In-Memory VFS (</a:t>
            </a:r>
            <a:r>
              <a:rPr lang="en-IN" dirty="0" err="1"/>
              <a:t>VirtualFileSystem</a:t>
            </a:r>
            <a:r>
              <a:rPr lang="en-IN" dirty="0"/>
              <a:t>)</a:t>
            </a:r>
          </a:p>
          <a:p>
            <a:r>
              <a:rPr lang="en-IN" dirty="0"/>
              <a:t>        └─► AST Parsing &amp; Serializing (</a:t>
            </a:r>
            <a:r>
              <a:rPr lang="en-IN" dirty="0" err="1"/>
              <a:t>XMLParser</a:t>
            </a:r>
            <a:r>
              <a:rPr lang="en-IN" dirty="0"/>
              <a:t>: standard &amp; ordered [Z_ORDER_SYMBOL])</a:t>
            </a:r>
          </a:p>
          <a:p>
            <a:r>
              <a:rPr lang="en-IN" dirty="0"/>
              <a:t>              ├─► Core: </a:t>
            </a:r>
            <a:r>
              <a:rPr lang="en-IN" dirty="0" err="1"/>
              <a:t>TemplateEngine</a:t>
            </a:r>
            <a:r>
              <a:rPr lang="en-IN" dirty="0"/>
              <a:t> (run healing, lists), </a:t>
            </a:r>
            <a:r>
              <a:rPr lang="en-IN" dirty="0" err="1"/>
              <a:t>ValidationEngine</a:t>
            </a:r>
            <a:r>
              <a:rPr lang="en-IN" dirty="0"/>
              <a:t> (XXE, integrity)</a:t>
            </a:r>
          </a:p>
          <a:p>
            <a:r>
              <a:rPr lang="en-IN" dirty="0"/>
              <a:t>              ├─► Slide Subsystems: </a:t>
            </a:r>
            <a:r>
              <a:rPr lang="en-IN" dirty="0" err="1"/>
              <a:t>SlideManager</a:t>
            </a:r>
            <a:r>
              <a:rPr lang="en-IN" dirty="0"/>
              <a:t>, </a:t>
            </a:r>
            <a:r>
              <a:rPr lang="en-IN" dirty="0" err="1"/>
              <a:t>ZOrderManager</a:t>
            </a:r>
            <a:r>
              <a:rPr lang="en-IN" dirty="0"/>
              <a:t>, </a:t>
            </a:r>
            <a:r>
              <a:rPr lang="en-IN" dirty="0" err="1"/>
              <a:t>CommentManager</a:t>
            </a:r>
            <a:endParaRPr lang="en-IN" dirty="0"/>
          </a:p>
          <a:p>
            <a:r>
              <a:rPr lang="en-IN" dirty="0"/>
              <a:t>              ├─► Element Subsystems: </a:t>
            </a:r>
            <a:r>
              <a:rPr lang="en-IN" dirty="0" err="1"/>
              <a:t>TextManager</a:t>
            </a:r>
            <a:r>
              <a:rPr lang="en-IN" dirty="0"/>
              <a:t>, TableManager, </a:t>
            </a:r>
            <a:r>
              <a:rPr lang="en-IN" dirty="0" err="1"/>
              <a:t>ChartManager</a:t>
            </a:r>
            <a:r>
              <a:rPr lang="en-IN" dirty="0"/>
              <a:t>, </a:t>
            </a:r>
            <a:r>
              <a:rPr lang="en-IN" dirty="0" err="1"/>
              <a:t>ShapeManager</a:t>
            </a:r>
            <a:r>
              <a:rPr lang="en-IN" dirty="0"/>
              <a:t>, </a:t>
            </a:r>
            <a:r>
              <a:rPr lang="en-IN" dirty="0" err="1"/>
              <a:t>ImageManager</a:t>
            </a:r>
            <a:r>
              <a:rPr lang="en-IN" dirty="0"/>
              <a:t>, </a:t>
            </a:r>
            <a:r>
              <a:rPr lang="en-IN" dirty="0" err="1"/>
              <a:t>MediaManager</a:t>
            </a:r>
            <a:endParaRPr lang="en-IN" dirty="0"/>
          </a:p>
          <a:p>
            <a:r>
              <a:rPr lang="en-IN" dirty="0"/>
              <a:t>              ├─► Package Manifests: </a:t>
            </a:r>
            <a:r>
              <a:rPr lang="en-IN" dirty="0" err="1"/>
              <a:t>RelationshipManager</a:t>
            </a:r>
            <a:r>
              <a:rPr lang="en-IN" dirty="0"/>
              <a:t>, </a:t>
            </a:r>
            <a:r>
              <a:rPr lang="en-IN" dirty="0" err="1"/>
              <a:t>ContentTypesManager</a:t>
            </a:r>
            <a:r>
              <a:rPr lang="en-IN" dirty="0"/>
              <a:t>, </a:t>
            </a:r>
            <a:r>
              <a:rPr lang="en-IN" dirty="0" err="1"/>
              <a:t>ZipManager</a:t>
            </a:r>
            <a:endParaRPr lang="en-IN" dirty="0"/>
          </a:p>
          <a:p>
            <a:r>
              <a:rPr lang="en-IN" dirty="0"/>
              <a:t>              └─► Output Pipeline: </a:t>
            </a:r>
            <a:r>
              <a:rPr lang="en-IN" dirty="0" err="1"/>
              <a:t>OutputWriter</a:t>
            </a:r>
            <a:r>
              <a:rPr lang="en-IN" dirty="0"/>
              <a:t> &amp; </a:t>
            </a:r>
            <a:r>
              <a:rPr lang="en-IN" dirty="0" err="1"/>
              <a:t>FrameworkAdapters</a:t>
            </a:r>
            <a:r>
              <a:rPr lang="en-IN" dirty="0"/>
              <a:t> (18-method I/O boundary)</a:t>
            </a:r>
          </a:p>
        </p:txBody>
      </p:sp>
    </p:spTree>
    <p:extLst>
      <p:ext uri="{BB962C8B-B14F-4D97-AF65-F5344CB8AC3E}">
        <p14:creationId xmlns:p14="http://schemas.microsoft.com/office/powerpoint/2010/main" val="3041470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535</Words>
  <Application>Microsoft Office PowerPoint</Application>
  <PresentationFormat>Widescreen</PresentationFormat>
  <Paragraphs>22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Open Sans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Suyog Jadhav</dc:creator>
  <cp:lastModifiedBy>Suyog Jadhav</cp:lastModifiedBy>
  <cp:revision>8</cp:revision>
  <dcterms:created xsi:type="dcterms:W3CDTF">2026-10-26T18:24:04Z</dcterms:created>
  <dcterms:modified xsi:type="dcterms:W3CDTF">2026-10-26T18:50:18Z</dcterms:modified>
</cp:coreProperties>
</file>
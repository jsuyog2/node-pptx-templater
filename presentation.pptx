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3C471-C754-871F-AF6C-A200F7425B03}" v="122" dt="2026-06-18T11:32:04.302"/>
    <p1510:client id="{2796ABAA-F5FB-42ED-8CAB-0587183265E4}" v="9" dt="2026-06-18T08:43:1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8" Type="http://schemas.openxmlformats.org/officeDocument/2006/relationships/notesMaster" Target="notesMasters/notesMaster1.xml"/>
  <Relationship Id="rId13" Type="http://schemas.microsoft.com/office/2015/10/relationships/revisionInfo" Target="revisionInfo.xml"/>
  <Relationship Id="rId3" Type="http://schemas.openxmlformats.org/officeDocument/2006/relationships/slide" Target="slides/slide2.xml"/>
  <Relationship Id="rId7" Type="http://schemas.openxmlformats.org/officeDocument/2006/relationships/slide" Target="slides/slide6.xml"/>
  <Relationship Id="rId12" Type="http://schemas.openxmlformats.org/officeDocument/2006/relationships/tableStyles" Target="tableStyles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theme" Target="theme/theme1.xml"/>
  <Relationship Id="rId5" Type="http://schemas.openxmlformats.org/officeDocument/2006/relationships/slide" Target="slides/slide4.xml"/>
  <Relationship Id="rId10" Type="http://schemas.openxmlformats.org/officeDocument/2006/relationships/viewProps" Target="viewProps.xml"/>
  <Relationship Id="rId4" Type="http://schemas.openxmlformats.org/officeDocument/2006/relationships/slide" Target="slides/slide3.xml"/>
  <Relationship Id="rId9" Type="http://schemas.openxmlformats.org/officeDocument/2006/relationships/presProps" Target="presProps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AF6D7-0F32-4F05-B21A-8AF0CB26F94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BE13-E5DD-4ADC-A243-D0627F8BD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  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2.xml"/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3.xml"/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sample_response.pptx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{{title2}}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rmAutofit fontScale="90000"/>
          </a:bodyPr>
          <a:lstStyle/>
          <a:p>
            <a:r>
              <a:rPr lang="en-US" sz="2800"/>
              <a:t>Hello {{title}}</a:t>
            </a:r>
            <a:endParaRPr lang="en-IN" sz="280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44565"/>
              </p:ext>
            </p:extLst>
          </p:nvPr>
        </p:nvGraphicFramePr>
        <p:xfrm>
          <a:off x="838200" y="732950"/>
          <a:ext cx="10515600" cy="101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224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641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7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838200" y="-4207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673608"/>
              </p:ext>
            </p:extLst>
          </p:nvPr>
        </p:nvGraphicFramePr>
        <p:xfrm>
          <a:off x="838200" y="574548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qqqwet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  <p:sp>
        <p:nvSpPr>
          <p:cNvPr id="4" name="Shape01">
            <a:extLst>
              <a:ext uri="{FF2B5EF4-FFF2-40B4-BE49-F238E27FC236}">
                <a16:creationId xmlns:a16="http://schemas.microsoft.com/office/drawing/2014/main" id="{3693A6A3-E2A6-FE4E-5729-75F6CA7C3D56}"/>
              </a:ext>
            </a:extLst>
          </p:cNvPr>
          <p:cNvSpPr/>
          <p:nvPr/>
        </p:nvSpPr>
        <p:spPr>
          <a:xfrm>
            <a:off x="3043418" y="182301"/>
            <a:ext cx="287274" cy="304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8" name="Shape02">
            <a:extLst>
              <a:ext uri="{FF2B5EF4-FFF2-40B4-BE49-F238E27FC236}">
                <a16:creationId xmlns:a16="http://schemas.microsoft.com/office/drawing/2014/main" id="{EAB81D09-6F97-AF14-0D2D-73C35EC0AB38}"/>
              </a:ext>
            </a:extLst>
          </p:cNvPr>
          <p:cNvSpPr/>
          <p:nvPr/>
        </p:nvSpPr>
        <p:spPr>
          <a:xfrm>
            <a:off x="3727410" y="181457"/>
            <a:ext cx="287274" cy="304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0" name="Shape03">
            <a:extLst>
              <a:ext uri="{FF2B5EF4-FFF2-40B4-BE49-F238E27FC236}">
                <a16:creationId xmlns:a16="http://schemas.microsoft.com/office/drawing/2014/main" id="{94BE44B0-3A2D-FC89-DB70-1072E5444FE9}"/>
              </a:ext>
            </a:extLst>
          </p:cNvPr>
          <p:cNvSpPr/>
          <p:nvPr/>
        </p:nvSpPr>
        <p:spPr>
          <a:xfrm>
            <a:off x="4313663" y="178564"/>
            <a:ext cx="287274" cy="3048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6" name="Shape04">
            <a:extLst>
              <a:ext uri="{FF2B5EF4-FFF2-40B4-BE49-F238E27FC236}">
                <a16:creationId xmlns:a16="http://schemas.microsoft.com/office/drawing/2014/main" id="{92B0CC66-1A22-3704-4B85-F2E218CC1DB7}"/>
              </a:ext>
            </a:extLst>
          </p:cNvPr>
          <p:cNvSpPr/>
          <p:nvPr/>
        </p:nvSpPr>
        <p:spPr>
          <a:xfrm>
            <a:off x="4873105" y="178563"/>
            <a:ext cx="287274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9" name="Shape05">
            <a:extLst>
              <a:ext uri="{FF2B5EF4-FFF2-40B4-BE49-F238E27FC236}">
                <a16:creationId xmlns:a16="http://schemas.microsoft.com/office/drawing/2014/main" id="{DEEA9499-0AAE-C967-31EB-0E066BD48ABC}"/>
              </a:ext>
            </a:extLst>
          </p:cNvPr>
          <p:cNvSpPr/>
          <p:nvPr/>
        </p:nvSpPr>
        <p:spPr>
          <a:xfrm>
            <a:off x="5403612" y="178564"/>
            <a:ext cx="287274" cy="304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1" name="Shape06">
            <a:extLst>
              <a:ext uri="{FF2B5EF4-FFF2-40B4-BE49-F238E27FC236}">
                <a16:creationId xmlns:a16="http://schemas.microsoft.com/office/drawing/2014/main" id="{BB6AB5BE-5F58-2384-C0AA-46EADE997667}"/>
              </a:ext>
            </a:extLst>
          </p:cNvPr>
          <p:cNvSpPr/>
          <p:nvPr/>
        </p:nvSpPr>
        <p:spPr>
          <a:xfrm>
            <a:off x="5953409" y="178563"/>
            <a:ext cx="287274" cy="3048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Series</a:t>
            </a:r>
            <a:r>
              <a:rPr lang="en-US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>
                <a:latin typeface="Adobe Garamond Pro Bold" panose="02020702060506020403" pitchFamily="18" charset="0"/>
              </a:rPr>
              <a:t>2</a:t>
            </a:r>
            <a:r>
              <a:rPr lang="en-US" baseline="30000">
                <a:latin typeface="Adobe Garamond Pro Bold" panose="02020702060506020403" pitchFamily="18" charset="0"/>
              </a:rPr>
              <a:t>nd</a:t>
            </a:r>
            <a:r>
              <a:rPr lang="en-US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/>
              <a:t>3</a:t>
            </a:r>
            <a:r>
              <a:rPr lang="en-US" sz="1600" baseline="30000"/>
              <a:t>rd</a:t>
            </a:r>
            <a:r>
              <a:rPr lang="en-US" sz="1600"/>
              <a:t> item</a:t>
            </a:r>
            <a:endParaRPr lang="en-IN" sz="1600"/>
          </a:p>
        </p:txBody>
      </p:sp>
      <p:graphicFrame>
        <p:nvGraphicFramePr>
          <p:cNvPr id="5" name="Board Data">
            <a:extLst>
              <a:ext uri="{FF2B5EF4-FFF2-40B4-BE49-F238E27FC236}">
                <a16:creationId xmlns:a16="http://schemas.microsoft.com/office/drawing/2014/main" id="{99E28619-E8A7-F0D4-9EA1-D7749B17D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38668"/>
              </p:ext>
            </p:extLst>
          </p:nvPr>
        </p:nvGraphicFramePr>
        <p:xfrm>
          <a:off x="6941467" y="136525"/>
          <a:ext cx="4334512" cy="45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9002">
                  <a:extLst>
                    <a:ext uri="{9D8B030D-6E8A-4147-A177-3AD203B41FA5}">
                      <a16:colId xmlns:a16="http://schemas.microsoft.com/office/drawing/2014/main" val="2710512592"/>
                    </a:ext>
                  </a:extLst>
                </a:gridCol>
                <a:gridCol w="650631">
                  <a:extLst>
                    <a:ext uri="{9D8B030D-6E8A-4147-A177-3AD203B41FA5}">
                      <a16:colId xmlns:a16="http://schemas.microsoft.com/office/drawing/2014/main" val="3519371818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4260604003"/>
                    </a:ext>
                  </a:extLst>
                </a:gridCol>
                <a:gridCol w="422030">
                  <a:extLst>
                    <a:ext uri="{9D8B030D-6E8A-4147-A177-3AD203B41FA5}">
                      <a16:colId xmlns:a16="http://schemas.microsoft.com/office/drawing/2014/main" val="958991336"/>
                    </a:ext>
                  </a:extLst>
                </a:gridCol>
                <a:gridCol w="483577">
                  <a:extLst>
                    <a:ext uri="{9D8B030D-6E8A-4147-A177-3AD203B41FA5}">
                      <a16:colId xmlns:a16="http://schemas.microsoft.com/office/drawing/2014/main" val="4239024402"/>
                    </a:ext>
                  </a:extLst>
                </a:gridCol>
                <a:gridCol w="501162">
                  <a:extLst>
                    <a:ext uri="{9D8B030D-6E8A-4147-A177-3AD203B41FA5}">
                      <a16:colId xmlns:a16="http://schemas.microsoft.com/office/drawing/2014/main" val="505228023"/>
                    </a:ext>
                  </a:extLst>
                </a:gridCol>
                <a:gridCol w="364725">
                  <a:extLst>
                    <a:ext uri="{9D8B030D-6E8A-4147-A177-3AD203B41FA5}">
                      <a16:colId xmlns:a16="http://schemas.microsoft.com/office/drawing/2014/main" val="3014002297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 COMPOSITION DATA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kern="1200" dirty="0">
                          <a:solidFill>
                            <a:schemeClr val="bg1"/>
                          </a:solidFill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START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END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66192"/>
                  </a:ext>
                </a:extLst>
              </a:tr>
              <a:tr h="14201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NAME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PIF EMPLOYEE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OTHER PIF REP.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EXCOM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AUDIT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NRC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8351"/>
                  </a:ext>
                </a:extLst>
              </a:tr>
              <a:tr h="132304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Member #1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No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Yes</a:t>
                      </a:r>
                      <a:endParaRPr lang="en-US" sz="600" b="0" i="0" dirty="0">
                        <a:solidFill>
                          <a:schemeClr val="tx1"/>
                        </a:solidFill>
                        <a:latin typeface="Fund Light" pitchFamily="2" charset="-78"/>
                        <a:cs typeface="Fund Light" pitchFamily="2" charset="-78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1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E7BC075-9F6E-28B2-59E8-8F26920BE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558840"/>
              </p:ext>
            </p:extLst>
          </p:nvPr>
        </p:nvGraphicFramePr>
        <p:xfrm>
          <a:off x="838199" y="573206"/>
          <a:ext cx="1078969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12">
                  <a:extLst>
                    <a:ext uri="{9D8B030D-6E8A-4147-A177-3AD203B41FA5}">
                      <a16:colId xmlns:a16="http://schemas.microsoft.com/office/drawing/2014/main" val="2779847418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632793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032430761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759091533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8541610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580032536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625072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242086109"/>
                    </a:ext>
                  </a:extLst>
                </a:gridCol>
              </a:tblGrid>
              <a:tr h="286828">
                <a:tc gridSpan="2"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8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S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x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z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lgerian" panose="04020705040A02060702" pitchFamily="82" charset="0"/>
                        </a:rPr>
                        <a:t>d</a:t>
                      </a:r>
                      <a:endParaRPr lang="en-IN" sz="1800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32806"/>
                  </a:ext>
                </a:extLst>
              </a:tr>
            </a:tbl>
          </a:graphicData>
        </a:graphic>
      </p:graphicFrame>
      <p:sp>
        <p:nvSpPr>
          <p:cNvPr id="2" name="Team A Logo">
            <a:extLst>
              <a:ext uri="{FF2B5EF4-FFF2-40B4-BE49-F238E27FC236}">
                <a16:creationId xmlns:a16="http://schemas.microsoft.com/office/drawing/2014/main" id="{40CE57F1-956F-4695-F427-6DECEE6DFC90}"/>
              </a:ext>
            </a:extLst>
          </p:cNvPr>
          <p:cNvSpPr/>
          <p:nvPr/>
        </p:nvSpPr>
        <p:spPr>
          <a:xfrm>
            <a:off x="-358439" y="2082600"/>
            <a:ext cx="716878" cy="81450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am B Logo">
            <a:extLst>
              <a:ext uri="{FF2B5EF4-FFF2-40B4-BE49-F238E27FC236}">
                <a16:creationId xmlns:a16="http://schemas.microsoft.com/office/drawing/2014/main" id="{42DD75CE-B87B-A2AB-E9D6-A94D891FA961}"/>
              </a:ext>
            </a:extLst>
          </p:cNvPr>
          <p:cNvSpPr/>
          <p:nvPr/>
        </p:nvSpPr>
        <p:spPr>
          <a:xfrm>
            <a:off x="-420986" y="3241443"/>
            <a:ext cx="841972" cy="81450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3F588-E744-219B-242D-94136B11BABD}"/>
              </a:ext>
            </a:extLst>
          </p:cNvPr>
          <p:cNvGrpSpPr/>
          <p:nvPr/>
        </p:nvGrpSpPr>
        <p:grpSpPr>
          <a:xfrm>
            <a:off x="10092818" y="159766"/>
            <a:ext cx="977638" cy="261610"/>
            <a:chOff x="3759200" y="5085720"/>
            <a:chExt cx="977638" cy="261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3860F-6365-EF4D-D168-C842F01149A9}"/>
                </a:ext>
              </a:extLst>
            </p:cNvPr>
            <p:cNvSpPr/>
            <p:nvPr/>
          </p:nvSpPr>
          <p:spPr>
            <a:xfrm>
              <a:off x="3759200" y="5143500"/>
              <a:ext cx="336550" cy="1460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CA</a:t>
              </a:r>
              <a:endParaRPr lang="en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49580-D805-5ABB-11D1-98485224CF6C}"/>
                </a:ext>
              </a:extLst>
            </p:cNvPr>
            <p:cNvSpPr txBox="1"/>
            <p:nvPr/>
          </p:nvSpPr>
          <p:spPr>
            <a:xfrm>
              <a:off x="4140200" y="5085720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Testing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712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101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Fund Light</vt:lpstr>
      <vt:lpstr>Fund Regular</vt:lpstr>
      <vt:lpstr>Sakkal Majalla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56</cp:revision>
  <dcterms:created xsi:type="dcterms:W3CDTF">2026-05-13T11:34:25Z</dcterms:created>
  <dcterms:modified xsi:type="dcterms:W3CDTF">2026-07-07T19:03:21Z</dcterms:modified>
</cp:coreProperties>
</file>
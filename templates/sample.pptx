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_100_8D7265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_101_4F2D8C80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_103_A7A55498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1067659"/>
              </p:ext>
            </p:extLst>
          </p:nvPr>
        </p:nvGraphicFramePr>
        <p:xfrm>
          <a:off x="838200" y="732950"/>
          <a:ext cx="10515600" cy="2343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57616"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  <a:tr h="626301"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1277678"/>
                  </a:ext>
                </a:extLst>
              </a:tr>
              <a:tr h="688931"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revision>28</cp:revision>
  <dcterms:created xsi:type="dcterms:W3CDTF">2026-05-13T11:34:25Z</dcterms:created>
  <dcterms:modified xsi:type="dcterms:W3CDTF">2026-06-18T11:32:10Z</dcterms:modified>
</cp:coreProperties>
</file>
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r">
              <a:defRPr sz="3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lgerian" panose="04020705040A02060702" pitchFamily="82" charset="0"/>
                <a:ea typeface="+mn-ea"/>
                <a:cs typeface="+mn-cs"/>
              </a:defRPr>
            </a:pPr>
            <a:r>
              <a:rPr lang="en-IN" sz="3200" b="0" dirty="0">
                <a:latin typeface="Algerian" panose="04020705040A02060702" pitchFamily="82" charset="0"/>
              </a:rPr>
              <a:t>Chart</a:t>
            </a:r>
          </a:p>
          <a:p>
            <a:pPr algn="r">
              <a:defRPr sz="3200">
                <a:latin typeface="Algerian" panose="04020705040A02060702" pitchFamily="82" charset="0"/>
              </a:defRPr>
            </a:pPr>
            <a:r>
              <a:rPr lang="en-IN" sz="1800" b="1" dirty="0">
                <a:latin typeface="Agency FB" panose="020B0503020202020204" pitchFamily="34" charset="0"/>
              </a:rPr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r">
            <a:defRPr sz="3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lgerian" panose="04020705040A02060702" pitchFamily="82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dobe Garamond Pro Bold" panose="02020702060506020403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92753623188405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D89-4FC3-BEAD-7878BEFDFFA6}"/>
                </c:ext>
              </c:extLst>
            </c:dLbl>
            <c:spPr>
              <a:solidFill>
                <a:schemeClr val="tx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08-4425-99DE-4E5501F36E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59903381642512"/>
                  <c:y val="-2.1786492374728469E-3"/>
                </c:manualLayout>
              </c:layout>
              <c:spPr>
                <a:solidFill>
                  <a:schemeClr val="tx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>
                    <a:defRPr lang="en-US" sz="80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D89-4FC3-BEAD-7878BEFDFFA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08-4425-99DE-4E5501F36EC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719806763285024"/>
                  <c:y val="-1.0893246187363915E-2"/>
                </c:manualLayout>
              </c:layout>
              <c:spPr>
                <a:solidFill>
                  <a:schemeClr val="tx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>
                    <a:defRPr lang="en-US" sz="80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D89-4FC3-BEAD-7878BEFDFFA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08-4425-99DE-4E5501F36EC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444444444444445"/>
                  <c:y val="-1.997072064003136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D89-4FC3-BEAD-7878BEFDFFA6}"/>
                </c:ext>
              </c:extLst>
            </c:dLbl>
            <c:spPr>
              <a:solidFill>
                <a:schemeClr val="tx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08-4425-99DE-4E5501F36EC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849142544"/>
        <c:axId val="849167024"/>
      </c:barChart>
      <c:catAx>
        <c:axId val="8491425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49167024"/>
        <c:crosses val="autoZero"/>
        <c:auto val="1"/>
        <c:lblAlgn val="ctr"/>
        <c:lblOffset val="100"/>
        <c:noMultiLvlLbl val="0"/>
      </c:catAx>
      <c:valAx>
        <c:axId val="8491670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491425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">
            <a:extLst>
              <a:ext uri="{FF2B5EF4-FFF2-40B4-BE49-F238E27FC236}">
                <a16:creationId xmlns:a16="http://schemas.microsoft.com/office/drawing/2014/main" id="{083EB01B-1DB3-3769-731D-AB321C5367ED}"/>
              </a:ext>
            </a:extLst>
          </p:cNvPr>
          <p:cNvSpPr/>
          <p:nvPr/>
        </p:nvSpPr>
        <p:spPr>
          <a:xfrm>
            <a:off x="694592" y="545123"/>
            <a:ext cx="10659208" cy="575016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4262392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{{title2}}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{{title}}</a:t>
            </a:r>
            <a:endParaRPr lang="en-IN" dirty="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244436"/>
              </p:ext>
            </p:extLst>
          </p:nvPr>
        </p:nvGraphicFramePr>
        <p:xfrm>
          <a:off x="838200" y="1825625"/>
          <a:ext cx="105156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2121408" y="3931920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5479140"/>
              </p:ext>
            </p:extLst>
          </p:nvPr>
        </p:nvGraphicFramePr>
        <p:xfrm>
          <a:off x="838200" y="5028956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459A-1B0A-6E6F-F276-54D5C518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Label Chart">
            <a:extLst>
              <a:ext uri="{FF2B5EF4-FFF2-40B4-BE49-F238E27FC236}">
                <a16:creationId xmlns:a16="http://schemas.microsoft.com/office/drawing/2014/main" id="{5C45F2CF-DBD3-6DBD-9D94-4A4685698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56334538"/>
              </p:ext>
            </p:extLst>
          </p:nvPr>
        </p:nvGraphicFramePr>
        <p:xfrm>
          <a:off x="767862" y="323118"/>
          <a:ext cx="10515600" cy="5829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1263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8BBC3-FCFB-D908-8621-21B4D06A1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st">
            <a:extLst>
              <a:ext uri="{FF2B5EF4-FFF2-40B4-BE49-F238E27FC236}">
                <a16:creationId xmlns:a16="http://schemas.microsoft.com/office/drawing/2014/main" id="{60020E62-F94D-048C-41EB-CD6F49659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1</a:t>
            </a:r>
            <a:r>
              <a:rPr lang="en-US" baseline="30000" dirty="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st</a:t>
            </a:r>
            <a:r>
              <a:rPr lang="en-US" dirty="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 item</a:t>
            </a:r>
          </a:p>
          <a:p>
            <a:r>
              <a:rPr lang="en-US" dirty="0">
                <a:latin typeface="Adobe Garamond Pro Bold" panose="02020702060506020403" pitchFamily="18" charset="0"/>
              </a:rPr>
              <a:t>2</a:t>
            </a:r>
            <a:r>
              <a:rPr lang="en-US" baseline="30000" dirty="0">
                <a:latin typeface="Adobe Garamond Pro Bold" panose="02020702060506020403" pitchFamily="18" charset="0"/>
              </a:rPr>
              <a:t>nd</a:t>
            </a:r>
            <a:r>
              <a:rPr lang="en-US" dirty="0">
                <a:latin typeface="Adobe Garamond Pro Bold" panose="02020702060506020403" pitchFamily="18" charset="0"/>
              </a:rPr>
              <a:t> item</a:t>
            </a:r>
          </a:p>
          <a:p>
            <a:r>
              <a:rPr lang="en-US" sz="1600" dirty="0"/>
              <a:t>3</a:t>
            </a:r>
            <a:r>
              <a:rPr lang="en-US" sz="1600" baseline="30000" dirty="0"/>
              <a:t>rd</a:t>
            </a:r>
            <a:r>
              <a:rPr lang="en-US" sz="1600" dirty="0"/>
              <a:t> item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4113158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43</Words>
  <Application>Microsoft Office PowerPoint</Application>
  <PresentationFormat>Widescreen</PresentationFormat>
  <Paragraphs>30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Adobe Fan Heiti Std B</vt:lpstr>
      <vt:lpstr>Adobe Garamond Pro Bold</vt:lpstr>
      <vt:lpstr>Agency FB</vt:lpstr>
      <vt:lpstr>Algerian</vt:lpstr>
      <vt:lpstr>Arial</vt:lpstr>
      <vt:lpstr>Calibri</vt:lpstr>
      <vt:lpstr>Calibri Light</vt:lpstr>
      <vt:lpstr>Office Theme</vt:lpstr>
      <vt:lpstr>Hello {{title}}</vt:lpstr>
      <vt:lpstr>Hello {{title2}}</vt:lpstr>
      <vt:lpstr>Hello {{title}}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32</cp:revision>
  <dcterms:created xsi:type="dcterms:W3CDTF">2026-05-13T11:34:25Z</dcterms:created>
  <dcterms:modified xsi:type="dcterms:W3CDTF">2026-06-04T13:24:20Z</dcterms:modified>
</cp:coreProperties>
</file>
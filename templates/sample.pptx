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6401D18-F4B1-43C3-8A54-8728F11BC0DA}">
          <p14:sldIdLst>
            <p14:sldId id="256"/>
            <p14:sldId id="257"/>
          </p14:sldIdLst>
        </p14:section>
        <p14:section name="Untitled Section" id="{A3775758-1637-48C8-9754-A5DF8ED68B74}">
          <p14:sldIdLst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dobe Garamond Pro Bold" panose="02020702060506020403" pitchFamily="18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5724EE2C-8685-4063-B888-F16F2237B0FB}" type="CELLRANGE">
                      <a:rPr lang="en-US"/>
                      <a:pPr/>
                      <a:t>[CELLRANGE]</a:t>
                    </a:fld>
                    <a:endParaRPr lang="en-IN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6-9D08-4425-99DE-4E5501F36EC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4.3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Sheet1!$B$3:$E$3</c15:f>
                <c15:dlblRangeCache>
                  <c:ptCount val="4"/>
                  <c:pt idx="0">
                    <c:v>4.3 (29.05%)</c:v>
                  </c:pt>
                  <c:pt idx="1">
                    <c:v>2.5 (16.89%)</c:v>
                  </c:pt>
                  <c:pt idx="2">
                    <c:v>3.5 (23.65%)</c:v>
                  </c:pt>
                  <c:pt idx="3">
                    <c:v>4.5 (30.41%)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0-9D08-4425-99DE-4E5501F36EC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C0AF751-1B0F-438E-96A4-C7CFB7E52912}" type="CELLRANGE">
                      <a:rPr lang="en-US"/>
                      <a:pPr/>
                      <a:t>[CELLRANGE]</a:t>
                    </a:fld>
                    <a:endParaRPr lang="en-IN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7-9D08-4425-99DE-4E5501F36EC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2.5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Sheet1!$C$3</c15:f>
                <c15:dlblRangeCache>
                  <c:ptCount val="1"/>
                  <c:pt idx="0">
                    <c:v>2.5 (16.89%)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9D08-4425-99DE-4E5501F36EC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986BA18C-DD07-4545-91E8-F4DE33383886}" type="CELLRANGE">
                      <a:rPr lang="en-US"/>
                      <a:pPr/>
                      <a:t>[CELLRANGE]</a:t>
                    </a:fld>
                    <a:endParaRPr lang="en-IN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8-9D08-4425-99DE-4E5501F36EC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3.5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Sheet1!$D$3</c15:f>
                <c15:dlblRangeCache>
                  <c:ptCount val="1"/>
                  <c:pt idx="0">
                    <c:v>3.5 (23.65%)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4-9D08-4425-99DE-4E5501F36EC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Series 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E0EE13D5-2099-4391-ADAB-EECF540A82F2}" type="CELLRANGE">
                      <a:rPr lang="en-US"/>
                      <a:pPr/>
                      <a:t>[CELLRANGE]</a:t>
                    </a:fld>
                    <a:endParaRPr lang="en-IN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9-9D08-4425-99DE-4E5501F36EC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dobe Garamond Pro Bold" panose="02020702060506020403" pitchFamily="18" charset="0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4.5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Sheet1!$E$3</c15:f>
                <c15:dlblRangeCache>
                  <c:ptCount val="1"/>
                  <c:pt idx="0">
                    <c:v>4.5 (30.41%)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5-9D08-4425-99DE-4E5501F36EC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849142544"/>
        <c:axId val="849167024"/>
      </c:barChart>
      <c:catAx>
        <c:axId val="84914254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849167024"/>
        <c:crosses val="autoZero"/>
        <c:auto val="1"/>
        <c:lblAlgn val="ctr"/>
        <c:lblOffset val="100"/>
        <c:noMultiLvlLbl val="0"/>
      </c:catAx>
      <c:valAx>
        <c:axId val="84916702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491425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C77DE-773D-4471-C88D-EF1E4B909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ED7338-A790-2430-0C24-666811422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478BB-65F0-D0B1-9951-7BF77A60B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284A6-D403-ACC2-79AA-306200ED4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A3FE0-4CA7-820B-7769-853254D39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6449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8BD39-642B-4913-7468-CCD04DEB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95C7-D2BB-048E-16E2-C9A66AC9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926AF2-425D-32C2-45D2-900F947E9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979CA9-C61D-8CB8-22C0-94464D01D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BB702-80D9-C520-C8CA-D5BF0E9E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4454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61B21-97C4-06EF-B623-71F0B935C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C38CF6-094F-5D74-563C-C1901E2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F4FC6-B43D-1D9B-4DD1-FF48152BD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61F64-ECC8-CAED-C546-6A2E55439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D93F-FC5C-4D86-59FD-A33D5DBEF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6460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6E182-9E40-A87E-3C2F-9E46DFF0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7D67D-01FA-ACDD-7DB4-162F65AA6C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9EFAA-D467-82D7-8C24-8F77F2AA5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A7D675-0496-C4F0-7A62-D459E7C61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72592C-B787-9814-A6F6-77780D6DD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6B80C-BB8D-BF04-F373-D7FA29528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650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06CBD-00C9-33EA-BCAC-1D2F1EF5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B9B28-AC03-C7E4-BD96-5BE530D4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B12BD9-FCDD-262E-2310-B8FFC251D1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D36F26-742D-237F-1688-93B64B514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21DDD7-C083-D068-79B8-86E1075679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58C533-DEE7-BAE2-47FD-FAD2BDCD0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2DD733-9CFF-42E7-8771-57E79E627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AD83C3-DF10-B502-22EC-2D655FDBB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1129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9EE4B-BBD7-C6ED-2B32-C86B14E67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1B517-3210-0ED8-2636-EA83BB75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17BBC9-C3E9-23CA-D63F-BA3DD484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E2D1D-1858-CA3B-3367-A54B1338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4836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CB0624-8E72-AE57-ABFE-1DFCC51E4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AE85EF-CCA9-A365-487F-E26A9B26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BA713-EB2D-011D-E38B-E9F66DC48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5194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2D848-0DCE-FEC4-B089-F2D6D3DD6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569E-BAE6-8BCE-FCD5-3A9C411C2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A2149E-DABC-D1AA-1314-A1275C012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A543A3-6B17-D6A3-4C06-CD55B59F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0DB8AA-44FE-4DEE-C62E-521BD665C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E5CCB9-85A2-4734-0F05-3A0A665E6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687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B5824-3727-DBB4-8D81-D79081203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98DCC9-6E2B-56AD-43EE-A9D75D11E0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665683-C06B-20F3-8F42-DBD1815BAB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BEA7A0-3C89-4FA0-EB0F-EBCF19DB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1476FD-13A9-113A-FAF0-C3250CAC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CAC36-BFD8-5122-D464-90A60FFDB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6234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470B4-3388-9DFF-67B7-1C5E386F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8CB29A-74CA-766C-5A2A-C3E0E1912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0EDE8-EAFA-6B5A-C329-D2355540D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4F460-3231-5906-6473-A82C952F3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585E8-2A72-BB5D-5AC4-C5F9E0BEB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93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5DB92F-0D52-262C-1462-8B2A6FD7D4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AFF2F8-A992-65A7-2FC8-7B510F895B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6B680-727F-5E1D-A454-4A26B1E3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7B88A-7DAB-683C-DE39-CA2B8E8B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C5A19-BDAC-A471-5D0E-D0CE044B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8060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D634A7-A185-91B2-B95C-9A344E615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CF1FC-C9F6-5FCD-6130-D76527EFF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FC040-2C81-D117-891B-3D4DC7ABCE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77D073-0D16-FD58-A24F-D6763FAC7A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BEF25-9187-FE81-224B-DB3474D464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6685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">
            <a:extLst>
              <a:ext uri="{FF2B5EF4-FFF2-40B4-BE49-F238E27FC236}">
                <a16:creationId xmlns:a16="http://schemas.microsoft.com/office/drawing/2014/main" id="{083EB01B-1DB3-3769-731D-AB321C5367ED}"/>
              </a:ext>
            </a:extLst>
          </p:cNvPr>
          <p:cNvSpPr/>
          <p:nvPr/>
        </p:nvSpPr>
        <p:spPr>
          <a:xfrm>
            <a:off x="694592" y="545123"/>
            <a:ext cx="10659208" cy="5750169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DC14C26-DE08-BC85-BB40-9B417C25B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{{title}}</a:t>
            </a:r>
            <a:endParaRPr lang="en-IN" dirty="0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09588B89-AAC9-170E-0FC5-19A437BB6A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635976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8317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DDA5-CE05-CCE2-DDFB-19A10F408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3D6FD6-16AD-D59A-3E15-56D409763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{{title2}}</a:t>
            </a:r>
            <a:endParaRPr lang="en-IN" dirty="0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289F9C69-1AFA-1AD9-A6A9-91C752A883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810277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28385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3E8B1-0F8F-21B7-8778-C85AAC9FC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75379B8-A7CD-0FC4-F298-F0138A430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{{title}}</a:t>
            </a:r>
            <a:endParaRPr lang="en-IN" dirty="0"/>
          </a:p>
        </p:txBody>
      </p:sp>
      <p:graphicFrame>
        <p:nvGraphicFramePr>
          <p:cNvPr id="5" name="Table">
            <a:extLst>
              <a:ext uri="{FF2B5EF4-FFF2-40B4-BE49-F238E27FC236}">
                <a16:creationId xmlns:a16="http://schemas.microsoft.com/office/drawing/2014/main" id="{861163FF-7B9E-FFA7-1ED8-2BD3B6F3F8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244436"/>
              </p:ext>
            </p:extLst>
          </p:nvPr>
        </p:nvGraphicFramePr>
        <p:xfrm>
          <a:off x="838200" y="1825625"/>
          <a:ext cx="1051560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8857910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1BEA5E1-63B7-D019-B728-2339B40B412A}"/>
              </a:ext>
            </a:extLst>
          </p:cNvPr>
          <p:cNvSpPr txBox="1"/>
          <p:nvPr/>
        </p:nvSpPr>
        <p:spPr>
          <a:xfrm>
            <a:off x="2121408" y="3931920"/>
            <a:ext cx="3621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Google</a:t>
            </a:r>
          </a:p>
        </p:txBody>
      </p:sp>
      <p:graphicFrame>
        <p:nvGraphicFramePr>
          <p:cNvPr id="7" name="Table2">
            <a:extLst>
              <a:ext uri="{FF2B5EF4-FFF2-40B4-BE49-F238E27FC236}">
                <a16:creationId xmlns:a16="http://schemas.microsoft.com/office/drawing/2014/main" id="{9C93AABA-0485-1183-C414-51383DDB1C7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35479140"/>
              </p:ext>
            </p:extLst>
          </p:nvPr>
        </p:nvGraphicFramePr>
        <p:xfrm>
          <a:off x="838200" y="5028956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test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6703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2459A-1B0A-6E6F-F276-54D5C518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Label Chart">
            <a:extLst>
              <a:ext uri="{FF2B5EF4-FFF2-40B4-BE49-F238E27FC236}">
                <a16:creationId xmlns:a16="http://schemas.microsoft.com/office/drawing/2014/main" id="{5C45F2CF-DBD3-6DBD-9D94-4A46856984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8003751"/>
              </p:ext>
            </p:extLst>
          </p:nvPr>
        </p:nvGraphicFramePr>
        <p:xfrm>
          <a:off x="838200" y="428626"/>
          <a:ext cx="10515600" cy="5829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8126301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41</Words>
  <Application>Microsoft Office PowerPoint</Application>
  <PresentationFormat>Widescreen</PresentationFormat>
  <Paragraphs>30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Hello {{title}}</vt:lpstr>
      <vt:lpstr>Hello {{title2}}</vt:lpstr>
      <vt:lpstr>Hello {{title}}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Suyog Jadhav</dc:creator>
  <cp:lastModifiedBy>Suyog Jadhav</cp:lastModifiedBy>
  <cp:revision>22</cp:revision>
  <dcterms:created xsi:type="dcterms:W3CDTF">2026-05-13T11:34:25Z</dcterms:created>
  <dcterms:modified xsi:type="dcterms:W3CDTF">2026-06-04T11:03:55Z</dcterms:modified>
</cp:coreProperties>
</file>
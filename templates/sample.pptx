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charts/chart2.xml" ContentType="application/vnd.openxmlformats-officedocument.drawingml.chart+xml"/>
  <Override PartName="/ppt/charts/style2.xml" ContentType="application/vnd.ms-office.chartstyle+xml"/>
  <Override PartName="/ppt/charts/colors2.xml" ContentType="application/vnd.ms-office.chartcolorstyle+xml"/>
  <Override PartName="/ppt/charts/chart3.xml" ContentType="application/vnd.openxmlformats-officedocument.drawingml.chart+xml"/>
  <Override PartName="/ppt/charts/style3.xml" ContentType="application/vnd.ms-office.chartstyle+xml"/>
  <Override PartName="/ppt/charts/colors3.xml" ContentType="application/vnd.ms-office.chartcolorstyl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F6401D18-F4B1-43C3-8A54-8728F11BC0DA}">
          <p14:sldIdLst>
            <p14:sldId id="256"/>
            <p14:sldId id="257"/>
          </p14:sldIdLst>
        </p14:section>
        <p14:section name="Untitled Section" id="{A3775758-1637-48C8-9754-A5DF8ED68B74}">
          <p14:sldIdLst>
            <p14:sldId id="258"/>
            <p14:sldId id="259"/>
            <p14:sldId id="260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C000"/>
    <a:srgbClr val="A5A5A5"/>
    <a:srgbClr val="ED7D31"/>
    <a:srgbClr val="4472C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87" autoAdjust="0"/>
    <p:restoredTop sz="94660"/>
  </p:normalViewPr>
  <p:slideViewPr>
    <p:cSldViewPr snapToGrid="0">
      <p:cViewPr varScale="1">
        <p:scale>
          <a:sx n="103" d="100"/>
          <a:sy n="103" d="100"/>
        </p:scale>
        <p:origin x="138" y="25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.xlsx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_rels/chart2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.xlsx"/><Relationship Id="rId2" Type="http://schemas.microsoft.com/office/2011/relationships/chartColorStyle" Target="colors2.xml"/><Relationship Id="rId1" Type="http://schemas.microsoft.com/office/2011/relationships/chartStyle" Target="style2.xml"/></Relationships>
</file>

<file path=ppt/charts/_rels/chart3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2.xlsx"/><Relationship Id="rId2" Type="http://schemas.microsoft.com/office/2011/relationships/chartColorStyle" Target="colors3.xml"/><Relationship Id="rId1" Type="http://schemas.microsoft.com/office/2011/relationships/chartStyle" Target="style3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 algn="r">
              <a:defRPr sz="3200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Algerian" panose="04020705040A02060702" pitchFamily="82" charset="0"/>
                <a:ea typeface="+mn-ea"/>
                <a:cs typeface="+mn-cs"/>
              </a:defRPr>
            </a:pPr>
            <a:r>
              <a:rPr lang="en-IN" sz="3200" b="0" dirty="0">
                <a:latin typeface="Algerian" panose="04020705040A02060702" pitchFamily="82" charset="0"/>
              </a:rPr>
              <a:t>Chart</a:t>
            </a:r>
          </a:p>
          <a:p>
            <a:pPr algn="r">
              <a:defRPr sz="3200">
                <a:latin typeface="Algerian" panose="04020705040A02060702" pitchFamily="82" charset="0"/>
              </a:defRPr>
            </a:pPr>
            <a:r>
              <a:rPr lang="en-IN" sz="1800" b="1" dirty="0">
                <a:latin typeface="Agency FB" panose="020B0503020202020204" pitchFamily="34" charset="0"/>
              </a:rPr>
              <a:t>Title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 algn="r">
            <a:defRPr sz="3200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Algerian" panose="04020705040A02060702" pitchFamily="82" charset="0"/>
              <a:ea typeface="+mn-ea"/>
              <a:cs typeface="+mn-cs"/>
            </a:defRPr>
          </a:pPr>
          <a:endParaRPr lang="en-US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Series 1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24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Adobe Garamond Pro Bold" panose="02020702060506020403" pitchFamily="18" charset="0"/>
                    <a:ea typeface="+mn-ea"/>
                    <a:cs typeface="+mn-cs"/>
                  </a:defRPr>
                </a:pPr>
                <a:endParaRPr lang="en-US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Sheet1!$A$2:$A$5</c:f>
              <c:strCache>
                <c:ptCount val="4"/>
                <c:pt idx="0">
                  <c:v>Category 1</c:v>
                </c:pt>
                <c:pt idx="1">
                  <c:v>Category 2</c:v>
                </c:pt>
                <c:pt idx="2">
                  <c:v>Category 3</c:v>
                </c:pt>
                <c:pt idx="3">
                  <c:v>Category 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4.3</c:v>
                </c:pt>
                <c:pt idx="1">
                  <c:v>2.5</c:v>
                </c:pt>
                <c:pt idx="2">
                  <c:v>3.5</c:v>
                </c:pt>
                <c:pt idx="3">
                  <c:v>4.5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6DD2-427F-B7BB-D3385589108D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Series 2</c:v>
                </c:pt>
              </c:strCache>
            </c:strRef>
          </c:tx>
          <c:spPr>
            <a:solidFill>
              <a:schemeClr val="accent2"/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Sheet1!$A$2:$A$5</c:f>
              <c:strCache>
                <c:ptCount val="4"/>
                <c:pt idx="0">
                  <c:v>Category 1</c:v>
                </c:pt>
                <c:pt idx="1">
                  <c:v>Category 2</c:v>
                </c:pt>
                <c:pt idx="2">
                  <c:v>Category 3</c:v>
                </c:pt>
                <c:pt idx="3">
                  <c:v>Category 4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2.4</c:v>
                </c:pt>
                <c:pt idx="1">
                  <c:v>4.4000000000000004</c:v>
                </c:pt>
                <c:pt idx="2">
                  <c:v>1.8</c:v>
                </c:pt>
                <c:pt idx="3">
                  <c:v>2.8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6DD2-427F-B7BB-D3385589108D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Series 3</c:v>
                </c:pt>
              </c:strCache>
            </c:strRef>
          </c:tx>
          <c:spPr>
            <a:solidFill>
              <a:schemeClr val="accent6"/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Sheet1!$A$2:$A$5</c:f>
              <c:strCache>
                <c:ptCount val="4"/>
                <c:pt idx="0">
                  <c:v>Category 1</c:v>
                </c:pt>
                <c:pt idx="1">
                  <c:v>Category 2</c:v>
                </c:pt>
                <c:pt idx="2">
                  <c:v>Category 3</c:v>
                </c:pt>
                <c:pt idx="3">
                  <c:v>Category 4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2</c:v>
                </c:pt>
                <c:pt idx="1">
                  <c:v>2</c:v>
                </c:pt>
                <c:pt idx="2">
                  <c:v>3</c:v>
                </c:pt>
                <c:pt idx="3">
                  <c:v>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6DD2-427F-B7BB-D3385589108D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219"/>
        <c:overlap val="-27"/>
        <c:axId val="430183999"/>
        <c:axId val="430192159"/>
      </c:barChart>
      <c:catAx>
        <c:axId val="430183999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30192159"/>
        <c:crosses val="autoZero"/>
        <c:auto val="1"/>
        <c:lblAlgn val="ctr"/>
        <c:lblOffset val="100"/>
        <c:noMultiLvlLbl val="0"/>
      </c:catAx>
      <c:valAx>
        <c:axId val="430192159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30183999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Series 1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cat>
            <c:strRef>
              <c:f>Sheet1!$A$2:$A$5</c:f>
              <c:strCache>
                <c:ptCount val="4"/>
                <c:pt idx="0">
                  <c:v>Category 1</c:v>
                </c:pt>
                <c:pt idx="1">
                  <c:v>Category 2</c:v>
                </c:pt>
                <c:pt idx="2">
                  <c:v>Category 3</c:v>
                </c:pt>
                <c:pt idx="3">
                  <c:v>Category 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4.3</c:v>
                </c:pt>
                <c:pt idx="1">
                  <c:v>2.5</c:v>
                </c:pt>
                <c:pt idx="2">
                  <c:v>3.5</c:v>
                </c:pt>
                <c:pt idx="3">
                  <c:v>4.5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6DD2-427F-B7BB-D3385589108D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Series 2</c:v>
                </c:pt>
              </c:strCache>
            </c:strRef>
          </c:tx>
          <c:spPr>
            <a:solidFill>
              <a:schemeClr val="accent2"/>
            </a:solidFill>
            <a:ln>
              <a:noFill/>
            </a:ln>
            <a:effectLst/>
          </c:spPr>
          <c:invertIfNegative val="0"/>
          <c:cat>
            <c:strRef>
              <c:f>Sheet1!$A$2:$A$5</c:f>
              <c:strCache>
                <c:ptCount val="4"/>
                <c:pt idx="0">
                  <c:v>Category 1</c:v>
                </c:pt>
                <c:pt idx="1">
                  <c:v>Category 2</c:v>
                </c:pt>
                <c:pt idx="2">
                  <c:v>Category 3</c:v>
                </c:pt>
                <c:pt idx="3">
                  <c:v>Category 4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2.4</c:v>
                </c:pt>
                <c:pt idx="1">
                  <c:v>4.4000000000000004</c:v>
                </c:pt>
                <c:pt idx="2">
                  <c:v>1.8</c:v>
                </c:pt>
                <c:pt idx="3">
                  <c:v>2.8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6DD2-427F-B7BB-D3385589108D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Series 3</c:v>
                </c:pt>
              </c:strCache>
            </c:strRef>
          </c:tx>
          <c:spPr>
            <a:solidFill>
              <a:schemeClr val="accent3"/>
            </a:solidFill>
            <a:ln>
              <a:noFill/>
            </a:ln>
            <a:effectLst/>
          </c:spPr>
          <c:invertIfNegative val="0"/>
          <c:cat>
            <c:strRef>
              <c:f>Sheet1!$A$2:$A$5</c:f>
              <c:strCache>
                <c:ptCount val="4"/>
                <c:pt idx="0">
                  <c:v>Category 1</c:v>
                </c:pt>
                <c:pt idx="1">
                  <c:v>Category 2</c:v>
                </c:pt>
                <c:pt idx="2">
                  <c:v>Category 3</c:v>
                </c:pt>
                <c:pt idx="3">
                  <c:v>Category 4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2</c:v>
                </c:pt>
                <c:pt idx="1">
                  <c:v>2</c:v>
                </c:pt>
                <c:pt idx="2">
                  <c:v>3</c:v>
                </c:pt>
                <c:pt idx="3">
                  <c:v>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6DD2-427F-B7BB-D3385589108D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19"/>
        <c:overlap val="-27"/>
        <c:axId val="430183999"/>
        <c:axId val="430192159"/>
      </c:barChart>
      <c:catAx>
        <c:axId val="430183999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30192159"/>
        <c:crosses val="autoZero"/>
        <c:auto val="1"/>
        <c:lblAlgn val="ctr"/>
        <c:lblOffset val="100"/>
        <c:noMultiLvlLbl val="0"/>
      </c:catAx>
      <c:valAx>
        <c:axId val="430192159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30183999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0"/>
    <c:plotArea>
      <c:layout>
        <c:manualLayout>
          <c:layoutTarget val="inner"/>
          <c:xMode val="edge"/>
          <c:yMode val="edge"/>
          <c:x val="1.2077294685990338E-2"/>
          <c:y val="4.793028322440087E-2"/>
          <c:w val="0.97342995169082125"/>
          <c:h val="0.95206971677559915"/>
        </c:manualLayout>
      </c:layout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Series 1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0.19082125603864733"/>
                  <c:y val="-0.12636165577342057"/>
                </c:manualLayout>
              </c:layout>
              <c:spPr>
                <a:solidFill>
                  <a:srgbClr val="4472C4"/>
                </a:solidFill>
                <a:ln>
                  <a:noFill/>
                </a:ln>
                <a:effectLst/>
              </c:spPr>
              <c:txPr>
                <a:bodyPr rot="0" spcFirstLastPara="1" vertOverflow="ellipsis" vert="horz" wrap="square" lIns="38100" tIns="19050" rIns="38100" bIns="19050" anchor="ctr" anchorCtr="0">
                  <a:noAutofit/>
                </a:bodyPr>
                <a:lstStyle/>
                <a:p>
                  <a:pPr algn="ctr">
                    <a:defRPr lang="en-US" sz="1800" b="0" i="0" u="none" strike="noStrike" kern="1200" baseline="0">
                      <a:solidFill>
                        <a:schemeClr val="bg1"/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en-US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6.6177583780288332E-2"/>
                      <c:h val="8.4912939804093132E-2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1-C41C-4F54-805C-4E5E94C272C8}"/>
                </c:ext>
              </c:extLst>
            </c:dLbl>
            <c:spPr>
              <a:solidFill>
                <a:srgbClr val="4472C4"/>
              </a:solidFill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0">
                <a:spAutoFit/>
              </a:bodyPr>
              <a:lstStyle/>
              <a:p>
                <a:pPr algn="ctr">
                  <a:defRPr lang="en-US" sz="8000" b="0" i="0" u="none" strike="noStrike" kern="1200" baseline="0">
                    <a:solidFill>
                      <a:schemeClr val="bg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</c:f>
              <c:strCache>
                <c:ptCount val="1"/>
                <c:pt idx="0">
                  <c:v>Category 1</c:v>
                </c:pt>
              </c:strCache>
            </c:strRef>
          </c:cat>
          <c:val>
            <c:numRef>
              <c:f>Sheet1!$B$2</c:f>
              <c:numCache>
                <c:formatCode>General</c:formatCode>
                <c:ptCount val="1"/>
                <c:pt idx="0">
                  <c:v>4.3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9D08-4425-99DE-4E5501F36EC7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Series 2</c:v>
                </c:pt>
              </c:strCache>
            </c:strRef>
          </c:tx>
          <c:spPr>
            <a:solidFill>
              <a:schemeClr val="accent2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0.19444444444444445"/>
                  <c:y val="-5.4466230936819175E-2"/>
                </c:manualLayout>
              </c:layout>
              <c:spPr>
                <a:solidFill>
                  <a:srgbClr val="ED7D31"/>
                </a:solidFill>
                <a:ln>
                  <a:noFill/>
                </a:ln>
                <a:effectLst/>
              </c:spPr>
              <c:txPr>
                <a:bodyPr rot="0" spcFirstLastPara="1" vertOverflow="ellipsis" vert="horz" wrap="square" lIns="38100" tIns="19050" rIns="38100" bIns="19050" anchor="ctr" anchorCtr="0">
                  <a:noAutofit/>
                </a:bodyPr>
                <a:lstStyle/>
                <a:p>
                  <a:pPr algn="ctr">
                    <a:defRPr lang="en-US" sz="1800" b="0" i="0" u="none" strike="noStrike" kern="1200" baseline="0">
                      <a:solidFill>
                        <a:schemeClr val="bg1"/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en-US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7.7047148997679643E-2"/>
                      <c:h val="9.7984835228929715E-2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2-4D89-4FC3-BEAD-7878BEFDFFA6}"/>
                </c:ext>
              </c:extLst>
            </c:dLbl>
            <c:spPr>
              <a:solidFill>
                <a:srgbClr val="ED7D31"/>
              </a:solidFill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0">
                <a:spAutoFit/>
              </a:bodyPr>
              <a:lstStyle/>
              <a:p>
                <a:pPr algn="ctr">
                  <a:defRPr lang="en-US" sz="80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</c:f>
              <c:strCache>
                <c:ptCount val="1"/>
                <c:pt idx="0">
                  <c:v>Category 1</c:v>
                </c:pt>
              </c:strCache>
            </c:strRef>
          </c:cat>
          <c:val>
            <c:numRef>
              <c:f>Sheet1!$C$2</c:f>
              <c:numCache>
                <c:formatCode>General</c:formatCode>
                <c:ptCount val="1"/>
                <c:pt idx="0">
                  <c:v>2.5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9D08-4425-99DE-4E5501F36EC7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Series 3</c:v>
                </c:pt>
              </c:strCache>
            </c:strRef>
          </c:tx>
          <c:spPr>
            <a:solidFill>
              <a:schemeClr val="accent3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0.27777777777777779"/>
                  <c:y val="-7.6252723311546866E-2"/>
                </c:manualLayout>
              </c:layout>
              <c:spPr>
                <a:solidFill>
                  <a:srgbClr val="A5A5A5"/>
                </a:solidFill>
                <a:ln>
                  <a:noFill/>
                </a:ln>
                <a:effectLst/>
              </c:spPr>
              <c:txPr>
                <a:bodyPr rot="0" spcFirstLastPara="1" vertOverflow="ellipsis" vert="horz" wrap="square" lIns="38100" tIns="19050" rIns="38100" bIns="19050" anchor="ctr" anchorCtr="0">
                  <a:noAutofit/>
                </a:bodyPr>
                <a:lstStyle/>
                <a:p>
                  <a:pPr algn="ctr">
                    <a:defRPr lang="en-US" sz="1800" b="0" i="0" u="none" strike="noStrike" kern="1200" baseline="0">
                      <a:solidFill>
                        <a:schemeClr val="bg1"/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en-US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3405197991555404"/>
                      <c:h val="0.16552296159058552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3-4D89-4FC3-BEAD-7878BEFDFFA6}"/>
                </c:ext>
              </c:extLst>
            </c:dLbl>
            <c:spPr>
              <a:solidFill>
                <a:srgbClr val="A5A5A5"/>
              </a:solidFill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0">
                <a:spAutoFit/>
              </a:bodyPr>
              <a:lstStyle/>
              <a:p>
                <a:pPr algn="ctr">
                  <a:defRPr lang="en-US" sz="80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</c:f>
              <c:strCache>
                <c:ptCount val="1"/>
                <c:pt idx="0">
                  <c:v>Category 1</c:v>
                </c:pt>
              </c:strCache>
            </c:strRef>
          </c:cat>
          <c:val>
            <c:numRef>
              <c:f>Sheet1!$D$2</c:f>
              <c:numCache>
                <c:formatCode>General</c:formatCode>
                <c:ptCount val="1"/>
                <c:pt idx="0">
                  <c:v>3.5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9D08-4425-99DE-4E5501F36EC7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Series 4</c:v>
                </c:pt>
              </c:strCache>
            </c:strRef>
          </c:tx>
          <c:spPr>
            <a:solidFill>
              <a:schemeClr val="accent4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0.18961357411845259"/>
                  <c:y val="-0.11764705882352941"/>
                </c:manualLayout>
              </c:layout>
              <c:spPr>
                <a:solidFill>
                  <a:srgbClr val="FFC000"/>
                </a:solidFill>
                <a:ln>
                  <a:noFill/>
                </a:ln>
                <a:effectLst/>
              </c:spPr>
              <c:txPr>
                <a:bodyPr rot="0" spcFirstLastPara="1" vertOverflow="ellipsis" vert="horz" wrap="square" lIns="38100" tIns="19050" rIns="38100" bIns="19050" anchor="ctr" anchorCtr="1">
                  <a:noAutofit/>
                </a:bodyPr>
                <a:lstStyle/>
                <a:p>
                  <a:pPr>
                    <a:defRPr sz="1800" b="0" i="0" u="none" strike="noStrike" kern="1200" baseline="0">
                      <a:solidFill>
                        <a:schemeClr val="bg1"/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en-US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6.4969854311689293E-2"/>
                      <c:h val="7.8376992091674813E-2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0-C41C-4F54-805C-4E5E94C272C8}"/>
                </c:ext>
              </c:extLst>
            </c:dLbl>
            <c:spPr>
              <a:solidFill>
                <a:srgbClr val="FFC000"/>
              </a:solidFill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8000" b="0" i="0" u="none" strike="noStrike" kern="1200" baseline="0">
                    <a:solidFill>
                      <a:schemeClr val="bg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</c:f>
              <c:strCache>
                <c:ptCount val="1"/>
                <c:pt idx="0">
                  <c:v>Category 1</c:v>
                </c:pt>
              </c:strCache>
            </c:strRef>
          </c:cat>
          <c:val>
            <c:numRef>
              <c:f>Sheet1!$E$2</c:f>
              <c:numCache>
                <c:formatCode>General</c:formatCode>
                <c:ptCount val="1"/>
                <c:pt idx="0">
                  <c:v>4.5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9D08-4425-99DE-4E5501F36EC7}"/>
            </c:ext>
          </c:extLst>
        </c:ser>
        <c:dLbls>
          <c:dLblPos val="ctr"/>
          <c:showLegendKey val="0"/>
          <c:showVal val="1"/>
          <c:showCatName val="0"/>
          <c:showSerName val="0"/>
          <c:showPercent val="0"/>
          <c:showBubbleSize val="0"/>
        </c:dLbls>
        <c:gapWidth val="150"/>
        <c:overlap val="100"/>
        <c:axId val="849142544"/>
        <c:axId val="849167024"/>
      </c:barChart>
      <c:catAx>
        <c:axId val="849142544"/>
        <c:scaling>
          <c:orientation val="minMax"/>
        </c:scaling>
        <c:delete val="1"/>
        <c:axPos val="b"/>
        <c:numFmt formatCode="General" sourceLinked="1"/>
        <c:majorTickMark val="none"/>
        <c:minorTickMark val="none"/>
        <c:tickLblPos val="nextTo"/>
        <c:crossAx val="849167024"/>
        <c:crosses val="autoZero"/>
        <c:auto val="1"/>
        <c:lblAlgn val="ctr"/>
        <c:lblOffset val="100"/>
        <c:noMultiLvlLbl val="0"/>
      </c:catAx>
      <c:valAx>
        <c:axId val="849167024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84914254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6C77DE-773D-4471-C88D-EF1E4B909E9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DED7338-A790-2430-0C24-666811422CD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0478BB-65F0-D0B1-9951-7BF77A60B54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90EA95-AFA9-47FA-B067-612933D1D62E}" type="datetimeFigureOut">
              <a:rPr lang="en-IN" smtClean="0"/>
              <a:t>05-06-2026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EE284A6-D403-ACC2-79AA-306200ED49F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DCA3FE0-4CA7-820B-7769-853254D390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475DB2-BF54-4B24-AA23-753F888588B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28644969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08BD39-642B-4913-7468-CCD04DEB75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4A695C7-D2BB-048E-16E2-C9A66AC9782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7926AF2-425D-32C2-45D2-900F947E91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90EA95-AFA9-47FA-B067-612933D1D62E}" type="datetimeFigureOut">
              <a:rPr lang="en-IN" smtClean="0"/>
              <a:t>05-06-2026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0979CA9-C61D-8CB8-22C0-94464D01D1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35BB702-80D9-C520-C8CA-D5BF0E9E55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475DB2-BF54-4B24-AA23-753F888588B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10445421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461B21-97C4-06EF-B623-71F0B935CA9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8C38CF6-094F-5D74-563C-C1901E22E21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97F4FC6-B43D-1D9B-4DD1-FF48152BD9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90EA95-AFA9-47FA-B067-612933D1D62E}" type="datetimeFigureOut">
              <a:rPr lang="en-IN" smtClean="0"/>
              <a:t>05-06-2026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1A61F64-ECC8-CAED-C546-6A2E554390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1CBD93F-FC5C-4D86-59FD-A33D5DBEFE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475DB2-BF54-4B24-AA23-753F888588B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8164606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D6E182-9E40-A87E-3C2F-9E46DFF0D8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967D67D-01FA-ACDD-7DB4-162F65AA6C2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A29EFAA-D467-82D7-8C24-8F77F2AA56D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AA7D675-0496-C4F0-7A62-D459E7C611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90EA95-AFA9-47FA-B067-612933D1D62E}" type="datetimeFigureOut">
              <a:rPr lang="en-IN" smtClean="0"/>
              <a:t>05-06-2026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172592C-B787-9814-A6F6-77780D6DD9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A56B80C-BB8D-BF04-F373-D7FA295286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475DB2-BF54-4B24-AA23-753F888588B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38065014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106CBD-00C9-33EA-BCAC-1D2F1EF54B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D7B9B28-AC03-C7E4-BD96-5BE530D45E0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2B12BD9-FCDD-262E-2310-B8FFC251D13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FD36F26-742D-237F-1688-93B64B514CB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C21DDD7-C083-D068-79B8-86E10756799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E58C533-DEE7-BAE2-47FD-FAD2BDCD07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90EA95-AFA9-47FA-B067-612933D1D62E}" type="datetimeFigureOut">
              <a:rPr lang="en-IN" smtClean="0"/>
              <a:t>05-06-2026</a:t>
            </a:fld>
            <a:endParaRPr lang="en-IN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892DD733-9CFF-42E7-8771-57E79E6275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3AD83C3-DF10-B502-22EC-2D655FDBB9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475DB2-BF54-4B24-AA23-753F888588B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04112932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19EE4B-BBD7-C6ED-2B32-C86B14E67E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881B517-3210-0ED8-2636-EA83BB75B0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90EA95-AFA9-47FA-B067-612933D1D62E}" type="datetimeFigureOut">
              <a:rPr lang="en-IN" smtClean="0"/>
              <a:t>05-06-2026</a:t>
            </a:fld>
            <a:endParaRPr lang="en-I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F17BBC9-C3E9-23CA-D63F-BA3DD484B8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3AE2D1D-1858-CA3B-3367-A54B133832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475DB2-BF54-4B24-AA23-753F888588B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12483669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6CB0624-8E72-AE57-ABFE-1DFCC51E430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90EA95-AFA9-47FA-B067-612933D1D62E}" type="datetimeFigureOut">
              <a:rPr lang="en-IN" smtClean="0"/>
              <a:t>05-06-2026</a:t>
            </a:fld>
            <a:endParaRPr lang="en-IN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0AE85EF-CCA9-A365-487F-E26A9B2680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FBBA713-EB2D-011D-E38B-E9F66DC48E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475DB2-BF54-4B24-AA23-753F888588B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45519487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C2D848-0DCE-FEC4-B089-F2D6D3DD6D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C9D569E-BAE6-8BCE-FCD5-3A9C411C2C4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4A2149E-DABC-D1AA-1314-A1275C01278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DA543A3-6B17-D6A3-4C06-CD55B59F7A8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90EA95-AFA9-47FA-B067-612933D1D62E}" type="datetimeFigureOut">
              <a:rPr lang="en-IN" smtClean="0"/>
              <a:t>05-06-2026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20DB8AA-44FE-4DEE-C62E-521BD665C0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8E5CCB9-85A2-4734-0F05-3A0A665E61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475DB2-BF54-4B24-AA23-753F888588B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40368767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9B5824-3727-DBB4-8D81-D79081203D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AD98DCC9-6E2B-56AD-43EE-A9D75D11E07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1665683-C06B-20F3-8F42-DBD1815BABF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CBEA7A0-3C89-4FA0-EB0F-EBCF19DBE5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90EA95-AFA9-47FA-B067-612933D1D62E}" type="datetimeFigureOut">
              <a:rPr lang="en-IN" smtClean="0"/>
              <a:t>05-06-2026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71476FD-13A9-113A-FAF0-C3250CAC8D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C6CAC36-BFD8-5122-D464-90A60FFDB0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475DB2-BF54-4B24-AA23-753F888588B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63623406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3470B4-3388-9DFF-67B7-1C5E386F73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D8CB29A-74CA-766C-5A2A-C3E0E1912A1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870EDE8-EAFA-6B5A-C329-D2355540D1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90EA95-AFA9-47FA-B067-612933D1D62E}" type="datetimeFigureOut">
              <a:rPr lang="en-IN" smtClean="0"/>
              <a:t>05-06-2026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644F460-3231-5906-6473-A82C952F33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D3585E8-2A72-BB5D-5AC4-C5F9E0BEB6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475DB2-BF54-4B24-AA23-753F888588B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5939398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BA5DB92F-0D52-262C-1462-8B2A6FD7D4B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FAFF2F8-A992-65A7-2FC8-7B510F895BC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D06B680-727F-5E1D-A454-4A26B1E30E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90EA95-AFA9-47FA-B067-612933D1D62E}" type="datetimeFigureOut">
              <a:rPr lang="en-IN" smtClean="0"/>
              <a:t>05-06-2026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D47B88A-7DAB-683C-DE39-CA2B8E8BF8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DDC5A19-BDAC-A471-5D0E-D0CE044B1D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475DB2-BF54-4B24-AA23-753F888588B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55806060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BD634A7-A185-91B2-B95C-9A344E615B7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CFCF1FC-C9F6-5FCD-6130-D76527EFFF0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74FC040-2C81-D117-891B-3D4DC7ABCED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490EA95-AFA9-47FA-B067-612933D1D62E}" type="datetimeFigureOut">
              <a:rPr lang="en-IN" smtClean="0"/>
              <a:t>05-06-2026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377D073-0D16-FD58-A24F-D6763FAC7A3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89BEF25-9187-FE81-224B-DB3474D4649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E475DB2-BF54-4B24-AA23-753F888588B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67668548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chart" Target="../charts/chart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chart" Target="../charts/chart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chart" Target="../charts/chart3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">
            <a:extLst>
              <a:ext uri="{FF2B5EF4-FFF2-40B4-BE49-F238E27FC236}">
                <a16:creationId xmlns:a16="http://schemas.microsoft.com/office/drawing/2014/main" id="{083EB01B-1DB3-3769-731D-AB321C5367ED}"/>
              </a:ext>
            </a:extLst>
          </p:cNvPr>
          <p:cNvSpPr/>
          <p:nvPr/>
        </p:nvSpPr>
        <p:spPr>
          <a:xfrm>
            <a:off x="694592" y="545123"/>
            <a:ext cx="10659208" cy="5750169"/>
          </a:xfrm>
          <a:prstGeom prst="roundRect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7DC14C26-DE08-BC85-BB40-9B417C25B4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Hello {{title}}</a:t>
            </a:r>
            <a:endParaRPr lang="en-IN" dirty="0"/>
          </a:p>
        </p:txBody>
      </p:sp>
      <p:graphicFrame>
        <p:nvGraphicFramePr>
          <p:cNvPr id="7" name="Chart">
            <a:extLst>
              <a:ext uri="{FF2B5EF4-FFF2-40B4-BE49-F238E27FC236}">
                <a16:creationId xmlns:a16="http://schemas.microsoft.com/office/drawing/2014/main" id="{09588B89-AAC9-170E-0FC5-19A437BB6AE3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442623926"/>
              </p:ext>
            </p:extLst>
          </p:nvPr>
        </p:nvGraphicFramePr>
        <p:xfrm>
          <a:off x="838200" y="1825625"/>
          <a:ext cx="10515600" cy="435133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  <p:extLst>
      <p:ext uri="{BB962C8B-B14F-4D97-AF65-F5344CB8AC3E}">
        <p14:creationId xmlns:p14="http://schemas.microsoft.com/office/powerpoint/2010/main" val="14831777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E2DDA5-CE05-CCE2-DDFB-19A10F4082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3C3D6FD6-16AD-D59A-3E15-56D4097637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Hello {{title2}}</a:t>
            </a:r>
            <a:endParaRPr lang="en-IN" dirty="0"/>
          </a:p>
        </p:txBody>
      </p:sp>
      <p:graphicFrame>
        <p:nvGraphicFramePr>
          <p:cNvPr id="7" name="Chart">
            <a:extLst>
              <a:ext uri="{FF2B5EF4-FFF2-40B4-BE49-F238E27FC236}">
                <a16:creationId xmlns:a16="http://schemas.microsoft.com/office/drawing/2014/main" id="{289F9C69-1AFA-1AD9-A6A9-91C752A88301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658102773"/>
              </p:ext>
            </p:extLst>
          </p:nvPr>
        </p:nvGraphicFramePr>
        <p:xfrm>
          <a:off x="838200" y="1825625"/>
          <a:ext cx="10515600" cy="435133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  <p:extLst>
      <p:ext uri="{BB962C8B-B14F-4D97-AF65-F5344CB8AC3E}">
        <p14:creationId xmlns:p14="http://schemas.microsoft.com/office/powerpoint/2010/main" val="132838515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E3E8B1-0F8F-21B7-8778-C85AAC9FC1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575379B8-A7CD-0FC4-F298-F0138A4305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Hello {{title}}</a:t>
            </a:r>
            <a:endParaRPr lang="en-IN" dirty="0"/>
          </a:p>
        </p:txBody>
      </p:sp>
      <p:graphicFrame>
        <p:nvGraphicFramePr>
          <p:cNvPr id="5" name="Table">
            <a:extLst>
              <a:ext uri="{FF2B5EF4-FFF2-40B4-BE49-F238E27FC236}">
                <a16:creationId xmlns:a16="http://schemas.microsoft.com/office/drawing/2014/main" id="{861163FF-7B9E-FFA7-1ED8-2BD3B6F3F851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43244436"/>
              </p:ext>
            </p:extLst>
          </p:nvPr>
        </p:nvGraphicFramePr>
        <p:xfrm>
          <a:off x="838200" y="1825625"/>
          <a:ext cx="10515600" cy="74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>
                  <a:extLst>
                    <a:ext uri="{9D8B030D-6E8A-4147-A177-3AD203B41FA5}">
                      <a16:colId xmlns:a16="http://schemas.microsoft.com/office/drawing/2014/main" val="1526623959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988579106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1994860425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3533840823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160491688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IN" dirty="0"/>
                        <a:t>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dirty="0"/>
                        <a:t>V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dirty="0"/>
                        <a:t>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dirty="0"/>
                        <a:t>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dirty="0"/>
                        <a:t>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6921293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IN" dirty="0"/>
                        <a:t>100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dirty="0"/>
                        <a:t>23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dirty="0"/>
                        <a:t>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dirty="0"/>
                        <a:t>34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dirty="0"/>
                        <a:t>53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73184772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61BEA5E1-63B7-D019-B728-2339B40B412A}"/>
              </a:ext>
            </a:extLst>
          </p:cNvPr>
          <p:cNvSpPr txBox="1"/>
          <p:nvPr/>
        </p:nvSpPr>
        <p:spPr>
          <a:xfrm>
            <a:off x="2121408" y="3931920"/>
            <a:ext cx="36210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dirty="0"/>
              <a:t>Google</a:t>
            </a:r>
          </a:p>
        </p:txBody>
      </p:sp>
      <p:graphicFrame>
        <p:nvGraphicFramePr>
          <p:cNvPr id="7" name="Table2">
            <a:extLst>
              <a:ext uri="{FF2B5EF4-FFF2-40B4-BE49-F238E27FC236}">
                <a16:creationId xmlns:a16="http://schemas.microsoft.com/office/drawing/2014/main" id="{9C93AABA-0485-1183-C414-51383DDB1C75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135479140"/>
              </p:ext>
            </p:extLst>
          </p:nvPr>
        </p:nvGraphicFramePr>
        <p:xfrm>
          <a:off x="838200" y="5028956"/>
          <a:ext cx="10515600" cy="1112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>
                  <a:extLst>
                    <a:ext uri="{9D8B030D-6E8A-4147-A177-3AD203B41FA5}">
                      <a16:colId xmlns:a16="http://schemas.microsoft.com/office/drawing/2014/main" val="1526623959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1036110465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1994860425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3533840823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1604916882"/>
                    </a:ext>
                  </a:extLst>
                </a:gridCol>
              </a:tblGrid>
              <a:tr h="370840">
                <a:tc gridSpan="2">
                  <a:txBody>
                    <a:bodyPr/>
                    <a:lstStyle/>
                    <a:p>
                      <a:pPr algn="ctr"/>
                      <a:r>
                        <a:rPr lang="en-IN" dirty="0"/>
                        <a:t>test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dirty="0"/>
                        <a:t>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dirty="0"/>
                        <a:t>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dirty="0"/>
                        <a:t>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69212938"/>
                  </a:ext>
                </a:extLst>
              </a:tr>
              <a:tr h="370840">
                <a:tc gridSpan="2">
                  <a:txBody>
                    <a:bodyPr/>
                    <a:lstStyle/>
                    <a:p>
                      <a:pPr algn="ctr"/>
                      <a:r>
                        <a:rPr lang="en-IN" dirty="0"/>
                        <a:t>100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dirty="0"/>
                        <a:t>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dirty="0"/>
                        <a:t>34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dirty="0"/>
                        <a:t>53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7318477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55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45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IN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6239892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04670340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12459A-1B0A-6E6F-F276-54D5C518EC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2" name="Label Chart">
            <a:extLst>
              <a:ext uri="{FF2B5EF4-FFF2-40B4-BE49-F238E27FC236}">
                <a16:creationId xmlns:a16="http://schemas.microsoft.com/office/drawing/2014/main" id="{5C45F2CF-DBD3-6DBD-9D94-4A468569840F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630066042"/>
              </p:ext>
            </p:extLst>
          </p:nvPr>
        </p:nvGraphicFramePr>
        <p:xfrm>
          <a:off x="767862" y="323118"/>
          <a:ext cx="10515600" cy="58293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2" name="Series 1">
            <a:extLst>
              <a:ext uri="{FF2B5EF4-FFF2-40B4-BE49-F238E27FC236}">
                <a16:creationId xmlns:a16="http://schemas.microsoft.com/office/drawing/2014/main" id="{528C6C22-A610-78C4-A2AD-7D0567240895}"/>
              </a:ext>
            </a:extLst>
          </p:cNvPr>
          <p:cNvSpPr txBox="1"/>
          <p:nvPr/>
        </p:nvSpPr>
        <p:spPr>
          <a:xfrm>
            <a:off x="451521" y="323118"/>
            <a:ext cx="91403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Adobe Garamond Pro Bold" panose="02020702060506020403" pitchFamily="18" charset="0"/>
              </a:rPr>
              <a:t>Series 1</a:t>
            </a:r>
          </a:p>
        </p:txBody>
      </p:sp>
      <p:sp>
        <p:nvSpPr>
          <p:cNvPr id="3" name="Series 2">
            <a:extLst>
              <a:ext uri="{FF2B5EF4-FFF2-40B4-BE49-F238E27FC236}">
                <a16:creationId xmlns:a16="http://schemas.microsoft.com/office/drawing/2014/main" id="{69A49453-F4CD-A2C1-CCB9-8F43FA8E4533}"/>
              </a:ext>
            </a:extLst>
          </p:cNvPr>
          <p:cNvSpPr txBox="1"/>
          <p:nvPr/>
        </p:nvSpPr>
        <p:spPr>
          <a:xfrm>
            <a:off x="2233246" y="215396"/>
            <a:ext cx="147989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/>
              <a:t>Series 2</a:t>
            </a:r>
          </a:p>
        </p:txBody>
      </p:sp>
      <p:sp>
        <p:nvSpPr>
          <p:cNvPr id="4" name="Series 3">
            <a:extLst>
              <a:ext uri="{FF2B5EF4-FFF2-40B4-BE49-F238E27FC236}">
                <a16:creationId xmlns:a16="http://schemas.microsoft.com/office/drawing/2014/main" id="{2A05536A-4FFD-8E7E-9399-0D60836393AF}"/>
              </a:ext>
            </a:extLst>
          </p:cNvPr>
          <p:cNvSpPr txBox="1"/>
          <p:nvPr/>
        </p:nvSpPr>
        <p:spPr>
          <a:xfrm>
            <a:off x="4029479" y="323117"/>
            <a:ext cx="91403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Series 3</a:t>
            </a:r>
          </a:p>
        </p:txBody>
      </p:sp>
      <p:sp>
        <p:nvSpPr>
          <p:cNvPr id="5" name="Series 4">
            <a:extLst>
              <a:ext uri="{FF2B5EF4-FFF2-40B4-BE49-F238E27FC236}">
                <a16:creationId xmlns:a16="http://schemas.microsoft.com/office/drawing/2014/main" id="{7DC1B613-8D39-9EBB-3EDF-AB17022F34BA}"/>
              </a:ext>
            </a:extLst>
          </p:cNvPr>
          <p:cNvSpPr txBox="1"/>
          <p:nvPr/>
        </p:nvSpPr>
        <p:spPr>
          <a:xfrm>
            <a:off x="5547945" y="430839"/>
            <a:ext cx="69602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dirty="0"/>
              <a:t>Series</a:t>
            </a:r>
            <a:r>
              <a:rPr lang="en-US" dirty="0"/>
              <a:t> 4</a:t>
            </a:r>
          </a:p>
        </p:txBody>
      </p:sp>
    </p:spTree>
    <p:extLst>
      <p:ext uri="{BB962C8B-B14F-4D97-AF65-F5344CB8AC3E}">
        <p14:creationId xmlns:p14="http://schemas.microsoft.com/office/powerpoint/2010/main" val="281263016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88BBC3-FCFB-D908-8621-21B4D06A1C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List">
            <a:extLst>
              <a:ext uri="{FF2B5EF4-FFF2-40B4-BE49-F238E27FC236}">
                <a16:creationId xmlns:a16="http://schemas.microsoft.com/office/drawing/2014/main" id="{60020E62-F94D-048C-41EB-CD6F496590D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latin typeface="Adobe Fan Heiti Std B" panose="020B0700000000000000" pitchFamily="34" charset="-128"/>
                <a:ea typeface="Adobe Fan Heiti Std B" panose="020B0700000000000000" pitchFamily="34" charset="-128"/>
              </a:rPr>
              <a:t>1</a:t>
            </a:r>
            <a:r>
              <a:rPr lang="en-US" baseline="30000" dirty="0">
                <a:latin typeface="Adobe Fan Heiti Std B" panose="020B0700000000000000" pitchFamily="34" charset="-128"/>
                <a:ea typeface="Adobe Fan Heiti Std B" panose="020B0700000000000000" pitchFamily="34" charset="-128"/>
              </a:rPr>
              <a:t>st</a:t>
            </a:r>
            <a:r>
              <a:rPr lang="en-US" dirty="0">
                <a:latin typeface="Adobe Fan Heiti Std B" panose="020B0700000000000000" pitchFamily="34" charset="-128"/>
                <a:ea typeface="Adobe Fan Heiti Std B" panose="020B0700000000000000" pitchFamily="34" charset="-128"/>
              </a:rPr>
              <a:t> item</a:t>
            </a:r>
          </a:p>
          <a:p>
            <a:r>
              <a:rPr lang="en-US" dirty="0">
                <a:latin typeface="Adobe Garamond Pro Bold" panose="02020702060506020403" pitchFamily="18" charset="0"/>
              </a:rPr>
              <a:t>2</a:t>
            </a:r>
            <a:r>
              <a:rPr lang="en-US" baseline="30000" dirty="0">
                <a:latin typeface="Adobe Garamond Pro Bold" panose="02020702060506020403" pitchFamily="18" charset="0"/>
              </a:rPr>
              <a:t>nd</a:t>
            </a:r>
            <a:r>
              <a:rPr lang="en-US" dirty="0">
                <a:latin typeface="Adobe Garamond Pro Bold" panose="02020702060506020403" pitchFamily="18" charset="0"/>
              </a:rPr>
              <a:t> item</a:t>
            </a:r>
          </a:p>
          <a:p>
            <a:r>
              <a:rPr lang="en-US" sz="1600" dirty="0"/>
              <a:t>3</a:t>
            </a:r>
            <a:r>
              <a:rPr lang="en-US" sz="1600" baseline="30000" dirty="0"/>
              <a:t>rd</a:t>
            </a:r>
            <a:r>
              <a:rPr lang="en-US" sz="1600" dirty="0"/>
              <a:t> item</a:t>
            </a:r>
            <a:endParaRPr lang="en-IN" sz="1600" dirty="0"/>
          </a:p>
        </p:txBody>
      </p:sp>
    </p:spTree>
    <p:extLst>
      <p:ext uri="{BB962C8B-B14F-4D97-AF65-F5344CB8AC3E}">
        <p14:creationId xmlns:p14="http://schemas.microsoft.com/office/powerpoint/2010/main" val="411315855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60</TotalTime>
  <Words>55</Words>
  <Application>Microsoft Office PowerPoint</Application>
  <PresentationFormat>Widescreen</PresentationFormat>
  <Paragraphs>38</Paragraphs>
  <Slides>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13" baseType="lpstr">
      <vt:lpstr>Adobe Fan Heiti Std B</vt:lpstr>
      <vt:lpstr>Adobe Garamond Pro Bold</vt:lpstr>
      <vt:lpstr>Agency FB</vt:lpstr>
      <vt:lpstr>Algerian</vt:lpstr>
      <vt:lpstr>Arial</vt:lpstr>
      <vt:lpstr>Calibri</vt:lpstr>
      <vt:lpstr>Calibri Light</vt:lpstr>
      <vt:lpstr>Office Theme</vt:lpstr>
      <vt:lpstr>Hello {{title}}</vt:lpstr>
      <vt:lpstr>Hello {{title2}}</vt:lpstr>
      <vt:lpstr>Hello {{title}}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Suyog Jadhav</dc:creator>
  <cp:lastModifiedBy>Suyog Jadhav</cp:lastModifiedBy>
  <cp:revision>42</cp:revision>
  <dcterms:created xsi:type="dcterms:W3CDTF">2026-05-13T11:34:25Z</dcterms:created>
  <dcterms:modified xsi:type="dcterms:W3CDTF">2026-06-05T11:34:27Z</dcterms:modified>
</cp:coreProperties>
</file>
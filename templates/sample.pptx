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5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dobe Garamond Pro Bold" panose="02020702060506020403" pitchFamily="18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9275362318840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89-4FC3-BEAD-7878BEFDFFA6}"/>
                </c:ext>
              </c:extLst>
            </c:dLbl>
            <c:spPr>
              <a:solidFill>
                <a:schemeClr val="tx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59903381642512"/>
                  <c:y val="-2.1786492374728469E-3"/>
                </c:manualLayout>
              </c:layout>
              <c:spPr>
                <a:solidFill>
                  <a:schemeClr val="tx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>
                    <a:defRPr lang="en-US" sz="80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719806763285024"/>
                  <c:y val="-1.0893246187363915E-2"/>
                </c:manualLayout>
              </c:layout>
              <c:spPr>
                <a:solidFill>
                  <a:schemeClr val="tx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spAutoFit/>
                </a:bodyPr>
                <a:lstStyle/>
                <a:p>
                  <a:pPr algn="ctr">
                    <a:defRPr lang="en-US" sz="80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1.997072064003136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D89-4FC3-BEAD-7878BEFDFFA6}"/>
                </c:ext>
              </c:extLst>
            </c:dLbl>
            <c:spPr>
              <a:solidFill>
                <a:schemeClr val="tx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04-06-2026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546117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{{title2}}</a:t>
            </a:r>
            <a:endParaRPr lang="en-IN" dirty="0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{{title}}</a:t>
            </a:r>
            <a:endParaRPr lang="en-IN" dirty="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44436"/>
              </p:ext>
            </p:extLst>
          </p:nvPr>
        </p:nvGraphicFramePr>
        <p:xfrm>
          <a:off x="838200" y="1825625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2121408" y="3931920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5479140"/>
              </p:ext>
            </p:extLst>
          </p:nvPr>
        </p:nvGraphicFramePr>
        <p:xfrm>
          <a:off x="838200" y="5028956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6334538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 dirty="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 dirty="0">
                <a:latin typeface="Adobe Garamond Pro Bold" panose="02020702060506020403" pitchFamily="18" charset="0"/>
              </a:rPr>
              <a:t>2</a:t>
            </a:r>
            <a:r>
              <a:rPr lang="en-US" baseline="30000" dirty="0">
                <a:latin typeface="Adobe Garamond Pro Bold" panose="02020702060506020403" pitchFamily="18" charset="0"/>
              </a:rPr>
              <a:t>nd</a:t>
            </a:r>
            <a:r>
              <a:rPr lang="en-US" dirty="0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 dirty="0"/>
              <a:t>3</a:t>
            </a:r>
            <a:r>
              <a:rPr lang="en-US" sz="1600" baseline="30000" dirty="0"/>
              <a:t>rd</a:t>
            </a:r>
            <a:r>
              <a:rPr lang="en-US" sz="1600" dirty="0"/>
              <a:t> item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43</Words>
  <Application>Microsoft Office PowerPoint</Application>
  <PresentationFormat>Widescreen</PresentationFormat>
  <Paragraphs>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Adobe Fan Heiti Std B</vt:lpstr>
      <vt:lpstr>Adobe Garamond Pro Bold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27</cp:revision>
  <dcterms:created xsi:type="dcterms:W3CDTF">2026-05-13T11:34:25Z</dcterms:created>
  <dcterms:modified xsi:type="dcterms:W3CDTF">2026-06-04T12:44:18Z</dcterms:modified>
</cp:coreProperties>
</file>
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54</Words>
  <Application>Microsoft Office PowerPoint</Application>
  <PresentationFormat>Widescreen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32</cp:revision>
  <dcterms:created xsi:type="dcterms:W3CDTF">2026-05-13T11:34:25Z</dcterms:created>
  <dcterms:modified xsi:type="dcterms:W3CDTF">2026-06-22T06:56:37Z</dcterms:modified>
</cp:coreProperties>
</file>
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3C471-C754-871F-AF6C-A200F7425B03}" v="122" dt="2026-06-18T11:32:04.302"/>
    <p1510:client id="{2796ABAA-F5FB-42ED-8CAB-0587183265E4}" v="9" dt="2026-06-18T08:43:12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22-06-2026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17604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{{title2}}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/>
              <a:t>Hello {{title}}</a:t>
            </a:r>
            <a:endParaRPr lang="en-IN" sz="280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2244565"/>
              </p:ext>
            </p:extLst>
          </p:nvPr>
        </p:nvGraphicFramePr>
        <p:xfrm>
          <a:off x="838200" y="732950"/>
          <a:ext cx="10515600" cy="101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8224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STATUS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6419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5897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qqqwet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Shape01">
            <a:extLst>
              <a:ext uri="{FF2B5EF4-FFF2-40B4-BE49-F238E27FC236}">
                <a16:creationId xmlns:a16="http://schemas.microsoft.com/office/drawing/2014/main" id="{3693A6A3-E2A6-FE4E-5729-75F6CA7C3D56}"/>
              </a:ext>
            </a:extLst>
          </p:cNvPr>
          <p:cNvSpPr/>
          <p:nvPr/>
        </p:nvSpPr>
        <p:spPr>
          <a:xfrm>
            <a:off x="3043418" y="182301"/>
            <a:ext cx="287274" cy="3048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8" name="Shape02">
            <a:extLst>
              <a:ext uri="{FF2B5EF4-FFF2-40B4-BE49-F238E27FC236}">
                <a16:creationId xmlns:a16="http://schemas.microsoft.com/office/drawing/2014/main" id="{EAB81D09-6F97-AF14-0D2D-73C35EC0AB38}"/>
              </a:ext>
            </a:extLst>
          </p:cNvPr>
          <p:cNvSpPr/>
          <p:nvPr/>
        </p:nvSpPr>
        <p:spPr>
          <a:xfrm>
            <a:off x="3727410" y="181457"/>
            <a:ext cx="287274" cy="304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0" name="Shape03">
            <a:extLst>
              <a:ext uri="{FF2B5EF4-FFF2-40B4-BE49-F238E27FC236}">
                <a16:creationId xmlns:a16="http://schemas.microsoft.com/office/drawing/2014/main" id="{94BE44B0-3A2D-FC89-DB70-1072E5444FE9}"/>
              </a:ext>
            </a:extLst>
          </p:cNvPr>
          <p:cNvSpPr/>
          <p:nvPr/>
        </p:nvSpPr>
        <p:spPr>
          <a:xfrm>
            <a:off x="4313663" y="178564"/>
            <a:ext cx="287274" cy="304800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6" name="Shape04">
            <a:extLst>
              <a:ext uri="{FF2B5EF4-FFF2-40B4-BE49-F238E27FC236}">
                <a16:creationId xmlns:a16="http://schemas.microsoft.com/office/drawing/2014/main" id="{92B0CC66-1A22-3704-4B85-F2E218CC1DB7}"/>
              </a:ext>
            </a:extLst>
          </p:cNvPr>
          <p:cNvSpPr/>
          <p:nvPr/>
        </p:nvSpPr>
        <p:spPr>
          <a:xfrm>
            <a:off x="4873105" y="178563"/>
            <a:ext cx="287274" cy="3048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9" name="Shape05">
            <a:extLst>
              <a:ext uri="{FF2B5EF4-FFF2-40B4-BE49-F238E27FC236}">
                <a16:creationId xmlns:a16="http://schemas.microsoft.com/office/drawing/2014/main" id="{DEEA9499-0AAE-C967-31EB-0E066BD48ABC}"/>
              </a:ext>
            </a:extLst>
          </p:cNvPr>
          <p:cNvSpPr/>
          <p:nvPr/>
        </p:nvSpPr>
        <p:spPr>
          <a:xfrm>
            <a:off x="5403612" y="178564"/>
            <a:ext cx="287274" cy="3048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1" name="Shape06">
            <a:extLst>
              <a:ext uri="{FF2B5EF4-FFF2-40B4-BE49-F238E27FC236}">
                <a16:creationId xmlns:a16="http://schemas.microsoft.com/office/drawing/2014/main" id="{BB6AB5BE-5F58-2384-C0AA-46EADE997667}"/>
              </a:ext>
            </a:extLst>
          </p:cNvPr>
          <p:cNvSpPr/>
          <p:nvPr/>
        </p:nvSpPr>
        <p:spPr>
          <a:xfrm>
            <a:off x="5953409" y="178563"/>
            <a:ext cx="287274" cy="304800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Series</a:t>
            </a:r>
            <a:r>
              <a:rPr lang="en-US"/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>
                <a:latin typeface="Adobe Garamond Pro Bold" panose="02020702060506020403" pitchFamily="18" charset="0"/>
              </a:rPr>
              <a:t>2</a:t>
            </a:r>
            <a:r>
              <a:rPr lang="en-US" baseline="30000">
                <a:latin typeface="Adobe Garamond Pro Bold" panose="02020702060506020403" pitchFamily="18" charset="0"/>
              </a:rPr>
              <a:t>nd</a:t>
            </a:r>
            <a:r>
              <a:rPr lang="en-US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/>
              <a:t>3</a:t>
            </a:r>
            <a:r>
              <a:rPr lang="en-US" sz="1600" baseline="30000"/>
              <a:t>rd</a:t>
            </a:r>
            <a:r>
              <a:rPr lang="en-US" sz="1600"/>
              <a:t> item</a:t>
            </a:r>
            <a:endParaRPr lang="en-IN" sz="160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FE7BC075-9F6E-28B2-59E8-8F26920BE7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0628668"/>
              </p:ext>
            </p:extLst>
          </p:nvPr>
        </p:nvGraphicFramePr>
        <p:xfrm>
          <a:off x="838199" y="573206"/>
          <a:ext cx="10789695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1385">
                  <a:extLst>
                    <a:ext uri="{9D8B030D-6E8A-4147-A177-3AD203B41FA5}">
                      <a16:colId xmlns:a16="http://schemas.microsoft.com/office/drawing/2014/main" val="2779847418"/>
                    </a:ext>
                  </a:extLst>
                </a:gridCol>
                <a:gridCol w="1541385">
                  <a:extLst>
                    <a:ext uri="{9D8B030D-6E8A-4147-A177-3AD203B41FA5}">
                      <a16:colId xmlns:a16="http://schemas.microsoft.com/office/drawing/2014/main" val="1632793384"/>
                    </a:ext>
                  </a:extLst>
                </a:gridCol>
                <a:gridCol w="1541385">
                  <a:extLst>
                    <a:ext uri="{9D8B030D-6E8A-4147-A177-3AD203B41FA5}">
                      <a16:colId xmlns:a16="http://schemas.microsoft.com/office/drawing/2014/main" val="3759091533"/>
                    </a:ext>
                  </a:extLst>
                </a:gridCol>
                <a:gridCol w="1541385">
                  <a:extLst>
                    <a:ext uri="{9D8B030D-6E8A-4147-A177-3AD203B41FA5}">
                      <a16:colId xmlns:a16="http://schemas.microsoft.com/office/drawing/2014/main" val="3854161084"/>
                    </a:ext>
                  </a:extLst>
                </a:gridCol>
                <a:gridCol w="1541385">
                  <a:extLst>
                    <a:ext uri="{9D8B030D-6E8A-4147-A177-3AD203B41FA5}">
                      <a16:colId xmlns:a16="http://schemas.microsoft.com/office/drawing/2014/main" val="2580032536"/>
                    </a:ext>
                  </a:extLst>
                </a:gridCol>
                <a:gridCol w="1541385">
                  <a:extLst>
                    <a:ext uri="{9D8B030D-6E8A-4147-A177-3AD203B41FA5}">
                      <a16:colId xmlns:a16="http://schemas.microsoft.com/office/drawing/2014/main" val="3625072384"/>
                    </a:ext>
                  </a:extLst>
                </a:gridCol>
                <a:gridCol w="1541385">
                  <a:extLst>
                    <a:ext uri="{9D8B030D-6E8A-4147-A177-3AD203B41FA5}">
                      <a16:colId xmlns:a16="http://schemas.microsoft.com/office/drawing/2014/main" val="1242086109"/>
                    </a:ext>
                  </a:extLst>
                </a:gridCol>
              </a:tblGrid>
              <a:tr h="286828">
                <a:tc gridSpan="2">
                  <a:txBody>
                    <a:bodyPr/>
                    <a:lstStyle/>
                    <a:p>
                      <a:r>
                        <a:rPr lang="en-US" dirty="0"/>
                        <a:t>Team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Point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9083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S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x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z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50" dirty="0">
                          <a:latin typeface="Algerian" panose="04020705040A02060702" pitchFamily="82" charset="0"/>
                        </a:rPr>
                        <a:t>d</a:t>
                      </a:r>
                      <a:endParaRPr lang="en-IN" sz="1050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7328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125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66</Words>
  <Application>Microsoft Office PowerPoint</Application>
  <PresentationFormat>Widescreen</PresentationFormat>
  <Paragraphs>49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41</cp:revision>
  <dcterms:created xsi:type="dcterms:W3CDTF">2026-05-13T11:34:25Z</dcterms:created>
  <dcterms:modified xsi:type="dcterms:W3CDTF">2026-06-22T18:34:53Z</dcterms:modified>
</cp:coreProperties>
</file>
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4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">
            <a:extLst>
              <a:ext uri="{FF2B5EF4-FFF2-40B4-BE49-F238E27FC236}">
                <a16:creationId xmlns:a16="http://schemas.microsoft.com/office/drawing/2014/main" id="{083EB01B-1DB3-3769-731D-AB321C5367ED}"/>
              </a:ext>
            </a:extLst>
          </p:cNvPr>
          <p:cNvSpPr/>
          <p:nvPr/>
        </p:nvSpPr>
        <p:spPr>
          <a:xfrm>
            <a:off x="694592" y="545123"/>
            <a:ext cx="10659208" cy="575016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717717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{{title2}}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{{title}}</a:t>
            </a:r>
            <a:endParaRPr lang="en-IN" dirty="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244436"/>
              </p:ext>
            </p:extLst>
          </p:nvPr>
        </p:nvGraphicFramePr>
        <p:xfrm>
          <a:off x="838200" y="1825625"/>
          <a:ext cx="105156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2121408" y="3931920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5479140"/>
              </p:ext>
            </p:extLst>
          </p:nvPr>
        </p:nvGraphicFramePr>
        <p:xfrm>
          <a:off x="838200" y="5028956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37</Words>
  <Application>Microsoft Office PowerPoint</Application>
  <PresentationFormat>Widescreen</PresentationFormat>
  <Paragraphs>26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Hello {{title}}</vt:lpstr>
      <vt:lpstr>Hello {{title2}}</vt:lpstr>
      <vt:lpstr>Hello {{title}}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13</cp:revision>
  <dcterms:created xsi:type="dcterms:W3CDTF">2026-05-13T11:34:25Z</dcterms:created>
  <dcterms:modified xsi:type="dcterms:W3CDTF">2026-06-02T07:11:54Z</dcterms:modified>
</cp:coreProperties>
</file>